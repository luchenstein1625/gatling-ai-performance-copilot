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9"/>
  </p:notesMasterIdLst>
  <p:handoutMasterIdLst>
    <p:handoutMasterId r:id="rId40"/>
  </p:handoutMasterIdLst>
  <p:sldIdLst>
    <p:sldId id="364" r:id="rId5"/>
    <p:sldId id="357" r:id="rId6"/>
    <p:sldId id="365" r:id="rId7"/>
    <p:sldId id="430" r:id="rId8"/>
    <p:sldId id="431" r:id="rId9"/>
    <p:sldId id="432" r:id="rId10"/>
    <p:sldId id="433" r:id="rId11"/>
    <p:sldId id="434" r:id="rId12"/>
    <p:sldId id="437" r:id="rId13"/>
    <p:sldId id="439" r:id="rId14"/>
    <p:sldId id="438" r:id="rId15"/>
    <p:sldId id="412" r:id="rId16"/>
    <p:sldId id="415" r:id="rId17"/>
    <p:sldId id="416" r:id="rId18"/>
    <p:sldId id="435" r:id="rId19"/>
    <p:sldId id="409" r:id="rId20"/>
    <p:sldId id="429" r:id="rId21"/>
    <p:sldId id="418" r:id="rId22"/>
    <p:sldId id="440" r:id="rId23"/>
    <p:sldId id="427" r:id="rId24"/>
    <p:sldId id="426" r:id="rId25"/>
    <p:sldId id="441" r:id="rId26"/>
    <p:sldId id="445" r:id="rId27"/>
    <p:sldId id="444" r:id="rId28"/>
    <p:sldId id="446" r:id="rId29"/>
    <p:sldId id="447" r:id="rId30"/>
    <p:sldId id="448" r:id="rId31"/>
    <p:sldId id="442" r:id="rId32"/>
    <p:sldId id="428" r:id="rId33"/>
    <p:sldId id="443" r:id="rId34"/>
    <p:sldId id="421" r:id="rId35"/>
    <p:sldId id="422" r:id="rId36"/>
    <p:sldId id="424" r:id="rId37"/>
    <p:sldId id="423" r:id="rId38"/>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54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070C"/>
    <a:srgbClr val="C7B613"/>
    <a:srgbClr val="8CBB23"/>
    <a:srgbClr val="24C679"/>
    <a:srgbClr val="353274"/>
    <a:srgbClr val="00B2D2"/>
    <a:srgbClr val="FFFFFF"/>
    <a:srgbClr val="00CAF2"/>
    <a:srgbClr val="00AACC"/>
    <a:srgbClr val="4DCA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79A64D-7C55-2840-C072-F9058C5698AE}" v="1" dt="2024-08-16T20:21:03.24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63" autoAdjust="0"/>
    <p:restoredTop sz="93949" autoAdjust="0"/>
  </p:normalViewPr>
  <p:slideViewPr>
    <p:cSldViewPr snapToGrid="0" showGuides="1">
      <p:cViewPr varScale="1">
        <p:scale>
          <a:sx n="101" d="100"/>
          <a:sy n="101" d="100"/>
        </p:scale>
        <p:origin x="684" y="48"/>
      </p:cViewPr>
      <p:guideLst>
        <p:guide orient="horz" pos="2183"/>
        <p:guide pos="3545"/>
      </p:guideLst>
    </p:cSldViewPr>
  </p:slideViewPr>
  <p:outlineViewPr>
    <p:cViewPr>
      <p:scale>
        <a:sx n="33" d="100"/>
        <a:sy n="33" d="100"/>
      </p:scale>
      <p:origin x="0" y="-144"/>
    </p:cViewPr>
  </p:outlineViewPr>
  <p:notesTextViewPr>
    <p:cViewPr>
      <p:scale>
        <a:sx n="1" d="1"/>
        <a:sy n="1" d="1"/>
      </p:scale>
      <p:origin x="0" y="0"/>
    </p:cViewPr>
  </p:notesTextViewPr>
  <p:sorterViewPr>
    <p:cViewPr>
      <p:scale>
        <a:sx n="66" d="100"/>
        <a:sy n="66" d="100"/>
      </p:scale>
      <p:origin x="0" y="0"/>
    </p:cViewPr>
  </p:sorterViewPr>
  <p:notesViewPr>
    <p:cSldViewPr snapToGrid="0" showGuides="1">
      <p:cViewPr varScale="1">
        <p:scale>
          <a:sx n="83" d="100"/>
          <a:sy n="83" d="100"/>
        </p:scale>
        <p:origin x="3284" y="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C17A1EC7-F631-4DA2-A6A4-65B810731BC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a:extLst>
              <a:ext uri="{FF2B5EF4-FFF2-40B4-BE49-F238E27FC236}">
                <a16:creationId xmlns:a16="http://schemas.microsoft.com/office/drawing/2014/main" id="{34FE2C35-B54B-4AE6-9FEE-0F06044179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B9EF640-1EFE-4126-9EF1-ECC306D4A890}" type="datetimeFigureOut">
              <a:rPr lang="es-CL" smtClean="0"/>
              <a:t>29-05-2026</a:t>
            </a:fld>
            <a:endParaRPr lang="es-CL"/>
          </a:p>
        </p:txBody>
      </p:sp>
      <p:sp>
        <p:nvSpPr>
          <p:cNvPr id="4" name="Marcador de pie de página 3">
            <a:extLst>
              <a:ext uri="{FF2B5EF4-FFF2-40B4-BE49-F238E27FC236}">
                <a16:creationId xmlns:a16="http://schemas.microsoft.com/office/drawing/2014/main" id="{6B818A21-CEE5-44A1-8CA6-078D88C21E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5" name="Marcador de número de diapositiva 4">
            <a:extLst>
              <a:ext uri="{FF2B5EF4-FFF2-40B4-BE49-F238E27FC236}">
                <a16:creationId xmlns:a16="http://schemas.microsoft.com/office/drawing/2014/main" id="{2DFE806D-F6B2-46CE-B3B1-B47F693A6E4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C74F35F-58A4-4647-8F94-02BE1FB528DB}" type="slidenum">
              <a:rPr lang="es-CL" smtClean="0"/>
              <a:t>‹Nº›</a:t>
            </a:fld>
            <a:endParaRPr lang="es-CL"/>
          </a:p>
        </p:txBody>
      </p:sp>
    </p:spTree>
    <p:extLst>
      <p:ext uri="{BB962C8B-B14F-4D97-AF65-F5344CB8AC3E}">
        <p14:creationId xmlns:p14="http://schemas.microsoft.com/office/powerpoint/2010/main" val="18443172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111BE5-A7D5-41F7-AD02-F56B828BDE3A}" type="datetimeFigureOut">
              <a:rPr lang="es-CL" smtClean="0"/>
              <a:t>29-05-2026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BEDE30-4E62-4AE7-928F-F48C777B123D}" type="slidenum">
              <a:rPr lang="es-CL" smtClean="0"/>
              <a:t>‹Nº›</a:t>
            </a:fld>
            <a:endParaRPr lang="es-CL"/>
          </a:p>
        </p:txBody>
      </p:sp>
    </p:spTree>
    <p:extLst>
      <p:ext uri="{BB962C8B-B14F-4D97-AF65-F5344CB8AC3E}">
        <p14:creationId xmlns:p14="http://schemas.microsoft.com/office/powerpoint/2010/main" val="3755368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researchgate.net/profile/Beril-Kallfelz-Sirmacek?_sg%5B0%5D=7dhywNiluTxwD5YJnoMiUYezZ4gEA9a32Iu3BMoif-okCW5Kd6jhzLulAr6pkuVej0I-QBg.qjFZThyOfG3sRktr6d_ptYUBTh4eymVeMDfCCGJbA0Cd8tx_hO6QUdt5sO8UOVgULa0W14mzZY9FyDJzd_oK3Q&amp;_sg%5B1%5D=HkuhsvfWlyWC_x-zLtv2yc0KUV5u2tyFSxE-u6NFeyq82VUjNGUWXrs34ERRdhiBelfQ8cQ.LJKFrcWiSsWowvPJzf6HQyEscvnjhjAmD1PTTwECVRiI5EcupNbBzQNwpety-R-fcE2jANlomP7AZ6F7Ebts7g&amp;_tp=eyJjb250ZXh0Ijp7ImZpcnN0UGFnZSI6Il9kaXJlY3QiLCJwYWdlIjoicHVibGljYXRpb24iLCJwcmV2aW91c1BhZ2UiOiJwdWJsaWNhdGlvbiIsInBvc2l0aW9uIjoicGFnZUhlYWRlciJ9fQ"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EDE30-4E62-4AE7-928F-F48C777B123D}" type="slidenum">
              <a:rPr lang="es-CL" smtClean="0"/>
              <a:t>3</a:t>
            </a:fld>
            <a:endParaRPr lang="es-CL"/>
          </a:p>
        </p:txBody>
      </p:sp>
    </p:spTree>
    <p:extLst>
      <p:ext uri="{BB962C8B-B14F-4D97-AF65-F5344CB8AC3E}">
        <p14:creationId xmlns:p14="http://schemas.microsoft.com/office/powerpoint/2010/main" val="759457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B5F4F-A8B3-0CCF-FA8F-51E3F05091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0D4875-C256-DBF8-B834-C8BD7D1B3F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6FD307-BFCD-78A6-F674-2F88AA54C7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6E60B2-D271-E207-2355-70795D1258DB}"/>
              </a:ext>
            </a:extLst>
          </p:cNvPr>
          <p:cNvSpPr>
            <a:spLocks noGrp="1"/>
          </p:cNvSpPr>
          <p:nvPr>
            <p:ph type="sldNum" sz="quarter" idx="5"/>
          </p:nvPr>
        </p:nvSpPr>
        <p:spPr/>
        <p:txBody>
          <a:bodyPr/>
          <a:lstStyle/>
          <a:p>
            <a:fld id="{9DBEDE30-4E62-4AE7-928F-F48C777B123D}" type="slidenum">
              <a:rPr lang="es-CL" smtClean="0"/>
              <a:t>4</a:t>
            </a:fld>
            <a:endParaRPr lang="es-CL"/>
          </a:p>
        </p:txBody>
      </p:sp>
    </p:spTree>
    <p:extLst>
      <p:ext uri="{BB962C8B-B14F-4D97-AF65-F5344CB8AC3E}">
        <p14:creationId xmlns:p14="http://schemas.microsoft.com/office/powerpoint/2010/main" val="3137948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2D7C7-DD1B-39A5-00A9-F7541181CA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94A080-79A3-A430-BA08-0CB4A524F2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9638AF-8149-14E2-17C8-A5A9AA431A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4CAE5A-B37D-B2B6-0463-736699EE960A}"/>
              </a:ext>
            </a:extLst>
          </p:cNvPr>
          <p:cNvSpPr>
            <a:spLocks noGrp="1"/>
          </p:cNvSpPr>
          <p:nvPr>
            <p:ph type="sldNum" sz="quarter" idx="5"/>
          </p:nvPr>
        </p:nvSpPr>
        <p:spPr/>
        <p:txBody>
          <a:bodyPr/>
          <a:lstStyle/>
          <a:p>
            <a:fld id="{9DBEDE30-4E62-4AE7-928F-F48C777B123D}" type="slidenum">
              <a:rPr lang="es-CL" smtClean="0"/>
              <a:t>5</a:t>
            </a:fld>
            <a:endParaRPr lang="es-CL"/>
          </a:p>
        </p:txBody>
      </p:sp>
    </p:spTree>
    <p:extLst>
      <p:ext uri="{BB962C8B-B14F-4D97-AF65-F5344CB8AC3E}">
        <p14:creationId xmlns:p14="http://schemas.microsoft.com/office/powerpoint/2010/main" val="37621266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AACD0-73BD-8E72-9BC7-99C114BC6D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9894-B628-58DE-FC43-B24A04D930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91C877-E211-800D-0BEB-C855EFCC15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9C04BF-EF5E-CB58-62F9-38E168FFA8B0}"/>
              </a:ext>
            </a:extLst>
          </p:cNvPr>
          <p:cNvSpPr>
            <a:spLocks noGrp="1"/>
          </p:cNvSpPr>
          <p:nvPr>
            <p:ph type="sldNum" sz="quarter" idx="5"/>
          </p:nvPr>
        </p:nvSpPr>
        <p:spPr/>
        <p:txBody>
          <a:bodyPr/>
          <a:lstStyle/>
          <a:p>
            <a:fld id="{9DBEDE30-4E62-4AE7-928F-F48C777B123D}" type="slidenum">
              <a:rPr lang="es-CL" smtClean="0"/>
              <a:t>6</a:t>
            </a:fld>
            <a:endParaRPr lang="es-CL"/>
          </a:p>
        </p:txBody>
      </p:sp>
    </p:spTree>
    <p:extLst>
      <p:ext uri="{BB962C8B-B14F-4D97-AF65-F5344CB8AC3E}">
        <p14:creationId xmlns:p14="http://schemas.microsoft.com/office/powerpoint/2010/main" val="6148766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FCDB3-8767-216E-913C-30028AF567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F6C578-2F87-5773-59C3-B87462AF0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DFCA19-9204-0733-8694-B5223FDCBDF2}"/>
              </a:ext>
            </a:extLst>
          </p:cNvPr>
          <p:cNvSpPr>
            <a:spLocks noGrp="1"/>
          </p:cNvSpPr>
          <p:nvPr>
            <p:ph type="body" idx="1"/>
          </p:nvPr>
        </p:nvSpPr>
        <p:spPr/>
        <p:txBody>
          <a:bodyPr/>
          <a:lstStyle/>
          <a:p>
            <a:pPr>
              <a:buNone/>
            </a:pPr>
            <a:r>
              <a:rPr lang="es-ES" b="1" dirty="0"/>
              <a:t>Elementos clave de un módulo </a:t>
            </a:r>
            <a:r>
              <a:rPr lang="es-ES" b="1" dirty="0" err="1"/>
              <a:t>Inception</a:t>
            </a:r>
            <a:r>
              <a:rPr lang="es-ES" b="1" dirty="0"/>
              <a:t>:</a:t>
            </a:r>
            <a:endParaRPr lang="es-ES" dirty="0"/>
          </a:p>
          <a:p>
            <a:pPr>
              <a:buFont typeface="+mj-lt"/>
              <a:buAutoNum type="arabicPeriod"/>
            </a:pPr>
            <a:r>
              <a:rPr lang="es-ES" b="1" dirty="0"/>
              <a:t>Convoluciones de 1x1, 3x3, 5x5</a:t>
            </a:r>
            <a:r>
              <a:rPr lang="es-ES" dirty="0"/>
              <a:t>: Para capturar características a diferentes escalas.</a:t>
            </a:r>
          </a:p>
          <a:p>
            <a:pPr>
              <a:buFont typeface="+mj-lt"/>
              <a:buAutoNum type="arabicPeriod"/>
            </a:pPr>
            <a:r>
              <a:rPr lang="es-ES" b="1" dirty="0"/>
              <a:t>Max </a:t>
            </a:r>
            <a:r>
              <a:rPr lang="es-ES" b="1" dirty="0" err="1"/>
              <a:t>Pooling</a:t>
            </a:r>
            <a:r>
              <a:rPr lang="es-ES" dirty="0"/>
              <a:t>: Operación de agrupamiento para reducir la resolución espacial, lo que permite que la red se enfoque en las características más importantes.</a:t>
            </a:r>
          </a:p>
          <a:p>
            <a:pPr>
              <a:buFont typeface="+mj-lt"/>
              <a:buAutoNum type="arabicPeriod"/>
            </a:pPr>
            <a:r>
              <a:rPr lang="es-ES" b="1" dirty="0"/>
              <a:t>Convolución 1x1</a:t>
            </a:r>
            <a:r>
              <a:rPr lang="es-ES" dirty="0"/>
              <a:t>: En las primeras capas, se utiliza para reducir la dimensionalidad y hacer que los cálculos sean más eficientes sin perder información clave.</a:t>
            </a:r>
          </a:p>
          <a:p>
            <a:endParaRPr lang="en-US" dirty="0"/>
          </a:p>
        </p:txBody>
      </p:sp>
      <p:sp>
        <p:nvSpPr>
          <p:cNvPr id="4" name="Slide Number Placeholder 3">
            <a:extLst>
              <a:ext uri="{FF2B5EF4-FFF2-40B4-BE49-F238E27FC236}">
                <a16:creationId xmlns:a16="http://schemas.microsoft.com/office/drawing/2014/main" id="{6431F7E3-DD26-C27D-C840-D8A750DD83D8}"/>
              </a:ext>
            </a:extLst>
          </p:cNvPr>
          <p:cNvSpPr>
            <a:spLocks noGrp="1"/>
          </p:cNvSpPr>
          <p:nvPr>
            <p:ph type="sldNum" sz="quarter" idx="5"/>
          </p:nvPr>
        </p:nvSpPr>
        <p:spPr/>
        <p:txBody>
          <a:bodyPr/>
          <a:lstStyle/>
          <a:p>
            <a:fld id="{9DBEDE30-4E62-4AE7-928F-F48C777B123D}" type="slidenum">
              <a:rPr lang="es-CL" smtClean="0"/>
              <a:t>7</a:t>
            </a:fld>
            <a:endParaRPr lang="es-CL"/>
          </a:p>
        </p:txBody>
      </p:sp>
    </p:spTree>
    <p:extLst>
      <p:ext uri="{BB962C8B-B14F-4D97-AF65-F5344CB8AC3E}">
        <p14:creationId xmlns:p14="http://schemas.microsoft.com/office/powerpoint/2010/main" val="8837573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F9A18-BA23-068A-4DE0-A1C6C14EA8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E9F0B-B0B4-8140-F913-E6652D9BE0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4E3643-254A-DD3B-2BED-1FE0844EDFD8}"/>
              </a:ext>
            </a:extLst>
          </p:cNvPr>
          <p:cNvSpPr>
            <a:spLocks noGrp="1"/>
          </p:cNvSpPr>
          <p:nvPr>
            <p:ph type="body" idx="1"/>
          </p:nvPr>
        </p:nvSpPr>
        <p:spPr/>
        <p:txBody>
          <a:bodyPr/>
          <a:lstStyle/>
          <a:p>
            <a:r>
              <a:rPr lang="en-US" dirty="0"/>
              <a:t>https://medium.com/data-science/the-w3h-of-alexnet-vggnet-resnet-and-inception-7baaaecccc96</a:t>
            </a:r>
          </a:p>
          <a:p>
            <a:r>
              <a:rPr lang="en-US" dirty="0"/>
              <a:t>https://gghantiwala.medium.com/understanding-the-architecture-of-the-inception-network-and-applying-it-to-a-real-world-dataset-169874795540</a:t>
            </a:r>
          </a:p>
        </p:txBody>
      </p:sp>
      <p:sp>
        <p:nvSpPr>
          <p:cNvPr id="4" name="Slide Number Placeholder 3">
            <a:extLst>
              <a:ext uri="{FF2B5EF4-FFF2-40B4-BE49-F238E27FC236}">
                <a16:creationId xmlns:a16="http://schemas.microsoft.com/office/drawing/2014/main" id="{FA5E4173-D43F-F3B5-EFCF-F26BA0513A6A}"/>
              </a:ext>
            </a:extLst>
          </p:cNvPr>
          <p:cNvSpPr>
            <a:spLocks noGrp="1"/>
          </p:cNvSpPr>
          <p:nvPr>
            <p:ph type="sldNum" sz="quarter" idx="5"/>
          </p:nvPr>
        </p:nvSpPr>
        <p:spPr/>
        <p:txBody>
          <a:bodyPr/>
          <a:lstStyle/>
          <a:p>
            <a:fld id="{9DBEDE30-4E62-4AE7-928F-F48C777B123D}" type="slidenum">
              <a:rPr lang="es-CL" smtClean="0"/>
              <a:t>8</a:t>
            </a:fld>
            <a:endParaRPr lang="es-CL"/>
          </a:p>
        </p:txBody>
      </p:sp>
    </p:spTree>
    <p:extLst>
      <p:ext uri="{BB962C8B-B14F-4D97-AF65-F5344CB8AC3E}">
        <p14:creationId xmlns:p14="http://schemas.microsoft.com/office/powerpoint/2010/main" val="25101376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015FD-23D5-26C0-553C-5BBE48895B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D6FCBB-C177-645E-C2CE-1655BF2FFA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3E37AE-55A4-5150-397B-B7AAE152F0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E60FD6-7E99-771E-8410-BF124C92B99D}"/>
              </a:ext>
            </a:extLst>
          </p:cNvPr>
          <p:cNvSpPr>
            <a:spLocks noGrp="1"/>
          </p:cNvSpPr>
          <p:nvPr>
            <p:ph type="sldNum" sz="quarter" idx="5"/>
          </p:nvPr>
        </p:nvSpPr>
        <p:spPr/>
        <p:txBody>
          <a:bodyPr/>
          <a:lstStyle/>
          <a:p>
            <a:fld id="{9DBEDE30-4E62-4AE7-928F-F48C777B123D}" type="slidenum">
              <a:rPr lang="es-CL" smtClean="0"/>
              <a:t>9</a:t>
            </a:fld>
            <a:endParaRPr lang="es-CL"/>
          </a:p>
        </p:txBody>
      </p:sp>
    </p:spTree>
    <p:extLst>
      <p:ext uri="{BB962C8B-B14F-4D97-AF65-F5344CB8AC3E}">
        <p14:creationId xmlns:p14="http://schemas.microsoft.com/office/powerpoint/2010/main" val="18799014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429E2-F891-17FA-D625-A343AA94A4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0FD171-E152-1D5C-1A5F-0748F74BC2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3D4E6B-C8EF-637E-DD42-4D6551C77A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ABD4C2-FDFB-9BEE-D2C5-397AE89AB7E2}"/>
              </a:ext>
            </a:extLst>
          </p:cNvPr>
          <p:cNvSpPr>
            <a:spLocks noGrp="1"/>
          </p:cNvSpPr>
          <p:nvPr>
            <p:ph type="sldNum" sz="quarter" idx="5"/>
          </p:nvPr>
        </p:nvSpPr>
        <p:spPr/>
        <p:txBody>
          <a:bodyPr/>
          <a:lstStyle/>
          <a:p>
            <a:fld id="{9DBEDE30-4E62-4AE7-928F-F48C777B123D}" type="slidenum">
              <a:rPr lang="es-CL" smtClean="0"/>
              <a:t>10</a:t>
            </a:fld>
            <a:endParaRPr lang="es-CL"/>
          </a:p>
        </p:txBody>
      </p:sp>
    </p:spTree>
    <p:extLst>
      <p:ext uri="{BB962C8B-B14F-4D97-AF65-F5344CB8AC3E}">
        <p14:creationId xmlns:p14="http://schemas.microsoft.com/office/powerpoint/2010/main" val="27502747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461FA-FDBE-6603-49F2-182BF43011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FB2942-CC58-4F6F-2845-F01D84057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E2FB65-207A-7338-20A8-70BBE471A08E}"/>
              </a:ext>
            </a:extLst>
          </p:cNvPr>
          <p:cNvSpPr>
            <a:spLocks noGrp="1"/>
          </p:cNvSpPr>
          <p:nvPr>
            <p:ph type="body" idx="1"/>
          </p:nvPr>
        </p:nvSpPr>
        <p:spPr/>
        <p:txBody>
          <a:bodyPr/>
          <a:lstStyle/>
          <a:p>
            <a:r>
              <a:rPr lang="en-US" dirty="0"/>
              <a:t>https://medium.com/@abheerchrome/inception-v1-architecture-explained-454b2eb66baf</a:t>
            </a:r>
          </a:p>
          <a:p>
            <a:r>
              <a:rPr lang="en-US" dirty="0"/>
              <a:t>https://ai.plainenglish.io/googlenet-inceptionv1-with-tensorflow-9e7f3a161e87</a:t>
            </a:r>
          </a:p>
        </p:txBody>
      </p:sp>
      <p:sp>
        <p:nvSpPr>
          <p:cNvPr id="4" name="Slide Number Placeholder 3">
            <a:extLst>
              <a:ext uri="{FF2B5EF4-FFF2-40B4-BE49-F238E27FC236}">
                <a16:creationId xmlns:a16="http://schemas.microsoft.com/office/drawing/2014/main" id="{3583F61C-FD3A-2B4B-2D78-695631504BF7}"/>
              </a:ext>
            </a:extLst>
          </p:cNvPr>
          <p:cNvSpPr>
            <a:spLocks noGrp="1"/>
          </p:cNvSpPr>
          <p:nvPr>
            <p:ph type="sldNum" sz="quarter" idx="5"/>
          </p:nvPr>
        </p:nvSpPr>
        <p:spPr/>
        <p:txBody>
          <a:bodyPr/>
          <a:lstStyle/>
          <a:p>
            <a:fld id="{9DBEDE30-4E62-4AE7-928F-F48C777B123D}" type="slidenum">
              <a:rPr lang="es-CL" smtClean="0"/>
              <a:t>11</a:t>
            </a:fld>
            <a:endParaRPr lang="es-CL"/>
          </a:p>
        </p:txBody>
      </p:sp>
    </p:spTree>
    <p:extLst>
      <p:ext uri="{BB962C8B-B14F-4D97-AF65-F5344CB8AC3E}">
        <p14:creationId xmlns:p14="http://schemas.microsoft.com/office/powerpoint/2010/main" val="3578169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Beril Kallfelz </a:t>
            </a:r>
            <a:r>
              <a:rPr lang="en-US" dirty="0" err="1">
                <a:hlinkClick r:id="rId3"/>
              </a:rPr>
              <a:t>Sirmacek</a:t>
            </a:r>
            <a:endParaRPr lang="en-US" dirty="0"/>
          </a:p>
        </p:txBody>
      </p:sp>
      <p:sp>
        <p:nvSpPr>
          <p:cNvPr id="4" name="Slide Number Placeholder 3"/>
          <p:cNvSpPr>
            <a:spLocks noGrp="1"/>
          </p:cNvSpPr>
          <p:nvPr>
            <p:ph type="sldNum" sz="quarter" idx="5"/>
          </p:nvPr>
        </p:nvSpPr>
        <p:spPr/>
        <p:txBody>
          <a:bodyPr/>
          <a:lstStyle/>
          <a:p>
            <a:fld id="{9DBEDE30-4E62-4AE7-928F-F48C777B123D}" type="slidenum">
              <a:rPr lang="es-CL" smtClean="0"/>
              <a:t>12</a:t>
            </a:fld>
            <a:endParaRPr lang="es-CL"/>
          </a:p>
        </p:txBody>
      </p:sp>
    </p:spTree>
    <p:extLst>
      <p:ext uri="{BB962C8B-B14F-4D97-AF65-F5344CB8AC3E}">
        <p14:creationId xmlns:p14="http://schemas.microsoft.com/office/powerpoint/2010/main" val="21387578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s-ES" b="1" dirty="0"/>
              <a:t>Ventajas del Modelo </a:t>
            </a:r>
            <a:r>
              <a:rPr lang="es-ES" b="1" dirty="0" err="1"/>
              <a:t>Inception</a:t>
            </a:r>
            <a:endParaRPr lang="es-ES" b="1" dirty="0"/>
          </a:p>
          <a:p>
            <a:pPr>
              <a:buFont typeface="+mj-lt"/>
              <a:buAutoNum type="arabicPeriod"/>
            </a:pPr>
            <a:r>
              <a:rPr lang="es-ES" b="1" dirty="0"/>
              <a:t>Eficiencia computacional</a:t>
            </a:r>
            <a:r>
              <a:rPr lang="es-ES" dirty="0"/>
              <a:t>: La convolución 1x1 reduce la dimensionalidad antes de aplicar filtros más grandes, lo que optimiza el uso de recursos y acelera el entrenamiento sin sacrificar la precisión.</a:t>
            </a:r>
          </a:p>
          <a:p>
            <a:pPr>
              <a:buFont typeface="+mj-lt"/>
              <a:buAutoNum type="arabicPeriod"/>
            </a:pPr>
            <a:r>
              <a:rPr lang="es-ES" b="1" dirty="0"/>
              <a:t>Escalabilidad</a:t>
            </a:r>
            <a:r>
              <a:rPr lang="es-ES" dirty="0"/>
              <a:t>: Gracias a su arquitectura modular, </a:t>
            </a:r>
            <a:r>
              <a:rPr lang="es-ES" dirty="0" err="1"/>
              <a:t>Inception</a:t>
            </a:r>
            <a:r>
              <a:rPr lang="es-ES" dirty="0"/>
              <a:t> puede adaptarse a diferentes tamaños de redes y datos sin perder rendimiento.</a:t>
            </a:r>
          </a:p>
          <a:p>
            <a:pPr>
              <a:buFont typeface="+mj-lt"/>
              <a:buAutoNum type="arabicPeriod"/>
            </a:pPr>
            <a:r>
              <a:rPr lang="es-ES" b="1" dirty="0"/>
              <a:t>Mejor manejo de la resolución de las imágenes</a:t>
            </a:r>
            <a:r>
              <a:rPr lang="es-ES" dirty="0"/>
              <a:t>: La arquitectura en paralelo permite que el modelo trabaje con diferentes resoluciones y profundidades de características a la vez.</a:t>
            </a:r>
          </a:p>
          <a:p>
            <a:pPr>
              <a:buFont typeface="+mj-lt"/>
              <a:buAutoNum type="arabicPeriod"/>
            </a:pPr>
            <a:r>
              <a:rPr lang="es-ES" b="1" dirty="0"/>
              <a:t>Reducción de parámetros</a:t>
            </a:r>
            <a:r>
              <a:rPr lang="es-ES" dirty="0"/>
              <a:t>: Aunque es un modelo profundo, el uso de filtros 1x1 permite reducir significativamente el número de parámetros en comparación con redes tradicionales.</a:t>
            </a:r>
          </a:p>
          <a:p>
            <a:endParaRPr lang="en-US" dirty="0"/>
          </a:p>
        </p:txBody>
      </p:sp>
      <p:sp>
        <p:nvSpPr>
          <p:cNvPr id="4" name="Slide Number Placeholder 3"/>
          <p:cNvSpPr>
            <a:spLocks noGrp="1"/>
          </p:cNvSpPr>
          <p:nvPr>
            <p:ph type="sldNum" sz="quarter" idx="5"/>
          </p:nvPr>
        </p:nvSpPr>
        <p:spPr/>
        <p:txBody>
          <a:bodyPr/>
          <a:lstStyle/>
          <a:p>
            <a:fld id="{9DBEDE30-4E62-4AE7-928F-F48C777B123D}" type="slidenum">
              <a:rPr lang="es-CL" smtClean="0"/>
              <a:t>13</a:t>
            </a:fld>
            <a:endParaRPr lang="es-CL"/>
          </a:p>
        </p:txBody>
      </p:sp>
    </p:spTree>
    <p:extLst>
      <p:ext uri="{BB962C8B-B14F-4D97-AF65-F5344CB8AC3E}">
        <p14:creationId xmlns:p14="http://schemas.microsoft.com/office/powerpoint/2010/main" val="9967590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mj-lt"/>
              <a:buAutoNum type="arabicPeriod"/>
            </a:pPr>
            <a:r>
              <a:rPr lang="es-ES" sz="1200" b="1" dirty="0"/>
              <a:t>Dificultad en la implementación y ajuste de </a:t>
            </a:r>
            <a:r>
              <a:rPr lang="es-ES" sz="1200" b="1" dirty="0" err="1"/>
              <a:t>hiperparámetros</a:t>
            </a:r>
            <a:br>
              <a:rPr lang="es-ES" sz="1200" b="1" dirty="0"/>
            </a:br>
            <a:r>
              <a:rPr lang="es-ES" sz="1200" dirty="0"/>
              <a:t>Aunque </a:t>
            </a:r>
            <a:r>
              <a:rPr lang="es-ES" sz="1200" dirty="0" err="1"/>
              <a:t>Inception</a:t>
            </a:r>
            <a:r>
              <a:rPr lang="es-ES" sz="1200" dirty="0"/>
              <a:t> es eficiente, su arquitectura es bastante </a:t>
            </a:r>
            <a:r>
              <a:rPr lang="es-ES" sz="1200" b="1" dirty="0"/>
              <a:t>compleja</a:t>
            </a:r>
            <a:r>
              <a:rPr lang="es-ES" sz="1200" dirty="0"/>
              <a:t> y requiere una configuración precisa de varios </a:t>
            </a:r>
            <a:r>
              <a:rPr lang="es-ES" sz="1200" dirty="0" err="1"/>
              <a:t>hiperparámetros</a:t>
            </a:r>
            <a:r>
              <a:rPr lang="es-ES" sz="1200" dirty="0"/>
              <a:t> (por ejemplo, la cantidad de filtros, el tamaño de los filtros, el tipo de </a:t>
            </a:r>
            <a:r>
              <a:rPr lang="es-ES" sz="1200" dirty="0" err="1"/>
              <a:t>pooling</a:t>
            </a:r>
            <a:r>
              <a:rPr lang="es-ES" sz="1200" dirty="0"/>
              <a:t>, etc.). Debido a la </a:t>
            </a:r>
            <a:r>
              <a:rPr lang="es-ES" sz="1200" b="1" dirty="0"/>
              <a:t>combinación de múltiples tipos de filtros y operaciones dentro de un mismo módulo</a:t>
            </a:r>
            <a:r>
              <a:rPr lang="es-ES" sz="1200" dirty="0"/>
              <a:t>, los ajustes finos para obtener el mejor rendimiento pueden ser difíciles. Esta complejidad hace que el proceso de </a:t>
            </a:r>
            <a:r>
              <a:rPr lang="es-ES" sz="1200" b="1" dirty="0"/>
              <a:t>optimización</a:t>
            </a:r>
            <a:r>
              <a:rPr lang="es-ES" sz="1200" dirty="0"/>
              <a:t> del modelo sea más largo y desafiante, especialmente para quienes no están familiarizados con la arquitectura.</a:t>
            </a:r>
          </a:p>
          <a:p>
            <a:pPr marL="342900" indent="-342900">
              <a:buFont typeface="+mj-lt"/>
              <a:buAutoNum type="arabicPeriod"/>
            </a:pPr>
            <a:endParaRPr lang="es-ES" sz="1200" b="1" dirty="0"/>
          </a:p>
          <a:p>
            <a:pPr marL="342900" indent="-342900">
              <a:buFont typeface="+mj-lt"/>
              <a:buAutoNum type="arabicPeriod"/>
            </a:pPr>
            <a:r>
              <a:rPr lang="es-ES" sz="1200" b="1" dirty="0"/>
              <a:t>No siempre es la mejor opción para tareas fuera de visión por computadora</a:t>
            </a:r>
            <a:br>
              <a:rPr lang="es-ES" sz="1200" b="1" dirty="0"/>
            </a:br>
            <a:r>
              <a:rPr lang="es-ES" sz="1200" dirty="0"/>
              <a:t>El modelo </a:t>
            </a:r>
            <a:r>
              <a:rPr lang="es-ES" sz="1200" dirty="0" err="1"/>
              <a:t>Inception</a:t>
            </a:r>
            <a:r>
              <a:rPr lang="es-ES" sz="1200" dirty="0"/>
              <a:t> fue desarrollado específicamente para tareas de clasificación y detección de imágenes, y aunque ha demostrado ser eficaz en esos dominios, no siempre es la opción más adecuada para otras tareas que no están relacionadas directamente con la visión por computadora. Por ejemplo, para problemas de procesamiento de lenguaje natural (NLP) o tareas secuenciales (como traducción automática), otros modelos como Transformers son más apropiados. Además, la arquitectura </a:t>
            </a:r>
            <a:r>
              <a:rPr lang="es-ES" sz="1200" dirty="0" err="1"/>
              <a:t>Inception</a:t>
            </a:r>
            <a:r>
              <a:rPr lang="es-ES" sz="1200" dirty="0"/>
              <a:t> no está optimizada para trabajar con datos que no sean imágenes, lo que puede limitar su aplicabilidad en otros dominios.</a:t>
            </a:r>
          </a:p>
          <a:p>
            <a:pPr marL="342900" indent="-342900">
              <a:buFont typeface="+mj-lt"/>
              <a:buAutoNum type="arabicPeriod"/>
            </a:pPr>
            <a:endParaRPr lang="es-ES" sz="1200" dirty="0"/>
          </a:p>
          <a:p>
            <a:pPr marL="342900" indent="-342900">
              <a:buFont typeface="+mj-lt"/>
              <a:buAutoNum type="arabicPeriod"/>
            </a:pPr>
            <a:r>
              <a:rPr lang="es-ES" sz="1200" b="1" dirty="0"/>
              <a:t>Requiere mucha potencia computacional para entrenamiento</a:t>
            </a:r>
            <a:br>
              <a:rPr lang="es-ES" sz="1200" b="1" dirty="0"/>
            </a:br>
            <a:r>
              <a:rPr lang="es-ES" sz="1200" dirty="0"/>
              <a:t>Aunque </a:t>
            </a:r>
            <a:r>
              <a:rPr lang="es-ES" sz="1200" dirty="0" err="1"/>
              <a:t>Inception</a:t>
            </a:r>
            <a:r>
              <a:rPr lang="es-ES" sz="1200" dirty="0"/>
              <a:t> fue diseñado para ser más eficiente que otras arquitecturas profundas como VGG, sigue siendo un modelo </a:t>
            </a:r>
            <a:r>
              <a:rPr lang="es-ES" sz="1200" b="1" dirty="0"/>
              <a:t>computacionalmente intensivo</a:t>
            </a:r>
            <a:r>
              <a:rPr lang="es-ES" sz="1200" dirty="0"/>
              <a:t>, especialmente cuando se utilizan versiones más grandes o cuando se entrenan con grandes volúmenes de datos. A pesar de la reducción de parámetros gracias al uso de convoluciones 1x1, la cantidad de cálculos involucrados en las operaciones de convolución de múltiples tamaños sigue siendo significativa. Esto requiere </a:t>
            </a:r>
            <a:r>
              <a:rPr lang="es-ES" sz="1200" b="1" dirty="0"/>
              <a:t>un alto poder de procesamiento</a:t>
            </a:r>
            <a:r>
              <a:rPr lang="es-ES" sz="1200" dirty="0"/>
              <a:t>, particularmente en hardware como </a:t>
            </a:r>
            <a:r>
              <a:rPr lang="es-ES" sz="1200" dirty="0" err="1"/>
              <a:t>GPUs</a:t>
            </a:r>
            <a:r>
              <a:rPr lang="es-ES" sz="1200" dirty="0"/>
              <a:t> o </a:t>
            </a:r>
            <a:r>
              <a:rPr lang="es-ES" sz="1200" dirty="0" err="1"/>
              <a:t>TPUs</a:t>
            </a:r>
            <a:r>
              <a:rPr lang="es-ES" sz="1200" dirty="0"/>
              <a:t>.</a:t>
            </a:r>
          </a:p>
          <a:p>
            <a:pPr marL="342900" indent="-342900">
              <a:buFont typeface="+mj-lt"/>
              <a:buAutoNum type="arabicPeriod"/>
            </a:pPr>
            <a:endParaRPr lang="es-ES" sz="1200" dirty="0"/>
          </a:p>
          <a:p>
            <a:pPr marL="342900" indent="-342900">
              <a:buFont typeface="+mj-lt"/>
              <a:buAutoNum type="arabicPeriod"/>
            </a:pPr>
            <a:r>
              <a:rPr lang="es-ES" sz="1200" b="1" dirty="0"/>
              <a:t>Dificultad de implementación en dispositivos con recursos limitados</a:t>
            </a:r>
            <a:br>
              <a:rPr lang="es-ES" sz="1200" b="1" dirty="0"/>
            </a:br>
            <a:r>
              <a:rPr lang="es-ES" sz="1200" dirty="0"/>
              <a:t>Aunque el modelo fue diseñado para ser más eficiente que otros modelos profundos, </a:t>
            </a:r>
            <a:r>
              <a:rPr lang="es-ES" sz="1200" b="1" dirty="0" err="1"/>
              <a:t>Inception</a:t>
            </a:r>
            <a:r>
              <a:rPr lang="es-ES" sz="1200" b="1" dirty="0"/>
              <a:t> sigue siendo muy pesado</a:t>
            </a:r>
            <a:r>
              <a:rPr lang="es-ES" sz="1200" dirty="0"/>
              <a:t> en términos de memoria y tiempo de cómputo. Esto lo hace </a:t>
            </a:r>
            <a:r>
              <a:rPr lang="es-ES" sz="1200" b="1" dirty="0"/>
              <a:t>difícil de desplegar</a:t>
            </a:r>
            <a:r>
              <a:rPr lang="es-ES" sz="1200" dirty="0"/>
              <a:t> en dispositivos con recursos limitados, como teléfonos móviles o dispositivos </a:t>
            </a:r>
            <a:r>
              <a:rPr lang="es-ES" sz="1200" dirty="0" err="1"/>
              <a:t>IoT</a:t>
            </a:r>
            <a:r>
              <a:rPr lang="es-ES" sz="1200" dirty="0"/>
              <a:t>. Aunque existen versiones optimizadas (como </a:t>
            </a:r>
            <a:r>
              <a:rPr lang="es-ES" sz="1200" b="1" dirty="0" err="1"/>
              <a:t>Inception</a:t>
            </a:r>
            <a:r>
              <a:rPr lang="es-ES" sz="1200" b="1" dirty="0"/>
              <a:t> v3</a:t>
            </a:r>
            <a:r>
              <a:rPr lang="es-ES" sz="1200" dirty="0"/>
              <a:t> o </a:t>
            </a:r>
            <a:r>
              <a:rPr lang="es-ES" sz="1200" b="1" dirty="0" err="1"/>
              <a:t>inception</a:t>
            </a:r>
            <a:r>
              <a:rPr lang="es-ES" sz="1200" b="1" dirty="0"/>
              <a:t>-lite</a:t>
            </a:r>
            <a:r>
              <a:rPr lang="es-ES" sz="1200" dirty="0"/>
              <a:t>), sigue siendo complicado implementarlo en hardware con capacidades limitadas sin sacrificar mucho en términos de rendimiento.</a:t>
            </a:r>
          </a:p>
          <a:p>
            <a:pPr marL="342900" indent="-342900">
              <a:buFont typeface="+mj-lt"/>
              <a:buAutoNum type="arabicPeriod"/>
            </a:pPr>
            <a:endParaRPr lang="es-ES" sz="1200" dirty="0"/>
          </a:p>
          <a:p>
            <a:endParaRPr lang="en-US" dirty="0"/>
          </a:p>
        </p:txBody>
      </p:sp>
      <p:sp>
        <p:nvSpPr>
          <p:cNvPr id="4" name="Slide Number Placeholder 3"/>
          <p:cNvSpPr>
            <a:spLocks noGrp="1"/>
          </p:cNvSpPr>
          <p:nvPr>
            <p:ph type="sldNum" sz="quarter" idx="5"/>
          </p:nvPr>
        </p:nvSpPr>
        <p:spPr/>
        <p:txBody>
          <a:bodyPr/>
          <a:lstStyle/>
          <a:p>
            <a:fld id="{9DBEDE30-4E62-4AE7-928F-F48C777B123D}" type="slidenum">
              <a:rPr lang="es-CL" smtClean="0"/>
              <a:t>14</a:t>
            </a:fld>
            <a:endParaRPr lang="es-CL"/>
          </a:p>
        </p:txBody>
      </p:sp>
    </p:spTree>
    <p:extLst>
      <p:ext uri="{BB962C8B-B14F-4D97-AF65-F5344CB8AC3E}">
        <p14:creationId xmlns:p14="http://schemas.microsoft.com/office/powerpoint/2010/main" val="5243599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https://medium.com/data-science/a-simple-guide-to-the-versions-of-the-inception-network-7fc52b863202</a:t>
            </a:r>
          </a:p>
        </p:txBody>
      </p:sp>
      <p:sp>
        <p:nvSpPr>
          <p:cNvPr id="4" name="Slide Number Placeholder 3"/>
          <p:cNvSpPr>
            <a:spLocks noGrp="1"/>
          </p:cNvSpPr>
          <p:nvPr>
            <p:ph type="sldNum" sz="quarter" idx="5"/>
          </p:nvPr>
        </p:nvSpPr>
        <p:spPr/>
        <p:txBody>
          <a:bodyPr/>
          <a:lstStyle/>
          <a:p>
            <a:fld id="{9DBEDE30-4E62-4AE7-928F-F48C777B123D}" type="slidenum">
              <a:rPr lang="es-CL" smtClean="0"/>
              <a:t>15</a:t>
            </a:fld>
            <a:endParaRPr lang="es-CL"/>
          </a:p>
        </p:txBody>
      </p:sp>
    </p:spTree>
    <p:extLst>
      <p:ext uri="{BB962C8B-B14F-4D97-AF65-F5344CB8AC3E}">
        <p14:creationId xmlns:p14="http://schemas.microsoft.com/office/powerpoint/2010/main" val="914469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https://maelfabien.github.io/deeplearning/xception/#ii-in-keras</a:t>
            </a:r>
          </a:p>
        </p:txBody>
      </p:sp>
      <p:sp>
        <p:nvSpPr>
          <p:cNvPr id="4" name="Slide Number Placeholder 3"/>
          <p:cNvSpPr>
            <a:spLocks noGrp="1"/>
          </p:cNvSpPr>
          <p:nvPr>
            <p:ph type="sldNum" sz="quarter" idx="5"/>
          </p:nvPr>
        </p:nvSpPr>
        <p:spPr/>
        <p:txBody>
          <a:bodyPr/>
          <a:lstStyle/>
          <a:p>
            <a:fld id="{9DBEDE30-4E62-4AE7-928F-F48C777B123D}" type="slidenum">
              <a:rPr lang="es-CL" smtClean="0"/>
              <a:t>17</a:t>
            </a:fld>
            <a:endParaRPr lang="es-CL"/>
          </a:p>
        </p:txBody>
      </p:sp>
    </p:spTree>
    <p:extLst>
      <p:ext uri="{BB962C8B-B14F-4D97-AF65-F5344CB8AC3E}">
        <p14:creationId xmlns:p14="http://schemas.microsoft.com/office/powerpoint/2010/main" val="12801395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1EF22-EDCE-6BC3-D73A-55C3DC3261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8F4F77-5004-257E-FB7C-AB65AFF915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D9C324-71F4-2D81-D9B5-DAA2FA205720}"/>
              </a:ext>
            </a:extLst>
          </p:cNvPr>
          <p:cNvSpPr>
            <a:spLocks noGrp="1"/>
          </p:cNvSpPr>
          <p:nvPr>
            <p:ph type="body" idx="1"/>
          </p:nvPr>
        </p:nvSpPr>
        <p:spPr/>
        <p:txBody>
          <a:bodyPr/>
          <a:lstStyle/>
          <a:p>
            <a:r>
              <a:rPr lang="en-US" dirty="0"/>
              <a:t>Paper: https://arxiv.org/abs/1610.02357</a:t>
            </a:r>
          </a:p>
          <a:p>
            <a:endParaRPr lang="en-US" dirty="0"/>
          </a:p>
        </p:txBody>
      </p:sp>
      <p:sp>
        <p:nvSpPr>
          <p:cNvPr id="4" name="Slide Number Placeholder 3">
            <a:extLst>
              <a:ext uri="{FF2B5EF4-FFF2-40B4-BE49-F238E27FC236}">
                <a16:creationId xmlns:a16="http://schemas.microsoft.com/office/drawing/2014/main" id="{47620676-0A3F-2F1B-3B88-3811D23EC4AC}"/>
              </a:ext>
            </a:extLst>
          </p:cNvPr>
          <p:cNvSpPr>
            <a:spLocks noGrp="1"/>
          </p:cNvSpPr>
          <p:nvPr>
            <p:ph type="sldNum" sz="quarter" idx="5"/>
          </p:nvPr>
        </p:nvSpPr>
        <p:spPr/>
        <p:txBody>
          <a:bodyPr/>
          <a:lstStyle/>
          <a:p>
            <a:fld id="{9DBEDE30-4E62-4AE7-928F-F48C777B123D}" type="slidenum">
              <a:rPr lang="es-CL" smtClean="0"/>
              <a:t>18</a:t>
            </a:fld>
            <a:endParaRPr lang="es-CL"/>
          </a:p>
        </p:txBody>
      </p:sp>
    </p:spTree>
    <p:extLst>
      <p:ext uri="{BB962C8B-B14F-4D97-AF65-F5344CB8AC3E}">
        <p14:creationId xmlns:p14="http://schemas.microsoft.com/office/powerpoint/2010/main" val="33120274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AF9E5-5178-B41B-CED5-EA93AFB18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1E9BA0-2427-9F5B-7D6E-A9851BDAD8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972062-4FC5-215C-3875-2FE760B7E846}"/>
              </a:ext>
            </a:extLst>
          </p:cNvPr>
          <p:cNvSpPr>
            <a:spLocks noGrp="1"/>
          </p:cNvSpPr>
          <p:nvPr>
            <p:ph type="body" idx="1"/>
          </p:nvPr>
        </p:nvSpPr>
        <p:spPr/>
        <p:txBody>
          <a:bodyPr/>
          <a:lstStyle/>
          <a:p>
            <a:r>
              <a:rPr lang="en-US" dirty="0"/>
              <a:t>Paper: https://arxiv.org/abs/1610.02357</a:t>
            </a:r>
          </a:p>
          <a:p>
            <a:endParaRPr lang="en-US" dirty="0"/>
          </a:p>
        </p:txBody>
      </p:sp>
      <p:sp>
        <p:nvSpPr>
          <p:cNvPr id="4" name="Slide Number Placeholder 3">
            <a:extLst>
              <a:ext uri="{FF2B5EF4-FFF2-40B4-BE49-F238E27FC236}">
                <a16:creationId xmlns:a16="http://schemas.microsoft.com/office/drawing/2014/main" id="{C3B47FE8-A50A-7F71-3865-CAB7EC2B11ED}"/>
              </a:ext>
            </a:extLst>
          </p:cNvPr>
          <p:cNvSpPr>
            <a:spLocks noGrp="1"/>
          </p:cNvSpPr>
          <p:nvPr>
            <p:ph type="sldNum" sz="quarter" idx="5"/>
          </p:nvPr>
        </p:nvSpPr>
        <p:spPr/>
        <p:txBody>
          <a:bodyPr/>
          <a:lstStyle/>
          <a:p>
            <a:fld id="{9DBEDE30-4E62-4AE7-928F-F48C777B123D}" type="slidenum">
              <a:rPr lang="es-CL" smtClean="0"/>
              <a:t>19</a:t>
            </a:fld>
            <a:endParaRPr lang="es-CL"/>
          </a:p>
        </p:txBody>
      </p:sp>
    </p:spTree>
    <p:extLst>
      <p:ext uri="{BB962C8B-B14F-4D97-AF65-F5344CB8AC3E}">
        <p14:creationId xmlns:p14="http://schemas.microsoft.com/office/powerpoint/2010/main" val="39071310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EDE30-4E62-4AE7-928F-F48C777B123D}" type="slidenum">
              <a:rPr lang="es-CL" smtClean="0"/>
              <a:t>21</a:t>
            </a:fld>
            <a:endParaRPr lang="es-CL"/>
          </a:p>
        </p:txBody>
      </p:sp>
    </p:spTree>
    <p:extLst>
      <p:ext uri="{BB962C8B-B14F-4D97-AF65-F5344CB8AC3E}">
        <p14:creationId xmlns:p14="http://schemas.microsoft.com/office/powerpoint/2010/main" val="36867156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4A7E4-8C65-B67A-9D92-82A82B0783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CA2A2A-E79E-D6DF-0D0F-05DAA7471C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492959-9F83-B7BB-4CB2-DCD885237BA0}"/>
              </a:ext>
            </a:extLst>
          </p:cNvPr>
          <p:cNvSpPr>
            <a:spLocks noGrp="1"/>
          </p:cNvSpPr>
          <p:nvPr>
            <p:ph type="body" idx="1"/>
          </p:nvPr>
        </p:nvSpPr>
        <p:spPr/>
        <p:txBody>
          <a:bodyPr/>
          <a:lstStyle/>
          <a:p>
            <a:r>
              <a:rPr lang="en-US" dirty="0"/>
              <a:t>https://medium.com/data-science/understanding-depthwise-separable-convolutions-and-the-efficiency-of-mobilenets-6de3d6b62503</a:t>
            </a:r>
          </a:p>
          <a:p>
            <a:r>
              <a:rPr lang="en-US" dirty="0"/>
              <a:t>https://github.com/christianversloot/machine-learning-articles/blob/main/understanding-separable-convolutions.md</a:t>
            </a:r>
          </a:p>
        </p:txBody>
      </p:sp>
      <p:sp>
        <p:nvSpPr>
          <p:cNvPr id="4" name="Slide Number Placeholder 3">
            <a:extLst>
              <a:ext uri="{FF2B5EF4-FFF2-40B4-BE49-F238E27FC236}">
                <a16:creationId xmlns:a16="http://schemas.microsoft.com/office/drawing/2014/main" id="{A6FCDAFA-8BAC-1256-68DA-42C0876DA5D8}"/>
              </a:ext>
            </a:extLst>
          </p:cNvPr>
          <p:cNvSpPr>
            <a:spLocks noGrp="1"/>
          </p:cNvSpPr>
          <p:nvPr>
            <p:ph type="sldNum" sz="quarter" idx="5"/>
          </p:nvPr>
        </p:nvSpPr>
        <p:spPr/>
        <p:txBody>
          <a:bodyPr/>
          <a:lstStyle/>
          <a:p>
            <a:fld id="{9DBEDE30-4E62-4AE7-928F-F48C777B123D}" type="slidenum">
              <a:rPr lang="es-CL" smtClean="0"/>
              <a:t>22</a:t>
            </a:fld>
            <a:endParaRPr lang="es-CL"/>
          </a:p>
        </p:txBody>
      </p:sp>
    </p:spTree>
    <p:extLst>
      <p:ext uri="{BB962C8B-B14F-4D97-AF65-F5344CB8AC3E}">
        <p14:creationId xmlns:p14="http://schemas.microsoft.com/office/powerpoint/2010/main" val="33198022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C27DE-7C5A-E996-A911-2BA51910EE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CBDFFE-D924-EC61-FB0E-E58685525A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F19098-E7E2-6B83-A47B-85BCB28415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9B33C1-C02D-A1EB-B214-62D81855002A}"/>
              </a:ext>
            </a:extLst>
          </p:cNvPr>
          <p:cNvSpPr>
            <a:spLocks noGrp="1"/>
          </p:cNvSpPr>
          <p:nvPr>
            <p:ph type="sldNum" sz="quarter" idx="5"/>
          </p:nvPr>
        </p:nvSpPr>
        <p:spPr/>
        <p:txBody>
          <a:bodyPr/>
          <a:lstStyle/>
          <a:p>
            <a:fld id="{9DBEDE30-4E62-4AE7-928F-F48C777B123D}" type="slidenum">
              <a:rPr lang="es-CL" smtClean="0"/>
              <a:t>23</a:t>
            </a:fld>
            <a:endParaRPr lang="es-CL"/>
          </a:p>
        </p:txBody>
      </p:sp>
    </p:spTree>
    <p:extLst>
      <p:ext uri="{BB962C8B-B14F-4D97-AF65-F5344CB8AC3E}">
        <p14:creationId xmlns:p14="http://schemas.microsoft.com/office/powerpoint/2010/main" val="32939349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B3350-7688-B4A4-3A87-941B594D1E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793182-F378-600D-015C-DCA3075690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33B5BE-33BF-A84C-062D-DADCBBB1CC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55AF59-EE0C-8A29-B080-FD263366E391}"/>
              </a:ext>
            </a:extLst>
          </p:cNvPr>
          <p:cNvSpPr>
            <a:spLocks noGrp="1"/>
          </p:cNvSpPr>
          <p:nvPr>
            <p:ph type="sldNum" sz="quarter" idx="5"/>
          </p:nvPr>
        </p:nvSpPr>
        <p:spPr/>
        <p:txBody>
          <a:bodyPr/>
          <a:lstStyle/>
          <a:p>
            <a:fld id="{9DBEDE30-4E62-4AE7-928F-F48C777B123D}" type="slidenum">
              <a:rPr lang="es-CL" smtClean="0"/>
              <a:t>24</a:t>
            </a:fld>
            <a:endParaRPr lang="es-CL"/>
          </a:p>
        </p:txBody>
      </p:sp>
    </p:spTree>
    <p:extLst>
      <p:ext uri="{BB962C8B-B14F-4D97-AF65-F5344CB8AC3E}">
        <p14:creationId xmlns:p14="http://schemas.microsoft.com/office/powerpoint/2010/main" val="7429385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872AD-2D10-1943-3DE1-8A2224E5AD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E4BBF3-97CC-6AFA-2B4D-EAA5825F6A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06DF6-16EE-8460-E359-96E033789702}"/>
              </a:ext>
            </a:extLst>
          </p:cNvPr>
          <p:cNvSpPr>
            <a:spLocks noGrp="1"/>
          </p:cNvSpPr>
          <p:nvPr>
            <p:ph type="body" idx="1"/>
          </p:nvPr>
        </p:nvSpPr>
        <p:spPr/>
        <p:txBody>
          <a:bodyPr/>
          <a:lstStyle/>
          <a:p>
            <a:r>
              <a:rPr lang="en-US" dirty="0"/>
              <a:t>https://www.goml.io/blog/understanding-the-structural-foundation-of-xception</a:t>
            </a:r>
          </a:p>
        </p:txBody>
      </p:sp>
      <p:sp>
        <p:nvSpPr>
          <p:cNvPr id="4" name="Slide Number Placeholder 3">
            <a:extLst>
              <a:ext uri="{FF2B5EF4-FFF2-40B4-BE49-F238E27FC236}">
                <a16:creationId xmlns:a16="http://schemas.microsoft.com/office/drawing/2014/main" id="{A210E514-24B7-25FF-7488-EC008B22C07A}"/>
              </a:ext>
            </a:extLst>
          </p:cNvPr>
          <p:cNvSpPr>
            <a:spLocks noGrp="1"/>
          </p:cNvSpPr>
          <p:nvPr>
            <p:ph type="sldNum" sz="quarter" idx="5"/>
          </p:nvPr>
        </p:nvSpPr>
        <p:spPr/>
        <p:txBody>
          <a:bodyPr/>
          <a:lstStyle/>
          <a:p>
            <a:fld id="{9DBEDE30-4E62-4AE7-928F-F48C777B123D}" type="slidenum">
              <a:rPr lang="es-CL" smtClean="0"/>
              <a:t>25</a:t>
            </a:fld>
            <a:endParaRPr lang="es-CL"/>
          </a:p>
        </p:txBody>
      </p:sp>
    </p:spTree>
    <p:extLst>
      <p:ext uri="{BB962C8B-B14F-4D97-AF65-F5344CB8AC3E}">
        <p14:creationId xmlns:p14="http://schemas.microsoft.com/office/powerpoint/2010/main" val="31631693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08362-5074-46CD-9A1B-AED6C32352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BB4E42-1A17-F7A3-00EC-537412ED5E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8D0188-4F1C-1BE1-82C7-F232AF1568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09A3E8-3ADA-5B40-819B-CA73C3A129BB}"/>
              </a:ext>
            </a:extLst>
          </p:cNvPr>
          <p:cNvSpPr>
            <a:spLocks noGrp="1"/>
          </p:cNvSpPr>
          <p:nvPr>
            <p:ph type="sldNum" sz="quarter" idx="5"/>
          </p:nvPr>
        </p:nvSpPr>
        <p:spPr/>
        <p:txBody>
          <a:bodyPr/>
          <a:lstStyle/>
          <a:p>
            <a:fld id="{9DBEDE30-4E62-4AE7-928F-F48C777B123D}" type="slidenum">
              <a:rPr lang="es-CL" smtClean="0"/>
              <a:t>26</a:t>
            </a:fld>
            <a:endParaRPr lang="es-CL"/>
          </a:p>
        </p:txBody>
      </p:sp>
    </p:spTree>
    <p:extLst>
      <p:ext uri="{BB962C8B-B14F-4D97-AF65-F5344CB8AC3E}">
        <p14:creationId xmlns:p14="http://schemas.microsoft.com/office/powerpoint/2010/main" val="23571872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62B6C-423C-6557-C178-B619A11388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4DA9BC-8F9F-8175-2F86-FF79EF0ED4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B3F8BE-33C2-3362-D165-C9EC0699B2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2CC570-3FE6-4075-9F55-392E5E24B9AD}"/>
              </a:ext>
            </a:extLst>
          </p:cNvPr>
          <p:cNvSpPr>
            <a:spLocks noGrp="1"/>
          </p:cNvSpPr>
          <p:nvPr>
            <p:ph type="sldNum" sz="quarter" idx="5"/>
          </p:nvPr>
        </p:nvSpPr>
        <p:spPr/>
        <p:txBody>
          <a:bodyPr/>
          <a:lstStyle/>
          <a:p>
            <a:fld id="{9DBEDE30-4E62-4AE7-928F-F48C777B123D}" type="slidenum">
              <a:rPr lang="es-CL" smtClean="0"/>
              <a:t>27</a:t>
            </a:fld>
            <a:endParaRPr lang="es-CL"/>
          </a:p>
        </p:txBody>
      </p:sp>
    </p:spTree>
    <p:extLst>
      <p:ext uri="{BB962C8B-B14F-4D97-AF65-F5344CB8AC3E}">
        <p14:creationId xmlns:p14="http://schemas.microsoft.com/office/powerpoint/2010/main" val="36359556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https://ieeexplore.ieee.org/doc</a:t>
            </a:r>
          </a:p>
          <a:p>
            <a:r>
              <a:rPr lang="en-US" dirty="0"/>
              <a:t>https://viso.ai/deep-learning/xception-model/ument/9551957</a:t>
            </a:r>
          </a:p>
        </p:txBody>
      </p:sp>
      <p:sp>
        <p:nvSpPr>
          <p:cNvPr id="4" name="Slide Number Placeholder 3"/>
          <p:cNvSpPr>
            <a:spLocks noGrp="1"/>
          </p:cNvSpPr>
          <p:nvPr>
            <p:ph type="sldNum" sz="quarter" idx="5"/>
          </p:nvPr>
        </p:nvSpPr>
        <p:spPr/>
        <p:txBody>
          <a:bodyPr/>
          <a:lstStyle/>
          <a:p>
            <a:fld id="{9DBEDE30-4E62-4AE7-928F-F48C777B123D}" type="slidenum">
              <a:rPr lang="es-CL" smtClean="0"/>
              <a:t>28</a:t>
            </a:fld>
            <a:endParaRPr lang="es-CL"/>
          </a:p>
        </p:txBody>
      </p:sp>
    </p:spTree>
    <p:extLst>
      <p:ext uri="{BB962C8B-B14F-4D97-AF65-F5344CB8AC3E}">
        <p14:creationId xmlns:p14="http://schemas.microsoft.com/office/powerpoint/2010/main" val="21548723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https://viso.ai/deep-learning/xception-model/ument/9551957</a:t>
            </a:r>
          </a:p>
          <a:p>
            <a:r>
              <a:rPr lang="en-US" dirty="0"/>
              <a:t>https://doi.org/10.1109/NTMS.2019.8763852</a:t>
            </a:r>
          </a:p>
        </p:txBody>
      </p:sp>
      <p:sp>
        <p:nvSpPr>
          <p:cNvPr id="4" name="Slide Number Placeholder 3"/>
          <p:cNvSpPr>
            <a:spLocks noGrp="1"/>
          </p:cNvSpPr>
          <p:nvPr>
            <p:ph type="sldNum" sz="quarter" idx="5"/>
          </p:nvPr>
        </p:nvSpPr>
        <p:spPr/>
        <p:txBody>
          <a:bodyPr/>
          <a:lstStyle/>
          <a:p>
            <a:fld id="{9DBEDE30-4E62-4AE7-928F-F48C777B123D}" type="slidenum">
              <a:rPr lang="es-CL" smtClean="0"/>
              <a:t>29</a:t>
            </a:fld>
            <a:endParaRPr lang="es-CL"/>
          </a:p>
        </p:txBody>
      </p:sp>
    </p:spTree>
    <p:extLst>
      <p:ext uri="{BB962C8B-B14F-4D97-AF65-F5344CB8AC3E}">
        <p14:creationId xmlns:p14="http://schemas.microsoft.com/office/powerpoint/2010/main" val="33485584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69A1F-7D4B-B366-2479-59DDB894B2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384FCE-33E9-9643-93DA-174A3B8E63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F28607-0D4C-48B2-CD5E-B8D881CADB0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https://viso.ai/deep-learning/xception-model/ument/9551957</a:t>
            </a:r>
          </a:p>
          <a:p>
            <a:r>
              <a:rPr lang="en-US" sz="1200" dirty="0"/>
              <a:t>https://doi.org/10.1186/s13007-021-00736-3</a:t>
            </a:r>
            <a:endParaRPr lang="en-US" dirty="0"/>
          </a:p>
        </p:txBody>
      </p:sp>
      <p:sp>
        <p:nvSpPr>
          <p:cNvPr id="4" name="Slide Number Placeholder 3">
            <a:extLst>
              <a:ext uri="{FF2B5EF4-FFF2-40B4-BE49-F238E27FC236}">
                <a16:creationId xmlns:a16="http://schemas.microsoft.com/office/drawing/2014/main" id="{A2A85CC2-8084-4CA5-B47B-693D681C33B1}"/>
              </a:ext>
            </a:extLst>
          </p:cNvPr>
          <p:cNvSpPr>
            <a:spLocks noGrp="1"/>
          </p:cNvSpPr>
          <p:nvPr>
            <p:ph type="sldNum" sz="quarter" idx="5"/>
          </p:nvPr>
        </p:nvSpPr>
        <p:spPr/>
        <p:txBody>
          <a:bodyPr/>
          <a:lstStyle/>
          <a:p>
            <a:fld id="{9DBEDE30-4E62-4AE7-928F-F48C777B123D}" type="slidenum">
              <a:rPr lang="es-CL" smtClean="0"/>
              <a:t>30</a:t>
            </a:fld>
            <a:endParaRPr lang="es-CL"/>
          </a:p>
        </p:txBody>
      </p:sp>
    </p:spTree>
    <p:extLst>
      <p:ext uri="{BB962C8B-B14F-4D97-AF65-F5344CB8AC3E}">
        <p14:creationId xmlns:p14="http://schemas.microsoft.com/office/powerpoint/2010/main" val="9164283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b="1" dirty="0"/>
              <a:t>Ventajas de </a:t>
            </a:r>
            <a:r>
              <a:rPr lang="es-ES" b="1" dirty="0" err="1"/>
              <a:t>Xception</a:t>
            </a:r>
            <a:endParaRPr lang="es-ES" b="1" dirty="0"/>
          </a:p>
          <a:p>
            <a:r>
              <a:rPr lang="es-ES" dirty="0"/>
              <a:t>✅ </a:t>
            </a:r>
            <a:r>
              <a:rPr lang="es-ES" b="1" dirty="0"/>
              <a:t>Mayor eficiencia computacional</a:t>
            </a:r>
            <a:r>
              <a:rPr lang="es-ES" dirty="0"/>
              <a:t>: Menor número de parámetros y operaciones sin perder precisión.</a:t>
            </a:r>
          </a:p>
          <a:p>
            <a:r>
              <a:rPr lang="es-ES" dirty="0"/>
              <a:t>✅ </a:t>
            </a:r>
            <a:r>
              <a:rPr lang="es-ES" b="1" dirty="0"/>
              <a:t>Rendimiento competitivo</a:t>
            </a:r>
            <a:r>
              <a:rPr lang="es-ES" dirty="0"/>
              <a:t>: Supera a </a:t>
            </a:r>
            <a:r>
              <a:rPr lang="es-ES" dirty="0" err="1"/>
              <a:t>Inception</a:t>
            </a:r>
            <a:r>
              <a:rPr lang="es-ES" dirty="0"/>
              <a:t> V3 en varios </a:t>
            </a:r>
            <a:r>
              <a:rPr lang="es-ES" dirty="0" err="1"/>
              <a:t>benchmarks</a:t>
            </a:r>
            <a:r>
              <a:rPr lang="es-ES" dirty="0"/>
              <a:t> como </a:t>
            </a:r>
            <a:r>
              <a:rPr lang="es-ES" dirty="0" err="1"/>
              <a:t>ImageNet</a:t>
            </a:r>
            <a:r>
              <a:rPr lang="es-ES" dirty="0"/>
              <a:t> y JFT.</a:t>
            </a:r>
          </a:p>
          <a:p>
            <a:r>
              <a:rPr lang="es-ES" dirty="0"/>
              <a:t>✅ </a:t>
            </a:r>
            <a:r>
              <a:rPr lang="es-ES" b="1" dirty="0"/>
              <a:t>Arquitectura simple y modular</a:t>
            </a:r>
            <a:r>
              <a:rPr lang="es-ES" dirty="0"/>
              <a:t>: Al estar construida solo con bloques repetidos, es más fácil de implementar y modificar.</a:t>
            </a:r>
          </a:p>
          <a:p>
            <a:r>
              <a:rPr lang="es-ES" dirty="0"/>
              <a:t>✅ </a:t>
            </a:r>
            <a:r>
              <a:rPr lang="es-ES" b="1" dirty="0"/>
              <a:t>Compatible con transfer </a:t>
            </a:r>
            <a:r>
              <a:rPr lang="es-ES" b="1" dirty="0" err="1"/>
              <a:t>learning</a:t>
            </a:r>
            <a:r>
              <a:rPr lang="es-ES" dirty="0"/>
              <a:t>: Se encuentra </a:t>
            </a:r>
            <a:r>
              <a:rPr lang="es-ES" dirty="0" err="1"/>
              <a:t>preentrenado</a:t>
            </a:r>
            <a:r>
              <a:rPr lang="es-ES" dirty="0"/>
              <a:t> en muchos </a:t>
            </a:r>
            <a:r>
              <a:rPr lang="es-ES" dirty="0" err="1"/>
              <a:t>frameworks</a:t>
            </a:r>
            <a:r>
              <a:rPr lang="es-ES" dirty="0"/>
              <a:t> como </a:t>
            </a:r>
            <a:r>
              <a:rPr lang="es-ES" dirty="0" err="1"/>
              <a:t>Keras</a:t>
            </a:r>
            <a:r>
              <a:rPr lang="es-ES" dirty="0"/>
              <a:t>, lo que facilita su uso en proyectos reales.</a:t>
            </a:r>
          </a:p>
          <a:p>
            <a:endParaRPr lang="en-US" dirty="0"/>
          </a:p>
        </p:txBody>
      </p:sp>
      <p:sp>
        <p:nvSpPr>
          <p:cNvPr id="4" name="Slide Number Placeholder 3"/>
          <p:cNvSpPr>
            <a:spLocks noGrp="1"/>
          </p:cNvSpPr>
          <p:nvPr>
            <p:ph type="sldNum" sz="quarter" idx="5"/>
          </p:nvPr>
        </p:nvSpPr>
        <p:spPr/>
        <p:txBody>
          <a:bodyPr/>
          <a:lstStyle/>
          <a:p>
            <a:fld id="{9DBEDE30-4E62-4AE7-928F-F48C777B123D}" type="slidenum">
              <a:rPr lang="es-CL" smtClean="0"/>
              <a:t>31</a:t>
            </a:fld>
            <a:endParaRPr lang="es-CL"/>
          </a:p>
        </p:txBody>
      </p:sp>
    </p:spTree>
    <p:extLst>
      <p:ext uri="{BB962C8B-B14F-4D97-AF65-F5344CB8AC3E}">
        <p14:creationId xmlns:p14="http://schemas.microsoft.com/office/powerpoint/2010/main" val="8571181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L" dirty="0"/>
              <a:t>Desventajas de </a:t>
            </a:r>
            <a:r>
              <a:rPr lang="es-CL" dirty="0" err="1"/>
              <a:t>Xception</a:t>
            </a:r>
            <a:r>
              <a:rPr lang="es-CL" dirty="0"/>
              <a:t>:</a:t>
            </a:r>
          </a:p>
          <a:p>
            <a:pPr marL="228600" indent="-228600">
              <a:buAutoNum type="arabicPeriod"/>
            </a:pPr>
            <a:r>
              <a:rPr lang="es-ES" b="1" dirty="0"/>
              <a:t>Entrenamiento más delicado:</a:t>
            </a:r>
            <a:r>
              <a:rPr lang="es-ES" dirty="0"/>
              <a:t> Al usar </a:t>
            </a:r>
            <a:r>
              <a:rPr lang="es-ES" b="1" dirty="0"/>
              <a:t>convoluciones separables</a:t>
            </a:r>
            <a:r>
              <a:rPr lang="es-ES" dirty="0"/>
              <a:t>, la red puede ser más difícil de optimizar en etapas tempranas del entrenamiento si no se ajustan correctamente los </a:t>
            </a:r>
            <a:r>
              <a:rPr lang="es-ES" dirty="0" err="1"/>
              <a:t>hiperparámetros</a:t>
            </a:r>
            <a:r>
              <a:rPr lang="es-ES" dirty="0"/>
              <a:t>.</a:t>
            </a:r>
          </a:p>
          <a:p>
            <a:pPr marL="228600" indent="-228600">
              <a:buAutoNum type="arabicPeriod"/>
            </a:pPr>
            <a:r>
              <a:rPr lang="es-ES" b="1" dirty="0"/>
              <a:t>Uso intensivo de operaciones no estándar: </a:t>
            </a:r>
            <a:r>
              <a:rPr lang="es-ES" dirty="0"/>
              <a:t>Las </a:t>
            </a:r>
            <a:r>
              <a:rPr lang="es-ES" b="1" dirty="0" err="1"/>
              <a:t>depthwise</a:t>
            </a:r>
            <a:r>
              <a:rPr lang="es-ES" b="1" dirty="0"/>
              <a:t> separable </a:t>
            </a:r>
            <a:r>
              <a:rPr lang="es-ES" b="1" dirty="0" err="1"/>
              <a:t>convolutions</a:t>
            </a:r>
            <a:r>
              <a:rPr lang="es-ES" dirty="0"/>
              <a:t> no siempre están bien optimizadas en todos los </a:t>
            </a:r>
            <a:r>
              <a:rPr lang="es-ES" dirty="0" err="1"/>
              <a:t>frameworks</a:t>
            </a:r>
            <a:r>
              <a:rPr lang="es-ES" dirty="0"/>
              <a:t> o hardware, lo que puede dificultar la implementación o reducir la velocidad real en producción.</a:t>
            </a:r>
          </a:p>
          <a:p>
            <a:pPr marL="228600" indent="-228600">
              <a:buAutoNum type="arabicPeriod"/>
            </a:pPr>
            <a:r>
              <a:rPr lang="es-ES" b="1" dirty="0"/>
              <a:t>Poca interpretación del modelo: </a:t>
            </a:r>
            <a:r>
              <a:rPr lang="es-ES" dirty="0"/>
              <a:t>A pesar de su arquitectura más simple que </a:t>
            </a:r>
            <a:r>
              <a:rPr lang="es-ES" dirty="0" err="1"/>
              <a:t>Inception</a:t>
            </a:r>
            <a:r>
              <a:rPr lang="es-ES" dirty="0"/>
              <a:t>, sigue siendo una red profunda y difícil de interpretar. No ofrece </a:t>
            </a:r>
            <a:r>
              <a:rPr lang="es-ES" dirty="0" err="1"/>
              <a:t>explicabilidad</a:t>
            </a:r>
            <a:r>
              <a:rPr lang="es-ES" dirty="0"/>
              <a:t> nativa sobre </a:t>
            </a:r>
            <a:r>
              <a:rPr lang="es-ES" b="1" dirty="0"/>
              <a:t>qué aprende</a:t>
            </a:r>
            <a:r>
              <a:rPr lang="es-ES" dirty="0"/>
              <a:t> cada capa o filtro.</a:t>
            </a:r>
          </a:p>
          <a:p>
            <a:pPr marL="228600" indent="-228600">
              <a:buAutoNum type="arabicPeriod"/>
            </a:pPr>
            <a:r>
              <a:rPr lang="es-ES" b="1" dirty="0"/>
              <a:t>Necesidad de hardware especializado: </a:t>
            </a:r>
            <a:r>
              <a:rPr lang="es-ES" dirty="0"/>
              <a:t>Aunque es más eficiente que otras redes profundas, </a:t>
            </a:r>
            <a:r>
              <a:rPr lang="es-ES" dirty="0" err="1"/>
              <a:t>Xception</a:t>
            </a:r>
            <a:r>
              <a:rPr lang="es-ES" dirty="0"/>
              <a:t> aún necesita una </a:t>
            </a:r>
            <a:r>
              <a:rPr lang="es-ES" b="1" dirty="0"/>
              <a:t>GPU o TPU</a:t>
            </a:r>
            <a:r>
              <a:rPr lang="es-ES" dirty="0"/>
              <a:t> para entrenamientos o inferencias a gran escala. No es ideal para dispositivos con recursos limitados.</a:t>
            </a:r>
            <a:endParaRPr lang="en-US" dirty="0"/>
          </a:p>
        </p:txBody>
      </p:sp>
      <p:sp>
        <p:nvSpPr>
          <p:cNvPr id="4" name="Slide Number Placeholder 3"/>
          <p:cNvSpPr>
            <a:spLocks noGrp="1"/>
          </p:cNvSpPr>
          <p:nvPr>
            <p:ph type="sldNum" sz="quarter" idx="5"/>
          </p:nvPr>
        </p:nvSpPr>
        <p:spPr/>
        <p:txBody>
          <a:bodyPr/>
          <a:lstStyle/>
          <a:p>
            <a:fld id="{9DBEDE30-4E62-4AE7-928F-F48C777B123D}" type="slidenum">
              <a:rPr lang="es-CL" smtClean="0"/>
              <a:t>32</a:t>
            </a:fld>
            <a:endParaRPr lang="es-CL"/>
          </a:p>
        </p:txBody>
      </p:sp>
    </p:spTree>
    <p:extLst>
      <p:ext uri="{BB962C8B-B14F-4D97-AF65-F5344CB8AC3E}">
        <p14:creationId xmlns:p14="http://schemas.microsoft.com/office/powerpoint/2010/main" val="23598938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0_portada">
    <p:bg>
      <p:bgPr>
        <a:solidFill>
          <a:srgbClr val="231F20"/>
        </a:solidFill>
        <a:effectLst/>
      </p:bgPr>
    </p:bg>
    <p:spTree>
      <p:nvGrpSpPr>
        <p:cNvPr id="1" name=""/>
        <p:cNvGrpSpPr/>
        <p:nvPr/>
      </p:nvGrpSpPr>
      <p:grpSpPr>
        <a:xfrm>
          <a:off x="0" y="0"/>
          <a:ext cx="0" cy="0"/>
          <a:chOff x="0" y="0"/>
          <a:chExt cx="0" cy="0"/>
        </a:xfrm>
      </p:grpSpPr>
      <p:pic>
        <p:nvPicPr>
          <p:cNvPr id="39" name="Imagen 38">
            <a:extLst>
              <a:ext uri="{FF2B5EF4-FFF2-40B4-BE49-F238E27FC236}">
                <a16:creationId xmlns:a16="http://schemas.microsoft.com/office/drawing/2014/main" id="{D16A04AC-9E50-4E85-8667-A28A9ED3D653}"/>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3" name="Marcador de texto 42">
            <a:extLst>
              <a:ext uri="{FF2B5EF4-FFF2-40B4-BE49-F238E27FC236}">
                <a16:creationId xmlns:a16="http://schemas.microsoft.com/office/drawing/2014/main" id="{EF9AC805-712C-4A3F-A841-A733BF1EE966}"/>
              </a:ext>
            </a:extLst>
          </p:cNvPr>
          <p:cNvSpPr>
            <a:spLocks noGrp="1"/>
          </p:cNvSpPr>
          <p:nvPr>
            <p:ph type="body" sz="quarter" idx="10" hasCustomPrompt="1"/>
          </p:nvPr>
        </p:nvSpPr>
        <p:spPr>
          <a:xfrm>
            <a:off x="4052887" y="5306437"/>
            <a:ext cx="4086225" cy="400050"/>
          </a:xfrm>
          <a:prstGeom prst="rect">
            <a:avLst/>
          </a:prstGeom>
        </p:spPr>
        <p:txBody>
          <a:bodyPr/>
          <a:lstStyle>
            <a:lvl1pPr marL="0" indent="0" algn="ctr">
              <a:buNone/>
              <a:defRPr sz="2000">
                <a:solidFill>
                  <a:schemeClr val="bg2"/>
                </a:solidFill>
                <a:latin typeface="+mj-lt"/>
              </a:defRPr>
            </a:lvl1pPr>
            <a:lvl2pPr marL="457200" indent="0" algn="ctr">
              <a:buNone/>
              <a:defRPr sz="2000">
                <a:solidFill>
                  <a:schemeClr val="accent1"/>
                </a:solidFill>
              </a:defRPr>
            </a:lvl2pPr>
            <a:lvl3pPr marL="914400" indent="0" algn="ctr">
              <a:buNone/>
              <a:defRPr sz="2000">
                <a:solidFill>
                  <a:schemeClr val="accent1"/>
                </a:solidFill>
              </a:defRPr>
            </a:lvl3pPr>
            <a:lvl4pPr marL="1371600" indent="0" algn="ctr">
              <a:buNone/>
              <a:defRPr sz="2000">
                <a:solidFill>
                  <a:schemeClr val="accent1"/>
                </a:solidFill>
              </a:defRPr>
            </a:lvl4pPr>
            <a:lvl5pPr marL="1828800" indent="0" algn="ctr">
              <a:buNone/>
              <a:defRPr sz="2000">
                <a:solidFill>
                  <a:schemeClr val="accent1"/>
                </a:solidFill>
              </a:defRPr>
            </a:lvl5pPr>
          </a:lstStyle>
          <a:p>
            <a:pPr lvl="0"/>
            <a:r>
              <a:rPr lang="es-ES" dirty="0"/>
              <a:t>Título de la presentación</a:t>
            </a:r>
            <a:endParaRPr lang="es-CL" dirty="0"/>
          </a:p>
        </p:txBody>
      </p:sp>
      <p:sp>
        <p:nvSpPr>
          <p:cNvPr id="45" name="Marcador de texto 42">
            <a:extLst>
              <a:ext uri="{FF2B5EF4-FFF2-40B4-BE49-F238E27FC236}">
                <a16:creationId xmlns:a16="http://schemas.microsoft.com/office/drawing/2014/main" id="{84B1BE1A-3D9F-4BDA-941B-9BDCBF817471}"/>
              </a:ext>
            </a:extLst>
          </p:cNvPr>
          <p:cNvSpPr>
            <a:spLocks noGrp="1"/>
          </p:cNvSpPr>
          <p:nvPr>
            <p:ph type="body" sz="quarter" idx="11" hasCustomPrompt="1"/>
          </p:nvPr>
        </p:nvSpPr>
        <p:spPr>
          <a:xfrm>
            <a:off x="4052887" y="5601712"/>
            <a:ext cx="4086225" cy="400050"/>
          </a:xfrm>
          <a:prstGeom prst="rect">
            <a:avLst/>
          </a:prstGeom>
        </p:spPr>
        <p:txBody>
          <a:bodyPr/>
          <a:lstStyle>
            <a:lvl1pPr marL="0" indent="0" algn="ctr">
              <a:buNone/>
              <a:tabLst>
                <a:tab pos="3771900" algn="l"/>
              </a:tabLst>
              <a:defRPr sz="2800" b="1">
                <a:solidFill>
                  <a:schemeClr val="bg2"/>
                </a:solidFill>
                <a:latin typeface="+mj-lt"/>
              </a:defRPr>
            </a:lvl1pPr>
            <a:lvl2pPr marL="457200" indent="0" algn="ctr">
              <a:buNone/>
              <a:defRPr sz="2000">
                <a:solidFill>
                  <a:schemeClr val="accent1"/>
                </a:solidFill>
              </a:defRPr>
            </a:lvl2pPr>
            <a:lvl3pPr marL="914400" indent="0" algn="ctr">
              <a:buNone/>
              <a:defRPr sz="2000">
                <a:solidFill>
                  <a:schemeClr val="accent1"/>
                </a:solidFill>
              </a:defRPr>
            </a:lvl3pPr>
            <a:lvl4pPr marL="1371600" indent="0" algn="ctr">
              <a:buNone/>
              <a:defRPr sz="2000">
                <a:solidFill>
                  <a:schemeClr val="accent1"/>
                </a:solidFill>
              </a:defRPr>
            </a:lvl4pPr>
            <a:lvl5pPr marL="1828800" indent="0" algn="ctr">
              <a:buNone/>
              <a:defRPr sz="2000">
                <a:solidFill>
                  <a:schemeClr val="accent1"/>
                </a:solidFill>
              </a:defRPr>
            </a:lvl5pPr>
          </a:lstStyle>
          <a:p>
            <a:pPr lvl="0"/>
            <a:r>
              <a:rPr lang="es-ES" dirty="0"/>
              <a:t>Idea principal</a:t>
            </a:r>
            <a:endParaRPr lang="es-CL" dirty="0"/>
          </a:p>
        </p:txBody>
      </p:sp>
      <p:grpSp>
        <p:nvGrpSpPr>
          <p:cNvPr id="41" name="Grupo 40">
            <a:extLst>
              <a:ext uri="{FF2B5EF4-FFF2-40B4-BE49-F238E27FC236}">
                <a16:creationId xmlns:a16="http://schemas.microsoft.com/office/drawing/2014/main" id="{652A0FED-5C51-4971-AE80-7E1673715FBD}"/>
              </a:ext>
            </a:extLst>
          </p:cNvPr>
          <p:cNvGrpSpPr/>
          <p:nvPr userDrawn="1"/>
        </p:nvGrpSpPr>
        <p:grpSpPr>
          <a:xfrm>
            <a:off x="8611026" y="498906"/>
            <a:ext cx="3283381" cy="718962"/>
            <a:chOff x="457020" y="572789"/>
            <a:chExt cx="4284663" cy="938213"/>
          </a:xfrm>
        </p:grpSpPr>
        <p:grpSp>
          <p:nvGrpSpPr>
            <p:cNvPr id="42" name="Grupo 41">
              <a:extLst>
                <a:ext uri="{FF2B5EF4-FFF2-40B4-BE49-F238E27FC236}">
                  <a16:creationId xmlns:a16="http://schemas.microsoft.com/office/drawing/2014/main" id="{8D995825-8EEB-4630-8AD5-42ED9D6D1383}"/>
                </a:ext>
              </a:extLst>
            </p:cNvPr>
            <p:cNvGrpSpPr/>
            <p:nvPr userDrawn="1"/>
          </p:nvGrpSpPr>
          <p:grpSpPr>
            <a:xfrm>
              <a:off x="2741433" y="842664"/>
              <a:ext cx="2000250" cy="411162"/>
              <a:chOff x="6094413" y="2516188"/>
              <a:chExt cx="2000250" cy="411162"/>
            </a:xfrm>
          </p:grpSpPr>
          <p:sp>
            <p:nvSpPr>
              <p:cNvPr id="49" name="Freeform 7">
                <a:extLst>
                  <a:ext uri="{FF2B5EF4-FFF2-40B4-BE49-F238E27FC236}">
                    <a16:creationId xmlns:a16="http://schemas.microsoft.com/office/drawing/2014/main" id="{DCF0126A-C226-4813-8BCF-C5278F2A1077}"/>
                  </a:ext>
                </a:extLst>
              </p:cNvPr>
              <p:cNvSpPr>
                <a:spLocks noEditPoints="1"/>
              </p:cNvSpPr>
              <p:nvPr/>
            </p:nvSpPr>
            <p:spPr bwMode="auto">
              <a:xfrm>
                <a:off x="6494463" y="2516188"/>
                <a:ext cx="1600200" cy="265113"/>
              </a:xfrm>
              <a:custGeom>
                <a:avLst/>
                <a:gdLst>
                  <a:gd name="T0" fmla="*/ 644 w 1008"/>
                  <a:gd name="T1" fmla="*/ 90 h 167"/>
                  <a:gd name="T2" fmla="*/ 644 w 1008"/>
                  <a:gd name="T3" fmla="*/ 39 h 167"/>
                  <a:gd name="T4" fmla="*/ 363 w 1008"/>
                  <a:gd name="T5" fmla="*/ 39 h 167"/>
                  <a:gd name="T6" fmla="*/ 363 w 1008"/>
                  <a:gd name="T7" fmla="*/ 90 h 167"/>
                  <a:gd name="T8" fmla="*/ 644 w 1008"/>
                  <a:gd name="T9" fmla="*/ 90 h 167"/>
                  <a:gd name="T10" fmla="*/ 40 w 1008"/>
                  <a:gd name="T11" fmla="*/ 0 h 167"/>
                  <a:gd name="T12" fmla="*/ 40 w 1008"/>
                  <a:gd name="T13" fmla="*/ 128 h 167"/>
                  <a:gd name="T14" fmla="*/ 323 w 1008"/>
                  <a:gd name="T15" fmla="*/ 128 h 167"/>
                  <a:gd name="T16" fmla="*/ 323 w 1008"/>
                  <a:gd name="T17" fmla="*/ 0 h 167"/>
                  <a:gd name="T18" fmla="*/ 685 w 1008"/>
                  <a:gd name="T19" fmla="*/ 0 h 167"/>
                  <a:gd name="T20" fmla="*/ 685 w 1008"/>
                  <a:gd name="T21" fmla="*/ 129 h 167"/>
                  <a:gd name="T22" fmla="*/ 967 w 1008"/>
                  <a:gd name="T23" fmla="*/ 129 h 167"/>
                  <a:gd name="T24" fmla="*/ 967 w 1008"/>
                  <a:gd name="T25" fmla="*/ 58 h 167"/>
                  <a:gd name="T26" fmla="*/ 1008 w 1008"/>
                  <a:gd name="T27" fmla="*/ 58 h 167"/>
                  <a:gd name="T28" fmla="*/ 1008 w 1008"/>
                  <a:gd name="T29" fmla="*/ 167 h 167"/>
                  <a:gd name="T30" fmla="*/ 644 w 1008"/>
                  <a:gd name="T31" fmla="*/ 167 h 167"/>
                  <a:gd name="T32" fmla="*/ 644 w 1008"/>
                  <a:gd name="T33" fmla="*/ 130 h 167"/>
                  <a:gd name="T34" fmla="*/ 363 w 1008"/>
                  <a:gd name="T35" fmla="*/ 130 h 167"/>
                  <a:gd name="T36" fmla="*/ 363 w 1008"/>
                  <a:gd name="T37" fmla="*/ 167 h 167"/>
                  <a:gd name="T38" fmla="*/ 0 w 1008"/>
                  <a:gd name="T39" fmla="*/ 167 h 167"/>
                  <a:gd name="T40" fmla="*/ 0 w 1008"/>
                  <a:gd name="T41" fmla="*/ 0 h 167"/>
                  <a:gd name="T42" fmla="*/ 40 w 1008"/>
                  <a:gd name="T43" fmla="*/ 0 h 167"/>
                  <a:gd name="T44" fmla="*/ 967 w 1008"/>
                  <a:gd name="T45" fmla="*/ 0 h 167"/>
                  <a:gd name="T46" fmla="*/ 1007 w 1008"/>
                  <a:gd name="T47" fmla="*/ 0 h 167"/>
                  <a:gd name="T48" fmla="*/ 1007 w 1008"/>
                  <a:gd name="T49" fmla="*/ 38 h 167"/>
                  <a:gd name="T50" fmla="*/ 967 w 1008"/>
                  <a:gd name="T51" fmla="*/ 38 h 167"/>
                  <a:gd name="T52" fmla="*/ 967 w 1008"/>
                  <a:gd name="T5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08" h="167">
                    <a:moveTo>
                      <a:pt x="644" y="90"/>
                    </a:moveTo>
                    <a:lnTo>
                      <a:pt x="644" y="39"/>
                    </a:lnTo>
                    <a:lnTo>
                      <a:pt x="363" y="39"/>
                    </a:lnTo>
                    <a:lnTo>
                      <a:pt x="363" y="90"/>
                    </a:lnTo>
                    <a:lnTo>
                      <a:pt x="644" y="90"/>
                    </a:lnTo>
                    <a:close/>
                    <a:moveTo>
                      <a:pt x="40" y="0"/>
                    </a:moveTo>
                    <a:lnTo>
                      <a:pt x="40" y="128"/>
                    </a:lnTo>
                    <a:lnTo>
                      <a:pt x="323" y="128"/>
                    </a:lnTo>
                    <a:lnTo>
                      <a:pt x="323" y="0"/>
                    </a:lnTo>
                    <a:lnTo>
                      <a:pt x="685" y="0"/>
                    </a:lnTo>
                    <a:lnTo>
                      <a:pt x="685" y="129"/>
                    </a:lnTo>
                    <a:lnTo>
                      <a:pt x="967" y="129"/>
                    </a:lnTo>
                    <a:lnTo>
                      <a:pt x="967" y="58"/>
                    </a:lnTo>
                    <a:lnTo>
                      <a:pt x="1008" y="58"/>
                    </a:lnTo>
                    <a:lnTo>
                      <a:pt x="1008" y="167"/>
                    </a:lnTo>
                    <a:lnTo>
                      <a:pt x="644" y="167"/>
                    </a:lnTo>
                    <a:lnTo>
                      <a:pt x="644" y="130"/>
                    </a:lnTo>
                    <a:lnTo>
                      <a:pt x="363" y="130"/>
                    </a:lnTo>
                    <a:lnTo>
                      <a:pt x="363" y="167"/>
                    </a:lnTo>
                    <a:lnTo>
                      <a:pt x="0" y="167"/>
                    </a:lnTo>
                    <a:lnTo>
                      <a:pt x="0" y="0"/>
                    </a:lnTo>
                    <a:lnTo>
                      <a:pt x="40" y="0"/>
                    </a:lnTo>
                    <a:close/>
                    <a:moveTo>
                      <a:pt x="967" y="0"/>
                    </a:moveTo>
                    <a:lnTo>
                      <a:pt x="1007" y="0"/>
                    </a:lnTo>
                    <a:lnTo>
                      <a:pt x="1007" y="38"/>
                    </a:lnTo>
                    <a:lnTo>
                      <a:pt x="967" y="38"/>
                    </a:lnTo>
                    <a:lnTo>
                      <a:pt x="96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0" name="Freeform 8">
                <a:extLst>
                  <a:ext uri="{FF2B5EF4-FFF2-40B4-BE49-F238E27FC236}">
                    <a16:creationId xmlns:a16="http://schemas.microsoft.com/office/drawing/2014/main" id="{DE71634D-26AD-4925-8FA5-FE6BA750DF84}"/>
                  </a:ext>
                </a:extLst>
              </p:cNvPr>
              <p:cNvSpPr>
                <a:spLocks/>
              </p:cNvSpPr>
              <p:nvPr/>
            </p:nvSpPr>
            <p:spPr bwMode="auto">
              <a:xfrm>
                <a:off x="6494463" y="2840038"/>
                <a:ext cx="63500" cy="80963"/>
              </a:xfrm>
              <a:custGeom>
                <a:avLst/>
                <a:gdLst>
                  <a:gd name="T0" fmla="*/ 29 w 29"/>
                  <a:gd name="T1" fmla="*/ 0 h 37"/>
                  <a:gd name="T2" fmla="*/ 22 w 29"/>
                  <a:gd name="T3" fmla="*/ 0 h 37"/>
                  <a:gd name="T4" fmla="*/ 22 w 29"/>
                  <a:gd name="T5" fmla="*/ 23 h 37"/>
                  <a:gd name="T6" fmla="*/ 21 w 29"/>
                  <a:gd name="T7" fmla="*/ 28 h 37"/>
                  <a:gd name="T8" fmla="*/ 16 w 29"/>
                  <a:gd name="T9" fmla="*/ 30 h 37"/>
                  <a:gd name="T10" fmla="*/ 10 w 29"/>
                  <a:gd name="T11" fmla="*/ 28 h 37"/>
                  <a:gd name="T12" fmla="*/ 9 w 29"/>
                  <a:gd name="T13" fmla="*/ 23 h 37"/>
                  <a:gd name="T14" fmla="*/ 9 w 29"/>
                  <a:gd name="T15" fmla="*/ 0 h 37"/>
                  <a:gd name="T16" fmla="*/ 0 w 29"/>
                  <a:gd name="T17" fmla="*/ 0 h 37"/>
                  <a:gd name="T18" fmla="*/ 0 w 29"/>
                  <a:gd name="T19" fmla="*/ 23 h 37"/>
                  <a:gd name="T20" fmla="*/ 3 w 29"/>
                  <a:gd name="T21" fmla="*/ 33 h 37"/>
                  <a:gd name="T22" fmla="*/ 15 w 29"/>
                  <a:gd name="T23" fmla="*/ 37 h 37"/>
                  <a:gd name="T24" fmla="*/ 26 w 29"/>
                  <a:gd name="T25" fmla="*/ 34 h 37"/>
                  <a:gd name="T26" fmla="*/ 29 w 29"/>
                  <a:gd name="T27" fmla="*/ 23 h 37"/>
                  <a:gd name="T28" fmla="*/ 29 w 29"/>
                  <a:gd name="T2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37">
                    <a:moveTo>
                      <a:pt x="29" y="0"/>
                    </a:moveTo>
                    <a:cubicBezTo>
                      <a:pt x="22" y="0"/>
                      <a:pt x="22" y="0"/>
                      <a:pt x="22" y="0"/>
                    </a:cubicBezTo>
                    <a:cubicBezTo>
                      <a:pt x="22" y="23"/>
                      <a:pt x="22" y="23"/>
                      <a:pt x="22" y="23"/>
                    </a:cubicBezTo>
                    <a:cubicBezTo>
                      <a:pt x="22" y="26"/>
                      <a:pt x="22" y="27"/>
                      <a:pt x="21" y="28"/>
                    </a:cubicBezTo>
                    <a:cubicBezTo>
                      <a:pt x="20" y="29"/>
                      <a:pt x="18" y="30"/>
                      <a:pt x="16" y="30"/>
                    </a:cubicBezTo>
                    <a:cubicBezTo>
                      <a:pt x="13" y="30"/>
                      <a:pt x="11" y="29"/>
                      <a:pt x="10" y="28"/>
                    </a:cubicBezTo>
                    <a:cubicBezTo>
                      <a:pt x="10" y="27"/>
                      <a:pt x="9" y="26"/>
                      <a:pt x="9" y="23"/>
                    </a:cubicBezTo>
                    <a:cubicBezTo>
                      <a:pt x="9" y="0"/>
                      <a:pt x="9" y="0"/>
                      <a:pt x="9" y="0"/>
                    </a:cubicBezTo>
                    <a:cubicBezTo>
                      <a:pt x="0" y="0"/>
                      <a:pt x="0" y="0"/>
                      <a:pt x="0" y="0"/>
                    </a:cubicBezTo>
                    <a:cubicBezTo>
                      <a:pt x="0" y="23"/>
                      <a:pt x="0" y="23"/>
                      <a:pt x="0" y="23"/>
                    </a:cubicBezTo>
                    <a:cubicBezTo>
                      <a:pt x="0" y="28"/>
                      <a:pt x="1" y="31"/>
                      <a:pt x="3" y="33"/>
                    </a:cubicBezTo>
                    <a:cubicBezTo>
                      <a:pt x="6" y="36"/>
                      <a:pt x="10" y="37"/>
                      <a:pt x="15" y="37"/>
                    </a:cubicBezTo>
                    <a:cubicBezTo>
                      <a:pt x="20" y="37"/>
                      <a:pt x="23" y="36"/>
                      <a:pt x="26" y="34"/>
                    </a:cubicBezTo>
                    <a:cubicBezTo>
                      <a:pt x="28" y="31"/>
                      <a:pt x="29" y="29"/>
                      <a:pt x="29" y="23"/>
                    </a:cubicBezTo>
                    <a:lnTo>
                      <a:pt x="2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1" name="Freeform 9">
                <a:extLst>
                  <a:ext uri="{FF2B5EF4-FFF2-40B4-BE49-F238E27FC236}">
                    <a16:creationId xmlns:a16="http://schemas.microsoft.com/office/drawing/2014/main" id="{3FE50B5F-E948-46FA-BB17-8A567D30D6C1}"/>
                  </a:ext>
                </a:extLst>
              </p:cNvPr>
              <p:cNvSpPr>
                <a:spLocks/>
              </p:cNvSpPr>
              <p:nvPr/>
            </p:nvSpPr>
            <p:spPr bwMode="auto">
              <a:xfrm>
                <a:off x="6572250" y="2840038"/>
                <a:ext cx="60325" cy="77788"/>
              </a:xfrm>
              <a:custGeom>
                <a:avLst/>
                <a:gdLst>
                  <a:gd name="T0" fmla="*/ 28 w 28"/>
                  <a:gd name="T1" fmla="*/ 0 h 36"/>
                  <a:gd name="T2" fmla="*/ 22 w 28"/>
                  <a:gd name="T3" fmla="*/ 0 h 36"/>
                  <a:gd name="T4" fmla="*/ 22 w 28"/>
                  <a:gd name="T5" fmla="*/ 19 h 36"/>
                  <a:gd name="T6" fmla="*/ 22 w 28"/>
                  <a:gd name="T7" fmla="*/ 21 h 36"/>
                  <a:gd name="T8" fmla="*/ 9 w 28"/>
                  <a:gd name="T9" fmla="*/ 0 h 36"/>
                  <a:gd name="T10" fmla="*/ 0 w 28"/>
                  <a:gd name="T11" fmla="*/ 0 h 36"/>
                  <a:gd name="T12" fmla="*/ 0 w 28"/>
                  <a:gd name="T13" fmla="*/ 36 h 36"/>
                  <a:gd name="T14" fmla="*/ 7 w 28"/>
                  <a:gd name="T15" fmla="*/ 36 h 36"/>
                  <a:gd name="T16" fmla="*/ 7 w 28"/>
                  <a:gd name="T17" fmla="*/ 15 h 36"/>
                  <a:gd name="T18" fmla="*/ 7 w 28"/>
                  <a:gd name="T19" fmla="*/ 13 h 36"/>
                  <a:gd name="T20" fmla="*/ 6 w 28"/>
                  <a:gd name="T21" fmla="*/ 12 h 36"/>
                  <a:gd name="T22" fmla="*/ 21 w 28"/>
                  <a:gd name="T23" fmla="*/ 36 h 36"/>
                  <a:gd name="T24" fmla="*/ 28 w 28"/>
                  <a:gd name="T25" fmla="*/ 36 h 36"/>
                  <a:gd name="T26" fmla="*/ 28 w 28"/>
                  <a:gd name="T2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6">
                    <a:moveTo>
                      <a:pt x="28" y="0"/>
                    </a:moveTo>
                    <a:cubicBezTo>
                      <a:pt x="22" y="0"/>
                      <a:pt x="22" y="0"/>
                      <a:pt x="22" y="0"/>
                    </a:cubicBezTo>
                    <a:cubicBezTo>
                      <a:pt x="22" y="19"/>
                      <a:pt x="22" y="19"/>
                      <a:pt x="22" y="19"/>
                    </a:cubicBezTo>
                    <a:cubicBezTo>
                      <a:pt x="22" y="20"/>
                      <a:pt x="22" y="20"/>
                      <a:pt x="22" y="21"/>
                    </a:cubicBezTo>
                    <a:cubicBezTo>
                      <a:pt x="9" y="0"/>
                      <a:pt x="9" y="0"/>
                      <a:pt x="9" y="0"/>
                    </a:cubicBezTo>
                    <a:cubicBezTo>
                      <a:pt x="0" y="0"/>
                      <a:pt x="0" y="0"/>
                      <a:pt x="0" y="0"/>
                    </a:cubicBezTo>
                    <a:cubicBezTo>
                      <a:pt x="0" y="36"/>
                      <a:pt x="0" y="36"/>
                      <a:pt x="0" y="36"/>
                    </a:cubicBezTo>
                    <a:cubicBezTo>
                      <a:pt x="7" y="36"/>
                      <a:pt x="7" y="36"/>
                      <a:pt x="7" y="36"/>
                    </a:cubicBezTo>
                    <a:cubicBezTo>
                      <a:pt x="7" y="15"/>
                      <a:pt x="7" y="15"/>
                      <a:pt x="7" y="15"/>
                    </a:cubicBezTo>
                    <a:cubicBezTo>
                      <a:pt x="7" y="13"/>
                      <a:pt x="7" y="13"/>
                      <a:pt x="7" y="13"/>
                    </a:cubicBezTo>
                    <a:cubicBezTo>
                      <a:pt x="6" y="12"/>
                      <a:pt x="6" y="12"/>
                      <a:pt x="6" y="12"/>
                    </a:cubicBezTo>
                    <a:cubicBezTo>
                      <a:pt x="21" y="36"/>
                      <a:pt x="21" y="36"/>
                      <a:pt x="21" y="36"/>
                    </a:cubicBezTo>
                    <a:cubicBezTo>
                      <a:pt x="28" y="36"/>
                      <a:pt x="28" y="36"/>
                      <a:pt x="28" y="36"/>
                    </a:cubicBezTo>
                    <a:lnTo>
                      <a:pt x="2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2" name="Rectangle 10">
                <a:extLst>
                  <a:ext uri="{FF2B5EF4-FFF2-40B4-BE49-F238E27FC236}">
                    <a16:creationId xmlns:a16="http://schemas.microsoft.com/office/drawing/2014/main" id="{2CA580E6-ED9D-48B1-AB4B-27CB1AA2F06A}"/>
                  </a:ext>
                </a:extLst>
              </p:cNvPr>
              <p:cNvSpPr>
                <a:spLocks noChangeArrowheads="1"/>
              </p:cNvSpPr>
              <p:nvPr/>
            </p:nvSpPr>
            <p:spPr bwMode="auto">
              <a:xfrm>
                <a:off x="6648450" y="2840038"/>
                <a:ext cx="19050" cy="77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3" name="Freeform 11">
                <a:extLst>
                  <a:ext uri="{FF2B5EF4-FFF2-40B4-BE49-F238E27FC236}">
                    <a16:creationId xmlns:a16="http://schemas.microsoft.com/office/drawing/2014/main" id="{D7BC5542-17F1-41DE-9131-2085970F3F6C}"/>
                  </a:ext>
                </a:extLst>
              </p:cNvPr>
              <p:cNvSpPr>
                <a:spLocks/>
              </p:cNvSpPr>
              <p:nvPr/>
            </p:nvSpPr>
            <p:spPr bwMode="auto">
              <a:xfrm>
                <a:off x="6673850" y="2840038"/>
                <a:ext cx="68263" cy="77788"/>
              </a:xfrm>
              <a:custGeom>
                <a:avLst/>
                <a:gdLst>
                  <a:gd name="T0" fmla="*/ 43 w 43"/>
                  <a:gd name="T1" fmla="*/ 0 h 49"/>
                  <a:gd name="T2" fmla="*/ 33 w 43"/>
                  <a:gd name="T3" fmla="*/ 0 h 49"/>
                  <a:gd name="T4" fmla="*/ 24 w 43"/>
                  <a:gd name="T5" fmla="*/ 36 h 49"/>
                  <a:gd name="T6" fmla="*/ 13 w 43"/>
                  <a:gd name="T7" fmla="*/ 0 h 49"/>
                  <a:gd name="T8" fmla="*/ 0 w 43"/>
                  <a:gd name="T9" fmla="*/ 0 h 49"/>
                  <a:gd name="T10" fmla="*/ 15 w 43"/>
                  <a:gd name="T11" fmla="*/ 49 h 49"/>
                  <a:gd name="T12" fmla="*/ 28 w 43"/>
                  <a:gd name="T13" fmla="*/ 49 h 49"/>
                  <a:gd name="T14" fmla="*/ 43 w 43"/>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9">
                    <a:moveTo>
                      <a:pt x="43" y="0"/>
                    </a:moveTo>
                    <a:lnTo>
                      <a:pt x="33" y="0"/>
                    </a:lnTo>
                    <a:lnTo>
                      <a:pt x="24" y="36"/>
                    </a:lnTo>
                    <a:lnTo>
                      <a:pt x="13" y="0"/>
                    </a:lnTo>
                    <a:lnTo>
                      <a:pt x="0" y="0"/>
                    </a:lnTo>
                    <a:lnTo>
                      <a:pt x="15" y="49"/>
                    </a:lnTo>
                    <a:lnTo>
                      <a:pt x="28" y="49"/>
                    </a:lnTo>
                    <a:lnTo>
                      <a:pt x="4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4" name="Freeform 12">
                <a:extLst>
                  <a:ext uri="{FF2B5EF4-FFF2-40B4-BE49-F238E27FC236}">
                    <a16:creationId xmlns:a16="http://schemas.microsoft.com/office/drawing/2014/main" id="{28BECA7C-03FD-4C6D-B4A8-80547DEFBB65}"/>
                  </a:ext>
                </a:extLst>
              </p:cNvPr>
              <p:cNvSpPr>
                <a:spLocks/>
              </p:cNvSpPr>
              <p:nvPr/>
            </p:nvSpPr>
            <p:spPr bwMode="auto">
              <a:xfrm>
                <a:off x="6750050" y="2840038"/>
                <a:ext cx="57150" cy="77788"/>
              </a:xfrm>
              <a:custGeom>
                <a:avLst/>
                <a:gdLst>
                  <a:gd name="T0" fmla="*/ 36 w 36"/>
                  <a:gd name="T1" fmla="*/ 10 h 49"/>
                  <a:gd name="T2" fmla="*/ 36 w 36"/>
                  <a:gd name="T3" fmla="*/ 0 h 49"/>
                  <a:gd name="T4" fmla="*/ 0 w 36"/>
                  <a:gd name="T5" fmla="*/ 0 h 49"/>
                  <a:gd name="T6" fmla="*/ 0 w 36"/>
                  <a:gd name="T7" fmla="*/ 49 h 49"/>
                  <a:gd name="T8" fmla="*/ 36 w 36"/>
                  <a:gd name="T9" fmla="*/ 49 h 49"/>
                  <a:gd name="T10" fmla="*/ 36 w 36"/>
                  <a:gd name="T11" fmla="*/ 40 h 49"/>
                  <a:gd name="T12" fmla="*/ 11 w 36"/>
                  <a:gd name="T13" fmla="*/ 40 h 49"/>
                  <a:gd name="T14" fmla="*/ 11 w 36"/>
                  <a:gd name="T15" fmla="*/ 29 h 49"/>
                  <a:gd name="T16" fmla="*/ 30 w 36"/>
                  <a:gd name="T17" fmla="*/ 29 h 49"/>
                  <a:gd name="T18" fmla="*/ 30 w 36"/>
                  <a:gd name="T19" fmla="*/ 19 h 49"/>
                  <a:gd name="T20" fmla="*/ 11 w 36"/>
                  <a:gd name="T21" fmla="*/ 19 h 49"/>
                  <a:gd name="T22" fmla="*/ 11 w 36"/>
                  <a:gd name="T23" fmla="*/ 10 h 49"/>
                  <a:gd name="T24" fmla="*/ 36 w 36"/>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49">
                    <a:moveTo>
                      <a:pt x="36" y="10"/>
                    </a:moveTo>
                    <a:lnTo>
                      <a:pt x="36" y="0"/>
                    </a:lnTo>
                    <a:lnTo>
                      <a:pt x="0" y="0"/>
                    </a:lnTo>
                    <a:lnTo>
                      <a:pt x="0" y="49"/>
                    </a:lnTo>
                    <a:lnTo>
                      <a:pt x="36" y="49"/>
                    </a:lnTo>
                    <a:lnTo>
                      <a:pt x="36" y="40"/>
                    </a:lnTo>
                    <a:lnTo>
                      <a:pt x="11" y="40"/>
                    </a:lnTo>
                    <a:lnTo>
                      <a:pt x="11" y="29"/>
                    </a:lnTo>
                    <a:lnTo>
                      <a:pt x="30" y="29"/>
                    </a:lnTo>
                    <a:lnTo>
                      <a:pt x="30" y="19"/>
                    </a:lnTo>
                    <a:lnTo>
                      <a:pt x="11" y="19"/>
                    </a:lnTo>
                    <a:lnTo>
                      <a:pt x="11" y="10"/>
                    </a:lnTo>
                    <a:lnTo>
                      <a:pt x="36"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5" name="Freeform 13">
                <a:extLst>
                  <a:ext uri="{FF2B5EF4-FFF2-40B4-BE49-F238E27FC236}">
                    <a16:creationId xmlns:a16="http://schemas.microsoft.com/office/drawing/2014/main" id="{38563BAC-D668-47D0-B490-0FB05F8BE707}"/>
                  </a:ext>
                </a:extLst>
              </p:cNvPr>
              <p:cNvSpPr>
                <a:spLocks noEditPoints="1"/>
              </p:cNvSpPr>
              <p:nvPr/>
            </p:nvSpPr>
            <p:spPr bwMode="auto">
              <a:xfrm>
                <a:off x="6816725" y="2840038"/>
                <a:ext cx="65088" cy="77788"/>
              </a:xfrm>
              <a:custGeom>
                <a:avLst/>
                <a:gdLst>
                  <a:gd name="T0" fmla="*/ 8 w 30"/>
                  <a:gd name="T1" fmla="*/ 22 h 36"/>
                  <a:gd name="T2" fmla="*/ 15 w 30"/>
                  <a:gd name="T3" fmla="*/ 22 h 36"/>
                  <a:gd name="T4" fmla="*/ 20 w 30"/>
                  <a:gd name="T5" fmla="*/ 36 h 36"/>
                  <a:gd name="T6" fmla="*/ 30 w 30"/>
                  <a:gd name="T7" fmla="*/ 36 h 36"/>
                  <a:gd name="T8" fmla="*/ 23 w 30"/>
                  <a:gd name="T9" fmla="*/ 20 h 36"/>
                  <a:gd name="T10" fmla="*/ 26 w 30"/>
                  <a:gd name="T11" fmla="*/ 18 h 36"/>
                  <a:gd name="T12" fmla="*/ 29 w 30"/>
                  <a:gd name="T13" fmla="*/ 11 h 36"/>
                  <a:gd name="T14" fmla="*/ 25 w 30"/>
                  <a:gd name="T15" fmla="*/ 2 h 36"/>
                  <a:gd name="T16" fmla="*/ 16 w 30"/>
                  <a:gd name="T17" fmla="*/ 0 h 36"/>
                  <a:gd name="T18" fmla="*/ 0 w 30"/>
                  <a:gd name="T19" fmla="*/ 0 h 36"/>
                  <a:gd name="T20" fmla="*/ 0 w 30"/>
                  <a:gd name="T21" fmla="*/ 36 h 36"/>
                  <a:gd name="T22" fmla="*/ 8 w 30"/>
                  <a:gd name="T23" fmla="*/ 36 h 36"/>
                  <a:gd name="T24" fmla="*/ 8 w 30"/>
                  <a:gd name="T25" fmla="*/ 22 h 36"/>
                  <a:gd name="T26" fmla="*/ 8 w 30"/>
                  <a:gd name="T27" fmla="*/ 6 h 36"/>
                  <a:gd name="T28" fmla="*/ 13 w 30"/>
                  <a:gd name="T29" fmla="*/ 6 h 36"/>
                  <a:gd name="T30" fmla="*/ 19 w 30"/>
                  <a:gd name="T31" fmla="*/ 7 h 36"/>
                  <a:gd name="T32" fmla="*/ 20 w 30"/>
                  <a:gd name="T33" fmla="*/ 11 h 36"/>
                  <a:gd name="T34" fmla="*/ 18 w 30"/>
                  <a:gd name="T35" fmla="*/ 15 h 36"/>
                  <a:gd name="T36" fmla="*/ 14 w 30"/>
                  <a:gd name="T37" fmla="*/ 16 h 36"/>
                  <a:gd name="T38" fmla="*/ 8 w 30"/>
                  <a:gd name="T39" fmla="*/ 16 h 36"/>
                  <a:gd name="T40" fmla="*/ 8 w 30"/>
                  <a:gd name="T41"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6">
                    <a:moveTo>
                      <a:pt x="8" y="22"/>
                    </a:moveTo>
                    <a:cubicBezTo>
                      <a:pt x="15" y="22"/>
                      <a:pt x="15" y="22"/>
                      <a:pt x="15" y="22"/>
                    </a:cubicBezTo>
                    <a:cubicBezTo>
                      <a:pt x="20" y="36"/>
                      <a:pt x="20" y="36"/>
                      <a:pt x="20" y="36"/>
                    </a:cubicBezTo>
                    <a:cubicBezTo>
                      <a:pt x="30" y="36"/>
                      <a:pt x="30" y="36"/>
                      <a:pt x="30" y="36"/>
                    </a:cubicBezTo>
                    <a:cubicBezTo>
                      <a:pt x="23" y="20"/>
                      <a:pt x="23" y="20"/>
                      <a:pt x="23" y="20"/>
                    </a:cubicBezTo>
                    <a:cubicBezTo>
                      <a:pt x="25" y="19"/>
                      <a:pt x="25" y="19"/>
                      <a:pt x="26" y="18"/>
                    </a:cubicBezTo>
                    <a:cubicBezTo>
                      <a:pt x="28" y="16"/>
                      <a:pt x="29" y="14"/>
                      <a:pt x="29" y="11"/>
                    </a:cubicBezTo>
                    <a:cubicBezTo>
                      <a:pt x="29" y="8"/>
                      <a:pt x="28" y="4"/>
                      <a:pt x="25" y="2"/>
                    </a:cubicBezTo>
                    <a:cubicBezTo>
                      <a:pt x="23" y="1"/>
                      <a:pt x="21" y="0"/>
                      <a:pt x="16" y="0"/>
                    </a:cubicBezTo>
                    <a:cubicBezTo>
                      <a:pt x="0" y="0"/>
                      <a:pt x="0" y="0"/>
                      <a:pt x="0" y="0"/>
                    </a:cubicBezTo>
                    <a:cubicBezTo>
                      <a:pt x="0" y="36"/>
                      <a:pt x="0" y="36"/>
                      <a:pt x="0" y="36"/>
                    </a:cubicBezTo>
                    <a:cubicBezTo>
                      <a:pt x="8" y="36"/>
                      <a:pt x="8" y="36"/>
                      <a:pt x="8" y="36"/>
                    </a:cubicBezTo>
                    <a:lnTo>
                      <a:pt x="8" y="22"/>
                    </a:lnTo>
                    <a:close/>
                    <a:moveTo>
                      <a:pt x="8" y="6"/>
                    </a:moveTo>
                    <a:cubicBezTo>
                      <a:pt x="13" y="6"/>
                      <a:pt x="13" y="6"/>
                      <a:pt x="13" y="6"/>
                    </a:cubicBezTo>
                    <a:cubicBezTo>
                      <a:pt x="17" y="6"/>
                      <a:pt x="18" y="6"/>
                      <a:pt x="19" y="7"/>
                    </a:cubicBezTo>
                    <a:cubicBezTo>
                      <a:pt x="20" y="8"/>
                      <a:pt x="20" y="10"/>
                      <a:pt x="20" y="11"/>
                    </a:cubicBezTo>
                    <a:cubicBezTo>
                      <a:pt x="20" y="12"/>
                      <a:pt x="19" y="14"/>
                      <a:pt x="18" y="15"/>
                    </a:cubicBezTo>
                    <a:cubicBezTo>
                      <a:pt x="17" y="16"/>
                      <a:pt x="17" y="16"/>
                      <a:pt x="14" y="16"/>
                    </a:cubicBezTo>
                    <a:cubicBezTo>
                      <a:pt x="8" y="16"/>
                      <a:pt x="8" y="16"/>
                      <a:pt x="8" y="16"/>
                    </a:cubicBezTo>
                    <a:lnTo>
                      <a:pt x="8"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6" name="Freeform 14">
                <a:extLst>
                  <a:ext uri="{FF2B5EF4-FFF2-40B4-BE49-F238E27FC236}">
                    <a16:creationId xmlns:a16="http://schemas.microsoft.com/office/drawing/2014/main" id="{90E972A2-CCB9-4B8D-A497-FEBC672B8793}"/>
                  </a:ext>
                </a:extLst>
              </p:cNvPr>
              <p:cNvSpPr>
                <a:spLocks/>
              </p:cNvSpPr>
              <p:nvPr/>
            </p:nvSpPr>
            <p:spPr bwMode="auto">
              <a:xfrm>
                <a:off x="6886575" y="2838450"/>
                <a:ext cx="65088" cy="82550"/>
              </a:xfrm>
              <a:custGeom>
                <a:avLst/>
                <a:gdLst>
                  <a:gd name="T0" fmla="*/ 29 w 30"/>
                  <a:gd name="T1" fmla="*/ 9 h 38"/>
                  <a:gd name="T2" fmla="*/ 25 w 30"/>
                  <a:gd name="T3" fmla="*/ 3 h 38"/>
                  <a:gd name="T4" fmla="*/ 15 w 30"/>
                  <a:gd name="T5" fmla="*/ 0 h 38"/>
                  <a:gd name="T6" fmla="*/ 6 w 30"/>
                  <a:gd name="T7" fmla="*/ 3 h 38"/>
                  <a:gd name="T8" fmla="*/ 2 w 30"/>
                  <a:gd name="T9" fmla="*/ 12 h 38"/>
                  <a:gd name="T10" fmla="*/ 6 w 30"/>
                  <a:gd name="T11" fmla="*/ 20 h 38"/>
                  <a:gd name="T12" fmla="*/ 15 w 30"/>
                  <a:gd name="T13" fmla="*/ 23 h 38"/>
                  <a:gd name="T14" fmla="*/ 21 w 30"/>
                  <a:gd name="T15" fmla="*/ 27 h 38"/>
                  <a:gd name="T16" fmla="*/ 15 w 30"/>
                  <a:gd name="T17" fmla="*/ 31 h 38"/>
                  <a:gd name="T18" fmla="*/ 8 w 30"/>
                  <a:gd name="T19" fmla="*/ 26 h 38"/>
                  <a:gd name="T20" fmla="*/ 0 w 30"/>
                  <a:gd name="T21" fmla="*/ 28 h 38"/>
                  <a:gd name="T22" fmla="*/ 4 w 30"/>
                  <a:gd name="T23" fmla="*/ 35 h 38"/>
                  <a:gd name="T24" fmla="*/ 15 w 30"/>
                  <a:gd name="T25" fmla="*/ 38 h 38"/>
                  <a:gd name="T26" fmla="*/ 25 w 30"/>
                  <a:gd name="T27" fmla="*/ 36 h 38"/>
                  <a:gd name="T28" fmla="*/ 30 w 30"/>
                  <a:gd name="T29" fmla="*/ 26 h 38"/>
                  <a:gd name="T30" fmla="*/ 25 w 30"/>
                  <a:gd name="T31" fmla="*/ 17 h 38"/>
                  <a:gd name="T32" fmla="*/ 16 w 30"/>
                  <a:gd name="T33" fmla="*/ 14 h 38"/>
                  <a:gd name="T34" fmla="*/ 10 w 30"/>
                  <a:gd name="T35" fmla="*/ 10 h 38"/>
                  <a:gd name="T36" fmla="*/ 15 w 30"/>
                  <a:gd name="T37" fmla="*/ 7 h 38"/>
                  <a:gd name="T38" fmla="*/ 22 w 30"/>
                  <a:gd name="T39" fmla="*/ 11 h 38"/>
                  <a:gd name="T40" fmla="*/ 29 w 30"/>
                  <a:gd name="T41" fmla="*/ 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8">
                    <a:moveTo>
                      <a:pt x="29" y="9"/>
                    </a:moveTo>
                    <a:cubicBezTo>
                      <a:pt x="28" y="6"/>
                      <a:pt x="27" y="5"/>
                      <a:pt x="25" y="3"/>
                    </a:cubicBezTo>
                    <a:cubicBezTo>
                      <a:pt x="22" y="1"/>
                      <a:pt x="19" y="0"/>
                      <a:pt x="15" y="0"/>
                    </a:cubicBezTo>
                    <a:cubicBezTo>
                      <a:pt x="11" y="0"/>
                      <a:pt x="8" y="1"/>
                      <a:pt x="6" y="3"/>
                    </a:cubicBezTo>
                    <a:cubicBezTo>
                      <a:pt x="3" y="6"/>
                      <a:pt x="2" y="9"/>
                      <a:pt x="2" y="12"/>
                    </a:cubicBezTo>
                    <a:cubicBezTo>
                      <a:pt x="2" y="16"/>
                      <a:pt x="4" y="19"/>
                      <a:pt x="6" y="20"/>
                    </a:cubicBezTo>
                    <a:cubicBezTo>
                      <a:pt x="8" y="21"/>
                      <a:pt x="11" y="22"/>
                      <a:pt x="15" y="23"/>
                    </a:cubicBezTo>
                    <a:cubicBezTo>
                      <a:pt x="20" y="24"/>
                      <a:pt x="21" y="25"/>
                      <a:pt x="21" y="27"/>
                    </a:cubicBezTo>
                    <a:cubicBezTo>
                      <a:pt x="21" y="30"/>
                      <a:pt x="19" y="31"/>
                      <a:pt x="15" y="31"/>
                    </a:cubicBezTo>
                    <a:cubicBezTo>
                      <a:pt x="11" y="31"/>
                      <a:pt x="9" y="30"/>
                      <a:pt x="8" y="26"/>
                    </a:cubicBezTo>
                    <a:cubicBezTo>
                      <a:pt x="0" y="28"/>
                      <a:pt x="0" y="28"/>
                      <a:pt x="0" y="28"/>
                    </a:cubicBezTo>
                    <a:cubicBezTo>
                      <a:pt x="1" y="31"/>
                      <a:pt x="2" y="33"/>
                      <a:pt x="4" y="35"/>
                    </a:cubicBezTo>
                    <a:cubicBezTo>
                      <a:pt x="7" y="37"/>
                      <a:pt x="11" y="38"/>
                      <a:pt x="15" y="38"/>
                    </a:cubicBezTo>
                    <a:cubicBezTo>
                      <a:pt x="19" y="38"/>
                      <a:pt x="22" y="37"/>
                      <a:pt x="25" y="36"/>
                    </a:cubicBezTo>
                    <a:cubicBezTo>
                      <a:pt x="28" y="33"/>
                      <a:pt x="30" y="30"/>
                      <a:pt x="30" y="26"/>
                    </a:cubicBezTo>
                    <a:cubicBezTo>
                      <a:pt x="30" y="22"/>
                      <a:pt x="28" y="19"/>
                      <a:pt x="25" y="17"/>
                    </a:cubicBezTo>
                    <a:cubicBezTo>
                      <a:pt x="24" y="16"/>
                      <a:pt x="21" y="15"/>
                      <a:pt x="16" y="14"/>
                    </a:cubicBezTo>
                    <a:cubicBezTo>
                      <a:pt x="12" y="13"/>
                      <a:pt x="10" y="12"/>
                      <a:pt x="10" y="10"/>
                    </a:cubicBezTo>
                    <a:cubicBezTo>
                      <a:pt x="10" y="8"/>
                      <a:pt x="12" y="7"/>
                      <a:pt x="15" y="7"/>
                    </a:cubicBezTo>
                    <a:cubicBezTo>
                      <a:pt x="19" y="7"/>
                      <a:pt x="20" y="8"/>
                      <a:pt x="22" y="11"/>
                    </a:cubicBezTo>
                    <a:lnTo>
                      <a:pt x="29" y="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7" name="Rectangle 15">
                <a:extLst>
                  <a:ext uri="{FF2B5EF4-FFF2-40B4-BE49-F238E27FC236}">
                    <a16:creationId xmlns:a16="http://schemas.microsoft.com/office/drawing/2014/main" id="{41CD71C4-C596-4AD9-A519-10F15D474E65}"/>
                  </a:ext>
                </a:extLst>
              </p:cNvPr>
              <p:cNvSpPr>
                <a:spLocks noChangeArrowheads="1"/>
              </p:cNvSpPr>
              <p:nvPr/>
            </p:nvSpPr>
            <p:spPr bwMode="auto">
              <a:xfrm>
                <a:off x="6964363" y="2840038"/>
                <a:ext cx="17463" cy="77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8" name="Freeform 16">
                <a:extLst>
                  <a:ext uri="{FF2B5EF4-FFF2-40B4-BE49-F238E27FC236}">
                    <a16:creationId xmlns:a16="http://schemas.microsoft.com/office/drawing/2014/main" id="{1294F96A-B067-469B-9109-CD31FD81500F}"/>
                  </a:ext>
                </a:extLst>
              </p:cNvPr>
              <p:cNvSpPr>
                <a:spLocks noEditPoints="1"/>
              </p:cNvSpPr>
              <p:nvPr/>
            </p:nvSpPr>
            <p:spPr bwMode="auto">
              <a:xfrm>
                <a:off x="6997700"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1 w 30"/>
                  <a:gd name="T13" fmla="*/ 0 h 36"/>
                  <a:gd name="T14" fmla="*/ 0 w 30"/>
                  <a:gd name="T15" fmla="*/ 0 h 36"/>
                  <a:gd name="T16" fmla="*/ 9 w 30"/>
                  <a:gd name="T17" fmla="*/ 7 h 36"/>
                  <a:gd name="T18" fmla="*/ 12 w 30"/>
                  <a:gd name="T19" fmla="*/ 7 h 36"/>
                  <a:gd name="T20" fmla="*/ 19 w 30"/>
                  <a:gd name="T21" fmla="*/ 10 h 36"/>
                  <a:gd name="T22" fmla="*/ 21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8" y="0"/>
                      <a:pt x="11" y="0"/>
                    </a:cubicBezTo>
                    <a:lnTo>
                      <a:pt x="0" y="0"/>
                    </a:lnTo>
                    <a:close/>
                    <a:moveTo>
                      <a:pt x="9" y="7"/>
                    </a:moveTo>
                    <a:cubicBezTo>
                      <a:pt x="12" y="7"/>
                      <a:pt x="12" y="7"/>
                      <a:pt x="12" y="7"/>
                    </a:cubicBezTo>
                    <a:cubicBezTo>
                      <a:pt x="15" y="7"/>
                      <a:pt x="17" y="7"/>
                      <a:pt x="19" y="10"/>
                    </a:cubicBezTo>
                    <a:cubicBezTo>
                      <a:pt x="20" y="12"/>
                      <a:pt x="21" y="15"/>
                      <a:pt x="21" y="18"/>
                    </a:cubicBezTo>
                    <a:cubicBezTo>
                      <a:pt x="21" y="21"/>
                      <a:pt x="20" y="24"/>
                      <a:pt x="19" y="27"/>
                    </a:cubicBezTo>
                    <a:cubicBezTo>
                      <a:pt x="17" y="29"/>
                      <a:pt x="15" y="30"/>
                      <a:pt x="12" y="30"/>
                    </a:cubicBezTo>
                    <a:cubicBezTo>
                      <a:pt x="9" y="30"/>
                      <a:pt x="9" y="30"/>
                      <a:pt x="9" y="30"/>
                    </a:cubicBezTo>
                    <a:lnTo>
                      <a:pt x="9"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9" name="Freeform 17">
                <a:extLst>
                  <a:ext uri="{FF2B5EF4-FFF2-40B4-BE49-F238E27FC236}">
                    <a16:creationId xmlns:a16="http://schemas.microsoft.com/office/drawing/2014/main" id="{9B6A02E8-9E6F-4D04-A316-D4631D0C58D9}"/>
                  </a:ext>
                </a:extLst>
              </p:cNvPr>
              <p:cNvSpPr>
                <a:spLocks noEditPoints="1"/>
              </p:cNvSpPr>
              <p:nvPr/>
            </p:nvSpPr>
            <p:spPr bwMode="auto">
              <a:xfrm>
                <a:off x="7065963" y="2840038"/>
                <a:ext cx="71438" cy="77788"/>
              </a:xfrm>
              <a:custGeom>
                <a:avLst/>
                <a:gdLst>
                  <a:gd name="T0" fmla="*/ 30 w 45"/>
                  <a:gd name="T1" fmla="*/ 0 h 49"/>
                  <a:gd name="T2" fmla="*/ 17 w 45"/>
                  <a:gd name="T3" fmla="*/ 0 h 49"/>
                  <a:gd name="T4" fmla="*/ 0 w 45"/>
                  <a:gd name="T5" fmla="*/ 49 h 49"/>
                  <a:gd name="T6" fmla="*/ 11 w 45"/>
                  <a:gd name="T7" fmla="*/ 49 h 49"/>
                  <a:gd name="T8" fmla="*/ 14 w 45"/>
                  <a:gd name="T9" fmla="*/ 40 h 49"/>
                  <a:gd name="T10" fmla="*/ 30 w 45"/>
                  <a:gd name="T11" fmla="*/ 40 h 49"/>
                  <a:gd name="T12" fmla="*/ 33 w 45"/>
                  <a:gd name="T13" fmla="*/ 49 h 49"/>
                  <a:gd name="T14" fmla="*/ 45 w 45"/>
                  <a:gd name="T15" fmla="*/ 49 h 49"/>
                  <a:gd name="T16" fmla="*/ 30 w 45"/>
                  <a:gd name="T17" fmla="*/ 0 h 49"/>
                  <a:gd name="T18" fmla="*/ 17 w 45"/>
                  <a:gd name="T19" fmla="*/ 30 h 49"/>
                  <a:gd name="T20" fmla="*/ 22 w 45"/>
                  <a:gd name="T21" fmla="*/ 12 h 49"/>
                  <a:gd name="T22" fmla="*/ 28 w 45"/>
                  <a:gd name="T23" fmla="*/ 30 h 49"/>
                  <a:gd name="T24" fmla="*/ 17 w 45"/>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9">
                    <a:moveTo>
                      <a:pt x="30" y="0"/>
                    </a:moveTo>
                    <a:lnTo>
                      <a:pt x="17" y="0"/>
                    </a:lnTo>
                    <a:lnTo>
                      <a:pt x="0" y="49"/>
                    </a:lnTo>
                    <a:lnTo>
                      <a:pt x="11" y="49"/>
                    </a:lnTo>
                    <a:lnTo>
                      <a:pt x="14" y="40"/>
                    </a:lnTo>
                    <a:lnTo>
                      <a:pt x="30" y="40"/>
                    </a:lnTo>
                    <a:lnTo>
                      <a:pt x="33" y="49"/>
                    </a:lnTo>
                    <a:lnTo>
                      <a:pt x="45" y="49"/>
                    </a:lnTo>
                    <a:lnTo>
                      <a:pt x="30" y="0"/>
                    </a:lnTo>
                    <a:close/>
                    <a:moveTo>
                      <a:pt x="17" y="30"/>
                    </a:moveTo>
                    <a:lnTo>
                      <a:pt x="22" y="12"/>
                    </a:lnTo>
                    <a:lnTo>
                      <a:pt x="28" y="30"/>
                    </a:lnTo>
                    <a:lnTo>
                      <a:pt x="17" y="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0" name="Freeform 18">
                <a:extLst>
                  <a:ext uri="{FF2B5EF4-FFF2-40B4-BE49-F238E27FC236}">
                    <a16:creationId xmlns:a16="http://schemas.microsoft.com/office/drawing/2014/main" id="{95C8D89B-EC89-4DCB-820B-09F3E08C7D85}"/>
                  </a:ext>
                </a:extLst>
              </p:cNvPr>
              <p:cNvSpPr>
                <a:spLocks noEditPoints="1"/>
              </p:cNvSpPr>
              <p:nvPr/>
            </p:nvSpPr>
            <p:spPr bwMode="auto">
              <a:xfrm>
                <a:off x="7146925" y="2840038"/>
                <a:ext cx="65088" cy="77788"/>
              </a:xfrm>
              <a:custGeom>
                <a:avLst/>
                <a:gdLst>
                  <a:gd name="T0" fmla="*/ 0 w 30"/>
                  <a:gd name="T1" fmla="*/ 0 h 36"/>
                  <a:gd name="T2" fmla="*/ 0 w 30"/>
                  <a:gd name="T3" fmla="*/ 36 h 36"/>
                  <a:gd name="T4" fmla="*/ 13 w 30"/>
                  <a:gd name="T5" fmla="*/ 36 h 36"/>
                  <a:gd name="T6" fmla="*/ 25 w 30"/>
                  <a:gd name="T7" fmla="*/ 31 h 36"/>
                  <a:gd name="T8" fmla="*/ 30 w 30"/>
                  <a:gd name="T9" fmla="*/ 18 h 36"/>
                  <a:gd name="T10" fmla="*/ 25 w 30"/>
                  <a:gd name="T11" fmla="*/ 5 h 36"/>
                  <a:gd name="T12" fmla="*/ 11 w 30"/>
                  <a:gd name="T13" fmla="*/ 0 h 36"/>
                  <a:gd name="T14" fmla="*/ 0 w 30"/>
                  <a:gd name="T15" fmla="*/ 0 h 36"/>
                  <a:gd name="T16" fmla="*/ 8 w 30"/>
                  <a:gd name="T17" fmla="*/ 7 h 36"/>
                  <a:gd name="T18" fmla="*/ 12 w 30"/>
                  <a:gd name="T19" fmla="*/ 7 h 36"/>
                  <a:gd name="T20" fmla="*/ 19 w 30"/>
                  <a:gd name="T21" fmla="*/ 10 h 36"/>
                  <a:gd name="T22" fmla="*/ 21 w 30"/>
                  <a:gd name="T23" fmla="*/ 18 h 36"/>
                  <a:gd name="T24" fmla="*/ 18 w 30"/>
                  <a:gd name="T25" fmla="*/ 27 h 36"/>
                  <a:gd name="T26" fmla="*/ 12 w 30"/>
                  <a:gd name="T27" fmla="*/ 30 h 36"/>
                  <a:gd name="T28" fmla="*/ 8 w 30"/>
                  <a:gd name="T29" fmla="*/ 30 h 36"/>
                  <a:gd name="T30" fmla="*/ 8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2" y="35"/>
                      <a:pt x="25" y="31"/>
                    </a:cubicBezTo>
                    <a:cubicBezTo>
                      <a:pt x="28" y="28"/>
                      <a:pt x="30" y="23"/>
                      <a:pt x="30" y="18"/>
                    </a:cubicBezTo>
                    <a:cubicBezTo>
                      <a:pt x="30" y="13"/>
                      <a:pt x="28" y="8"/>
                      <a:pt x="25" y="5"/>
                    </a:cubicBezTo>
                    <a:cubicBezTo>
                      <a:pt x="22" y="1"/>
                      <a:pt x="18" y="0"/>
                      <a:pt x="11" y="0"/>
                    </a:cubicBezTo>
                    <a:lnTo>
                      <a:pt x="0" y="0"/>
                    </a:lnTo>
                    <a:close/>
                    <a:moveTo>
                      <a:pt x="8" y="7"/>
                    </a:moveTo>
                    <a:cubicBezTo>
                      <a:pt x="12" y="7"/>
                      <a:pt x="12" y="7"/>
                      <a:pt x="12" y="7"/>
                    </a:cubicBezTo>
                    <a:cubicBezTo>
                      <a:pt x="15" y="7"/>
                      <a:pt x="17" y="7"/>
                      <a:pt x="19" y="10"/>
                    </a:cubicBezTo>
                    <a:cubicBezTo>
                      <a:pt x="20" y="12"/>
                      <a:pt x="21" y="15"/>
                      <a:pt x="21" y="18"/>
                    </a:cubicBezTo>
                    <a:cubicBezTo>
                      <a:pt x="21" y="21"/>
                      <a:pt x="20" y="24"/>
                      <a:pt x="18" y="27"/>
                    </a:cubicBezTo>
                    <a:cubicBezTo>
                      <a:pt x="17" y="29"/>
                      <a:pt x="15" y="30"/>
                      <a:pt x="12" y="30"/>
                    </a:cubicBezTo>
                    <a:cubicBezTo>
                      <a:pt x="8" y="30"/>
                      <a:pt x="8" y="30"/>
                      <a:pt x="8" y="30"/>
                    </a:cubicBezTo>
                    <a:lnTo>
                      <a:pt x="8"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1" name="Freeform 19">
                <a:extLst>
                  <a:ext uri="{FF2B5EF4-FFF2-40B4-BE49-F238E27FC236}">
                    <a16:creationId xmlns:a16="http://schemas.microsoft.com/office/drawing/2014/main" id="{F247AA86-E76F-4750-A56D-3DF386B6945D}"/>
                  </a:ext>
                </a:extLst>
              </p:cNvPr>
              <p:cNvSpPr>
                <a:spLocks noEditPoints="1"/>
              </p:cNvSpPr>
              <p:nvPr/>
            </p:nvSpPr>
            <p:spPr bwMode="auto">
              <a:xfrm>
                <a:off x="7246938" y="2840038"/>
                <a:ext cx="68263" cy="77788"/>
              </a:xfrm>
              <a:custGeom>
                <a:avLst/>
                <a:gdLst>
                  <a:gd name="T0" fmla="*/ 28 w 43"/>
                  <a:gd name="T1" fmla="*/ 0 h 49"/>
                  <a:gd name="T2" fmla="*/ 15 w 43"/>
                  <a:gd name="T3" fmla="*/ 0 h 49"/>
                  <a:gd name="T4" fmla="*/ 0 w 43"/>
                  <a:gd name="T5" fmla="*/ 49 h 49"/>
                  <a:gd name="T6" fmla="*/ 9 w 43"/>
                  <a:gd name="T7" fmla="*/ 49 h 49"/>
                  <a:gd name="T8" fmla="*/ 12 w 43"/>
                  <a:gd name="T9" fmla="*/ 40 h 49"/>
                  <a:gd name="T10" fmla="*/ 28 w 43"/>
                  <a:gd name="T11" fmla="*/ 40 h 49"/>
                  <a:gd name="T12" fmla="*/ 31 w 43"/>
                  <a:gd name="T13" fmla="*/ 49 h 49"/>
                  <a:gd name="T14" fmla="*/ 43 w 43"/>
                  <a:gd name="T15" fmla="*/ 49 h 49"/>
                  <a:gd name="T16" fmla="*/ 28 w 43"/>
                  <a:gd name="T17" fmla="*/ 0 h 49"/>
                  <a:gd name="T18" fmla="*/ 15 w 43"/>
                  <a:gd name="T19" fmla="*/ 30 h 49"/>
                  <a:gd name="T20" fmla="*/ 20 w 43"/>
                  <a:gd name="T21" fmla="*/ 12 h 49"/>
                  <a:gd name="T22" fmla="*/ 25 w 43"/>
                  <a:gd name="T23" fmla="*/ 30 h 49"/>
                  <a:gd name="T24" fmla="*/ 15 w 43"/>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9">
                    <a:moveTo>
                      <a:pt x="28" y="0"/>
                    </a:moveTo>
                    <a:lnTo>
                      <a:pt x="15" y="0"/>
                    </a:lnTo>
                    <a:lnTo>
                      <a:pt x="0" y="49"/>
                    </a:lnTo>
                    <a:lnTo>
                      <a:pt x="9" y="49"/>
                    </a:lnTo>
                    <a:lnTo>
                      <a:pt x="12" y="40"/>
                    </a:lnTo>
                    <a:lnTo>
                      <a:pt x="28" y="40"/>
                    </a:lnTo>
                    <a:lnTo>
                      <a:pt x="31" y="49"/>
                    </a:lnTo>
                    <a:lnTo>
                      <a:pt x="43" y="49"/>
                    </a:lnTo>
                    <a:lnTo>
                      <a:pt x="28" y="0"/>
                    </a:lnTo>
                    <a:close/>
                    <a:moveTo>
                      <a:pt x="15" y="30"/>
                    </a:moveTo>
                    <a:lnTo>
                      <a:pt x="20" y="12"/>
                    </a:lnTo>
                    <a:lnTo>
                      <a:pt x="25" y="30"/>
                    </a:lnTo>
                    <a:lnTo>
                      <a:pt x="15" y="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2" name="Freeform 20">
                <a:extLst>
                  <a:ext uri="{FF2B5EF4-FFF2-40B4-BE49-F238E27FC236}">
                    <a16:creationId xmlns:a16="http://schemas.microsoft.com/office/drawing/2014/main" id="{0106E86D-07E7-44D8-BAAD-FE116E6F978E}"/>
                  </a:ext>
                </a:extLst>
              </p:cNvPr>
              <p:cNvSpPr>
                <a:spLocks noEditPoints="1"/>
              </p:cNvSpPr>
              <p:nvPr/>
            </p:nvSpPr>
            <p:spPr bwMode="auto">
              <a:xfrm>
                <a:off x="7324725"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2 w 30"/>
                  <a:gd name="T13" fmla="*/ 0 h 36"/>
                  <a:gd name="T14" fmla="*/ 0 w 30"/>
                  <a:gd name="T15" fmla="*/ 0 h 36"/>
                  <a:gd name="T16" fmla="*/ 9 w 30"/>
                  <a:gd name="T17" fmla="*/ 7 h 36"/>
                  <a:gd name="T18" fmla="*/ 12 w 30"/>
                  <a:gd name="T19" fmla="*/ 7 h 36"/>
                  <a:gd name="T20" fmla="*/ 19 w 30"/>
                  <a:gd name="T21" fmla="*/ 10 h 36"/>
                  <a:gd name="T22" fmla="*/ 22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9" y="0"/>
                      <a:pt x="12" y="0"/>
                    </a:cubicBezTo>
                    <a:lnTo>
                      <a:pt x="0" y="0"/>
                    </a:lnTo>
                    <a:close/>
                    <a:moveTo>
                      <a:pt x="9" y="7"/>
                    </a:moveTo>
                    <a:cubicBezTo>
                      <a:pt x="12" y="7"/>
                      <a:pt x="12" y="7"/>
                      <a:pt x="12" y="7"/>
                    </a:cubicBezTo>
                    <a:cubicBezTo>
                      <a:pt x="15" y="7"/>
                      <a:pt x="17" y="7"/>
                      <a:pt x="19" y="10"/>
                    </a:cubicBezTo>
                    <a:cubicBezTo>
                      <a:pt x="21" y="12"/>
                      <a:pt x="22" y="15"/>
                      <a:pt x="22" y="18"/>
                    </a:cubicBezTo>
                    <a:cubicBezTo>
                      <a:pt x="22" y="21"/>
                      <a:pt x="21" y="24"/>
                      <a:pt x="19" y="27"/>
                    </a:cubicBezTo>
                    <a:cubicBezTo>
                      <a:pt x="17" y="29"/>
                      <a:pt x="15" y="30"/>
                      <a:pt x="12" y="30"/>
                    </a:cubicBezTo>
                    <a:cubicBezTo>
                      <a:pt x="9" y="30"/>
                      <a:pt x="9" y="30"/>
                      <a:pt x="9" y="30"/>
                    </a:cubicBezTo>
                    <a:lnTo>
                      <a:pt x="9"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3" name="Freeform 21">
                <a:extLst>
                  <a:ext uri="{FF2B5EF4-FFF2-40B4-BE49-F238E27FC236}">
                    <a16:creationId xmlns:a16="http://schemas.microsoft.com/office/drawing/2014/main" id="{666D8E34-9C82-4FCF-9FD0-B3DAAB8A71EB}"/>
                  </a:ext>
                </a:extLst>
              </p:cNvPr>
              <p:cNvSpPr>
                <a:spLocks noEditPoints="1"/>
              </p:cNvSpPr>
              <p:nvPr/>
            </p:nvSpPr>
            <p:spPr bwMode="auto">
              <a:xfrm>
                <a:off x="7397750"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6 w 31"/>
                  <a:gd name="T19" fmla="*/ 7 h 38"/>
                  <a:gd name="T20" fmla="*/ 21 w 31"/>
                  <a:gd name="T21" fmla="*/ 10 h 38"/>
                  <a:gd name="T22" fmla="*/ 22 w 31"/>
                  <a:gd name="T23" fmla="*/ 19 h 38"/>
                  <a:gd name="T24" fmla="*/ 16 w 31"/>
                  <a:gd name="T25" fmla="*/ 31 h 38"/>
                  <a:gd name="T26" fmla="*/ 9 w 31"/>
                  <a:gd name="T27" fmla="*/ 19 h 38"/>
                  <a:gd name="T28" fmla="*/ 16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2" y="9"/>
                      <a:pt x="0" y="14"/>
                      <a:pt x="0" y="19"/>
                    </a:cubicBezTo>
                    <a:cubicBezTo>
                      <a:pt x="0" y="24"/>
                      <a:pt x="2" y="29"/>
                      <a:pt x="4" y="33"/>
                    </a:cubicBezTo>
                    <a:cubicBezTo>
                      <a:pt x="7" y="36"/>
                      <a:pt x="11" y="38"/>
                      <a:pt x="15" y="38"/>
                    </a:cubicBezTo>
                    <a:cubicBezTo>
                      <a:pt x="20" y="38"/>
                      <a:pt x="25" y="36"/>
                      <a:pt x="27" y="33"/>
                    </a:cubicBezTo>
                    <a:cubicBezTo>
                      <a:pt x="30" y="29"/>
                      <a:pt x="31" y="24"/>
                      <a:pt x="31" y="19"/>
                    </a:cubicBezTo>
                    <a:cubicBezTo>
                      <a:pt x="31" y="14"/>
                      <a:pt x="30" y="9"/>
                      <a:pt x="27" y="6"/>
                    </a:cubicBezTo>
                    <a:cubicBezTo>
                      <a:pt x="25" y="2"/>
                      <a:pt x="21" y="0"/>
                      <a:pt x="16" y="0"/>
                    </a:cubicBezTo>
                    <a:moveTo>
                      <a:pt x="16" y="7"/>
                    </a:moveTo>
                    <a:cubicBezTo>
                      <a:pt x="18" y="7"/>
                      <a:pt x="20" y="8"/>
                      <a:pt x="21" y="10"/>
                    </a:cubicBezTo>
                    <a:cubicBezTo>
                      <a:pt x="22" y="12"/>
                      <a:pt x="22" y="15"/>
                      <a:pt x="22" y="19"/>
                    </a:cubicBezTo>
                    <a:cubicBezTo>
                      <a:pt x="22" y="27"/>
                      <a:pt x="20" y="31"/>
                      <a:pt x="16" y="31"/>
                    </a:cubicBezTo>
                    <a:cubicBezTo>
                      <a:pt x="11" y="31"/>
                      <a:pt x="9" y="27"/>
                      <a:pt x="9" y="19"/>
                    </a:cubicBezTo>
                    <a:cubicBezTo>
                      <a:pt x="9" y="11"/>
                      <a:pt x="11" y="7"/>
                      <a:pt x="16" y="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4" name="Freeform 22">
                <a:extLst>
                  <a:ext uri="{FF2B5EF4-FFF2-40B4-BE49-F238E27FC236}">
                    <a16:creationId xmlns:a16="http://schemas.microsoft.com/office/drawing/2014/main" id="{89A08A6E-99AC-4740-A3D4-24006FD9E2E6}"/>
                  </a:ext>
                </a:extLst>
              </p:cNvPr>
              <p:cNvSpPr>
                <a:spLocks/>
              </p:cNvSpPr>
              <p:nvPr/>
            </p:nvSpPr>
            <p:spPr bwMode="auto">
              <a:xfrm>
                <a:off x="7478713" y="2840038"/>
                <a:ext cx="49213" cy="77788"/>
              </a:xfrm>
              <a:custGeom>
                <a:avLst/>
                <a:gdLst>
                  <a:gd name="T0" fmla="*/ 10 w 31"/>
                  <a:gd name="T1" fmla="*/ 40 h 49"/>
                  <a:gd name="T2" fmla="*/ 10 w 31"/>
                  <a:gd name="T3" fmla="*/ 0 h 49"/>
                  <a:gd name="T4" fmla="*/ 0 w 31"/>
                  <a:gd name="T5" fmla="*/ 0 h 49"/>
                  <a:gd name="T6" fmla="*/ 0 w 31"/>
                  <a:gd name="T7" fmla="*/ 49 h 49"/>
                  <a:gd name="T8" fmla="*/ 31 w 31"/>
                  <a:gd name="T9" fmla="*/ 49 h 49"/>
                  <a:gd name="T10" fmla="*/ 31 w 31"/>
                  <a:gd name="T11" fmla="*/ 40 h 49"/>
                  <a:gd name="T12" fmla="*/ 10 w 31"/>
                  <a:gd name="T13" fmla="*/ 40 h 49"/>
                </a:gdLst>
                <a:ahLst/>
                <a:cxnLst>
                  <a:cxn ang="0">
                    <a:pos x="T0" y="T1"/>
                  </a:cxn>
                  <a:cxn ang="0">
                    <a:pos x="T2" y="T3"/>
                  </a:cxn>
                  <a:cxn ang="0">
                    <a:pos x="T4" y="T5"/>
                  </a:cxn>
                  <a:cxn ang="0">
                    <a:pos x="T6" y="T7"/>
                  </a:cxn>
                  <a:cxn ang="0">
                    <a:pos x="T8" y="T9"/>
                  </a:cxn>
                  <a:cxn ang="0">
                    <a:pos x="T10" y="T11"/>
                  </a:cxn>
                  <a:cxn ang="0">
                    <a:pos x="T12" y="T13"/>
                  </a:cxn>
                </a:cxnLst>
                <a:rect l="0" t="0" r="r" b="b"/>
                <a:pathLst>
                  <a:path w="31" h="49">
                    <a:moveTo>
                      <a:pt x="10" y="40"/>
                    </a:moveTo>
                    <a:lnTo>
                      <a:pt x="10" y="0"/>
                    </a:lnTo>
                    <a:lnTo>
                      <a:pt x="0" y="0"/>
                    </a:lnTo>
                    <a:lnTo>
                      <a:pt x="0" y="49"/>
                    </a:lnTo>
                    <a:lnTo>
                      <a:pt x="31" y="49"/>
                    </a:lnTo>
                    <a:lnTo>
                      <a:pt x="31" y="40"/>
                    </a:lnTo>
                    <a:lnTo>
                      <a:pt x="10" y="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5" name="Freeform 23">
                <a:extLst>
                  <a:ext uri="{FF2B5EF4-FFF2-40B4-BE49-F238E27FC236}">
                    <a16:creationId xmlns:a16="http://schemas.microsoft.com/office/drawing/2014/main" id="{3374E897-2561-4A01-A07E-4F65EFA90D8F}"/>
                  </a:ext>
                </a:extLst>
              </p:cNvPr>
              <p:cNvSpPr>
                <a:spLocks/>
              </p:cNvSpPr>
              <p:nvPr/>
            </p:nvSpPr>
            <p:spPr bwMode="auto">
              <a:xfrm>
                <a:off x="7535863" y="2840038"/>
                <a:ext cx="57150" cy="77788"/>
              </a:xfrm>
              <a:custGeom>
                <a:avLst/>
                <a:gdLst>
                  <a:gd name="T0" fmla="*/ 36 w 36"/>
                  <a:gd name="T1" fmla="*/ 10 h 49"/>
                  <a:gd name="T2" fmla="*/ 36 w 36"/>
                  <a:gd name="T3" fmla="*/ 0 h 49"/>
                  <a:gd name="T4" fmla="*/ 0 w 36"/>
                  <a:gd name="T5" fmla="*/ 0 h 49"/>
                  <a:gd name="T6" fmla="*/ 0 w 36"/>
                  <a:gd name="T7" fmla="*/ 49 h 49"/>
                  <a:gd name="T8" fmla="*/ 13 w 36"/>
                  <a:gd name="T9" fmla="*/ 49 h 49"/>
                  <a:gd name="T10" fmla="*/ 13 w 36"/>
                  <a:gd name="T11" fmla="*/ 30 h 49"/>
                  <a:gd name="T12" fmla="*/ 32 w 36"/>
                  <a:gd name="T13" fmla="*/ 30 h 49"/>
                  <a:gd name="T14" fmla="*/ 32 w 36"/>
                  <a:gd name="T15" fmla="*/ 21 h 49"/>
                  <a:gd name="T16" fmla="*/ 13 w 36"/>
                  <a:gd name="T17" fmla="*/ 21 h 49"/>
                  <a:gd name="T18" fmla="*/ 13 w 36"/>
                  <a:gd name="T19" fmla="*/ 10 h 49"/>
                  <a:gd name="T20" fmla="*/ 36 w 36"/>
                  <a:gd name="T21"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49">
                    <a:moveTo>
                      <a:pt x="36" y="10"/>
                    </a:moveTo>
                    <a:lnTo>
                      <a:pt x="36" y="0"/>
                    </a:lnTo>
                    <a:lnTo>
                      <a:pt x="0" y="0"/>
                    </a:lnTo>
                    <a:lnTo>
                      <a:pt x="0" y="49"/>
                    </a:lnTo>
                    <a:lnTo>
                      <a:pt x="13" y="49"/>
                    </a:lnTo>
                    <a:lnTo>
                      <a:pt x="13" y="30"/>
                    </a:lnTo>
                    <a:lnTo>
                      <a:pt x="32" y="30"/>
                    </a:lnTo>
                    <a:lnTo>
                      <a:pt x="32" y="21"/>
                    </a:lnTo>
                    <a:lnTo>
                      <a:pt x="13" y="21"/>
                    </a:lnTo>
                    <a:lnTo>
                      <a:pt x="13" y="10"/>
                    </a:lnTo>
                    <a:lnTo>
                      <a:pt x="36"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6" name="Freeform 24">
                <a:extLst>
                  <a:ext uri="{FF2B5EF4-FFF2-40B4-BE49-F238E27FC236}">
                    <a16:creationId xmlns:a16="http://schemas.microsoft.com/office/drawing/2014/main" id="{07E210E5-5CAC-47B9-8BD4-F85014E14EAD}"/>
                  </a:ext>
                </a:extLst>
              </p:cNvPr>
              <p:cNvSpPr>
                <a:spLocks noEditPoints="1"/>
              </p:cNvSpPr>
              <p:nvPr/>
            </p:nvSpPr>
            <p:spPr bwMode="auto">
              <a:xfrm>
                <a:off x="7599363"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5 w 31"/>
                  <a:gd name="T19" fmla="*/ 7 h 38"/>
                  <a:gd name="T20" fmla="*/ 21 w 31"/>
                  <a:gd name="T21" fmla="*/ 10 h 38"/>
                  <a:gd name="T22" fmla="*/ 22 w 31"/>
                  <a:gd name="T23" fmla="*/ 19 h 38"/>
                  <a:gd name="T24" fmla="*/ 15 w 31"/>
                  <a:gd name="T25" fmla="*/ 31 h 38"/>
                  <a:gd name="T26" fmla="*/ 9 w 31"/>
                  <a:gd name="T27" fmla="*/ 19 h 38"/>
                  <a:gd name="T28" fmla="*/ 15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1" y="9"/>
                      <a:pt x="0" y="14"/>
                      <a:pt x="0" y="19"/>
                    </a:cubicBezTo>
                    <a:cubicBezTo>
                      <a:pt x="0" y="24"/>
                      <a:pt x="1" y="29"/>
                      <a:pt x="4" y="33"/>
                    </a:cubicBezTo>
                    <a:cubicBezTo>
                      <a:pt x="7" y="36"/>
                      <a:pt x="11" y="38"/>
                      <a:pt x="15" y="38"/>
                    </a:cubicBezTo>
                    <a:cubicBezTo>
                      <a:pt x="20" y="38"/>
                      <a:pt x="24" y="36"/>
                      <a:pt x="27" y="33"/>
                    </a:cubicBezTo>
                    <a:cubicBezTo>
                      <a:pt x="29" y="29"/>
                      <a:pt x="31" y="24"/>
                      <a:pt x="31" y="19"/>
                    </a:cubicBezTo>
                    <a:cubicBezTo>
                      <a:pt x="31" y="14"/>
                      <a:pt x="30" y="9"/>
                      <a:pt x="27" y="6"/>
                    </a:cubicBezTo>
                    <a:cubicBezTo>
                      <a:pt x="24" y="2"/>
                      <a:pt x="20" y="0"/>
                      <a:pt x="16" y="0"/>
                    </a:cubicBezTo>
                    <a:moveTo>
                      <a:pt x="15" y="7"/>
                    </a:moveTo>
                    <a:cubicBezTo>
                      <a:pt x="18" y="7"/>
                      <a:pt x="19" y="8"/>
                      <a:pt x="21" y="10"/>
                    </a:cubicBezTo>
                    <a:cubicBezTo>
                      <a:pt x="22" y="12"/>
                      <a:pt x="22" y="15"/>
                      <a:pt x="22" y="19"/>
                    </a:cubicBezTo>
                    <a:cubicBezTo>
                      <a:pt x="22" y="27"/>
                      <a:pt x="20" y="31"/>
                      <a:pt x="15" y="31"/>
                    </a:cubicBezTo>
                    <a:cubicBezTo>
                      <a:pt x="11" y="31"/>
                      <a:pt x="9" y="27"/>
                      <a:pt x="9" y="19"/>
                    </a:cubicBezTo>
                    <a:cubicBezTo>
                      <a:pt x="9" y="11"/>
                      <a:pt x="11" y="7"/>
                      <a:pt x="15" y="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7" name="Rectangle 25">
                <a:extLst>
                  <a:ext uri="{FF2B5EF4-FFF2-40B4-BE49-F238E27FC236}">
                    <a16:creationId xmlns:a16="http://schemas.microsoft.com/office/drawing/2014/main" id="{A9F078EA-6AC7-4789-A4D7-9BFC8EE2FEB4}"/>
                  </a:ext>
                </a:extLst>
              </p:cNvPr>
              <p:cNvSpPr>
                <a:spLocks noChangeArrowheads="1"/>
              </p:cNvSpPr>
              <p:nvPr/>
            </p:nvSpPr>
            <p:spPr bwMode="auto">
              <a:xfrm>
                <a:off x="7707313" y="2840038"/>
                <a:ext cx="19050" cy="77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8" name="Freeform 26">
                <a:extLst>
                  <a:ext uri="{FF2B5EF4-FFF2-40B4-BE49-F238E27FC236}">
                    <a16:creationId xmlns:a16="http://schemas.microsoft.com/office/drawing/2014/main" id="{1D579FA9-EC9E-4E9C-B1D0-C2AC098E22AC}"/>
                  </a:ext>
                </a:extLst>
              </p:cNvPr>
              <p:cNvSpPr>
                <a:spLocks noEditPoints="1"/>
              </p:cNvSpPr>
              <p:nvPr/>
            </p:nvSpPr>
            <p:spPr bwMode="auto">
              <a:xfrm>
                <a:off x="7742238" y="2840038"/>
                <a:ext cx="65088" cy="77788"/>
              </a:xfrm>
              <a:custGeom>
                <a:avLst/>
                <a:gdLst>
                  <a:gd name="T0" fmla="*/ 0 w 30"/>
                  <a:gd name="T1" fmla="*/ 0 h 36"/>
                  <a:gd name="T2" fmla="*/ 0 w 30"/>
                  <a:gd name="T3" fmla="*/ 36 h 36"/>
                  <a:gd name="T4" fmla="*/ 17 w 30"/>
                  <a:gd name="T5" fmla="*/ 36 h 36"/>
                  <a:gd name="T6" fmla="*/ 27 w 30"/>
                  <a:gd name="T7" fmla="*/ 34 h 36"/>
                  <a:gd name="T8" fmla="*/ 30 w 30"/>
                  <a:gd name="T9" fmla="*/ 26 h 36"/>
                  <a:gd name="T10" fmla="*/ 27 w 30"/>
                  <a:gd name="T11" fmla="*/ 20 h 36"/>
                  <a:gd name="T12" fmla="*/ 23 w 30"/>
                  <a:gd name="T13" fmla="*/ 17 h 36"/>
                  <a:gd name="T14" fmla="*/ 29 w 30"/>
                  <a:gd name="T15" fmla="*/ 9 h 36"/>
                  <a:gd name="T16" fmla="*/ 26 w 30"/>
                  <a:gd name="T17" fmla="*/ 2 h 36"/>
                  <a:gd name="T18" fmla="*/ 17 w 30"/>
                  <a:gd name="T19" fmla="*/ 0 h 36"/>
                  <a:gd name="T20" fmla="*/ 0 w 30"/>
                  <a:gd name="T21" fmla="*/ 0 h 36"/>
                  <a:gd name="T22" fmla="*/ 9 w 30"/>
                  <a:gd name="T23" fmla="*/ 6 h 36"/>
                  <a:gd name="T24" fmla="*/ 14 w 30"/>
                  <a:gd name="T25" fmla="*/ 6 h 36"/>
                  <a:gd name="T26" fmla="*/ 19 w 30"/>
                  <a:gd name="T27" fmla="*/ 7 h 36"/>
                  <a:gd name="T28" fmla="*/ 20 w 30"/>
                  <a:gd name="T29" fmla="*/ 10 h 36"/>
                  <a:gd name="T30" fmla="*/ 19 w 30"/>
                  <a:gd name="T31" fmla="*/ 13 h 36"/>
                  <a:gd name="T32" fmla="*/ 15 w 30"/>
                  <a:gd name="T33" fmla="*/ 14 h 36"/>
                  <a:gd name="T34" fmla="*/ 9 w 30"/>
                  <a:gd name="T35" fmla="*/ 14 h 36"/>
                  <a:gd name="T36" fmla="*/ 9 w 30"/>
                  <a:gd name="T37" fmla="*/ 6 h 36"/>
                  <a:gd name="T38" fmla="*/ 9 w 30"/>
                  <a:gd name="T39" fmla="*/ 21 h 36"/>
                  <a:gd name="T40" fmla="*/ 16 w 30"/>
                  <a:gd name="T41" fmla="*/ 21 h 36"/>
                  <a:gd name="T42" fmla="*/ 21 w 30"/>
                  <a:gd name="T43" fmla="*/ 25 h 36"/>
                  <a:gd name="T44" fmla="*/ 19 w 30"/>
                  <a:gd name="T45" fmla="*/ 29 h 36"/>
                  <a:gd name="T46" fmla="*/ 15 w 30"/>
                  <a:gd name="T47" fmla="*/ 30 h 36"/>
                  <a:gd name="T48" fmla="*/ 9 w 30"/>
                  <a:gd name="T49" fmla="*/ 30 h 36"/>
                  <a:gd name="T50" fmla="*/ 9 w 30"/>
                  <a:gd name="T51"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 h="36">
                    <a:moveTo>
                      <a:pt x="0" y="0"/>
                    </a:moveTo>
                    <a:cubicBezTo>
                      <a:pt x="0" y="36"/>
                      <a:pt x="0" y="36"/>
                      <a:pt x="0" y="36"/>
                    </a:cubicBezTo>
                    <a:cubicBezTo>
                      <a:pt x="17" y="36"/>
                      <a:pt x="17" y="36"/>
                      <a:pt x="17" y="36"/>
                    </a:cubicBezTo>
                    <a:cubicBezTo>
                      <a:pt x="22" y="36"/>
                      <a:pt x="25" y="36"/>
                      <a:pt x="27" y="34"/>
                    </a:cubicBezTo>
                    <a:cubicBezTo>
                      <a:pt x="29" y="32"/>
                      <a:pt x="30" y="29"/>
                      <a:pt x="30" y="26"/>
                    </a:cubicBezTo>
                    <a:cubicBezTo>
                      <a:pt x="30" y="24"/>
                      <a:pt x="29" y="21"/>
                      <a:pt x="27" y="20"/>
                    </a:cubicBezTo>
                    <a:cubicBezTo>
                      <a:pt x="26" y="18"/>
                      <a:pt x="25" y="18"/>
                      <a:pt x="23" y="17"/>
                    </a:cubicBezTo>
                    <a:cubicBezTo>
                      <a:pt x="27" y="16"/>
                      <a:pt x="29" y="13"/>
                      <a:pt x="29" y="9"/>
                    </a:cubicBezTo>
                    <a:cubicBezTo>
                      <a:pt x="29" y="6"/>
                      <a:pt x="28" y="4"/>
                      <a:pt x="26" y="2"/>
                    </a:cubicBezTo>
                    <a:cubicBezTo>
                      <a:pt x="24" y="0"/>
                      <a:pt x="21" y="0"/>
                      <a:pt x="17" y="0"/>
                    </a:cubicBezTo>
                    <a:lnTo>
                      <a:pt x="0" y="0"/>
                    </a:lnTo>
                    <a:close/>
                    <a:moveTo>
                      <a:pt x="9" y="6"/>
                    </a:moveTo>
                    <a:cubicBezTo>
                      <a:pt x="14" y="6"/>
                      <a:pt x="14" y="6"/>
                      <a:pt x="14" y="6"/>
                    </a:cubicBezTo>
                    <a:cubicBezTo>
                      <a:pt x="18" y="6"/>
                      <a:pt x="18" y="6"/>
                      <a:pt x="19" y="7"/>
                    </a:cubicBezTo>
                    <a:cubicBezTo>
                      <a:pt x="20" y="8"/>
                      <a:pt x="20" y="9"/>
                      <a:pt x="20" y="10"/>
                    </a:cubicBezTo>
                    <a:cubicBezTo>
                      <a:pt x="20" y="12"/>
                      <a:pt x="20" y="13"/>
                      <a:pt x="19" y="13"/>
                    </a:cubicBezTo>
                    <a:cubicBezTo>
                      <a:pt x="18" y="14"/>
                      <a:pt x="17" y="14"/>
                      <a:pt x="15" y="14"/>
                    </a:cubicBezTo>
                    <a:cubicBezTo>
                      <a:pt x="9" y="14"/>
                      <a:pt x="9" y="14"/>
                      <a:pt x="9" y="14"/>
                    </a:cubicBezTo>
                    <a:lnTo>
                      <a:pt x="9" y="6"/>
                    </a:lnTo>
                    <a:close/>
                    <a:moveTo>
                      <a:pt x="9" y="21"/>
                    </a:moveTo>
                    <a:cubicBezTo>
                      <a:pt x="16" y="21"/>
                      <a:pt x="16" y="21"/>
                      <a:pt x="16" y="21"/>
                    </a:cubicBezTo>
                    <a:cubicBezTo>
                      <a:pt x="19" y="21"/>
                      <a:pt x="21" y="22"/>
                      <a:pt x="21" y="25"/>
                    </a:cubicBezTo>
                    <a:cubicBezTo>
                      <a:pt x="21" y="27"/>
                      <a:pt x="20" y="28"/>
                      <a:pt x="19" y="29"/>
                    </a:cubicBezTo>
                    <a:cubicBezTo>
                      <a:pt x="18" y="29"/>
                      <a:pt x="17" y="30"/>
                      <a:pt x="15" y="30"/>
                    </a:cubicBezTo>
                    <a:cubicBezTo>
                      <a:pt x="9" y="30"/>
                      <a:pt x="9" y="30"/>
                      <a:pt x="9" y="30"/>
                    </a:cubicBezTo>
                    <a:lnTo>
                      <a:pt x="9" y="2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0" name="Freeform 27">
                <a:extLst>
                  <a:ext uri="{FF2B5EF4-FFF2-40B4-BE49-F238E27FC236}">
                    <a16:creationId xmlns:a16="http://schemas.microsoft.com/office/drawing/2014/main" id="{11585D17-04B8-4960-BF6E-3A1F756E5BCD}"/>
                  </a:ext>
                </a:extLst>
              </p:cNvPr>
              <p:cNvSpPr>
                <a:spLocks noEditPoints="1"/>
              </p:cNvSpPr>
              <p:nvPr/>
            </p:nvSpPr>
            <p:spPr bwMode="auto">
              <a:xfrm>
                <a:off x="7812088" y="2814638"/>
                <a:ext cx="71438" cy="103188"/>
              </a:xfrm>
              <a:custGeom>
                <a:avLst/>
                <a:gdLst>
                  <a:gd name="T0" fmla="*/ 30 w 45"/>
                  <a:gd name="T1" fmla="*/ 16 h 65"/>
                  <a:gd name="T2" fmla="*/ 16 w 45"/>
                  <a:gd name="T3" fmla="*/ 16 h 65"/>
                  <a:gd name="T4" fmla="*/ 0 w 45"/>
                  <a:gd name="T5" fmla="*/ 65 h 65"/>
                  <a:gd name="T6" fmla="*/ 9 w 45"/>
                  <a:gd name="T7" fmla="*/ 65 h 65"/>
                  <a:gd name="T8" fmla="*/ 13 w 45"/>
                  <a:gd name="T9" fmla="*/ 56 h 65"/>
                  <a:gd name="T10" fmla="*/ 30 w 45"/>
                  <a:gd name="T11" fmla="*/ 56 h 65"/>
                  <a:gd name="T12" fmla="*/ 32 w 45"/>
                  <a:gd name="T13" fmla="*/ 65 h 65"/>
                  <a:gd name="T14" fmla="*/ 45 w 45"/>
                  <a:gd name="T15" fmla="*/ 65 h 65"/>
                  <a:gd name="T16" fmla="*/ 30 w 45"/>
                  <a:gd name="T17" fmla="*/ 16 h 65"/>
                  <a:gd name="T18" fmla="*/ 16 w 45"/>
                  <a:gd name="T19" fmla="*/ 46 h 65"/>
                  <a:gd name="T20" fmla="*/ 21 w 45"/>
                  <a:gd name="T21" fmla="*/ 28 h 65"/>
                  <a:gd name="T22" fmla="*/ 27 w 45"/>
                  <a:gd name="T23" fmla="*/ 46 h 65"/>
                  <a:gd name="T24" fmla="*/ 16 w 45"/>
                  <a:gd name="T25" fmla="*/ 46 h 65"/>
                  <a:gd name="T26" fmla="*/ 32 w 45"/>
                  <a:gd name="T27" fmla="*/ 0 h 65"/>
                  <a:gd name="T28" fmla="*/ 16 w 45"/>
                  <a:gd name="T29" fmla="*/ 8 h 65"/>
                  <a:gd name="T30" fmla="*/ 19 w 45"/>
                  <a:gd name="T31" fmla="*/ 12 h 65"/>
                  <a:gd name="T32" fmla="*/ 35 w 45"/>
                  <a:gd name="T33" fmla="*/ 7 h 65"/>
                  <a:gd name="T34" fmla="*/ 32 w 45"/>
                  <a:gd name="T3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 h="65">
                    <a:moveTo>
                      <a:pt x="30" y="16"/>
                    </a:moveTo>
                    <a:lnTo>
                      <a:pt x="16" y="16"/>
                    </a:lnTo>
                    <a:lnTo>
                      <a:pt x="0" y="65"/>
                    </a:lnTo>
                    <a:lnTo>
                      <a:pt x="9" y="65"/>
                    </a:lnTo>
                    <a:lnTo>
                      <a:pt x="13" y="56"/>
                    </a:lnTo>
                    <a:lnTo>
                      <a:pt x="30" y="56"/>
                    </a:lnTo>
                    <a:lnTo>
                      <a:pt x="32" y="65"/>
                    </a:lnTo>
                    <a:lnTo>
                      <a:pt x="45" y="65"/>
                    </a:lnTo>
                    <a:lnTo>
                      <a:pt x="30" y="16"/>
                    </a:lnTo>
                    <a:close/>
                    <a:moveTo>
                      <a:pt x="16" y="46"/>
                    </a:moveTo>
                    <a:lnTo>
                      <a:pt x="21" y="28"/>
                    </a:lnTo>
                    <a:lnTo>
                      <a:pt x="27" y="46"/>
                    </a:lnTo>
                    <a:lnTo>
                      <a:pt x="16" y="46"/>
                    </a:lnTo>
                    <a:close/>
                    <a:moveTo>
                      <a:pt x="32" y="0"/>
                    </a:moveTo>
                    <a:lnTo>
                      <a:pt x="16" y="8"/>
                    </a:lnTo>
                    <a:lnTo>
                      <a:pt x="19" y="12"/>
                    </a:lnTo>
                    <a:lnTo>
                      <a:pt x="35" y="7"/>
                    </a:lnTo>
                    <a:lnTo>
                      <a:pt x="3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1" name="Freeform 28">
                <a:extLst>
                  <a:ext uri="{FF2B5EF4-FFF2-40B4-BE49-F238E27FC236}">
                    <a16:creationId xmlns:a16="http://schemas.microsoft.com/office/drawing/2014/main" id="{B25FF06A-A471-48CC-834B-642F5620B7F4}"/>
                  </a:ext>
                </a:extLst>
              </p:cNvPr>
              <p:cNvSpPr>
                <a:spLocks noEditPoints="1"/>
              </p:cNvSpPr>
              <p:nvPr/>
            </p:nvSpPr>
            <p:spPr bwMode="auto">
              <a:xfrm>
                <a:off x="7891463" y="2816225"/>
                <a:ext cx="60325" cy="101600"/>
              </a:xfrm>
              <a:custGeom>
                <a:avLst/>
                <a:gdLst>
                  <a:gd name="T0" fmla="*/ 28 w 28"/>
                  <a:gd name="T1" fmla="*/ 11 h 47"/>
                  <a:gd name="T2" fmla="*/ 21 w 28"/>
                  <a:gd name="T3" fmla="*/ 11 h 47"/>
                  <a:gd name="T4" fmla="*/ 21 w 28"/>
                  <a:gd name="T5" fmla="*/ 30 h 47"/>
                  <a:gd name="T6" fmla="*/ 22 w 28"/>
                  <a:gd name="T7" fmla="*/ 32 h 47"/>
                  <a:gd name="T8" fmla="*/ 9 w 28"/>
                  <a:gd name="T9" fmla="*/ 11 h 47"/>
                  <a:gd name="T10" fmla="*/ 0 w 28"/>
                  <a:gd name="T11" fmla="*/ 11 h 47"/>
                  <a:gd name="T12" fmla="*/ 0 w 28"/>
                  <a:gd name="T13" fmla="*/ 47 h 47"/>
                  <a:gd name="T14" fmla="*/ 7 w 28"/>
                  <a:gd name="T15" fmla="*/ 47 h 47"/>
                  <a:gd name="T16" fmla="*/ 7 w 28"/>
                  <a:gd name="T17" fmla="*/ 26 h 47"/>
                  <a:gd name="T18" fmla="*/ 6 w 28"/>
                  <a:gd name="T19" fmla="*/ 24 h 47"/>
                  <a:gd name="T20" fmla="*/ 6 w 28"/>
                  <a:gd name="T21" fmla="*/ 23 h 47"/>
                  <a:gd name="T22" fmla="*/ 21 w 28"/>
                  <a:gd name="T23" fmla="*/ 47 h 47"/>
                  <a:gd name="T24" fmla="*/ 28 w 28"/>
                  <a:gd name="T25" fmla="*/ 47 h 47"/>
                  <a:gd name="T26" fmla="*/ 28 w 28"/>
                  <a:gd name="T27" fmla="*/ 11 h 47"/>
                  <a:gd name="T28" fmla="*/ 22 w 28"/>
                  <a:gd name="T29" fmla="*/ 0 h 47"/>
                  <a:gd name="T30" fmla="*/ 18 w 28"/>
                  <a:gd name="T31" fmla="*/ 3 h 47"/>
                  <a:gd name="T32" fmla="*/ 15 w 28"/>
                  <a:gd name="T33" fmla="*/ 2 h 47"/>
                  <a:gd name="T34" fmla="*/ 11 w 28"/>
                  <a:gd name="T35" fmla="*/ 1 h 47"/>
                  <a:gd name="T36" fmla="*/ 5 w 28"/>
                  <a:gd name="T37" fmla="*/ 4 h 47"/>
                  <a:gd name="T38" fmla="*/ 7 w 28"/>
                  <a:gd name="T39" fmla="*/ 7 h 47"/>
                  <a:gd name="T40" fmla="*/ 11 w 28"/>
                  <a:gd name="T41" fmla="*/ 5 h 47"/>
                  <a:gd name="T42" fmla="*/ 13 w 28"/>
                  <a:gd name="T43" fmla="*/ 5 h 47"/>
                  <a:gd name="T44" fmla="*/ 18 w 28"/>
                  <a:gd name="T45" fmla="*/ 7 h 47"/>
                  <a:gd name="T46" fmla="*/ 24 w 28"/>
                  <a:gd name="T47" fmla="*/ 3 h 47"/>
                  <a:gd name="T48" fmla="*/ 22 w 28"/>
                  <a:gd name="T4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47">
                    <a:moveTo>
                      <a:pt x="28" y="11"/>
                    </a:moveTo>
                    <a:cubicBezTo>
                      <a:pt x="21" y="11"/>
                      <a:pt x="21" y="11"/>
                      <a:pt x="21" y="11"/>
                    </a:cubicBezTo>
                    <a:cubicBezTo>
                      <a:pt x="21" y="30"/>
                      <a:pt x="21" y="30"/>
                      <a:pt x="21" y="30"/>
                    </a:cubicBezTo>
                    <a:cubicBezTo>
                      <a:pt x="21" y="31"/>
                      <a:pt x="21" y="31"/>
                      <a:pt x="22" y="32"/>
                    </a:cubicBezTo>
                    <a:cubicBezTo>
                      <a:pt x="9" y="11"/>
                      <a:pt x="9" y="11"/>
                      <a:pt x="9" y="11"/>
                    </a:cubicBezTo>
                    <a:cubicBezTo>
                      <a:pt x="0" y="11"/>
                      <a:pt x="0" y="11"/>
                      <a:pt x="0" y="11"/>
                    </a:cubicBezTo>
                    <a:cubicBezTo>
                      <a:pt x="0" y="47"/>
                      <a:pt x="0" y="47"/>
                      <a:pt x="0" y="47"/>
                    </a:cubicBezTo>
                    <a:cubicBezTo>
                      <a:pt x="7" y="47"/>
                      <a:pt x="7" y="47"/>
                      <a:pt x="7" y="47"/>
                    </a:cubicBezTo>
                    <a:cubicBezTo>
                      <a:pt x="7" y="26"/>
                      <a:pt x="7" y="26"/>
                      <a:pt x="7" y="26"/>
                    </a:cubicBezTo>
                    <a:cubicBezTo>
                      <a:pt x="6" y="24"/>
                      <a:pt x="6" y="24"/>
                      <a:pt x="6" y="24"/>
                    </a:cubicBezTo>
                    <a:cubicBezTo>
                      <a:pt x="6" y="23"/>
                      <a:pt x="6" y="23"/>
                      <a:pt x="6" y="23"/>
                    </a:cubicBezTo>
                    <a:cubicBezTo>
                      <a:pt x="21" y="47"/>
                      <a:pt x="21" y="47"/>
                      <a:pt x="21" y="47"/>
                    </a:cubicBezTo>
                    <a:cubicBezTo>
                      <a:pt x="28" y="47"/>
                      <a:pt x="28" y="47"/>
                      <a:pt x="28" y="47"/>
                    </a:cubicBezTo>
                    <a:lnTo>
                      <a:pt x="28" y="11"/>
                    </a:lnTo>
                    <a:close/>
                    <a:moveTo>
                      <a:pt x="22" y="0"/>
                    </a:moveTo>
                    <a:cubicBezTo>
                      <a:pt x="21" y="2"/>
                      <a:pt x="19" y="3"/>
                      <a:pt x="18" y="3"/>
                    </a:cubicBezTo>
                    <a:cubicBezTo>
                      <a:pt x="17" y="3"/>
                      <a:pt x="16" y="2"/>
                      <a:pt x="15" y="2"/>
                    </a:cubicBezTo>
                    <a:cubicBezTo>
                      <a:pt x="13" y="1"/>
                      <a:pt x="12" y="1"/>
                      <a:pt x="11" y="1"/>
                    </a:cubicBezTo>
                    <a:cubicBezTo>
                      <a:pt x="9" y="1"/>
                      <a:pt x="7" y="2"/>
                      <a:pt x="5" y="4"/>
                    </a:cubicBezTo>
                    <a:cubicBezTo>
                      <a:pt x="7" y="7"/>
                      <a:pt x="7" y="7"/>
                      <a:pt x="7" y="7"/>
                    </a:cubicBezTo>
                    <a:cubicBezTo>
                      <a:pt x="9" y="5"/>
                      <a:pt x="10" y="5"/>
                      <a:pt x="11" y="5"/>
                    </a:cubicBezTo>
                    <a:cubicBezTo>
                      <a:pt x="12" y="5"/>
                      <a:pt x="12" y="5"/>
                      <a:pt x="13" y="5"/>
                    </a:cubicBezTo>
                    <a:cubicBezTo>
                      <a:pt x="16" y="7"/>
                      <a:pt x="16" y="7"/>
                      <a:pt x="18" y="7"/>
                    </a:cubicBezTo>
                    <a:cubicBezTo>
                      <a:pt x="20" y="7"/>
                      <a:pt x="22" y="6"/>
                      <a:pt x="24" y="3"/>
                    </a:cubicBezTo>
                    <a:lnTo>
                      <a:pt x="2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2" name="Freeform 29">
                <a:extLst>
                  <a:ext uri="{FF2B5EF4-FFF2-40B4-BE49-F238E27FC236}">
                    <a16:creationId xmlns:a16="http://schemas.microsoft.com/office/drawing/2014/main" id="{D9384773-06F8-4527-9EAA-31D36BA939A2}"/>
                  </a:ext>
                </a:extLst>
              </p:cNvPr>
              <p:cNvSpPr>
                <a:spLocks/>
              </p:cNvSpPr>
              <p:nvPr/>
            </p:nvSpPr>
            <p:spPr bwMode="auto">
              <a:xfrm>
                <a:off x="7967663" y="2840038"/>
                <a:ext cx="55563" cy="77788"/>
              </a:xfrm>
              <a:custGeom>
                <a:avLst/>
                <a:gdLst>
                  <a:gd name="T0" fmla="*/ 35 w 35"/>
                  <a:gd name="T1" fmla="*/ 10 h 49"/>
                  <a:gd name="T2" fmla="*/ 35 w 35"/>
                  <a:gd name="T3" fmla="*/ 0 h 49"/>
                  <a:gd name="T4" fmla="*/ 0 w 35"/>
                  <a:gd name="T5" fmla="*/ 0 h 49"/>
                  <a:gd name="T6" fmla="*/ 0 w 35"/>
                  <a:gd name="T7" fmla="*/ 49 h 49"/>
                  <a:gd name="T8" fmla="*/ 35 w 35"/>
                  <a:gd name="T9" fmla="*/ 49 h 49"/>
                  <a:gd name="T10" fmla="*/ 35 w 35"/>
                  <a:gd name="T11" fmla="*/ 40 h 49"/>
                  <a:gd name="T12" fmla="*/ 12 w 35"/>
                  <a:gd name="T13" fmla="*/ 40 h 49"/>
                  <a:gd name="T14" fmla="*/ 12 w 35"/>
                  <a:gd name="T15" fmla="*/ 29 h 49"/>
                  <a:gd name="T16" fmla="*/ 31 w 35"/>
                  <a:gd name="T17" fmla="*/ 29 h 49"/>
                  <a:gd name="T18" fmla="*/ 31 w 35"/>
                  <a:gd name="T19" fmla="*/ 19 h 49"/>
                  <a:gd name="T20" fmla="*/ 12 w 35"/>
                  <a:gd name="T21" fmla="*/ 19 h 49"/>
                  <a:gd name="T22" fmla="*/ 12 w 35"/>
                  <a:gd name="T23" fmla="*/ 10 h 49"/>
                  <a:gd name="T24" fmla="*/ 35 w 35"/>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49">
                    <a:moveTo>
                      <a:pt x="35" y="10"/>
                    </a:moveTo>
                    <a:lnTo>
                      <a:pt x="35" y="0"/>
                    </a:lnTo>
                    <a:lnTo>
                      <a:pt x="0" y="0"/>
                    </a:lnTo>
                    <a:lnTo>
                      <a:pt x="0" y="49"/>
                    </a:lnTo>
                    <a:lnTo>
                      <a:pt x="35" y="49"/>
                    </a:lnTo>
                    <a:lnTo>
                      <a:pt x="35" y="40"/>
                    </a:lnTo>
                    <a:lnTo>
                      <a:pt x="12" y="40"/>
                    </a:lnTo>
                    <a:lnTo>
                      <a:pt x="12" y="29"/>
                    </a:lnTo>
                    <a:lnTo>
                      <a:pt x="31" y="29"/>
                    </a:lnTo>
                    <a:lnTo>
                      <a:pt x="31" y="19"/>
                    </a:lnTo>
                    <a:lnTo>
                      <a:pt x="12" y="19"/>
                    </a:lnTo>
                    <a:lnTo>
                      <a:pt x="12" y="10"/>
                    </a:lnTo>
                    <a:lnTo>
                      <a:pt x="35"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3" name="Freeform 30">
                <a:extLst>
                  <a:ext uri="{FF2B5EF4-FFF2-40B4-BE49-F238E27FC236}">
                    <a16:creationId xmlns:a16="http://schemas.microsoft.com/office/drawing/2014/main" id="{9FAA31D3-0B7F-4DB4-AB2F-84DE1D518B21}"/>
                  </a:ext>
                </a:extLst>
              </p:cNvPr>
              <p:cNvSpPr>
                <a:spLocks/>
              </p:cNvSpPr>
              <p:nvPr/>
            </p:nvSpPr>
            <p:spPr bwMode="auto">
              <a:xfrm>
                <a:off x="8029575" y="2840038"/>
                <a:ext cx="63500" cy="77788"/>
              </a:xfrm>
              <a:custGeom>
                <a:avLst/>
                <a:gdLst>
                  <a:gd name="T0" fmla="*/ 40 w 40"/>
                  <a:gd name="T1" fmla="*/ 8 h 49"/>
                  <a:gd name="T2" fmla="*/ 40 w 40"/>
                  <a:gd name="T3" fmla="*/ 0 h 49"/>
                  <a:gd name="T4" fmla="*/ 2 w 40"/>
                  <a:gd name="T5" fmla="*/ 0 h 49"/>
                  <a:gd name="T6" fmla="*/ 2 w 40"/>
                  <a:gd name="T7" fmla="*/ 10 h 49"/>
                  <a:gd name="T8" fmla="*/ 25 w 40"/>
                  <a:gd name="T9" fmla="*/ 10 h 49"/>
                  <a:gd name="T10" fmla="*/ 0 w 40"/>
                  <a:gd name="T11" fmla="*/ 41 h 49"/>
                  <a:gd name="T12" fmla="*/ 0 w 40"/>
                  <a:gd name="T13" fmla="*/ 49 h 49"/>
                  <a:gd name="T14" fmla="*/ 40 w 40"/>
                  <a:gd name="T15" fmla="*/ 49 h 49"/>
                  <a:gd name="T16" fmla="*/ 40 w 40"/>
                  <a:gd name="T17" fmla="*/ 40 h 49"/>
                  <a:gd name="T18" fmla="*/ 14 w 40"/>
                  <a:gd name="T19" fmla="*/ 40 h 49"/>
                  <a:gd name="T20" fmla="*/ 40 w 40"/>
                  <a:gd name="T21"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49">
                    <a:moveTo>
                      <a:pt x="40" y="8"/>
                    </a:moveTo>
                    <a:lnTo>
                      <a:pt x="40" y="0"/>
                    </a:lnTo>
                    <a:lnTo>
                      <a:pt x="2" y="0"/>
                    </a:lnTo>
                    <a:lnTo>
                      <a:pt x="2" y="10"/>
                    </a:lnTo>
                    <a:lnTo>
                      <a:pt x="25" y="10"/>
                    </a:lnTo>
                    <a:lnTo>
                      <a:pt x="0" y="41"/>
                    </a:lnTo>
                    <a:lnTo>
                      <a:pt x="0" y="49"/>
                    </a:lnTo>
                    <a:lnTo>
                      <a:pt x="40" y="49"/>
                    </a:lnTo>
                    <a:lnTo>
                      <a:pt x="40" y="40"/>
                    </a:lnTo>
                    <a:lnTo>
                      <a:pt x="14" y="40"/>
                    </a:lnTo>
                    <a:lnTo>
                      <a:pt x="4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4" name="Freeform 31">
                <a:extLst>
                  <a:ext uri="{FF2B5EF4-FFF2-40B4-BE49-F238E27FC236}">
                    <a16:creationId xmlns:a16="http://schemas.microsoft.com/office/drawing/2014/main" id="{93AFE312-B663-4028-94FC-242395433E65}"/>
                  </a:ext>
                </a:extLst>
              </p:cNvPr>
              <p:cNvSpPr>
                <a:spLocks noEditPoints="1"/>
              </p:cNvSpPr>
              <p:nvPr/>
            </p:nvSpPr>
            <p:spPr bwMode="auto">
              <a:xfrm>
                <a:off x="6094413" y="2803525"/>
                <a:ext cx="314325" cy="123825"/>
              </a:xfrm>
              <a:custGeom>
                <a:avLst/>
                <a:gdLst>
                  <a:gd name="T0" fmla="*/ 135 w 145"/>
                  <a:gd name="T1" fmla="*/ 15 h 57"/>
                  <a:gd name="T2" fmla="*/ 24 w 145"/>
                  <a:gd name="T3" fmla="*/ 16 h 57"/>
                  <a:gd name="T4" fmla="*/ 10 w 145"/>
                  <a:gd name="T5" fmla="*/ 13 h 57"/>
                  <a:gd name="T6" fmla="*/ 142 w 145"/>
                  <a:gd name="T7" fmla="*/ 8 h 57"/>
                  <a:gd name="T8" fmla="*/ 120 w 145"/>
                  <a:gd name="T9" fmla="*/ 18 h 57"/>
                  <a:gd name="T10" fmla="*/ 42 w 145"/>
                  <a:gd name="T11" fmla="*/ 47 h 57"/>
                  <a:gd name="T12" fmla="*/ 11 w 145"/>
                  <a:gd name="T13" fmla="*/ 20 h 57"/>
                  <a:gd name="T14" fmla="*/ 127 w 145"/>
                  <a:gd name="T15" fmla="*/ 32 h 57"/>
                  <a:gd name="T16" fmla="*/ 98 w 145"/>
                  <a:gd name="T17" fmla="*/ 49 h 57"/>
                  <a:gd name="T18" fmla="*/ 85 w 145"/>
                  <a:gd name="T19" fmla="*/ 50 h 57"/>
                  <a:gd name="T20" fmla="*/ 70 w 145"/>
                  <a:gd name="T21" fmla="*/ 52 h 57"/>
                  <a:gd name="T22" fmla="*/ 97 w 145"/>
                  <a:gd name="T23" fmla="*/ 47 h 57"/>
                  <a:gd name="T24" fmla="*/ 92 w 145"/>
                  <a:gd name="T25" fmla="*/ 50 h 57"/>
                  <a:gd name="T26" fmla="*/ 0 w 145"/>
                  <a:gd name="T27" fmla="*/ 26 h 57"/>
                  <a:gd name="T28" fmla="*/ 138 w 145"/>
                  <a:gd name="T29" fmla="*/ 17 h 57"/>
                  <a:gd name="T30" fmla="*/ 82 w 145"/>
                  <a:gd name="T31" fmla="*/ 44 h 57"/>
                  <a:gd name="T32" fmla="*/ 64 w 145"/>
                  <a:gd name="T33" fmla="*/ 44 h 57"/>
                  <a:gd name="T34" fmla="*/ 13 w 145"/>
                  <a:gd name="T35" fmla="*/ 27 h 57"/>
                  <a:gd name="T36" fmla="*/ 13 w 145"/>
                  <a:gd name="T37" fmla="*/ 33 h 57"/>
                  <a:gd name="T38" fmla="*/ 17 w 145"/>
                  <a:gd name="T39" fmla="*/ 31 h 57"/>
                  <a:gd name="T40" fmla="*/ 18 w 145"/>
                  <a:gd name="T41" fmla="*/ 31 h 57"/>
                  <a:gd name="T42" fmla="*/ 19 w 145"/>
                  <a:gd name="T43" fmla="*/ 34 h 57"/>
                  <a:gd name="T44" fmla="*/ 18 w 145"/>
                  <a:gd name="T45" fmla="*/ 35 h 57"/>
                  <a:gd name="T46" fmla="*/ 26 w 145"/>
                  <a:gd name="T47" fmla="*/ 43 h 57"/>
                  <a:gd name="T48" fmla="*/ 22 w 145"/>
                  <a:gd name="T49" fmla="*/ 41 h 57"/>
                  <a:gd name="T50" fmla="*/ 28 w 145"/>
                  <a:gd name="T51" fmla="*/ 38 h 57"/>
                  <a:gd name="T52" fmla="*/ 27 w 145"/>
                  <a:gd name="T53" fmla="*/ 44 h 57"/>
                  <a:gd name="T54" fmla="*/ 31 w 145"/>
                  <a:gd name="T55" fmla="*/ 39 h 57"/>
                  <a:gd name="T56" fmla="*/ 35 w 145"/>
                  <a:gd name="T57" fmla="*/ 41 h 57"/>
                  <a:gd name="T58" fmla="*/ 39 w 145"/>
                  <a:gd name="T59" fmla="*/ 42 h 57"/>
                  <a:gd name="T60" fmla="*/ 41 w 145"/>
                  <a:gd name="T61" fmla="*/ 50 h 57"/>
                  <a:gd name="T62" fmla="*/ 39 w 145"/>
                  <a:gd name="T63" fmla="*/ 49 h 57"/>
                  <a:gd name="T64" fmla="*/ 44 w 145"/>
                  <a:gd name="T65" fmla="*/ 50 h 57"/>
                  <a:gd name="T66" fmla="*/ 46 w 145"/>
                  <a:gd name="T67" fmla="*/ 51 h 57"/>
                  <a:gd name="T68" fmla="*/ 49 w 145"/>
                  <a:gd name="T69" fmla="*/ 45 h 57"/>
                  <a:gd name="T70" fmla="*/ 62 w 145"/>
                  <a:gd name="T71" fmla="*/ 54 h 57"/>
                  <a:gd name="T72" fmla="*/ 61 w 145"/>
                  <a:gd name="T73" fmla="*/ 47 h 57"/>
                  <a:gd name="T74" fmla="*/ 66 w 145"/>
                  <a:gd name="T75" fmla="*/ 54 h 57"/>
                  <a:gd name="T76" fmla="*/ 65 w 145"/>
                  <a:gd name="T77" fmla="*/ 48 h 57"/>
                  <a:gd name="T78" fmla="*/ 69 w 145"/>
                  <a:gd name="T79" fmla="*/ 54 h 57"/>
                  <a:gd name="T80" fmla="*/ 74 w 145"/>
                  <a:gd name="T81" fmla="*/ 53 h 57"/>
                  <a:gd name="T82" fmla="*/ 74 w 145"/>
                  <a:gd name="T83" fmla="*/ 48 h 57"/>
                  <a:gd name="T84" fmla="*/ 77 w 145"/>
                  <a:gd name="T85" fmla="*/ 51 h 57"/>
                  <a:gd name="T86" fmla="*/ 77 w 145"/>
                  <a:gd name="T87" fmla="*/ 54 h 57"/>
                  <a:gd name="T88" fmla="*/ 83 w 145"/>
                  <a:gd name="T89" fmla="*/ 52 h 57"/>
                  <a:gd name="T90" fmla="*/ 80 w 145"/>
                  <a:gd name="T91" fmla="*/ 48 h 57"/>
                  <a:gd name="T92" fmla="*/ 87 w 145"/>
                  <a:gd name="T93" fmla="*/ 54 h 57"/>
                  <a:gd name="T94" fmla="*/ 92 w 145"/>
                  <a:gd name="T95" fmla="*/ 51 h 57"/>
                  <a:gd name="T96" fmla="*/ 89 w 145"/>
                  <a:gd name="T97" fmla="*/ 53 h 57"/>
                  <a:gd name="T98" fmla="*/ 97 w 145"/>
                  <a:gd name="T99" fmla="*/ 52 h 57"/>
                  <a:gd name="T100" fmla="*/ 99 w 145"/>
                  <a:gd name="T101" fmla="*/ 48 h 57"/>
                  <a:gd name="T102" fmla="*/ 101 w 145"/>
                  <a:gd name="T103" fmla="*/ 44 h 57"/>
                  <a:gd name="T104" fmla="*/ 111 w 145"/>
                  <a:gd name="T105" fmla="*/ 48 h 57"/>
                  <a:gd name="T106" fmla="*/ 105 w 145"/>
                  <a:gd name="T107" fmla="*/ 44 h 57"/>
                  <a:gd name="T108" fmla="*/ 109 w 145"/>
                  <a:gd name="T109" fmla="*/ 42 h 57"/>
                  <a:gd name="T110" fmla="*/ 115 w 145"/>
                  <a:gd name="T111" fmla="*/ 42 h 57"/>
                  <a:gd name="T112" fmla="*/ 121 w 145"/>
                  <a:gd name="T113" fmla="*/ 43 h 57"/>
                  <a:gd name="T114" fmla="*/ 119 w 145"/>
                  <a:gd name="T115" fmla="*/ 37 h 57"/>
                  <a:gd name="T116" fmla="*/ 124 w 145"/>
                  <a:gd name="T117" fmla="*/ 34 h 57"/>
                  <a:gd name="T118" fmla="*/ 135 w 145"/>
                  <a:gd name="T119" fmla="*/ 34 h 57"/>
                  <a:gd name="T120" fmla="*/ 132 w 145"/>
                  <a:gd name="T121" fmla="*/ 28 h 57"/>
                  <a:gd name="T122" fmla="*/ 137 w 145"/>
                  <a:gd name="T123" fmla="*/ 3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5" h="57">
                    <a:moveTo>
                      <a:pt x="135" y="15"/>
                    </a:moveTo>
                    <a:cubicBezTo>
                      <a:pt x="133" y="15"/>
                      <a:pt x="131" y="16"/>
                      <a:pt x="127" y="18"/>
                    </a:cubicBezTo>
                    <a:cubicBezTo>
                      <a:pt x="127" y="18"/>
                      <a:pt x="124" y="20"/>
                      <a:pt x="122" y="20"/>
                    </a:cubicBezTo>
                    <a:cubicBezTo>
                      <a:pt x="121" y="20"/>
                      <a:pt x="121" y="20"/>
                      <a:pt x="121" y="20"/>
                    </a:cubicBezTo>
                    <a:cubicBezTo>
                      <a:pt x="126" y="28"/>
                      <a:pt x="126" y="28"/>
                      <a:pt x="126" y="28"/>
                    </a:cubicBezTo>
                    <a:cubicBezTo>
                      <a:pt x="132" y="24"/>
                      <a:pt x="135" y="21"/>
                      <a:pt x="135" y="21"/>
                    </a:cubicBezTo>
                    <a:cubicBezTo>
                      <a:pt x="135" y="21"/>
                      <a:pt x="137" y="18"/>
                      <a:pt x="137" y="17"/>
                    </a:cubicBezTo>
                    <a:cubicBezTo>
                      <a:pt x="137" y="16"/>
                      <a:pt x="137" y="16"/>
                      <a:pt x="137" y="16"/>
                    </a:cubicBezTo>
                    <a:cubicBezTo>
                      <a:pt x="137" y="15"/>
                      <a:pt x="136" y="15"/>
                      <a:pt x="135" y="15"/>
                    </a:cubicBezTo>
                    <a:moveTo>
                      <a:pt x="7" y="16"/>
                    </a:moveTo>
                    <a:cubicBezTo>
                      <a:pt x="8" y="15"/>
                      <a:pt x="8" y="15"/>
                      <a:pt x="8" y="15"/>
                    </a:cubicBezTo>
                    <a:cubicBezTo>
                      <a:pt x="8" y="15"/>
                      <a:pt x="8" y="15"/>
                      <a:pt x="8" y="15"/>
                    </a:cubicBezTo>
                    <a:cubicBezTo>
                      <a:pt x="9" y="15"/>
                      <a:pt x="10" y="14"/>
                      <a:pt x="11" y="14"/>
                    </a:cubicBezTo>
                    <a:cubicBezTo>
                      <a:pt x="12" y="14"/>
                      <a:pt x="12" y="15"/>
                      <a:pt x="13" y="15"/>
                    </a:cubicBezTo>
                    <a:cubicBezTo>
                      <a:pt x="15" y="15"/>
                      <a:pt x="17" y="17"/>
                      <a:pt x="21" y="18"/>
                    </a:cubicBezTo>
                    <a:cubicBezTo>
                      <a:pt x="22" y="18"/>
                      <a:pt x="22" y="18"/>
                      <a:pt x="22" y="18"/>
                    </a:cubicBezTo>
                    <a:cubicBezTo>
                      <a:pt x="24" y="18"/>
                      <a:pt x="24" y="17"/>
                      <a:pt x="24" y="17"/>
                    </a:cubicBezTo>
                    <a:cubicBezTo>
                      <a:pt x="24" y="16"/>
                      <a:pt x="24" y="16"/>
                      <a:pt x="24" y="16"/>
                    </a:cubicBezTo>
                    <a:cubicBezTo>
                      <a:pt x="24" y="16"/>
                      <a:pt x="24" y="16"/>
                      <a:pt x="24" y="16"/>
                    </a:cubicBezTo>
                    <a:cubicBezTo>
                      <a:pt x="23" y="15"/>
                      <a:pt x="23" y="15"/>
                      <a:pt x="23" y="15"/>
                    </a:cubicBezTo>
                    <a:cubicBezTo>
                      <a:pt x="22" y="14"/>
                      <a:pt x="21" y="13"/>
                      <a:pt x="18" y="10"/>
                    </a:cubicBezTo>
                    <a:cubicBezTo>
                      <a:pt x="13" y="6"/>
                      <a:pt x="12" y="2"/>
                      <a:pt x="12" y="0"/>
                    </a:cubicBezTo>
                    <a:cubicBezTo>
                      <a:pt x="11" y="2"/>
                      <a:pt x="10" y="4"/>
                      <a:pt x="10" y="6"/>
                    </a:cubicBezTo>
                    <a:cubicBezTo>
                      <a:pt x="10" y="9"/>
                      <a:pt x="11" y="12"/>
                      <a:pt x="11" y="12"/>
                    </a:cubicBezTo>
                    <a:cubicBezTo>
                      <a:pt x="11" y="13"/>
                      <a:pt x="11" y="13"/>
                      <a:pt x="11" y="13"/>
                    </a:cubicBezTo>
                    <a:cubicBezTo>
                      <a:pt x="11" y="13"/>
                      <a:pt x="11" y="13"/>
                      <a:pt x="11" y="13"/>
                    </a:cubicBezTo>
                    <a:cubicBezTo>
                      <a:pt x="10" y="13"/>
                      <a:pt x="10" y="13"/>
                      <a:pt x="10" y="13"/>
                    </a:cubicBezTo>
                    <a:cubicBezTo>
                      <a:pt x="10" y="12"/>
                      <a:pt x="10" y="12"/>
                      <a:pt x="10" y="12"/>
                    </a:cubicBezTo>
                    <a:cubicBezTo>
                      <a:pt x="6" y="11"/>
                      <a:pt x="3" y="8"/>
                      <a:pt x="2" y="7"/>
                    </a:cubicBezTo>
                    <a:cubicBezTo>
                      <a:pt x="2" y="12"/>
                      <a:pt x="7" y="16"/>
                      <a:pt x="7" y="16"/>
                    </a:cubicBezTo>
                    <a:moveTo>
                      <a:pt x="122" y="19"/>
                    </a:moveTo>
                    <a:cubicBezTo>
                      <a:pt x="124" y="19"/>
                      <a:pt x="127" y="18"/>
                      <a:pt x="127" y="18"/>
                    </a:cubicBezTo>
                    <a:cubicBezTo>
                      <a:pt x="130" y="15"/>
                      <a:pt x="133" y="14"/>
                      <a:pt x="135" y="14"/>
                    </a:cubicBezTo>
                    <a:cubicBezTo>
                      <a:pt x="136" y="14"/>
                      <a:pt x="136" y="14"/>
                      <a:pt x="136" y="14"/>
                    </a:cubicBezTo>
                    <a:cubicBezTo>
                      <a:pt x="138" y="16"/>
                      <a:pt x="138" y="16"/>
                      <a:pt x="138" y="16"/>
                    </a:cubicBezTo>
                    <a:cubicBezTo>
                      <a:pt x="141" y="14"/>
                      <a:pt x="142" y="10"/>
                      <a:pt x="142" y="8"/>
                    </a:cubicBezTo>
                    <a:cubicBezTo>
                      <a:pt x="140" y="10"/>
                      <a:pt x="135" y="12"/>
                      <a:pt x="135" y="12"/>
                    </a:cubicBezTo>
                    <a:cubicBezTo>
                      <a:pt x="134" y="12"/>
                      <a:pt x="134" y="12"/>
                      <a:pt x="134" y="12"/>
                    </a:cubicBezTo>
                    <a:cubicBezTo>
                      <a:pt x="134" y="11"/>
                      <a:pt x="134" y="11"/>
                      <a:pt x="134" y="11"/>
                    </a:cubicBezTo>
                    <a:cubicBezTo>
                      <a:pt x="134" y="10"/>
                      <a:pt x="134" y="10"/>
                      <a:pt x="134" y="10"/>
                    </a:cubicBezTo>
                    <a:cubicBezTo>
                      <a:pt x="134" y="5"/>
                      <a:pt x="133" y="3"/>
                      <a:pt x="132" y="1"/>
                    </a:cubicBezTo>
                    <a:cubicBezTo>
                      <a:pt x="132" y="2"/>
                      <a:pt x="132" y="2"/>
                      <a:pt x="132" y="2"/>
                    </a:cubicBezTo>
                    <a:cubicBezTo>
                      <a:pt x="132" y="4"/>
                      <a:pt x="132" y="4"/>
                      <a:pt x="132" y="4"/>
                    </a:cubicBezTo>
                    <a:cubicBezTo>
                      <a:pt x="131" y="6"/>
                      <a:pt x="127" y="10"/>
                      <a:pt x="125" y="12"/>
                    </a:cubicBezTo>
                    <a:cubicBezTo>
                      <a:pt x="124" y="14"/>
                      <a:pt x="120" y="16"/>
                      <a:pt x="120" y="18"/>
                    </a:cubicBezTo>
                    <a:cubicBezTo>
                      <a:pt x="121" y="19"/>
                      <a:pt x="121" y="19"/>
                      <a:pt x="121" y="19"/>
                    </a:cubicBezTo>
                    <a:lnTo>
                      <a:pt x="122" y="19"/>
                    </a:lnTo>
                    <a:close/>
                    <a:moveTo>
                      <a:pt x="42" y="44"/>
                    </a:moveTo>
                    <a:cubicBezTo>
                      <a:pt x="42" y="44"/>
                      <a:pt x="42" y="44"/>
                      <a:pt x="42" y="44"/>
                    </a:cubicBezTo>
                    <a:cubicBezTo>
                      <a:pt x="42" y="44"/>
                      <a:pt x="42" y="44"/>
                      <a:pt x="42" y="44"/>
                    </a:cubicBezTo>
                    <a:cubicBezTo>
                      <a:pt x="40" y="46"/>
                      <a:pt x="40" y="46"/>
                      <a:pt x="40" y="46"/>
                    </a:cubicBezTo>
                    <a:cubicBezTo>
                      <a:pt x="40" y="46"/>
                      <a:pt x="40" y="46"/>
                      <a:pt x="40" y="46"/>
                    </a:cubicBezTo>
                    <a:cubicBezTo>
                      <a:pt x="40" y="46"/>
                      <a:pt x="40" y="46"/>
                      <a:pt x="40" y="46"/>
                    </a:cubicBezTo>
                    <a:cubicBezTo>
                      <a:pt x="42" y="47"/>
                      <a:pt x="42" y="47"/>
                      <a:pt x="42" y="47"/>
                    </a:cubicBezTo>
                    <a:cubicBezTo>
                      <a:pt x="42" y="47"/>
                      <a:pt x="42" y="47"/>
                      <a:pt x="42" y="47"/>
                    </a:cubicBezTo>
                    <a:cubicBezTo>
                      <a:pt x="42" y="46"/>
                      <a:pt x="42" y="46"/>
                      <a:pt x="42" y="46"/>
                    </a:cubicBezTo>
                    <a:lnTo>
                      <a:pt x="42" y="44"/>
                    </a:lnTo>
                    <a:close/>
                    <a:moveTo>
                      <a:pt x="21" y="18"/>
                    </a:moveTo>
                    <a:cubicBezTo>
                      <a:pt x="17" y="17"/>
                      <a:pt x="15" y="16"/>
                      <a:pt x="13" y="15"/>
                    </a:cubicBezTo>
                    <a:cubicBezTo>
                      <a:pt x="11" y="15"/>
                      <a:pt x="11" y="15"/>
                      <a:pt x="11" y="15"/>
                    </a:cubicBezTo>
                    <a:cubicBezTo>
                      <a:pt x="9" y="15"/>
                      <a:pt x="8" y="15"/>
                      <a:pt x="8" y="16"/>
                    </a:cubicBezTo>
                    <a:cubicBezTo>
                      <a:pt x="8" y="17"/>
                      <a:pt x="9" y="17"/>
                      <a:pt x="10" y="19"/>
                    </a:cubicBezTo>
                    <a:cubicBezTo>
                      <a:pt x="11" y="20"/>
                      <a:pt x="11" y="20"/>
                      <a:pt x="11" y="20"/>
                    </a:cubicBezTo>
                    <a:cubicBezTo>
                      <a:pt x="11" y="21"/>
                      <a:pt x="14" y="23"/>
                      <a:pt x="18" y="26"/>
                    </a:cubicBezTo>
                    <a:cubicBezTo>
                      <a:pt x="24" y="18"/>
                      <a:pt x="24" y="18"/>
                      <a:pt x="24" y="18"/>
                    </a:cubicBezTo>
                    <a:cubicBezTo>
                      <a:pt x="22" y="18"/>
                      <a:pt x="22" y="18"/>
                      <a:pt x="22" y="18"/>
                    </a:cubicBezTo>
                    <a:lnTo>
                      <a:pt x="21" y="18"/>
                    </a:lnTo>
                    <a:close/>
                    <a:moveTo>
                      <a:pt x="127" y="32"/>
                    </a:moveTo>
                    <a:cubicBezTo>
                      <a:pt x="126" y="33"/>
                      <a:pt x="126" y="34"/>
                      <a:pt x="127" y="35"/>
                    </a:cubicBezTo>
                    <a:cubicBezTo>
                      <a:pt x="127" y="37"/>
                      <a:pt x="129" y="38"/>
                      <a:pt x="131" y="37"/>
                    </a:cubicBezTo>
                    <a:cubicBezTo>
                      <a:pt x="132" y="36"/>
                      <a:pt x="132" y="35"/>
                      <a:pt x="131" y="33"/>
                    </a:cubicBezTo>
                    <a:cubicBezTo>
                      <a:pt x="130" y="32"/>
                      <a:pt x="128" y="31"/>
                      <a:pt x="127" y="32"/>
                    </a:cubicBezTo>
                    <a:moveTo>
                      <a:pt x="71" y="51"/>
                    </a:moveTo>
                    <a:cubicBezTo>
                      <a:pt x="71" y="51"/>
                      <a:pt x="71" y="51"/>
                      <a:pt x="71" y="51"/>
                    </a:cubicBezTo>
                    <a:cubicBezTo>
                      <a:pt x="72" y="50"/>
                      <a:pt x="72" y="50"/>
                      <a:pt x="72" y="50"/>
                    </a:cubicBezTo>
                    <a:cubicBezTo>
                      <a:pt x="72" y="49"/>
                      <a:pt x="72" y="49"/>
                      <a:pt x="71" y="49"/>
                    </a:cubicBezTo>
                    <a:cubicBezTo>
                      <a:pt x="70" y="49"/>
                      <a:pt x="70" y="49"/>
                      <a:pt x="70" y="49"/>
                    </a:cubicBezTo>
                    <a:cubicBezTo>
                      <a:pt x="70" y="51"/>
                      <a:pt x="70" y="51"/>
                      <a:pt x="70" y="51"/>
                    </a:cubicBezTo>
                    <a:lnTo>
                      <a:pt x="71" y="51"/>
                    </a:lnTo>
                    <a:close/>
                    <a:moveTo>
                      <a:pt x="98" y="48"/>
                    </a:moveTo>
                    <a:cubicBezTo>
                      <a:pt x="98" y="49"/>
                      <a:pt x="98" y="49"/>
                      <a:pt x="98" y="49"/>
                    </a:cubicBezTo>
                    <a:cubicBezTo>
                      <a:pt x="98" y="50"/>
                      <a:pt x="98" y="50"/>
                      <a:pt x="98" y="50"/>
                    </a:cubicBezTo>
                    <a:cubicBezTo>
                      <a:pt x="98" y="51"/>
                      <a:pt x="98" y="52"/>
                      <a:pt x="99" y="51"/>
                    </a:cubicBezTo>
                    <a:cubicBezTo>
                      <a:pt x="100" y="51"/>
                      <a:pt x="101" y="50"/>
                      <a:pt x="100" y="49"/>
                    </a:cubicBezTo>
                    <a:cubicBezTo>
                      <a:pt x="100" y="49"/>
                      <a:pt x="100" y="48"/>
                      <a:pt x="98" y="48"/>
                    </a:cubicBezTo>
                    <a:moveTo>
                      <a:pt x="83" y="48"/>
                    </a:moveTo>
                    <a:cubicBezTo>
                      <a:pt x="82" y="49"/>
                      <a:pt x="82" y="49"/>
                      <a:pt x="82" y="49"/>
                    </a:cubicBezTo>
                    <a:cubicBezTo>
                      <a:pt x="83" y="51"/>
                      <a:pt x="83" y="51"/>
                      <a:pt x="83" y="51"/>
                    </a:cubicBezTo>
                    <a:cubicBezTo>
                      <a:pt x="83" y="51"/>
                      <a:pt x="83" y="51"/>
                      <a:pt x="83" y="51"/>
                    </a:cubicBezTo>
                    <a:cubicBezTo>
                      <a:pt x="85" y="51"/>
                      <a:pt x="85" y="50"/>
                      <a:pt x="85" y="50"/>
                    </a:cubicBezTo>
                    <a:cubicBezTo>
                      <a:pt x="85" y="49"/>
                      <a:pt x="84" y="48"/>
                      <a:pt x="83" y="48"/>
                    </a:cubicBezTo>
                    <a:moveTo>
                      <a:pt x="26" y="38"/>
                    </a:moveTo>
                    <a:cubicBezTo>
                      <a:pt x="26" y="36"/>
                      <a:pt x="26" y="36"/>
                      <a:pt x="26" y="36"/>
                    </a:cubicBezTo>
                    <a:cubicBezTo>
                      <a:pt x="25" y="36"/>
                      <a:pt x="25" y="36"/>
                      <a:pt x="25" y="36"/>
                    </a:cubicBezTo>
                    <a:cubicBezTo>
                      <a:pt x="24" y="37"/>
                      <a:pt x="24" y="37"/>
                      <a:pt x="24" y="37"/>
                    </a:cubicBezTo>
                    <a:cubicBezTo>
                      <a:pt x="25" y="38"/>
                      <a:pt x="25" y="38"/>
                      <a:pt x="25" y="38"/>
                    </a:cubicBezTo>
                    <a:cubicBezTo>
                      <a:pt x="26" y="39"/>
                      <a:pt x="26" y="38"/>
                      <a:pt x="26" y="38"/>
                    </a:cubicBezTo>
                    <a:moveTo>
                      <a:pt x="70" y="52"/>
                    </a:moveTo>
                    <a:cubicBezTo>
                      <a:pt x="70" y="52"/>
                      <a:pt x="70" y="52"/>
                      <a:pt x="70" y="52"/>
                    </a:cubicBezTo>
                    <a:cubicBezTo>
                      <a:pt x="70" y="54"/>
                      <a:pt x="70" y="54"/>
                      <a:pt x="70" y="54"/>
                    </a:cubicBezTo>
                    <a:cubicBezTo>
                      <a:pt x="70" y="54"/>
                      <a:pt x="70" y="55"/>
                      <a:pt x="71" y="55"/>
                    </a:cubicBezTo>
                    <a:cubicBezTo>
                      <a:pt x="72" y="55"/>
                      <a:pt x="72" y="54"/>
                      <a:pt x="73" y="53"/>
                    </a:cubicBezTo>
                    <a:cubicBezTo>
                      <a:pt x="73" y="53"/>
                      <a:pt x="72" y="52"/>
                      <a:pt x="70" y="52"/>
                    </a:cubicBezTo>
                    <a:moveTo>
                      <a:pt x="98" y="48"/>
                    </a:moveTo>
                    <a:cubicBezTo>
                      <a:pt x="98" y="48"/>
                      <a:pt x="98" y="48"/>
                      <a:pt x="98" y="48"/>
                    </a:cubicBezTo>
                    <a:cubicBezTo>
                      <a:pt x="99" y="47"/>
                      <a:pt x="99" y="47"/>
                      <a:pt x="99" y="47"/>
                    </a:cubicBezTo>
                    <a:cubicBezTo>
                      <a:pt x="99" y="46"/>
                      <a:pt x="98" y="45"/>
                      <a:pt x="97" y="45"/>
                    </a:cubicBezTo>
                    <a:cubicBezTo>
                      <a:pt x="97" y="47"/>
                      <a:pt x="97" y="47"/>
                      <a:pt x="97" y="47"/>
                    </a:cubicBezTo>
                    <a:cubicBezTo>
                      <a:pt x="97" y="48"/>
                      <a:pt x="97" y="48"/>
                      <a:pt x="97" y="48"/>
                    </a:cubicBezTo>
                    <a:lnTo>
                      <a:pt x="98" y="48"/>
                    </a:lnTo>
                    <a:close/>
                    <a:moveTo>
                      <a:pt x="91" y="48"/>
                    </a:moveTo>
                    <a:cubicBezTo>
                      <a:pt x="91" y="48"/>
                      <a:pt x="91" y="48"/>
                      <a:pt x="91" y="48"/>
                    </a:cubicBezTo>
                    <a:cubicBezTo>
                      <a:pt x="90" y="48"/>
                      <a:pt x="90" y="48"/>
                      <a:pt x="90" y="48"/>
                    </a:cubicBezTo>
                    <a:cubicBezTo>
                      <a:pt x="90" y="50"/>
                      <a:pt x="90" y="50"/>
                      <a:pt x="90" y="50"/>
                    </a:cubicBezTo>
                    <a:cubicBezTo>
                      <a:pt x="90" y="51"/>
                      <a:pt x="90" y="51"/>
                      <a:pt x="90" y="51"/>
                    </a:cubicBezTo>
                    <a:cubicBezTo>
                      <a:pt x="90" y="51"/>
                      <a:pt x="90" y="51"/>
                      <a:pt x="90" y="51"/>
                    </a:cubicBezTo>
                    <a:cubicBezTo>
                      <a:pt x="92" y="50"/>
                      <a:pt x="92" y="50"/>
                      <a:pt x="92" y="50"/>
                    </a:cubicBezTo>
                    <a:cubicBezTo>
                      <a:pt x="92" y="50"/>
                      <a:pt x="92" y="50"/>
                      <a:pt x="92" y="50"/>
                    </a:cubicBezTo>
                    <a:cubicBezTo>
                      <a:pt x="92" y="50"/>
                      <a:pt x="92" y="50"/>
                      <a:pt x="92" y="50"/>
                    </a:cubicBezTo>
                    <a:lnTo>
                      <a:pt x="91" y="48"/>
                    </a:lnTo>
                    <a:close/>
                    <a:moveTo>
                      <a:pt x="11" y="21"/>
                    </a:moveTo>
                    <a:cubicBezTo>
                      <a:pt x="9" y="19"/>
                      <a:pt x="9" y="19"/>
                      <a:pt x="9" y="19"/>
                    </a:cubicBezTo>
                    <a:cubicBezTo>
                      <a:pt x="8" y="18"/>
                      <a:pt x="8" y="17"/>
                      <a:pt x="8" y="16"/>
                    </a:cubicBezTo>
                    <a:cubicBezTo>
                      <a:pt x="7" y="17"/>
                      <a:pt x="7" y="17"/>
                      <a:pt x="7" y="17"/>
                    </a:cubicBezTo>
                    <a:cubicBezTo>
                      <a:pt x="7" y="17"/>
                      <a:pt x="5" y="19"/>
                      <a:pt x="2" y="23"/>
                    </a:cubicBezTo>
                    <a:cubicBezTo>
                      <a:pt x="1" y="24"/>
                      <a:pt x="0" y="25"/>
                      <a:pt x="0" y="26"/>
                    </a:cubicBezTo>
                    <a:cubicBezTo>
                      <a:pt x="0" y="28"/>
                      <a:pt x="2" y="30"/>
                      <a:pt x="2" y="30"/>
                    </a:cubicBezTo>
                    <a:cubicBezTo>
                      <a:pt x="2" y="30"/>
                      <a:pt x="10" y="37"/>
                      <a:pt x="23" y="44"/>
                    </a:cubicBezTo>
                    <a:cubicBezTo>
                      <a:pt x="35" y="50"/>
                      <a:pt x="53" y="57"/>
                      <a:pt x="74" y="57"/>
                    </a:cubicBezTo>
                    <a:cubicBezTo>
                      <a:pt x="114" y="57"/>
                      <a:pt x="140" y="33"/>
                      <a:pt x="143" y="30"/>
                    </a:cubicBezTo>
                    <a:cubicBezTo>
                      <a:pt x="145" y="28"/>
                      <a:pt x="145" y="26"/>
                      <a:pt x="145" y="25"/>
                    </a:cubicBezTo>
                    <a:cubicBezTo>
                      <a:pt x="145" y="24"/>
                      <a:pt x="145" y="23"/>
                      <a:pt x="145" y="23"/>
                    </a:cubicBezTo>
                    <a:cubicBezTo>
                      <a:pt x="138" y="17"/>
                      <a:pt x="138" y="17"/>
                      <a:pt x="138" y="17"/>
                    </a:cubicBezTo>
                    <a:cubicBezTo>
                      <a:pt x="138" y="16"/>
                      <a:pt x="138" y="16"/>
                      <a:pt x="138" y="16"/>
                    </a:cubicBezTo>
                    <a:cubicBezTo>
                      <a:pt x="138" y="17"/>
                      <a:pt x="138" y="17"/>
                      <a:pt x="138" y="17"/>
                    </a:cubicBezTo>
                    <a:cubicBezTo>
                      <a:pt x="138" y="19"/>
                      <a:pt x="135" y="21"/>
                      <a:pt x="135" y="21"/>
                    </a:cubicBezTo>
                    <a:cubicBezTo>
                      <a:pt x="135" y="21"/>
                      <a:pt x="120" y="36"/>
                      <a:pt x="95" y="42"/>
                    </a:cubicBezTo>
                    <a:cubicBezTo>
                      <a:pt x="94" y="42"/>
                      <a:pt x="94" y="42"/>
                      <a:pt x="94" y="42"/>
                    </a:cubicBezTo>
                    <a:cubicBezTo>
                      <a:pt x="93" y="43"/>
                      <a:pt x="92" y="43"/>
                      <a:pt x="91" y="43"/>
                    </a:cubicBezTo>
                    <a:cubicBezTo>
                      <a:pt x="91" y="43"/>
                      <a:pt x="91" y="43"/>
                      <a:pt x="91" y="43"/>
                    </a:cubicBezTo>
                    <a:cubicBezTo>
                      <a:pt x="89" y="44"/>
                      <a:pt x="88" y="44"/>
                      <a:pt x="87" y="44"/>
                    </a:cubicBezTo>
                    <a:cubicBezTo>
                      <a:pt x="86" y="44"/>
                      <a:pt x="86" y="44"/>
                      <a:pt x="86" y="44"/>
                    </a:cubicBezTo>
                    <a:cubicBezTo>
                      <a:pt x="85" y="44"/>
                      <a:pt x="84" y="44"/>
                      <a:pt x="83" y="44"/>
                    </a:cubicBezTo>
                    <a:cubicBezTo>
                      <a:pt x="82" y="44"/>
                      <a:pt x="82" y="44"/>
                      <a:pt x="82" y="44"/>
                    </a:cubicBezTo>
                    <a:cubicBezTo>
                      <a:pt x="81" y="45"/>
                      <a:pt x="80" y="45"/>
                      <a:pt x="79" y="45"/>
                    </a:cubicBezTo>
                    <a:cubicBezTo>
                      <a:pt x="78" y="45"/>
                      <a:pt x="78" y="45"/>
                      <a:pt x="78" y="45"/>
                    </a:cubicBezTo>
                    <a:cubicBezTo>
                      <a:pt x="76" y="45"/>
                      <a:pt x="75" y="45"/>
                      <a:pt x="74" y="45"/>
                    </a:cubicBezTo>
                    <a:cubicBezTo>
                      <a:pt x="74" y="45"/>
                      <a:pt x="74" y="45"/>
                      <a:pt x="74" y="45"/>
                    </a:cubicBezTo>
                    <a:cubicBezTo>
                      <a:pt x="73" y="45"/>
                      <a:pt x="73" y="45"/>
                      <a:pt x="73" y="45"/>
                    </a:cubicBezTo>
                    <a:cubicBezTo>
                      <a:pt x="72" y="45"/>
                      <a:pt x="71" y="45"/>
                      <a:pt x="69" y="45"/>
                    </a:cubicBezTo>
                    <a:cubicBezTo>
                      <a:pt x="68" y="45"/>
                      <a:pt x="68" y="45"/>
                      <a:pt x="68" y="45"/>
                    </a:cubicBezTo>
                    <a:cubicBezTo>
                      <a:pt x="67" y="45"/>
                      <a:pt x="66" y="45"/>
                      <a:pt x="65" y="44"/>
                    </a:cubicBezTo>
                    <a:cubicBezTo>
                      <a:pt x="64" y="44"/>
                      <a:pt x="64" y="44"/>
                      <a:pt x="64" y="44"/>
                    </a:cubicBezTo>
                    <a:cubicBezTo>
                      <a:pt x="63" y="44"/>
                      <a:pt x="61" y="44"/>
                      <a:pt x="60" y="44"/>
                    </a:cubicBezTo>
                    <a:cubicBezTo>
                      <a:pt x="59" y="44"/>
                      <a:pt x="59" y="44"/>
                      <a:pt x="59" y="44"/>
                    </a:cubicBezTo>
                    <a:cubicBezTo>
                      <a:pt x="58" y="44"/>
                      <a:pt x="57" y="43"/>
                      <a:pt x="56" y="43"/>
                    </a:cubicBezTo>
                    <a:cubicBezTo>
                      <a:pt x="55" y="43"/>
                      <a:pt x="55" y="43"/>
                      <a:pt x="55" y="43"/>
                    </a:cubicBezTo>
                    <a:cubicBezTo>
                      <a:pt x="28" y="37"/>
                      <a:pt x="11" y="21"/>
                      <a:pt x="11" y="21"/>
                    </a:cubicBezTo>
                    <a:moveTo>
                      <a:pt x="11" y="34"/>
                    </a:moveTo>
                    <a:cubicBezTo>
                      <a:pt x="11" y="34"/>
                      <a:pt x="11" y="34"/>
                      <a:pt x="11" y="34"/>
                    </a:cubicBezTo>
                    <a:cubicBezTo>
                      <a:pt x="13" y="27"/>
                      <a:pt x="13" y="27"/>
                      <a:pt x="13" y="27"/>
                    </a:cubicBezTo>
                    <a:cubicBezTo>
                      <a:pt x="13" y="27"/>
                      <a:pt x="13" y="27"/>
                      <a:pt x="13" y="27"/>
                    </a:cubicBezTo>
                    <a:cubicBezTo>
                      <a:pt x="12" y="26"/>
                      <a:pt x="12" y="26"/>
                      <a:pt x="12" y="26"/>
                    </a:cubicBezTo>
                    <a:cubicBezTo>
                      <a:pt x="13" y="27"/>
                      <a:pt x="13" y="27"/>
                      <a:pt x="13" y="27"/>
                    </a:cubicBezTo>
                    <a:cubicBezTo>
                      <a:pt x="14" y="27"/>
                      <a:pt x="14" y="27"/>
                      <a:pt x="14" y="27"/>
                    </a:cubicBezTo>
                    <a:cubicBezTo>
                      <a:pt x="15" y="28"/>
                      <a:pt x="15" y="28"/>
                      <a:pt x="15" y="28"/>
                    </a:cubicBezTo>
                    <a:cubicBezTo>
                      <a:pt x="15" y="28"/>
                      <a:pt x="15" y="28"/>
                      <a:pt x="15" y="28"/>
                    </a:cubicBezTo>
                    <a:cubicBezTo>
                      <a:pt x="14" y="28"/>
                      <a:pt x="14" y="28"/>
                      <a:pt x="14" y="28"/>
                    </a:cubicBezTo>
                    <a:cubicBezTo>
                      <a:pt x="14" y="29"/>
                      <a:pt x="14" y="29"/>
                      <a:pt x="14" y="29"/>
                    </a:cubicBezTo>
                    <a:cubicBezTo>
                      <a:pt x="13" y="33"/>
                      <a:pt x="13" y="33"/>
                      <a:pt x="13" y="33"/>
                    </a:cubicBezTo>
                    <a:cubicBezTo>
                      <a:pt x="13" y="33"/>
                      <a:pt x="13" y="33"/>
                      <a:pt x="13" y="33"/>
                    </a:cubicBezTo>
                    <a:cubicBezTo>
                      <a:pt x="13" y="33"/>
                      <a:pt x="13" y="33"/>
                      <a:pt x="13" y="33"/>
                    </a:cubicBezTo>
                    <a:cubicBezTo>
                      <a:pt x="16" y="31"/>
                      <a:pt x="16" y="31"/>
                      <a:pt x="16" y="31"/>
                    </a:cubicBezTo>
                    <a:cubicBezTo>
                      <a:pt x="17" y="31"/>
                      <a:pt x="17" y="31"/>
                      <a:pt x="17" y="31"/>
                    </a:cubicBezTo>
                    <a:cubicBezTo>
                      <a:pt x="16" y="29"/>
                      <a:pt x="16" y="29"/>
                      <a:pt x="16" y="29"/>
                    </a:cubicBezTo>
                    <a:cubicBezTo>
                      <a:pt x="17" y="29"/>
                      <a:pt x="17" y="29"/>
                      <a:pt x="17" y="29"/>
                    </a:cubicBezTo>
                    <a:cubicBezTo>
                      <a:pt x="17" y="30"/>
                      <a:pt x="17" y="30"/>
                      <a:pt x="17" y="30"/>
                    </a:cubicBezTo>
                    <a:cubicBezTo>
                      <a:pt x="18" y="30"/>
                      <a:pt x="18" y="30"/>
                      <a:pt x="18" y="30"/>
                    </a:cubicBezTo>
                    <a:cubicBezTo>
                      <a:pt x="18" y="31"/>
                      <a:pt x="18" y="31"/>
                      <a:pt x="18" y="31"/>
                    </a:cubicBezTo>
                    <a:cubicBezTo>
                      <a:pt x="17" y="31"/>
                      <a:pt x="17" y="31"/>
                      <a:pt x="17" y="31"/>
                    </a:cubicBezTo>
                    <a:cubicBezTo>
                      <a:pt x="12" y="34"/>
                      <a:pt x="12" y="34"/>
                      <a:pt x="12" y="34"/>
                    </a:cubicBezTo>
                    <a:lnTo>
                      <a:pt x="11" y="34"/>
                    </a:lnTo>
                    <a:close/>
                    <a:moveTo>
                      <a:pt x="18" y="39"/>
                    </a:moveTo>
                    <a:cubicBezTo>
                      <a:pt x="17" y="38"/>
                      <a:pt x="17" y="38"/>
                      <a:pt x="16" y="37"/>
                    </a:cubicBezTo>
                    <a:cubicBezTo>
                      <a:pt x="15" y="37"/>
                      <a:pt x="15" y="37"/>
                      <a:pt x="15" y="37"/>
                    </a:cubicBezTo>
                    <a:cubicBezTo>
                      <a:pt x="15" y="37"/>
                      <a:pt x="15" y="37"/>
                      <a:pt x="15" y="37"/>
                    </a:cubicBezTo>
                    <a:cubicBezTo>
                      <a:pt x="15" y="36"/>
                      <a:pt x="16" y="37"/>
                      <a:pt x="16" y="36"/>
                    </a:cubicBezTo>
                    <a:cubicBezTo>
                      <a:pt x="19" y="32"/>
                      <a:pt x="19" y="32"/>
                      <a:pt x="19" y="32"/>
                    </a:cubicBezTo>
                    <a:cubicBezTo>
                      <a:pt x="18" y="31"/>
                      <a:pt x="18" y="31"/>
                      <a:pt x="18" y="31"/>
                    </a:cubicBezTo>
                    <a:cubicBezTo>
                      <a:pt x="19" y="31"/>
                      <a:pt x="19" y="31"/>
                      <a:pt x="19" y="31"/>
                    </a:cubicBezTo>
                    <a:cubicBezTo>
                      <a:pt x="19" y="31"/>
                      <a:pt x="20" y="31"/>
                      <a:pt x="21" y="32"/>
                    </a:cubicBezTo>
                    <a:cubicBezTo>
                      <a:pt x="23" y="33"/>
                      <a:pt x="23" y="33"/>
                      <a:pt x="23" y="33"/>
                    </a:cubicBezTo>
                    <a:cubicBezTo>
                      <a:pt x="23" y="34"/>
                      <a:pt x="23" y="34"/>
                      <a:pt x="23" y="34"/>
                    </a:cubicBezTo>
                    <a:cubicBezTo>
                      <a:pt x="22" y="34"/>
                      <a:pt x="22" y="34"/>
                      <a:pt x="22" y="34"/>
                    </a:cubicBezTo>
                    <a:cubicBezTo>
                      <a:pt x="22" y="35"/>
                      <a:pt x="22" y="35"/>
                      <a:pt x="22" y="35"/>
                    </a:cubicBezTo>
                    <a:cubicBezTo>
                      <a:pt x="22" y="34"/>
                      <a:pt x="23" y="34"/>
                      <a:pt x="21" y="33"/>
                    </a:cubicBezTo>
                    <a:cubicBezTo>
                      <a:pt x="20" y="32"/>
                      <a:pt x="20" y="32"/>
                      <a:pt x="20" y="33"/>
                    </a:cubicBezTo>
                    <a:cubicBezTo>
                      <a:pt x="19" y="34"/>
                      <a:pt x="19" y="34"/>
                      <a:pt x="19" y="34"/>
                    </a:cubicBezTo>
                    <a:cubicBezTo>
                      <a:pt x="19" y="35"/>
                      <a:pt x="19" y="35"/>
                      <a:pt x="19" y="35"/>
                    </a:cubicBezTo>
                    <a:cubicBezTo>
                      <a:pt x="20" y="35"/>
                      <a:pt x="20" y="35"/>
                      <a:pt x="20" y="35"/>
                    </a:cubicBezTo>
                    <a:cubicBezTo>
                      <a:pt x="21" y="35"/>
                      <a:pt x="21" y="35"/>
                      <a:pt x="21" y="35"/>
                    </a:cubicBezTo>
                    <a:cubicBezTo>
                      <a:pt x="21" y="35"/>
                      <a:pt x="21" y="35"/>
                      <a:pt x="21" y="35"/>
                    </a:cubicBezTo>
                    <a:cubicBezTo>
                      <a:pt x="20" y="37"/>
                      <a:pt x="20" y="37"/>
                      <a:pt x="20" y="37"/>
                    </a:cubicBezTo>
                    <a:cubicBezTo>
                      <a:pt x="20" y="37"/>
                      <a:pt x="20" y="37"/>
                      <a:pt x="20" y="37"/>
                    </a:cubicBezTo>
                    <a:cubicBezTo>
                      <a:pt x="20" y="35"/>
                      <a:pt x="20" y="35"/>
                      <a:pt x="20" y="35"/>
                    </a:cubicBezTo>
                    <a:cubicBezTo>
                      <a:pt x="19" y="35"/>
                      <a:pt x="19" y="35"/>
                      <a:pt x="19" y="35"/>
                    </a:cubicBezTo>
                    <a:cubicBezTo>
                      <a:pt x="18" y="35"/>
                      <a:pt x="18" y="35"/>
                      <a:pt x="18" y="35"/>
                    </a:cubicBezTo>
                    <a:cubicBezTo>
                      <a:pt x="17" y="37"/>
                      <a:pt x="17" y="37"/>
                      <a:pt x="17" y="37"/>
                    </a:cubicBezTo>
                    <a:cubicBezTo>
                      <a:pt x="18" y="38"/>
                      <a:pt x="18" y="38"/>
                      <a:pt x="18" y="38"/>
                    </a:cubicBezTo>
                    <a:cubicBezTo>
                      <a:pt x="20" y="39"/>
                      <a:pt x="20" y="38"/>
                      <a:pt x="21" y="38"/>
                    </a:cubicBezTo>
                    <a:cubicBezTo>
                      <a:pt x="21" y="38"/>
                      <a:pt x="21" y="38"/>
                      <a:pt x="21" y="38"/>
                    </a:cubicBezTo>
                    <a:lnTo>
                      <a:pt x="18" y="39"/>
                    </a:lnTo>
                    <a:close/>
                    <a:moveTo>
                      <a:pt x="26" y="42"/>
                    </a:moveTo>
                    <a:cubicBezTo>
                      <a:pt x="26" y="42"/>
                      <a:pt x="26" y="42"/>
                      <a:pt x="26" y="42"/>
                    </a:cubicBezTo>
                    <a:cubicBezTo>
                      <a:pt x="26" y="43"/>
                      <a:pt x="26" y="43"/>
                      <a:pt x="26" y="43"/>
                    </a:cubicBezTo>
                    <a:cubicBezTo>
                      <a:pt x="26" y="43"/>
                      <a:pt x="26" y="43"/>
                      <a:pt x="26" y="43"/>
                    </a:cubicBezTo>
                    <a:cubicBezTo>
                      <a:pt x="25" y="43"/>
                      <a:pt x="25" y="43"/>
                      <a:pt x="25" y="43"/>
                    </a:cubicBezTo>
                    <a:cubicBezTo>
                      <a:pt x="25" y="41"/>
                      <a:pt x="25" y="41"/>
                      <a:pt x="25" y="41"/>
                    </a:cubicBezTo>
                    <a:cubicBezTo>
                      <a:pt x="25" y="39"/>
                      <a:pt x="25" y="39"/>
                      <a:pt x="25" y="39"/>
                    </a:cubicBezTo>
                    <a:cubicBezTo>
                      <a:pt x="24" y="38"/>
                      <a:pt x="24" y="38"/>
                      <a:pt x="24" y="38"/>
                    </a:cubicBezTo>
                    <a:cubicBezTo>
                      <a:pt x="24" y="38"/>
                      <a:pt x="24" y="38"/>
                      <a:pt x="24" y="38"/>
                    </a:cubicBezTo>
                    <a:cubicBezTo>
                      <a:pt x="23" y="40"/>
                      <a:pt x="23" y="40"/>
                      <a:pt x="23" y="40"/>
                    </a:cubicBezTo>
                    <a:cubicBezTo>
                      <a:pt x="22" y="41"/>
                      <a:pt x="23" y="41"/>
                      <a:pt x="23" y="41"/>
                    </a:cubicBezTo>
                    <a:cubicBezTo>
                      <a:pt x="23" y="41"/>
                      <a:pt x="23" y="41"/>
                      <a:pt x="23" y="41"/>
                    </a:cubicBezTo>
                    <a:cubicBezTo>
                      <a:pt x="22" y="41"/>
                      <a:pt x="22" y="41"/>
                      <a:pt x="22" y="41"/>
                    </a:cubicBezTo>
                    <a:cubicBezTo>
                      <a:pt x="21" y="40"/>
                      <a:pt x="21" y="40"/>
                      <a:pt x="21" y="40"/>
                    </a:cubicBezTo>
                    <a:cubicBezTo>
                      <a:pt x="20" y="40"/>
                      <a:pt x="20" y="40"/>
                      <a:pt x="20" y="40"/>
                    </a:cubicBezTo>
                    <a:cubicBezTo>
                      <a:pt x="21" y="40"/>
                      <a:pt x="21" y="40"/>
                      <a:pt x="22" y="39"/>
                    </a:cubicBezTo>
                    <a:cubicBezTo>
                      <a:pt x="24" y="35"/>
                      <a:pt x="24" y="35"/>
                      <a:pt x="24" y="35"/>
                    </a:cubicBezTo>
                    <a:cubicBezTo>
                      <a:pt x="24" y="34"/>
                      <a:pt x="23" y="34"/>
                      <a:pt x="23" y="34"/>
                    </a:cubicBezTo>
                    <a:cubicBezTo>
                      <a:pt x="24" y="34"/>
                      <a:pt x="24" y="34"/>
                      <a:pt x="24" y="34"/>
                    </a:cubicBezTo>
                    <a:cubicBezTo>
                      <a:pt x="25" y="34"/>
                      <a:pt x="25" y="34"/>
                      <a:pt x="25" y="34"/>
                    </a:cubicBezTo>
                    <a:cubicBezTo>
                      <a:pt x="26" y="35"/>
                      <a:pt x="26" y="35"/>
                      <a:pt x="26" y="35"/>
                    </a:cubicBezTo>
                    <a:cubicBezTo>
                      <a:pt x="28" y="36"/>
                      <a:pt x="28" y="38"/>
                      <a:pt x="28" y="38"/>
                    </a:cubicBezTo>
                    <a:cubicBezTo>
                      <a:pt x="27" y="39"/>
                      <a:pt x="27" y="39"/>
                      <a:pt x="27" y="39"/>
                    </a:cubicBezTo>
                    <a:cubicBezTo>
                      <a:pt x="26" y="39"/>
                      <a:pt x="26" y="39"/>
                      <a:pt x="26" y="39"/>
                    </a:cubicBezTo>
                    <a:cubicBezTo>
                      <a:pt x="26" y="39"/>
                      <a:pt x="26" y="41"/>
                      <a:pt x="26" y="42"/>
                    </a:cubicBezTo>
                    <a:moveTo>
                      <a:pt x="31" y="39"/>
                    </a:moveTo>
                    <a:cubicBezTo>
                      <a:pt x="29" y="43"/>
                      <a:pt x="29" y="43"/>
                      <a:pt x="29" y="43"/>
                    </a:cubicBezTo>
                    <a:cubicBezTo>
                      <a:pt x="29" y="44"/>
                      <a:pt x="30" y="45"/>
                      <a:pt x="30" y="45"/>
                    </a:cubicBezTo>
                    <a:cubicBezTo>
                      <a:pt x="30" y="45"/>
                      <a:pt x="30" y="45"/>
                      <a:pt x="30" y="45"/>
                    </a:cubicBezTo>
                    <a:cubicBezTo>
                      <a:pt x="28" y="44"/>
                      <a:pt x="28" y="44"/>
                      <a:pt x="28" y="44"/>
                    </a:cubicBezTo>
                    <a:cubicBezTo>
                      <a:pt x="27" y="44"/>
                      <a:pt x="27" y="44"/>
                      <a:pt x="27" y="44"/>
                    </a:cubicBezTo>
                    <a:cubicBezTo>
                      <a:pt x="27" y="44"/>
                      <a:pt x="27" y="44"/>
                      <a:pt x="27" y="44"/>
                    </a:cubicBezTo>
                    <a:cubicBezTo>
                      <a:pt x="28" y="43"/>
                      <a:pt x="28" y="43"/>
                      <a:pt x="28" y="43"/>
                    </a:cubicBezTo>
                    <a:cubicBezTo>
                      <a:pt x="30" y="39"/>
                      <a:pt x="30" y="39"/>
                      <a:pt x="30" y="39"/>
                    </a:cubicBezTo>
                    <a:cubicBezTo>
                      <a:pt x="30" y="37"/>
                      <a:pt x="30" y="37"/>
                      <a:pt x="30" y="37"/>
                    </a:cubicBezTo>
                    <a:cubicBezTo>
                      <a:pt x="30" y="37"/>
                      <a:pt x="30" y="37"/>
                      <a:pt x="30" y="37"/>
                    </a:cubicBezTo>
                    <a:cubicBezTo>
                      <a:pt x="31" y="38"/>
                      <a:pt x="31" y="38"/>
                      <a:pt x="31" y="38"/>
                    </a:cubicBezTo>
                    <a:cubicBezTo>
                      <a:pt x="32" y="38"/>
                      <a:pt x="32" y="38"/>
                      <a:pt x="32" y="38"/>
                    </a:cubicBezTo>
                    <a:cubicBezTo>
                      <a:pt x="33" y="39"/>
                      <a:pt x="33" y="39"/>
                      <a:pt x="33" y="39"/>
                    </a:cubicBezTo>
                    <a:cubicBezTo>
                      <a:pt x="32" y="39"/>
                      <a:pt x="32" y="38"/>
                      <a:pt x="31" y="39"/>
                    </a:cubicBezTo>
                    <a:moveTo>
                      <a:pt x="36" y="41"/>
                    </a:moveTo>
                    <a:cubicBezTo>
                      <a:pt x="35" y="46"/>
                      <a:pt x="35" y="46"/>
                      <a:pt x="35" y="46"/>
                    </a:cubicBezTo>
                    <a:cubicBezTo>
                      <a:pt x="34" y="47"/>
                      <a:pt x="35" y="47"/>
                      <a:pt x="35" y="47"/>
                    </a:cubicBezTo>
                    <a:cubicBezTo>
                      <a:pt x="35" y="47"/>
                      <a:pt x="35" y="47"/>
                      <a:pt x="35" y="47"/>
                    </a:cubicBezTo>
                    <a:cubicBezTo>
                      <a:pt x="33" y="47"/>
                      <a:pt x="33" y="47"/>
                      <a:pt x="33" y="47"/>
                    </a:cubicBezTo>
                    <a:cubicBezTo>
                      <a:pt x="32" y="46"/>
                      <a:pt x="32" y="46"/>
                      <a:pt x="32" y="46"/>
                    </a:cubicBezTo>
                    <a:cubicBezTo>
                      <a:pt x="32" y="46"/>
                      <a:pt x="32" y="46"/>
                      <a:pt x="32" y="46"/>
                    </a:cubicBezTo>
                    <a:cubicBezTo>
                      <a:pt x="32" y="45"/>
                      <a:pt x="33" y="46"/>
                      <a:pt x="33" y="45"/>
                    </a:cubicBezTo>
                    <a:cubicBezTo>
                      <a:pt x="35" y="41"/>
                      <a:pt x="35" y="41"/>
                      <a:pt x="35" y="41"/>
                    </a:cubicBezTo>
                    <a:cubicBezTo>
                      <a:pt x="35" y="40"/>
                      <a:pt x="35" y="40"/>
                      <a:pt x="35" y="40"/>
                    </a:cubicBezTo>
                    <a:cubicBezTo>
                      <a:pt x="34" y="40"/>
                      <a:pt x="34" y="40"/>
                      <a:pt x="34" y="40"/>
                    </a:cubicBezTo>
                    <a:cubicBezTo>
                      <a:pt x="33" y="40"/>
                      <a:pt x="33" y="41"/>
                      <a:pt x="33" y="41"/>
                    </a:cubicBezTo>
                    <a:cubicBezTo>
                      <a:pt x="33" y="40"/>
                      <a:pt x="33" y="40"/>
                      <a:pt x="33" y="40"/>
                    </a:cubicBezTo>
                    <a:cubicBezTo>
                      <a:pt x="33" y="39"/>
                      <a:pt x="33" y="39"/>
                      <a:pt x="33" y="39"/>
                    </a:cubicBezTo>
                    <a:cubicBezTo>
                      <a:pt x="33" y="39"/>
                      <a:pt x="33" y="39"/>
                      <a:pt x="33" y="39"/>
                    </a:cubicBezTo>
                    <a:cubicBezTo>
                      <a:pt x="34" y="39"/>
                      <a:pt x="35" y="40"/>
                      <a:pt x="36" y="40"/>
                    </a:cubicBezTo>
                    <a:cubicBezTo>
                      <a:pt x="38" y="41"/>
                      <a:pt x="38" y="41"/>
                      <a:pt x="39" y="41"/>
                    </a:cubicBezTo>
                    <a:cubicBezTo>
                      <a:pt x="39" y="42"/>
                      <a:pt x="39" y="42"/>
                      <a:pt x="39" y="42"/>
                    </a:cubicBezTo>
                    <a:cubicBezTo>
                      <a:pt x="39" y="42"/>
                      <a:pt x="39" y="42"/>
                      <a:pt x="39" y="42"/>
                    </a:cubicBezTo>
                    <a:cubicBezTo>
                      <a:pt x="38" y="43"/>
                      <a:pt x="38" y="43"/>
                      <a:pt x="38" y="43"/>
                    </a:cubicBezTo>
                    <a:cubicBezTo>
                      <a:pt x="38" y="43"/>
                      <a:pt x="39" y="42"/>
                      <a:pt x="38" y="42"/>
                    </a:cubicBezTo>
                    <a:cubicBezTo>
                      <a:pt x="37" y="41"/>
                      <a:pt x="37" y="41"/>
                      <a:pt x="37" y="41"/>
                    </a:cubicBezTo>
                    <a:lnTo>
                      <a:pt x="36" y="41"/>
                    </a:lnTo>
                    <a:close/>
                    <a:moveTo>
                      <a:pt x="44" y="50"/>
                    </a:moveTo>
                    <a:cubicBezTo>
                      <a:pt x="44" y="50"/>
                      <a:pt x="44" y="50"/>
                      <a:pt x="44" y="50"/>
                    </a:cubicBezTo>
                    <a:cubicBezTo>
                      <a:pt x="42" y="50"/>
                      <a:pt x="42" y="50"/>
                      <a:pt x="42" y="50"/>
                    </a:cubicBezTo>
                    <a:cubicBezTo>
                      <a:pt x="41" y="50"/>
                      <a:pt x="41" y="50"/>
                      <a:pt x="41" y="50"/>
                    </a:cubicBezTo>
                    <a:cubicBezTo>
                      <a:pt x="41" y="49"/>
                      <a:pt x="41" y="49"/>
                      <a:pt x="41" y="49"/>
                    </a:cubicBezTo>
                    <a:cubicBezTo>
                      <a:pt x="42" y="49"/>
                      <a:pt x="42" y="49"/>
                      <a:pt x="42" y="49"/>
                    </a:cubicBezTo>
                    <a:cubicBezTo>
                      <a:pt x="42" y="48"/>
                      <a:pt x="42" y="48"/>
                      <a:pt x="42" y="48"/>
                    </a:cubicBezTo>
                    <a:cubicBezTo>
                      <a:pt x="42" y="47"/>
                      <a:pt x="42" y="47"/>
                      <a:pt x="42"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8" y="48"/>
                      <a:pt x="38" y="48"/>
                      <a:pt x="38" y="48"/>
                    </a:cubicBezTo>
                    <a:cubicBezTo>
                      <a:pt x="37" y="48"/>
                      <a:pt x="37" y="48"/>
                      <a:pt x="37" y="48"/>
                    </a:cubicBezTo>
                    <a:cubicBezTo>
                      <a:pt x="37" y="48"/>
                      <a:pt x="37" y="48"/>
                      <a:pt x="37" y="48"/>
                    </a:cubicBezTo>
                    <a:cubicBezTo>
                      <a:pt x="38" y="48"/>
                      <a:pt x="38" y="48"/>
                      <a:pt x="38" y="48"/>
                    </a:cubicBezTo>
                    <a:cubicBezTo>
                      <a:pt x="42" y="43"/>
                      <a:pt x="42" y="43"/>
                      <a:pt x="42" y="43"/>
                    </a:cubicBezTo>
                    <a:cubicBezTo>
                      <a:pt x="43" y="43"/>
                      <a:pt x="43" y="43"/>
                      <a:pt x="43" y="43"/>
                    </a:cubicBezTo>
                    <a:cubicBezTo>
                      <a:pt x="43" y="43"/>
                      <a:pt x="43" y="43"/>
                      <a:pt x="43" y="43"/>
                    </a:cubicBezTo>
                    <a:cubicBezTo>
                      <a:pt x="43" y="50"/>
                      <a:pt x="43" y="50"/>
                      <a:pt x="43" y="50"/>
                    </a:cubicBezTo>
                    <a:lnTo>
                      <a:pt x="44" y="50"/>
                    </a:lnTo>
                    <a:close/>
                    <a:moveTo>
                      <a:pt x="51" y="46"/>
                    </a:moveTo>
                    <a:cubicBezTo>
                      <a:pt x="50" y="47"/>
                      <a:pt x="50" y="47"/>
                      <a:pt x="50" y="47"/>
                    </a:cubicBezTo>
                    <a:cubicBezTo>
                      <a:pt x="50" y="47"/>
                      <a:pt x="50" y="47"/>
                      <a:pt x="50" y="47"/>
                    </a:cubicBezTo>
                    <a:cubicBezTo>
                      <a:pt x="50" y="47"/>
                      <a:pt x="50" y="45"/>
                      <a:pt x="49" y="45"/>
                    </a:cubicBezTo>
                    <a:cubicBezTo>
                      <a:pt x="47" y="46"/>
                      <a:pt x="47" y="46"/>
                      <a:pt x="47" y="46"/>
                    </a:cubicBezTo>
                    <a:cubicBezTo>
                      <a:pt x="47" y="46"/>
                      <a:pt x="48" y="47"/>
                      <a:pt x="49" y="47"/>
                    </a:cubicBezTo>
                    <a:cubicBezTo>
                      <a:pt x="50" y="48"/>
                      <a:pt x="50" y="49"/>
                      <a:pt x="50" y="50"/>
                    </a:cubicBezTo>
                    <a:cubicBezTo>
                      <a:pt x="49" y="51"/>
                      <a:pt x="48" y="52"/>
                      <a:pt x="47" y="51"/>
                    </a:cubicBezTo>
                    <a:cubicBezTo>
                      <a:pt x="46" y="51"/>
                      <a:pt x="46" y="51"/>
                      <a:pt x="46" y="51"/>
                    </a:cubicBezTo>
                    <a:cubicBezTo>
                      <a:pt x="45" y="50"/>
                      <a:pt x="45" y="50"/>
                      <a:pt x="45" y="50"/>
                    </a:cubicBezTo>
                    <a:cubicBezTo>
                      <a:pt x="45" y="49"/>
                      <a:pt x="45" y="49"/>
                      <a:pt x="45" y="49"/>
                    </a:cubicBezTo>
                    <a:cubicBezTo>
                      <a:pt x="46" y="48"/>
                      <a:pt x="46" y="48"/>
                      <a:pt x="46" y="48"/>
                    </a:cubicBezTo>
                    <a:cubicBezTo>
                      <a:pt x="46" y="49"/>
                      <a:pt x="46" y="49"/>
                      <a:pt x="46" y="49"/>
                    </a:cubicBezTo>
                    <a:cubicBezTo>
                      <a:pt x="46" y="50"/>
                      <a:pt x="46" y="51"/>
                      <a:pt x="47" y="51"/>
                    </a:cubicBezTo>
                    <a:cubicBezTo>
                      <a:pt x="49" y="50"/>
                      <a:pt x="49" y="50"/>
                      <a:pt x="49" y="50"/>
                    </a:cubicBezTo>
                    <a:cubicBezTo>
                      <a:pt x="49" y="49"/>
                      <a:pt x="49" y="49"/>
                      <a:pt x="47" y="48"/>
                    </a:cubicBezTo>
                    <a:cubicBezTo>
                      <a:pt x="47" y="47"/>
                      <a:pt x="46" y="47"/>
                      <a:pt x="46" y="46"/>
                    </a:cubicBezTo>
                    <a:cubicBezTo>
                      <a:pt x="47" y="45"/>
                      <a:pt x="48" y="44"/>
                      <a:pt x="49" y="45"/>
                    </a:cubicBezTo>
                    <a:cubicBezTo>
                      <a:pt x="50" y="45"/>
                      <a:pt x="50" y="45"/>
                      <a:pt x="50" y="45"/>
                    </a:cubicBezTo>
                    <a:cubicBezTo>
                      <a:pt x="51" y="45"/>
                      <a:pt x="51" y="45"/>
                      <a:pt x="51" y="45"/>
                    </a:cubicBezTo>
                    <a:lnTo>
                      <a:pt x="51" y="46"/>
                    </a:lnTo>
                    <a:close/>
                    <a:moveTo>
                      <a:pt x="55" y="49"/>
                    </a:moveTo>
                    <a:cubicBezTo>
                      <a:pt x="54" y="50"/>
                      <a:pt x="54" y="50"/>
                      <a:pt x="54" y="50"/>
                    </a:cubicBezTo>
                    <a:cubicBezTo>
                      <a:pt x="54" y="49"/>
                      <a:pt x="54" y="49"/>
                      <a:pt x="54" y="49"/>
                    </a:cubicBezTo>
                    <a:cubicBezTo>
                      <a:pt x="54" y="48"/>
                      <a:pt x="54" y="48"/>
                      <a:pt x="54" y="48"/>
                    </a:cubicBezTo>
                    <a:lnTo>
                      <a:pt x="55" y="49"/>
                    </a:lnTo>
                    <a:close/>
                    <a:moveTo>
                      <a:pt x="62" y="54"/>
                    </a:moveTo>
                    <a:cubicBezTo>
                      <a:pt x="60" y="54"/>
                      <a:pt x="59" y="54"/>
                      <a:pt x="59" y="54"/>
                    </a:cubicBezTo>
                    <a:cubicBezTo>
                      <a:pt x="58" y="54"/>
                      <a:pt x="58" y="54"/>
                      <a:pt x="58" y="54"/>
                    </a:cubicBezTo>
                    <a:cubicBezTo>
                      <a:pt x="58" y="54"/>
                      <a:pt x="58" y="54"/>
                      <a:pt x="58" y="54"/>
                    </a:cubicBezTo>
                    <a:cubicBezTo>
                      <a:pt x="58" y="53"/>
                      <a:pt x="58" y="54"/>
                      <a:pt x="58" y="53"/>
                    </a:cubicBezTo>
                    <a:cubicBezTo>
                      <a:pt x="59" y="48"/>
                      <a:pt x="59" y="48"/>
                      <a:pt x="59" y="48"/>
                    </a:cubicBezTo>
                    <a:cubicBezTo>
                      <a:pt x="58" y="47"/>
                      <a:pt x="58" y="47"/>
                      <a:pt x="58" y="47"/>
                    </a:cubicBezTo>
                    <a:cubicBezTo>
                      <a:pt x="59" y="47"/>
                      <a:pt x="59" y="47"/>
                      <a:pt x="59" y="47"/>
                    </a:cubicBezTo>
                    <a:cubicBezTo>
                      <a:pt x="60" y="47"/>
                      <a:pt x="60" y="47"/>
                      <a:pt x="60" y="47"/>
                    </a:cubicBezTo>
                    <a:cubicBezTo>
                      <a:pt x="61" y="47"/>
                      <a:pt x="61" y="47"/>
                      <a:pt x="61" y="47"/>
                    </a:cubicBezTo>
                    <a:cubicBezTo>
                      <a:pt x="61" y="47"/>
                      <a:pt x="61" y="47"/>
                      <a:pt x="61" y="47"/>
                    </a:cubicBezTo>
                    <a:cubicBezTo>
                      <a:pt x="60" y="48"/>
                      <a:pt x="60" y="48"/>
                      <a:pt x="60" y="48"/>
                    </a:cubicBezTo>
                    <a:cubicBezTo>
                      <a:pt x="60" y="53"/>
                      <a:pt x="60" y="53"/>
                      <a:pt x="60" y="53"/>
                    </a:cubicBezTo>
                    <a:cubicBezTo>
                      <a:pt x="60" y="54"/>
                      <a:pt x="60" y="54"/>
                      <a:pt x="60" y="54"/>
                    </a:cubicBezTo>
                    <a:cubicBezTo>
                      <a:pt x="63" y="54"/>
                      <a:pt x="63" y="53"/>
                      <a:pt x="63" y="53"/>
                    </a:cubicBezTo>
                    <a:cubicBezTo>
                      <a:pt x="63" y="53"/>
                      <a:pt x="63" y="53"/>
                      <a:pt x="63" y="53"/>
                    </a:cubicBezTo>
                    <a:lnTo>
                      <a:pt x="62" y="54"/>
                    </a:lnTo>
                    <a:close/>
                    <a:moveTo>
                      <a:pt x="66" y="49"/>
                    </a:moveTo>
                    <a:cubicBezTo>
                      <a:pt x="66" y="54"/>
                      <a:pt x="66" y="54"/>
                      <a:pt x="66" y="54"/>
                    </a:cubicBezTo>
                    <a:cubicBezTo>
                      <a:pt x="66" y="55"/>
                      <a:pt x="67" y="54"/>
                      <a:pt x="67" y="55"/>
                    </a:cubicBezTo>
                    <a:cubicBezTo>
                      <a:pt x="67" y="55"/>
                      <a:pt x="67" y="55"/>
                      <a:pt x="67" y="55"/>
                    </a:cubicBezTo>
                    <a:cubicBezTo>
                      <a:pt x="65" y="55"/>
                      <a:pt x="65" y="55"/>
                      <a:pt x="65" y="55"/>
                    </a:cubicBezTo>
                    <a:cubicBezTo>
                      <a:pt x="64" y="55"/>
                      <a:pt x="64" y="55"/>
                      <a:pt x="64" y="55"/>
                    </a:cubicBezTo>
                    <a:cubicBezTo>
                      <a:pt x="64" y="54"/>
                      <a:pt x="64" y="54"/>
                      <a:pt x="64" y="54"/>
                    </a:cubicBezTo>
                    <a:cubicBezTo>
                      <a:pt x="64" y="54"/>
                      <a:pt x="65" y="54"/>
                      <a:pt x="65" y="54"/>
                    </a:cubicBezTo>
                    <a:cubicBezTo>
                      <a:pt x="65" y="49"/>
                      <a:pt x="65" y="49"/>
                      <a:pt x="65" y="49"/>
                    </a:cubicBezTo>
                    <a:cubicBezTo>
                      <a:pt x="65" y="48"/>
                      <a:pt x="64" y="48"/>
                      <a:pt x="64" y="48"/>
                    </a:cubicBezTo>
                    <a:cubicBezTo>
                      <a:pt x="65" y="48"/>
                      <a:pt x="65" y="48"/>
                      <a:pt x="65" y="48"/>
                    </a:cubicBezTo>
                    <a:cubicBezTo>
                      <a:pt x="66" y="48"/>
                      <a:pt x="66" y="48"/>
                      <a:pt x="66" y="48"/>
                    </a:cubicBezTo>
                    <a:cubicBezTo>
                      <a:pt x="67" y="48"/>
                      <a:pt x="67" y="48"/>
                      <a:pt x="67" y="48"/>
                    </a:cubicBezTo>
                    <a:cubicBezTo>
                      <a:pt x="67" y="48"/>
                      <a:pt x="67" y="48"/>
                      <a:pt x="67" y="48"/>
                    </a:cubicBezTo>
                    <a:cubicBezTo>
                      <a:pt x="67" y="48"/>
                      <a:pt x="67" y="48"/>
                      <a:pt x="66" y="49"/>
                    </a:cubicBezTo>
                    <a:moveTo>
                      <a:pt x="71" y="55"/>
                    </a:moveTo>
                    <a:cubicBezTo>
                      <a:pt x="70" y="55"/>
                      <a:pt x="69" y="55"/>
                      <a:pt x="69" y="55"/>
                    </a:cubicBezTo>
                    <a:cubicBezTo>
                      <a:pt x="68" y="55"/>
                      <a:pt x="68" y="55"/>
                      <a:pt x="68" y="55"/>
                    </a:cubicBezTo>
                    <a:cubicBezTo>
                      <a:pt x="68" y="55"/>
                      <a:pt x="68" y="55"/>
                      <a:pt x="68" y="55"/>
                    </a:cubicBezTo>
                    <a:cubicBezTo>
                      <a:pt x="68" y="54"/>
                      <a:pt x="69" y="55"/>
                      <a:pt x="69" y="54"/>
                    </a:cubicBezTo>
                    <a:cubicBezTo>
                      <a:pt x="69" y="50"/>
                      <a:pt x="69" y="50"/>
                      <a:pt x="69" y="50"/>
                    </a:cubicBezTo>
                    <a:cubicBezTo>
                      <a:pt x="69" y="48"/>
                      <a:pt x="68" y="49"/>
                      <a:pt x="68" y="48"/>
                    </a:cubicBezTo>
                    <a:cubicBezTo>
                      <a:pt x="68" y="48"/>
                      <a:pt x="68" y="48"/>
                      <a:pt x="68" y="48"/>
                    </a:cubicBezTo>
                    <a:cubicBezTo>
                      <a:pt x="68" y="48"/>
                      <a:pt x="68" y="48"/>
                      <a:pt x="68" y="48"/>
                    </a:cubicBezTo>
                    <a:cubicBezTo>
                      <a:pt x="71" y="48"/>
                      <a:pt x="71" y="48"/>
                      <a:pt x="71" y="48"/>
                    </a:cubicBezTo>
                    <a:cubicBezTo>
                      <a:pt x="73" y="48"/>
                      <a:pt x="73" y="50"/>
                      <a:pt x="73" y="50"/>
                    </a:cubicBezTo>
                    <a:cubicBezTo>
                      <a:pt x="72" y="51"/>
                      <a:pt x="72" y="51"/>
                      <a:pt x="72" y="51"/>
                    </a:cubicBezTo>
                    <a:cubicBezTo>
                      <a:pt x="72" y="51"/>
                      <a:pt x="72" y="51"/>
                      <a:pt x="72" y="51"/>
                    </a:cubicBezTo>
                    <a:cubicBezTo>
                      <a:pt x="73" y="52"/>
                      <a:pt x="74" y="52"/>
                      <a:pt x="74" y="53"/>
                    </a:cubicBezTo>
                    <a:cubicBezTo>
                      <a:pt x="74" y="54"/>
                      <a:pt x="73" y="55"/>
                      <a:pt x="71" y="55"/>
                    </a:cubicBezTo>
                    <a:moveTo>
                      <a:pt x="79" y="55"/>
                    </a:moveTo>
                    <a:cubicBezTo>
                      <a:pt x="77" y="55"/>
                      <a:pt x="77" y="55"/>
                      <a:pt x="76" y="55"/>
                    </a:cubicBezTo>
                    <a:cubicBezTo>
                      <a:pt x="75" y="55"/>
                      <a:pt x="75" y="55"/>
                      <a:pt x="75" y="55"/>
                    </a:cubicBezTo>
                    <a:cubicBezTo>
                      <a:pt x="75" y="55"/>
                      <a:pt x="75" y="55"/>
                      <a:pt x="75" y="55"/>
                    </a:cubicBezTo>
                    <a:cubicBezTo>
                      <a:pt x="75" y="55"/>
                      <a:pt x="75" y="55"/>
                      <a:pt x="75" y="54"/>
                    </a:cubicBezTo>
                    <a:cubicBezTo>
                      <a:pt x="75" y="49"/>
                      <a:pt x="75" y="49"/>
                      <a:pt x="75" y="49"/>
                    </a:cubicBezTo>
                    <a:cubicBezTo>
                      <a:pt x="74" y="48"/>
                      <a:pt x="74" y="48"/>
                      <a:pt x="74" y="48"/>
                    </a:cubicBezTo>
                    <a:cubicBezTo>
                      <a:pt x="74" y="48"/>
                      <a:pt x="74" y="48"/>
                      <a:pt x="74" y="48"/>
                    </a:cubicBezTo>
                    <a:cubicBezTo>
                      <a:pt x="75" y="48"/>
                      <a:pt x="75" y="48"/>
                      <a:pt x="77" y="48"/>
                    </a:cubicBezTo>
                    <a:cubicBezTo>
                      <a:pt x="78" y="48"/>
                      <a:pt x="78" y="48"/>
                      <a:pt x="79" y="48"/>
                    </a:cubicBezTo>
                    <a:cubicBezTo>
                      <a:pt x="79" y="48"/>
                      <a:pt x="79" y="48"/>
                      <a:pt x="79" y="48"/>
                    </a:cubicBezTo>
                    <a:cubicBezTo>
                      <a:pt x="79" y="49"/>
                      <a:pt x="79" y="49"/>
                      <a:pt x="79" y="49"/>
                    </a:cubicBezTo>
                    <a:cubicBezTo>
                      <a:pt x="79" y="50"/>
                      <a:pt x="79" y="50"/>
                      <a:pt x="79" y="50"/>
                    </a:cubicBezTo>
                    <a:cubicBezTo>
                      <a:pt x="79" y="50"/>
                      <a:pt x="80" y="48"/>
                      <a:pt x="78" y="49"/>
                    </a:cubicBezTo>
                    <a:cubicBezTo>
                      <a:pt x="77" y="49"/>
                      <a:pt x="76" y="49"/>
                      <a:pt x="76" y="49"/>
                    </a:cubicBezTo>
                    <a:cubicBezTo>
                      <a:pt x="77" y="51"/>
                      <a:pt x="77" y="51"/>
                      <a:pt x="77" y="51"/>
                    </a:cubicBezTo>
                    <a:cubicBezTo>
                      <a:pt x="77" y="51"/>
                      <a:pt x="77" y="51"/>
                      <a:pt x="77" y="51"/>
                    </a:cubicBezTo>
                    <a:cubicBezTo>
                      <a:pt x="78" y="51"/>
                      <a:pt x="78" y="51"/>
                      <a:pt x="78" y="51"/>
                    </a:cubicBezTo>
                    <a:cubicBezTo>
                      <a:pt x="79" y="50"/>
                      <a:pt x="79" y="50"/>
                      <a:pt x="79" y="50"/>
                    </a:cubicBezTo>
                    <a:cubicBezTo>
                      <a:pt x="79" y="50"/>
                      <a:pt x="79" y="50"/>
                      <a:pt x="79" y="50"/>
                    </a:cubicBezTo>
                    <a:cubicBezTo>
                      <a:pt x="79" y="52"/>
                      <a:pt x="79" y="52"/>
                      <a:pt x="79" y="52"/>
                    </a:cubicBezTo>
                    <a:cubicBezTo>
                      <a:pt x="79" y="53"/>
                      <a:pt x="79" y="53"/>
                      <a:pt x="79" y="53"/>
                    </a:cubicBezTo>
                    <a:cubicBezTo>
                      <a:pt x="79" y="53"/>
                      <a:pt x="79" y="52"/>
                      <a:pt x="78" y="52"/>
                    </a:cubicBezTo>
                    <a:cubicBezTo>
                      <a:pt x="77" y="52"/>
                      <a:pt x="77" y="52"/>
                      <a:pt x="77" y="52"/>
                    </a:cubicBezTo>
                    <a:cubicBezTo>
                      <a:pt x="77" y="52"/>
                      <a:pt x="77" y="52"/>
                      <a:pt x="77" y="52"/>
                    </a:cubicBezTo>
                    <a:cubicBezTo>
                      <a:pt x="77" y="54"/>
                      <a:pt x="77" y="54"/>
                      <a:pt x="77" y="54"/>
                    </a:cubicBezTo>
                    <a:cubicBezTo>
                      <a:pt x="77" y="55"/>
                      <a:pt x="77" y="55"/>
                      <a:pt x="77" y="55"/>
                    </a:cubicBezTo>
                    <a:cubicBezTo>
                      <a:pt x="80" y="54"/>
                      <a:pt x="80" y="53"/>
                      <a:pt x="80" y="53"/>
                    </a:cubicBezTo>
                    <a:cubicBezTo>
                      <a:pt x="80" y="53"/>
                      <a:pt x="80" y="53"/>
                      <a:pt x="80" y="53"/>
                    </a:cubicBezTo>
                    <a:lnTo>
                      <a:pt x="79" y="55"/>
                    </a:lnTo>
                    <a:close/>
                    <a:moveTo>
                      <a:pt x="87" y="54"/>
                    </a:moveTo>
                    <a:cubicBezTo>
                      <a:pt x="85" y="53"/>
                      <a:pt x="85" y="53"/>
                      <a:pt x="85" y="53"/>
                    </a:cubicBezTo>
                    <a:cubicBezTo>
                      <a:pt x="84" y="52"/>
                      <a:pt x="84" y="52"/>
                      <a:pt x="84" y="52"/>
                    </a:cubicBezTo>
                    <a:cubicBezTo>
                      <a:pt x="83" y="51"/>
                      <a:pt x="83" y="51"/>
                      <a:pt x="83" y="51"/>
                    </a:cubicBezTo>
                    <a:cubicBezTo>
                      <a:pt x="83" y="52"/>
                      <a:pt x="83" y="52"/>
                      <a:pt x="83" y="52"/>
                    </a:cubicBezTo>
                    <a:cubicBezTo>
                      <a:pt x="83" y="54"/>
                      <a:pt x="83" y="54"/>
                      <a:pt x="83" y="54"/>
                    </a:cubicBezTo>
                    <a:cubicBezTo>
                      <a:pt x="83" y="55"/>
                      <a:pt x="84" y="54"/>
                      <a:pt x="84" y="54"/>
                    </a:cubicBezTo>
                    <a:cubicBezTo>
                      <a:pt x="84" y="55"/>
                      <a:pt x="84" y="55"/>
                      <a:pt x="84" y="55"/>
                    </a:cubicBezTo>
                    <a:cubicBezTo>
                      <a:pt x="83" y="55"/>
                      <a:pt x="83" y="55"/>
                      <a:pt x="83" y="55"/>
                    </a:cubicBezTo>
                    <a:cubicBezTo>
                      <a:pt x="81" y="55"/>
                      <a:pt x="81" y="55"/>
                      <a:pt x="81" y="55"/>
                    </a:cubicBezTo>
                    <a:cubicBezTo>
                      <a:pt x="81" y="55"/>
                      <a:pt x="81" y="55"/>
                      <a:pt x="81" y="55"/>
                    </a:cubicBezTo>
                    <a:cubicBezTo>
                      <a:pt x="81" y="54"/>
                      <a:pt x="82" y="55"/>
                      <a:pt x="82" y="53"/>
                    </a:cubicBezTo>
                    <a:cubicBezTo>
                      <a:pt x="81" y="49"/>
                      <a:pt x="81" y="49"/>
                      <a:pt x="81" y="49"/>
                    </a:cubicBezTo>
                    <a:cubicBezTo>
                      <a:pt x="81" y="48"/>
                      <a:pt x="80" y="48"/>
                      <a:pt x="80" y="48"/>
                    </a:cubicBezTo>
                    <a:cubicBezTo>
                      <a:pt x="80" y="48"/>
                      <a:pt x="80" y="48"/>
                      <a:pt x="80" y="48"/>
                    </a:cubicBezTo>
                    <a:cubicBezTo>
                      <a:pt x="81" y="48"/>
                      <a:pt x="81" y="48"/>
                      <a:pt x="81" y="48"/>
                    </a:cubicBezTo>
                    <a:cubicBezTo>
                      <a:pt x="83" y="48"/>
                      <a:pt x="83" y="48"/>
                      <a:pt x="83" y="48"/>
                    </a:cubicBezTo>
                    <a:cubicBezTo>
                      <a:pt x="86" y="47"/>
                      <a:pt x="86" y="49"/>
                      <a:pt x="86" y="49"/>
                    </a:cubicBezTo>
                    <a:cubicBezTo>
                      <a:pt x="85" y="50"/>
                      <a:pt x="85" y="50"/>
                      <a:pt x="85" y="50"/>
                    </a:cubicBezTo>
                    <a:cubicBezTo>
                      <a:pt x="85" y="51"/>
                      <a:pt x="85" y="51"/>
                      <a:pt x="85" y="51"/>
                    </a:cubicBezTo>
                    <a:cubicBezTo>
                      <a:pt x="85" y="51"/>
                      <a:pt x="86" y="52"/>
                      <a:pt x="87" y="54"/>
                    </a:cubicBezTo>
                    <a:cubicBezTo>
                      <a:pt x="87" y="54"/>
                      <a:pt x="87" y="54"/>
                      <a:pt x="87" y="54"/>
                    </a:cubicBezTo>
                    <a:cubicBezTo>
                      <a:pt x="87" y="54"/>
                      <a:pt x="87" y="54"/>
                      <a:pt x="87" y="54"/>
                    </a:cubicBezTo>
                    <a:cubicBezTo>
                      <a:pt x="88" y="54"/>
                      <a:pt x="88" y="54"/>
                      <a:pt x="88" y="54"/>
                    </a:cubicBezTo>
                    <a:lnTo>
                      <a:pt x="87" y="54"/>
                    </a:lnTo>
                    <a:close/>
                    <a:moveTo>
                      <a:pt x="95" y="53"/>
                    </a:moveTo>
                    <a:cubicBezTo>
                      <a:pt x="94" y="53"/>
                      <a:pt x="94" y="53"/>
                      <a:pt x="94" y="53"/>
                    </a:cubicBezTo>
                    <a:cubicBezTo>
                      <a:pt x="93" y="53"/>
                      <a:pt x="93" y="53"/>
                      <a:pt x="93" y="53"/>
                    </a:cubicBezTo>
                    <a:cubicBezTo>
                      <a:pt x="93" y="53"/>
                      <a:pt x="93" y="53"/>
                      <a:pt x="93" y="53"/>
                    </a:cubicBezTo>
                    <a:cubicBezTo>
                      <a:pt x="93" y="52"/>
                      <a:pt x="93" y="52"/>
                      <a:pt x="93" y="52"/>
                    </a:cubicBezTo>
                    <a:cubicBezTo>
                      <a:pt x="93" y="52"/>
                      <a:pt x="93" y="52"/>
                      <a:pt x="93" y="52"/>
                    </a:cubicBezTo>
                    <a:cubicBezTo>
                      <a:pt x="92" y="51"/>
                      <a:pt x="92" y="51"/>
                      <a:pt x="92" y="51"/>
                    </a:cubicBezTo>
                    <a:cubicBezTo>
                      <a:pt x="90" y="51"/>
                      <a:pt x="90" y="51"/>
                      <a:pt x="90" y="51"/>
                    </a:cubicBezTo>
                    <a:cubicBezTo>
                      <a:pt x="90" y="52"/>
                      <a:pt x="90" y="52"/>
                      <a:pt x="90" y="52"/>
                    </a:cubicBezTo>
                    <a:cubicBezTo>
                      <a:pt x="90" y="53"/>
                      <a:pt x="90" y="53"/>
                      <a:pt x="90" y="53"/>
                    </a:cubicBezTo>
                    <a:cubicBezTo>
                      <a:pt x="91" y="54"/>
                      <a:pt x="91" y="54"/>
                      <a:pt x="91" y="54"/>
                    </a:cubicBezTo>
                    <a:cubicBezTo>
                      <a:pt x="90" y="54"/>
                      <a:pt x="90" y="54"/>
                      <a:pt x="90" y="54"/>
                    </a:cubicBezTo>
                    <a:cubicBezTo>
                      <a:pt x="89" y="54"/>
                      <a:pt x="89" y="54"/>
                      <a:pt x="89" y="54"/>
                    </a:cubicBezTo>
                    <a:cubicBezTo>
                      <a:pt x="89" y="54"/>
                      <a:pt x="89" y="54"/>
                      <a:pt x="89" y="54"/>
                    </a:cubicBezTo>
                    <a:cubicBezTo>
                      <a:pt x="88" y="54"/>
                      <a:pt x="88" y="54"/>
                      <a:pt x="88" y="54"/>
                    </a:cubicBezTo>
                    <a:cubicBezTo>
                      <a:pt x="89" y="53"/>
                      <a:pt x="89" y="53"/>
                      <a:pt x="89" y="53"/>
                    </a:cubicBezTo>
                    <a:cubicBezTo>
                      <a:pt x="90" y="47"/>
                      <a:pt x="90" y="47"/>
                      <a:pt x="90" y="47"/>
                    </a:cubicBezTo>
                    <a:cubicBezTo>
                      <a:pt x="91" y="46"/>
                      <a:pt x="91" y="46"/>
                      <a:pt x="91" y="46"/>
                    </a:cubicBezTo>
                    <a:cubicBezTo>
                      <a:pt x="91" y="47"/>
                      <a:pt x="91" y="47"/>
                      <a:pt x="91" y="47"/>
                    </a:cubicBezTo>
                    <a:cubicBezTo>
                      <a:pt x="95" y="52"/>
                      <a:pt x="95" y="52"/>
                      <a:pt x="95" y="52"/>
                    </a:cubicBezTo>
                    <a:cubicBezTo>
                      <a:pt x="96" y="53"/>
                      <a:pt x="96" y="53"/>
                      <a:pt x="96" y="53"/>
                    </a:cubicBezTo>
                    <a:lnTo>
                      <a:pt x="95" y="53"/>
                    </a:lnTo>
                    <a:close/>
                    <a:moveTo>
                      <a:pt x="100" y="52"/>
                    </a:moveTo>
                    <a:cubicBezTo>
                      <a:pt x="98" y="52"/>
                      <a:pt x="98" y="52"/>
                      <a:pt x="97" y="52"/>
                    </a:cubicBezTo>
                    <a:cubicBezTo>
                      <a:pt x="97" y="52"/>
                      <a:pt x="97" y="52"/>
                      <a:pt x="97" y="52"/>
                    </a:cubicBezTo>
                    <a:cubicBezTo>
                      <a:pt x="96" y="52"/>
                      <a:pt x="96" y="52"/>
                      <a:pt x="96" y="52"/>
                    </a:cubicBezTo>
                    <a:cubicBezTo>
                      <a:pt x="96" y="52"/>
                      <a:pt x="97" y="52"/>
                      <a:pt x="97" y="51"/>
                    </a:cubicBezTo>
                    <a:cubicBezTo>
                      <a:pt x="96" y="47"/>
                      <a:pt x="96" y="47"/>
                      <a:pt x="96" y="47"/>
                    </a:cubicBezTo>
                    <a:cubicBezTo>
                      <a:pt x="95" y="46"/>
                      <a:pt x="94" y="46"/>
                      <a:pt x="94" y="46"/>
                    </a:cubicBezTo>
                    <a:cubicBezTo>
                      <a:pt x="94" y="46"/>
                      <a:pt x="94" y="46"/>
                      <a:pt x="94" y="46"/>
                    </a:cubicBezTo>
                    <a:cubicBezTo>
                      <a:pt x="95" y="46"/>
                      <a:pt x="95" y="46"/>
                      <a:pt x="95" y="46"/>
                    </a:cubicBezTo>
                    <a:cubicBezTo>
                      <a:pt x="97" y="45"/>
                      <a:pt x="97" y="45"/>
                      <a:pt x="97" y="45"/>
                    </a:cubicBezTo>
                    <a:cubicBezTo>
                      <a:pt x="100" y="44"/>
                      <a:pt x="100" y="46"/>
                      <a:pt x="100" y="46"/>
                    </a:cubicBezTo>
                    <a:cubicBezTo>
                      <a:pt x="99" y="48"/>
                      <a:pt x="99" y="48"/>
                      <a:pt x="99" y="48"/>
                    </a:cubicBezTo>
                    <a:cubicBezTo>
                      <a:pt x="101" y="48"/>
                      <a:pt x="101" y="48"/>
                      <a:pt x="101" y="49"/>
                    </a:cubicBezTo>
                    <a:cubicBezTo>
                      <a:pt x="102" y="50"/>
                      <a:pt x="101" y="51"/>
                      <a:pt x="100" y="52"/>
                    </a:cubicBezTo>
                    <a:moveTo>
                      <a:pt x="106" y="50"/>
                    </a:moveTo>
                    <a:cubicBezTo>
                      <a:pt x="104" y="50"/>
                      <a:pt x="104" y="50"/>
                      <a:pt x="104" y="50"/>
                    </a:cubicBezTo>
                    <a:cubicBezTo>
                      <a:pt x="103" y="50"/>
                      <a:pt x="103" y="50"/>
                      <a:pt x="103" y="50"/>
                    </a:cubicBezTo>
                    <a:cubicBezTo>
                      <a:pt x="103" y="50"/>
                      <a:pt x="103" y="50"/>
                      <a:pt x="103" y="50"/>
                    </a:cubicBezTo>
                    <a:cubicBezTo>
                      <a:pt x="103" y="49"/>
                      <a:pt x="103" y="49"/>
                      <a:pt x="103" y="49"/>
                    </a:cubicBezTo>
                    <a:cubicBezTo>
                      <a:pt x="102" y="45"/>
                      <a:pt x="102" y="45"/>
                      <a:pt x="102" y="45"/>
                    </a:cubicBezTo>
                    <a:cubicBezTo>
                      <a:pt x="101" y="44"/>
                      <a:pt x="101" y="44"/>
                      <a:pt x="101" y="44"/>
                    </a:cubicBezTo>
                    <a:cubicBezTo>
                      <a:pt x="101" y="44"/>
                      <a:pt x="101" y="44"/>
                      <a:pt x="101" y="44"/>
                    </a:cubicBezTo>
                    <a:cubicBezTo>
                      <a:pt x="102" y="44"/>
                      <a:pt x="102" y="44"/>
                      <a:pt x="102" y="44"/>
                    </a:cubicBezTo>
                    <a:cubicBezTo>
                      <a:pt x="103" y="43"/>
                      <a:pt x="103" y="43"/>
                      <a:pt x="103" y="43"/>
                    </a:cubicBezTo>
                    <a:cubicBezTo>
                      <a:pt x="104" y="43"/>
                      <a:pt x="104" y="43"/>
                      <a:pt x="104" y="43"/>
                    </a:cubicBezTo>
                    <a:cubicBezTo>
                      <a:pt x="103" y="44"/>
                      <a:pt x="103" y="44"/>
                      <a:pt x="103" y="44"/>
                    </a:cubicBezTo>
                    <a:cubicBezTo>
                      <a:pt x="105" y="49"/>
                      <a:pt x="105" y="49"/>
                      <a:pt x="105" y="49"/>
                    </a:cubicBezTo>
                    <a:cubicBezTo>
                      <a:pt x="105" y="50"/>
                      <a:pt x="106" y="49"/>
                      <a:pt x="106" y="49"/>
                    </a:cubicBezTo>
                    <a:lnTo>
                      <a:pt x="106" y="50"/>
                    </a:lnTo>
                    <a:close/>
                    <a:moveTo>
                      <a:pt x="111" y="48"/>
                    </a:moveTo>
                    <a:cubicBezTo>
                      <a:pt x="110" y="48"/>
                      <a:pt x="110" y="48"/>
                      <a:pt x="110" y="48"/>
                    </a:cubicBezTo>
                    <a:cubicBezTo>
                      <a:pt x="109" y="49"/>
                      <a:pt x="109" y="49"/>
                      <a:pt x="109" y="49"/>
                    </a:cubicBezTo>
                    <a:cubicBezTo>
                      <a:pt x="108" y="49"/>
                      <a:pt x="108" y="49"/>
                      <a:pt x="108" y="49"/>
                    </a:cubicBezTo>
                    <a:cubicBezTo>
                      <a:pt x="108" y="48"/>
                      <a:pt x="109" y="48"/>
                      <a:pt x="109" y="47"/>
                    </a:cubicBezTo>
                    <a:cubicBezTo>
                      <a:pt x="107" y="43"/>
                      <a:pt x="107" y="43"/>
                      <a:pt x="107" y="43"/>
                    </a:cubicBezTo>
                    <a:cubicBezTo>
                      <a:pt x="106" y="43"/>
                      <a:pt x="106" y="43"/>
                      <a:pt x="106" y="43"/>
                    </a:cubicBezTo>
                    <a:cubicBezTo>
                      <a:pt x="106" y="43"/>
                      <a:pt x="106" y="43"/>
                      <a:pt x="106" y="43"/>
                    </a:cubicBezTo>
                    <a:cubicBezTo>
                      <a:pt x="105" y="43"/>
                      <a:pt x="105" y="44"/>
                      <a:pt x="105" y="45"/>
                    </a:cubicBezTo>
                    <a:cubicBezTo>
                      <a:pt x="105" y="44"/>
                      <a:pt x="105" y="44"/>
                      <a:pt x="105" y="44"/>
                    </a:cubicBezTo>
                    <a:cubicBezTo>
                      <a:pt x="104" y="43"/>
                      <a:pt x="104" y="43"/>
                      <a:pt x="104" y="43"/>
                    </a:cubicBezTo>
                    <a:cubicBezTo>
                      <a:pt x="104" y="43"/>
                      <a:pt x="104" y="43"/>
                      <a:pt x="104" y="43"/>
                    </a:cubicBezTo>
                    <a:cubicBezTo>
                      <a:pt x="105" y="42"/>
                      <a:pt x="106" y="42"/>
                      <a:pt x="107" y="42"/>
                    </a:cubicBezTo>
                    <a:cubicBezTo>
                      <a:pt x="109" y="41"/>
                      <a:pt x="109" y="41"/>
                      <a:pt x="110" y="41"/>
                    </a:cubicBezTo>
                    <a:cubicBezTo>
                      <a:pt x="110" y="41"/>
                      <a:pt x="110" y="41"/>
                      <a:pt x="110" y="41"/>
                    </a:cubicBezTo>
                    <a:cubicBezTo>
                      <a:pt x="111" y="42"/>
                      <a:pt x="111" y="42"/>
                      <a:pt x="111" y="42"/>
                    </a:cubicBezTo>
                    <a:cubicBezTo>
                      <a:pt x="111" y="42"/>
                      <a:pt x="111" y="42"/>
                      <a:pt x="111" y="42"/>
                    </a:cubicBezTo>
                    <a:cubicBezTo>
                      <a:pt x="110" y="42"/>
                      <a:pt x="110" y="41"/>
                      <a:pt x="109" y="42"/>
                    </a:cubicBezTo>
                    <a:cubicBezTo>
                      <a:pt x="109" y="42"/>
                      <a:pt x="109" y="42"/>
                      <a:pt x="109" y="42"/>
                    </a:cubicBezTo>
                    <a:cubicBezTo>
                      <a:pt x="108" y="43"/>
                      <a:pt x="108" y="43"/>
                      <a:pt x="108" y="43"/>
                    </a:cubicBezTo>
                    <a:cubicBezTo>
                      <a:pt x="110" y="47"/>
                      <a:pt x="110" y="47"/>
                      <a:pt x="110" y="47"/>
                    </a:cubicBezTo>
                    <a:cubicBezTo>
                      <a:pt x="110" y="48"/>
                      <a:pt x="111" y="47"/>
                      <a:pt x="111" y="47"/>
                    </a:cubicBezTo>
                    <a:lnTo>
                      <a:pt x="111" y="48"/>
                    </a:lnTo>
                    <a:close/>
                    <a:moveTo>
                      <a:pt x="115" y="42"/>
                    </a:moveTo>
                    <a:cubicBezTo>
                      <a:pt x="114" y="42"/>
                      <a:pt x="114" y="42"/>
                      <a:pt x="114" y="42"/>
                    </a:cubicBezTo>
                    <a:cubicBezTo>
                      <a:pt x="115" y="41"/>
                      <a:pt x="115" y="41"/>
                      <a:pt x="115" y="41"/>
                    </a:cubicBezTo>
                    <a:cubicBezTo>
                      <a:pt x="116" y="41"/>
                      <a:pt x="116" y="41"/>
                      <a:pt x="116" y="41"/>
                    </a:cubicBezTo>
                    <a:lnTo>
                      <a:pt x="115" y="42"/>
                    </a:lnTo>
                    <a:close/>
                    <a:moveTo>
                      <a:pt x="126" y="40"/>
                    </a:moveTo>
                    <a:cubicBezTo>
                      <a:pt x="126" y="40"/>
                      <a:pt x="126" y="40"/>
                      <a:pt x="126" y="40"/>
                    </a:cubicBezTo>
                    <a:cubicBezTo>
                      <a:pt x="119" y="38"/>
                      <a:pt x="119" y="38"/>
                      <a:pt x="119" y="38"/>
                    </a:cubicBezTo>
                    <a:cubicBezTo>
                      <a:pt x="119" y="38"/>
                      <a:pt x="119" y="38"/>
                      <a:pt x="119" y="38"/>
                    </a:cubicBezTo>
                    <a:cubicBezTo>
                      <a:pt x="119" y="38"/>
                      <a:pt x="119" y="38"/>
                      <a:pt x="119" y="38"/>
                    </a:cubicBezTo>
                    <a:cubicBezTo>
                      <a:pt x="121" y="41"/>
                      <a:pt x="121" y="41"/>
                      <a:pt x="121" y="41"/>
                    </a:cubicBezTo>
                    <a:cubicBezTo>
                      <a:pt x="122" y="43"/>
                      <a:pt x="122" y="42"/>
                      <a:pt x="123" y="42"/>
                    </a:cubicBezTo>
                    <a:cubicBezTo>
                      <a:pt x="122" y="42"/>
                      <a:pt x="122" y="42"/>
                      <a:pt x="122" y="42"/>
                    </a:cubicBezTo>
                    <a:cubicBezTo>
                      <a:pt x="121" y="43"/>
                      <a:pt x="121" y="43"/>
                      <a:pt x="121" y="43"/>
                    </a:cubicBezTo>
                    <a:cubicBezTo>
                      <a:pt x="121" y="43"/>
                      <a:pt x="121" y="43"/>
                      <a:pt x="121" y="43"/>
                    </a:cubicBezTo>
                    <a:cubicBezTo>
                      <a:pt x="120" y="44"/>
                      <a:pt x="120" y="44"/>
                      <a:pt x="120" y="44"/>
                    </a:cubicBezTo>
                    <a:cubicBezTo>
                      <a:pt x="120" y="42"/>
                      <a:pt x="120" y="42"/>
                      <a:pt x="120" y="42"/>
                    </a:cubicBezTo>
                    <a:cubicBezTo>
                      <a:pt x="119" y="39"/>
                      <a:pt x="119" y="39"/>
                      <a:pt x="119" y="39"/>
                    </a:cubicBezTo>
                    <a:cubicBezTo>
                      <a:pt x="118" y="37"/>
                      <a:pt x="117" y="38"/>
                      <a:pt x="117" y="38"/>
                    </a:cubicBezTo>
                    <a:cubicBezTo>
                      <a:pt x="117" y="37"/>
                      <a:pt x="117" y="37"/>
                      <a:pt x="117" y="37"/>
                    </a:cubicBezTo>
                    <a:cubicBezTo>
                      <a:pt x="117" y="37"/>
                      <a:pt x="117" y="37"/>
                      <a:pt x="117" y="37"/>
                    </a:cubicBezTo>
                    <a:cubicBezTo>
                      <a:pt x="118" y="37"/>
                      <a:pt x="118" y="37"/>
                      <a:pt x="118" y="37"/>
                    </a:cubicBezTo>
                    <a:cubicBezTo>
                      <a:pt x="119" y="37"/>
                      <a:pt x="119" y="37"/>
                      <a:pt x="119" y="37"/>
                    </a:cubicBezTo>
                    <a:cubicBezTo>
                      <a:pt x="124" y="39"/>
                      <a:pt x="124" y="39"/>
                      <a:pt x="124" y="39"/>
                    </a:cubicBezTo>
                    <a:cubicBezTo>
                      <a:pt x="125" y="39"/>
                      <a:pt x="125" y="39"/>
                      <a:pt x="125" y="39"/>
                    </a:cubicBezTo>
                    <a:cubicBezTo>
                      <a:pt x="125" y="38"/>
                      <a:pt x="125" y="38"/>
                      <a:pt x="125" y="38"/>
                    </a:cubicBezTo>
                    <a:cubicBezTo>
                      <a:pt x="123" y="35"/>
                      <a:pt x="123" y="35"/>
                      <a:pt x="123" y="35"/>
                    </a:cubicBezTo>
                    <a:cubicBezTo>
                      <a:pt x="121" y="35"/>
                      <a:pt x="121" y="35"/>
                      <a:pt x="121" y="35"/>
                    </a:cubicBezTo>
                    <a:cubicBezTo>
                      <a:pt x="121" y="35"/>
                      <a:pt x="121" y="35"/>
                      <a:pt x="121" y="35"/>
                    </a:cubicBezTo>
                    <a:cubicBezTo>
                      <a:pt x="122" y="34"/>
                      <a:pt x="122" y="34"/>
                      <a:pt x="122" y="34"/>
                    </a:cubicBezTo>
                    <a:cubicBezTo>
                      <a:pt x="123" y="34"/>
                      <a:pt x="123" y="34"/>
                      <a:pt x="123" y="34"/>
                    </a:cubicBezTo>
                    <a:cubicBezTo>
                      <a:pt x="124" y="34"/>
                      <a:pt x="124" y="34"/>
                      <a:pt x="124" y="34"/>
                    </a:cubicBezTo>
                    <a:cubicBezTo>
                      <a:pt x="124" y="34"/>
                      <a:pt x="123" y="34"/>
                      <a:pt x="123" y="35"/>
                    </a:cubicBezTo>
                    <a:cubicBezTo>
                      <a:pt x="126" y="40"/>
                      <a:pt x="126" y="40"/>
                      <a:pt x="126" y="40"/>
                    </a:cubicBezTo>
                    <a:close/>
                    <a:moveTo>
                      <a:pt x="131" y="38"/>
                    </a:moveTo>
                    <a:cubicBezTo>
                      <a:pt x="129" y="39"/>
                      <a:pt x="127" y="38"/>
                      <a:pt x="126" y="37"/>
                    </a:cubicBezTo>
                    <a:cubicBezTo>
                      <a:pt x="125" y="35"/>
                      <a:pt x="125" y="33"/>
                      <a:pt x="127" y="31"/>
                    </a:cubicBezTo>
                    <a:cubicBezTo>
                      <a:pt x="128" y="30"/>
                      <a:pt x="130" y="31"/>
                      <a:pt x="132" y="32"/>
                    </a:cubicBezTo>
                    <a:cubicBezTo>
                      <a:pt x="132" y="33"/>
                      <a:pt x="133" y="36"/>
                      <a:pt x="131" y="38"/>
                    </a:cubicBezTo>
                    <a:moveTo>
                      <a:pt x="136" y="33"/>
                    </a:moveTo>
                    <a:cubicBezTo>
                      <a:pt x="135" y="34"/>
                      <a:pt x="135" y="34"/>
                      <a:pt x="135" y="34"/>
                    </a:cubicBezTo>
                    <a:cubicBezTo>
                      <a:pt x="134" y="34"/>
                      <a:pt x="134" y="34"/>
                      <a:pt x="134" y="34"/>
                    </a:cubicBezTo>
                    <a:cubicBezTo>
                      <a:pt x="133" y="33"/>
                      <a:pt x="133" y="33"/>
                      <a:pt x="133" y="33"/>
                    </a:cubicBezTo>
                    <a:cubicBezTo>
                      <a:pt x="133" y="33"/>
                      <a:pt x="133" y="33"/>
                      <a:pt x="133" y="33"/>
                    </a:cubicBezTo>
                    <a:cubicBezTo>
                      <a:pt x="134" y="33"/>
                      <a:pt x="134" y="33"/>
                      <a:pt x="134" y="33"/>
                    </a:cubicBezTo>
                    <a:cubicBezTo>
                      <a:pt x="136" y="33"/>
                      <a:pt x="136" y="33"/>
                      <a:pt x="136" y="33"/>
                    </a:cubicBezTo>
                    <a:cubicBezTo>
                      <a:pt x="137" y="31"/>
                      <a:pt x="137" y="31"/>
                      <a:pt x="137" y="31"/>
                    </a:cubicBezTo>
                    <a:cubicBezTo>
                      <a:pt x="136" y="30"/>
                      <a:pt x="135" y="31"/>
                      <a:pt x="134" y="31"/>
                    </a:cubicBezTo>
                    <a:cubicBezTo>
                      <a:pt x="132" y="31"/>
                      <a:pt x="132" y="31"/>
                      <a:pt x="132" y="31"/>
                    </a:cubicBezTo>
                    <a:cubicBezTo>
                      <a:pt x="131" y="30"/>
                      <a:pt x="131" y="29"/>
                      <a:pt x="132" y="28"/>
                    </a:cubicBezTo>
                    <a:cubicBezTo>
                      <a:pt x="133" y="27"/>
                      <a:pt x="133" y="27"/>
                      <a:pt x="133" y="27"/>
                    </a:cubicBezTo>
                    <a:cubicBezTo>
                      <a:pt x="134" y="27"/>
                      <a:pt x="134" y="27"/>
                      <a:pt x="134" y="27"/>
                    </a:cubicBezTo>
                    <a:cubicBezTo>
                      <a:pt x="134" y="27"/>
                      <a:pt x="134" y="27"/>
                      <a:pt x="134" y="27"/>
                    </a:cubicBezTo>
                    <a:cubicBezTo>
                      <a:pt x="135" y="28"/>
                      <a:pt x="135" y="28"/>
                      <a:pt x="135" y="28"/>
                    </a:cubicBezTo>
                    <a:cubicBezTo>
                      <a:pt x="135" y="28"/>
                      <a:pt x="135" y="28"/>
                      <a:pt x="135" y="28"/>
                    </a:cubicBezTo>
                    <a:cubicBezTo>
                      <a:pt x="135" y="29"/>
                      <a:pt x="133" y="27"/>
                      <a:pt x="132" y="28"/>
                    </a:cubicBezTo>
                    <a:cubicBezTo>
                      <a:pt x="132" y="30"/>
                      <a:pt x="132" y="30"/>
                      <a:pt x="132" y="30"/>
                    </a:cubicBezTo>
                    <a:cubicBezTo>
                      <a:pt x="132" y="30"/>
                      <a:pt x="133" y="30"/>
                      <a:pt x="134" y="30"/>
                    </a:cubicBezTo>
                    <a:cubicBezTo>
                      <a:pt x="135" y="29"/>
                      <a:pt x="136" y="29"/>
                      <a:pt x="137" y="30"/>
                    </a:cubicBezTo>
                    <a:cubicBezTo>
                      <a:pt x="138" y="31"/>
                      <a:pt x="138" y="33"/>
                      <a:pt x="136" y="3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5" name="Freeform 32">
                <a:extLst>
                  <a:ext uri="{FF2B5EF4-FFF2-40B4-BE49-F238E27FC236}">
                    <a16:creationId xmlns:a16="http://schemas.microsoft.com/office/drawing/2014/main" id="{22B8C2A3-44C9-4C1B-8CEE-C1B08FC735AE}"/>
                  </a:ext>
                </a:extLst>
              </p:cNvPr>
              <p:cNvSpPr>
                <a:spLocks noEditPoints="1"/>
              </p:cNvSpPr>
              <p:nvPr/>
            </p:nvSpPr>
            <p:spPr bwMode="auto">
              <a:xfrm>
                <a:off x="6111875" y="2517775"/>
                <a:ext cx="104775" cy="215900"/>
              </a:xfrm>
              <a:custGeom>
                <a:avLst/>
                <a:gdLst>
                  <a:gd name="T0" fmla="*/ 44 w 49"/>
                  <a:gd name="T1" fmla="*/ 10 h 100"/>
                  <a:gd name="T2" fmla="*/ 38 w 49"/>
                  <a:gd name="T3" fmla="*/ 26 h 100"/>
                  <a:gd name="T4" fmla="*/ 33 w 49"/>
                  <a:gd name="T5" fmla="*/ 21 h 100"/>
                  <a:gd name="T6" fmla="*/ 20 w 49"/>
                  <a:gd name="T7" fmla="*/ 15 h 100"/>
                  <a:gd name="T8" fmla="*/ 3 w 49"/>
                  <a:gd name="T9" fmla="*/ 2 h 100"/>
                  <a:gd name="T10" fmla="*/ 2 w 49"/>
                  <a:gd name="T11" fmla="*/ 43 h 100"/>
                  <a:gd name="T12" fmla="*/ 7 w 49"/>
                  <a:gd name="T13" fmla="*/ 38 h 100"/>
                  <a:gd name="T14" fmla="*/ 6 w 49"/>
                  <a:gd name="T15" fmla="*/ 82 h 100"/>
                  <a:gd name="T16" fmla="*/ 11 w 49"/>
                  <a:gd name="T17" fmla="*/ 86 h 100"/>
                  <a:gd name="T18" fmla="*/ 34 w 49"/>
                  <a:gd name="T19" fmla="*/ 79 h 100"/>
                  <a:gd name="T20" fmla="*/ 29 w 49"/>
                  <a:gd name="T21" fmla="*/ 52 h 100"/>
                  <a:gd name="T22" fmla="*/ 40 w 49"/>
                  <a:gd name="T23" fmla="*/ 58 h 100"/>
                  <a:gd name="T24" fmla="*/ 40 w 49"/>
                  <a:gd name="T25" fmla="*/ 50 h 100"/>
                  <a:gd name="T26" fmla="*/ 44 w 49"/>
                  <a:gd name="T27" fmla="*/ 26 h 100"/>
                  <a:gd name="T28" fmla="*/ 35 w 49"/>
                  <a:gd name="T29" fmla="*/ 21 h 100"/>
                  <a:gd name="T30" fmla="*/ 42 w 49"/>
                  <a:gd name="T31" fmla="*/ 14 h 100"/>
                  <a:gd name="T32" fmla="*/ 29 w 49"/>
                  <a:gd name="T33" fmla="*/ 20 h 100"/>
                  <a:gd name="T34" fmla="*/ 29 w 49"/>
                  <a:gd name="T35" fmla="*/ 15 h 100"/>
                  <a:gd name="T36" fmla="*/ 25 w 49"/>
                  <a:gd name="T37" fmla="*/ 15 h 100"/>
                  <a:gd name="T38" fmla="*/ 35 w 49"/>
                  <a:gd name="T39" fmla="*/ 35 h 100"/>
                  <a:gd name="T40" fmla="*/ 20 w 49"/>
                  <a:gd name="T41" fmla="*/ 26 h 100"/>
                  <a:gd name="T42" fmla="*/ 19 w 49"/>
                  <a:gd name="T43" fmla="*/ 24 h 100"/>
                  <a:gd name="T44" fmla="*/ 13 w 49"/>
                  <a:gd name="T45" fmla="*/ 1 h 100"/>
                  <a:gd name="T46" fmla="*/ 25 w 49"/>
                  <a:gd name="T47" fmla="*/ 40 h 100"/>
                  <a:gd name="T48" fmla="*/ 20 w 49"/>
                  <a:gd name="T49" fmla="*/ 44 h 100"/>
                  <a:gd name="T50" fmla="*/ 14 w 49"/>
                  <a:gd name="T51" fmla="*/ 42 h 100"/>
                  <a:gd name="T52" fmla="*/ 18 w 49"/>
                  <a:gd name="T53" fmla="*/ 42 h 100"/>
                  <a:gd name="T54" fmla="*/ 11 w 49"/>
                  <a:gd name="T55" fmla="*/ 36 h 100"/>
                  <a:gd name="T56" fmla="*/ 7 w 49"/>
                  <a:gd name="T57" fmla="*/ 28 h 100"/>
                  <a:gd name="T58" fmla="*/ 3 w 49"/>
                  <a:gd name="T59" fmla="*/ 3 h 100"/>
                  <a:gd name="T60" fmla="*/ 6 w 49"/>
                  <a:gd name="T61" fmla="*/ 22 h 100"/>
                  <a:gd name="T62" fmla="*/ 4 w 49"/>
                  <a:gd name="T63" fmla="*/ 30 h 100"/>
                  <a:gd name="T64" fmla="*/ 2 w 49"/>
                  <a:gd name="T65" fmla="*/ 48 h 100"/>
                  <a:gd name="T66" fmla="*/ 2 w 49"/>
                  <a:gd name="T67" fmla="*/ 50 h 100"/>
                  <a:gd name="T68" fmla="*/ 11 w 49"/>
                  <a:gd name="T69" fmla="*/ 36 h 100"/>
                  <a:gd name="T70" fmla="*/ 32 w 49"/>
                  <a:gd name="T71" fmla="*/ 77 h 100"/>
                  <a:gd name="T72" fmla="*/ 27 w 49"/>
                  <a:gd name="T73" fmla="*/ 78 h 100"/>
                  <a:gd name="T74" fmla="*/ 20 w 49"/>
                  <a:gd name="T75" fmla="*/ 62 h 100"/>
                  <a:gd name="T76" fmla="*/ 18 w 49"/>
                  <a:gd name="T77" fmla="*/ 57 h 100"/>
                  <a:gd name="T78" fmla="*/ 13 w 49"/>
                  <a:gd name="T79" fmla="*/ 96 h 100"/>
                  <a:gd name="T80" fmla="*/ 7 w 49"/>
                  <a:gd name="T81" fmla="*/ 88 h 100"/>
                  <a:gd name="T82" fmla="*/ 9 w 49"/>
                  <a:gd name="T83" fmla="*/ 75 h 100"/>
                  <a:gd name="T84" fmla="*/ 10 w 49"/>
                  <a:gd name="T85" fmla="*/ 43 h 100"/>
                  <a:gd name="T86" fmla="*/ 27 w 49"/>
                  <a:gd name="T87" fmla="*/ 49 h 100"/>
                  <a:gd name="T88" fmla="*/ 41 w 49"/>
                  <a:gd name="T89" fmla="*/ 48 h 100"/>
                  <a:gd name="T90" fmla="*/ 40 w 49"/>
                  <a:gd name="T91" fmla="*/ 52 h 100"/>
                  <a:gd name="T92" fmla="*/ 34 w 49"/>
                  <a:gd name="T93" fmla="*/ 53 h 100"/>
                  <a:gd name="T94" fmla="*/ 27 w 49"/>
                  <a:gd name="T95" fmla="*/ 48 h 100"/>
                  <a:gd name="T96" fmla="*/ 18 w 49"/>
                  <a:gd name="T97" fmla="*/ 38 h 100"/>
                  <a:gd name="T98" fmla="*/ 11 w 49"/>
                  <a:gd name="T99" fmla="*/ 28 h 100"/>
                  <a:gd name="T100" fmla="*/ 13 w 49"/>
                  <a:gd name="T101" fmla="*/ 19 h 100"/>
                  <a:gd name="T102" fmla="*/ 31 w 49"/>
                  <a:gd name="T103" fmla="*/ 39 h 100"/>
                  <a:gd name="T104" fmla="*/ 36 w 49"/>
                  <a:gd name="T105" fmla="*/ 42 h 100"/>
                  <a:gd name="T106" fmla="*/ 42 w 49"/>
                  <a:gd name="T107" fmla="*/ 28 h 100"/>
                  <a:gd name="T108" fmla="*/ 46 w 49"/>
                  <a:gd name="T109" fmla="*/ 26 h 100"/>
                  <a:gd name="T110" fmla="*/ 43 w 49"/>
                  <a:gd name="T111" fmla="*/ 14 h 100"/>
                  <a:gd name="T112" fmla="*/ 48 w 49"/>
                  <a:gd name="T113" fmla="*/ 13 h 100"/>
                  <a:gd name="T114" fmla="*/ 8 w 49"/>
                  <a:gd name="T115" fmla="*/ 83 h 100"/>
                  <a:gd name="T116" fmla="*/ 19 w 49"/>
                  <a:gd name="T117" fmla="*/ 34 h 100"/>
                  <a:gd name="T118" fmla="*/ 14 w 49"/>
                  <a:gd name="T119" fmla="*/ 24 h 100"/>
                  <a:gd name="T120" fmla="*/ 25 w 49"/>
                  <a:gd name="T121" fmla="*/ 2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 h="100">
                    <a:moveTo>
                      <a:pt x="11" y="71"/>
                    </a:moveTo>
                    <a:cubicBezTo>
                      <a:pt x="11" y="72"/>
                      <a:pt x="11" y="72"/>
                      <a:pt x="11" y="72"/>
                    </a:cubicBezTo>
                    <a:cubicBezTo>
                      <a:pt x="11" y="73"/>
                      <a:pt x="11" y="73"/>
                      <a:pt x="11" y="73"/>
                    </a:cubicBezTo>
                    <a:cubicBezTo>
                      <a:pt x="12" y="73"/>
                      <a:pt x="12" y="73"/>
                      <a:pt x="12" y="73"/>
                    </a:cubicBezTo>
                    <a:cubicBezTo>
                      <a:pt x="12" y="72"/>
                      <a:pt x="12" y="72"/>
                      <a:pt x="12" y="72"/>
                    </a:cubicBezTo>
                    <a:cubicBezTo>
                      <a:pt x="12" y="71"/>
                      <a:pt x="12" y="71"/>
                      <a:pt x="12" y="71"/>
                    </a:cubicBezTo>
                    <a:lnTo>
                      <a:pt x="11" y="71"/>
                    </a:lnTo>
                    <a:close/>
                    <a:moveTo>
                      <a:pt x="49" y="12"/>
                    </a:moveTo>
                    <a:cubicBezTo>
                      <a:pt x="49" y="12"/>
                      <a:pt x="49" y="12"/>
                      <a:pt x="49" y="12"/>
                    </a:cubicBezTo>
                    <a:cubicBezTo>
                      <a:pt x="49" y="12"/>
                      <a:pt x="49" y="12"/>
                      <a:pt x="49" y="12"/>
                    </a:cubicBezTo>
                    <a:cubicBezTo>
                      <a:pt x="48" y="12"/>
                      <a:pt x="48" y="12"/>
                      <a:pt x="48" y="12"/>
                    </a:cubicBezTo>
                    <a:cubicBezTo>
                      <a:pt x="47" y="13"/>
                      <a:pt x="47" y="13"/>
                      <a:pt x="47" y="13"/>
                    </a:cubicBezTo>
                    <a:cubicBezTo>
                      <a:pt x="47" y="13"/>
                      <a:pt x="47" y="13"/>
                      <a:pt x="47" y="13"/>
                    </a:cubicBezTo>
                    <a:cubicBezTo>
                      <a:pt x="46" y="13"/>
                      <a:pt x="46" y="13"/>
                      <a:pt x="46" y="13"/>
                    </a:cubicBezTo>
                    <a:cubicBezTo>
                      <a:pt x="45" y="14"/>
                      <a:pt x="45" y="14"/>
                      <a:pt x="45" y="14"/>
                    </a:cubicBezTo>
                    <a:cubicBezTo>
                      <a:pt x="45" y="14"/>
                      <a:pt x="45" y="14"/>
                      <a:pt x="45" y="14"/>
                    </a:cubicBezTo>
                    <a:cubicBezTo>
                      <a:pt x="45" y="14"/>
                      <a:pt x="45" y="14"/>
                      <a:pt x="45" y="14"/>
                    </a:cubicBezTo>
                    <a:cubicBezTo>
                      <a:pt x="45" y="12"/>
                      <a:pt x="45" y="12"/>
                      <a:pt x="45" y="12"/>
                    </a:cubicBezTo>
                    <a:cubicBezTo>
                      <a:pt x="44" y="12"/>
                      <a:pt x="44" y="12"/>
                      <a:pt x="44" y="12"/>
                    </a:cubicBezTo>
                    <a:cubicBezTo>
                      <a:pt x="44" y="12"/>
                      <a:pt x="44" y="12"/>
                      <a:pt x="44" y="12"/>
                    </a:cubicBezTo>
                    <a:cubicBezTo>
                      <a:pt x="44" y="11"/>
                      <a:pt x="45" y="10"/>
                      <a:pt x="45" y="10"/>
                    </a:cubicBezTo>
                    <a:cubicBezTo>
                      <a:pt x="45" y="10"/>
                      <a:pt x="45" y="10"/>
                      <a:pt x="45" y="10"/>
                    </a:cubicBezTo>
                    <a:cubicBezTo>
                      <a:pt x="45" y="10"/>
                      <a:pt x="45" y="10"/>
                      <a:pt x="45" y="10"/>
                    </a:cubicBezTo>
                    <a:cubicBezTo>
                      <a:pt x="44" y="10"/>
                      <a:pt x="44" y="10"/>
                      <a:pt x="44" y="10"/>
                    </a:cubicBezTo>
                    <a:cubicBezTo>
                      <a:pt x="43" y="10"/>
                      <a:pt x="43" y="11"/>
                      <a:pt x="43" y="12"/>
                    </a:cubicBezTo>
                    <a:cubicBezTo>
                      <a:pt x="43" y="12"/>
                      <a:pt x="43" y="12"/>
                      <a:pt x="43" y="12"/>
                    </a:cubicBezTo>
                    <a:cubicBezTo>
                      <a:pt x="42" y="13"/>
                      <a:pt x="42" y="13"/>
                      <a:pt x="42" y="13"/>
                    </a:cubicBezTo>
                    <a:cubicBezTo>
                      <a:pt x="43" y="12"/>
                      <a:pt x="43" y="12"/>
                      <a:pt x="43" y="12"/>
                    </a:cubicBezTo>
                    <a:cubicBezTo>
                      <a:pt x="43" y="12"/>
                      <a:pt x="43" y="12"/>
                      <a:pt x="43" y="12"/>
                    </a:cubicBezTo>
                    <a:cubicBezTo>
                      <a:pt x="43" y="11"/>
                      <a:pt x="43" y="11"/>
                      <a:pt x="43" y="11"/>
                    </a:cubicBezTo>
                    <a:cubicBezTo>
                      <a:pt x="43" y="11"/>
                      <a:pt x="43" y="11"/>
                      <a:pt x="43" y="11"/>
                    </a:cubicBezTo>
                    <a:cubicBezTo>
                      <a:pt x="43" y="11"/>
                      <a:pt x="43" y="11"/>
                      <a:pt x="43" y="11"/>
                    </a:cubicBezTo>
                    <a:cubicBezTo>
                      <a:pt x="42" y="11"/>
                      <a:pt x="42" y="11"/>
                      <a:pt x="42" y="11"/>
                    </a:cubicBezTo>
                    <a:cubicBezTo>
                      <a:pt x="41" y="13"/>
                      <a:pt x="41" y="13"/>
                      <a:pt x="41" y="13"/>
                    </a:cubicBezTo>
                    <a:cubicBezTo>
                      <a:pt x="41" y="13"/>
                      <a:pt x="41" y="13"/>
                      <a:pt x="41" y="13"/>
                    </a:cubicBezTo>
                    <a:cubicBezTo>
                      <a:pt x="41" y="15"/>
                      <a:pt x="41" y="15"/>
                      <a:pt x="41" y="15"/>
                    </a:cubicBezTo>
                    <a:cubicBezTo>
                      <a:pt x="41" y="15"/>
                      <a:pt x="41" y="15"/>
                      <a:pt x="41" y="15"/>
                    </a:cubicBezTo>
                    <a:cubicBezTo>
                      <a:pt x="41" y="16"/>
                      <a:pt x="42" y="17"/>
                      <a:pt x="42" y="17"/>
                    </a:cubicBezTo>
                    <a:cubicBezTo>
                      <a:pt x="43" y="18"/>
                      <a:pt x="43" y="19"/>
                      <a:pt x="43" y="20"/>
                    </a:cubicBezTo>
                    <a:cubicBezTo>
                      <a:pt x="43" y="21"/>
                      <a:pt x="43" y="21"/>
                      <a:pt x="43" y="21"/>
                    </a:cubicBezTo>
                    <a:cubicBezTo>
                      <a:pt x="43" y="22"/>
                      <a:pt x="42" y="24"/>
                      <a:pt x="42" y="25"/>
                    </a:cubicBezTo>
                    <a:cubicBezTo>
                      <a:pt x="41" y="27"/>
                      <a:pt x="41" y="27"/>
                      <a:pt x="41" y="27"/>
                    </a:cubicBezTo>
                    <a:cubicBezTo>
                      <a:pt x="41" y="27"/>
                      <a:pt x="41" y="27"/>
                      <a:pt x="41" y="27"/>
                    </a:cubicBezTo>
                    <a:cubicBezTo>
                      <a:pt x="41" y="28"/>
                      <a:pt x="41" y="28"/>
                      <a:pt x="41" y="28"/>
                    </a:cubicBezTo>
                    <a:cubicBezTo>
                      <a:pt x="40" y="26"/>
                      <a:pt x="39" y="25"/>
                      <a:pt x="39" y="25"/>
                    </a:cubicBezTo>
                    <a:cubicBezTo>
                      <a:pt x="38" y="25"/>
                      <a:pt x="38" y="25"/>
                      <a:pt x="38" y="25"/>
                    </a:cubicBezTo>
                    <a:cubicBezTo>
                      <a:pt x="38" y="26"/>
                      <a:pt x="38" y="26"/>
                      <a:pt x="38" y="26"/>
                    </a:cubicBezTo>
                    <a:cubicBezTo>
                      <a:pt x="38" y="26"/>
                      <a:pt x="38" y="26"/>
                      <a:pt x="38" y="26"/>
                    </a:cubicBezTo>
                    <a:cubicBezTo>
                      <a:pt x="38" y="27"/>
                      <a:pt x="38" y="28"/>
                      <a:pt x="38" y="29"/>
                    </a:cubicBezTo>
                    <a:cubicBezTo>
                      <a:pt x="38" y="30"/>
                      <a:pt x="38" y="30"/>
                      <a:pt x="37" y="31"/>
                    </a:cubicBezTo>
                    <a:cubicBezTo>
                      <a:pt x="36" y="33"/>
                      <a:pt x="36" y="33"/>
                      <a:pt x="36" y="33"/>
                    </a:cubicBezTo>
                    <a:cubicBezTo>
                      <a:pt x="35" y="32"/>
                      <a:pt x="35" y="31"/>
                      <a:pt x="34" y="30"/>
                    </a:cubicBezTo>
                    <a:cubicBezTo>
                      <a:pt x="33" y="28"/>
                      <a:pt x="31" y="27"/>
                      <a:pt x="30" y="26"/>
                    </a:cubicBezTo>
                    <a:cubicBezTo>
                      <a:pt x="28" y="25"/>
                      <a:pt x="27" y="24"/>
                      <a:pt x="27" y="23"/>
                    </a:cubicBezTo>
                    <a:cubicBezTo>
                      <a:pt x="27" y="23"/>
                      <a:pt x="27" y="23"/>
                      <a:pt x="27" y="23"/>
                    </a:cubicBezTo>
                    <a:cubicBezTo>
                      <a:pt x="27" y="22"/>
                      <a:pt x="27" y="22"/>
                      <a:pt x="27" y="22"/>
                    </a:cubicBezTo>
                    <a:cubicBezTo>
                      <a:pt x="29" y="22"/>
                      <a:pt x="29" y="22"/>
                      <a:pt x="29" y="22"/>
                    </a:cubicBezTo>
                    <a:cubicBezTo>
                      <a:pt x="29" y="22"/>
                      <a:pt x="29" y="22"/>
                      <a:pt x="29" y="22"/>
                    </a:cubicBezTo>
                    <a:cubicBezTo>
                      <a:pt x="30" y="22"/>
                      <a:pt x="31" y="23"/>
                      <a:pt x="32" y="23"/>
                    </a:cubicBezTo>
                    <a:cubicBezTo>
                      <a:pt x="32" y="23"/>
                      <a:pt x="32" y="23"/>
                      <a:pt x="32" y="23"/>
                    </a:cubicBezTo>
                    <a:cubicBezTo>
                      <a:pt x="33" y="23"/>
                      <a:pt x="33" y="23"/>
                      <a:pt x="33" y="23"/>
                    </a:cubicBezTo>
                    <a:cubicBezTo>
                      <a:pt x="33" y="23"/>
                      <a:pt x="33" y="23"/>
                      <a:pt x="33" y="23"/>
                    </a:cubicBezTo>
                    <a:cubicBezTo>
                      <a:pt x="35" y="22"/>
                      <a:pt x="35" y="22"/>
                      <a:pt x="35" y="22"/>
                    </a:cubicBezTo>
                    <a:cubicBezTo>
                      <a:pt x="35" y="22"/>
                      <a:pt x="35" y="22"/>
                      <a:pt x="35" y="22"/>
                    </a:cubicBezTo>
                    <a:cubicBezTo>
                      <a:pt x="35" y="22"/>
                      <a:pt x="35" y="22"/>
                      <a:pt x="35" y="22"/>
                    </a:cubicBezTo>
                    <a:cubicBezTo>
                      <a:pt x="35" y="22"/>
                      <a:pt x="35" y="22"/>
                      <a:pt x="35" y="22"/>
                    </a:cubicBezTo>
                    <a:cubicBezTo>
                      <a:pt x="35" y="21"/>
                      <a:pt x="35" y="21"/>
                      <a:pt x="35" y="21"/>
                    </a:cubicBezTo>
                    <a:cubicBezTo>
                      <a:pt x="35" y="21"/>
                      <a:pt x="35" y="21"/>
                      <a:pt x="35" y="21"/>
                    </a:cubicBezTo>
                    <a:cubicBezTo>
                      <a:pt x="35" y="21"/>
                      <a:pt x="35" y="21"/>
                      <a:pt x="35" y="21"/>
                    </a:cubicBezTo>
                    <a:cubicBezTo>
                      <a:pt x="35" y="21"/>
                      <a:pt x="35" y="21"/>
                      <a:pt x="35" y="21"/>
                    </a:cubicBezTo>
                    <a:cubicBezTo>
                      <a:pt x="34" y="21"/>
                      <a:pt x="34" y="21"/>
                      <a:pt x="34" y="21"/>
                    </a:cubicBezTo>
                    <a:cubicBezTo>
                      <a:pt x="33" y="21"/>
                      <a:pt x="33" y="21"/>
                      <a:pt x="33" y="21"/>
                    </a:cubicBezTo>
                    <a:cubicBezTo>
                      <a:pt x="32" y="20"/>
                      <a:pt x="32" y="20"/>
                      <a:pt x="32" y="20"/>
                    </a:cubicBezTo>
                    <a:cubicBezTo>
                      <a:pt x="31" y="19"/>
                      <a:pt x="31" y="19"/>
                      <a:pt x="31" y="19"/>
                    </a:cubicBezTo>
                    <a:cubicBezTo>
                      <a:pt x="32" y="19"/>
                      <a:pt x="32" y="19"/>
                      <a:pt x="32" y="19"/>
                    </a:cubicBezTo>
                    <a:cubicBezTo>
                      <a:pt x="33" y="18"/>
                      <a:pt x="33" y="18"/>
                      <a:pt x="33" y="18"/>
                    </a:cubicBezTo>
                    <a:cubicBezTo>
                      <a:pt x="33" y="18"/>
                      <a:pt x="33" y="18"/>
                      <a:pt x="33" y="18"/>
                    </a:cubicBezTo>
                    <a:cubicBezTo>
                      <a:pt x="34" y="19"/>
                      <a:pt x="34" y="19"/>
                      <a:pt x="34" y="19"/>
                    </a:cubicBezTo>
                    <a:cubicBezTo>
                      <a:pt x="35" y="19"/>
                      <a:pt x="35" y="19"/>
                      <a:pt x="35" y="19"/>
                    </a:cubicBezTo>
                    <a:cubicBezTo>
                      <a:pt x="35" y="19"/>
                      <a:pt x="35" y="19"/>
                      <a:pt x="35" y="19"/>
                    </a:cubicBezTo>
                    <a:cubicBezTo>
                      <a:pt x="35" y="18"/>
                      <a:pt x="35" y="18"/>
                      <a:pt x="35" y="18"/>
                    </a:cubicBezTo>
                    <a:cubicBezTo>
                      <a:pt x="35" y="17"/>
                      <a:pt x="35" y="14"/>
                      <a:pt x="32" y="14"/>
                    </a:cubicBezTo>
                    <a:cubicBezTo>
                      <a:pt x="29" y="14"/>
                      <a:pt x="29" y="14"/>
                      <a:pt x="29" y="14"/>
                    </a:cubicBezTo>
                    <a:cubicBezTo>
                      <a:pt x="29" y="14"/>
                      <a:pt x="29" y="13"/>
                      <a:pt x="27" y="13"/>
                    </a:cubicBezTo>
                    <a:cubicBezTo>
                      <a:pt x="26" y="13"/>
                      <a:pt x="26" y="13"/>
                      <a:pt x="25" y="13"/>
                    </a:cubicBezTo>
                    <a:cubicBezTo>
                      <a:pt x="25" y="13"/>
                      <a:pt x="25" y="13"/>
                      <a:pt x="25" y="13"/>
                    </a:cubicBezTo>
                    <a:cubicBezTo>
                      <a:pt x="25" y="13"/>
                      <a:pt x="25" y="13"/>
                      <a:pt x="25" y="13"/>
                    </a:cubicBezTo>
                    <a:cubicBezTo>
                      <a:pt x="22" y="13"/>
                      <a:pt x="22" y="13"/>
                      <a:pt x="22" y="13"/>
                    </a:cubicBezTo>
                    <a:cubicBezTo>
                      <a:pt x="22" y="13"/>
                      <a:pt x="22" y="13"/>
                      <a:pt x="22" y="13"/>
                    </a:cubicBezTo>
                    <a:cubicBezTo>
                      <a:pt x="22" y="13"/>
                      <a:pt x="22" y="13"/>
                      <a:pt x="22" y="13"/>
                    </a:cubicBezTo>
                    <a:cubicBezTo>
                      <a:pt x="22" y="14"/>
                      <a:pt x="22" y="14"/>
                      <a:pt x="22" y="14"/>
                    </a:cubicBezTo>
                    <a:cubicBezTo>
                      <a:pt x="21" y="14"/>
                      <a:pt x="21" y="14"/>
                      <a:pt x="21" y="14"/>
                    </a:cubicBezTo>
                    <a:cubicBezTo>
                      <a:pt x="21" y="13"/>
                      <a:pt x="21" y="13"/>
                      <a:pt x="21" y="13"/>
                    </a:cubicBezTo>
                    <a:cubicBezTo>
                      <a:pt x="20" y="12"/>
                      <a:pt x="20" y="12"/>
                      <a:pt x="20" y="12"/>
                    </a:cubicBezTo>
                    <a:cubicBezTo>
                      <a:pt x="20" y="13"/>
                      <a:pt x="20" y="13"/>
                      <a:pt x="20" y="13"/>
                    </a:cubicBezTo>
                    <a:cubicBezTo>
                      <a:pt x="20" y="15"/>
                      <a:pt x="20" y="15"/>
                      <a:pt x="20" y="15"/>
                    </a:cubicBezTo>
                    <a:cubicBezTo>
                      <a:pt x="19" y="16"/>
                      <a:pt x="19" y="16"/>
                      <a:pt x="19" y="16"/>
                    </a:cubicBezTo>
                    <a:cubicBezTo>
                      <a:pt x="20" y="16"/>
                      <a:pt x="20" y="16"/>
                      <a:pt x="20" y="16"/>
                    </a:cubicBezTo>
                    <a:cubicBezTo>
                      <a:pt x="20" y="16"/>
                      <a:pt x="20" y="16"/>
                      <a:pt x="20" y="16"/>
                    </a:cubicBezTo>
                    <a:cubicBezTo>
                      <a:pt x="20" y="16"/>
                      <a:pt x="20" y="16"/>
                      <a:pt x="20" y="16"/>
                    </a:cubicBezTo>
                    <a:cubicBezTo>
                      <a:pt x="20" y="16"/>
                      <a:pt x="19" y="17"/>
                      <a:pt x="19" y="19"/>
                    </a:cubicBezTo>
                    <a:cubicBezTo>
                      <a:pt x="18" y="18"/>
                      <a:pt x="18" y="18"/>
                      <a:pt x="18" y="18"/>
                    </a:cubicBezTo>
                    <a:cubicBezTo>
                      <a:pt x="17" y="17"/>
                      <a:pt x="17" y="16"/>
                      <a:pt x="17" y="16"/>
                    </a:cubicBezTo>
                    <a:cubicBezTo>
                      <a:pt x="17" y="15"/>
                      <a:pt x="17" y="15"/>
                      <a:pt x="17" y="15"/>
                    </a:cubicBezTo>
                    <a:cubicBezTo>
                      <a:pt x="16" y="15"/>
                      <a:pt x="16" y="15"/>
                      <a:pt x="16" y="15"/>
                    </a:cubicBezTo>
                    <a:cubicBezTo>
                      <a:pt x="16" y="16"/>
                      <a:pt x="16" y="16"/>
                      <a:pt x="16" y="16"/>
                    </a:cubicBezTo>
                    <a:cubicBezTo>
                      <a:pt x="15" y="14"/>
                      <a:pt x="15" y="11"/>
                      <a:pt x="15" y="11"/>
                    </a:cubicBezTo>
                    <a:cubicBezTo>
                      <a:pt x="15" y="10"/>
                      <a:pt x="15" y="10"/>
                      <a:pt x="15" y="10"/>
                    </a:cubicBezTo>
                    <a:cubicBezTo>
                      <a:pt x="15" y="10"/>
                      <a:pt x="15" y="10"/>
                      <a:pt x="15" y="10"/>
                    </a:cubicBezTo>
                    <a:cubicBezTo>
                      <a:pt x="14" y="12"/>
                      <a:pt x="14" y="12"/>
                      <a:pt x="14" y="12"/>
                    </a:cubicBezTo>
                    <a:cubicBezTo>
                      <a:pt x="13" y="11"/>
                      <a:pt x="13" y="9"/>
                      <a:pt x="13" y="8"/>
                    </a:cubicBezTo>
                    <a:cubicBezTo>
                      <a:pt x="13" y="4"/>
                      <a:pt x="14" y="0"/>
                      <a:pt x="14" y="0"/>
                    </a:cubicBezTo>
                    <a:cubicBezTo>
                      <a:pt x="14" y="0"/>
                      <a:pt x="14" y="0"/>
                      <a:pt x="14" y="0"/>
                    </a:cubicBezTo>
                    <a:cubicBezTo>
                      <a:pt x="13" y="0"/>
                      <a:pt x="13" y="0"/>
                      <a:pt x="13" y="0"/>
                    </a:cubicBezTo>
                    <a:cubicBezTo>
                      <a:pt x="11" y="0"/>
                      <a:pt x="9" y="6"/>
                      <a:pt x="9" y="9"/>
                    </a:cubicBezTo>
                    <a:cubicBezTo>
                      <a:pt x="9" y="9"/>
                      <a:pt x="9" y="9"/>
                      <a:pt x="9" y="9"/>
                    </a:cubicBezTo>
                    <a:cubicBezTo>
                      <a:pt x="9" y="10"/>
                      <a:pt x="9" y="10"/>
                      <a:pt x="9" y="10"/>
                    </a:cubicBezTo>
                    <a:cubicBezTo>
                      <a:pt x="8" y="11"/>
                      <a:pt x="8" y="11"/>
                      <a:pt x="8" y="11"/>
                    </a:cubicBezTo>
                    <a:cubicBezTo>
                      <a:pt x="8" y="10"/>
                      <a:pt x="6" y="8"/>
                      <a:pt x="5" y="6"/>
                    </a:cubicBezTo>
                    <a:cubicBezTo>
                      <a:pt x="4" y="4"/>
                      <a:pt x="3" y="2"/>
                      <a:pt x="3" y="2"/>
                    </a:cubicBezTo>
                    <a:cubicBezTo>
                      <a:pt x="3" y="1"/>
                      <a:pt x="3" y="1"/>
                      <a:pt x="3" y="1"/>
                    </a:cubicBezTo>
                    <a:cubicBezTo>
                      <a:pt x="2" y="2"/>
                      <a:pt x="2" y="2"/>
                      <a:pt x="2" y="2"/>
                    </a:cubicBezTo>
                    <a:cubicBezTo>
                      <a:pt x="1" y="3"/>
                      <a:pt x="1" y="4"/>
                      <a:pt x="1" y="5"/>
                    </a:cubicBezTo>
                    <a:cubicBezTo>
                      <a:pt x="1" y="9"/>
                      <a:pt x="4" y="13"/>
                      <a:pt x="5" y="15"/>
                    </a:cubicBezTo>
                    <a:cubicBezTo>
                      <a:pt x="4" y="14"/>
                      <a:pt x="2" y="12"/>
                      <a:pt x="2" y="12"/>
                    </a:cubicBezTo>
                    <a:cubicBezTo>
                      <a:pt x="1" y="12"/>
                      <a:pt x="1" y="12"/>
                      <a:pt x="1" y="12"/>
                    </a:cubicBezTo>
                    <a:cubicBezTo>
                      <a:pt x="1" y="12"/>
                      <a:pt x="1" y="12"/>
                      <a:pt x="1" y="12"/>
                    </a:cubicBezTo>
                    <a:cubicBezTo>
                      <a:pt x="1" y="14"/>
                      <a:pt x="1" y="14"/>
                      <a:pt x="1" y="14"/>
                    </a:cubicBezTo>
                    <a:cubicBezTo>
                      <a:pt x="1" y="17"/>
                      <a:pt x="3" y="20"/>
                      <a:pt x="5" y="21"/>
                    </a:cubicBezTo>
                    <a:cubicBezTo>
                      <a:pt x="3" y="21"/>
                      <a:pt x="2" y="20"/>
                      <a:pt x="2" y="20"/>
                    </a:cubicBezTo>
                    <a:cubicBezTo>
                      <a:pt x="2" y="20"/>
                      <a:pt x="2" y="20"/>
                      <a:pt x="2" y="20"/>
                    </a:cubicBezTo>
                    <a:cubicBezTo>
                      <a:pt x="1" y="21"/>
                      <a:pt x="1" y="21"/>
                      <a:pt x="1" y="21"/>
                    </a:cubicBezTo>
                    <a:cubicBezTo>
                      <a:pt x="1" y="21"/>
                      <a:pt x="1" y="21"/>
                      <a:pt x="1" y="21"/>
                    </a:cubicBezTo>
                    <a:cubicBezTo>
                      <a:pt x="1" y="24"/>
                      <a:pt x="4" y="27"/>
                      <a:pt x="5" y="28"/>
                    </a:cubicBezTo>
                    <a:cubicBezTo>
                      <a:pt x="4" y="28"/>
                      <a:pt x="3" y="29"/>
                      <a:pt x="3" y="29"/>
                    </a:cubicBezTo>
                    <a:cubicBezTo>
                      <a:pt x="3" y="29"/>
                      <a:pt x="3" y="29"/>
                      <a:pt x="3" y="29"/>
                    </a:cubicBezTo>
                    <a:cubicBezTo>
                      <a:pt x="3" y="29"/>
                      <a:pt x="3" y="29"/>
                      <a:pt x="3" y="29"/>
                    </a:cubicBezTo>
                    <a:cubicBezTo>
                      <a:pt x="3" y="31"/>
                      <a:pt x="5" y="32"/>
                      <a:pt x="6" y="33"/>
                    </a:cubicBezTo>
                    <a:cubicBezTo>
                      <a:pt x="6" y="33"/>
                      <a:pt x="6" y="33"/>
                      <a:pt x="6" y="33"/>
                    </a:cubicBezTo>
                    <a:cubicBezTo>
                      <a:pt x="5" y="33"/>
                      <a:pt x="5" y="33"/>
                      <a:pt x="5" y="33"/>
                    </a:cubicBezTo>
                    <a:cubicBezTo>
                      <a:pt x="3" y="33"/>
                      <a:pt x="0" y="35"/>
                      <a:pt x="0" y="38"/>
                    </a:cubicBezTo>
                    <a:cubicBezTo>
                      <a:pt x="0" y="38"/>
                      <a:pt x="0" y="38"/>
                      <a:pt x="0" y="38"/>
                    </a:cubicBezTo>
                    <a:cubicBezTo>
                      <a:pt x="0" y="41"/>
                      <a:pt x="2" y="42"/>
                      <a:pt x="2" y="43"/>
                    </a:cubicBezTo>
                    <a:cubicBezTo>
                      <a:pt x="2" y="43"/>
                      <a:pt x="2" y="43"/>
                      <a:pt x="2" y="43"/>
                    </a:cubicBezTo>
                    <a:cubicBezTo>
                      <a:pt x="1" y="44"/>
                      <a:pt x="1" y="44"/>
                      <a:pt x="0" y="48"/>
                    </a:cubicBezTo>
                    <a:cubicBezTo>
                      <a:pt x="0" y="49"/>
                      <a:pt x="0" y="49"/>
                      <a:pt x="0" y="49"/>
                    </a:cubicBezTo>
                    <a:cubicBezTo>
                      <a:pt x="0" y="51"/>
                      <a:pt x="2" y="51"/>
                      <a:pt x="3" y="51"/>
                    </a:cubicBezTo>
                    <a:cubicBezTo>
                      <a:pt x="4" y="51"/>
                      <a:pt x="4" y="51"/>
                      <a:pt x="4" y="51"/>
                    </a:cubicBezTo>
                    <a:cubicBezTo>
                      <a:pt x="4" y="51"/>
                      <a:pt x="4" y="51"/>
                      <a:pt x="4" y="51"/>
                    </a:cubicBezTo>
                    <a:cubicBezTo>
                      <a:pt x="5" y="51"/>
                      <a:pt x="5" y="51"/>
                      <a:pt x="5" y="51"/>
                    </a:cubicBezTo>
                    <a:cubicBezTo>
                      <a:pt x="4" y="51"/>
                      <a:pt x="4" y="51"/>
                      <a:pt x="4" y="51"/>
                    </a:cubicBezTo>
                    <a:cubicBezTo>
                      <a:pt x="4" y="51"/>
                      <a:pt x="3" y="49"/>
                      <a:pt x="3" y="48"/>
                    </a:cubicBezTo>
                    <a:cubicBezTo>
                      <a:pt x="3" y="48"/>
                      <a:pt x="3" y="48"/>
                      <a:pt x="3" y="48"/>
                    </a:cubicBezTo>
                    <a:cubicBezTo>
                      <a:pt x="3" y="47"/>
                      <a:pt x="5" y="45"/>
                      <a:pt x="6" y="43"/>
                    </a:cubicBezTo>
                    <a:cubicBezTo>
                      <a:pt x="6" y="42"/>
                      <a:pt x="6" y="42"/>
                      <a:pt x="6" y="42"/>
                    </a:cubicBezTo>
                    <a:cubicBezTo>
                      <a:pt x="6" y="40"/>
                      <a:pt x="4" y="39"/>
                      <a:pt x="3" y="39"/>
                    </a:cubicBezTo>
                    <a:cubicBezTo>
                      <a:pt x="3" y="38"/>
                      <a:pt x="3" y="38"/>
                      <a:pt x="3" y="38"/>
                    </a:cubicBezTo>
                    <a:cubicBezTo>
                      <a:pt x="3" y="38"/>
                      <a:pt x="3" y="38"/>
                      <a:pt x="3" y="38"/>
                    </a:cubicBezTo>
                    <a:cubicBezTo>
                      <a:pt x="3"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6" y="36"/>
                      <a:pt x="6" y="36"/>
                      <a:pt x="6" y="36"/>
                    </a:cubicBezTo>
                    <a:cubicBezTo>
                      <a:pt x="7" y="36"/>
                      <a:pt x="7" y="36"/>
                      <a:pt x="7" y="36"/>
                    </a:cubicBezTo>
                    <a:cubicBezTo>
                      <a:pt x="7" y="37"/>
                      <a:pt x="7" y="37"/>
                      <a:pt x="7" y="37"/>
                    </a:cubicBezTo>
                    <a:cubicBezTo>
                      <a:pt x="7" y="38"/>
                      <a:pt x="7" y="38"/>
                      <a:pt x="7" y="38"/>
                    </a:cubicBezTo>
                    <a:cubicBezTo>
                      <a:pt x="7" y="38"/>
                      <a:pt x="7" y="38"/>
                      <a:pt x="7" y="38"/>
                    </a:cubicBezTo>
                    <a:cubicBezTo>
                      <a:pt x="8" y="38"/>
                      <a:pt x="8" y="38"/>
                      <a:pt x="8" y="38"/>
                    </a:cubicBezTo>
                    <a:cubicBezTo>
                      <a:pt x="9" y="39"/>
                      <a:pt x="9" y="40"/>
                      <a:pt x="9" y="41"/>
                    </a:cubicBezTo>
                    <a:cubicBezTo>
                      <a:pt x="9" y="41"/>
                      <a:pt x="9" y="41"/>
                      <a:pt x="9" y="41"/>
                    </a:cubicBezTo>
                    <a:cubicBezTo>
                      <a:pt x="9" y="48"/>
                      <a:pt x="1" y="54"/>
                      <a:pt x="1" y="59"/>
                    </a:cubicBezTo>
                    <a:cubicBezTo>
                      <a:pt x="1" y="62"/>
                      <a:pt x="4" y="65"/>
                      <a:pt x="5" y="66"/>
                    </a:cubicBezTo>
                    <a:cubicBezTo>
                      <a:pt x="4" y="68"/>
                      <a:pt x="4" y="68"/>
                      <a:pt x="4" y="68"/>
                    </a:cubicBezTo>
                    <a:cubicBezTo>
                      <a:pt x="4" y="68"/>
                      <a:pt x="4" y="68"/>
                      <a:pt x="4" y="68"/>
                    </a:cubicBezTo>
                    <a:cubicBezTo>
                      <a:pt x="5" y="69"/>
                      <a:pt x="5" y="69"/>
                      <a:pt x="5" y="69"/>
                    </a:cubicBezTo>
                    <a:cubicBezTo>
                      <a:pt x="5" y="70"/>
                      <a:pt x="5" y="70"/>
                      <a:pt x="5" y="70"/>
                    </a:cubicBezTo>
                    <a:cubicBezTo>
                      <a:pt x="6" y="70"/>
                      <a:pt x="6" y="70"/>
                      <a:pt x="6" y="70"/>
                    </a:cubicBezTo>
                    <a:cubicBezTo>
                      <a:pt x="5" y="71"/>
                      <a:pt x="5" y="71"/>
                      <a:pt x="5" y="71"/>
                    </a:cubicBezTo>
                    <a:cubicBezTo>
                      <a:pt x="5" y="72"/>
                      <a:pt x="5" y="72"/>
                      <a:pt x="5" y="72"/>
                    </a:cubicBezTo>
                    <a:cubicBezTo>
                      <a:pt x="6" y="72"/>
                      <a:pt x="6" y="72"/>
                      <a:pt x="6" y="72"/>
                    </a:cubicBezTo>
                    <a:cubicBezTo>
                      <a:pt x="6" y="73"/>
                      <a:pt x="6" y="73"/>
                      <a:pt x="6" y="73"/>
                    </a:cubicBezTo>
                    <a:cubicBezTo>
                      <a:pt x="6" y="73"/>
                      <a:pt x="6" y="73"/>
                      <a:pt x="6" y="73"/>
                    </a:cubicBezTo>
                    <a:cubicBezTo>
                      <a:pt x="7" y="73"/>
                      <a:pt x="7" y="73"/>
                      <a:pt x="7" y="73"/>
                    </a:cubicBezTo>
                    <a:cubicBezTo>
                      <a:pt x="7" y="74"/>
                      <a:pt x="7" y="74"/>
                      <a:pt x="7" y="74"/>
                    </a:cubicBezTo>
                    <a:cubicBezTo>
                      <a:pt x="7" y="75"/>
                      <a:pt x="7" y="75"/>
                      <a:pt x="7" y="75"/>
                    </a:cubicBezTo>
                    <a:cubicBezTo>
                      <a:pt x="8" y="75"/>
                      <a:pt x="8" y="75"/>
                      <a:pt x="8" y="75"/>
                    </a:cubicBezTo>
                    <a:cubicBezTo>
                      <a:pt x="7" y="77"/>
                      <a:pt x="7" y="77"/>
                      <a:pt x="7" y="77"/>
                    </a:cubicBezTo>
                    <a:cubicBezTo>
                      <a:pt x="7" y="77"/>
                      <a:pt x="7" y="77"/>
                      <a:pt x="7" y="77"/>
                    </a:cubicBezTo>
                    <a:cubicBezTo>
                      <a:pt x="8" y="77"/>
                      <a:pt x="8" y="77"/>
                      <a:pt x="8" y="77"/>
                    </a:cubicBezTo>
                    <a:cubicBezTo>
                      <a:pt x="8" y="79"/>
                      <a:pt x="8" y="79"/>
                      <a:pt x="8" y="79"/>
                    </a:cubicBezTo>
                    <a:cubicBezTo>
                      <a:pt x="6" y="82"/>
                      <a:pt x="6" y="82"/>
                      <a:pt x="6" y="82"/>
                    </a:cubicBezTo>
                    <a:cubicBezTo>
                      <a:pt x="6" y="83"/>
                      <a:pt x="7" y="84"/>
                      <a:pt x="7" y="86"/>
                    </a:cubicBezTo>
                    <a:cubicBezTo>
                      <a:pt x="7" y="87"/>
                      <a:pt x="6" y="88"/>
                      <a:pt x="6" y="88"/>
                    </a:cubicBezTo>
                    <a:cubicBezTo>
                      <a:pt x="5" y="93"/>
                      <a:pt x="5" y="93"/>
                      <a:pt x="5" y="93"/>
                    </a:cubicBezTo>
                    <a:cubicBezTo>
                      <a:pt x="6" y="95"/>
                      <a:pt x="6" y="95"/>
                      <a:pt x="6" y="95"/>
                    </a:cubicBezTo>
                    <a:cubicBezTo>
                      <a:pt x="6" y="99"/>
                      <a:pt x="6" y="99"/>
                      <a:pt x="6" y="99"/>
                    </a:cubicBezTo>
                    <a:cubicBezTo>
                      <a:pt x="7" y="100"/>
                      <a:pt x="8" y="100"/>
                      <a:pt x="9" y="100"/>
                    </a:cubicBezTo>
                    <a:cubicBezTo>
                      <a:pt x="10" y="100"/>
                      <a:pt x="10" y="100"/>
                      <a:pt x="10" y="100"/>
                    </a:cubicBezTo>
                    <a:cubicBezTo>
                      <a:pt x="11" y="100"/>
                      <a:pt x="12" y="100"/>
                      <a:pt x="13" y="100"/>
                    </a:cubicBezTo>
                    <a:cubicBezTo>
                      <a:pt x="15" y="100"/>
                      <a:pt x="16" y="99"/>
                      <a:pt x="17" y="98"/>
                    </a:cubicBezTo>
                    <a:cubicBezTo>
                      <a:pt x="19" y="97"/>
                      <a:pt x="19" y="97"/>
                      <a:pt x="19" y="97"/>
                    </a:cubicBezTo>
                    <a:cubicBezTo>
                      <a:pt x="18" y="97"/>
                      <a:pt x="18" y="97"/>
                      <a:pt x="18" y="97"/>
                    </a:cubicBezTo>
                    <a:cubicBezTo>
                      <a:pt x="17" y="95"/>
                      <a:pt x="17" y="95"/>
                      <a:pt x="17" y="95"/>
                    </a:cubicBezTo>
                    <a:cubicBezTo>
                      <a:pt x="15" y="95"/>
                      <a:pt x="15" y="95"/>
                      <a:pt x="15" y="95"/>
                    </a:cubicBezTo>
                    <a:cubicBezTo>
                      <a:pt x="15" y="95"/>
                      <a:pt x="15" y="95"/>
                      <a:pt x="15" y="95"/>
                    </a:cubicBezTo>
                    <a:cubicBezTo>
                      <a:pt x="14" y="95"/>
                      <a:pt x="14" y="95"/>
                      <a:pt x="14" y="95"/>
                    </a:cubicBezTo>
                    <a:cubicBezTo>
                      <a:pt x="14" y="95"/>
                      <a:pt x="14" y="95"/>
                      <a:pt x="14" y="95"/>
                    </a:cubicBezTo>
                    <a:cubicBezTo>
                      <a:pt x="14" y="95"/>
                      <a:pt x="14" y="95"/>
                      <a:pt x="14" y="95"/>
                    </a:cubicBezTo>
                    <a:cubicBezTo>
                      <a:pt x="13" y="95"/>
                      <a:pt x="12" y="96"/>
                      <a:pt x="11" y="96"/>
                    </a:cubicBezTo>
                    <a:cubicBezTo>
                      <a:pt x="11" y="96"/>
                      <a:pt x="11" y="96"/>
                      <a:pt x="11" y="96"/>
                    </a:cubicBezTo>
                    <a:cubicBezTo>
                      <a:pt x="10" y="96"/>
                      <a:pt x="10" y="94"/>
                      <a:pt x="10" y="93"/>
                    </a:cubicBezTo>
                    <a:cubicBezTo>
                      <a:pt x="10" y="92"/>
                      <a:pt x="10" y="92"/>
                      <a:pt x="10" y="92"/>
                    </a:cubicBezTo>
                    <a:cubicBezTo>
                      <a:pt x="10" y="91"/>
                      <a:pt x="10" y="91"/>
                      <a:pt x="10" y="90"/>
                    </a:cubicBezTo>
                    <a:cubicBezTo>
                      <a:pt x="11" y="89"/>
                      <a:pt x="11" y="88"/>
                      <a:pt x="11" y="87"/>
                    </a:cubicBezTo>
                    <a:cubicBezTo>
                      <a:pt x="11" y="86"/>
                      <a:pt x="11" y="86"/>
                      <a:pt x="11" y="86"/>
                    </a:cubicBezTo>
                    <a:cubicBezTo>
                      <a:pt x="11" y="85"/>
                      <a:pt x="11" y="85"/>
                      <a:pt x="12" y="84"/>
                    </a:cubicBezTo>
                    <a:cubicBezTo>
                      <a:pt x="13" y="83"/>
                      <a:pt x="12" y="82"/>
                      <a:pt x="13" y="81"/>
                    </a:cubicBezTo>
                    <a:cubicBezTo>
                      <a:pt x="13" y="80"/>
                      <a:pt x="13" y="79"/>
                      <a:pt x="14" y="78"/>
                    </a:cubicBezTo>
                    <a:cubicBezTo>
                      <a:pt x="15" y="77"/>
                      <a:pt x="16" y="75"/>
                      <a:pt x="17" y="74"/>
                    </a:cubicBezTo>
                    <a:cubicBezTo>
                      <a:pt x="17" y="72"/>
                      <a:pt x="17" y="72"/>
                      <a:pt x="17" y="72"/>
                    </a:cubicBezTo>
                    <a:cubicBezTo>
                      <a:pt x="18" y="70"/>
                      <a:pt x="18" y="70"/>
                      <a:pt x="18" y="70"/>
                    </a:cubicBezTo>
                    <a:cubicBezTo>
                      <a:pt x="19" y="70"/>
                      <a:pt x="19" y="70"/>
                      <a:pt x="19" y="70"/>
                    </a:cubicBezTo>
                    <a:cubicBezTo>
                      <a:pt x="19" y="69"/>
                      <a:pt x="20" y="69"/>
                      <a:pt x="20" y="68"/>
                    </a:cubicBezTo>
                    <a:cubicBezTo>
                      <a:pt x="22" y="67"/>
                      <a:pt x="22" y="67"/>
                      <a:pt x="22" y="67"/>
                    </a:cubicBezTo>
                    <a:cubicBezTo>
                      <a:pt x="22" y="68"/>
                      <a:pt x="22" y="68"/>
                      <a:pt x="22" y="68"/>
                    </a:cubicBezTo>
                    <a:cubicBezTo>
                      <a:pt x="22" y="68"/>
                      <a:pt x="22" y="68"/>
                      <a:pt x="22" y="68"/>
                    </a:cubicBezTo>
                    <a:cubicBezTo>
                      <a:pt x="22" y="68"/>
                      <a:pt x="22" y="68"/>
                      <a:pt x="22" y="68"/>
                    </a:cubicBezTo>
                    <a:cubicBezTo>
                      <a:pt x="22" y="68"/>
                      <a:pt x="22" y="68"/>
                      <a:pt x="22" y="68"/>
                    </a:cubicBezTo>
                    <a:cubicBezTo>
                      <a:pt x="21" y="69"/>
                      <a:pt x="21" y="69"/>
                      <a:pt x="21" y="69"/>
                    </a:cubicBezTo>
                    <a:cubicBezTo>
                      <a:pt x="20" y="71"/>
                      <a:pt x="20" y="71"/>
                      <a:pt x="20" y="71"/>
                    </a:cubicBezTo>
                    <a:cubicBezTo>
                      <a:pt x="20" y="72"/>
                      <a:pt x="20" y="72"/>
                      <a:pt x="20" y="72"/>
                    </a:cubicBezTo>
                    <a:cubicBezTo>
                      <a:pt x="20" y="74"/>
                      <a:pt x="20" y="74"/>
                      <a:pt x="20" y="74"/>
                    </a:cubicBezTo>
                    <a:cubicBezTo>
                      <a:pt x="22" y="75"/>
                      <a:pt x="22" y="75"/>
                      <a:pt x="22" y="75"/>
                    </a:cubicBezTo>
                    <a:cubicBezTo>
                      <a:pt x="24" y="76"/>
                      <a:pt x="24" y="76"/>
                      <a:pt x="24" y="76"/>
                    </a:cubicBezTo>
                    <a:cubicBezTo>
                      <a:pt x="25" y="78"/>
                      <a:pt x="25" y="78"/>
                      <a:pt x="25" y="78"/>
                    </a:cubicBezTo>
                    <a:cubicBezTo>
                      <a:pt x="27" y="79"/>
                      <a:pt x="27" y="79"/>
                      <a:pt x="27" y="79"/>
                    </a:cubicBezTo>
                    <a:cubicBezTo>
                      <a:pt x="28" y="81"/>
                      <a:pt x="28" y="81"/>
                      <a:pt x="28" y="81"/>
                    </a:cubicBezTo>
                    <a:cubicBezTo>
                      <a:pt x="28" y="82"/>
                      <a:pt x="29" y="83"/>
                      <a:pt x="31" y="83"/>
                    </a:cubicBezTo>
                    <a:cubicBezTo>
                      <a:pt x="32" y="83"/>
                      <a:pt x="34" y="80"/>
                      <a:pt x="34" y="79"/>
                    </a:cubicBezTo>
                    <a:cubicBezTo>
                      <a:pt x="35" y="78"/>
                      <a:pt x="36" y="76"/>
                      <a:pt x="36" y="75"/>
                    </a:cubicBezTo>
                    <a:cubicBezTo>
                      <a:pt x="35" y="72"/>
                      <a:pt x="35" y="72"/>
                      <a:pt x="35" y="72"/>
                    </a:cubicBezTo>
                    <a:cubicBezTo>
                      <a:pt x="35" y="72"/>
                      <a:pt x="35" y="72"/>
                      <a:pt x="35" y="72"/>
                    </a:cubicBezTo>
                    <a:cubicBezTo>
                      <a:pt x="35" y="72"/>
                      <a:pt x="35" y="72"/>
                      <a:pt x="35" y="72"/>
                    </a:cubicBezTo>
                    <a:cubicBezTo>
                      <a:pt x="34" y="73"/>
                      <a:pt x="34" y="73"/>
                      <a:pt x="34" y="73"/>
                    </a:cubicBezTo>
                    <a:cubicBezTo>
                      <a:pt x="33" y="74"/>
                      <a:pt x="33" y="74"/>
                      <a:pt x="33" y="74"/>
                    </a:cubicBezTo>
                    <a:cubicBezTo>
                      <a:pt x="31" y="75"/>
                      <a:pt x="31" y="75"/>
                      <a:pt x="31" y="75"/>
                    </a:cubicBezTo>
                    <a:cubicBezTo>
                      <a:pt x="31" y="77"/>
                      <a:pt x="31" y="77"/>
                      <a:pt x="31" y="77"/>
                    </a:cubicBezTo>
                    <a:cubicBezTo>
                      <a:pt x="31" y="77"/>
                      <a:pt x="31" y="77"/>
                      <a:pt x="31" y="77"/>
                    </a:cubicBezTo>
                    <a:cubicBezTo>
                      <a:pt x="30" y="76"/>
                      <a:pt x="30" y="76"/>
                      <a:pt x="30" y="76"/>
                    </a:cubicBezTo>
                    <a:cubicBezTo>
                      <a:pt x="29" y="76"/>
                      <a:pt x="27" y="74"/>
                      <a:pt x="27" y="73"/>
                    </a:cubicBezTo>
                    <a:cubicBezTo>
                      <a:pt x="26" y="72"/>
                      <a:pt x="25" y="71"/>
                      <a:pt x="25" y="70"/>
                    </a:cubicBezTo>
                    <a:cubicBezTo>
                      <a:pt x="26" y="69"/>
                      <a:pt x="26" y="69"/>
                      <a:pt x="26" y="69"/>
                    </a:cubicBezTo>
                    <a:cubicBezTo>
                      <a:pt x="27" y="68"/>
                      <a:pt x="29" y="66"/>
                      <a:pt x="30" y="65"/>
                    </a:cubicBezTo>
                    <a:cubicBezTo>
                      <a:pt x="31" y="64"/>
                      <a:pt x="31" y="64"/>
                      <a:pt x="31" y="64"/>
                    </a:cubicBezTo>
                    <a:cubicBezTo>
                      <a:pt x="31" y="63"/>
                      <a:pt x="31" y="63"/>
                      <a:pt x="31" y="63"/>
                    </a:cubicBezTo>
                    <a:cubicBezTo>
                      <a:pt x="31" y="62"/>
                      <a:pt x="32" y="61"/>
                      <a:pt x="32" y="61"/>
                    </a:cubicBezTo>
                    <a:cubicBezTo>
                      <a:pt x="31" y="57"/>
                      <a:pt x="29" y="56"/>
                      <a:pt x="27" y="56"/>
                    </a:cubicBezTo>
                    <a:cubicBezTo>
                      <a:pt x="25" y="56"/>
                      <a:pt x="25" y="56"/>
                      <a:pt x="25" y="56"/>
                    </a:cubicBezTo>
                    <a:cubicBezTo>
                      <a:pt x="25" y="56"/>
                      <a:pt x="25" y="56"/>
                      <a:pt x="25" y="56"/>
                    </a:cubicBezTo>
                    <a:cubicBezTo>
                      <a:pt x="27" y="54"/>
                      <a:pt x="27" y="54"/>
                      <a:pt x="27" y="54"/>
                    </a:cubicBezTo>
                    <a:cubicBezTo>
                      <a:pt x="28" y="53"/>
                      <a:pt x="28" y="53"/>
                      <a:pt x="28" y="53"/>
                    </a:cubicBezTo>
                    <a:cubicBezTo>
                      <a:pt x="29" y="52"/>
                      <a:pt x="29" y="52"/>
                      <a:pt x="29" y="52"/>
                    </a:cubicBezTo>
                    <a:cubicBezTo>
                      <a:pt x="29" y="52"/>
                      <a:pt x="29" y="52"/>
                      <a:pt x="29" y="52"/>
                    </a:cubicBezTo>
                    <a:cubicBezTo>
                      <a:pt x="29" y="52"/>
                      <a:pt x="29" y="52"/>
                      <a:pt x="29" y="52"/>
                    </a:cubicBezTo>
                    <a:cubicBezTo>
                      <a:pt x="29" y="51"/>
                      <a:pt x="29" y="51"/>
                      <a:pt x="29" y="51"/>
                    </a:cubicBezTo>
                    <a:cubicBezTo>
                      <a:pt x="31" y="52"/>
                      <a:pt x="32" y="56"/>
                      <a:pt x="32" y="56"/>
                    </a:cubicBezTo>
                    <a:cubicBezTo>
                      <a:pt x="32" y="57"/>
                      <a:pt x="32" y="57"/>
                      <a:pt x="32" y="57"/>
                    </a:cubicBezTo>
                    <a:cubicBezTo>
                      <a:pt x="33" y="56"/>
                      <a:pt x="33" y="56"/>
                      <a:pt x="33" y="56"/>
                    </a:cubicBezTo>
                    <a:cubicBezTo>
                      <a:pt x="33" y="55"/>
                      <a:pt x="34" y="54"/>
                      <a:pt x="34" y="53"/>
                    </a:cubicBezTo>
                    <a:cubicBezTo>
                      <a:pt x="35" y="54"/>
                      <a:pt x="35" y="54"/>
                      <a:pt x="35" y="54"/>
                    </a:cubicBezTo>
                    <a:cubicBezTo>
                      <a:pt x="36" y="54"/>
                      <a:pt x="37" y="54"/>
                      <a:pt x="38" y="55"/>
                    </a:cubicBezTo>
                    <a:cubicBezTo>
                      <a:pt x="39" y="55"/>
                      <a:pt x="39" y="55"/>
                      <a:pt x="39" y="56"/>
                    </a:cubicBezTo>
                    <a:cubicBezTo>
                      <a:pt x="39" y="57"/>
                      <a:pt x="39" y="57"/>
                      <a:pt x="39" y="57"/>
                    </a:cubicBezTo>
                    <a:cubicBezTo>
                      <a:pt x="38" y="58"/>
                      <a:pt x="38" y="58"/>
                      <a:pt x="38" y="58"/>
                    </a:cubicBezTo>
                    <a:cubicBezTo>
                      <a:pt x="37" y="60"/>
                      <a:pt x="37" y="60"/>
                      <a:pt x="37" y="60"/>
                    </a:cubicBezTo>
                    <a:cubicBezTo>
                      <a:pt x="37" y="60"/>
                      <a:pt x="37" y="60"/>
                      <a:pt x="37" y="60"/>
                    </a:cubicBezTo>
                    <a:cubicBezTo>
                      <a:pt x="37" y="61"/>
                      <a:pt x="37" y="61"/>
                      <a:pt x="37" y="61"/>
                    </a:cubicBezTo>
                    <a:cubicBezTo>
                      <a:pt x="38" y="62"/>
                      <a:pt x="38" y="62"/>
                      <a:pt x="38" y="62"/>
                    </a:cubicBezTo>
                    <a:cubicBezTo>
                      <a:pt x="38" y="63"/>
                      <a:pt x="38" y="63"/>
                      <a:pt x="38" y="63"/>
                    </a:cubicBezTo>
                    <a:cubicBezTo>
                      <a:pt x="39" y="63"/>
                      <a:pt x="39" y="63"/>
                      <a:pt x="39" y="63"/>
                    </a:cubicBezTo>
                    <a:cubicBezTo>
                      <a:pt x="39" y="63"/>
                      <a:pt x="39" y="63"/>
                      <a:pt x="39" y="63"/>
                    </a:cubicBezTo>
                    <a:cubicBezTo>
                      <a:pt x="39" y="62"/>
                      <a:pt x="39" y="62"/>
                      <a:pt x="39" y="62"/>
                    </a:cubicBezTo>
                    <a:cubicBezTo>
                      <a:pt x="39" y="62"/>
                      <a:pt x="39" y="62"/>
                      <a:pt x="39" y="62"/>
                    </a:cubicBezTo>
                    <a:cubicBezTo>
                      <a:pt x="39" y="61"/>
                      <a:pt x="39" y="61"/>
                      <a:pt x="39" y="61"/>
                    </a:cubicBezTo>
                    <a:cubicBezTo>
                      <a:pt x="39" y="61"/>
                      <a:pt x="39" y="61"/>
                      <a:pt x="39" y="61"/>
                    </a:cubicBezTo>
                    <a:cubicBezTo>
                      <a:pt x="40" y="61"/>
                      <a:pt x="40" y="61"/>
                      <a:pt x="40" y="61"/>
                    </a:cubicBezTo>
                    <a:cubicBezTo>
                      <a:pt x="40" y="58"/>
                      <a:pt x="40" y="58"/>
                      <a:pt x="40" y="58"/>
                    </a:cubicBezTo>
                    <a:cubicBezTo>
                      <a:pt x="41" y="55"/>
                      <a:pt x="41" y="55"/>
                      <a:pt x="41" y="55"/>
                    </a:cubicBezTo>
                    <a:cubicBezTo>
                      <a:pt x="42" y="54"/>
                      <a:pt x="43" y="52"/>
                      <a:pt x="43" y="52"/>
                    </a:cubicBezTo>
                    <a:cubicBezTo>
                      <a:pt x="43" y="49"/>
                      <a:pt x="43" y="49"/>
                      <a:pt x="43" y="49"/>
                    </a:cubicBezTo>
                    <a:cubicBezTo>
                      <a:pt x="44" y="47"/>
                      <a:pt x="44" y="47"/>
                      <a:pt x="44" y="47"/>
                    </a:cubicBezTo>
                    <a:cubicBezTo>
                      <a:pt x="44" y="46"/>
                      <a:pt x="44" y="46"/>
                      <a:pt x="44" y="46"/>
                    </a:cubicBezTo>
                    <a:cubicBezTo>
                      <a:pt x="44" y="46"/>
                      <a:pt x="44" y="46"/>
                      <a:pt x="44" y="46"/>
                    </a:cubicBezTo>
                    <a:cubicBezTo>
                      <a:pt x="44" y="46"/>
                      <a:pt x="44" y="46"/>
                      <a:pt x="44" y="46"/>
                    </a:cubicBezTo>
                    <a:cubicBezTo>
                      <a:pt x="44" y="46"/>
                      <a:pt x="44" y="46"/>
                      <a:pt x="44" y="46"/>
                    </a:cubicBezTo>
                    <a:cubicBezTo>
                      <a:pt x="45" y="46"/>
                      <a:pt x="45" y="46"/>
                      <a:pt x="45" y="46"/>
                    </a:cubicBezTo>
                    <a:cubicBezTo>
                      <a:pt x="44" y="45"/>
                      <a:pt x="44" y="45"/>
                      <a:pt x="44" y="45"/>
                    </a:cubicBezTo>
                    <a:cubicBezTo>
                      <a:pt x="43" y="45"/>
                      <a:pt x="43" y="45"/>
                      <a:pt x="43" y="45"/>
                    </a:cubicBezTo>
                    <a:cubicBezTo>
                      <a:pt x="43" y="45"/>
                      <a:pt x="43" y="45"/>
                      <a:pt x="43" y="45"/>
                    </a:cubicBezTo>
                    <a:cubicBezTo>
                      <a:pt x="43" y="45"/>
                      <a:pt x="43" y="45"/>
                      <a:pt x="43" y="45"/>
                    </a:cubicBezTo>
                    <a:cubicBezTo>
                      <a:pt x="41" y="45"/>
                      <a:pt x="41" y="45"/>
                      <a:pt x="41" y="45"/>
                    </a:cubicBezTo>
                    <a:cubicBezTo>
                      <a:pt x="41" y="45"/>
                      <a:pt x="41" y="45"/>
                      <a:pt x="41" y="45"/>
                    </a:cubicBezTo>
                    <a:cubicBezTo>
                      <a:pt x="40" y="47"/>
                      <a:pt x="40" y="47"/>
                      <a:pt x="40" y="47"/>
                    </a:cubicBezTo>
                    <a:cubicBezTo>
                      <a:pt x="40" y="47"/>
                      <a:pt x="40" y="47"/>
                      <a:pt x="40"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9" y="49"/>
                      <a:pt x="39" y="49"/>
                      <a:pt x="39" y="49"/>
                    </a:cubicBezTo>
                    <a:cubicBezTo>
                      <a:pt x="40" y="50"/>
                      <a:pt x="40" y="50"/>
                      <a:pt x="40" y="50"/>
                    </a:cubicBezTo>
                    <a:cubicBezTo>
                      <a:pt x="40" y="52"/>
                      <a:pt x="40" y="52"/>
                      <a:pt x="40" y="52"/>
                    </a:cubicBezTo>
                    <a:cubicBezTo>
                      <a:pt x="40" y="52"/>
                      <a:pt x="40" y="52"/>
                      <a:pt x="40" y="52"/>
                    </a:cubicBezTo>
                    <a:cubicBezTo>
                      <a:pt x="39" y="52"/>
                      <a:pt x="39" y="52"/>
                      <a:pt x="39" y="52"/>
                    </a:cubicBezTo>
                    <a:cubicBezTo>
                      <a:pt x="39" y="52"/>
                      <a:pt x="39" y="52"/>
                      <a:pt x="39" y="52"/>
                    </a:cubicBezTo>
                    <a:cubicBezTo>
                      <a:pt x="39" y="52"/>
                      <a:pt x="39" y="52"/>
                      <a:pt x="39" y="52"/>
                    </a:cubicBezTo>
                    <a:cubicBezTo>
                      <a:pt x="38" y="52"/>
                      <a:pt x="38" y="52"/>
                      <a:pt x="38" y="52"/>
                    </a:cubicBezTo>
                    <a:cubicBezTo>
                      <a:pt x="38" y="52"/>
                      <a:pt x="36" y="51"/>
                      <a:pt x="35" y="50"/>
                    </a:cubicBezTo>
                    <a:cubicBezTo>
                      <a:pt x="35" y="49"/>
                      <a:pt x="35" y="49"/>
                      <a:pt x="35" y="49"/>
                    </a:cubicBezTo>
                    <a:cubicBezTo>
                      <a:pt x="36" y="47"/>
                      <a:pt x="36" y="47"/>
                      <a:pt x="36" y="47"/>
                    </a:cubicBezTo>
                    <a:cubicBezTo>
                      <a:pt x="37" y="47"/>
                      <a:pt x="37" y="47"/>
                      <a:pt x="37" y="47"/>
                    </a:cubicBezTo>
                    <a:cubicBezTo>
                      <a:pt x="36" y="47"/>
                      <a:pt x="36" y="47"/>
                      <a:pt x="36" y="47"/>
                    </a:cubicBezTo>
                    <a:cubicBezTo>
                      <a:pt x="36" y="47"/>
                      <a:pt x="36" y="47"/>
                      <a:pt x="36" y="47"/>
                    </a:cubicBezTo>
                    <a:cubicBezTo>
                      <a:pt x="35" y="47"/>
                      <a:pt x="34" y="47"/>
                      <a:pt x="33" y="47"/>
                    </a:cubicBezTo>
                    <a:cubicBezTo>
                      <a:pt x="34" y="46"/>
                      <a:pt x="35" y="45"/>
                      <a:pt x="36" y="43"/>
                    </a:cubicBezTo>
                    <a:cubicBezTo>
                      <a:pt x="37" y="40"/>
                      <a:pt x="37" y="40"/>
                      <a:pt x="37" y="40"/>
                    </a:cubicBezTo>
                    <a:cubicBezTo>
                      <a:pt x="40" y="38"/>
                      <a:pt x="40" y="38"/>
                      <a:pt x="40" y="38"/>
                    </a:cubicBezTo>
                    <a:cubicBezTo>
                      <a:pt x="41" y="38"/>
                      <a:pt x="41" y="37"/>
                      <a:pt x="41" y="36"/>
                    </a:cubicBezTo>
                    <a:cubicBezTo>
                      <a:pt x="41" y="35"/>
                      <a:pt x="41" y="33"/>
                      <a:pt x="42" y="33"/>
                    </a:cubicBezTo>
                    <a:cubicBezTo>
                      <a:pt x="43" y="32"/>
                      <a:pt x="43" y="32"/>
                      <a:pt x="43" y="32"/>
                    </a:cubicBezTo>
                    <a:cubicBezTo>
                      <a:pt x="44" y="32"/>
                      <a:pt x="45" y="34"/>
                      <a:pt x="45" y="34"/>
                    </a:cubicBezTo>
                    <a:cubicBezTo>
                      <a:pt x="45" y="34"/>
                      <a:pt x="45" y="34"/>
                      <a:pt x="45" y="34"/>
                    </a:cubicBezTo>
                    <a:cubicBezTo>
                      <a:pt x="45" y="31"/>
                      <a:pt x="44" y="30"/>
                      <a:pt x="43" y="30"/>
                    </a:cubicBezTo>
                    <a:cubicBezTo>
                      <a:pt x="43" y="29"/>
                      <a:pt x="43" y="29"/>
                      <a:pt x="43" y="29"/>
                    </a:cubicBezTo>
                    <a:cubicBezTo>
                      <a:pt x="43" y="28"/>
                      <a:pt x="44" y="27"/>
                      <a:pt x="44" y="26"/>
                    </a:cubicBezTo>
                    <a:cubicBezTo>
                      <a:pt x="45" y="24"/>
                      <a:pt x="45" y="24"/>
                      <a:pt x="45" y="24"/>
                    </a:cubicBezTo>
                    <a:cubicBezTo>
                      <a:pt x="45" y="24"/>
                      <a:pt x="45" y="24"/>
                      <a:pt x="45" y="24"/>
                    </a:cubicBezTo>
                    <a:cubicBezTo>
                      <a:pt x="45" y="26"/>
                      <a:pt x="45" y="26"/>
                      <a:pt x="45" y="26"/>
                    </a:cubicBezTo>
                    <a:cubicBezTo>
                      <a:pt x="46" y="28"/>
                      <a:pt x="46" y="28"/>
                      <a:pt x="46" y="28"/>
                    </a:cubicBezTo>
                    <a:cubicBezTo>
                      <a:pt x="46" y="28"/>
                      <a:pt x="46" y="28"/>
                      <a:pt x="46" y="28"/>
                    </a:cubicBezTo>
                    <a:cubicBezTo>
                      <a:pt x="48" y="29"/>
                      <a:pt x="48" y="29"/>
                      <a:pt x="48" y="29"/>
                    </a:cubicBezTo>
                    <a:cubicBezTo>
                      <a:pt x="48" y="29"/>
                      <a:pt x="48" y="29"/>
                      <a:pt x="48" y="29"/>
                    </a:cubicBezTo>
                    <a:cubicBezTo>
                      <a:pt x="48" y="29"/>
                      <a:pt x="48" y="29"/>
                      <a:pt x="48" y="29"/>
                    </a:cubicBezTo>
                    <a:cubicBezTo>
                      <a:pt x="48" y="28"/>
                      <a:pt x="48" y="28"/>
                      <a:pt x="48" y="28"/>
                    </a:cubicBezTo>
                    <a:cubicBezTo>
                      <a:pt x="48" y="28"/>
                      <a:pt x="48" y="28"/>
                      <a:pt x="48" y="28"/>
                    </a:cubicBezTo>
                    <a:cubicBezTo>
                      <a:pt x="48" y="28"/>
                      <a:pt x="48" y="28"/>
                      <a:pt x="48" y="28"/>
                    </a:cubicBezTo>
                    <a:cubicBezTo>
                      <a:pt x="48" y="27"/>
                      <a:pt x="48" y="27"/>
                      <a:pt x="48" y="27"/>
                    </a:cubicBezTo>
                    <a:cubicBezTo>
                      <a:pt x="48" y="27"/>
                      <a:pt x="48" y="27"/>
                      <a:pt x="48" y="27"/>
                    </a:cubicBezTo>
                    <a:cubicBezTo>
                      <a:pt x="47" y="25"/>
                      <a:pt x="47" y="25"/>
                      <a:pt x="47" y="25"/>
                    </a:cubicBezTo>
                    <a:cubicBezTo>
                      <a:pt x="46" y="21"/>
                      <a:pt x="46" y="21"/>
                      <a:pt x="46" y="21"/>
                    </a:cubicBezTo>
                    <a:cubicBezTo>
                      <a:pt x="46" y="20"/>
                      <a:pt x="46" y="20"/>
                      <a:pt x="46" y="20"/>
                    </a:cubicBezTo>
                    <a:cubicBezTo>
                      <a:pt x="46" y="19"/>
                      <a:pt x="47" y="18"/>
                      <a:pt x="47" y="18"/>
                    </a:cubicBezTo>
                    <a:cubicBezTo>
                      <a:pt x="48" y="15"/>
                      <a:pt x="48" y="15"/>
                      <a:pt x="48" y="15"/>
                    </a:cubicBezTo>
                    <a:cubicBezTo>
                      <a:pt x="48" y="14"/>
                      <a:pt x="48" y="14"/>
                      <a:pt x="48" y="14"/>
                    </a:cubicBezTo>
                    <a:cubicBezTo>
                      <a:pt x="48" y="13"/>
                      <a:pt x="48" y="13"/>
                      <a:pt x="48" y="13"/>
                    </a:cubicBezTo>
                    <a:cubicBezTo>
                      <a:pt x="48" y="13"/>
                      <a:pt x="48" y="13"/>
                      <a:pt x="48" y="13"/>
                    </a:cubicBezTo>
                    <a:lnTo>
                      <a:pt x="49" y="12"/>
                    </a:lnTo>
                    <a:close/>
                    <a:moveTo>
                      <a:pt x="35" y="21"/>
                    </a:moveTo>
                    <a:cubicBezTo>
                      <a:pt x="35" y="21"/>
                      <a:pt x="35" y="21"/>
                      <a:pt x="35" y="21"/>
                    </a:cubicBezTo>
                    <a:cubicBezTo>
                      <a:pt x="35" y="22"/>
                      <a:pt x="35" y="22"/>
                      <a:pt x="35" y="22"/>
                    </a:cubicBezTo>
                    <a:lnTo>
                      <a:pt x="35" y="21"/>
                    </a:lnTo>
                    <a:close/>
                    <a:moveTo>
                      <a:pt x="44" y="10"/>
                    </a:moveTo>
                    <a:cubicBezTo>
                      <a:pt x="45" y="10"/>
                      <a:pt x="45" y="10"/>
                      <a:pt x="45" y="10"/>
                    </a:cubicBezTo>
                    <a:cubicBezTo>
                      <a:pt x="44" y="12"/>
                      <a:pt x="44" y="12"/>
                      <a:pt x="44" y="12"/>
                    </a:cubicBezTo>
                    <a:cubicBezTo>
                      <a:pt x="44" y="12"/>
                      <a:pt x="44" y="12"/>
                      <a:pt x="44" y="12"/>
                    </a:cubicBezTo>
                    <a:cubicBezTo>
                      <a:pt x="44" y="12"/>
                      <a:pt x="44" y="12"/>
                      <a:pt x="44" y="12"/>
                    </a:cubicBezTo>
                    <a:cubicBezTo>
                      <a:pt x="43" y="12"/>
                      <a:pt x="43" y="12"/>
                      <a:pt x="43" y="12"/>
                    </a:cubicBezTo>
                    <a:cubicBezTo>
                      <a:pt x="43" y="12"/>
                      <a:pt x="43" y="12"/>
                      <a:pt x="43" y="12"/>
                    </a:cubicBezTo>
                    <a:lnTo>
                      <a:pt x="44" y="10"/>
                    </a:lnTo>
                    <a:close/>
                    <a:moveTo>
                      <a:pt x="42" y="12"/>
                    </a:moveTo>
                    <a:cubicBezTo>
                      <a:pt x="42" y="12"/>
                      <a:pt x="42" y="12"/>
                      <a:pt x="42" y="12"/>
                    </a:cubicBezTo>
                    <a:cubicBezTo>
                      <a:pt x="42" y="13"/>
                      <a:pt x="42" y="13"/>
                      <a:pt x="42" y="13"/>
                    </a:cubicBezTo>
                    <a:cubicBezTo>
                      <a:pt x="42" y="13"/>
                      <a:pt x="42" y="13"/>
                      <a:pt x="42" y="13"/>
                    </a:cubicBezTo>
                    <a:cubicBezTo>
                      <a:pt x="41" y="13"/>
                      <a:pt x="41" y="13"/>
                      <a:pt x="41" y="13"/>
                    </a:cubicBezTo>
                    <a:lnTo>
                      <a:pt x="42" y="12"/>
                    </a:lnTo>
                    <a:close/>
                    <a:moveTo>
                      <a:pt x="43" y="17"/>
                    </a:moveTo>
                    <a:cubicBezTo>
                      <a:pt x="42" y="16"/>
                      <a:pt x="41" y="15"/>
                      <a:pt x="41" y="15"/>
                    </a:cubicBezTo>
                    <a:cubicBezTo>
                      <a:pt x="41" y="15"/>
                      <a:pt x="41" y="15"/>
                      <a:pt x="41" y="15"/>
                    </a:cubicBezTo>
                    <a:cubicBezTo>
                      <a:pt x="42" y="13"/>
                      <a:pt x="42" y="13"/>
                      <a:pt x="42" y="13"/>
                    </a:cubicBezTo>
                    <a:cubicBezTo>
                      <a:pt x="42" y="13"/>
                      <a:pt x="42" y="13"/>
                      <a:pt x="42" y="13"/>
                    </a:cubicBezTo>
                    <a:cubicBezTo>
                      <a:pt x="42" y="13"/>
                      <a:pt x="42" y="13"/>
                      <a:pt x="42" y="13"/>
                    </a:cubicBezTo>
                    <a:cubicBezTo>
                      <a:pt x="42" y="13"/>
                      <a:pt x="42" y="13"/>
                      <a:pt x="42" y="13"/>
                    </a:cubicBezTo>
                    <a:cubicBezTo>
                      <a:pt x="42" y="14"/>
                      <a:pt x="42" y="14"/>
                      <a:pt x="42" y="14"/>
                    </a:cubicBezTo>
                    <a:cubicBezTo>
                      <a:pt x="42" y="14"/>
                      <a:pt x="42" y="14"/>
                      <a:pt x="42" y="14"/>
                    </a:cubicBezTo>
                    <a:cubicBezTo>
                      <a:pt x="42" y="15"/>
                      <a:pt x="43" y="15"/>
                      <a:pt x="43" y="16"/>
                    </a:cubicBezTo>
                    <a:cubicBezTo>
                      <a:pt x="43" y="18"/>
                      <a:pt x="43" y="18"/>
                      <a:pt x="43" y="18"/>
                    </a:cubicBezTo>
                    <a:cubicBezTo>
                      <a:pt x="43" y="18"/>
                      <a:pt x="43" y="18"/>
                      <a:pt x="43" y="18"/>
                    </a:cubicBezTo>
                    <a:lnTo>
                      <a:pt x="43" y="17"/>
                    </a:lnTo>
                    <a:close/>
                    <a:moveTo>
                      <a:pt x="29" y="21"/>
                    </a:moveTo>
                    <a:cubicBezTo>
                      <a:pt x="29" y="21"/>
                      <a:pt x="29" y="21"/>
                      <a:pt x="29" y="21"/>
                    </a:cubicBezTo>
                    <a:cubicBezTo>
                      <a:pt x="27" y="22"/>
                      <a:pt x="27" y="22"/>
                      <a:pt x="27" y="22"/>
                    </a:cubicBezTo>
                    <a:cubicBezTo>
                      <a:pt x="27" y="21"/>
                      <a:pt x="27" y="21"/>
                      <a:pt x="27" y="21"/>
                    </a:cubicBezTo>
                    <a:cubicBezTo>
                      <a:pt x="27" y="20"/>
                      <a:pt x="27" y="20"/>
                      <a:pt x="27" y="20"/>
                    </a:cubicBezTo>
                    <a:cubicBezTo>
                      <a:pt x="27" y="20"/>
                      <a:pt x="27" y="20"/>
                      <a:pt x="27" y="20"/>
                    </a:cubicBezTo>
                    <a:cubicBezTo>
                      <a:pt x="27" y="20"/>
                      <a:pt x="27" y="20"/>
                      <a:pt x="27" y="20"/>
                    </a:cubicBezTo>
                    <a:cubicBezTo>
                      <a:pt x="29" y="20"/>
                      <a:pt x="29" y="20"/>
                      <a:pt x="29" y="20"/>
                    </a:cubicBezTo>
                    <a:cubicBezTo>
                      <a:pt x="29" y="21"/>
                      <a:pt x="29" y="21"/>
                      <a:pt x="29" y="21"/>
                    </a:cubicBezTo>
                    <a:cubicBezTo>
                      <a:pt x="30" y="22"/>
                      <a:pt x="30" y="22"/>
                      <a:pt x="30" y="22"/>
                    </a:cubicBezTo>
                    <a:cubicBezTo>
                      <a:pt x="31" y="22"/>
                      <a:pt x="31" y="22"/>
                      <a:pt x="31" y="22"/>
                    </a:cubicBezTo>
                    <a:lnTo>
                      <a:pt x="29" y="21"/>
                    </a:lnTo>
                    <a:close/>
                    <a:moveTo>
                      <a:pt x="27" y="20"/>
                    </a:moveTo>
                    <a:cubicBezTo>
                      <a:pt x="27" y="20"/>
                      <a:pt x="27" y="20"/>
                      <a:pt x="27" y="20"/>
                    </a:cubicBezTo>
                    <a:cubicBezTo>
                      <a:pt x="28" y="19"/>
                      <a:pt x="28" y="19"/>
                      <a:pt x="28" y="19"/>
                    </a:cubicBezTo>
                    <a:cubicBezTo>
                      <a:pt x="29" y="19"/>
                      <a:pt x="29" y="19"/>
                      <a:pt x="29" y="19"/>
                    </a:cubicBezTo>
                    <a:cubicBezTo>
                      <a:pt x="30" y="20"/>
                      <a:pt x="30" y="20"/>
                      <a:pt x="30" y="20"/>
                    </a:cubicBezTo>
                    <a:cubicBezTo>
                      <a:pt x="30" y="20"/>
                      <a:pt x="30" y="20"/>
                      <a:pt x="30" y="20"/>
                    </a:cubicBezTo>
                    <a:cubicBezTo>
                      <a:pt x="29" y="20"/>
                      <a:pt x="29" y="20"/>
                      <a:pt x="29" y="20"/>
                    </a:cubicBezTo>
                    <a:cubicBezTo>
                      <a:pt x="27" y="20"/>
                      <a:pt x="27" y="20"/>
                      <a:pt x="27" y="20"/>
                    </a:cubicBezTo>
                    <a:close/>
                    <a:moveTo>
                      <a:pt x="32" y="21"/>
                    </a:moveTo>
                    <a:cubicBezTo>
                      <a:pt x="34" y="22"/>
                      <a:pt x="34" y="22"/>
                      <a:pt x="34" y="22"/>
                    </a:cubicBezTo>
                    <a:cubicBezTo>
                      <a:pt x="34" y="22"/>
                      <a:pt x="34" y="22"/>
                      <a:pt x="34" y="22"/>
                    </a:cubicBezTo>
                    <a:cubicBezTo>
                      <a:pt x="33" y="22"/>
                      <a:pt x="33" y="22"/>
                      <a:pt x="33" y="22"/>
                    </a:cubicBezTo>
                    <a:cubicBezTo>
                      <a:pt x="33" y="22"/>
                      <a:pt x="33" y="22"/>
                      <a:pt x="33" y="22"/>
                    </a:cubicBezTo>
                    <a:cubicBezTo>
                      <a:pt x="33" y="22"/>
                      <a:pt x="33" y="22"/>
                      <a:pt x="33" y="22"/>
                    </a:cubicBezTo>
                    <a:cubicBezTo>
                      <a:pt x="31" y="21"/>
                      <a:pt x="31" y="21"/>
                      <a:pt x="31" y="21"/>
                    </a:cubicBezTo>
                    <a:cubicBezTo>
                      <a:pt x="30" y="20"/>
                      <a:pt x="30" y="20"/>
                      <a:pt x="30" y="20"/>
                    </a:cubicBezTo>
                    <a:cubicBezTo>
                      <a:pt x="30" y="20"/>
                      <a:pt x="30" y="20"/>
                      <a:pt x="30" y="20"/>
                    </a:cubicBezTo>
                    <a:cubicBezTo>
                      <a:pt x="31" y="20"/>
                      <a:pt x="31" y="20"/>
                      <a:pt x="31" y="20"/>
                    </a:cubicBezTo>
                    <a:cubicBezTo>
                      <a:pt x="31" y="20"/>
                      <a:pt x="31" y="20"/>
                      <a:pt x="31" y="20"/>
                    </a:cubicBezTo>
                    <a:lnTo>
                      <a:pt x="32" y="21"/>
                    </a:lnTo>
                    <a:close/>
                    <a:moveTo>
                      <a:pt x="32" y="15"/>
                    </a:moveTo>
                    <a:cubicBezTo>
                      <a:pt x="33" y="15"/>
                      <a:pt x="34" y="15"/>
                      <a:pt x="34" y="16"/>
                    </a:cubicBezTo>
                    <a:cubicBezTo>
                      <a:pt x="34" y="18"/>
                      <a:pt x="34" y="18"/>
                      <a:pt x="34" y="18"/>
                    </a:cubicBezTo>
                    <a:cubicBezTo>
                      <a:pt x="33" y="17"/>
                      <a:pt x="33" y="17"/>
                      <a:pt x="33" y="17"/>
                    </a:cubicBezTo>
                    <a:cubicBezTo>
                      <a:pt x="33" y="17"/>
                      <a:pt x="33" y="17"/>
                      <a:pt x="33" y="17"/>
                    </a:cubicBezTo>
                    <a:cubicBezTo>
                      <a:pt x="31" y="18"/>
                      <a:pt x="31" y="18"/>
                      <a:pt x="31" y="18"/>
                    </a:cubicBezTo>
                    <a:cubicBezTo>
                      <a:pt x="31" y="19"/>
                      <a:pt x="31" y="19"/>
                      <a:pt x="31" y="19"/>
                    </a:cubicBezTo>
                    <a:cubicBezTo>
                      <a:pt x="29" y="19"/>
                      <a:pt x="29" y="19"/>
                      <a:pt x="29" y="19"/>
                    </a:cubicBezTo>
                    <a:cubicBezTo>
                      <a:pt x="28" y="19"/>
                      <a:pt x="28" y="19"/>
                      <a:pt x="28" y="19"/>
                    </a:cubicBezTo>
                    <a:cubicBezTo>
                      <a:pt x="28" y="17"/>
                      <a:pt x="28" y="17"/>
                      <a:pt x="28" y="17"/>
                    </a:cubicBezTo>
                    <a:cubicBezTo>
                      <a:pt x="29" y="15"/>
                      <a:pt x="29" y="15"/>
                      <a:pt x="29" y="15"/>
                    </a:cubicBezTo>
                    <a:lnTo>
                      <a:pt x="32" y="15"/>
                    </a:lnTo>
                    <a:close/>
                    <a:moveTo>
                      <a:pt x="28" y="15"/>
                    </a:moveTo>
                    <a:cubicBezTo>
                      <a:pt x="28" y="15"/>
                      <a:pt x="28" y="15"/>
                      <a:pt x="28" y="15"/>
                    </a:cubicBezTo>
                    <a:cubicBezTo>
                      <a:pt x="28" y="15"/>
                      <a:pt x="28" y="15"/>
                      <a:pt x="28" y="15"/>
                    </a:cubicBezTo>
                    <a:close/>
                    <a:moveTo>
                      <a:pt x="22" y="13"/>
                    </a:moveTo>
                    <a:cubicBezTo>
                      <a:pt x="23" y="14"/>
                      <a:pt x="23" y="14"/>
                      <a:pt x="23" y="14"/>
                    </a:cubicBezTo>
                    <a:cubicBezTo>
                      <a:pt x="22" y="14"/>
                      <a:pt x="22" y="14"/>
                      <a:pt x="22" y="14"/>
                    </a:cubicBezTo>
                    <a:lnTo>
                      <a:pt x="22" y="13"/>
                    </a:lnTo>
                    <a:close/>
                    <a:moveTo>
                      <a:pt x="21" y="16"/>
                    </a:moveTo>
                    <a:cubicBezTo>
                      <a:pt x="21" y="16"/>
                      <a:pt x="21" y="16"/>
                      <a:pt x="21" y="16"/>
                    </a:cubicBezTo>
                    <a:cubicBezTo>
                      <a:pt x="20" y="16"/>
                      <a:pt x="20" y="16"/>
                      <a:pt x="20" y="16"/>
                    </a:cubicBezTo>
                    <a:cubicBezTo>
                      <a:pt x="21" y="14"/>
                      <a:pt x="21" y="14"/>
                      <a:pt x="21" y="14"/>
                    </a:cubicBezTo>
                    <a:cubicBezTo>
                      <a:pt x="21" y="14"/>
                      <a:pt x="21" y="14"/>
                      <a:pt x="21" y="14"/>
                    </a:cubicBezTo>
                    <a:cubicBezTo>
                      <a:pt x="22" y="14"/>
                      <a:pt x="22" y="14"/>
                      <a:pt x="22" y="14"/>
                    </a:cubicBezTo>
                    <a:cubicBezTo>
                      <a:pt x="22" y="14"/>
                      <a:pt x="22" y="14"/>
                      <a:pt x="22" y="14"/>
                    </a:cubicBezTo>
                    <a:cubicBezTo>
                      <a:pt x="24" y="14"/>
                      <a:pt x="24" y="14"/>
                      <a:pt x="24" y="14"/>
                    </a:cubicBezTo>
                    <a:cubicBezTo>
                      <a:pt x="25" y="14"/>
                      <a:pt x="25" y="14"/>
                      <a:pt x="25" y="14"/>
                    </a:cubicBezTo>
                    <a:cubicBezTo>
                      <a:pt x="26" y="14"/>
                      <a:pt x="26" y="13"/>
                      <a:pt x="27" y="13"/>
                    </a:cubicBezTo>
                    <a:cubicBezTo>
                      <a:pt x="29" y="15"/>
                      <a:pt x="29" y="15"/>
                      <a:pt x="29" y="15"/>
                    </a:cubicBezTo>
                    <a:cubicBezTo>
                      <a:pt x="29" y="15"/>
                      <a:pt x="29" y="15"/>
                      <a:pt x="29" y="15"/>
                    </a:cubicBezTo>
                    <a:cubicBezTo>
                      <a:pt x="27" y="14"/>
                      <a:pt x="27" y="14"/>
                      <a:pt x="27" y="14"/>
                    </a:cubicBezTo>
                    <a:cubicBezTo>
                      <a:pt x="27" y="14"/>
                      <a:pt x="27" y="14"/>
                      <a:pt x="27" y="14"/>
                    </a:cubicBezTo>
                    <a:cubicBezTo>
                      <a:pt x="26" y="14"/>
                      <a:pt x="26" y="14"/>
                      <a:pt x="26" y="14"/>
                    </a:cubicBezTo>
                    <a:cubicBezTo>
                      <a:pt x="25" y="15"/>
                      <a:pt x="25" y="15"/>
                      <a:pt x="25" y="15"/>
                    </a:cubicBezTo>
                    <a:cubicBezTo>
                      <a:pt x="24" y="15"/>
                      <a:pt x="24" y="15"/>
                      <a:pt x="24" y="15"/>
                    </a:cubicBezTo>
                    <a:cubicBezTo>
                      <a:pt x="23" y="15"/>
                      <a:pt x="23" y="15"/>
                      <a:pt x="23" y="15"/>
                    </a:cubicBezTo>
                    <a:cubicBezTo>
                      <a:pt x="25" y="16"/>
                      <a:pt x="25" y="16"/>
                      <a:pt x="25" y="16"/>
                    </a:cubicBezTo>
                    <a:cubicBezTo>
                      <a:pt x="25" y="16"/>
                      <a:pt x="25" y="16"/>
                      <a:pt x="25" y="16"/>
                    </a:cubicBezTo>
                    <a:cubicBezTo>
                      <a:pt x="24" y="17"/>
                      <a:pt x="24" y="17"/>
                      <a:pt x="24" y="17"/>
                    </a:cubicBezTo>
                    <a:cubicBezTo>
                      <a:pt x="24" y="17"/>
                      <a:pt x="24" y="17"/>
                      <a:pt x="24" y="17"/>
                    </a:cubicBezTo>
                    <a:cubicBezTo>
                      <a:pt x="24" y="18"/>
                      <a:pt x="24" y="18"/>
                      <a:pt x="24" y="18"/>
                    </a:cubicBezTo>
                    <a:cubicBezTo>
                      <a:pt x="24" y="18"/>
                      <a:pt x="24" y="18"/>
                      <a:pt x="24" y="18"/>
                    </a:cubicBezTo>
                    <a:cubicBezTo>
                      <a:pt x="26" y="17"/>
                      <a:pt x="26" y="17"/>
                      <a:pt x="26" y="17"/>
                    </a:cubicBezTo>
                    <a:cubicBezTo>
                      <a:pt x="27" y="18"/>
                      <a:pt x="27" y="18"/>
                      <a:pt x="27" y="18"/>
                    </a:cubicBezTo>
                    <a:cubicBezTo>
                      <a:pt x="28" y="17"/>
                      <a:pt x="28" y="17"/>
                      <a:pt x="28" y="17"/>
                    </a:cubicBezTo>
                    <a:cubicBezTo>
                      <a:pt x="27" y="19"/>
                      <a:pt x="27" y="19"/>
                      <a:pt x="27" y="19"/>
                    </a:cubicBezTo>
                    <a:cubicBezTo>
                      <a:pt x="27" y="19"/>
                      <a:pt x="27" y="19"/>
                      <a:pt x="27" y="19"/>
                    </a:cubicBezTo>
                    <a:cubicBezTo>
                      <a:pt x="26" y="20"/>
                      <a:pt x="26" y="20"/>
                      <a:pt x="26" y="20"/>
                    </a:cubicBezTo>
                    <a:cubicBezTo>
                      <a:pt x="27" y="22"/>
                      <a:pt x="27" y="22"/>
                      <a:pt x="27" y="22"/>
                    </a:cubicBezTo>
                    <a:cubicBezTo>
                      <a:pt x="27" y="23"/>
                      <a:pt x="27" y="23"/>
                      <a:pt x="27" y="23"/>
                    </a:cubicBezTo>
                    <a:cubicBezTo>
                      <a:pt x="27" y="23"/>
                      <a:pt x="27" y="23"/>
                      <a:pt x="27" y="23"/>
                    </a:cubicBezTo>
                    <a:cubicBezTo>
                      <a:pt x="27" y="24"/>
                      <a:pt x="28" y="25"/>
                      <a:pt x="29" y="26"/>
                    </a:cubicBezTo>
                    <a:cubicBezTo>
                      <a:pt x="31" y="27"/>
                      <a:pt x="32" y="29"/>
                      <a:pt x="34" y="30"/>
                    </a:cubicBezTo>
                    <a:cubicBezTo>
                      <a:pt x="35" y="32"/>
                      <a:pt x="35" y="34"/>
                      <a:pt x="36" y="35"/>
                    </a:cubicBezTo>
                    <a:cubicBezTo>
                      <a:pt x="38" y="36"/>
                      <a:pt x="38" y="36"/>
                      <a:pt x="38" y="36"/>
                    </a:cubicBezTo>
                    <a:cubicBezTo>
                      <a:pt x="37" y="36"/>
                      <a:pt x="37" y="36"/>
                      <a:pt x="37" y="36"/>
                    </a:cubicBezTo>
                    <a:cubicBezTo>
                      <a:pt x="37" y="36"/>
                      <a:pt x="37" y="36"/>
                      <a:pt x="37" y="36"/>
                    </a:cubicBezTo>
                    <a:cubicBezTo>
                      <a:pt x="35" y="35"/>
                      <a:pt x="35" y="35"/>
                      <a:pt x="35" y="35"/>
                    </a:cubicBezTo>
                    <a:cubicBezTo>
                      <a:pt x="34" y="34"/>
                      <a:pt x="33" y="34"/>
                      <a:pt x="33" y="34"/>
                    </a:cubicBezTo>
                    <a:cubicBezTo>
                      <a:pt x="31" y="35"/>
                      <a:pt x="31" y="35"/>
                      <a:pt x="31" y="35"/>
                    </a:cubicBezTo>
                    <a:cubicBezTo>
                      <a:pt x="31" y="36"/>
                      <a:pt x="31" y="36"/>
                      <a:pt x="31" y="36"/>
                    </a:cubicBezTo>
                    <a:cubicBezTo>
                      <a:pt x="30" y="35"/>
                      <a:pt x="30" y="35"/>
                      <a:pt x="30" y="35"/>
                    </a:cubicBezTo>
                    <a:cubicBezTo>
                      <a:pt x="29" y="33"/>
                      <a:pt x="29" y="33"/>
                      <a:pt x="29" y="33"/>
                    </a:cubicBezTo>
                    <a:cubicBezTo>
                      <a:pt x="29" y="33"/>
                      <a:pt x="29" y="33"/>
                      <a:pt x="29" y="33"/>
                    </a:cubicBezTo>
                    <a:cubicBezTo>
                      <a:pt x="29" y="33"/>
                      <a:pt x="29" y="33"/>
                      <a:pt x="29" y="33"/>
                    </a:cubicBezTo>
                    <a:cubicBezTo>
                      <a:pt x="28" y="34"/>
                      <a:pt x="28" y="34"/>
                      <a:pt x="28" y="34"/>
                    </a:cubicBezTo>
                    <a:cubicBezTo>
                      <a:pt x="27" y="35"/>
                      <a:pt x="27" y="35"/>
                      <a:pt x="27" y="35"/>
                    </a:cubicBezTo>
                    <a:cubicBezTo>
                      <a:pt x="27" y="35"/>
                      <a:pt x="27" y="35"/>
                      <a:pt x="27" y="35"/>
                    </a:cubicBezTo>
                    <a:cubicBezTo>
                      <a:pt x="27" y="35"/>
                      <a:pt x="27" y="35"/>
                      <a:pt x="27" y="35"/>
                    </a:cubicBezTo>
                    <a:cubicBezTo>
                      <a:pt x="25" y="33"/>
                      <a:pt x="25" y="33"/>
                      <a:pt x="25" y="33"/>
                    </a:cubicBezTo>
                    <a:cubicBezTo>
                      <a:pt x="25" y="33"/>
                      <a:pt x="25" y="33"/>
                      <a:pt x="25" y="33"/>
                    </a:cubicBezTo>
                    <a:cubicBezTo>
                      <a:pt x="25" y="33"/>
                      <a:pt x="25" y="33"/>
                      <a:pt x="25" y="33"/>
                    </a:cubicBezTo>
                    <a:cubicBezTo>
                      <a:pt x="24" y="34"/>
                      <a:pt x="24" y="34"/>
                      <a:pt x="24" y="34"/>
                    </a:cubicBezTo>
                    <a:cubicBezTo>
                      <a:pt x="24" y="35"/>
                      <a:pt x="24" y="35"/>
                      <a:pt x="24" y="35"/>
                    </a:cubicBezTo>
                    <a:cubicBezTo>
                      <a:pt x="23" y="35"/>
                      <a:pt x="23" y="35"/>
                      <a:pt x="23" y="35"/>
                    </a:cubicBezTo>
                    <a:cubicBezTo>
                      <a:pt x="20" y="33"/>
                      <a:pt x="20" y="33"/>
                      <a:pt x="20" y="33"/>
                    </a:cubicBezTo>
                    <a:cubicBezTo>
                      <a:pt x="20" y="32"/>
                      <a:pt x="21" y="32"/>
                      <a:pt x="21" y="31"/>
                    </a:cubicBezTo>
                    <a:cubicBezTo>
                      <a:pt x="21" y="30"/>
                      <a:pt x="21" y="30"/>
                      <a:pt x="21" y="30"/>
                    </a:cubicBezTo>
                    <a:cubicBezTo>
                      <a:pt x="21" y="29"/>
                      <a:pt x="20" y="28"/>
                      <a:pt x="20" y="26"/>
                    </a:cubicBezTo>
                    <a:cubicBezTo>
                      <a:pt x="20" y="26"/>
                      <a:pt x="20" y="26"/>
                      <a:pt x="20" y="26"/>
                    </a:cubicBezTo>
                    <a:cubicBezTo>
                      <a:pt x="20" y="26"/>
                      <a:pt x="20" y="26"/>
                      <a:pt x="20" y="26"/>
                    </a:cubicBezTo>
                    <a:cubicBezTo>
                      <a:pt x="20" y="26"/>
                      <a:pt x="20" y="26"/>
                      <a:pt x="20" y="26"/>
                    </a:cubicBezTo>
                    <a:cubicBezTo>
                      <a:pt x="19" y="25"/>
                      <a:pt x="19" y="25"/>
                      <a:pt x="19" y="25"/>
                    </a:cubicBezTo>
                    <a:cubicBezTo>
                      <a:pt x="19" y="23"/>
                      <a:pt x="19" y="23"/>
                      <a:pt x="19" y="23"/>
                    </a:cubicBezTo>
                    <a:cubicBezTo>
                      <a:pt x="19" y="21"/>
                      <a:pt x="19" y="21"/>
                      <a:pt x="19" y="21"/>
                    </a:cubicBezTo>
                    <a:cubicBezTo>
                      <a:pt x="19" y="18"/>
                      <a:pt x="20" y="17"/>
                      <a:pt x="21" y="16"/>
                    </a:cubicBezTo>
                    <a:moveTo>
                      <a:pt x="20" y="31"/>
                    </a:moveTo>
                    <a:cubicBezTo>
                      <a:pt x="20" y="32"/>
                      <a:pt x="20" y="32"/>
                      <a:pt x="20" y="32"/>
                    </a:cubicBezTo>
                    <a:cubicBezTo>
                      <a:pt x="20" y="32"/>
                      <a:pt x="20" y="32"/>
                      <a:pt x="20" y="32"/>
                    </a:cubicBezTo>
                    <a:cubicBezTo>
                      <a:pt x="17" y="32"/>
                      <a:pt x="17" y="31"/>
                      <a:pt x="17" y="29"/>
                    </a:cubicBezTo>
                    <a:cubicBezTo>
                      <a:pt x="17" y="28"/>
                      <a:pt x="17" y="28"/>
                      <a:pt x="17" y="28"/>
                    </a:cubicBezTo>
                    <a:cubicBezTo>
                      <a:pt x="18" y="28"/>
                      <a:pt x="19" y="27"/>
                      <a:pt x="19" y="27"/>
                    </a:cubicBezTo>
                    <a:cubicBezTo>
                      <a:pt x="20" y="28"/>
                      <a:pt x="20" y="30"/>
                      <a:pt x="20" y="30"/>
                    </a:cubicBezTo>
                    <a:lnTo>
                      <a:pt x="20" y="31"/>
                    </a:lnTo>
                    <a:close/>
                    <a:moveTo>
                      <a:pt x="16" y="18"/>
                    </a:moveTo>
                    <a:cubicBezTo>
                      <a:pt x="16" y="18"/>
                      <a:pt x="16" y="18"/>
                      <a:pt x="16" y="18"/>
                    </a:cubicBezTo>
                    <a:cubicBezTo>
                      <a:pt x="16" y="17"/>
                      <a:pt x="16" y="17"/>
                      <a:pt x="16" y="17"/>
                    </a:cubicBezTo>
                    <a:cubicBezTo>
                      <a:pt x="16" y="16"/>
                      <a:pt x="16" y="16"/>
                      <a:pt x="16" y="16"/>
                    </a:cubicBezTo>
                    <a:cubicBezTo>
                      <a:pt x="17" y="18"/>
                      <a:pt x="17" y="18"/>
                      <a:pt x="17" y="18"/>
                    </a:cubicBezTo>
                    <a:cubicBezTo>
                      <a:pt x="17" y="19"/>
                      <a:pt x="18" y="20"/>
                      <a:pt x="18" y="20"/>
                    </a:cubicBezTo>
                    <a:cubicBezTo>
                      <a:pt x="18" y="20"/>
                      <a:pt x="18" y="20"/>
                      <a:pt x="18" y="20"/>
                    </a:cubicBezTo>
                    <a:cubicBezTo>
                      <a:pt x="18" y="21"/>
                      <a:pt x="18" y="21"/>
                      <a:pt x="18" y="21"/>
                    </a:cubicBezTo>
                    <a:cubicBezTo>
                      <a:pt x="18" y="21"/>
                      <a:pt x="18" y="21"/>
                      <a:pt x="18" y="21"/>
                    </a:cubicBezTo>
                    <a:cubicBezTo>
                      <a:pt x="18" y="22"/>
                      <a:pt x="18" y="22"/>
                      <a:pt x="18" y="22"/>
                    </a:cubicBezTo>
                    <a:cubicBezTo>
                      <a:pt x="18" y="23"/>
                      <a:pt x="18" y="23"/>
                      <a:pt x="18" y="23"/>
                    </a:cubicBezTo>
                    <a:cubicBezTo>
                      <a:pt x="19" y="24"/>
                      <a:pt x="19" y="24"/>
                      <a:pt x="19" y="24"/>
                    </a:cubicBezTo>
                    <a:cubicBezTo>
                      <a:pt x="16" y="22"/>
                      <a:pt x="16" y="22"/>
                      <a:pt x="16" y="22"/>
                    </a:cubicBezTo>
                    <a:cubicBezTo>
                      <a:pt x="16" y="21"/>
                      <a:pt x="16" y="21"/>
                      <a:pt x="16" y="21"/>
                    </a:cubicBezTo>
                    <a:cubicBezTo>
                      <a:pt x="16" y="21"/>
                      <a:pt x="16" y="21"/>
                      <a:pt x="16" y="21"/>
                    </a:cubicBezTo>
                    <a:cubicBezTo>
                      <a:pt x="15" y="20"/>
                      <a:pt x="15" y="20"/>
                      <a:pt x="15" y="20"/>
                    </a:cubicBezTo>
                    <a:lnTo>
                      <a:pt x="16" y="18"/>
                    </a:lnTo>
                    <a:close/>
                    <a:moveTo>
                      <a:pt x="13" y="13"/>
                    </a:moveTo>
                    <a:cubicBezTo>
                      <a:pt x="14" y="13"/>
                      <a:pt x="14" y="13"/>
                      <a:pt x="14" y="13"/>
                    </a:cubicBezTo>
                    <a:cubicBezTo>
                      <a:pt x="14" y="13"/>
                      <a:pt x="14" y="13"/>
                      <a:pt x="14" y="13"/>
                    </a:cubicBezTo>
                    <a:cubicBezTo>
                      <a:pt x="14" y="11"/>
                      <a:pt x="14" y="11"/>
                      <a:pt x="14" y="11"/>
                    </a:cubicBezTo>
                    <a:cubicBezTo>
                      <a:pt x="15" y="12"/>
                      <a:pt x="15" y="16"/>
                      <a:pt x="15" y="17"/>
                    </a:cubicBezTo>
                    <a:cubicBezTo>
                      <a:pt x="15" y="18"/>
                      <a:pt x="15" y="19"/>
                      <a:pt x="15" y="20"/>
                    </a:cubicBezTo>
                    <a:cubicBezTo>
                      <a:pt x="15" y="20"/>
                      <a:pt x="15" y="20"/>
                      <a:pt x="15" y="20"/>
                    </a:cubicBezTo>
                    <a:cubicBezTo>
                      <a:pt x="14" y="18"/>
                      <a:pt x="14" y="18"/>
                      <a:pt x="14" y="18"/>
                    </a:cubicBezTo>
                    <a:cubicBezTo>
                      <a:pt x="13" y="16"/>
                      <a:pt x="13" y="16"/>
                      <a:pt x="13" y="16"/>
                    </a:cubicBezTo>
                    <a:cubicBezTo>
                      <a:pt x="13" y="16"/>
                      <a:pt x="13" y="16"/>
                      <a:pt x="13" y="16"/>
                    </a:cubicBezTo>
                    <a:cubicBezTo>
                      <a:pt x="13" y="16"/>
                      <a:pt x="13" y="16"/>
                      <a:pt x="13" y="16"/>
                    </a:cubicBezTo>
                    <a:cubicBezTo>
                      <a:pt x="13" y="15"/>
                      <a:pt x="13" y="14"/>
                      <a:pt x="13" y="13"/>
                    </a:cubicBezTo>
                    <a:moveTo>
                      <a:pt x="13" y="1"/>
                    </a:moveTo>
                    <a:cubicBezTo>
                      <a:pt x="13" y="2"/>
                      <a:pt x="13" y="5"/>
                      <a:pt x="13" y="8"/>
                    </a:cubicBezTo>
                    <a:cubicBezTo>
                      <a:pt x="13" y="9"/>
                      <a:pt x="13" y="11"/>
                      <a:pt x="13" y="12"/>
                    </a:cubicBezTo>
                    <a:cubicBezTo>
                      <a:pt x="13" y="12"/>
                      <a:pt x="13" y="13"/>
                      <a:pt x="13" y="14"/>
                    </a:cubicBezTo>
                    <a:cubicBezTo>
                      <a:pt x="13" y="14"/>
                      <a:pt x="13" y="14"/>
                      <a:pt x="13" y="14"/>
                    </a:cubicBezTo>
                    <a:cubicBezTo>
                      <a:pt x="12" y="14"/>
                      <a:pt x="11" y="10"/>
                      <a:pt x="11" y="7"/>
                    </a:cubicBezTo>
                    <a:cubicBezTo>
                      <a:pt x="11" y="5"/>
                      <a:pt x="11" y="3"/>
                      <a:pt x="13" y="1"/>
                    </a:cubicBezTo>
                    <a:moveTo>
                      <a:pt x="12" y="2"/>
                    </a:moveTo>
                    <a:cubicBezTo>
                      <a:pt x="11" y="4"/>
                      <a:pt x="10" y="5"/>
                      <a:pt x="10" y="7"/>
                    </a:cubicBezTo>
                    <a:cubicBezTo>
                      <a:pt x="10" y="11"/>
                      <a:pt x="12" y="15"/>
                      <a:pt x="12" y="15"/>
                    </a:cubicBezTo>
                    <a:cubicBezTo>
                      <a:pt x="12" y="15"/>
                      <a:pt x="12" y="15"/>
                      <a:pt x="12" y="15"/>
                    </a:cubicBezTo>
                    <a:cubicBezTo>
                      <a:pt x="12" y="16"/>
                      <a:pt x="12" y="16"/>
                      <a:pt x="12" y="16"/>
                    </a:cubicBezTo>
                    <a:cubicBezTo>
                      <a:pt x="11" y="15"/>
                      <a:pt x="11" y="15"/>
                      <a:pt x="11" y="15"/>
                    </a:cubicBezTo>
                    <a:cubicBezTo>
                      <a:pt x="10" y="12"/>
                      <a:pt x="10" y="12"/>
                      <a:pt x="10" y="12"/>
                    </a:cubicBezTo>
                    <a:cubicBezTo>
                      <a:pt x="9" y="10"/>
                      <a:pt x="9" y="10"/>
                      <a:pt x="9" y="10"/>
                    </a:cubicBezTo>
                    <a:cubicBezTo>
                      <a:pt x="9" y="10"/>
                      <a:pt x="9" y="10"/>
                      <a:pt x="9" y="10"/>
                    </a:cubicBezTo>
                    <a:cubicBezTo>
                      <a:pt x="9" y="10"/>
                      <a:pt x="9" y="10"/>
                      <a:pt x="9" y="10"/>
                    </a:cubicBezTo>
                    <a:cubicBezTo>
                      <a:pt x="9" y="10"/>
                      <a:pt x="9" y="10"/>
                      <a:pt x="9" y="10"/>
                    </a:cubicBezTo>
                    <a:cubicBezTo>
                      <a:pt x="9" y="9"/>
                      <a:pt x="9" y="9"/>
                      <a:pt x="9" y="9"/>
                    </a:cubicBezTo>
                    <a:cubicBezTo>
                      <a:pt x="9" y="7"/>
                      <a:pt x="10" y="4"/>
                      <a:pt x="12" y="2"/>
                    </a:cubicBezTo>
                    <a:moveTo>
                      <a:pt x="9" y="12"/>
                    </a:moveTo>
                    <a:cubicBezTo>
                      <a:pt x="9" y="11"/>
                      <a:pt x="9" y="11"/>
                      <a:pt x="9" y="11"/>
                    </a:cubicBezTo>
                    <a:cubicBezTo>
                      <a:pt x="9" y="13"/>
                      <a:pt x="11" y="16"/>
                      <a:pt x="12" y="17"/>
                    </a:cubicBezTo>
                    <a:cubicBezTo>
                      <a:pt x="11" y="18"/>
                      <a:pt x="11" y="18"/>
                      <a:pt x="11" y="18"/>
                    </a:cubicBezTo>
                    <a:cubicBezTo>
                      <a:pt x="12" y="20"/>
                      <a:pt x="12" y="20"/>
                      <a:pt x="12" y="20"/>
                    </a:cubicBezTo>
                    <a:cubicBezTo>
                      <a:pt x="11" y="20"/>
                      <a:pt x="11" y="20"/>
                      <a:pt x="11" y="20"/>
                    </a:cubicBezTo>
                    <a:cubicBezTo>
                      <a:pt x="10" y="20"/>
                      <a:pt x="9" y="16"/>
                      <a:pt x="9" y="12"/>
                    </a:cubicBezTo>
                    <a:close/>
                    <a:moveTo>
                      <a:pt x="22" y="44"/>
                    </a:moveTo>
                    <a:cubicBezTo>
                      <a:pt x="22" y="41"/>
                      <a:pt x="22" y="41"/>
                      <a:pt x="22" y="41"/>
                    </a:cubicBezTo>
                    <a:cubicBezTo>
                      <a:pt x="23" y="41"/>
                      <a:pt x="23" y="41"/>
                      <a:pt x="23" y="41"/>
                    </a:cubicBezTo>
                    <a:cubicBezTo>
                      <a:pt x="25" y="40"/>
                      <a:pt x="25" y="40"/>
                      <a:pt x="25" y="40"/>
                    </a:cubicBezTo>
                    <a:cubicBezTo>
                      <a:pt x="25" y="41"/>
                      <a:pt x="25" y="41"/>
                      <a:pt x="25" y="41"/>
                    </a:cubicBezTo>
                    <a:cubicBezTo>
                      <a:pt x="26" y="41"/>
                      <a:pt x="26" y="41"/>
                      <a:pt x="26" y="41"/>
                    </a:cubicBezTo>
                    <a:cubicBezTo>
                      <a:pt x="26" y="41"/>
                      <a:pt x="26" y="41"/>
                      <a:pt x="26" y="41"/>
                    </a:cubicBezTo>
                    <a:cubicBezTo>
                      <a:pt x="26" y="41"/>
                      <a:pt x="26" y="41"/>
                      <a:pt x="26" y="41"/>
                    </a:cubicBezTo>
                    <a:cubicBezTo>
                      <a:pt x="26" y="41"/>
                      <a:pt x="26" y="41"/>
                      <a:pt x="26" y="41"/>
                    </a:cubicBezTo>
                    <a:cubicBezTo>
                      <a:pt x="25" y="42"/>
                      <a:pt x="24" y="43"/>
                      <a:pt x="22" y="44"/>
                    </a:cubicBezTo>
                    <a:moveTo>
                      <a:pt x="22" y="44"/>
                    </a:moveTo>
                    <a:cubicBezTo>
                      <a:pt x="19" y="48"/>
                      <a:pt x="19" y="48"/>
                      <a:pt x="19" y="48"/>
                    </a:cubicBezTo>
                    <a:cubicBezTo>
                      <a:pt x="20" y="47"/>
                      <a:pt x="20" y="47"/>
                      <a:pt x="20" y="47"/>
                    </a:cubicBezTo>
                    <a:cubicBezTo>
                      <a:pt x="20" y="46"/>
                      <a:pt x="20" y="45"/>
                      <a:pt x="20" y="44"/>
                    </a:cubicBezTo>
                    <a:cubicBezTo>
                      <a:pt x="20" y="44"/>
                      <a:pt x="20" y="44"/>
                      <a:pt x="20" y="44"/>
                    </a:cubicBezTo>
                    <a:cubicBezTo>
                      <a:pt x="21" y="44"/>
                      <a:pt x="21" y="44"/>
                      <a:pt x="21" y="44"/>
                    </a:cubicBezTo>
                    <a:lnTo>
                      <a:pt x="22" y="44"/>
                    </a:lnTo>
                    <a:close/>
                    <a:moveTo>
                      <a:pt x="21" y="44"/>
                    </a:moveTo>
                    <a:cubicBezTo>
                      <a:pt x="20" y="42"/>
                      <a:pt x="20" y="42"/>
                      <a:pt x="20" y="42"/>
                    </a:cubicBezTo>
                    <a:cubicBezTo>
                      <a:pt x="20" y="42"/>
                      <a:pt x="20" y="42"/>
                      <a:pt x="20" y="42"/>
                    </a:cubicBezTo>
                    <a:cubicBezTo>
                      <a:pt x="22" y="41"/>
                      <a:pt x="22" y="41"/>
                      <a:pt x="22" y="41"/>
                    </a:cubicBezTo>
                    <a:lnTo>
                      <a:pt x="21" y="44"/>
                    </a:lnTo>
                    <a:close/>
                    <a:moveTo>
                      <a:pt x="20" y="44"/>
                    </a:moveTo>
                    <a:cubicBezTo>
                      <a:pt x="20" y="44"/>
                      <a:pt x="20" y="44"/>
                      <a:pt x="20" y="44"/>
                    </a:cubicBezTo>
                    <a:cubicBezTo>
                      <a:pt x="20" y="44"/>
                      <a:pt x="18" y="45"/>
                      <a:pt x="16" y="45"/>
                    </a:cubicBezTo>
                    <a:cubicBezTo>
                      <a:pt x="18" y="45"/>
                      <a:pt x="18" y="43"/>
                      <a:pt x="18" y="42"/>
                    </a:cubicBezTo>
                    <a:cubicBezTo>
                      <a:pt x="20" y="42"/>
                      <a:pt x="20" y="42"/>
                      <a:pt x="20" y="42"/>
                    </a:cubicBezTo>
                    <a:lnTo>
                      <a:pt x="20" y="44"/>
                    </a:lnTo>
                    <a:close/>
                    <a:moveTo>
                      <a:pt x="11" y="34"/>
                    </a:moveTo>
                    <a:cubicBezTo>
                      <a:pt x="11" y="34"/>
                      <a:pt x="11" y="34"/>
                      <a:pt x="11" y="34"/>
                    </a:cubicBezTo>
                    <a:cubicBezTo>
                      <a:pt x="11" y="34"/>
                      <a:pt x="11" y="34"/>
                      <a:pt x="11" y="34"/>
                    </a:cubicBezTo>
                    <a:cubicBezTo>
                      <a:pt x="11" y="34"/>
                      <a:pt x="11" y="34"/>
                      <a:pt x="11" y="34"/>
                    </a:cubicBezTo>
                    <a:cubicBezTo>
                      <a:pt x="11" y="34"/>
                      <a:pt x="11" y="34"/>
                      <a:pt x="11" y="34"/>
                    </a:cubicBezTo>
                    <a:cubicBezTo>
                      <a:pt x="10" y="34"/>
                      <a:pt x="10" y="34"/>
                      <a:pt x="10" y="34"/>
                    </a:cubicBezTo>
                    <a:cubicBezTo>
                      <a:pt x="10" y="34"/>
                      <a:pt x="10" y="34"/>
                      <a:pt x="10" y="34"/>
                    </a:cubicBezTo>
                    <a:cubicBezTo>
                      <a:pt x="12" y="32"/>
                      <a:pt x="12" y="32"/>
                      <a:pt x="12" y="32"/>
                    </a:cubicBezTo>
                    <a:cubicBezTo>
                      <a:pt x="11" y="34"/>
                      <a:pt x="11" y="34"/>
                      <a:pt x="11" y="34"/>
                    </a:cubicBezTo>
                    <a:cubicBezTo>
                      <a:pt x="11" y="34"/>
                      <a:pt x="11" y="34"/>
                      <a:pt x="11" y="34"/>
                    </a:cubicBezTo>
                    <a:close/>
                    <a:moveTo>
                      <a:pt x="11" y="38"/>
                    </a:moveTo>
                    <a:cubicBezTo>
                      <a:pt x="12" y="39"/>
                      <a:pt x="13" y="39"/>
                      <a:pt x="14" y="39"/>
                    </a:cubicBezTo>
                    <a:cubicBezTo>
                      <a:pt x="13" y="40"/>
                      <a:pt x="13" y="40"/>
                      <a:pt x="13" y="40"/>
                    </a:cubicBezTo>
                    <a:cubicBezTo>
                      <a:pt x="11" y="42"/>
                      <a:pt x="11" y="42"/>
                      <a:pt x="11" y="42"/>
                    </a:cubicBezTo>
                    <a:cubicBezTo>
                      <a:pt x="11" y="41"/>
                      <a:pt x="11" y="39"/>
                      <a:pt x="11" y="38"/>
                    </a:cubicBezTo>
                    <a:moveTo>
                      <a:pt x="14" y="40"/>
                    </a:moveTo>
                    <a:cubicBezTo>
                      <a:pt x="15" y="41"/>
                      <a:pt x="15" y="42"/>
                      <a:pt x="15" y="42"/>
                    </a:cubicBezTo>
                    <a:cubicBezTo>
                      <a:pt x="15" y="42"/>
                      <a:pt x="15" y="42"/>
                      <a:pt x="15" y="42"/>
                    </a:cubicBezTo>
                    <a:cubicBezTo>
                      <a:pt x="15" y="42"/>
                      <a:pt x="15" y="42"/>
                      <a:pt x="15" y="42"/>
                    </a:cubicBezTo>
                    <a:cubicBezTo>
                      <a:pt x="16" y="42"/>
                      <a:pt x="17" y="42"/>
                      <a:pt x="18" y="42"/>
                    </a:cubicBezTo>
                    <a:cubicBezTo>
                      <a:pt x="18" y="43"/>
                      <a:pt x="17" y="45"/>
                      <a:pt x="15" y="45"/>
                    </a:cubicBezTo>
                    <a:cubicBezTo>
                      <a:pt x="15" y="45"/>
                      <a:pt x="15" y="43"/>
                      <a:pt x="15" y="42"/>
                    </a:cubicBezTo>
                    <a:cubicBezTo>
                      <a:pt x="15" y="42"/>
                      <a:pt x="15" y="42"/>
                      <a:pt x="15" y="42"/>
                    </a:cubicBezTo>
                    <a:cubicBezTo>
                      <a:pt x="14" y="42"/>
                      <a:pt x="14" y="42"/>
                      <a:pt x="14" y="42"/>
                    </a:cubicBezTo>
                    <a:cubicBezTo>
                      <a:pt x="13" y="43"/>
                      <a:pt x="13" y="43"/>
                      <a:pt x="13" y="43"/>
                    </a:cubicBezTo>
                    <a:cubicBezTo>
                      <a:pt x="11" y="42"/>
                      <a:pt x="11" y="42"/>
                      <a:pt x="11" y="42"/>
                    </a:cubicBezTo>
                    <a:cubicBezTo>
                      <a:pt x="13" y="42"/>
                      <a:pt x="14" y="40"/>
                      <a:pt x="14" y="40"/>
                    </a:cubicBezTo>
                    <a:moveTo>
                      <a:pt x="12" y="44"/>
                    </a:moveTo>
                    <a:cubicBezTo>
                      <a:pt x="12" y="43"/>
                      <a:pt x="12" y="43"/>
                      <a:pt x="12" y="43"/>
                    </a:cubicBezTo>
                    <a:cubicBezTo>
                      <a:pt x="13" y="43"/>
                      <a:pt x="13" y="43"/>
                      <a:pt x="13" y="43"/>
                    </a:cubicBezTo>
                    <a:cubicBezTo>
                      <a:pt x="14" y="43"/>
                      <a:pt x="14" y="43"/>
                      <a:pt x="14" y="43"/>
                    </a:cubicBezTo>
                    <a:cubicBezTo>
                      <a:pt x="14" y="44"/>
                      <a:pt x="14" y="45"/>
                      <a:pt x="14" y="46"/>
                    </a:cubicBezTo>
                    <a:cubicBezTo>
                      <a:pt x="14" y="46"/>
                      <a:pt x="14" y="46"/>
                      <a:pt x="14" y="46"/>
                    </a:cubicBezTo>
                    <a:cubicBezTo>
                      <a:pt x="14" y="46"/>
                      <a:pt x="14" y="46"/>
                      <a:pt x="14" y="46"/>
                    </a:cubicBezTo>
                    <a:cubicBezTo>
                      <a:pt x="14" y="46"/>
                      <a:pt x="14" y="46"/>
                      <a:pt x="14" y="46"/>
                    </a:cubicBezTo>
                    <a:cubicBezTo>
                      <a:pt x="15" y="46"/>
                      <a:pt x="15" y="46"/>
                      <a:pt x="15" y="46"/>
                    </a:cubicBezTo>
                    <a:cubicBezTo>
                      <a:pt x="16" y="46"/>
                      <a:pt x="16" y="46"/>
                      <a:pt x="16" y="46"/>
                    </a:cubicBezTo>
                    <a:cubicBezTo>
                      <a:pt x="16" y="47"/>
                      <a:pt x="16" y="47"/>
                      <a:pt x="16" y="47"/>
                    </a:cubicBezTo>
                    <a:cubicBezTo>
                      <a:pt x="16" y="48"/>
                      <a:pt x="16" y="48"/>
                      <a:pt x="15" y="50"/>
                    </a:cubicBezTo>
                    <a:cubicBezTo>
                      <a:pt x="15" y="52"/>
                      <a:pt x="12" y="54"/>
                      <a:pt x="11" y="55"/>
                    </a:cubicBezTo>
                    <a:cubicBezTo>
                      <a:pt x="9" y="57"/>
                      <a:pt x="9" y="58"/>
                      <a:pt x="8" y="60"/>
                    </a:cubicBezTo>
                    <a:cubicBezTo>
                      <a:pt x="7" y="61"/>
                      <a:pt x="7" y="61"/>
                      <a:pt x="7" y="61"/>
                    </a:cubicBezTo>
                    <a:cubicBezTo>
                      <a:pt x="7" y="61"/>
                      <a:pt x="7" y="61"/>
                      <a:pt x="7" y="61"/>
                    </a:cubicBezTo>
                    <a:cubicBezTo>
                      <a:pt x="7" y="61"/>
                      <a:pt x="7" y="61"/>
                      <a:pt x="7" y="61"/>
                    </a:cubicBezTo>
                    <a:cubicBezTo>
                      <a:pt x="5" y="61"/>
                      <a:pt x="5" y="59"/>
                      <a:pt x="5" y="59"/>
                    </a:cubicBezTo>
                    <a:cubicBezTo>
                      <a:pt x="5" y="58"/>
                      <a:pt x="5" y="58"/>
                      <a:pt x="5" y="58"/>
                    </a:cubicBezTo>
                    <a:cubicBezTo>
                      <a:pt x="5" y="54"/>
                      <a:pt x="10" y="52"/>
                      <a:pt x="12" y="44"/>
                    </a:cubicBezTo>
                    <a:moveTo>
                      <a:pt x="18" y="42"/>
                    </a:moveTo>
                    <a:cubicBezTo>
                      <a:pt x="16" y="42"/>
                      <a:pt x="16" y="42"/>
                      <a:pt x="16" y="42"/>
                    </a:cubicBezTo>
                    <a:cubicBezTo>
                      <a:pt x="17" y="41"/>
                      <a:pt x="18" y="40"/>
                      <a:pt x="18" y="39"/>
                    </a:cubicBezTo>
                    <a:cubicBezTo>
                      <a:pt x="18" y="40"/>
                      <a:pt x="18" y="40"/>
                      <a:pt x="18" y="40"/>
                    </a:cubicBezTo>
                    <a:cubicBezTo>
                      <a:pt x="19" y="42"/>
                      <a:pt x="19" y="42"/>
                      <a:pt x="19" y="42"/>
                    </a:cubicBezTo>
                    <a:lnTo>
                      <a:pt x="18" y="42"/>
                    </a:lnTo>
                    <a:close/>
                    <a:moveTo>
                      <a:pt x="15" y="41"/>
                    </a:moveTo>
                    <a:cubicBezTo>
                      <a:pt x="15" y="39"/>
                      <a:pt x="15" y="39"/>
                      <a:pt x="15" y="39"/>
                    </a:cubicBezTo>
                    <a:cubicBezTo>
                      <a:pt x="15" y="39"/>
                      <a:pt x="15" y="39"/>
                      <a:pt x="15" y="39"/>
                    </a:cubicBezTo>
                    <a:cubicBezTo>
                      <a:pt x="15" y="39"/>
                      <a:pt x="15" y="39"/>
                      <a:pt x="15" y="39"/>
                    </a:cubicBezTo>
                    <a:cubicBezTo>
                      <a:pt x="15" y="39"/>
                      <a:pt x="15" y="39"/>
                      <a:pt x="15" y="39"/>
                    </a:cubicBezTo>
                    <a:cubicBezTo>
                      <a:pt x="15" y="39"/>
                      <a:pt x="13" y="39"/>
                      <a:pt x="12" y="38"/>
                    </a:cubicBezTo>
                    <a:cubicBezTo>
                      <a:pt x="14" y="36"/>
                      <a:pt x="14" y="36"/>
                      <a:pt x="14" y="36"/>
                    </a:cubicBezTo>
                    <a:cubicBezTo>
                      <a:pt x="14" y="38"/>
                      <a:pt x="14" y="38"/>
                      <a:pt x="14" y="38"/>
                    </a:cubicBezTo>
                    <a:cubicBezTo>
                      <a:pt x="14" y="38"/>
                      <a:pt x="14" y="38"/>
                      <a:pt x="14" y="38"/>
                    </a:cubicBezTo>
                    <a:cubicBezTo>
                      <a:pt x="14" y="38"/>
                      <a:pt x="14" y="38"/>
                      <a:pt x="14" y="38"/>
                    </a:cubicBezTo>
                    <a:cubicBezTo>
                      <a:pt x="14" y="38"/>
                      <a:pt x="15" y="38"/>
                      <a:pt x="16" y="38"/>
                    </a:cubicBezTo>
                    <a:cubicBezTo>
                      <a:pt x="17" y="39"/>
                      <a:pt x="17" y="39"/>
                      <a:pt x="17" y="39"/>
                    </a:cubicBezTo>
                    <a:cubicBezTo>
                      <a:pt x="17" y="39"/>
                      <a:pt x="17" y="39"/>
                      <a:pt x="17" y="39"/>
                    </a:cubicBezTo>
                    <a:cubicBezTo>
                      <a:pt x="17" y="39"/>
                      <a:pt x="17" y="41"/>
                      <a:pt x="15" y="41"/>
                    </a:cubicBezTo>
                    <a:moveTo>
                      <a:pt x="14" y="35"/>
                    </a:moveTo>
                    <a:cubicBezTo>
                      <a:pt x="14" y="35"/>
                      <a:pt x="14" y="35"/>
                      <a:pt x="14" y="35"/>
                    </a:cubicBezTo>
                    <a:cubicBezTo>
                      <a:pt x="14" y="36"/>
                      <a:pt x="14" y="36"/>
                      <a:pt x="14" y="36"/>
                    </a:cubicBezTo>
                    <a:cubicBezTo>
                      <a:pt x="14" y="36"/>
                      <a:pt x="12" y="37"/>
                      <a:pt x="11" y="38"/>
                    </a:cubicBezTo>
                    <a:cubicBezTo>
                      <a:pt x="11" y="36"/>
                      <a:pt x="11" y="36"/>
                      <a:pt x="11" y="36"/>
                    </a:cubicBezTo>
                    <a:cubicBezTo>
                      <a:pt x="11" y="36"/>
                      <a:pt x="11" y="36"/>
                      <a:pt x="11" y="36"/>
                    </a:cubicBezTo>
                    <a:cubicBezTo>
                      <a:pt x="11" y="34"/>
                      <a:pt x="11" y="34"/>
                      <a:pt x="11" y="34"/>
                    </a:cubicBezTo>
                    <a:cubicBezTo>
                      <a:pt x="11" y="34"/>
                      <a:pt x="11" y="34"/>
                      <a:pt x="11" y="34"/>
                    </a:cubicBezTo>
                    <a:cubicBezTo>
                      <a:pt x="11" y="34"/>
                      <a:pt x="11" y="34"/>
                      <a:pt x="11" y="34"/>
                    </a:cubicBezTo>
                    <a:cubicBezTo>
                      <a:pt x="12" y="34"/>
                      <a:pt x="12" y="34"/>
                      <a:pt x="12" y="34"/>
                    </a:cubicBezTo>
                    <a:cubicBezTo>
                      <a:pt x="12" y="35"/>
                      <a:pt x="12" y="35"/>
                      <a:pt x="12" y="35"/>
                    </a:cubicBezTo>
                    <a:cubicBezTo>
                      <a:pt x="12" y="35"/>
                      <a:pt x="12" y="35"/>
                      <a:pt x="12" y="35"/>
                    </a:cubicBezTo>
                    <a:cubicBezTo>
                      <a:pt x="13" y="35"/>
                      <a:pt x="13" y="35"/>
                      <a:pt x="13" y="35"/>
                    </a:cubicBezTo>
                    <a:cubicBezTo>
                      <a:pt x="14" y="35"/>
                      <a:pt x="14" y="35"/>
                      <a:pt x="14" y="35"/>
                    </a:cubicBezTo>
                    <a:close/>
                    <a:moveTo>
                      <a:pt x="9" y="34"/>
                    </a:moveTo>
                    <a:cubicBezTo>
                      <a:pt x="9" y="32"/>
                      <a:pt x="9" y="32"/>
                      <a:pt x="9" y="32"/>
                    </a:cubicBezTo>
                    <a:cubicBezTo>
                      <a:pt x="10" y="31"/>
                      <a:pt x="10" y="31"/>
                      <a:pt x="10" y="31"/>
                    </a:cubicBezTo>
                    <a:cubicBezTo>
                      <a:pt x="10" y="30"/>
                      <a:pt x="10" y="30"/>
                      <a:pt x="10" y="30"/>
                    </a:cubicBezTo>
                    <a:cubicBezTo>
                      <a:pt x="9" y="30"/>
                      <a:pt x="9" y="30"/>
                      <a:pt x="9" y="30"/>
                    </a:cubicBezTo>
                    <a:cubicBezTo>
                      <a:pt x="8" y="29"/>
                      <a:pt x="8" y="29"/>
                      <a:pt x="8" y="29"/>
                    </a:cubicBezTo>
                    <a:cubicBezTo>
                      <a:pt x="8" y="28"/>
                      <a:pt x="8" y="28"/>
                      <a:pt x="8" y="28"/>
                    </a:cubicBezTo>
                    <a:cubicBezTo>
                      <a:pt x="10" y="28"/>
                      <a:pt x="10" y="28"/>
                      <a:pt x="10" y="28"/>
                    </a:cubicBezTo>
                    <a:cubicBezTo>
                      <a:pt x="10" y="29"/>
                      <a:pt x="10" y="30"/>
                      <a:pt x="10" y="30"/>
                    </a:cubicBezTo>
                    <a:cubicBezTo>
                      <a:pt x="10" y="30"/>
                      <a:pt x="10" y="30"/>
                      <a:pt x="10" y="30"/>
                    </a:cubicBezTo>
                    <a:cubicBezTo>
                      <a:pt x="10" y="30"/>
                      <a:pt x="10" y="30"/>
                      <a:pt x="10" y="30"/>
                    </a:cubicBezTo>
                    <a:cubicBezTo>
                      <a:pt x="12" y="32"/>
                      <a:pt x="12" y="32"/>
                      <a:pt x="12" y="32"/>
                    </a:cubicBezTo>
                    <a:lnTo>
                      <a:pt x="9" y="34"/>
                    </a:lnTo>
                    <a:close/>
                    <a:moveTo>
                      <a:pt x="10" y="27"/>
                    </a:moveTo>
                    <a:cubicBezTo>
                      <a:pt x="10" y="27"/>
                      <a:pt x="8" y="27"/>
                      <a:pt x="7" y="28"/>
                    </a:cubicBezTo>
                    <a:cubicBezTo>
                      <a:pt x="8" y="27"/>
                      <a:pt x="8" y="27"/>
                      <a:pt x="8" y="27"/>
                    </a:cubicBezTo>
                    <a:cubicBezTo>
                      <a:pt x="9" y="25"/>
                      <a:pt x="9" y="25"/>
                      <a:pt x="9" y="25"/>
                    </a:cubicBezTo>
                    <a:cubicBezTo>
                      <a:pt x="9" y="25"/>
                      <a:pt x="9" y="25"/>
                      <a:pt x="9" y="25"/>
                    </a:cubicBezTo>
                    <a:cubicBezTo>
                      <a:pt x="9" y="25"/>
                      <a:pt x="9" y="25"/>
                      <a:pt x="9" y="25"/>
                    </a:cubicBezTo>
                    <a:cubicBezTo>
                      <a:pt x="10" y="27"/>
                      <a:pt x="10" y="27"/>
                      <a:pt x="10" y="27"/>
                    </a:cubicBezTo>
                    <a:close/>
                    <a:moveTo>
                      <a:pt x="9" y="25"/>
                    </a:moveTo>
                    <a:cubicBezTo>
                      <a:pt x="9" y="25"/>
                      <a:pt x="9" y="25"/>
                      <a:pt x="9" y="25"/>
                    </a:cubicBezTo>
                    <a:cubicBezTo>
                      <a:pt x="9" y="25"/>
                      <a:pt x="9" y="25"/>
                      <a:pt x="9" y="25"/>
                    </a:cubicBezTo>
                    <a:cubicBezTo>
                      <a:pt x="9" y="25"/>
                      <a:pt x="9" y="25"/>
                      <a:pt x="9" y="25"/>
                    </a:cubicBezTo>
                    <a:cubicBezTo>
                      <a:pt x="9" y="25"/>
                      <a:pt x="9" y="25"/>
                      <a:pt x="9" y="25"/>
                    </a:cubicBezTo>
                    <a:cubicBezTo>
                      <a:pt x="8" y="25"/>
                      <a:pt x="7" y="24"/>
                      <a:pt x="7" y="23"/>
                    </a:cubicBezTo>
                    <a:cubicBezTo>
                      <a:pt x="8" y="23"/>
                      <a:pt x="8" y="23"/>
                      <a:pt x="8" y="23"/>
                    </a:cubicBezTo>
                    <a:cubicBezTo>
                      <a:pt x="10" y="23"/>
                      <a:pt x="10" y="23"/>
                      <a:pt x="10" y="23"/>
                    </a:cubicBezTo>
                    <a:cubicBezTo>
                      <a:pt x="10" y="23"/>
                      <a:pt x="10" y="23"/>
                      <a:pt x="10" y="23"/>
                    </a:cubicBezTo>
                    <a:cubicBezTo>
                      <a:pt x="9" y="25"/>
                      <a:pt x="9" y="25"/>
                      <a:pt x="9" y="25"/>
                    </a:cubicBezTo>
                    <a:close/>
                    <a:moveTo>
                      <a:pt x="10" y="23"/>
                    </a:moveTo>
                    <a:cubicBezTo>
                      <a:pt x="10" y="22"/>
                      <a:pt x="9" y="22"/>
                      <a:pt x="8" y="22"/>
                    </a:cubicBezTo>
                    <a:cubicBezTo>
                      <a:pt x="10" y="21"/>
                      <a:pt x="10" y="21"/>
                      <a:pt x="10" y="21"/>
                    </a:cubicBezTo>
                    <a:cubicBezTo>
                      <a:pt x="10" y="21"/>
                      <a:pt x="10" y="21"/>
                      <a:pt x="10" y="21"/>
                    </a:cubicBezTo>
                    <a:lnTo>
                      <a:pt x="10" y="23"/>
                    </a:lnTo>
                    <a:close/>
                    <a:moveTo>
                      <a:pt x="3" y="3"/>
                    </a:moveTo>
                    <a:cubicBezTo>
                      <a:pt x="4" y="5"/>
                      <a:pt x="7" y="10"/>
                      <a:pt x="8" y="12"/>
                    </a:cubicBezTo>
                    <a:cubicBezTo>
                      <a:pt x="8" y="13"/>
                      <a:pt x="8" y="14"/>
                      <a:pt x="8" y="15"/>
                    </a:cubicBezTo>
                    <a:cubicBezTo>
                      <a:pt x="7" y="13"/>
                      <a:pt x="3" y="7"/>
                      <a:pt x="3" y="3"/>
                    </a:cubicBezTo>
                    <a:close/>
                    <a:moveTo>
                      <a:pt x="2" y="2"/>
                    </a:moveTo>
                    <a:cubicBezTo>
                      <a:pt x="3" y="3"/>
                      <a:pt x="3" y="3"/>
                      <a:pt x="3" y="3"/>
                    </a:cubicBezTo>
                    <a:cubicBezTo>
                      <a:pt x="2" y="2"/>
                      <a:pt x="2" y="2"/>
                      <a:pt x="2" y="2"/>
                    </a:cubicBezTo>
                    <a:close/>
                    <a:moveTo>
                      <a:pt x="2" y="5"/>
                    </a:moveTo>
                    <a:cubicBezTo>
                      <a:pt x="2" y="3"/>
                      <a:pt x="2" y="3"/>
                      <a:pt x="2" y="3"/>
                    </a:cubicBezTo>
                    <a:cubicBezTo>
                      <a:pt x="2" y="3"/>
                      <a:pt x="2" y="3"/>
                      <a:pt x="2" y="3"/>
                    </a:cubicBezTo>
                    <a:cubicBezTo>
                      <a:pt x="2" y="9"/>
                      <a:pt x="9" y="16"/>
                      <a:pt x="9" y="16"/>
                    </a:cubicBezTo>
                    <a:cubicBezTo>
                      <a:pt x="9" y="17"/>
                      <a:pt x="9" y="19"/>
                      <a:pt x="10" y="20"/>
                    </a:cubicBezTo>
                    <a:cubicBezTo>
                      <a:pt x="9" y="19"/>
                      <a:pt x="8" y="18"/>
                      <a:pt x="7" y="16"/>
                    </a:cubicBezTo>
                    <a:cubicBezTo>
                      <a:pt x="6" y="16"/>
                      <a:pt x="6" y="16"/>
                      <a:pt x="6" y="16"/>
                    </a:cubicBezTo>
                    <a:cubicBezTo>
                      <a:pt x="6" y="16"/>
                      <a:pt x="2" y="10"/>
                      <a:pt x="2" y="5"/>
                    </a:cubicBezTo>
                    <a:moveTo>
                      <a:pt x="6" y="16"/>
                    </a:moveTo>
                    <a:cubicBezTo>
                      <a:pt x="7" y="18"/>
                      <a:pt x="9" y="20"/>
                      <a:pt x="10" y="20"/>
                    </a:cubicBezTo>
                    <a:cubicBezTo>
                      <a:pt x="9" y="21"/>
                      <a:pt x="9" y="21"/>
                      <a:pt x="9" y="21"/>
                    </a:cubicBezTo>
                    <a:cubicBezTo>
                      <a:pt x="8" y="21"/>
                      <a:pt x="7" y="19"/>
                      <a:pt x="6" y="18"/>
                    </a:cubicBezTo>
                    <a:cubicBezTo>
                      <a:pt x="4" y="17"/>
                      <a:pt x="3" y="15"/>
                      <a:pt x="2" y="13"/>
                    </a:cubicBezTo>
                    <a:cubicBezTo>
                      <a:pt x="3" y="14"/>
                      <a:pt x="5" y="16"/>
                      <a:pt x="6" y="16"/>
                    </a:cubicBezTo>
                    <a:moveTo>
                      <a:pt x="6" y="22"/>
                    </a:moveTo>
                    <a:cubicBezTo>
                      <a:pt x="6" y="22"/>
                      <a:pt x="6" y="22"/>
                      <a:pt x="6" y="22"/>
                    </a:cubicBezTo>
                    <a:cubicBezTo>
                      <a:pt x="6" y="22"/>
                      <a:pt x="1" y="18"/>
                      <a:pt x="1" y="14"/>
                    </a:cubicBezTo>
                    <a:cubicBezTo>
                      <a:pt x="2" y="14"/>
                      <a:pt x="2" y="14"/>
                      <a:pt x="2" y="14"/>
                    </a:cubicBezTo>
                    <a:cubicBezTo>
                      <a:pt x="3" y="17"/>
                      <a:pt x="7" y="20"/>
                      <a:pt x="8" y="21"/>
                    </a:cubicBezTo>
                    <a:cubicBezTo>
                      <a:pt x="7" y="22"/>
                      <a:pt x="7" y="22"/>
                      <a:pt x="7" y="22"/>
                    </a:cubicBezTo>
                    <a:cubicBezTo>
                      <a:pt x="6" y="22"/>
                      <a:pt x="6" y="22"/>
                      <a:pt x="6" y="22"/>
                    </a:cubicBezTo>
                    <a:cubicBezTo>
                      <a:pt x="7" y="22"/>
                      <a:pt x="7" y="22"/>
                      <a:pt x="7" y="22"/>
                    </a:cubicBezTo>
                    <a:cubicBezTo>
                      <a:pt x="7" y="24"/>
                      <a:pt x="8" y="25"/>
                      <a:pt x="8" y="25"/>
                    </a:cubicBezTo>
                    <a:cubicBezTo>
                      <a:pt x="8" y="26"/>
                      <a:pt x="8" y="26"/>
                      <a:pt x="8" y="26"/>
                    </a:cubicBezTo>
                    <a:cubicBezTo>
                      <a:pt x="8" y="25"/>
                      <a:pt x="6" y="25"/>
                      <a:pt x="5" y="24"/>
                    </a:cubicBezTo>
                    <a:cubicBezTo>
                      <a:pt x="4" y="23"/>
                      <a:pt x="3" y="22"/>
                      <a:pt x="2" y="21"/>
                    </a:cubicBezTo>
                    <a:cubicBezTo>
                      <a:pt x="3" y="21"/>
                      <a:pt x="5" y="21"/>
                      <a:pt x="6" y="22"/>
                    </a:cubicBezTo>
                    <a:moveTo>
                      <a:pt x="4" y="26"/>
                    </a:moveTo>
                    <a:cubicBezTo>
                      <a:pt x="3" y="25"/>
                      <a:pt x="2" y="23"/>
                      <a:pt x="2" y="22"/>
                    </a:cubicBezTo>
                    <a:cubicBezTo>
                      <a:pt x="3" y="24"/>
                      <a:pt x="7" y="26"/>
                      <a:pt x="8" y="26"/>
                    </a:cubicBezTo>
                    <a:cubicBezTo>
                      <a:pt x="7" y="28"/>
                      <a:pt x="7" y="28"/>
                      <a:pt x="7" y="28"/>
                    </a:cubicBezTo>
                    <a:cubicBezTo>
                      <a:pt x="7" y="28"/>
                      <a:pt x="7" y="28"/>
                      <a:pt x="7" y="28"/>
                    </a:cubicBezTo>
                    <a:cubicBezTo>
                      <a:pt x="6" y="28"/>
                      <a:pt x="6" y="28"/>
                      <a:pt x="6" y="28"/>
                    </a:cubicBezTo>
                    <a:cubicBezTo>
                      <a:pt x="6" y="28"/>
                      <a:pt x="5" y="27"/>
                      <a:pt x="4" y="26"/>
                    </a:cubicBezTo>
                    <a:moveTo>
                      <a:pt x="4" y="29"/>
                    </a:moveTo>
                    <a:cubicBezTo>
                      <a:pt x="4" y="29"/>
                      <a:pt x="5" y="28"/>
                      <a:pt x="6" y="28"/>
                    </a:cubicBezTo>
                    <a:cubicBezTo>
                      <a:pt x="6" y="28"/>
                      <a:pt x="6" y="28"/>
                      <a:pt x="6" y="28"/>
                    </a:cubicBezTo>
                    <a:cubicBezTo>
                      <a:pt x="6" y="28"/>
                      <a:pt x="6" y="28"/>
                      <a:pt x="6" y="28"/>
                    </a:cubicBezTo>
                    <a:cubicBezTo>
                      <a:pt x="6" y="29"/>
                      <a:pt x="6" y="29"/>
                      <a:pt x="6" y="29"/>
                    </a:cubicBezTo>
                    <a:cubicBezTo>
                      <a:pt x="6" y="29"/>
                      <a:pt x="6" y="29"/>
                      <a:pt x="6" y="29"/>
                    </a:cubicBezTo>
                    <a:cubicBezTo>
                      <a:pt x="7" y="29"/>
                      <a:pt x="7" y="29"/>
                      <a:pt x="7" y="29"/>
                    </a:cubicBezTo>
                    <a:cubicBezTo>
                      <a:pt x="9" y="30"/>
                      <a:pt x="9" y="30"/>
                      <a:pt x="9" y="30"/>
                    </a:cubicBezTo>
                    <a:cubicBezTo>
                      <a:pt x="7" y="30"/>
                      <a:pt x="7" y="30"/>
                      <a:pt x="7" y="30"/>
                    </a:cubicBezTo>
                    <a:cubicBezTo>
                      <a:pt x="5" y="30"/>
                      <a:pt x="4" y="29"/>
                      <a:pt x="4" y="29"/>
                    </a:cubicBezTo>
                    <a:close/>
                    <a:moveTo>
                      <a:pt x="4" y="30"/>
                    </a:moveTo>
                    <a:cubicBezTo>
                      <a:pt x="5" y="31"/>
                      <a:pt x="8" y="31"/>
                      <a:pt x="9" y="31"/>
                    </a:cubicBezTo>
                    <a:cubicBezTo>
                      <a:pt x="9" y="32"/>
                      <a:pt x="9" y="32"/>
                      <a:pt x="9" y="32"/>
                    </a:cubicBezTo>
                    <a:cubicBezTo>
                      <a:pt x="9" y="34"/>
                      <a:pt x="9" y="34"/>
                      <a:pt x="9" y="34"/>
                    </a:cubicBezTo>
                    <a:cubicBezTo>
                      <a:pt x="8" y="34"/>
                      <a:pt x="8" y="34"/>
                      <a:pt x="8" y="34"/>
                    </a:cubicBezTo>
                    <a:cubicBezTo>
                      <a:pt x="8" y="34"/>
                      <a:pt x="8" y="34"/>
                      <a:pt x="8" y="34"/>
                    </a:cubicBezTo>
                    <a:cubicBezTo>
                      <a:pt x="7" y="33"/>
                      <a:pt x="7" y="33"/>
                      <a:pt x="7" y="33"/>
                    </a:cubicBezTo>
                    <a:cubicBezTo>
                      <a:pt x="6" y="33"/>
                      <a:pt x="5" y="32"/>
                      <a:pt x="4" y="30"/>
                    </a:cubicBezTo>
                    <a:moveTo>
                      <a:pt x="6" y="35"/>
                    </a:moveTo>
                    <a:cubicBezTo>
                      <a:pt x="5" y="35"/>
                      <a:pt x="5" y="35"/>
                      <a:pt x="5" y="35"/>
                    </a:cubicBezTo>
                    <a:cubicBezTo>
                      <a:pt x="5" y="35"/>
                      <a:pt x="5" y="35"/>
                      <a:pt x="5" y="35"/>
                    </a:cubicBezTo>
                    <a:cubicBezTo>
                      <a:pt x="5" y="35"/>
                      <a:pt x="5" y="35"/>
                      <a:pt x="5" y="35"/>
                    </a:cubicBezTo>
                    <a:cubicBezTo>
                      <a:pt x="4" y="35"/>
                      <a:pt x="2" y="36"/>
                      <a:pt x="2" y="38"/>
                    </a:cubicBezTo>
                    <a:cubicBezTo>
                      <a:pt x="2" y="38"/>
                      <a:pt x="2" y="38"/>
                      <a:pt x="2" y="38"/>
                    </a:cubicBezTo>
                    <a:cubicBezTo>
                      <a:pt x="3" y="40"/>
                      <a:pt x="3" y="40"/>
                      <a:pt x="3" y="40"/>
                    </a:cubicBezTo>
                    <a:cubicBezTo>
                      <a:pt x="3" y="40"/>
                      <a:pt x="3" y="40"/>
                      <a:pt x="3" y="40"/>
                    </a:cubicBezTo>
                    <a:cubicBezTo>
                      <a:pt x="3" y="40"/>
                      <a:pt x="6" y="40"/>
                      <a:pt x="6" y="42"/>
                    </a:cubicBezTo>
                    <a:cubicBezTo>
                      <a:pt x="6" y="43"/>
                      <a:pt x="6" y="43"/>
                      <a:pt x="6" y="43"/>
                    </a:cubicBezTo>
                    <a:cubicBezTo>
                      <a:pt x="5" y="45"/>
                      <a:pt x="3" y="46"/>
                      <a:pt x="3" y="48"/>
                    </a:cubicBezTo>
                    <a:cubicBezTo>
                      <a:pt x="3" y="48"/>
                      <a:pt x="3" y="48"/>
                      <a:pt x="3" y="48"/>
                    </a:cubicBezTo>
                    <a:cubicBezTo>
                      <a:pt x="3" y="49"/>
                      <a:pt x="3" y="50"/>
                      <a:pt x="4" y="51"/>
                    </a:cubicBezTo>
                    <a:cubicBezTo>
                      <a:pt x="4" y="51"/>
                      <a:pt x="4" y="51"/>
                      <a:pt x="4" y="51"/>
                    </a:cubicBezTo>
                    <a:cubicBezTo>
                      <a:pt x="3" y="51"/>
                      <a:pt x="3" y="51"/>
                      <a:pt x="3" y="51"/>
                    </a:cubicBezTo>
                    <a:cubicBezTo>
                      <a:pt x="3" y="51"/>
                      <a:pt x="3" y="50"/>
                      <a:pt x="3" y="49"/>
                    </a:cubicBezTo>
                    <a:cubicBezTo>
                      <a:pt x="2" y="48"/>
                      <a:pt x="2" y="48"/>
                      <a:pt x="2" y="48"/>
                    </a:cubicBezTo>
                    <a:cubicBezTo>
                      <a:pt x="3" y="46"/>
                      <a:pt x="3" y="46"/>
                      <a:pt x="3" y="46"/>
                    </a:cubicBezTo>
                    <a:cubicBezTo>
                      <a:pt x="3" y="45"/>
                      <a:pt x="4" y="44"/>
                      <a:pt x="5" y="43"/>
                    </a:cubicBezTo>
                    <a:cubicBezTo>
                      <a:pt x="5" y="42"/>
                      <a:pt x="5" y="42"/>
                      <a:pt x="5" y="42"/>
                    </a:cubicBezTo>
                    <a:cubicBezTo>
                      <a:pt x="5" y="41"/>
                      <a:pt x="3" y="40"/>
                      <a:pt x="3" y="40"/>
                    </a:cubicBezTo>
                    <a:cubicBezTo>
                      <a:pt x="3" y="40"/>
                      <a:pt x="3" y="40"/>
                      <a:pt x="3" y="40"/>
                    </a:cubicBezTo>
                    <a:cubicBezTo>
                      <a:pt x="3" y="40"/>
                      <a:pt x="4" y="41"/>
                      <a:pt x="4" y="42"/>
                    </a:cubicBezTo>
                    <a:cubicBezTo>
                      <a:pt x="4" y="43"/>
                      <a:pt x="4" y="43"/>
                      <a:pt x="4" y="43"/>
                    </a:cubicBezTo>
                    <a:cubicBezTo>
                      <a:pt x="4" y="44"/>
                      <a:pt x="3" y="45"/>
                      <a:pt x="2" y="46"/>
                    </a:cubicBezTo>
                    <a:cubicBezTo>
                      <a:pt x="2" y="48"/>
                      <a:pt x="2" y="48"/>
                      <a:pt x="2" y="48"/>
                    </a:cubicBezTo>
                    <a:cubicBezTo>
                      <a:pt x="2" y="49"/>
                      <a:pt x="2" y="49"/>
                      <a:pt x="2" y="49"/>
                    </a:cubicBezTo>
                    <a:cubicBezTo>
                      <a:pt x="2" y="50"/>
                      <a:pt x="2" y="50"/>
                      <a:pt x="2" y="50"/>
                    </a:cubicBezTo>
                    <a:cubicBezTo>
                      <a:pt x="2" y="49"/>
                      <a:pt x="2" y="49"/>
                      <a:pt x="2" y="49"/>
                    </a:cubicBezTo>
                    <a:cubicBezTo>
                      <a:pt x="2" y="49"/>
                      <a:pt x="2" y="49"/>
                      <a:pt x="2" y="48"/>
                    </a:cubicBezTo>
                    <a:cubicBezTo>
                      <a:pt x="2" y="48"/>
                      <a:pt x="2" y="48"/>
                      <a:pt x="2" y="48"/>
                    </a:cubicBezTo>
                    <a:cubicBezTo>
                      <a:pt x="2" y="47"/>
                      <a:pt x="3" y="43"/>
                      <a:pt x="3" y="43"/>
                    </a:cubicBezTo>
                    <a:cubicBezTo>
                      <a:pt x="3" y="42"/>
                      <a:pt x="3" y="42"/>
                      <a:pt x="3" y="42"/>
                    </a:cubicBezTo>
                    <a:cubicBezTo>
                      <a:pt x="3" y="41"/>
                      <a:pt x="2" y="40"/>
                      <a:pt x="2" y="40"/>
                    </a:cubicBezTo>
                    <a:cubicBezTo>
                      <a:pt x="1" y="41"/>
                      <a:pt x="1" y="41"/>
                      <a:pt x="1" y="41"/>
                    </a:cubicBezTo>
                    <a:cubicBezTo>
                      <a:pt x="2" y="41"/>
                      <a:pt x="2" y="41"/>
                      <a:pt x="2" y="41"/>
                    </a:cubicBezTo>
                    <a:cubicBezTo>
                      <a:pt x="3" y="42"/>
                      <a:pt x="3" y="42"/>
                      <a:pt x="3" y="42"/>
                    </a:cubicBezTo>
                    <a:cubicBezTo>
                      <a:pt x="3" y="43"/>
                      <a:pt x="3" y="43"/>
                      <a:pt x="3" y="43"/>
                    </a:cubicBezTo>
                    <a:cubicBezTo>
                      <a:pt x="2" y="43"/>
                      <a:pt x="1" y="46"/>
                      <a:pt x="1" y="48"/>
                    </a:cubicBezTo>
                    <a:cubicBezTo>
                      <a:pt x="1" y="48"/>
                      <a:pt x="1" y="48"/>
                      <a:pt x="1" y="48"/>
                    </a:cubicBezTo>
                    <a:cubicBezTo>
                      <a:pt x="2" y="50"/>
                      <a:pt x="2" y="50"/>
                      <a:pt x="2" y="50"/>
                    </a:cubicBezTo>
                    <a:cubicBezTo>
                      <a:pt x="3" y="51"/>
                      <a:pt x="3" y="51"/>
                      <a:pt x="3" y="51"/>
                    </a:cubicBezTo>
                    <a:cubicBezTo>
                      <a:pt x="2" y="51"/>
                      <a:pt x="1" y="50"/>
                      <a:pt x="1" y="49"/>
                    </a:cubicBezTo>
                    <a:cubicBezTo>
                      <a:pt x="1" y="48"/>
                      <a:pt x="1" y="48"/>
                      <a:pt x="1" y="48"/>
                    </a:cubicBezTo>
                    <a:cubicBezTo>
                      <a:pt x="2" y="44"/>
                      <a:pt x="2" y="44"/>
                      <a:pt x="2" y="43"/>
                    </a:cubicBezTo>
                    <a:cubicBezTo>
                      <a:pt x="2" y="43"/>
                      <a:pt x="2" y="43"/>
                      <a:pt x="2" y="43"/>
                    </a:cubicBezTo>
                    <a:cubicBezTo>
                      <a:pt x="2" y="42"/>
                      <a:pt x="1" y="41"/>
                      <a:pt x="1" y="38"/>
                    </a:cubicBezTo>
                    <a:cubicBezTo>
                      <a:pt x="1" y="38"/>
                      <a:pt x="1" y="38"/>
                      <a:pt x="1" y="38"/>
                    </a:cubicBezTo>
                    <a:cubicBezTo>
                      <a:pt x="1" y="35"/>
                      <a:pt x="3" y="34"/>
                      <a:pt x="5" y="34"/>
                    </a:cubicBezTo>
                    <a:cubicBezTo>
                      <a:pt x="6" y="34"/>
                      <a:pt x="6" y="34"/>
                      <a:pt x="6" y="34"/>
                    </a:cubicBezTo>
                    <a:cubicBezTo>
                      <a:pt x="7" y="34"/>
                      <a:pt x="7" y="34"/>
                      <a:pt x="7" y="34"/>
                    </a:cubicBezTo>
                    <a:cubicBezTo>
                      <a:pt x="8" y="34"/>
                      <a:pt x="8" y="34"/>
                      <a:pt x="8" y="34"/>
                    </a:cubicBezTo>
                    <a:cubicBezTo>
                      <a:pt x="7" y="35"/>
                      <a:pt x="7" y="35"/>
                      <a:pt x="7" y="35"/>
                    </a:cubicBezTo>
                    <a:lnTo>
                      <a:pt x="6" y="35"/>
                    </a:lnTo>
                    <a:close/>
                    <a:moveTo>
                      <a:pt x="9" y="34"/>
                    </a:moveTo>
                    <a:cubicBezTo>
                      <a:pt x="9" y="34"/>
                      <a:pt x="9" y="34"/>
                      <a:pt x="9" y="34"/>
                    </a:cubicBezTo>
                    <a:cubicBezTo>
                      <a:pt x="9" y="34"/>
                      <a:pt x="9" y="34"/>
                      <a:pt x="9" y="34"/>
                    </a:cubicBezTo>
                    <a:cubicBezTo>
                      <a:pt x="9" y="34"/>
                      <a:pt x="9" y="34"/>
                      <a:pt x="9" y="34"/>
                    </a:cubicBezTo>
                    <a:cubicBezTo>
                      <a:pt x="9" y="35"/>
                      <a:pt x="9" y="35"/>
                      <a:pt x="9" y="35"/>
                    </a:cubicBezTo>
                    <a:cubicBezTo>
                      <a:pt x="10" y="35"/>
                      <a:pt x="10" y="35"/>
                      <a:pt x="10" y="35"/>
                    </a:cubicBezTo>
                    <a:cubicBezTo>
                      <a:pt x="8" y="37"/>
                      <a:pt x="8" y="37"/>
                      <a:pt x="8" y="37"/>
                    </a:cubicBezTo>
                    <a:lnTo>
                      <a:pt x="9" y="34"/>
                    </a:lnTo>
                    <a:close/>
                    <a:moveTo>
                      <a:pt x="8" y="37"/>
                    </a:moveTo>
                    <a:cubicBezTo>
                      <a:pt x="9" y="37"/>
                      <a:pt x="10" y="36"/>
                      <a:pt x="11" y="35"/>
                    </a:cubicBezTo>
                    <a:cubicBezTo>
                      <a:pt x="11" y="36"/>
                      <a:pt x="11" y="36"/>
                      <a:pt x="11" y="36"/>
                    </a:cubicBezTo>
                    <a:cubicBezTo>
                      <a:pt x="11" y="36"/>
                      <a:pt x="11" y="36"/>
                      <a:pt x="11" y="36"/>
                    </a:cubicBezTo>
                    <a:cubicBezTo>
                      <a:pt x="11" y="38"/>
                      <a:pt x="11" y="38"/>
                      <a:pt x="11" y="38"/>
                    </a:cubicBezTo>
                    <a:cubicBezTo>
                      <a:pt x="10" y="38"/>
                      <a:pt x="9" y="37"/>
                      <a:pt x="8" y="37"/>
                    </a:cubicBezTo>
                    <a:moveTo>
                      <a:pt x="27" y="57"/>
                    </a:moveTo>
                    <a:cubicBezTo>
                      <a:pt x="29" y="57"/>
                      <a:pt x="31" y="57"/>
                      <a:pt x="31" y="61"/>
                    </a:cubicBezTo>
                    <a:cubicBezTo>
                      <a:pt x="30" y="63"/>
                      <a:pt x="30" y="63"/>
                      <a:pt x="30" y="63"/>
                    </a:cubicBezTo>
                    <a:cubicBezTo>
                      <a:pt x="30" y="63"/>
                      <a:pt x="30" y="63"/>
                      <a:pt x="30" y="63"/>
                    </a:cubicBezTo>
                    <a:cubicBezTo>
                      <a:pt x="30" y="64"/>
                      <a:pt x="30" y="64"/>
                      <a:pt x="30" y="64"/>
                    </a:cubicBezTo>
                    <a:cubicBezTo>
                      <a:pt x="30" y="64"/>
                      <a:pt x="30" y="64"/>
                      <a:pt x="30" y="64"/>
                    </a:cubicBezTo>
                    <a:cubicBezTo>
                      <a:pt x="30" y="65"/>
                      <a:pt x="30" y="65"/>
                      <a:pt x="30" y="65"/>
                    </a:cubicBezTo>
                    <a:cubicBezTo>
                      <a:pt x="29" y="66"/>
                      <a:pt x="27" y="68"/>
                      <a:pt x="25" y="69"/>
                    </a:cubicBezTo>
                    <a:cubicBezTo>
                      <a:pt x="25" y="70"/>
                      <a:pt x="25" y="70"/>
                      <a:pt x="25" y="70"/>
                    </a:cubicBezTo>
                    <a:cubicBezTo>
                      <a:pt x="25" y="71"/>
                      <a:pt x="26" y="72"/>
                      <a:pt x="26" y="73"/>
                    </a:cubicBezTo>
                    <a:cubicBezTo>
                      <a:pt x="27" y="74"/>
                      <a:pt x="28" y="76"/>
                      <a:pt x="29" y="77"/>
                    </a:cubicBezTo>
                    <a:cubicBezTo>
                      <a:pt x="30" y="78"/>
                      <a:pt x="30" y="78"/>
                      <a:pt x="30" y="78"/>
                    </a:cubicBezTo>
                    <a:cubicBezTo>
                      <a:pt x="30" y="78"/>
                      <a:pt x="30" y="78"/>
                      <a:pt x="30" y="78"/>
                    </a:cubicBezTo>
                    <a:cubicBezTo>
                      <a:pt x="30" y="78"/>
                      <a:pt x="30" y="78"/>
                      <a:pt x="30" y="78"/>
                    </a:cubicBezTo>
                    <a:cubicBezTo>
                      <a:pt x="30" y="80"/>
                      <a:pt x="30" y="80"/>
                      <a:pt x="30" y="80"/>
                    </a:cubicBezTo>
                    <a:cubicBezTo>
                      <a:pt x="30" y="80"/>
                      <a:pt x="30" y="80"/>
                      <a:pt x="30" y="80"/>
                    </a:cubicBezTo>
                    <a:cubicBezTo>
                      <a:pt x="31" y="79"/>
                      <a:pt x="31" y="79"/>
                      <a:pt x="31" y="79"/>
                    </a:cubicBezTo>
                    <a:cubicBezTo>
                      <a:pt x="31" y="78"/>
                      <a:pt x="31" y="78"/>
                      <a:pt x="31" y="78"/>
                    </a:cubicBezTo>
                    <a:cubicBezTo>
                      <a:pt x="31" y="78"/>
                      <a:pt x="31" y="78"/>
                      <a:pt x="31" y="78"/>
                    </a:cubicBezTo>
                    <a:cubicBezTo>
                      <a:pt x="31" y="78"/>
                      <a:pt x="31" y="78"/>
                      <a:pt x="31" y="78"/>
                    </a:cubicBezTo>
                    <a:cubicBezTo>
                      <a:pt x="32" y="77"/>
                      <a:pt x="32" y="77"/>
                      <a:pt x="32" y="77"/>
                    </a:cubicBezTo>
                    <a:cubicBezTo>
                      <a:pt x="33" y="76"/>
                      <a:pt x="33" y="76"/>
                      <a:pt x="33" y="76"/>
                    </a:cubicBezTo>
                    <a:cubicBezTo>
                      <a:pt x="33" y="76"/>
                      <a:pt x="33" y="76"/>
                      <a:pt x="33" y="76"/>
                    </a:cubicBezTo>
                    <a:cubicBezTo>
                      <a:pt x="34" y="76"/>
                      <a:pt x="34" y="76"/>
                      <a:pt x="34" y="76"/>
                    </a:cubicBezTo>
                    <a:cubicBezTo>
                      <a:pt x="34" y="76"/>
                      <a:pt x="34" y="76"/>
                      <a:pt x="34" y="76"/>
                    </a:cubicBezTo>
                    <a:cubicBezTo>
                      <a:pt x="35" y="76"/>
                      <a:pt x="35" y="76"/>
                      <a:pt x="35" y="76"/>
                    </a:cubicBezTo>
                    <a:cubicBezTo>
                      <a:pt x="33" y="75"/>
                      <a:pt x="33" y="75"/>
                      <a:pt x="33" y="75"/>
                    </a:cubicBezTo>
                    <a:cubicBezTo>
                      <a:pt x="33" y="75"/>
                      <a:pt x="33" y="75"/>
                      <a:pt x="33" y="75"/>
                    </a:cubicBezTo>
                    <a:cubicBezTo>
                      <a:pt x="32" y="76"/>
                      <a:pt x="32" y="76"/>
                      <a:pt x="32" y="76"/>
                    </a:cubicBezTo>
                    <a:cubicBezTo>
                      <a:pt x="31" y="77"/>
                      <a:pt x="31" y="77"/>
                      <a:pt x="31" y="77"/>
                    </a:cubicBezTo>
                    <a:cubicBezTo>
                      <a:pt x="32" y="75"/>
                      <a:pt x="32" y="75"/>
                      <a:pt x="32" y="75"/>
                    </a:cubicBezTo>
                    <a:cubicBezTo>
                      <a:pt x="33" y="74"/>
                      <a:pt x="33" y="74"/>
                      <a:pt x="33" y="74"/>
                    </a:cubicBezTo>
                    <a:cubicBezTo>
                      <a:pt x="33" y="74"/>
                      <a:pt x="33" y="74"/>
                      <a:pt x="33" y="74"/>
                    </a:cubicBezTo>
                    <a:cubicBezTo>
                      <a:pt x="34" y="74"/>
                      <a:pt x="34" y="74"/>
                      <a:pt x="34" y="74"/>
                    </a:cubicBezTo>
                    <a:cubicBezTo>
                      <a:pt x="35" y="75"/>
                      <a:pt x="35" y="75"/>
                      <a:pt x="35" y="75"/>
                    </a:cubicBezTo>
                    <a:cubicBezTo>
                      <a:pt x="35" y="74"/>
                      <a:pt x="35" y="74"/>
                      <a:pt x="35" y="74"/>
                    </a:cubicBezTo>
                    <a:cubicBezTo>
                      <a:pt x="34" y="74"/>
                      <a:pt x="34" y="74"/>
                      <a:pt x="34" y="74"/>
                    </a:cubicBezTo>
                    <a:cubicBezTo>
                      <a:pt x="34" y="74"/>
                      <a:pt x="34" y="74"/>
                      <a:pt x="34" y="74"/>
                    </a:cubicBezTo>
                    <a:cubicBezTo>
                      <a:pt x="34" y="73"/>
                      <a:pt x="34" y="73"/>
                      <a:pt x="34" y="73"/>
                    </a:cubicBezTo>
                    <a:cubicBezTo>
                      <a:pt x="35" y="73"/>
                      <a:pt x="35" y="73"/>
                      <a:pt x="35" y="73"/>
                    </a:cubicBezTo>
                    <a:cubicBezTo>
                      <a:pt x="35" y="75"/>
                      <a:pt x="35" y="75"/>
                      <a:pt x="35" y="75"/>
                    </a:cubicBezTo>
                    <a:cubicBezTo>
                      <a:pt x="34" y="79"/>
                      <a:pt x="34" y="79"/>
                      <a:pt x="34" y="79"/>
                    </a:cubicBezTo>
                    <a:cubicBezTo>
                      <a:pt x="33" y="80"/>
                      <a:pt x="31" y="82"/>
                      <a:pt x="31" y="82"/>
                    </a:cubicBezTo>
                    <a:cubicBezTo>
                      <a:pt x="29" y="82"/>
                      <a:pt x="29" y="82"/>
                      <a:pt x="28" y="81"/>
                    </a:cubicBezTo>
                    <a:cubicBezTo>
                      <a:pt x="28" y="80"/>
                      <a:pt x="27" y="78"/>
                      <a:pt x="27" y="78"/>
                    </a:cubicBezTo>
                    <a:cubicBezTo>
                      <a:pt x="27" y="78"/>
                      <a:pt x="27" y="78"/>
                      <a:pt x="27" y="78"/>
                    </a:cubicBezTo>
                    <a:cubicBezTo>
                      <a:pt x="27" y="78"/>
                      <a:pt x="27" y="78"/>
                      <a:pt x="27" y="78"/>
                    </a:cubicBezTo>
                    <a:cubicBezTo>
                      <a:pt x="26" y="78"/>
                      <a:pt x="26" y="78"/>
                      <a:pt x="26" y="78"/>
                    </a:cubicBezTo>
                    <a:cubicBezTo>
                      <a:pt x="24" y="76"/>
                      <a:pt x="24" y="76"/>
                      <a:pt x="24" y="76"/>
                    </a:cubicBezTo>
                    <a:cubicBezTo>
                      <a:pt x="24" y="75"/>
                      <a:pt x="23" y="75"/>
                      <a:pt x="22" y="74"/>
                    </a:cubicBezTo>
                    <a:cubicBezTo>
                      <a:pt x="21" y="73"/>
                      <a:pt x="21" y="73"/>
                      <a:pt x="21" y="73"/>
                    </a:cubicBezTo>
                    <a:cubicBezTo>
                      <a:pt x="21" y="72"/>
                      <a:pt x="21" y="72"/>
                      <a:pt x="21" y="72"/>
                    </a:cubicBezTo>
                    <a:cubicBezTo>
                      <a:pt x="21" y="72"/>
                      <a:pt x="21" y="72"/>
                      <a:pt x="21" y="72"/>
                    </a:cubicBezTo>
                    <a:cubicBezTo>
                      <a:pt x="22" y="69"/>
                      <a:pt x="22" y="69"/>
                      <a:pt x="22" y="69"/>
                    </a:cubicBezTo>
                    <a:cubicBezTo>
                      <a:pt x="22" y="68"/>
                      <a:pt x="22" y="68"/>
                      <a:pt x="22" y="68"/>
                    </a:cubicBezTo>
                    <a:cubicBezTo>
                      <a:pt x="22" y="68"/>
                      <a:pt x="22" y="68"/>
                      <a:pt x="22" y="68"/>
                    </a:cubicBezTo>
                    <a:cubicBezTo>
                      <a:pt x="22" y="67"/>
                      <a:pt x="22" y="67"/>
                      <a:pt x="22" y="67"/>
                    </a:cubicBezTo>
                    <a:cubicBezTo>
                      <a:pt x="22" y="65"/>
                      <a:pt x="23" y="64"/>
                      <a:pt x="23" y="63"/>
                    </a:cubicBezTo>
                    <a:cubicBezTo>
                      <a:pt x="23" y="62"/>
                      <a:pt x="25" y="62"/>
                      <a:pt x="25" y="62"/>
                    </a:cubicBezTo>
                    <a:cubicBezTo>
                      <a:pt x="25" y="61"/>
                      <a:pt x="25" y="61"/>
                      <a:pt x="25" y="61"/>
                    </a:cubicBezTo>
                    <a:cubicBezTo>
                      <a:pt x="24" y="61"/>
                      <a:pt x="24" y="61"/>
                      <a:pt x="24" y="61"/>
                    </a:cubicBezTo>
                    <a:cubicBezTo>
                      <a:pt x="24" y="62"/>
                      <a:pt x="24" y="62"/>
                      <a:pt x="24" y="62"/>
                    </a:cubicBezTo>
                    <a:cubicBezTo>
                      <a:pt x="23" y="63"/>
                      <a:pt x="23" y="63"/>
                      <a:pt x="23" y="63"/>
                    </a:cubicBezTo>
                    <a:cubicBezTo>
                      <a:pt x="22" y="64"/>
                      <a:pt x="22" y="65"/>
                      <a:pt x="22" y="67"/>
                    </a:cubicBezTo>
                    <a:cubicBezTo>
                      <a:pt x="20" y="68"/>
                      <a:pt x="20" y="68"/>
                      <a:pt x="20" y="68"/>
                    </a:cubicBezTo>
                    <a:cubicBezTo>
                      <a:pt x="19" y="69"/>
                      <a:pt x="19" y="69"/>
                      <a:pt x="19" y="69"/>
                    </a:cubicBezTo>
                    <a:cubicBezTo>
                      <a:pt x="20" y="67"/>
                      <a:pt x="20" y="65"/>
                      <a:pt x="20" y="64"/>
                    </a:cubicBezTo>
                    <a:cubicBezTo>
                      <a:pt x="20" y="64"/>
                      <a:pt x="20" y="64"/>
                      <a:pt x="20" y="64"/>
                    </a:cubicBezTo>
                    <a:cubicBezTo>
                      <a:pt x="20" y="62"/>
                      <a:pt x="20" y="62"/>
                      <a:pt x="20" y="62"/>
                    </a:cubicBezTo>
                    <a:cubicBezTo>
                      <a:pt x="20" y="62"/>
                      <a:pt x="20" y="62"/>
                      <a:pt x="20" y="62"/>
                    </a:cubicBezTo>
                    <a:cubicBezTo>
                      <a:pt x="20" y="62"/>
                      <a:pt x="21" y="61"/>
                      <a:pt x="21" y="61"/>
                    </a:cubicBezTo>
                    <a:cubicBezTo>
                      <a:pt x="23" y="60"/>
                      <a:pt x="23" y="60"/>
                      <a:pt x="23" y="60"/>
                    </a:cubicBezTo>
                    <a:cubicBezTo>
                      <a:pt x="23" y="60"/>
                      <a:pt x="23" y="60"/>
                      <a:pt x="23" y="60"/>
                    </a:cubicBezTo>
                    <a:cubicBezTo>
                      <a:pt x="23" y="60"/>
                      <a:pt x="23" y="60"/>
                      <a:pt x="23" y="60"/>
                    </a:cubicBezTo>
                    <a:cubicBezTo>
                      <a:pt x="24" y="59"/>
                      <a:pt x="24" y="59"/>
                      <a:pt x="24" y="59"/>
                    </a:cubicBezTo>
                    <a:cubicBezTo>
                      <a:pt x="24" y="57"/>
                      <a:pt x="24" y="57"/>
                      <a:pt x="24" y="57"/>
                    </a:cubicBezTo>
                    <a:cubicBezTo>
                      <a:pt x="25" y="57"/>
                      <a:pt x="26" y="57"/>
                      <a:pt x="27" y="57"/>
                    </a:cubicBezTo>
                    <a:moveTo>
                      <a:pt x="28" y="52"/>
                    </a:moveTo>
                    <a:cubicBezTo>
                      <a:pt x="28" y="52"/>
                      <a:pt x="28" y="52"/>
                      <a:pt x="28" y="52"/>
                    </a:cubicBezTo>
                    <a:cubicBezTo>
                      <a:pt x="28" y="53"/>
                      <a:pt x="25" y="54"/>
                      <a:pt x="25" y="55"/>
                    </a:cubicBezTo>
                    <a:cubicBezTo>
                      <a:pt x="24" y="57"/>
                      <a:pt x="24" y="57"/>
                      <a:pt x="24" y="57"/>
                    </a:cubicBezTo>
                    <a:cubicBezTo>
                      <a:pt x="24" y="57"/>
                      <a:pt x="24" y="57"/>
                      <a:pt x="24" y="57"/>
                    </a:cubicBezTo>
                    <a:cubicBezTo>
                      <a:pt x="24" y="57"/>
                      <a:pt x="24" y="57"/>
                      <a:pt x="24" y="57"/>
                    </a:cubicBezTo>
                    <a:cubicBezTo>
                      <a:pt x="24" y="57"/>
                      <a:pt x="24" y="57"/>
                      <a:pt x="24" y="57"/>
                    </a:cubicBezTo>
                    <a:cubicBezTo>
                      <a:pt x="24" y="57"/>
                      <a:pt x="24" y="57"/>
                      <a:pt x="24" y="57"/>
                    </a:cubicBezTo>
                    <a:cubicBezTo>
                      <a:pt x="23" y="59"/>
                      <a:pt x="23" y="59"/>
                      <a:pt x="23" y="59"/>
                    </a:cubicBezTo>
                    <a:cubicBezTo>
                      <a:pt x="23" y="59"/>
                      <a:pt x="23" y="59"/>
                      <a:pt x="23" y="59"/>
                    </a:cubicBezTo>
                    <a:cubicBezTo>
                      <a:pt x="21" y="60"/>
                      <a:pt x="21" y="60"/>
                      <a:pt x="21" y="60"/>
                    </a:cubicBezTo>
                    <a:cubicBezTo>
                      <a:pt x="19" y="62"/>
                      <a:pt x="19" y="62"/>
                      <a:pt x="19" y="62"/>
                    </a:cubicBezTo>
                    <a:cubicBezTo>
                      <a:pt x="19" y="61"/>
                      <a:pt x="18" y="60"/>
                      <a:pt x="18" y="60"/>
                    </a:cubicBezTo>
                    <a:cubicBezTo>
                      <a:pt x="18" y="59"/>
                      <a:pt x="18" y="59"/>
                      <a:pt x="18" y="59"/>
                    </a:cubicBezTo>
                    <a:cubicBezTo>
                      <a:pt x="19" y="57"/>
                      <a:pt x="19" y="57"/>
                      <a:pt x="19" y="57"/>
                    </a:cubicBezTo>
                    <a:cubicBezTo>
                      <a:pt x="18" y="57"/>
                      <a:pt x="18" y="57"/>
                      <a:pt x="18" y="57"/>
                    </a:cubicBezTo>
                    <a:cubicBezTo>
                      <a:pt x="18" y="57"/>
                      <a:pt x="18" y="58"/>
                      <a:pt x="18" y="59"/>
                    </a:cubicBezTo>
                    <a:cubicBezTo>
                      <a:pt x="18" y="60"/>
                      <a:pt x="18" y="60"/>
                      <a:pt x="18" y="60"/>
                    </a:cubicBezTo>
                    <a:cubicBezTo>
                      <a:pt x="18" y="60"/>
                      <a:pt x="19" y="61"/>
                      <a:pt x="19" y="62"/>
                    </a:cubicBezTo>
                    <a:cubicBezTo>
                      <a:pt x="19" y="63"/>
                      <a:pt x="19" y="63"/>
                      <a:pt x="19" y="63"/>
                    </a:cubicBezTo>
                    <a:cubicBezTo>
                      <a:pt x="19" y="63"/>
                      <a:pt x="19" y="63"/>
                      <a:pt x="19" y="63"/>
                    </a:cubicBezTo>
                    <a:cubicBezTo>
                      <a:pt x="19" y="64"/>
                      <a:pt x="19" y="64"/>
                      <a:pt x="19" y="64"/>
                    </a:cubicBezTo>
                    <a:cubicBezTo>
                      <a:pt x="19" y="64"/>
                      <a:pt x="19" y="64"/>
                      <a:pt x="19" y="64"/>
                    </a:cubicBezTo>
                    <a:cubicBezTo>
                      <a:pt x="19" y="66"/>
                      <a:pt x="19" y="68"/>
                      <a:pt x="18" y="70"/>
                    </a:cubicBezTo>
                    <a:cubicBezTo>
                      <a:pt x="17" y="71"/>
                      <a:pt x="17" y="71"/>
                      <a:pt x="17" y="71"/>
                    </a:cubicBezTo>
                    <a:cubicBezTo>
                      <a:pt x="17" y="71"/>
                      <a:pt x="17" y="71"/>
                      <a:pt x="17" y="71"/>
                    </a:cubicBezTo>
                    <a:cubicBezTo>
                      <a:pt x="17" y="71"/>
                      <a:pt x="17" y="71"/>
                      <a:pt x="17" y="71"/>
                    </a:cubicBezTo>
                    <a:cubicBezTo>
                      <a:pt x="16" y="74"/>
                      <a:pt x="16" y="74"/>
                      <a:pt x="16" y="74"/>
                    </a:cubicBezTo>
                    <a:cubicBezTo>
                      <a:pt x="16" y="74"/>
                      <a:pt x="15" y="77"/>
                      <a:pt x="14" y="78"/>
                    </a:cubicBezTo>
                    <a:cubicBezTo>
                      <a:pt x="12" y="79"/>
                      <a:pt x="12" y="80"/>
                      <a:pt x="12" y="81"/>
                    </a:cubicBezTo>
                    <a:cubicBezTo>
                      <a:pt x="12" y="82"/>
                      <a:pt x="12" y="83"/>
                      <a:pt x="11" y="83"/>
                    </a:cubicBezTo>
                    <a:cubicBezTo>
                      <a:pt x="11" y="85"/>
                      <a:pt x="10" y="85"/>
                      <a:pt x="10" y="86"/>
                    </a:cubicBezTo>
                    <a:cubicBezTo>
                      <a:pt x="10" y="87"/>
                      <a:pt x="10" y="87"/>
                      <a:pt x="10" y="87"/>
                    </a:cubicBezTo>
                    <a:cubicBezTo>
                      <a:pt x="10" y="88"/>
                      <a:pt x="10" y="88"/>
                      <a:pt x="10" y="89"/>
                    </a:cubicBezTo>
                    <a:cubicBezTo>
                      <a:pt x="9" y="90"/>
                      <a:pt x="9" y="91"/>
                      <a:pt x="9" y="92"/>
                    </a:cubicBezTo>
                    <a:cubicBezTo>
                      <a:pt x="9" y="93"/>
                      <a:pt x="9" y="93"/>
                      <a:pt x="9" y="93"/>
                    </a:cubicBezTo>
                    <a:cubicBezTo>
                      <a:pt x="9" y="94"/>
                      <a:pt x="9" y="96"/>
                      <a:pt x="11" y="96"/>
                    </a:cubicBezTo>
                    <a:cubicBezTo>
                      <a:pt x="11" y="96"/>
                      <a:pt x="11" y="96"/>
                      <a:pt x="11" y="96"/>
                    </a:cubicBezTo>
                    <a:cubicBezTo>
                      <a:pt x="13" y="96"/>
                      <a:pt x="13" y="96"/>
                      <a:pt x="13" y="96"/>
                    </a:cubicBezTo>
                    <a:cubicBezTo>
                      <a:pt x="13" y="96"/>
                      <a:pt x="13" y="96"/>
                      <a:pt x="13" y="96"/>
                    </a:cubicBezTo>
                    <a:cubicBezTo>
                      <a:pt x="14" y="97"/>
                      <a:pt x="14" y="97"/>
                      <a:pt x="14" y="97"/>
                    </a:cubicBezTo>
                    <a:cubicBezTo>
                      <a:pt x="15" y="98"/>
                      <a:pt x="15" y="98"/>
                      <a:pt x="15" y="98"/>
                    </a:cubicBezTo>
                    <a:cubicBezTo>
                      <a:pt x="15" y="98"/>
                      <a:pt x="15" y="98"/>
                      <a:pt x="15" y="98"/>
                    </a:cubicBezTo>
                    <a:cubicBezTo>
                      <a:pt x="15" y="98"/>
                      <a:pt x="15" y="98"/>
                      <a:pt x="15" y="98"/>
                    </a:cubicBezTo>
                    <a:cubicBezTo>
                      <a:pt x="15" y="98"/>
                      <a:pt x="15" y="98"/>
                      <a:pt x="15" y="98"/>
                    </a:cubicBezTo>
                    <a:cubicBezTo>
                      <a:pt x="15" y="97"/>
                      <a:pt x="15" y="97"/>
                      <a:pt x="15" y="97"/>
                    </a:cubicBezTo>
                    <a:cubicBezTo>
                      <a:pt x="13" y="96"/>
                      <a:pt x="13" y="96"/>
                      <a:pt x="13" y="96"/>
                    </a:cubicBezTo>
                    <a:cubicBezTo>
                      <a:pt x="13" y="96"/>
                      <a:pt x="13" y="96"/>
                      <a:pt x="13" y="96"/>
                    </a:cubicBezTo>
                    <a:cubicBezTo>
                      <a:pt x="14" y="96"/>
                      <a:pt x="14" y="96"/>
                      <a:pt x="14" y="96"/>
                    </a:cubicBezTo>
                    <a:cubicBezTo>
                      <a:pt x="15" y="96"/>
                      <a:pt x="15" y="96"/>
                      <a:pt x="15" y="96"/>
                    </a:cubicBezTo>
                    <a:cubicBezTo>
                      <a:pt x="16" y="96"/>
                      <a:pt x="16" y="96"/>
                      <a:pt x="16" y="96"/>
                    </a:cubicBezTo>
                    <a:cubicBezTo>
                      <a:pt x="17" y="97"/>
                      <a:pt x="17" y="97"/>
                      <a:pt x="17" y="97"/>
                    </a:cubicBezTo>
                    <a:cubicBezTo>
                      <a:pt x="17" y="97"/>
                      <a:pt x="17" y="97"/>
                      <a:pt x="17" y="97"/>
                    </a:cubicBezTo>
                    <a:cubicBezTo>
                      <a:pt x="17" y="96"/>
                      <a:pt x="17" y="96"/>
                      <a:pt x="17" y="96"/>
                    </a:cubicBezTo>
                    <a:cubicBezTo>
                      <a:pt x="18" y="97"/>
                      <a:pt x="18" y="97"/>
                      <a:pt x="18" y="97"/>
                    </a:cubicBezTo>
                    <a:cubicBezTo>
                      <a:pt x="18" y="97"/>
                      <a:pt x="18" y="97"/>
                      <a:pt x="18" y="97"/>
                    </a:cubicBezTo>
                    <a:cubicBezTo>
                      <a:pt x="17" y="98"/>
                      <a:pt x="17" y="98"/>
                      <a:pt x="17" y="98"/>
                    </a:cubicBezTo>
                    <a:cubicBezTo>
                      <a:pt x="16" y="99"/>
                      <a:pt x="14" y="99"/>
                      <a:pt x="13" y="100"/>
                    </a:cubicBezTo>
                    <a:cubicBezTo>
                      <a:pt x="12" y="100"/>
                      <a:pt x="11" y="100"/>
                      <a:pt x="10" y="100"/>
                    </a:cubicBezTo>
                    <a:cubicBezTo>
                      <a:pt x="9" y="100"/>
                      <a:pt x="9" y="100"/>
                      <a:pt x="9" y="100"/>
                    </a:cubicBezTo>
                    <a:cubicBezTo>
                      <a:pt x="7" y="98"/>
                      <a:pt x="7" y="98"/>
                      <a:pt x="7" y="98"/>
                    </a:cubicBezTo>
                    <a:cubicBezTo>
                      <a:pt x="7" y="95"/>
                      <a:pt x="7" y="95"/>
                      <a:pt x="7" y="95"/>
                    </a:cubicBezTo>
                    <a:cubicBezTo>
                      <a:pt x="6" y="93"/>
                      <a:pt x="6" y="93"/>
                      <a:pt x="6" y="93"/>
                    </a:cubicBezTo>
                    <a:cubicBezTo>
                      <a:pt x="7" y="88"/>
                      <a:pt x="7" y="88"/>
                      <a:pt x="7" y="88"/>
                    </a:cubicBezTo>
                    <a:cubicBezTo>
                      <a:pt x="7" y="88"/>
                      <a:pt x="7" y="87"/>
                      <a:pt x="7" y="86"/>
                    </a:cubicBezTo>
                    <a:cubicBezTo>
                      <a:pt x="7" y="84"/>
                      <a:pt x="7" y="83"/>
                      <a:pt x="7" y="82"/>
                    </a:cubicBezTo>
                    <a:cubicBezTo>
                      <a:pt x="8" y="79"/>
                      <a:pt x="8" y="79"/>
                      <a:pt x="8" y="79"/>
                    </a:cubicBezTo>
                    <a:cubicBezTo>
                      <a:pt x="9" y="77"/>
                      <a:pt x="9" y="77"/>
                      <a:pt x="9" y="77"/>
                    </a:cubicBezTo>
                    <a:cubicBezTo>
                      <a:pt x="9" y="78"/>
                      <a:pt x="9" y="78"/>
                      <a:pt x="9" y="78"/>
                    </a:cubicBezTo>
                    <a:cubicBezTo>
                      <a:pt x="10" y="77"/>
                      <a:pt x="10" y="77"/>
                      <a:pt x="10" y="77"/>
                    </a:cubicBezTo>
                    <a:cubicBezTo>
                      <a:pt x="11" y="75"/>
                      <a:pt x="11" y="75"/>
                      <a:pt x="11" y="75"/>
                    </a:cubicBezTo>
                    <a:cubicBezTo>
                      <a:pt x="11" y="75"/>
                      <a:pt x="11" y="75"/>
                      <a:pt x="11" y="75"/>
                    </a:cubicBezTo>
                    <a:cubicBezTo>
                      <a:pt x="11" y="74"/>
                      <a:pt x="10" y="73"/>
                      <a:pt x="9" y="72"/>
                    </a:cubicBezTo>
                    <a:cubicBezTo>
                      <a:pt x="9" y="70"/>
                      <a:pt x="8" y="67"/>
                      <a:pt x="7" y="66"/>
                    </a:cubicBezTo>
                    <a:cubicBezTo>
                      <a:pt x="7" y="66"/>
                      <a:pt x="7" y="66"/>
                      <a:pt x="7" y="66"/>
                    </a:cubicBezTo>
                    <a:cubicBezTo>
                      <a:pt x="7" y="65"/>
                      <a:pt x="9" y="62"/>
                      <a:pt x="9" y="62"/>
                    </a:cubicBezTo>
                    <a:cubicBezTo>
                      <a:pt x="8" y="62"/>
                      <a:pt x="8" y="62"/>
                      <a:pt x="8" y="62"/>
                    </a:cubicBezTo>
                    <a:cubicBezTo>
                      <a:pt x="8" y="62"/>
                      <a:pt x="7" y="64"/>
                      <a:pt x="7" y="66"/>
                    </a:cubicBezTo>
                    <a:cubicBezTo>
                      <a:pt x="7" y="66"/>
                      <a:pt x="7" y="66"/>
                      <a:pt x="7" y="66"/>
                    </a:cubicBezTo>
                    <a:cubicBezTo>
                      <a:pt x="7" y="67"/>
                      <a:pt x="8" y="71"/>
                      <a:pt x="9" y="72"/>
                    </a:cubicBezTo>
                    <a:cubicBezTo>
                      <a:pt x="10" y="73"/>
                      <a:pt x="10" y="75"/>
                      <a:pt x="10" y="75"/>
                    </a:cubicBezTo>
                    <a:cubicBezTo>
                      <a:pt x="10" y="75"/>
                      <a:pt x="10" y="75"/>
                      <a:pt x="10" y="75"/>
                    </a:cubicBezTo>
                    <a:cubicBezTo>
                      <a:pt x="9" y="77"/>
                      <a:pt x="9" y="77"/>
                      <a:pt x="9" y="77"/>
                    </a:cubicBezTo>
                    <a:cubicBezTo>
                      <a:pt x="9" y="77"/>
                      <a:pt x="9" y="77"/>
                      <a:pt x="9" y="77"/>
                    </a:cubicBezTo>
                    <a:cubicBezTo>
                      <a:pt x="9" y="77"/>
                      <a:pt x="9" y="77"/>
                      <a:pt x="9" y="77"/>
                    </a:cubicBezTo>
                    <a:cubicBezTo>
                      <a:pt x="8" y="76"/>
                      <a:pt x="8" y="76"/>
                      <a:pt x="8" y="76"/>
                    </a:cubicBezTo>
                    <a:cubicBezTo>
                      <a:pt x="8" y="76"/>
                      <a:pt x="8" y="76"/>
                      <a:pt x="8" y="76"/>
                    </a:cubicBezTo>
                    <a:cubicBezTo>
                      <a:pt x="9" y="75"/>
                      <a:pt x="9" y="75"/>
                      <a:pt x="9" y="75"/>
                    </a:cubicBezTo>
                    <a:cubicBezTo>
                      <a:pt x="10" y="74"/>
                      <a:pt x="10" y="74"/>
                      <a:pt x="10" y="74"/>
                    </a:cubicBezTo>
                    <a:cubicBezTo>
                      <a:pt x="7" y="74"/>
                      <a:pt x="7" y="74"/>
                      <a:pt x="7" y="74"/>
                    </a:cubicBezTo>
                    <a:cubicBezTo>
                      <a:pt x="8" y="73"/>
                      <a:pt x="8" y="73"/>
                      <a:pt x="8" y="73"/>
                    </a:cubicBezTo>
                    <a:cubicBezTo>
                      <a:pt x="8" y="72"/>
                      <a:pt x="8" y="72"/>
                      <a:pt x="8" y="72"/>
                    </a:cubicBezTo>
                    <a:cubicBezTo>
                      <a:pt x="7" y="72"/>
                      <a:pt x="7" y="72"/>
                      <a:pt x="7" y="72"/>
                    </a:cubicBezTo>
                    <a:cubicBezTo>
                      <a:pt x="7" y="71"/>
                      <a:pt x="7" y="71"/>
                      <a:pt x="7" y="71"/>
                    </a:cubicBezTo>
                    <a:cubicBezTo>
                      <a:pt x="7" y="71"/>
                      <a:pt x="7" y="71"/>
                      <a:pt x="7" y="71"/>
                    </a:cubicBezTo>
                    <a:cubicBezTo>
                      <a:pt x="6" y="71"/>
                      <a:pt x="6" y="71"/>
                      <a:pt x="6" y="71"/>
                    </a:cubicBezTo>
                    <a:cubicBezTo>
                      <a:pt x="6" y="70"/>
                      <a:pt x="6" y="70"/>
                      <a:pt x="6" y="70"/>
                    </a:cubicBezTo>
                    <a:cubicBezTo>
                      <a:pt x="7" y="69"/>
                      <a:pt x="7" y="69"/>
                      <a:pt x="7" y="69"/>
                    </a:cubicBezTo>
                    <a:cubicBezTo>
                      <a:pt x="5" y="70"/>
                      <a:pt x="5" y="70"/>
                      <a:pt x="5" y="70"/>
                    </a:cubicBezTo>
                    <a:cubicBezTo>
                      <a:pt x="6" y="68"/>
                      <a:pt x="6" y="68"/>
                      <a:pt x="6" y="68"/>
                    </a:cubicBezTo>
                    <a:cubicBezTo>
                      <a:pt x="6" y="68"/>
                      <a:pt x="6" y="68"/>
                      <a:pt x="6" y="68"/>
                    </a:cubicBezTo>
                    <a:cubicBezTo>
                      <a:pt x="5" y="68"/>
                      <a:pt x="5" y="68"/>
                      <a:pt x="5" y="68"/>
                    </a:cubicBezTo>
                    <a:cubicBezTo>
                      <a:pt x="6" y="66"/>
                      <a:pt x="6" y="66"/>
                      <a:pt x="6" y="66"/>
                    </a:cubicBezTo>
                    <a:cubicBezTo>
                      <a:pt x="6" y="66"/>
                      <a:pt x="6" y="66"/>
                      <a:pt x="6" y="66"/>
                    </a:cubicBezTo>
                    <a:cubicBezTo>
                      <a:pt x="6" y="65"/>
                      <a:pt x="6" y="65"/>
                      <a:pt x="6" y="65"/>
                    </a:cubicBezTo>
                    <a:cubicBezTo>
                      <a:pt x="6" y="65"/>
                      <a:pt x="2" y="62"/>
                      <a:pt x="2" y="59"/>
                    </a:cubicBezTo>
                    <a:cubicBezTo>
                      <a:pt x="2" y="55"/>
                      <a:pt x="9" y="48"/>
                      <a:pt x="9" y="41"/>
                    </a:cubicBezTo>
                    <a:cubicBezTo>
                      <a:pt x="9" y="41"/>
                      <a:pt x="9" y="41"/>
                      <a:pt x="9" y="41"/>
                    </a:cubicBezTo>
                    <a:cubicBezTo>
                      <a:pt x="9" y="40"/>
                      <a:pt x="9" y="39"/>
                      <a:pt x="9" y="38"/>
                    </a:cubicBezTo>
                    <a:cubicBezTo>
                      <a:pt x="11" y="38"/>
                      <a:pt x="11" y="38"/>
                      <a:pt x="11" y="38"/>
                    </a:cubicBezTo>
                    <a:cubicBezTo>
                      <a:pt x="10" y="40"/>
                      <a:pt x="10" y="42"/>
                      <a:pt x="10" y="42"/>
                    </a:cubicBezTo>
                    <a:cubicBezTo>
                      <a:pt x="10" y="43"/>
                      <a:pt x="10" y="43"/>
                      <a:pt x="10" y="43"/>
                    </a:cubicBezTo>
                    <a:cubicBezTo>
                      <a:pt x="10" y="43"/>
                      <a:pt x="10" y="43"/>
                      <a:pt x="10" y="43"/>
                    </a:cubicBezTo>
                    <a:cubicBezTo>
                      <a:pt x="10" y="43"/>
                      <a:pt x="10" y="43"/>
                      <a:pt x="10" y="43"/>
                    </a:cubicBezTo>
                    <a:cubicBezTo>
                      <a:pt x="10" y="43"/>
                      <a:pt x="10" y="43"/>
                      <a:pt x="10" y="43"/>
                    </a:cubicBezTo>
                    <a:cubicBezTo>
                      <a:pt x="10" y="43"/>
                      <a:pt x="10" y="43"/>
                      <a:pt x="10" y="43"/>
                    </a:cubicBezTo>
                    <a:cubicBezTo>
                      <a:pt x="11" y="43"/>
                      <a:pt x="11" y="43"/>
                      <a:pt x="11" y="43"/>
                    </a:cubicBezTo>
                    <a:cubicBezTo>
                      <a:pt x="11" y="44"/>
                      <a:pt x="11" y="44"/>
                      <a:pt x="11" y="44"/>
                    </a:cubicBezTo>
                    <a:cubicBezTo>
                      <a:pt x="9" y="51"/>
                      <a:pt x="4" y="53"/>
                      <a:pt x="4" y="58"/>
                    </a:cubicBezTo>
                    <a:cubicBezTo>
                      <a:pt x="4" y="59"/>
                      <a:pt x="4" y="59"/>
                      <a:pt x="4" y="59"/>
                    </a:cubicBezTo>
                    <a:cubicBezTo>
                      <a:pt x="4" y="59"/>
                      <a:pt x="5" y="62"/>
                      <a:pt x="6" y="62"/>
                    </a:cubicBezTo>
                    <a:cubicBezTo>
                      <a:pt x="7" y="62"/>
                      <a:pt x="7" y="62"/>
                      <a:pt x="7" y="62"/>
                    </a:cubicBezTo>
                    <a:cubicBezTo>
                      <a:pt x="7" y="62"/>
                      <a:pt x="7" y="62"/>
                      <a:pt x="7" y="62"/>
                    </a:cubicBezTo>
                    <a:cubicBezTo>
                      <a:pt x="8" y="61"/>
                      <a:pt x="8" y="61"/>
                      <a:pt x="8" y="61"/>
                    </a:cubicBezTo>
                    <a:cubicBezTo>
                      <a:pt x="9" y="60"/>
                      <a:pt x="9" y="60"/>
                      <a:pt x="9" y="60"/>
                    </a:cubicBezTo>
                    <a:cubicBezTo>
                      <a:pt x="9" y="58"/>
                      <a:pt x="10" y="57"/>
                      <a:pt x="11" y="56"/>
                    </a:cubicBezTo>
                    <a:cubicBezTo>
                      <a:pt x="13" y="54"/>
                      <a:pt x="15" y="52"/>
                      <a:pt x="16" y="50"/>
                    </a:cubicBezTo>
                    <a:cubicBezTo>
                      <a:pt x="17" y="49"/>
                      <a:pt x="17" y="48"/>
                      <a:pt x="17" y="47"/>
                    </a:cubicBezTo>
                    <a:cubicBezTo>
                      <a:pt x="17" y="46"/>
                      <a:pt x="17" y="46"/>
                      <a:pt x="17" y="46"/>
                    </a:cubicBezTo>
                    <a:cubicBezTo>
                      <a:pt x="18" y="46"/>
                      <a:pt x="19" y="45"/>
                      <a:pt x="19" y="45"/>
                    </a:cubicBezTo>
                    <a:cubicBezTo>
                      <a:pt x="19" y="47"/>
                      <a:pt x="19" y="49"/>
                      <a:pt x="19" y="49"/>
                    </a:cubicBezTo>
                    <a:cubicBezTo>
                      <a:pt x="19" y="49"/>
                      <a:pt x="19" y="49"/>
                      <a:pt x="19" y="49"/>
                    </a:cubicBezTo>
                    <a:cubicBezTo>
                      <a:pt x="19" y="49"/>
                      <a:pt x="19" y="49"/>
                      <a:pt x="19" y="49"/>
                    </a:cubicBezTo>
                    <a:cubicBezTo>
                      <a:pt x="22" y="49"/>
                      <a:pt x="24" y="46"/>
                      <a:pt x="25" y="46"/>
                    </a:cubicBezTo>
                    <a:cubicBezTo>
                      <a:pt x="25" y="46"/>
                      <a:pt x="25" y="46"/>
                      <a:pt x="25" y="46"/>
                    </a:cubicBezTo>
                    <a:cubicBezTo>
                      <a:pt x="27" y="49"/>
                      <a:pt x="27" y="49"/>
                      <a:pt x="27" y="49"/>
                    </a:cubicBezTo>
                    <a:cubicBezTo>
                      <a:pt x="28" y="51"/>
                      <a:pt x="28" y="51"/>
                      <a:pt x="28" y="51"/>
                    </a:cubicBezTo>
                    <a:cubicBezTo>
                      <a:pt x="28" y="51"/>
                      <a:pt x="28" y="51"/>
                      <a:pt x="28" y="51"/>
                    </a:cubicBezTo>
                    <a:cubicBezTo>
                      <a:pt x="28" y="51"/>
                      <a:pt x="28" y="51"/>
                      <a:pt x="28" y="51"/>
                    </a:cubicBezTo>
                    <a:lnTo>
                      <a:pt x="28" y="52"/>
                    </a:lnTo>
                    <a:close/>
                    <a:moveTo>
                      <a:pt x="39" y="62"/>
                    </a:moveTo>
                    <a:cubicBezTo>
                      <a:pt x="38" y="62"/>
                      <a:pt x="38" y="62"/>
                      <a:pt x="38" y="62"/>
                    </a:cubicBezTo>
                    <a:cubicBezTo>
                      <a:pt x="38" y="62"/>
                      <a:pt x="38" y="62"/>
                      <a:pt x="38" y="62"/>
                    </a:cubicBezTo>
                    <a:cubicBezTo>
                      <a:pt x="38" y="62"/>
                      <a:pt x="38" y="62"/>
                      <a:pt x="38" y="62"/>
                    </a:cubicBezTo>
                    <a:cubicBezTo>
                      <a:pt x="38" y="62"/>
                      <a:pt x="38" y="62"/>
                      <a:pt x="38" y="62"/>
                    </a:cubicBezTo>
                    <a:cubicBezTo>
                      <a:pt x="39" y="61"/>
                      <a:pt x="39" y="61"/>
                      <a:pt x="39" y="61"/>
                    </a:cubicBezTo>
                    <a:cubicBezTo>
                      <a:pt x="39" y="62"/>
                      <a:pt x="39" y="62"/>
                      <a:pt x="39" y="62"/>
                    </a:cubicBezTo>
                    <a:close/>
                    <a:moveTo>
                      <a:pt x="44" y="45"/>
                    </a:moveTo>
                    <a:cubicBezTo>
                      <a:pt x="44" y="46"/>
                      <a:pt x="44" y="46"/>
                      <a:pt x="44" y="46"/>
                    </a:cubicBezTo>
                    <a:cubicBezTo>
                      <a:pt x="44" y="46"/>
                      <a:pt x="44" y="46"/>
                      <a:pt x="44" y="46"/>
                    </a:cubicBezTo>
                    <a:cubicBezTo>
                      <a:pt x="44" y="46"/>
                      <a:pt x="44" y="46"/>
                      <a:pt x="44" y="46"/>
                    </a:cubicBezTo>
                    <a:cubicBezTo>
                      <a:pt x="43" y="45"/>
                      <a:pt x="43" y="45"/>
                      <a:pt x="43" y="45"/>
                    </a:cubicBezTo>
                    <a:lnTo>
                      <a:pt x="44" y="45"/>
                    </a:lnTo>
                    <a:close/>
                    <a:moveTo>
                      <a:pt x="40" y="48"/>
                    </a:moveTo>
                    <a:cubicBezTo>
                      <a:pt x="40" y="47"/>
                      <a:pt x="40" y="47"/>
                      <a:pt x="40" y="47"/>
                    </a:cubicBezTo>
                    <a:cubicBezTo>
                      <a:pt x="40" y="47"/>
                      <a:pt x="40" y="47"/>
                      <a:pt x="40" y="47"/>
                    </a:cubicBezTo>
                    <a:cubicBezTo>
                      <a:pt x="40" y="47"/>
                      <a:pt x="40" y="47"/>
                      <a:pt x="40" y="47"/>
                    </a:cubicBezTo>
                    <a:cubicBezTo>
                      <a:pt x="41" y="46"/>
                      <a:pt x="41" y="46"/>
                      <a:pt x="41" y="46"/>
                    </a:cubicBezTo>
                    <a:cubicBezTo>
                      <a:pt x="41" y="46"/>
                      <a:pt x="41" y="46"/>
                      <a:pt x="41" y="46"/>
                    </a:cubicBezTo>
                    <a:cubicBezTo>
                      <a:pt x="41" y="48"/>
                      <a:pt x="41" y="48"/>
                      <a:pt x="41" y="48"/>
                    </a:cubicBezTo>
                    <a:cubicBezTo>
                      <a:pt x="41" y="50"/>
                      <a:pt x="41" y="50"/>
                      <a:pt x="41" y="50"/>
                    </a:cubicBezTo>
                    <a:cubicBezTo>
                      <a:pt x="41" y="50"/>
                      <a:pt x="41" y="50"/>
                      <a:pt x="41" y="50"/>
                    </a:cubicBezTo>
                    <a:cubicBezTo>
                      <a:pt x="41" y="51"/>
                      <a:pt x="41" y="51"/>
                      <a:pt x="41" y="51"/>
                    </a:cubicBezTo>
                    <a:cubicBezTo>
                      <a:pt x="41" y="51"/>
                      <a:pt x="41" y="51"/>
                      <a:pt x="41" y="51"/>
                    </a:cubicBezTo>
                    <a:cubicBezTo>
                      <a:pt x="41" y="50"/>
                      <a:pt x="41" y="50"/>
                      <a:pt x="41" y="50"/>
                    </a:cubicBezTo>
                    <a:cubicBezTo>
                      <a:pt x="40" y="48"/>
                      <a:pt x="40" y="48"/>
                      <a:pt x="40" y="48"/>
                    </a:cubicBezTo>
                    <a:cubicBezTo>
                      <a:pt x="40" y="48"/>
                      <a:pt x="40" y="48"/>
                      <a:pt x="40" y="48"/>
                    </a:cubicBezTo>
                    <a:close/>
                    <a:moveTo>
                      <a:pt x="40" y="49"/>
                    </a:moveTo>
                    <a:cubicBezTo>
                      <a:pt x="40" y="49"/>
                      <a:pt x="40" y="49"/>
                      <a:pt x="40" y="49"/>
                    </a:cubicBezTo>
                    <a:cubicBezTo>
                      <a:pt x="40" y="49"/>
                      <a:pt x="40" y="49"/>
                      <a:pt x="40" y="49"/>
                    </a:cubicBezTo>
                    <a:cubicBezTo>
                      <a:pt x="40" y="48"/>
                      <a:pt x="40" y="48"/>
                      <a:pt x="40" y="48"/>
                    </a:cubicBezTo>
                    <a:cubicBezTo>
                      <a:pt x="40" y="48"/>
                      <a:pt x="40" y="48"/>
                      <a:pt x="40" y="48"/>
                    </a:cubicBezTo>
                    <a:cubicBezTo>
                      <a:pt x="40" y="48"/>
                      <a:pt x="40" y="48"/>
                      <a:pt x="40" y="48"/>
                    </a:cubicBezTo>
                    <a:cubicBezTo>
                      <a:pt x="40" y="50"/>
                      <a:pt x="40" y="50"/>
                      <a:pt x="40" y="50"/>
                    </a:cubicBezTo>
                    <a:cubicBezTo>
                      <a:pt x="40" y="50"/>
                      <a:pt x="40" y="50"/>
                      <a:pt x="40" y="50"/>
                    </a:cubicBezTo>
                    <a:cubicBezTo>
                      <a:pt x="40" y="50"/>
                      <a:pt x="40" y="50"/>
                      <a:pt x="40" y="50"/>
                    </a:cubicBezTo>
                    <a:lnTo>
                      <a:pt x="40" y="49"/>
                    </a:lnTo>
                    <a:close/>
                    <a:moveTo>
                      <a:pt x="36" y="51"/>
                    </a:moveTo>
                    <a:cubicBezTo>
                      <a:pt x="35" y="51"/>
                      <a:pt x="35" y="51"/>
                      <a:pt x="35" y="51"/>
                    </a:cubicBezTo>
                    <a:cubicBezTo>
                      <a:pt x="36" y="52"/>
                      <a:pt x="37" y="52"/>
                      <a:pt x="38" y="52"/>
                    </a:cubicBezTo>
                    <a:cubicBezTo>
                      <a:pt x="39" y="53"/>
                      <a:pt x="39" y="53"/>
                      <a:pt x="39" y="53"/>
                    </a:cubicBezTo>
                    <a:cubicBezTo>
                      <a:pt x="39" y="53"/>
                      <a:pt x="39" y="53"/>
                      <a:pt x="39" y="53"/>
                    </a:cubicBezTo>
                    <a:cubicBezTo>
                      <a:pt x="40" y="53"/>
                      <a:pt x="40" y="53"/>
                      <a:pt x="40" y="53"/>
                    </a:cubicBezTo>
                    <a:cubicBezTo>
                      <a:pt x="40" y="52"/>
                      <a:pt x="40" y="52"/>
                      <a:pt x="40" y="52"/>
                    </a:cubicBezTo>
                    <a:cubicBezTo>
                      <a:pt x="41" y="52"/>
                      <a:pt x="41" y="52"/>
                      <a:pt x="41" y="52"/>
                    </a:cubicBezTo>
                    <a:cubicBezTo>
                      <a:pt x="41" y="51"/>
                      <a:pt x="41" y="51"/>
                      <a:pt x="41" y="51"/>
                    </a:cubicBezTo>
                    <a:cubicBezTo>
                      <a:pt x="42" y="50"/>
                      <a:pt x="42" y="50"/>
                      <a:pt x="42" y="50"/>
                    </a:cubicBezTo>
                    <a:cubicBezTo>
                      <a:pt x="42" y="50"/>
                      <a:pt x="42" y="50"/>
                      <a:pt x="42" y="50"/>
                    </a:cubicBezTo>
                    <a:cubicBezTo>
                      <a:pt x="42" y="48"/>
                      <a:pt x="42" y="48"/>
                      <a:pt x="42" y="48"/>
                    </a:cubicBezTo>
                    <a:cubicBezTo>
                      <a:pt x="42" y="46"/>
                      <a:pt x="42" y="46"/>
                      <a:pt x="42" y="46"/>
                    </a:cubicBezTo>
                    <a:cubicBezTo>
                      <a:pt x="43" y="45"/>
                      <a:pt x="43" y="45"/>
                      <a:pt x="43" y="45"/>
                    </a:cubicBezTo>
                    <a:cubicBezTo>
                      <a:pt x="43" y="45"/>
                      <a:pt x="43" y="45"/>
                      <a:pt x="43" y="45"/>
                    </a:cubicBezTo>
                    <a:cubicBezTo>
                      <a:pt x="44" y="46"/>
                      <a:pt x="44" y="46"/>
                      <a:pt x="44" y="46"/>
                    </a:cubicBezTo>
                    <a:cubicBezTo>
                      <a:pt x="43" y="49"/>
                      <a:pt x="43" y="49"/>
                      <a:pt x="43" y="49"/>
                    </a:cubicBezTo>
                    <a:cubicBezTo>
                      <a:pt x="42" y="52"/>
                      <a:pt x="42" y="52"/>
                      <a:pt x="42" y="52"/>
                    </a:cubicBezTo>
                    <a:cubicBezTo>
                      <a:pt x="41" y="55"/>
                      <a:pt x="41" y="55"/>
                      <a:pt x="41" y="55"/>
                    </a:cubicBezTo>
                    <a:cubicBezTo>
                      <a:pt x="40" y="56"/>
                      <a:pt x="40" y="57"/>
                      <a:pt x="40" y="58"/>
                    </a:cubicBezTo>
                    <a:cubicBezTo>
                      <a:pt x="39" y="60"/>
                      <a:pt x="39" y="60"/>
                      <a:pt x="39" y="60"/>
                    </a:cubicBezTo>
                    <a:cubicBezTo>
                      <a:pt x="38" y="61"/>
                      <a:pt x="38" y="61"/>
                      <a:pt x="38" y="61"/>
                    </a:cubicBezTo>
                    <a:cubicBezTo>
                      <a:pt x="38" y="60"/>
                      <a:pt x="38" y="60"/>
                      <a:pt x="38" y="60"/>
                    </a:cubicBezTo>
                    <a:cubicBezTo>
                      <a:pt x="38" y="60"/>
                      <a:pt x="38" y="60"/>
                      <a:pt x="38" y="60"/>
                    </a:cubicBezTo>
                    <a:cubicBezTo>
                      <a:pt x="38" y="59"/>
                      <a:pt x="38" y="59"/>
                      <a:pt x="38" y="59"/>
                    </a:cubicBezTo>
                    <a:cubicBezTo>
                      <a:pt x="39" y="57"/>
                      <a:pt x="39" y="57"/>
                      <a:pt x="39" y="57"/>
                    </a:cubicBezTo>
                    <a:cubicBezTo>
                      <a:pt x="40" y="56"/>
                      <a:pt x="40" y="56"/>
                      <a:pt x="40" y="56"/>
                    </a:cubicBezTo>
                    <a:cubicBezTo>
                      <a:pt x="40" y="55"/>
                      <a:pt x="40" y="55"/>
                      <a:pt x="40" y="55"/>
                    </a:cubicBezTo>
                    <a:cubicBezTo>
                      <a:pt x="39" y="55"/>
                      <a:pt x="39" y="55"/>
                      <a:pt x="38" y="54"/>
                    </a:cubicBezTo>
                    <a:cubicBezTo>
                      <a:pt x="37" y="54"/>
                      <a:pt x="36" y="53"/>
                      <a:pt x="36" y="53"/>
                    </a:cubicBezTo>
                    <a:cubicBezTo>
                      <a:pt x="34" y="53"/>
                      <a:pt x="34" y="53"/>
                      <a:pt x="34" y="53"/>
                    </a:cubicBezTo>
                    <a:cubicBezTo>
                      <a:pt x="34" y="52"/>
                      <a:pt x="34" y="52"/>
                      <a:pt x="34" y="52"/>
                    </a:cubicBezTo>
                    <a:cubicBezTo>
                      <a:pt x="34" y="52"/>
                      <a:pt x="34" y="52"/>
                      <a:pt x="34" y="52"/>
                    </a:cubicBezTo>
                    <a:cubicBezTo>
                      <a:pt x="34" y="52"/>
                      <a:pt x="34" y="52"/>
                      <a:pt x="34" y="52"/>
                    </a:cubicBezTo>
                    <a:lnTo>
                      <a:pt x="36" y="51"/>
                    </a:lnTo>
                    <a:close/>
                    <a:moveTo>
                      <a:pt x="36" y="47"/>
                    </a:moveTo>
                    <a:cubicBezTo>
                      <a:pt x="34" y="49"/>
                      <a:pt x="34" y="49"/>
                      <a:pt x="34" y="49"/>
                    </a:cubicBezTo>
                    <a:cubicBezTo>
                      <a:pt x="34" y="49"/>
                      <a:pt x="34" y="49"/>
                      <a:pt x="34" y="49"/>
                    </a:cubicBezTo>
                    <a:cubicBezTo>
                      <a:pt x="34" y="49"/>
                      <a:pt x="34" y="49"/>
                      <a:pt x="34" y="49"/>
                    </a:cubicBezTo>
                    <a:cubicBezTo>
                      <a:pt x="35" y="51"/>
                      <a:pt x="35" y="51"/>
                      <a:pt x="35" y="51"/>
                    </a:cubicBezTo>
                    <a:cubicBezTo>
                      <a:pt x="34" y="52"/>
                      <a:pt x="34" y="52"/>
                      <a:pt x="34" y="52"/>
                    </a:cubicBezTo>
                    <a:cubicBezTo>
                      <a:pt x="33" y="52"/>
                      <a:pt x="33" y="52"/>
                      <a:pt x="33" y="52"/>
                    </a:cubicBezTo>
                    <a:cubicBezTo>
                      <a:pt x="33" y="52"/>
                      <a:pt x="33" y="52"/>
                      <a:pt x="33" y="52"/>
                    </a:cubicBezTo>
                    <a:cubicBezTo>
                      <a:pt x="33" y="52"/>
                      <a:pt x="33" y="52"/>
                      <a:pt x="33" y="52"/>
                    </a:cubicBezTo>
                    <a:cubicBezTo>
                      <a:pt x="33" y="52"/>
                      <a:pt x="33" y="52"/>
                      <a:pt x="33" y="52"/>
                    </a:cubicBezTo>
                    <a:cubicBezTo>
                      <a:pt x="33" y="53"/>
                      <a:pt x="33" y="54"/>
                      <a:pt x="33" y="55"/>
                    </a:cubicBezTo>
                    <a:cubicBezTo>
                      <a:pt x="32" y="54"/>
                      <a:pt x="31" y="51"/>
                      <a:pt x="28" y="50"/>
                    </a:cubicBezTo>
                    <a:cubicBezTo>
                      <a:pt x="28" y="50"/>
                      <a:pt x="28" y="50"/>
                      <a:pt x="28" y="50"/>
                    </a:cubicBezTo>
                    <a:cubicBezTo>
                      <a:pt x="28" y="50"/>
                      <a:pt x="28" y="50"/>
                      <a:pt x="28" y="50"/>
                    </a:cubicBezTo>
                    <a:cubicBezTo>
                      <a:pt x="28" y="48"/>
                      <a:pt x="28" y="48"/>
                      <a:pt x="28" y="48"/>
                    </a:cubicBezTo>
                    <a:cubicBezTo>
                      <a:pt x="28" y="47"/>
                      <a:pt x="28" y="47"/>
                      <a:pt x="28" y="47"/>
                    </a:cubicBezTo>
                    <a:cubicBezTo>
                      <a:pt x="27" y="45"/>
                      <a:pt x="27" y="45"/>
                      <a:pt x="27" y="45"/>
                    </a:cubicBezTo>
                    <a:cubicBezTo>
                      <a:pt x="27" y="45"/>
                      <a:pt x="27" y="45"/>
                      <a:pt x="27" y="45"/>
                    </a:cubicBezTo>
                    <a:cubicBezTo>
                      <a:pt x="27" y="47"/>
                      <a:pt x="27" y="47"/>
                      <a:pt x="27" y="47"/>
                    </a:cubicBezTo>
                    <a:cubicBezTo>
                      <a:pt x="27" y="48"/>
                      <a:pt x="27" y="48"/>
                      <a:pt x="27" y="48"/>
                    </a:cubicBezTo>
                    <a:cubicBezTo>
                      <a:pt x="26" y="46"/>
                      <a:pt x="26" y="46"/>
                      <a:pt x="26" y="46"/>
                    </a:cubicBezTo>
                    <a:cubicBezTo>
                      <a:pt x="25" y="45"/>
                      <a:pt x="25" y="45"/>
                      <a:pt x="25" y="45"/>
                    </a:cubicBezTo>
                    <a:cubicBezTo>
                      <a:pt x="25" y="45"/>
                      <a:pt x="25" y="45"/>
                      <a:pt x="25" y="45"/>
                    </a:cubicBezTo>
                    <a:cubicBezTo>
                      <a:pt x="24" y="45"/>
                      <a:pt x="24" y="45"/>
                      <a:pt x="24" y="45"/>
                    </a:cubicBezTo>
                    <a:cubicBezTo>
                      <a:pt x="24" y="45"/>
                      <a:pt x="22" y="47"/>
                      <a:pt x="20" y="48"/>
                    </a:cubicBezTo>
                    <a:cubicBezTo>
                      <a:pt x="23" y="44"/>
                      <a:pt x="23" y="44"/>
                      <a:pt x="23" y="44"/>
                    </a:cubicBezTo>
                    <a:cubicBezTo>
                      <a:pt x="25" y="43"/>
                      <a:pt x="27" y="41"/>
                      <a:pt x="27" y="41"/>
                    </a:cubicBezTo>
                    <a:cubicBezTo>
                      <a:pt x="27" y="41"/>
                      <a:pt x="27" y="41"/>
                      <a:pt x="27" y="41"/>
                    </a:cubicBezTo>
                    <a:cubicBezTo>
                      <a:pt x="27" y="41"/>
                      <a:pt x="27" y="41"/>
                      <a:pt x="27" y="41"/>
                    </a:cubicBezTo>
                    <a:cubicBezTo>
                      <a:pt x="27" y="41"/>
                      <a:pt x="27" y="41"/>
                      <a:pt x="27" y="41"/>
                    </a:cubicBezTo>
                    <a:cubicBezTo>
                      <a:pt x="26" y="41"/>
                      <a:pt x="26" y="41"/>
                      <a:pt x="26" y="41"/>
                    </a:cubicBezTo>
                    <a:cubicBezTo>
                      <a:pt x="26" y="41"/>
                      <a:pt x="26" y="41"/>
                      <a:pt x="26" y="41"/>
                    </a:cubicBezTo>
                    <a:cubicBezTo>
                      <a:pt x="25" y="40"/>
                      <a:pt x="25" y="40"/>
                      <a:pt x="25" y="40"/>
                    </a:cubicBezTo>
                    <a:cubicBezTo>
                      <a:pt x="25" y="40"/>
                      <a:pt x="25" y="40"/>
                      <a:pt x="25" y="40"/>
                    </a:cubicBezTo>
                    <a:cubicBezTo>
                      <a:pt x="25" y="40"/>
                      <a:pt x="25" y="40"/>
                      <a:pt x="25" y="40"/>
                    </a:cubicBezTo>
                    <a:cubicBezTo>
                      <a:pt x="24" y="40"/>
                      <a:pt x="24" y="40"/>
                      <a:pt x="24" y="40"/>
                    </a:cubicBezTo>
                    <a:cubicBezTo>
                      <a:pt x="24" y="40"/>
                      <a:pt x="24" y="40"/>
                      <a:pt x="24" y="40"/>
                    </a:cubicBezTo>
                    <a:cubicBezTo>
                      <a:pt x="23" y="41"/>
                      <a:pt x="23" y="41"/>
                      <a:pt x="23" y="41"/>
                    </a:cubicBezTo>
                    <a:cubicBezTo>
                      <a:pt x="22" y="41"/>
                      <a:pt x="21" y="41"/>
                      <a:pt x="20" y="41"/>
                    </a:cubicBezTo>
                    <a:cubicBezTo>
                      <a:pt x="20" y="41"/>
                      <a:pt x="20" y="41"/>
                      <a:pt x="20" y="41"/>
                    </a:cubicBezTo>
                    <a:cubicBezTo>
                      <a:pt x="20" y="41"/>
                      <a:pt x="20" y="41"/>
                      <a:pt x="20" y="41"/>
                    </a:cubicBezTo>
                    <a:cubicBezTo>
                      <a:pt x="20" y="41"/>
                      <a:pt x="20" y="41"/>
                      <a:pt x="20" y="41"/>
                    </a:cubicBezTo>
                    <a:cubicBezTo>
                      <a:pt x="19" y="40"/>
                      <a:pt x="19" y="40"/>
                      <a:pt x="19" y="40"/>
                    </a:cubicBezTo>
                    <a:cubicBezTo>
                      <a:pt x="18" y="38"/>
                      <a:pt x="18" y="38"/>
                      <a:pt x="18" y="38"/>
                    </a:cubicBezTo>
                    <a:cubicBezTo>
                      <a:pt x="18" y="38"/>
                      <a:pt x="18" y="38"/>
                      <a:pt x="18" y="38"/>
                    </a:cubicBezTo>
                    <a:cubicBezTo>
                      <a:pt x="18" y="38"/>
                      <a:pt x="18" y="38"/>
                      <a:pt x="18" y="38"/>
                    </a:cubicBezTo>
                    <a:cubicBezTo>
                      <a:pt x="17" y="38"/>
                      <a:pt x="17" y="38"/>
                      <a:pt x="17" y="38"/>
                    </a:cubicBezTo>
                    <a:cubicBezTo>
                      <a:pt x="16" y="38"/>
                      <a:pt x="16" y="38"/>
                      <a:pt x="16" y="38"/>
                    </a:cubicBezTo>
                    <a:cubicBezTo>
                      <a:pt x="15" y="38"/>
                      <a:pt x="15" y="38"/>
                      <a:pt x="15" y="38"/>
                    </a:cubicBezTo>
                    <a:cubicBezTo>
                      <a:pt x="15" y="38"/>
                      <a:pt x="15" y="38"/>
                      <a:pt x="15" y="38"/>
                    </a:cubicBezTo>
                    <a:cubicBezTo>
                      <a:pt x="15" y="35"/>
                      <a:pt x="15" y="35"/>
                      <a:pt x="15" y="35"/>
                    </a:cubicBezTo>
                    <a:cubicBezTo>
                      <a:pt x="15" y="35"/>
                      <a:pt x="15" y="35"/>
                      <a:pt x="15" y="35"/>
                    </a:cubicBezTo>
                    <a:cubicBezTo>
                      <a:pt x="15" y="34"/>
                      <a:pt x="15" y="34"/>
                      <a:pt x="15" y="34"/>
                    </a:cubicBezTo>
                    <a:cubicBezTo>
                      <a:pt x="15" y="34"/>
                      <a:pt x="15" y="34"/>
                      <a:pt x="15" y="34"/>
                    </a:cubicBezTo>
                    <a:cubicBezTo>
                      <a:pt x="14" y="34"/>
                      <a:pt x="14" y="34"/>
                      <a:pt x="14" y="34"/>
                    </a:cubicBezTo>
                    <a:cubicBezTo>
                      <a:pt x="13" y="34"/>
                      <a:pt x="13" y="34"/>
                      <a:pt x="13" y="34"/>
                    </a:cubicBezTo>
                    <a:cubicBezTo>
                      <a:pt x="12" y="34"/>
                      <a:pt x="12" y="34"/>
                      <a:pt x="12" y="34"/>
                    </a:cubicBezTo>
                    <a:cubicBezTo>
                      <a:pt x="12" y="34"/>
                      <a:pt x="12" y="34"/>
                      <a:pt x="12" y="34"/>
                    </a:cubicBezTo>
                    <a:cubicBezTo>
                      <a:pt x="12" y="32"/>
                      <a:pt x="12" y="32"/>
                      <a:pt x="12" y="32"/>
                    </a:cubicBezTo>
                    <a:cubicBezTo>
                      <a:pt x="12" y="32"/>
                      <a:pt x="12" y="32"/>
                      <a:pt x="12" y="32"/>
                    </a:cubicBezTo>
                    <a:cubicBezTo>
                      <a:pt x="13" y="32"/>
                      <a:pt x="13" y="32"/>
                      <a:pt x="13" y="32"/>
                    </a:cubicBezTo>
                    <a:cubicBezTo>
                      <a:pt x="13" y="32"/>
                      <a:pt x="13" y="32"/>
                      <a:pt x="13" y="32"/>
                    </a:cubicBezTo>
                    <a:cubicBezTo>
                      <a:pt x="13" y="31"/>
                      <a:pt x="13" y="31"/>
                      <a:pt x="13" y="31"/>
                    </a:cubicBezTo>
                    <a:cubicBezTo>
                      <a:pt x="12" y="31"/>
                      <a:pt x="12" y="31"/>
                      <a:pt x="12" y="31"/>
                    </a:cubicBezTo>
                    <a:cubicBezTo>
                      <a:pt x="12" y="31"/>
                      <a:pt x="12" y="31"/>
                      <a:pt x="12" y="31"/>
                    </a:cubicBezTo>
                    <a:cubicBezTo>
                      <a:pt x="10" y="30"/>
                      <a:pt x="10" y="30"/>
                      <a:pt x="10" y="30"/>
                    </a:cubicBezTo>
                    <a:cubicBezTo>
                      <a:pt x="11" y="28"/>
                      <a:pt x="11" y="28"/>
                      <a:pt x="11" y="28"/>
                    </a:cubicBezTo>
                    <a:cubicBezTo>
                      <a:pt x="11" y="28"/>
                      <a:pt x="11" y="28"/>
                      <a:pt x="11" y="28"/>
                    </a:cubicBezTo>
                    <a:cubicBezTo>
                      <a:pt x="12" y="28"/>
                      <a:pt x="12" y="28"/>
                      <a:pt x="12" y="28"/>
                    </a:cubicBezTo>
                    <a:cubicBezTo>
                      <a:pt x="12" y="28"/>
                      <a:pt x="12" y="28"/>
                      <a:pt x="12" y="28"/>
                    </a:cubicBezTo>
                    <a:cubicBezTo>
                      <a:pt x="11" y="26"/>
                      <a:pt x="11" y="26"/>
                      <a:pt x="11" y="26"/>
                    </a:cubicBezTo>
                    <a:cubicBezTo>
                      <a:pt x="11" y="26"/>
                      <a:pt x="11" y="26"/>
                      <a:pt x="11" y="26"/>
                    </a:cubicBezTo>
                    <a:cubicBezTo>
                      <a:pt x="11" y="27"/>
                      <a:pt x="11" y="27"/>
                      <a:pt x="11" y="27"/>
                    </a:cubicBezTo>
                    <a:cubicBezTo>
                      <a:pt x="9" y="25"/>
                      <a:pt x="9" y="25"/>
                      <a:pt x="9" y="25"/>
                    </a:cubicBezTo>
                    <a:cubicBezTo>
                      <a:pt x="11" y="24"/>
                      <a:pt x="11" y="24"/>
                      <a:pt x="11" y="24"/>
                    </a:cubicBezTo>
                    <a:cubicBezTo>
                      <a:pt x="11" y="24"/>
                      <a:pt x="11" y="24"/>
                      <a:pt x="11" y="24"/>
                    </a:cubicBezTo>
                    <a:cubicBezTo>
                      <a:pt x="12" y="25"/>
                      <a:pt x="12" y="25"/>
                      <a:pt x="12" y="25"/>
                    </a:cubicBezTo>
                    <a:cubicBezTo>
                      <a:pt x="12" y="23"/>
                      <a:pt x="12" y="23"/>
                      <a:pt x="12" y="23"/>
                    </a:cubicBezTo>
                    <a:cubicBezTo>
                      <a:pt x="11" y="23"/>
                      <a:pt x="11" y="23"/>
                      <a:pt x="11" y="23"/>
                    </a:cubicBezTo>
                    <a:cubicBezTo>
                      <a:pt x="11" y="23"/>
                      <a:pt x="11" y="23"/>
                      <a:pt x="11" y="23"/>
                    </a:cubicBezTo>
                    <a:cubicBezTo>
                      <a:pt x="11" y="21"/>
                      <a:pt x="11" y="21"/>
                      <a:pt x="11" y="21"/>
                    </a:cubicBezTo>
                    <a:cubicBezTo>
                      <a:pt x="11" y="21"/>
                      <a:pt x="11" y="21"/>
                      <a:pt x="11" y="21"/>
                    </a:cubicBezTo>
                    <a:cubicBezTo>
                      <a:pt x="10" y="21"/>
                      <a:pt x="10" y="21"/>
                      <a:pt x="10" y="21"/>
                    </a:cubicBezTo>
                    <a:cubicBezTo>
                      <a:pt x="11" y="21"/>
                      <a:pt x="11" y="21"/>
                      <a:pt x="11" y="21"/>
                    </a:cubicBezTo>
                    <a:cubicBezTo>
                      <a:pt x="11" y="21"/>
                      <a:pt x="11" y="21"/>
                      <a:pt x="11" y="21"/>
                    </a:cubicBezTo>
                    <a:cubicBezTo>
                      <a:pt x="11" y="21"/>
                      <a:pt x="11" y="21"/>
                      <a:pt x="11" y="21"/>
                    </a:cubicBezTo>
                    <a:cubicBezTo>
                      <a:pt x="12" y="20"/>
                      <a:pt x="12" y="20"/>
                      <a:pt x="12" y="20"/>
                    </a:cubicBezTo>
                    <a:cubicBezTo>
                      <a:pt x="12" y="20"/>
                      <a:pt x="12" y="20"/>
                      <a:pt x="12" y="20"/>
                    </a:cubicBezTo>
                    <a:cubicBezTo>
                      <a:pt x="12" y="20"/>
                      <a:pt x="12" y="19"/>
                      <a:pt x="12" y="18"/>
                    </a:cubicBezTo>
                    <a:cubicBezTo>
                      <a:pt x="12" y="16"/>
                      <a:pt x="12" y="16"/>
                      <a:pt x="12" y="16"/>
                    </a:cubicBezTo>
                    <a:cubicBezTo>
                      <a:pt x="12" y="16"/>
                      <a:pt x="12" y="16"/>
                      <a:pt x="12" y="16"/>
                    </a:cubicBezTo>
                    <a:cubicBezTo>
                      <a:pt x="12" y="17"/>
                      <a:pt x="13" y="18"/>
                      <a:pt x="13" y="19"/>
                    </a:cubicBezTo>
                    <a:cubicBezTo>
                      <a:pt x="14" y="20"/>
                      <a:pt x="14" y="21"/>
                      <a:pt x="16" y="22"/>
                    </a:cubicBezTo>
                    <a:cubicBezTo>
                      <a:pt x="17" y="23"/>
                      <a:pt x="18" y="24"/>
                      <a:pt x="19" y="25"/>
                    </a:cubicBezTo>
                    <a:cubicBezTo>
                      <a:pt x="19" y="25"/>
                      <a:pt x="19" y="25"/>
                      <a:pt x="19" y="25"/>
                    </a:cubicBezTo>
                    <a:cubicBezTo>
                      <a:pt x="19" y="26"/>
                      <a:pt x="19" y="26"/>
                      <a:pt x="19" y="26"/>
                    </a:cubicBezTo>
                    <a:cubicBezTo>
                      <a:pt x="19" y="26"/>
                      <a:pt x="18" y="28"/>
                      <a:pt x="17" y="28"/>
                    </a:cubicBezTo>
                    <a:cubicBezTo>
                      <a:pt x="17" y="28"/>
                      <a:pt x="17" y="28"/>
                      <a:pt x="17" y="28"/>
                    </a:cubicBezTo>
                    <a:cubicBezTo>
                      <a:pt x="17" y="28"/>
                      <a:pt x="17" y="28"/>
                      <a:pt x="17" y="28"/>
                    </a:cubicBezTo>
                    <a:cubicBezTo>
                      <a:pt x="16" y="28"/>
                      <a:pt x="16" y="28"/>
                      <a:pt x="16" y="28"/>
                    </a:cubicBezTo>
                    <a:cubicBezTo>
                      <a:pt x="16" y="29"/>
                      <a:pt x="16" y="29"/>
                      <a:pt x="16" y="29"/>
                    </a:cubicBezTo>
                    <a:cubicBezTo>
                      <a:pt x="16" y="31"/>
                      <a:pt x="17" y="33"/>
                      <a:pt x="19" y="33"/>
                    </a:cubicBezTo>
                    <a:cubicBezTo>
                      <a:pt x="20" y="33"/>
                      <a:pt x="20" y="33"/>
                      <a:pt x="20" y="33"/>
                    </a:cubicBezTo>
                    <a:cubicBezTo>
                      <a:pt x="20" y="33"/>
                      <a:pt x="22" y="35"/>
                      <a:pt x="23" y="35"/>
                    </a:cubicBezTo>
                    <a:cubicBezTo>
                      <a:pt x="24" y="35"/>
                      <a:pt x="24" y="35"/>
                      <a:pt x="24" y="35"/>
                    </a:cubicBezTo>
                    <a:cubicBezTo>
                      <a:pt x="25" y="35"/>
                      <a:pt x="25" y="35"/>
                      <a:pt x="25" y="35"/>
                    </a:cubicBezTo>
                    <a:cubicBezTo>
                      <a:pt x="25" y="34"/>
                      <a:pt x="25" y="34"/>
                      <a:pt x="25" y="34"/>
                    </a:cubicBezTo>
                    <a:cubicBezTo>
                      <a:pt x="27" y="36"/>
                      <a:pt x="27" y="36"/>
                      <a:pt x="27" y="36"/>
                    </a:cubicBezTo>
                    <a:cubicBezTo>
                      <a:pt x="27" y="36"/>
                      <a:pt x="27" y="36"/>
                      <a:pt x="27" y="36"/>
                    </a:cubicBezTo>
                    <a:cubicBezTo>
                      <a:pt x="28" y="34"/>
                      <a:pt x="28" y="34"/>
                      <a:pt x="28" y="34"/>
                    </a:cubicBezTo>
                    <a:cubicBezTo>
                      <a:pt x="28" y="34"/>
                      <a:pt x="28" y="34"/>
                      <a:pt x="28" y="34"/>
                    </a:cubicBezTo>
                    <a:cubicBezTo>
                      <a:pt x="29" y="33"/>
                      <a:pt x="29" y="33"/>
                      <a:pt x="29" y="33"/>
                    </a:cubicBezTo>
                    <a:cubicBezTo>
                      <a:pt x="29" y="35"/>
                      <a:pt x="29" y="35"/>
                      <a:pt x="29" y="35"/>
                    </a:cubicBezTo>
                    <a:cubicBezTo>
                      <a:pt x="31" y="36"/>
                      <a:pt x="31" y="36"/>
                      <a:pt x="31" y="36"/>
                    </a:cubicBezTo>
                    <a:cubicBezTo>
                      <a:pt x="31" y="38"/>
                      <a:pt x="31" y="38"/>
                      <a:pt x="31" y="38"/>
                    </a:cubicBezTo>
                    <a:cubicBezTo>
                      <a:pt x="31" y="39"/>
                      <a:pt x="31" y="39"/>
                      <a:pt x="31" y="39"/>
                    </a:cubicBezTo>
                    <a:cubicBezTo>
                      <a:pt x="31" y="41"/>
                      <a:pt x="31" y="43"/>
                      <a:pt x="30" y="44"/>
                    </a:cubicBezTo>
                    <a:cubicBezTo>
                      <a:pt x="30" y="45"/>
                      <a:pt x="30" y="45"/>
                      <a:pt x="30" y="45"/>
                    </a:cubicBezTo>
                    <a:cubicBezTo>
                      <a:pt x="30" y="46"/>
                      <a:pt x="32" y="48"/>
                      <a:pt x="32" y="48"/>
                    </a:cubicBezTo>
                    <a:cubicBezTo>
                      <a:pt x="32" y="49"/>
                      <a:pt x="32" y="49"/>
                      <a:pt x="32" y="49"/>
                    </a:cubicBezTo>
                    <a:cubicBezTo>
                      <a:pt x="32" y="48"/>
                      <a:pt x="32" y="48"/>
                      <a:pt x="32" y="48"/>
                    </a:cubicBezTo>
                    <a:cubicBezTo>
                      <a:pt x="32" y="48"/>
                      <a:pt x="32" y="48"/>
                      <a:pt x="32" y="48"/>
                    </a:cubicBezTo>
                    <a:cubicBezTo>
                      <a:pt x="33" y="48"/>
                      <a:pt x="34" y="48"/>
                      <a:pt x="36" y="47"/>
                    </a:cubicBezTo>
                    <a:moveTo>
                      <a:pt x="11" y="27"/>
                    </a:moveTo>
                    <a:cubicBezTo>
                      <a:pt x="11" y="27"/>
                      <a:pt x="11" y="27"/>
                      <a:pt x="11" y="27"/>
                    </a:cubicBezTo>
                    <a:cubicBezTo>
                      <a:pt x="11" y="27"/>
                      <a:pt x="11" y="27"/>
                      <a:pt x="11" y="27"/>
                    </a:cubicBezTo>
                    <a:close/>
                    <a:moveTo>
                      <a:pt x="36" y="42"/>
                    </a:moveTo>
                    <a:cubicBezTo>
                      <a:pt x="34" y="45"/>
                      <a:pt x="33" y="47"/>
                      <a:pt x="32" y="48"/>
                    </a:cubicBezTo>
                    <a:cubicBezTo>
                      <a:pt x="32" y="47"/>
                      <a:pt x="31" y="46"/>
                      <a:pt x="31" y="45"/>
                    </a:cubicBezTo>
                    <a:cubicBezTo>
                      <a:pt x="31" y="44"/>
                      <a:pt x="31" y="44"/>
                      <a:pt x="31" y="44"/>
                    </a:cubicBezTo>
                    <a:cubicBezTo>
                      <a:pt x="31" y="43"/>
                      <a:pt x="32" y="41"/>
                      <a:pt x="32" y="39"/>
                    </a:cubicBezTo>
                    <a:cubicBezTo>
                      <a:pt x="32" y="38"/>
                      <a:pt x="32" y="38"/>
                      <a:pt x="32" y="38"/>
                    </a:cubicBezTo>
                    <a:cubicBezTo>
                      <a:pt x="31" y="37"/>
                      <a:pt x="31" y="37"/>
                      <a:pt x="31" y="37"/>
                    </a:cubicBezTo>
                    <a:cubicBezTo>
                      <a:pt x="31" y="36"/>
                      <a:pt x="31" y="36"/>
                      <a:pt x="31" y="36"/>
                    </a:cubicBezTo>
                    <a:cubicBezTo>
                      <a:pt x="32" y="35"/>
                      <a:pt x="32" y="35"/>
                      <a:pt x="32" y="35"/>
                    </a:cubicBezTo>
                    <a:cubicBezTo>
                      <a:pt x="33" y="34"/>
                      <a:pt x="33" y="34"/>
                      <a:pt x="33" y="34"/>
                    </a:cubicBezTo>
                    <a:cubicBezTo>
                      <a:pt x="34" y="36"/>
                      <a:pt x="34" y="36"/>
                      <a:pt x="34" y="36"/>
                    </a:cubicBezTo>
                    <a:cubicBezTo>
                      <a:pt x="36" y="37"/>
                      <a:pt x="36" y="37"/>
                      <a:pt x="36" y="37"/>
                    </a:cubicBezTo>
                    <a:cubicBezTo>
                      <a:pt x="37" y="39"/>
                      <a:pt x="37" y="39"/>
                      <a:pt x="37" y="39"/>
                    </a:cubicBezTo>
                    <a:cubicBezTo>
                      <a:pt x="37" y="40"/>
                      <a:pt x="36" y="41"/>
                      <a:pt x="36" y="42"/>
                    </a:cubicBezTo>
                    <a:moveTo>
                      <a:pt x="44" y="32"/>
                    </a:moveTo>
                    <a:cubicBezTo>
                      <a:pt x="43" y="32"/>
                      <a:pt x="43" y="32"/>
                      <a:pt x="43" y="32"/>
                    </a:cubicBezTo>
                    <a:cubicBezTo>
                      <a:pt x="42" y="32"/>
                      <a:pt x="42" y="32"/>
                      <a:pt x="42" y="32"/>
                    </a:cubicBezTo>
                    <a:cubicBezTo>
                      <a:pt x="41" y="33"/>
                      <a:pt x="40" y="35"/>
                      <a:pt x="40" y="36"/>
                    </a:cubicBezTo>
                    <a:cubicBezTo>
                      <a:pt x="40" y="37"/>
                      <a:pt x="40" y="37"/>
                      <a:pt x="40" y="37"/>
                    </a:cubicBezTo>
                    <a:cubicBezTo>
                      <a:pt x="40" y="38"/>
                      <a:pt x="40" y="38"/>
                      <a:pt x="40" y="38"/>
                    </a:cubicBezTo>
                    <a:cubicBezTo>
                      <a:pt x="37" y="39"/>
                      <a:pt x="37" y="39"/>
                      <a:pt x="37" y="39"/>
                    </a:cubicBezTo>
                    <a:cubicBezTo>
                      <a:pt x="37" y="39"/>
                      <a:pt x="37" y="39"/>
                      <a:pt x="37" y="39"/>
                    </a:cubicBezTo>
                    <a:cubicBezTo>
                      <a:pt x="37" y="37"/>
                      <a:pt x="37" y="37"/>
                      <a:pt x="37" y="37"/>
                    </a:cubicBezTo>
                    <a:cubicBezTo>
                      <a:pt x="37" y="37"/>
                      <a:pt x="37" y="37"/>
                      <a:pt x="37" y="37"/>
                    </a:cubicBezTo>
                    <a:cubicBezTo>
                      <a:pt x="38" y="37"/>
                      <a:pt x="38" y="37"/>
                      <a:pt x="38" y="37"/>
                    </a:cubicBezTo>
                    <a:cubicBezTo>
                      <a:pt x="38" y="37"/>
                      <a:pt x="38" y="37"/>
                      <a:pt x="38" y="37"/>
                    </a:cubicBezTo>
                    <a:cubicBezTo>
                      <a:pt x="39" y="37"/>
                      <a:pt x="39" y="37"/>
                      <a:pt x="39" y="37"/>
                    </a:cubicBezTo>
                    <a:cubicBezTo>
                      <a:pt x="38" y="36"/>
                      <a:pt x="38" y="36"/>
                      <a:pt x="38" y="36"/>
                    </a:cubicBezTo>
                    <a:cubicBezTo>
                      <a:pt x="36" y="34"/>
                      <a:pt x="36" y="34"/>
                      <a:pt x="36" y="34"/>
                    </a:cubicBezTo>
                    <a:cubicBezTo>
                      <a:pt x="36" y="34"/>
                      <a:pt x="36" y="34"/>
                      <a:pt x="36" y="34"/>
                    </a:cubicBezTo>
                    <a:cubicBezTo>
                      <a:pt x="37" y="31"/>
                      <a:pt x="37" y="31"/>
                      <a:pt x="37" y="31"/>
                    </a:cubicBezTo>
                    <a:cubicBezTo>
                      <a:pt x="38" y="31"/>
                      <a:pt x="38" y="30"/>
                      <a:pt x="38" y="29"/>
                    </a:cubicBezTo>
                    <a:cubicBezTo>
                      <a:pt x="39" y="28"/>
                      <a:pt x="39" y="27"/>
                      <a:pt x="39" y="26"/>
                    </a:cubicBezTo>
                    <a:cubicBezTo>
                      <a:pt x="39" y="27"/>
                      <a:pt x="40" y="28"/>
                      <a:pt x="40" y="29"/>
                    </a:cubicBezTo>
                    <a:cubicBezTo>
                      <a:pt x="40" y="29"/>
                      <a:pt x="40" y="29"/>
                      <a:pt x="40" y="29"/>
                    </a:cubicBezTo>
                    <a:cubicBezTo>
                      <a:pt x="40" y="30"/>
                      <a:pt x="40" y="30"/>
                      <a:pt x="40" y="30"/>
                    </a:cubicBezTo>
                    <a:cubicBezTo>
                      <a:pt x="41" y="29"/>
                      <a:pt x="41" y="29"/>
                      <a:pt x="41" y="29"/>
                    </a:cubicBezTo>
                    <a:cubicBezTo>
                      <a:pt x="42" y="28"/>
                      <a:pt x="42" y="28"/>
                      <a:pt x="42" y="28"/>
                    </a:cubicBezTo>
                    <a:cubicBezTo>
                      <a:pt x="42" y="30"/>
                      <a:pt x="42" y="30"/>
                      <a:pt x="42" y="30"/>
                    </a:cubicBezTo>
                    <a:cubicBezTo>
                      <a:pt x="42" y="30"/>
                      <a:pt x="42" y="30"/>
                      <a:pt x="42" y="30"/>
                    </a:cubicBezTo>
                    <a:cubicBezTo>
                      <a:pt x="42" y="31"/>
                      <a:pt x="42" y="31"/>
                      <a:pt x="42" y="31"/>
                    </a:cubicBezTo>
                    <a:cubicBezTo>
                      <a:pt x="42" y="31"/>
                      <a:pt x="42" y="31"/>
                      <a:pt x="42" y="31"/>
                    </a:cubicBezTo>
                    <a:cubicBezTo>
                      <a:pt x="43" y="30"/>
                      <a:pt x="43" y="30"/>
                      <a:pt x="43" y="30"/>
                    </a:cubicBezTo>
                    <a:cubicBezTo>
                      <a:pt x="43" y="30"/>
                      <a:pt x="44" y="31"/>
                      <a:pt x="44" y="32"/>
                    </a:cubicBezTo>
                    <a:moveTo>
                      <a:pt x="48" y="29"/>
                    </a:moveTo>
                    <a:cubicBezTo>
                      <a:pt x="48" y="29"/>
                      <a:pt x="48" y="29"/>
                      <a:pt x="48" y="29"/>
                    </a:cubicBezTo>
                    <a:cubicBezTo>
                      <a:pt x="48" y="29"/>
                      <a:pt x="48" y="29"/>
                      <a:pt x="48" y="29"/>
                    </a:cubicBezTo>
                    <a:cubicBezTo>
                      <a:pt x="47" y="28"/>
                      <a:pt x="47" y="28"/>
                      <a:pt x="47" y="28"/>
                    </a:cubicBezTo>
                    <a:cubicBezTo>
                      <a:pt x="47" y="28"/>
                      <a:pt x="47" y="28"/>
                      <a:pt x="47" y="28"/>
                    </a:cubicBezTo>
                    <a:cubicBezTo>
                      <a:pt x="47" y="28"/>
                      <a:pt x="47" y="28"/>
                      <a:pt x="47" y="28"/>
                    </a:cubicBezTo>
                    <a:lnTo>
                      <a:pt x="48" y="29"/>
                    </a:lnTo>
                    <a:close/>
                    <a:moveTo>
                      <a:pt x="47" y="15"/>
                    </a:moveTo>
                    <a:cubicBezTo>
                      <a:pt x="46" y="18"/>
                      <a:pt x="46" y="18"/>
                      <a:pt x="46" y="18"/>
                    </a:cubicBezTo>
                    <a:cubicBezTo>
                      <a:pt x="46" y="18"/>
                      <a:pt x="46" y="19"/>
                      <a:pt x="46" y="20"/>
                    </a:cubicBezTo>
                    <a:cubicBezTo>
                      <a:pt x="46" y="21"/>
                      <a:pt x="46" y="21"/>
                      <a:pt x="46" y="21"/>
                    </a:cubicBezTo>
                    <a:cubicBezTo>
                      <a:pt x="47" y="25"/>
                      <a:pt x="47" y="25"/>
                      <a:pt x="47" y="25"/>
                    </a:cubicBezTo>
                    <a:cubicBezTo>
                      <a:pt x="47" y="27"/>
                      <a:pt x="47" y="27"/>
                      <a:pt x="47" y="27"/>
                    </a:cubicBezTo>
                    <a:cubicBezTo>
                      <a:pt x="47" y="27"/>
                      <a:pt x="47" y="27"/>
                      <a:pt x="47" y="27"/>
                    </a:cubicBezTo>
                    <a:cubicBezTo>
                      <a:pt x="47" y="28"/>
                      <a:pt x="47" y="28"/>
                      <a:pt x="47" y="28"/>
                    </a:cubicBezTo>
                    <a:cubicBezTo>
                      <a:pt x="47" y="28"/>
                      <a:pt x="47" y="28"/>
                      <a:pt x="47" y="28"/>
                    </a:cubicBezTo>
                    <a:cubicBezTo>
                      <a:pt x="46" y="27"/>
                      <a:pt x="46" y="27"/>
                      <a:pt x="46" y="27"/>
                    </a:cubicBezTo>
                    <a:cubicBezTo>
                      <a:pt x="46" y="26"/>
                      <a:pt x="46" y="26"/>
                      <a:pt x="46" y="26"/>
                    </a:cubicBezTo>
                    <a:cubicBezTo>
                      <a:pt x="46" y="24"/>
                      <a:pt x="46" y="24"/>
                      <a:pt x="46" y="24"/>
                    </a:cubicBezTo>
                    <a:cubicBezTo>
                      <a:pt x="45" y="23"/>
                      <a:pt x="45" y="23"/>
                      <a:pt x="45" y="23"/>
                    </a:cubicBezTo>
                    <a:cubicBezTo>
                      <a:pt x="45" y="23"/>
                      <a:pt x="45" y="23"/>
                      <a:pt x="45" y="23"/>
                    </a:cubicBezTo>
                    <a:cubicBezTo>
                      <a:pt x="45" y="23"/>
                      <a:pt x="45" y="23"/>
                      <a:pt x="45" y="23"/>
                    </a:cubicBezTo>
                    <a:cubicBezTo>
                      <a:pt x="45" y="22"/>
                      <a:pt x="45" y="22"/>
                      <a:pt x="45" y="22"/>
                    </a:cubicBezTo>
                    <a:cubicBezTo>
                      <a:pt x="45" y="23"/>
                      <a:pt x="45" y="23"/>
                      <a:pt x="45" y="23"/>
                    </a:cubicBezTo>
                    <a:cubicBezTo>
                      <a:pt x="45" y="23"/>
                      <a:pt x="45" y="23"/>
                      <a:pt x="45" y="23"/>
                    </a:cubicBezTo>
                    <a:cubicBezTo>
                      <a:pt x="45" y="23"/>
                      <a:pt x="45" y="23"/>
                      <a:pt x="45" y="23"/>
                    </a:cubicBezTo>
                    <a:cubicBezTo>
                      <a:pt x="45" y="23"/>
                      <a:pt x="45" y="23"/>
                      <a:pt x="45" y="23"/>
                    </a:cubicBezTo>
                    <a:cubicBezTo>
                      <a:pt x="45" y="23"/>
                      <a:pt x="44" y="25"/>
                      <a:pt x="44" y="26"/>
                    </a:cubicBezTo>
                    <a:cubicBezTo>
                      <a:pt x="43" y="28"/>
                      <a:pt x="43" y="28"/>
                      <a:pt x="43" y="28"/>
                    </a:cubicBezTo>
                    <a:cubicBezTo>
                      <a:pt x="43" y="30"/>
                      <a:pt x="43" y="30"/>
                      <a:pt x="43" y="30"/>
                    </a:cubicBezTo>
                    <a:cubicBezTo>
                      <a:pt x="42" y="28"/>
                      <a:pt x="42" y="28"/>
                      <a:pt x="42" y="28"/>
                    </a:cubicBezTo>
                    <a:cubicBezTo>
                      <a:pt x="42" y="27"/>
                      <a:pt x="42" y="27"/>
                      <a:pt x="42" y="27"/>
                    </a:cubicBezTo>
                    <a:cubicBezTo>
                      <a:pt x="42" y="27"/>
                      <a:pt x="42" y="27"/>
                      <a:pt x="42" y="27"/>
                    </a:cubicBezTo>
                    <a:cubicBezTo>
                      <a:pt x="42" y="26"/>
                      <a:pt x="42" y="26"/>
                      <a:pt x="42" y="26"/>
                    </a:cubicBezTo>
                    <a:cubicBezTo>
                      <a:pt x="43" y="24"/>
                      <a:pt x="43" y="22"/>
                      <a:pt x="43" y="21"/>
                    </a:cubicBezTo>
                    <a:cubicBezTo>
                      <a:pt x="43" y="20"/>
                      <a:pt x="43" y="20"/>
                      <a:pt x="43" y="20"/>
                    </a:cubicBezTo>
                    <a:cubicBezTo>
                      <a:pt x="43" y="18"/>
                      <a:pt x="43" y="18"/>
                      <a:pt x="43" y="18"/>
                    </a:cubicBezTo>
                    <a:cubicBezTo>
                      <a:pt x="44" y="19"/>
                      <a:pt x="44" y="19"/>
                      <a:pt x="44" y="19"/>
                    </a:cubicBezTo>
                    <a:cubicBezTo>
                      <a:pt x="44" y="18"/>
                      <a:pt x="44" y="18"/>
                      <a:pt x="44" y="18"/>
                    </a:cubicBezTo>
                    <a:cubicBezTo>
                      <a:pt x="44" y="16"/>
                      <a:pt x="44" y="16"/>
                      <a:pt x="44" y="16"/>
                    </a:cubicBezTo>
                    <a:cubicBezTo>
                      <a:pt x="44" y="15"/>
                      <a:pt x="43" y="14"/>
                      <a:pt x="43" y="14"/>
                    </a:cubicBezTo>
                    <a:cubicBezTo>
                      <a:pt x="43" y="14"/>
                      <a:pt x="43" y="14"/>
                      <a:pt x="43" y="14"/>
                    </a:cubicBezTo>
                    <a:cubicBezTo>
                      <a:pt x="43" y="13"/>
                      <a:pt x="43" y="13"/>
                      <a:pt x="43" y="13"/>
                    </a:cubicBezTo>
                    <a:cubicBezTo>
                      <a:pt x="43" y="12"/>
                      <a:pt x="43" y="12"/>
                      <a:pt x="43" y="12"/>
                    </a:cubicBezTo>
                    <a:cubicBezTo>
                      <a:pt x="44" y="12"/>
                      <a:pt x="44" y="12"/>
                      <a:pt x="44" y="12"/>
                    </a:cubicBezTo>
                    <a:cubicBezTo>
                      <a:pt x="44" y="12"/>
                      <a:pt x="44" y="12"/>
                      <a:pt x="44" y="12"/>
                    </a:cubicBezTo>
                    <a:cubicBezTo>
                      <a:pt x="45" y="14"/>
                      <a:pt x="45" y="14"/>
                      <a:pt x="45" y="14"/>
                    </a:cubicBezTo>
                    <a:cubicBezTo>
                      <a:pt x="45" y="14"/>
                      <a:pt x="45" y="14"/>
                      <a:pt x="45" y="14"/>
                    </a:cubicBezTo>
                    <a:cubicBezTo>
                      <a:pt x="45" y="14"/>
                      <a:pt x="45" y="14"/>
                      <a:pt x="45" y="14"/>
                    </a:cubicBezTo>
                    <a:cubicBezTo>
                      <a:pt x="45" y="15"/>
                      <a:pt x="45" y="15"/>
                      <a:pt x="45" y="15"/>
                    </a:cubicBezTo>
                    <a:cubicBezTo>
                      <a:pt x="44" y="16"/>
                      <a:pt x="44" y="16"/>
                      <a:pt x="44" y="16"/>
                    </a:cubicBezTo>
                    <a:cubicBezTo>
                      <a:pt x="44" y="16"/>
                      <a:pt x="44" y="16"/>
                      <a:pt x="44" y="16"/>
                    </a:cubicBezTo>
                    <a:cubicBezTo>
                      <a:pt x="44" y="17"/>
                      <a:pt x="44" y="17"/>
                      <a:pt x="44" y="17"/>
                    </a:cubicBezTo>
                    <a:cubicBezTo>
                      <a:pt x="44" y="19"/>
                      <a:pt x="44" y="19"/>
                      <a:pt x="44" y="19"/>
                    </a:cubicBezTo>
                    <a:cubicBezTo>
                      <a:pt x="45" y="19"/>
                      <a:pt x="45" y="19"/>
                      <a:pt x="45" y="19"/>
                    </a:cubicBezTo>
                    <a:cubicBezTo>
                      <a:pt x="45" y="17"/>
                      <a:pt x="45" y="17"/>
                      <a:pt x="45" y="17"/>
                    </a:cubicBezTo>
                    <a:cubicBezTo>
                      <a:pt x="45" y="16"/>
                      <a:pt x="45" y="16"/>
                      <a:pt x="45" y="16"/>
                    </a:cubicBezTo>
                    <a:cubicBezTo>
                      <a:pt x="45" y="16"/>
                      <a:pt x="45" y="16"/>
                      <a:pt x="45" y="16"/>
                    </a:cubicBezTo>
                    <a:cubicBezTo>
                      <a:pt x="45" y="15"/>
                      <a:pt x="45" y="15"/>
                      <a:pt x="45" y="15"/>
                    </a:cubicBezTo>
                    <a:cubicBezTo>
                      <a:pt x="45" y="15"/>
                      <a:pt x="45" y="15"/>
                      <a:pt x="45" y="15"/>
                    </a:cubicBezTo>
                    <a:cubicBezTo>
                      <a:pt x="47" y="13"/>
                      <a:pt x="47" y="13"/>
                      <a:pt x="47" y="13"/>
                    </a:cubicBezTo>
                    <a:cubicBezTo>
                      <a:pt x="47" y="13"/>
                      <a:pt x="47" y="13"/>
                      <a:pt x="47" y="13"/>
                    </a:cubicBezTo>
                    <a:cubicBezTo>
                      <a:pt x="47" y="13"/>
                      <a:pt x="47" y="13"/>
                      <a:pt x="47" y="13"/>
                    </a:cubicBezTo>
                    <a:cubicBezTo>
                      <a:pt x="48" y="14"/>
                      <a:pt x="48" y="14"/>
                      <a:pt x="48" y="14"/>
                    </a:cubicBezTo>
                    <a:lnTo>
                      <a:pt x="47" y="15"/>
                    </a:lnTo>
                    <a:close/>
                    <a:moveTo>
                      <a:pt x="48" y="13"/>
                    </a:moveTo>
                    <a:cubicBezTo>
                      <a:pt x="47" y="13"/>
                      <a:pt x="47" y="13"/>
                      <a:pt x="47" y="13"/>
                    </a:cubicBezTo>
                    <a:cubicBezTo>
                      <a:pt x="47" y="13"/>
                      <a:pt x="47" y="13"/>
                      <a:pt x="47" y="13"/>
                    </a:cubicBezTo>
                    <a:cubicBezTo>
                      <a:pt x="48" y="12"/>
                      <a:pt x="48" y="12"/>
                      <a:pt x="48" y="12"/>
                    </a:cubicBezTo>
                    <a:cubicBezTo>
                      <a:pt x="48" y="12"/>
                      <a:pt x="48" y="12"/>
                      <a:pt x="48" y="12"/>
                    </a:cubicBezTo>
                    <a:lnTo>
                      <a:pt x="48" y="13"/>
                    </a:lnTo>
                    <a:close/>
                    <a:moveTo>
                      <a:pt x="11" y="78"/>
                    </a:moveTo>
                    <a:cubicBezTo>
                      <a:pt x="11" y="79"/>
                      <a:pt x="11" y="79"/>
                      <a:pt x="11" y="79"/>
                    </a:cubicBezTo>
                    <a:cubicBezTo>
                      <a:pt x="10" y="80"/>
                      <a:pt x="10" y="80"/>
                      <a:pt x="10" y="80"/>
                    </a:cubicBezTo>
                    <a:cubicBezTo>
                      <a:pt x="10" y="81"/>
                      <a:pt x="10" y="81"/>
                      <a:pt x="10" y="81"/>
                    </a:cubicBezTo>
                    <a:cubicBezTo>
                      <a:pt x="11" y="81"/>
                      <a:pt x="11" y="81"/>
                      <a:pt x="11" y="81"/>
                    </a:cubicBezTo>
                    <a:cubicBezTo>
                      <a:pt x="11" y="80"/>
                      <a:pt x="11" y="80"/>
                      <a:pt x="11" y="80"/>
                    </a:cubicBezTo>
                    <a:cubicBezTo>
                      <a:pt x="11" y="80"/>
                      <a:pt x="11" y="80"/>
                      <a:pt x="11" y="80"/>
                    </a:cubicBezTo>
                    <a:cubicBezTo>
                      <a:pt x="12" y="78"/>
                      <a:pt x="12" y="78"/>
                      <a:pt x="12" y="78"/>
                    </a:cubicBezTo>
                    <a:lnTo>
                      <a:pt x="11" y="78"/>
                    </a:lnTo>
                    <a:close/>
                    <a:moveTo>
                      <a:pt x="26" y="52"/>
                    </a:moveTo>
                    <a:cubicBezTo>
                      <a:pt x="26" y="52"/>
                      <a:pt x="24" y="53"/>
                      <a:pt x="23" y="54"/>
                    </a:cubicBezTo>
                    <a:cubicBezTo>
                      <a:pt x="21" y="55"/>
                      <a:pt x="20" y="55"/>
                      <a:pt x="20" y="56"/>
                    </a:cubicBezTo>
                    <a:cubicBezTo>
                      <a:pt x="19" y="57"/>
                      <a:pt x="19" y="57"/>
                      <a:pt x="19" y="57"/>
                    </a:cubicBezTo>
                    <a:cubicBezTo>
                      <a:pt x="20" y="57"/>
                      <a:pt x="20" y="57"/>
                      <a:pt x="20" y="57"/>
                    </a:cubicBezTo>
                    <a:cubicBezTo>
                      <a:pt x="20" y="56"/>
                      <a:pt x="20" y="56"/>
                      <a:pt x="20" y="56"/>
                    </a:cubicBezTo>
                    <a:cubicBezTo>
                      <a:pt x="20" y="55"/>
                      <a:pt x="21" y="55"/>
                      <a:pt x="23" y="54"/>
                    </a:cubicBezTo>
                    <a:cubicBezTo>
                      <a:pt x="25" y="54"/>
                      <a:pt x="26" y="52"/>
                      <a:pt x="26" y="52"/>
                    </a:cubicBezTo>
                    <a:close/>
                    <a:moveTo>
                      <a:pt x="8" y="82"/>
                    </a:moveTo>
                    <a:cubicBezTo>
                      <a:pt x="8" y="83"/>
                      <a:pt x="8" y="83"/>
                      <a:pt x="8" y="83"/>
                    </a:cubicBezTo>
                    <a:cubicBezTo>
                      <a:pt x="8" y="83"/>
                      <a:pt x="8" y="83"/>
                      <a:pt x="8" y="83"/>
                    </a:cubicBezTo>
                    <a:cubicBezTo>
                      <a:pt x="8" y="83"/>
                      <a:pt x="8" y="83"/>
                      <a:pt x="8" y="83"/>
                    </a:cubicBezTo>
                    <a:cubicBezTo>
                      <a:pt x="9" y="84"/>
                      <a:pt x="9" y="84"/>
                      <a:pt x="9" y="84"/>
                    </a:cubicBezTo>
                    <a:cubicBezTo>
                      <a:pt x="9" y="85"/>
                      <a:pt x="9" y="85"/>
                      <a:pt x="9" y="85"/>
                    </a:cubicBezTo>
                    <a:cubicBezTo>
                      <a:pt x="8" y="85"/>
                      <a:pt x="9" y="86"/>
                      <a:pt x="8" y="86"/>
                    </a:cubicBezTo>
                    <a:cubicBezTo>
                      <a:pt x="7" y="88"/>
                      <a:pt x="7" y="88"/>
                      <a:pt x="7" y="88"/>
                    </a:cubicBezTo>
                    <a:cubicBezTo>
                      <a:pt x="7" y="89"/>
                      <a:pt x="7" y="89"/>
                      <a:pt x="7" y="89"/>
                    </a:cubicBezTo>
                    <a:cubicBezTo>
                      <a:pt x="7" y="90"/>
                      <a:pt x="7" y="91"/>
                      <a:pt x="7" y="92"/>
                    </a:cubicBezTo>
                    <a:cubicBezTo>
                      <a:pt x="7" y="95"/>
                      <a:pt x="7" y="95"/>
                      <a:pt x="7" y="95"/>
                    </a:cubicBezTo>
                    <a:cubicBezTo>
                      <a:pt x="7" y="95"/>
                      <a:pt x="7" y="95"/>
                      <a:pt x="7" y="95"/>
                    </a:cubicBezTo>
                    <a:cubicBezTo>
                      <a:pt x="8" y="96"/>
                      <a:pt x="8" y="96"/>
                      <a:pt x="8" y="96"/>
                    </a:cubicBezTo>
                    <a:cubicBezTo>
                      <a:pt x="8" y="96"/>
                      <a:pt x="8" y="96"/>
                      <a:pt x="8" y="96"/>
                    </a:cubicBezTo>
                    <a:cubicBezTo>
                      <a:pt x="8" y="95"/>
                      <a:pt x="8" y="95"/>
                      <a:pt x="8" y="95"/>
                    </a:cubicBezTo>
                    <a:cubicBezTo>
                      <a:pt x="8" y="95"/>
                      <a:pt x="8" y="95"/>
                      <a:pt x="8" y="95"/>
                    </a:cubicBezTo>
                    <a:cubicBezTo>
                      <a:pt x="8" y="92"/>
                      <a:pt x="8" y="92"/>
                      <a:pt x="8" y="92"/>
                    </a:cubicBezTo>
                    <a:cubicBezTo>
                      <a:pt x="8" y="91"/>
                      <a:pt x="8" y="90"/>
                      <a:pt x="8" y="89"/>
                    </a:cubicBezTo>
                    <a:cubicBezTo>
                      <a:pt x="8" y="89"/>
                      <a:pt x="8" y="89"/>
                      <a:pt x="8" y="89"/>
                    </a:cubicBezTo>
                    <a:cubicBezTo>
                      <a:pt x="9" y="87"/>
                      <a:pt x="9" y="87"/>
                      <a:pt x="9" y="87"/>
                    </a:cubicBezTo>
                    <a:cubicBezTo>
                      <a:pt x="9" y="85"/>
                      <a:pt x="9" y="85"/>
                      <a:pt x="9" y="85"/>
                    </a:cubicBezTo>
                    <a:cubicBezTo>
                      <a:pt x="9" y="84"/>
                      <a:pt x="9" y="84"/>
                      <a:pt x="9" y="84"/>
                    </a:cubicBezTo>
                    <a:cubicBezTo>
                      <a:pt x="9" y="83"/>
                      <a:pt x="8" y="83"/>
                      <a:pt x="8" y="82"/>
                    </a:cubicBezTo>
                    <a:close/>
                    <a:moveTo>
                      <a:pt x="21" y="34"/>
                    </a:moveTo>
                    <a:cubicBezTo>
                      <a:pt x="20" y="34"/>
                      <a:pt x="20" y="34"/>
                      <a:pt x="20" y="34"/>
                    </a:cubicBezTo>
                    <a:cubicBezTo>
                      <a:pt x="19" y="34"/>
                      <a:pt x="19" y="34"/>
                      <a:pt x="19" y="34"/>
                    </a:cubicBezTo>
                    <a:cubicBezTo>
                      <a:pt x="18" y="34"/>
                      <a:pt x="18" y="34"/>
                      <a:pt x="18" y="34"/>
                    </a:cubicBezTo>
                    <a:cubicBezTo>
                      <a:pt x="18" y="33"/>
                      <a:pt x="18" y="33"/>
                      <a:pt x="18" y="33"/>
                    </a:cubicBezTo>
                    <a:cubicBezTo>
                      <a:pt x="18" y="32"/>
                      <a:pt x="17" y="32"/>
                      <a:pt x="16" y="32"/>
                    </a:cubicBezTo>
                    <a:cubicBezTo>
                      <a:pt x="15" y="31"/>
                      <a:pt x="15" y="31"/>
                      <a:pt x="15" y="30"/>
                    </a:cubicBezTo>
                    <a:cubicBezTo>
                      <a:pt x="15" y="30"/>
                      <a:pt x="15" y="30"/>
                      <a:pt x="15" y="30"/>
                    </a:cubicBezTo>
                    <a:cubicBezTo>
                      <a:pt x="15" y="29"/>
                      <a:pt x="15" y="29"/>
                      <a:pt x="15" y="29"/>
                    </a:cubicBezTo>
                    <a:cubicBezTo>
                      <a:pt x="15" y="29"/>
                      <a:pt x="15" y="29"/>
                      <a:pt x="15" y="29"/>
                    </a:cubicBezTo>
                    <a:cubicBezTo>
                      <a:pt x="15" y="27"/>
                      <a:pt x="15" y="27"/>
                      <a:pt x="15" y="27"/>
                    </a:cubicBezTo>
                    <a:cubicBezTo>
                      <a:pt x="14" y="25"/>
                      <a:pt x="14" y="25"/>
                      <a:pt x="14" y="25"/>
                    </a:cubicBezTo>
                    <a:cubicBezTo>
                      <a:pt x="15" y="26"/>
                      <a:pt x="15" y="26"/>
                      <a:pt x="15" y="26"/>
                    </a:cubicBezTo>
                    <a:cubicBezTo>
                      <a:pt x="15" y="26"/>
                      <a:pt x="15" y="26"/>
                      <a:pt x="15" y="26"/>
                    </a:cubicBezTo>
                    <a:cubicBezTo>
                      <a:pt x="16" y="25"/>
                      <a:pt x="16" y="25"/>
                      <a:pt x="16" y="25"/>
                    </a:cubicBezTo>
                    <a:cubicBezTo>
                      <a:pt x="16" y="25"/>
                      <a:pt x="16" y="25"/>
                      <a:pt x="16" y="25"/>
                    </a:cubicBezTo>
                    <a:cubicBezTo>
                      <a:pt x="16" y="23"/>
                      <a:pt x="16" y="23"/>
                      <a:pt x="16" y="23"/>
                    </a:cubicBezTo>
                    <a:cubicBezTo>
                      <a:pt x="14" y="22"/>
                      <a:pt x="14" y="22"/>
                      <a:pt x="14" y="22"/>
                    </a:cubicBezTo>
                    <a:cubicBezTo>
                      <a:pt x="14" y="22"/>
                      <a:pt x="14" y="22"/>
                      <a:pt x="14" y="22"/>
                    </a:cubicBezTo>
                    <a:cubicBezTo>
                      <a:pt x="15" y="23"/>
                      <a:pt x="15" y="23"/>
                      <a:pt x="15" y="23"/>
                    </a:cubicBezTo>
                    <a:cubicBezTo>
                      <a:pt x="15" y="23"/>
                      <a:pt x="15" y="23"/>
                      <a:pt x="15" y="23"/>
                    </a:cubicBezTo>
                    <a:cubicBezTo>
                      <a:pt x="16" y="25"/>
                      <a:pt x="16" y="25"/>
                      <a:pt x="16" y="25"/>
                    </a:cubicBezTo>
                    <a:cubicBezTo>
                      <a:pt x="16" y="25"/>
                      <a:pt x="16" y="25"/>
                      <a:pt x="16" y="25"/>
                    </a:cubicBezTo>
                    <a:cubicBezTo>
                      <a:pt x="15" y="25"/>
                      <a:pt x="15" y="25"/>
                      <a:pt x="15" y="25"/>
                    </a:cubicBezTo>
                    <a:cubicBezTo>
                      <a:pt x="15" y="25"/>
                      <a:pt x="15" y="25"/>
                      <a:pt x="15" y="25"/>
                    </a:cubicBezTo>
                    <a:cubicBezTo>
                      <a:pt x="14" y="25"/>
                      <a:pt x="14" y="25"/>
                      <a:pt x="14" y="25"/>
                    </a:cubicBezTo>
                    <a:cubicBezTo>
                      <a:pt x="14" y="24"/>
                      <a:pt x="14" y="24"/>
                      <a:pt x="14" y="24"/>
                    </a:cubicBezTo>
                    <a:cubicBezTo>
                      <a:pt x="14" y="25"/>
                      <a:pt x="14" y="25"/>
                      <a:pt x="14" y="25"/>
                    </a:cubicBezTo>
                    <a:cubicBezTo>
                      <a:pt x="14" y="27"/>
                      <a:pt x="14" y="27"/>
                      <a:pt x="14" y="27"/>
                    </a:cubicBezTo>
                    <a:cubicBezTo>
                      <a:pt x="15" y="29"/>
                      <a:pt x="15" y="29"/>
                      <a:pt x="15" y="29"/>
                    </a:cubicBezTo>
                    <a:cubicBezTo>
                      <a:pt x="15" y="29"/>
                      <a:pt x="15" y="29"/>
                      <a:pt x="15" y="29"/>
                    </a:cubicBezTo>
                    <a:cubicBezTo>
                      <a:pt x="14" y="30"/>
                      <a:pt x="14" y="30"/>
                      <a:pt x="14" y="30"/>
                    </a:cubicBezTo>
                    <a:cubicBezTo>
                      <a:pt x="14" y="31"/>
                      <a:pt x="14" y="31"/>
                      <a:pt x="14" y="31"/>
                    </a:cubicBezTo>
                    <a:cubicBezTo>
                      <a:pt x="14" y="31"/>
                      <a:pt x="14" y="32"/>
                      <a:pt x="16" y="32"/>
                    </a:cubicBezTo>
                    <a:cubicBezTo>
                      <a:pt x="17" y="33"/>
                      <a:pt x="18" y="33"/>
                      <a:pt x="18" y="33"/>
                    </a:cubicBezTo>
                    <a:cubicBezTo>
                      <a:pt x="18" y="34"/>
                      <a:pt x="18" y="34"/>
                      <a:pt x="18" y="34"/>
                    </a:cubicBezTo>
                    <a:cubicBezTo>
                      <a:pt x="19" y="35"/>
                      <a:pt x="19" y="35"/>
                      <a:pt x="19" y="35"/>
                    </a:cubicBezTo>
                    <a:cubicBezTo>
                      <a:pt x="20" y="34"/>
                      <a:pt x="20" y="34"/>
                      <a:pt x="20" y="34"/>
                    </a:cubicBezTo>
                    <a:cubicBezTo>
                      <a:pt x="20" y="34"/>
                      <a:pt x="20" y="34"/>
                      <a:pt x="20" y="34"/>
                    </a:cubicBezTo>
                    <a:cubicBezTo>
                      <a:pt x="21" y="35"/>
                      <a:pt x="22" y="36"/>
                      <a:pt x="22" y="37"/>
                    </a:cubicBezTo>
                    <a:cubicBezTo>
                      <a:pt x="22" y="37"/>
                      <a:pt x="22" y="37"/>
                      <a:pt x="22" y="37"/>
                    </a:cubicBezTo>
                    <a:cubicBezTo>
                      <a:pt x="23" y="37"/>
                      <a:pt x="23" y="37"/>
                      <a:pt x="23" y="37"/>
                    </a:cubicBezTo>
                    <a:cubicBezTo>
                      <a:pt x="23" y="37"/>
                      <a:pt x="23" y="37"/>
                      <a:pt x="23" y="37"/>
                    </a:cubicBezTo>
                    <a:cubicBezTo>
                      <a:pt x="23" y="36"/>
                      <a:pt x="22" y="34"/>
                      <a:pt x="21" y="34"/>
                    </a:cubicBezTo>
                    <a:moveTo>
                      <a:pt x="26" y="23"/>
                    </a:moveTo>
                    <a:cubicBezTo>
                      <a:pt x="26" y="20"/>
                      <a:pt x="26" y="20"/>
                      <a:pt x="26" y="20"/>
                    </a:cubicBezTo>
                    <a:cubicBezTo>
                      <a:pt x="27" y="19"/>
                      <a:pt x="27" y="19"/>
                      <a:pt x="27" y="19"/>
                    </a:cubicBezTo>
                    <a:cubicBezTo>
                      <a:pt x="26" y="19"/>
                      <a:pt x="26" y="19"/>
                      <a:pt x="26" y="19"/>
                    </a:cubicBezTo>
                    <a:cubicBezTo>
                      <a:pt x="26" y="20"/>
                      <a:pt x="26" y="20"/>
                      <a:pt x="26" y="20"/>
                    </a:cubicBezTo>
                    <a:cubicBezTo>
                      <a:pt x="25" y="20"/>
                      <a:pt x="25" y="20"/>
                      <a:pt x="25" y="20"/>
                    </a:cubicBezTo>
                    <a:cubicBezTo>
                      <a:pt x="25" y="20"/>
                      <a:pt x="25" y="20"/>
                      <a:pt x="25" y="20"/>
                    </a:cubicBezTo>
                    <a:cubicBezTo>
                      <a:pt x="25" y="22"/>
                      <a:pt x="25" y="22"/>
                      <a:pt x="25" y="22"/>
                    </a:cubicBezTo>
                    <a:lnTo>
                      <a:pt x="26" y="23"/>
                    </a:lnTo>
                    <a:close/>
                    <a:moveTo>
                      <a:pt x="23" y="73"/>
                    </a:moveTo>
                    <a:cubicBezTo>
                      <a:pt x="23" y="73"/>
                      <a:pt x="23" y="73"/>
                      <a:pt x="23" y="73"/>
                    </a:cubicBezTo>
                    <a:cubicBezTo>
                      <a:pt x="23" y="74"/>
                      <a:pt x="23" y="74"/>
                      <a:pt x="23" y="74"/>
                    </a:cubicBezTo>
                    <a:cubicBezTo>
                      <a:pt x="23" y="74"/>
                      <a:pt x="23" y="74"/>
                      <a:pt x="23" y="74"/>
                    </a:cubicBezTo>
                    <a:cubicBezTo>
                      <a:pt x="23" y="74"/>
                      <a:pt x="23" y="74"/>
                      <a:pt x="23" y="74"/>
                    </a:cubicBezTo>
                    <a:cubicBezTo>
                      <a:pt x="23" y="74"/>
                      <a:pt x="23" y="74"/>
                      <a:pt x="23" y="74"/>
                    </a:cubicBezTo>
                    <a:cubicBezTo>
                      <a:pt x="24" y="74"/>
                      <a:pt x="24" y="74"/>
                      <a:pt x="24" y="74"/>
                    </a:cubicBezTo>
                    <a:cubicBezTo>
                      <a:pt x="25" y="75"/>
                      <a:pt x="25" y="75"/>
                      <a:pt x="25" y="75"/>
                    </a:cubicBezTo>
                    <a:cubicBezTo>
                      <a:pt x="25" y="75"/>
                      <a:pt x="26" y="77"/>
                      <a:pt x="27" y="78"/>
                    </a:cubicBezTo>
                    <a:cubicBezTo>
                      <a:pt x="28" y="79"/>
                      <a:pt x="28" y="79"/>
                      <a:pt x="28" y="79"/>
                    </a:cubicBezTo>
                    <a:cubicBezTo>
                      <a:pt x="28" y="79"/>
                      <a:pt x="28" y="79"/>
                      <a:pt x="28" y="79"/>
                    </a:cubicBezTo>
                    <a:cubicBezTo>
                      <a:pt x="29" y="79"/>
                      <a:pt x="29" y="79"/>
                      <a:pt x="29" y="79"/>
                    </a:cubicBezTo>
                    <a:cubicBezTo>
                      <a:pt x="28" y="78"/>
                      <a:pt x="28" y="78"/>
                      <a:pt x="28" y="78"/>
                    </a:cubicBezTo>
                    <a:cubicBezTo>
                      <a:pt x="27" y="77"/>
                      <a:pt x="27" y="77"/>
                      <a:pt x="27" y="77"/>
                    </a:cubicBezTo>
                    <a:cubicBezTo>
                      <a:pt x="25" y="74"/>
                      <a:pt x="25" y="74"/>
                      <a:pt x="25" y="74"/>
                    </a:cubicBezTo>
                    <a:cubicBezTo>
                      <a:pt x="24" y="73"/>
                      <a:pt x="24" y="73"/>
                      <a:pt x="24" y="73"/>
                    </a:cubicBezTo>
                    <a:cubicBezTo>
                      <a:pt x="25" y="72"/>
                      <a:pt x="25" y="72"/>
                      <a:pt x="25" y="72"/>
                    </a:cubicBezTo>
                    <a:cubicBezTo>
                      <a:pt x="24" y="72"/>
                      <a:pt x="24" y="72"/>
                      <a:pt x="24" y="72"/>
                    </a:cubicBezTo>
                    <a:cubicBezTo>
                      <a:pt x="24" y="72"/>
                      <a:pt x="24" y="72"/>
                      <a:pt x="23" y="7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6" name="Freeform 33">
                <a:extLst>
                  <a:ext uri="{FF2B5EF4-FFF2-40B4-BE49-F238E27FC236}">
                    <a16:creationId xmlns:a16="http://schemas.microsoft.com/office/drawing/2014/main" id="{C828DD22-E2A5-45AD-B18D-2D3E62D66697}"/>
                  </a:ext>
                </a:extLst>
              </p:cNvPr>
              <p:cNvSpPr>
                <a:spLocks noEditPoints="1"/>
              </p:cNvSpPr>
              <p:nvPr/>
            </p:nvSpPr>
            <p:spPr bwMode="auto">
              <a:xfrm>
                <a:off x="6288088" y="2517775"/>
                <a:ext cx="104775" cy="215900"/>
              </a:xfrm>
              <a:custGeom>
                <a:avLst/>
                <a:gdLst>
                  <a:gd name="T0" fmla="*/ 4 w 48"/>
                  <a:gd name="T1" fmla="*/ 10 h 100"/>
                  <a:gd name="T2" fmla="*/ 10 w 48"/>
                  <a:gd name="T3" fmla="*/ 26 h 100"/>
                  <a:gd name="T4" fmla="*/ 14 w 48"/>
                  <a:gd name="T5" fmla="*/ 21 h 100"/>
                  <a:gd name="T6" fmla="*/ 28 w 48"/>
                  <a:gd name="T7" fmla="*/ 13 h 100"/>
                  <a:gd name="T8" fmla="*/ 43 w 48"/>
                  <a:gd name="T9" fmla="*/ 6 h 100"/>
                  <a:gd name="T10" fmla="*/ 47 w 48"/>
                  <a:gd name="T11" fmla="*/ 43 h 100"/>
                  <a:gd name="T12" fmla="*/ 42 w 48"/>
                  <a:gd name="T13" fmla="*/ 38 h 100"/>
                  <a:gd name="T14" fmla="*/ 41 w 48"/>
                  <a:gd name="T15" fmla="*/ 79 h 100"/>
                  <a:gd name="T16" fmla="*/ 38 w 48"/>
                  <a:gd name="T17" fmla="*/ 87 h 100"/>
                  <a:gd name="T18" fmla="*/ 18 w 48"/>
                  <a:gd name="T19" fmla="*/ 83 h 100"/>
                  <a:gd name="T20" fmla="*/ 20 w 48"/>
                  <a:gd name="T21" fmla="*/ 52 h 100"/>
                  <a:gd name="T22" fmla="*/ 10 w 48"/>
                  <a:gd name="T23" fmla="*/ 61 h 100"/>
                  <a:gd name="T24" fmla="*/ 9 w 48"/>
                  <a:gd name="T25" fmla="*/ 49 h 100"/>
                  <a:gd name="T26" fmla="*/ 5 w 48"/>
                  <a:gd name="T27" fmla="*/ 30 h 100"/>
                  <a:gd name="T28" fmla="*/ 0 w 48"/>
                  <a:gd name="T29" fmla="*/ 12 h 100"/>
                  <a:gd name="T30" fmla="*/ 6 w 48"/>
                  <a:gd name="T31" fmla="*/ 13 h 100"/>
                  <a:gd name="T32" fmla="*/ 19 w 48"/>
                  <a:gd name="T33" fmla="*/ 20 h 100"/>
                  <a:gd name="T34" fmla="*/ 21 w 48"/>
                  <a:gd name="T35" fmla="*/ 19 h 100"/>
                  <a:gd name="T36" fmla="*/ 22 w 48"/>
                  <a:gd name="T37" fmla="*/ 14 h 100"/>
                  <a:gd name="T38" fmla="*/ 11 w 48"/>
                  <a:gd name="T39" fmla="*/ 36 h 100"/>
                  <a:gd name="T40" fmla="*/ 29 w 48"/>
                  <a:gd name="T41" fmla="*/ 26 h 100"/>
                  <a:gd name="T42" fmla="*/ 30 w 48"/>
                  <a:gd name="T43" fmla="*/ 22 h 100"/>
                  <a:gd name="T44" fmla="*/ 38 w 48"/>
                  <a:gd name="T45" fmla="*/ 7 h 100"/>
                  <a:gd name="T46" fmla="*/ 26 w 48"/>
                  <a:gd name="T47" fmla="*/ 41 h 100"/>
                  <a:gd name="T48" fmla="*/ 29 w 48"/>
                  <a:gd name="T49" fmla="*/ 42 h 100"/>
                  <a:gd name="T50" fmla="*/ 34 w 48"/>
                  <a:gd name="T51" fmla="*/ 42 h 100"/>
                  <a:gd name="T52" fmla="*/ 37 w 48"/>
                  <a:gd name="T53" fmla="*/ 44 h 100"/>
                  <a:gd name="T54" fmla="*/ 37 w 48"/>
                  <a:gd name="T55" fmla="*/ 38 h 100"/>
                  <a:gd name="T56" fmla="*/ 39 w 48"/>
                  <a:gd name="T57" fmla="*/ 34 h 100"/>
                  <a:gd name="T58" fmla="*/ 38 w 48"/>
                  <a:gd name="T59" fmla="*/ 23 h 100"/>
                  <a:gd name="T60" fmla="*/ 47 w 48"/>
                  <a:gd name="T61" fmla="*/ 14 h 100"/>
                  <a:gd name="T62" fmla="*/ 42 w 48"/>
                  <a:gd name="T63" fmla="*/ 29 h 100"/>
                  <a:gd name="T64" fmla="*/ 45 w 48"/>
                  <a:gd name="T65" fmla="*/ 51 h 100"/>
                  <a:gd name="T66" fmla="*/ 46 w 48"/>
                  <a:gd name="T67" fmla="*/ 43 h 100"/>
                  <a:gd name="T68" fmla="*/ 40 w 48"/>
                  <a:gd name="T69" fmla="*/ 34 h 100"/>
                  <a:gd name="T70" fmla="*/ 18 w 48"/>
                  <a:gd name="T71" fmla="*/ 78 h 100"/>
                  <a:gd name="T72" fmla="*/ 18 w 48"/>
                  <a:gd name="T73" fmla="*/ 82 h 100"/>
                  <a:gd name="T74" fmla="*/ 29 w 48"/>
                  <a:gd name="T75" fmla="*/ 64 h 100"/>
                  <a:gd name="T76" fmla="*/ 30 w 48"/>
                  <a:gd name="T77" fmla="*/ 59 h 100"/>
                  <a:gd name="T78" fmla="*/ 37 w 48"/>
                  <a:gd name="T79" fmla="*/ 96 h 100"/>
                  <a:gd name="T80" fmla="*/ 42 w 48"/>
                  <a:gd name="T81" fmla="*/ 98 h 100"/>
                  <a:gd name="T82" fmla="*/ 40 w 48"/>
                  <a:gd name="T83" fmla="*/ 77 h 100"/>
                  <a:gd name="T84" fmla="*/ 40 w 48"/>
                  <a:gd name="T85" fmla="*/ 38 h 100"/>
                  <a:gd name="T86" fmla="*/ 29 w 48"/>
                  <a:gd name="T87" fmla="*/ 49 h 100"/>
                  <a:gd name="T88" fmla="*/ 8 w 48"/>
                  <a:gd name="T89" fmla="*/ 47 h 100"/>
                  <a:gd name="T90" fmla="*/ 11 w 48"/>
                  <a:gd name="T91" fmla="*/ 52 h 100"/>
                  <a:gd name="T92" fmla="*/ 9 w 48"/>
                  <a:gd name="T93" fmla="*/ 57 h 100"/>
                  <a:gd name="T94" fmla="*/ 20 w 48"/>
                  <a:gd name="T95" fmla="*/ 48 h 100"/>
                  <a:gd name="T96" fmla="*/ 28 w 48"/>
                  <a:gd name="T97" fmla="*/ 41 h 100"/>
                  <a:gd name="T98" fmla="*/ 36 w 48"/>
                  <a:gd name="T99" fmla="*/ 31 h 100"/>
                  <a:gd name="T100" fmla="*/ 36 w 48"/>
                  <a:gd name="T101" fmla="*/ 20 h 100"/>
                  <a:gd name="T102" fmla="*/ 20 w 48"/>
                  <a:gd name="T103" fmla="*/ 34 h 100"/>
                  <a:gd name="T104" fmla="*/ 17 w 48"/>
                  <a:gd name="T105" fmla="*/ 35 h 100"/>
                  <a:gd name="T106" fmla="*/ 10 w 48"/>
                  <a:gd name="T107" fmla="*/ 26 h 100"/>
                  <a:gd name="T108" fmla="*/ 1 w 48"/>
                  <a:gd name="T109" fmla="*/ 27 h 100"/>
                  <a:gd name="T110" fmla="*/ 5 w 48"/>
                  <a:gd name="T111" fmla="*/ 18 h 100"/>
                  <a:gd name="T112" fmla="*/ 2 w 48"/>
                  <a:gd name="T113" fmla="*/ 13 h 100"/>
                  <a:gd name="T114" fmla="*/ 28 w 48"/>
                  <a:gd name="T115" fmla="*/ 56 h 100"/>
                  <a:gd name="T116" fmla="*/ 39 w 48"/>
                  <a:gd name="T117" fmla="*/ 85 h 100"/>
                  <a:gd name="T118" fmla="*/ 33 w 48"/>
                  <a:gd name="T119" fmla="*/ 23 h 100"/>
                  <a:gd name="T120" fmla="*/ 23 w 48"/>
                  <a:gd name="T121" fmla="*/ 23 h 100"/>
                  <a:gd name="T122" fmla="*/ 24 w 48"/>
                  <a:gd name="T123" fmla="*/ 7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 h="100">
                    <a:moveTo>
                      <a:pt x="35" y="22"/>
                    </a:moveTo>
                    <a:cubicBezTo>
                      <a:pt x="35" y="22"/>
                      <a:pt x="35" y="22"/>
                      <a:pt x="35" y="22"/>
                    </a:cubicBezTo>
                    <a:close/>
                    <a:moveTo>
                      <a:pt x="37" y="71"/>
                    </a:moveTo>
                    <a:cubicBezTo>
                      <a:pt x="37" y="72"/>
                      <a:pt x="37" y="72"/>
                      <a:pt x="37" y="72"/>
                    </a:cubicBezTo>
                    <a:cubicBezTo>
                      <a:pt x="37" y="73"/>
                      <a:pt x="37" y="73"/>
                      <a:pt x="37" y="73"/>
                    </a:cubicBezTo>
                    <a:cubicBezTo>
                      <a:pt x="37" y="73"/>
                      <a:pt x="37" y="73"/>
                      <a:pt x="37" y="73"/>
                    </a:cubicBezTo>
                    <a:cubicBezTo>
                      <a:pt x="37" y="72"/>
                      <a:pt x="37" y="72"/>
                      <a:pt x="37" y="72"/>
                    </a:cubicBezTo>
                    <a:cubicBezTo>
                      <a:pt x="37" y="71"/>
                      <a:pt x="37" y="71"/>
                      <a:pt x="37" y="71"/>
                    </a:cubicBezTo>
                    <a:close/>
                    <a:moveTo>
                      <a:pt x="0" y="12"/>
                    </a:moveTo>
                    <a:cubicBezTo>
                      <a:pt x="0" y="12"/>
                      <a:pt x="0" y="12"/>
                      <a:pt x="0" y="12"/>
                    </a:cubicBezTo>
                    <a:cubicBezTo>
                      <a:pt x="0" y="12"/>
                      <a:pt x="0" y="12"/>
                      <a:pt x="0" y="12"/>
                    </a:cubicBezTo>
                    <a:cubicBezTo>
                      <a:pt x="1" y="12"/>
                      <a:pt x="1" y="12"/>
                      <a:pt x="1" y="12"/>
                    </a:cubicBezTo>
                    <a:cubicBezTo>
                      <a:pt x="2" y="13"/>
                      <a:pt x="2" y="13"/>
                      <a:pt x="2" y="13"/>
                    </a:cubicBezTo>
                    <a:cubicBezTo>
                      <a:pt x="2" y="13"/>
                      <a:pt x="2" y="13"/>
                      <a:pt x="2" y="13"/>
                    </a:cubicBezTo>
                    <a:cubicBezTo>
                      <a:pt x="2" y="13"/>
                      <a:pt x="2" y="13"/>
                      <a:pt x="2" y="13"/>
                    </a:cubicBezTo>
                    <a:cubicBezTo>
                      <a:pt x="3" y="14"/>
                      <a:pt x="3" y="14"/>
                      <a:pt x="3" y="14"/>
                    </a:cubicBezTo>
                    <a:cubicBezTo>
                      <a:pt x="3" y="14"/>
                      <a:pt x="3" y="14"/>
                      <a:pt x="3" y="14"/>
                    </a:cubicBezTo>
                    <a:cubicBezTo>
                      <a:pt x="3" y="14"/>
                      <a:pt x="3" y="14"/>
                      <a:pt x="3" y="14"/>
                    </a:cubicBezTo>
                    <a:cubicBezTo>
                      <a:pt x="4" y="12"/>
                      <a:pt x="4" y="12"/>
                      <a:pt x="4" y="12"/>
                    </a:cubicBezTo>
                    <a:cubicBezTo>
                      <a:pt x="4" y="12"/>
                      <a:pt x="4" y="12"/>
                      <a:pt x="4" y="12"/>
                    </a:cubicBezTo>
                    <a:cubicBezTo>
                      <a:pt x="4" y="12"/>
                      <a:pt x="4" y="12"/>
                      <a:pt x="4" y="12"/>
                    </a:cubicBezTo>
                    <a:cubicBezTo>
                      <a:pt x="4" y="11"/>
                      <a:pt x="3" y="10"/>
                      <a:pt x="3" y="10"/>
                    </a:cubicBezTo>
                    <a:cubicBezTo>
                      <a:pt x="3" y="10"/>
                      <a:pt x="3" y="10"/>
                      <a:pt x="3" y="10"/>
                    </a:cubicBezTo>
                    <a:cubicBezTo>
                      <a:pt x="4" y="10"/>
                      <a:pt x="4" y="10"/>
                      <a:pt x="4" y="10"/>
                    </a:cubicBezTo>
                    <a:cubicBezTo>
                      <a:pt x="4" y="10"/>
                      <a:pt x="4" y="10"/>
                      <a:pt x="4" y="10"/>
                    </a:cubicBezTo>
                    <a:cubicBezTo>
                      <a:pt x="5" y="10"/>
                      <a:pt x="5" y="11"/>
                      <a:pt x="5" y="12"/>
                    </a:cubicBezTo>
                    <a:cubicBezTo>
                      <a:pt x="5" y="12"/>
                      <a:pt x="5" y="12"/>
                      <a:pt x="5" y="12"/>
                    </a:cubicBezTo>
                    <a:cubicBezTo>
                      <a:pt x="6" y="13"/>
                      <a:pt x="6" y="13"/>
                      <a:pt x="6" y="13"/>
                    </a:cubicBezTo>
                    <a:cubicBezTo>
                      <a:pt x="6" y="12"/>
                      <a:pt x="6" y="12"/>
                      <a:pt x="6" y="12"/>
                    </a:cubicBezTo>
                    <a:cubicBezTo>
                      <a:pt x="6" y="12"/>
                      <a:pt x="6" y="12"/>
                      <a:pt x="6" y="12"/>
                    </a:cubicBezTo>
                    <a:cubicBezTo>
                      <a:pt x="6" y="11"/>
                      <a:pt x="6" y="11"/>
                      <a:pt x="6" y="11"/>
                    </a:cubicBezTo>
                    <a:cubicBezTo>
                      <a:pt x="6" y="11"/>
                      <a:pt x="6" y="11"/>
                      <a:pt x="6" y="11"/>
                    </a:cubicBezTo>
                    <a:cubicBezTo>
                      <a:pt x="6" y="11"/>
                      <a:pt x="6" y="11"/>
                      <a:pt x="6" y="11"/>
                    </a:cubicBezTo>
                    <a:cubicBezTo>
                      <a:pt x="6" y="11"/>
                      <a:pt x="6" y="11"/>
                      <a:pt x="6" y="11"/>
                    </a:cubicBezTo>
                    <a:cubicBezTo>
                      <a:pt x="7" y="13"/>
                      <a:pt x="7" y="13"/>
                      <a:pt x="7" y="13"/>
                    </a:cubicBezTo>
                    <a:cubicBezTo>
                      <a:pt x="7" y="13"/>
                      <a:pt x="7" y="13"/>
                      <a:pt x="7" y="13"/>
                    </a:cubicBezTo>
                    <a:cubicBezTo>
                      <a:pt x="8" y="15"/>
                      <a:pt x="8" y="15"/>
                      <a:pt x="8" y="15"/>
                    </a:cubicBezTo>
                    <a:cubicBezTo>
                      <a:pt x="8" y="15"/>
                      <a:pt x="8" y="15"/>
                      <a:pt x="8" y="15"/>
                    </a:cubicBezTo>
                    <a:cubicBezTo>
                      <a:pt x="8" y="16"/>
                      <a:pt x="7" y="17"/>
                      <a:pt x="6" y="17"/>
                    </a:cubicBezTo>
                    <a:cubicBezTo>
                      <a:pt x="6" y="18"/>
                      <a:pt x="6" y="19"/>
                      <a:pt x="6" y="20"/>
                    </a:cubicBezTo>
                    <a:cubicBezTo>
                      <a:pt x="6" y="21"/>
                      <a:pt x="6" y="21"/>
                      <a:pt x="6" y="21"/>
                    </a:cubicBezTo>
                    <a:cubicBezTo>
                      <a:pt x="6" y="22"/>
                      <a:pt x="6" y="24"/>
                      <a:pt x="7" y="25"/>
                    </a:cubicBezTo>
                    <a:cubicBezTo>
                      <a:pt x="7" y="27"/>
                      <a:pt x="7" y="27"/>
                      <a:pt x="7" y="27"/>
                    </a:cubicBezTo>
                    <a:cubicBezTo>
                      <a:pt x="7" y="27"/>
                      <a:pt x="7" y="27"/>
                      <a:pt x="7" y="27"/>
                    </a:cubicBezTo>
                    <a:cubicBezTo>
                      <a:pt x="8" y="28"/>
                      <a:pt x="8" y="28"/>
                      <a:pt x="8" y="28"/>
                    </a:cubicBezTo>
                    <a:cubicBezTo>
                      <a:pt x="8" y="26"/>
                      <a:pt x="10" y="25"/>
                      <a:pt x="10" y="25"/>
                    </a:cubicBezTo>
                    <a:cubicBezTo>
                      <a:pt x="10" y="25"/>
                      <a:pt x="10" y="25"/>
                      <a:pt x="10" y="25"/>
                    </a:cubicBezTo>
                    <a:cubicBezTo>
                      <a:pt x="10" y="26"/>
                      <a:pt x="10" y="26"/>
                      <a:pt x="10" y="26"/>
                    </a:cubicBezTo>
                    <a:cubicBezTo>
                      <a:pt x="10" y="26"/>
                      <a:pt x="10" y="26"/>
                      <a:pt x="10" y="26"/>
                    </a:cubicBezTo>
                    <a:cubicBezTo>
                      <a:pt x="10" y="27"/>
                      <a:pt x="11" y="28"/>
                      <a:pt x="11" y="29"/>
                    </a:cubicBezTo>
                    <a:cubicBezTo>
                      <a:pt x="11" y="30"/>
                      <a:pt x="11" y="30"/>
                      <a:pt x="12" y="31"/>
                    </a:cubicBezTo>
                    <a:cubicBezTo>
                      <a:pt x="13" y="33"/>
                      <a:pt x="13" y="33"/>
                      <a:pt x="13" y="33"/>
                    </a:cubicBezTo>
                    <a:cubicBezTo>
                      <a:pt x="13" y="32"/>
                      <a:pt x="14" y="31"/>
                      <a:pt x="14" y="30"/>
                    </a:cubicBezTo>
                    <a:cubicBezTo>
                      <a:pt x="16" y="28"/>
                      <a:pt x="18" y="27"/>
                      <a:pt x="19" y="26"/>
                    </a:cubicBezTo>
                    <a:cubicBezTo>
                      <a:pt x="20" y="25"/>
                      <a:pt x="21" y="24"/>
                      <a:pt x="21" y="23"/>
                    </a:cubicBezTo>
                    <a:cubicBezTo>
                      <a:pt x="21" y="23"/>
                      <a:pt x="21" y="23"/>
                      <a:pt x="21" y="23"/>
                    </a:cubicBezTo>
                    <a:cubicBezTo>
                      <a:pt x="21" y="22"/>
                      <a:pt x="21" y="22"/>
                      <a:pt x="21" y="22"/>
                    </a:cubicBezTo>
                    <a:cubicBezTo>
                      <a:pt x="20" y="22"/>
                      <a:pt x="20" y="22"/>
                      <a:pt x="20" y="22"/>
                    </a:cubicBezTo>
                    <a:cubicBezTo>
                      <a:pt x="19" y="22"/>
                      <a:pt x="19" y="22"/>
                      <a:pt x="19" y="22"/>
                    </a:cubicBezTo>
                    <a:cubicBezTo>
                      <a:pt x="19" y="22"/>
                      <a:pt x="18" y="23"/>
                      <a:pt x="17" y="23"/>
                    </a:cubicBezTo>
                    <a:cubicBezTo>
                      <a:pt x="17" y="23"/>
                      <a:pt x="17" y="23"/>
                      <a:pt x="17" y="23"/>
                    </a:cubicBezTo>
                    <a:cubicBezTo>
                      <a:pt x="15" y="23"/>
                      <a:pt x="15" y="23"/>
                      <a:pt x="15" y="23"/>
                    </a:cubicBezTo>
                    <a:cubicBezTo>
                      <a:pt x="15" y="23"/>
                      <a:pt x="15" y="23"/>
                      <a:pt x="15" y="23"/>
                    </a:cubicBezTo>
                    <a:cubicBezTo>
                      <a:pt x="14" y="22"/>
                      <a:pt x="14" y="22"/>
                      <a:pt x="14" y="22"/>
                    </a:cubicBezTo>
                    <a:cubicBezTo>
                      <a:pt x="14" y="22"/>
                      <a:pt x="14" y="22"/>
                      <a:pt x="14" y="22"/>
                    </a:cubicBezTo>
                    <a:cubicBezTo>
                      <a:pt x="14" y="22"/>
                      <a:pt x="14" y="22"/>
                      <a:pt x="14" y="22"/>
                    </a:cubicBezTo>
                    <a:cubicBezTo>
                      <a:pt x="13" y="22"/>
                      <a:pt x="13" y="22"/>
                      <a:pt x="13" y="22"/>
                    </a:cubicBezTo>
                    <a:cubicBezTo>
                      <a:pt x="13" y="21"/>
                      <a:pt x="13" y="21"/>
                      <a:pt x="13" y="21"/>
                    </a:cubicBezTo>
                    <a:cubicBezTo>
                      <a:pt x="14" y="21"/>
                      <a:pt x="14" y="21"/>
                      <a:pt x="14" y="21"/>
                    </a:cubicBezTo>
                    <a:cubicBezTo>
                      <a:pt x="14" y="21"/>
                      <a:pt x="14" y="21"/>
                      <a:pt x="14" y="21"/>
                    </a:cubicBezTo>
                    <a:cubicBezTo>
                      <a:pt x="14" y="21"/>
                      <a:pt x="14" y="21"/>
                      <a:pt x="14" y="21"/>
                    </a:cubicBezTo>
                    <a:cubicBezTo>
                      <a:pt x="14" y="21"/>
                      <a:pt x="14" y="21"/>
                      <a:pt x="14" y="21"/>
                    </a:cubicBezTo>
                    <a:cubicBezTo>
                      <a:pt x="16" y="21"/>
                      <a:pt x="16" y="21"/>
                      <a:pt x="16" y="21"/>
                    </a:cubicBezTo>
                    <a:cubicBezTo>
                      <a:pt x="17" y="20"/>
                      <a:pt x="17" y="20"/>
                      <a:pt x="17" y="20"/>
                    </a:cubicBezTo>
                    <a:cubicBezTo>
                      <a:pt x="17" y="19"/>
                      <a:pt x="17" y="19"/>
                      <a:pt x="17" y="19"/>
                    </a:cubicBezTo>
                    <a:cubicBezTo>
                      <a:pt x="17" y="19"/>
                      <a:pt x="17" y="19"/>
                      <a:pt x="17" y="19"/>
                    </a:cubicBezTo>
                    <a:cubicBezTo>
                      <a:pt x="16" y="18"/>
                      <a:pt x="16" y="18"/>
                      <a:pt x="16" y="18"/>
                    </a:cubicBezTo>
                    <a:cubicBezTo>
                      <a:pt x="16" y="18"/>
                      <a:pt x="16" y="18"/>
                      <a:pt x="16" y="18"/>
                    </a:cubicBezTo>
                    <a:cubicBezTo>
                      <a:pt x="14" y="19"/>
                      <a:pt x="14" y="19"/>
                      <a:pt x="14" y="19"/>
                    </a:cubicBezTo>
                    <a:cubicBezTo>
                      <a:pt x="14" y="19"/>
                      <a:pt x="14" y="19"/>
                      <a:pt x="14" y="19"/>
                    </a:cubicBezTo>
                    <a:cubicBezTo>
                      <a:pt x="14" y="19"/>
                      <a:pt x="14" y="19"/>
                      <a:pt x="14" y="19"/>
                    </a:cubicBezTo>
                    <a:cubicBezTo>
                      <a:pt x="14" y="18"/>
                      <a:pt x="14" y="18"/>
                      <a:pt x="14" y="18"/>
                    </a:cubicBezTo>
                    <a:cubicBezTo>
                      <a:pt x="14" y="17"/>
                      <a:pt x="14" y="14"/>
                      <a:pt x="16" y="14"/>
                    </a:cubicBezTo>
                    <a:cubicBezTo>
                      <a:pt x="19" y="14"/>
                      <a:pt x="19" y="14"/>
                      <a:pt x="19" y="14"/>
                    </a:cubicBezTo>
                    <a:cubicBezTo>
                      <a:pt x="19" y="14"/>
                      <a:pt x="20" y="13"/>
                      <a:pt x="21" y="13"/>
                    </a:cubicBezTo>
                    <a:cubicBezTo>
                      <a:pt x="22" y="13"/>
                      <a:pt x="23" y="13"/>
                      <a:pt x="24" y="13"/>
                    </a:cubicBezTo>
                    <a:cubicBezTo>
                      <a:pt x="24" y="13"/>
                      <a:pt x="24" y="13"/>
                      <a:pt x="24" y="13"/>
                    </a:cubicBezTo>
                    <a:cubicBezTo>
                      <a:pt x="24" y="13"/>
                      <a:pt x="24" y="13"/>
                      <a:pt x="24" y="13"/>
                    </a:cubicBezTo>
                    <a:cubicBezTo>
                      <a:pt x="26" y="13"/>
                      <a:pt x="26" y="13"/>
                      <a:pt x="26" y="13"/>
                    </a:cubicBezTo>
                    <a:cubicBezTo>
                      <a:pt x="26" y="13"/>
                      <a:pt x="26" y="13"/>
                      <a:pt x="26" y="13"/>
                    </a:cubicBezTo>
                    <a:cubicBezTo>
                      <a:pt x="27" y="13"/>
                      <a:pt x="27" y="13"/>
                      <a:pt x="27" y="13"/>
                    </a:cubicBezTo>
                    <a:cubicBezTo>
                      <a:pt x="27" y="14"/>
                      <a:pt x="27" y="14"/>
                      <a:pt x="27" y="14"/>
                    </a:cubicBezTo>
                    <a:cubicBezTo>
                      <a:pt x="27" y="14"/>
                      <a:pt x="27" y="14"/>
                      <a:pt x="27" y="14"/>
                    </a:cubicBezTo>
                    <a:cubicBezTo>
                      <a:pt x="28" y="13"/>
                      <a:pt x="28" y="13"/>
                      <a:pt x="28" y="13"/>
                    </a:cubicBezTo>
                    <a:cubicBezTo>
                      <a:pt x="28" y="12"/>
                      <a:pt x="28" y="12"/>
                      <a:pt x="28" y="12"/>
                    </a:cubicBezTo>
                    <a:cubicBezTo>
                      <a:pt x="28" y="13"/>
                      <a:pt x="28" y="13"/>
                      <a:pt x="28" y="13"/>
                    </a:cubicBezTo>
                    <a:cubicBezTo>
                      <a:pt x="29" y="15"/>
                      <a:pt x="29" y="15"/>
                      <a:pt x="29" y="15"/>
                    </a:cubicBezTo>
                    <a:cubicBezTo>
                      <a:pt x="29" y="16"/>
                      <a:pt x="29" y="16"/>
                      <a:pt x="29" y="16"/>
                    </a:cubicBezTo>
                    <a:cubicBezTo>
                      <a:pt x="29" y="16"/>
                      <a:pt x="29" y="16"/>
                      <a:pt x="29" y="16"/>
                    </a:cubicBezTo>
                    <a:cubicBezTo>
                      <a:pt x="28" y="16"/>
                      <a:pt x="28" y="16"/>
                      <a:pt x="28" y="16"/>
                    </a:cubicBezTo>
                    <a:cubicBezTo>
                      <a:pt x="28" y="16"/>
                      <a:pt x="28" y="16"/>
                      <a:pt x="28" y="16"/>
                    </a:cubicBezTo>
                    <a:cubicBezTo>
                      <a:pt x="28" y="16"/>
                      <a:pt x="29" y="17"/>
                      <a:pt x="30" y="19"/>
                    </a:cubicBezTo>
                    <a:cubicBezTo>
                      <a:pt x="31" y="18"/>
                      <a:pt x="31" y="18"/>
                      <a:pt x="31" y="18"/>
                    </a:cubicBezTo>
                    <a:cubicBezTo>
                      <a:pt x="31" y="17"/>
                      <a:pt x="32" y="16"/>
                      <a:pt x="32" y="16"/>
                    </a:cubicBezTo>
                    <a:cubicBezTo>
                      <a:pt x="32" y="15"/>
                      <a:pt x="32" y="15"/>
                      <a:pt x="32" y="15"/>
                    </a:cubicBezTo>
                    <a:cubicBezTo>
                      <a:pt x="32" y="15"/>
                      <a:pt x="32" y="15"/>
                      <a:pt x="32" y="15"/>
                    </a:cubicBezTo>
                    <a:cubicBezTo>
                      <a:pt x="33" y="16"/>
                      <a:pt x="33" y="16"/>
                      <a:pt x="33" y="16"/>
                    </a:cubicBezTo>
                    <a:cubicBezTo>
                      <a:pt x="33" y="14"/>
                      <a:pt x="34" y="11"/>
                      <a:pt x="34" y="11"/>
                    </a:cubicBezTo>
                    <a:cubicBezTo>
                      <a:pt x="34" y="10"/>
                      <a:pt x="34" y="10"/>
                      <a:pt x="34" y="10"/>
                    </a:cubicBezTo>
                    <a:cubicBezTo>
                      <a:pt x="34" y="10"/>
                      <a:pt x="34" y="10"/>
                      <a:pt x="34" y="10"/>
                    </a:cubicBezTo>
                    <a:cubicBezTo>
                      <a:pt x="35" y="12"/>
                      <a:pt x="35" y="12"/>
                      <a:pt x="35" y="12"/>
                    </a:cubicBezTo>
                    <a:cubicBezTo>
                      <a:pt x="35" y="11"/>
                      <a:pt x="35" y="9"/>
                      <a:pt x="35" y="8"/>
                    </a:cubicBezTo>
                    <a:cubicBezTo>
                      <a:pt x="35" y="4"/>
                      <a:pt x="35" y="0"/>
                      <a:pt x="35" y="0"/>
                    </a:cubicBezTo>
                    <a:cubicBezTo>
                      <a:pt x="35" y="0"/>
                      <a:pt x="35" y="0"/>
                      <a:pt x="35" y="0"/>
                    </a:cubicBezTo>
                    <a:cubicBezTo>
                      <a:pt x="35" y="0"/>
                      <a:pt x="35" y="0"/>
                      <a:pt x="35" y="0"/>
                    </a:cubicBezTo>
                    <a:cubicBezTo>
                      <a:pt x="38" y="0"/>
                      <a:pt x="40" y="6"/>
                      <a:pt x="40" y="9"/>
                    </a:cubicBezTo>
                    <a:cubicBezTo>
                      <a:pt x="40" y="9"/>
                      <a:pt x="40" y="9"/>
                      <a:pt x="40" y="9"/>
                    </a:cubicBezTo>
                    <a:cubicBezTo>
                      <a:pt x="40" y="10"/>
                      <a:pt x="40" y="10"/>
                      <a:pt x="40" y="10"/>
                    </a:cubicBezTo>
                    <a:cubicBezTo>
                      <a:pt x="40" y="11"/>
                      <a:pt x="40" y="11"/>
                      <a:pt x="40" y="11"/>
                    </a:cubicBezTo>
                    <a:cubicBezTo>
                      <a:pt x="41" y="10"/>
                      <a:pt x="42" y="8"/>
                      <a:pt x="43" y="6"/>
                    </a:cubicBezTo>
                    <a:cubicBezTo>
                      <a:pt x="45" y="4"/>
                      <a:pt x="46" y="2"/>
                      <a:pt x="46" y="2"/>
                    </a:cubicBezTo>
                    <a:cubicBezTo>
                      <a:pt x="46" y="1"/>
                      <a:pt x="46" y="1"/>
                      <a:pt x="46" y="1"/>
                    </a:cubicBezTo>
                    <a:cubicBezTo>
                      <a:pt x="46" y="2"/>
                      <a:pt x="46" y="2"/>
                      <a:pt x="46" y="2"/>
                    </a:cubicBezTo>
                    <a:cubicBezTo>
                      <a:pt x="47" y="3"/>
                      <a:pt x="48" y="4"/>
                      <a:pt x="48" y="5"/>
                    </a:cubicBezTo>
                    <a:cubicBezTo>
                      <a:pt x="47" y="9"/>
                      <a:pt x="45" y="13"/>
                      <a:pt x="44" y="15"/>
                    </a:cubicBezTo>
                    <a:cubicBezTo>
                      <a:pt x="45" y="14"/>
                      <a:pt x="47" y="12"/>
                      <a:pt x="47" y="12"/>
                    </a:cubicBezTo>
                    <a:cubicBezTo>
                      <a:pt x="47" y="12"/>
                      <a:pt x="47" y="12"/>
                      <a:pt x="47" y="12"/>
                    </a:cubicBezTo>
                    <a:cubicBezTo>
                      <a:pt x="47" y="12"/>
                      <a:pt x="47" y="12"/>
                      <a:pt x="47" y="12"/>
                    </a:cubicBezTo>
                    <a:cubicBezTo>
                      <a:pt x="48" y="14"/>
                      <a:pt x="48" y="14"/>
                      <a:pt x="48" y="14"/>
                    </a:cubicBezTo>
                    <a:cubicBezTo>
                      <a:pt x="48" y="17"/>
                      <a:pt x="45" y="20"/>
                      <a:pt x="44" y="21"/>
                    </a:cubicBezTo>
                    <a:cubicBezTo>
                      <a:pt x="45" y="21"/>
                      <a:pt x="47" y="20"/>
                      <a:pt x="47" y="20"/>
                    </a:cubicBezTo>
                    <a:cubicBezTo>
                      <a:pt x="47" y="20"/>
                      <a:pt x="47" y="20"/>
                      <a:pt x="47" y="20"/>
                    </a:cubicBezTo>
                    <a:cubicBezTo>
                      <a:pt x="47" y="21"/>
                      <a:pt x="47" y="21"/>
                      <a:pt x="47" y="21"/>
                    </a:cubicBezTo>
                    <a:cubicBezTo>
                      <a:pt x="47" y="21"/>
                      <a:pt x="47" y="21"/>
                      <a:pt x="47" y="21"/>
                    </a:cubicBezTo>
                    <a:cubicBezTo>
                      <a:pt x="47" y="24"/>
                      <a:pt x="44" y="27"/>
                      <a:pt x="43" y="28"/>
                    </a:cubicBezTo>
                    <a:cubicBezTo>
                      <a:pt x="45" y="28"/>
                      <a:pt x="46" y="29"/>
                      <a:pt x="46" y="29"/>
                    </a:cubicBezTo>
                    <a:cubicBezTo>
                      <a:pt x="46" y="29"/>
                      <a:pt x="46" y="29"/>
                      <a:pt x="46" y="29"/>
                    </a:cubicBezTo>
                    <a:cubicBezTo>
                      <a:pt x="46" y="29"/>
                      <a:pt x="46" y="29"/>
                      <a:pt x="46" y="29"/>
                    </a:cubicBezTo>
                    <a:cubicBezTo>
                      <a:pt x="45" y="31"/>
                      <a:pt x="44" y="32"/>
                      <a:pt x="43" y="33"/>
                    </a:cubicBezTo>
                    <a:cubicBezTo>
                      <a:pt x="43" y="33"/>
                      <a:pt x="43" y="33"/>
                      <a:pt x="43" y="33"/>
                    </a:cubicBezTo>
                    <a:cubicBezTo>
                      <a:pt x="43" y="33"/>
                      <a:pt x="43" y="33"/>
                      <a:pt x="43" y="33"/>
                    </a:cubicBezTo>
                    <a:cubicBezTo>
                      <a:pt x="46" y="33"/>
                      <a:pt x="48" y="35"/>
                      <a:pt x="48" y="38"/>
                    </a:cubicBezTo>
                    <a:cubicBezTo>
                      <a:pt x="48" y="38"/>
                      <a:pt x="48" y="38"/>
                      <a:pt x="48" y="38"/>
                    </a:cubicBezTo>
                    <a:cubicBezTo>
                      <a:pt x="48" y="41"/>
                      <a:pt x="47" y="42"/>
                      <a:pt x="47" y="43"/>
                    </a:cubicBezTo>
                    <a:cubicBezTo>
                      <a:pt x="47" y="43"/>
                      <a:pt x="47" y="43"/>
                      <a:pt x="47" y="43"/>
                    </a:cubicBezTo>
                    <a:cubicBezTo>
                      <a:pt x="47" y="44"/>
                      <a:pt x="48" y="44"/>
                      <a:pt x="48" y="48"/>
                    </a:cubicBezTo>
                    <a:cubicBezTo>
                      <a:pt x="48" y="49"/>
                      <a:pt x="48" y="49"/>
                      <a:pt x="48" y="49"/>
                    </a:cubicBezTo>
                    <a:cubicBezTo>
                      <a:pt x="48" y="51"/>
                      <a:pt x="46" y="51"/>
                      <a:pt x="45" y="51"/>
                    </a:cubicBezTo>
                    <a:cubicBezTo>
                      <a:pt x="45" y="51"/>
                      <a:pt x="45" y="51"/>
                      <a:pt x="45" y="51"/>
                    </a:cubicBezTo>
                    <a:cubicBezTo>
                      <a:pt x="44" y="51"/>
                      <a:pt x="44" y="51"/>
                      <a:pt x="44" y="51"/>
                    </a:cubicBezTo>
                    <a:cubicBezTo>
                      <a:pt x="44" y="51"/>
                      <a:pt x="44" y="51"/>
                      <a:pt x="44" y="51"/>
                    </a:cubicBezTo>
                    <a:cubicBezTo>
                      <a:pt x="44" y="51"/>
                      <a:pt x="44" y="51"/>
                      <a:pt x="44" y="51"/>
                    </a:cubicBezTo>
                    <a:cubicBezTo>
                      <a:pt x="45" y="51"/>
                      <a:pt x="45" y="49"/>
                      <a:pt x="45" y="48"/>
                    </a:cubicBezTo>
                    <a:cubicBezTo>
                      <a:pt x="45" y="48"/>
                      <a:pt x="45" y="48"/>
                      <a:pt x="45" y="48"/>
                    </a:cubicBezTo>
                    <a:cubicBezTo>
                      <a:pt x="46" y="47"/>
                      <a:pt x="43" y="45"/>
                      <a:pt x="43" y="43"/>
                    </a:cubicBezTo>
                    <a:cubicBezTo>
                      <a:pt x="42" y="42"/>
                      <a:pt x="42" y="42"/>
                      <a:pt x="42" y="42"/>
                    </a:cubicBezTo>
                    <a:cubicBezTo>
                      <a:pt x="42" y="40"/>
                      <a:pt x="45" y="39"/>
                      <a:pt x="45" y="39"/>
                    </a:cubicBezTo>
                    <a:cubicBezTo>
                      <a:pt x="46" y="38"/>
                      <a:pt x="46" y="38"/>
                      <a:pt x="46" y="38"/>
                    </a:cubicBezTo>
                    <a:cubicBezTo>
                      <a:pt x="46" y="38"/>
                      <a:pt x="46" y="38"/>
                      <a:pt x="46" y="38"/>
                    </a:cubicBezTo>
                    <a:cubicBezTo>
                      <a:pt x="46" y="36"/>
                      <a:pt x="44" y="36"/>
                      <a:pt x="44" y="36"/>
                    </a:cubicBezTo>
                    <a:cubicBezTo>
                      <a:pt x="44" y="36"/>
                      <a:pt x="44" y="36"/>
                      <a:pt x="44" y="36"/>
                    </a:cubicBezTo>
                    <a:cubicBezTo>
                      <a:pt x="43" y="36"/>
                      <a:pt x="43" y="36"/>
                      <a:pt x="43" y="36"/>
                    </a:cubicBezTo>
                    <a:cubicBezTo>
                      <a:pt x="43" y="36"/>
                      <a:pt x="43" y="36"/>
                      <a:pt x="43" y="36"/>
                    </a:cubicBezTo>
                    <a:cubicBezTo>
                      <a:pt x="43" y="36"/>
                      <a:pt x="43" y="36"/>
                      <a:pt x="43" y="36"/>
                    </a:cubicBezTo>
                    <a:cubicBezTo>
                      <a:pt x="43" y="36"/>
                      <a:pt x="43" y="36"/>
                      <a:pt x="43" y="36"/>
                    </a:cubicBezTo>
                    <a:cubicBezTo>
                      <a:pt x="41" y="36"/>
                      <a:pt x="41" y="36"/>
                      <a:pt x="41" y="36"/>
                    </a:cubicBezTo>
                    <a:cubicBezTo>
                      <a:pt x="42" y="37"/>
                      <a:pt x="42" y="37"/>
                      <a:pt x="42" y="37"/>
                    </a:cubicBezTo>
                    <a:cubicBezTo>
                      <a:pt x="42" y="38"/>
                      <a:pt x="42" y="38"/>
                      <a:pt x="42" y="38"/>
                    </a:cubicBezTo>
                    <a:cubicBezTo>
                      <a:pt x="41" y="38"/>
                      <a:pt x="41" y="38"/>
                      <a:pt x="41" y="38"/>
                    </a:cubicBezTo>
                    <a:cubicBezTo>
                      <a:pt x="40" y="38"/>
                      <a:pt x="40" y="38"/>
                      <a:pt x="40" y="38"/>
                    </a:cubicBezTo>
                    <a:cubicBezTo>
                      <a:pt x="40" y="39"/>
                      <a:pt x="40" y="40"/>
                      <a:pt x="40" y="41"/>
                    </a:cubicBezTo>
                    <a:cubicBezTo>
                      <a:pt x="40" y="41"/>
                      <a:pt x="40" y="41"/>
                      <a:pt x="40" y="41"/>
                    </a:cubicBezTo>
                    <a:cubicBezTo>
                      <a:pt x="40" y="48"/>
                      <a:pt x="47" y="54"/>
                      <a:pt x="47" y="59"/>
                    </a:cubicBezTo>
                    <a:cubicBezTo>
                      <a:pt x="47" y="62"/>
                      <a:pt x="44" y="65"/>
                      <a:pt x="43" y="66"/>
                    </a:cubicBezTo>
                    <a:cubicBezTo>
                      <a:pt x="44" y="68"/>
                      <a:pt x="44" y="68"/>
                      <a:pt x="44" y="68"/>
                    </a:cubicBezTo>
                    <a:cubicBezTo>
                      <a:pt x="45" y="68"/>
                      <a:pt x="45" y="68"/>
                      <a:pt x="45" y="68"/>
                    </a:cubicBezTo>
                    <a:cubicBezTo>
                      <a:pt x="43" y="69"/>
                      <a:pt x="43" y="69"/>
                      <a:pt x="43" y="69"/>
                    </a:cubicBezTo>
                    <a:cubicBezTo>
                      <a:pt x="44" y="70"/>
                      <a:pt x="44" y="70"/>
                      <a:pt x="44" y="70"/>
                    </a:cubicBezTo>
                    <a:cubicBezTo>
                      <a:pt x="43" y="70"/>
                      <a:pt x="43" y="70"/>
                      <a:pt x="43" y="70"/>
                    </a:cubicBezTo>
                    <a:cubicBezTo>
                      <a:pt x="43" y="71"/>
                      <a:pt x="43" y="71"/>
                      <a:pt x="43" y="71"/>
                    </a:cubicBezTo>
                    <a:cubicBezTo>
                      <a:pt x="43" y="72"/>
                      <a:pt x="43" y="72"/>
                      <a:pt x="43" y="72"/>
                    </a:cubicBezTo>
                    <a:cubicBezTo>
                      <a:pt x="42" y="72"/>
                      <a:pt x="42" y="72"/>
                      <a:pt x="42" y="72"/>
                    </a:cubicBezTo>
                    <a:cubicBezTo>
                      <a:pt x="43" y="73"/>
                      <a:pt x="43" y="73"/>
                      <a:pt x="43" y="73"/>
                    </a:cubicBezTo>
                    <a:cubicBezTo>
                      <a:pt x="43" y="73"/>
                      <a:pt x="43" y="73"/>
                      <a:pt x="43" y="73"/>
                    </a:cubicBezTo>
                    <a:cubicBezTo>
                      <a:pt x="42" y="73"/>
                      <a:pt x="42" y="73"/>
                      <a:pt x="42" y="73"/>
                    </a:cubicBezTo>
                    <a:cubicBezTo>
                      <a:pt x="42" y="74"/>
                      <a:pt x="42" y="74"/>
                      <a:pt x="42" y="74"/>
                    </a:cubicBezTo>
                    <a:cubicBezTo>
                      <a:pt x="42" y="75"/>
                      <a:pt x="42" y="75"/>
                      <a:pt x="42" y="75"/>
                    </a:cubicBezTo>
                    <a:cubicBezTo>
                      <a:pt x="41" y="75"/>
                      <a:pt x="41" y="75"/>
                      <a:pt x="41" y="75"/>
                    </a:cubicBezTo>
                    <a:cubicBezTo>
                      <a:pt x="41" y="77"/>
                      <a:pt x="41" y="77"/>
                      <a:pt x="41" y="77"/>
                    </a:cubicBezTo>
                    <a:cubicBezTo>
                      <a:pt x="42" y="77"/>
                      <a:pt x="42" y="77"/>
                      <a:pt x="42" y="77"/>
                    </a:cubicBezTo>
                    <a:cubicBezTo>
                      <a:pt x="40" y="77"/>
                      <a:pt x="40" y="77"/>
                      <a:pt x="40" y="77"/>
                    </a:cubicBezTo>
                    <a:cubicBezTo>
                      <a:pt x="41" y="79"/>
                      <a:pt x="41" y="79"/>
                      <a:pt x="41" y="79"/>
                    </a:cubicBezTo>
                    <a:cubicBezTo>
                      <a:pt x="43" y="82"/>
                      <a:pt x="43" y="82"/>
                      <a:pt x="43" y="82"/>
                    </a:cubicBezTo>
                    <a:cubicBezTo>
                      <a:pt x="43" y="83"/>
                      <a:pt x="42" y="84"/>
                      <a:pt x="42" y="86"/>
                    </a:cubicBezTo>
                    <a:cubicBezTo>
                      <a:pt x="42" y="87"/>
                      <a:pt x="42" y="88"/>
                      <a:pt x="42" y="88"/>
                    </a:cubicBezTo>
                    <a:cubicBezTo>
                      <a:pt x="43" y="93"/>
                      <a:pt x="43" y="93"/>
                      <a:pt x="43" y="93"/>
                    </a:cubicBezTo>
                    <a:cubicBezTo>
                      <a:pt x="43" y="95"/>
                      <a:pt x="43" y="95"/>
                      <a:pt x="43" y="95"/>
                    </a:cubicBezTo>
                    <a:cubicBezTo>
                      <a:pt x="42" y="99"/>
                      <a:pt x="42" y="99"/>
                      <a:pt x="42" y="99"/>
                    </a:cubicBezTo>
                    <a:cubicBezTo>
                      <a:pt x="42" y="100"/>
                      <a:pt x="41" y="100"/>
                      <a:pt x="40" y="100"/>
                    </a:cubicBezTo>
                    <a:cubicBezTo>
                      <a:pt x="39" y="100"/>
                      <a:pt x="39" y="100"/>
                      <a:pt x="39" y="100"/>
                    </a:cubicBezTo>
                    <a:cubicBezTo>
                      <a:pt x="38" y="100"/>
                      <a:pt x="36" y="100"/>
                      <a:pt x="35" y="100"/>
                    </a:cubicBezTo>
                    <a:cubicBezTo>
                      <a:pt x="34" y="100"/>
                      <a:pt x="32" y="99"/>
                      <a:pt x="31" y="98"/>
                    </a:cubicBezTo>
                    <a:cubicBezTo>
                      <a:pt x="30" y="97"/>
                      <a:pt x="30" y="97"/>
                      <a:pt x="30" y="97"/>
                    </a:cubicBezTo>
                    <a:cubicBezTo>
                      <a:pt x="30" y="97"/>
                      <a:pt x="30" y="97"/>
                      <a:pt x="30" y="97"/>
                    </a:cubicBezTo>
                    <a:cubicBezTo>
                      <a:pt x="32" y="95"/>
                      <a:pt x="32" y="95"/>
                      <a:pt x="32" y="95"/>
                    </a:cubicBezTo>
                    <a:cubicBezTo>
                      <a:pt x="33" y="95"/>
                      <a:pt x="33" y="95"/>
                      <a:pt x="33" y="95"/>
                    </a:cubicBezTo>
                    <a:cubicBezTo>
                      <a:pt x="34" y="95"/>
                      <a:pt x="34" y="95"/>
                      <a:pt x="34" y="95"/>
                    </a:cubicBezTo>
                    <a:cubicBezTo>
                      <a:pt x="34" y="95"/>
                      <a:pt x="34" y="95"/>
                      <a:pt x="34" y="95"/>
                    </a:cubicBezTo>
                    <a:cubicBezTo>
                      <a:pt x="34" y="95"/>
                      <a:pt x="34" y="95"/>
                      <a:pt x="34" y="95"/>
                    </a:cubicBezTo>
                    <a:cubicBezTo>
                      <a:pt x="35" y="95"/>
                      <a:pt x="35" y="95"/>
                      <a:pt x="35" y="95"/>
                    </a:cubicBezTo>
                    <a:cubicBezTo>
                      <a:pt x="36" y="95"/>
                      <a:pt x="36" y="96"/>
                      <a:pt x="37" y="96"/>
                    </a:cubicBezTo>
                    <a:cubicBezTo>
                      <a:pt x="37" y="96"/>
                      <a:pt x="37" y="96"/>
                      <a:pt x="37" y="96"/>
                    </a:cubicBezTo>
                    <a:cubicBezTo>
                      <a:pt x="39" y="96"/>
                      <a:pt x="39" y="94"/>
                      <a:pt x="39" y="93"/>
                    </a:cubicBezTo>
                    <a:cubicBezTo>
                      <a:pt x="39" y="92"/>
                      <a:pt x="39" y="92"/>
                      <a:pt x="39" y="92"/>
                    </a:cubicBezTo>
                    <a:cubicBezTo>
                      <a:pt x="39" y="91"/>
                      <a:pt x="39" y="91"/>
                      <a:pt x="38" y="90"/>
                    </a:cubicBezTo>
                    <a:cubicBezTo>
                      <a:pt x="38" y="89"/>
                      <a:pt x="38" y="88"/>
                      <a:pt x="38" y="87"/>
                    </a:cubicBezTo>
                    <a:cubicBezTo>
                      <a:pt x="38" y="86"/>
                      <a:pt x="38" y="86"/>
                      <a:pt x="38" y="86"/>
                    </a:cubicBezTo>
                    <a:cubicBezTo>
                      <a:pt x="38" y="85"/>
                      <a:pt x="38" y="85"/>
                      <a:pt x="37" y="84"/>
                    </a:cubicBezTo>
                    <a:cubicBezTo>
                      <a:pt x="36" y="83"/>
                      <a:pt x="36" y="82"/>
                      <a:pt x="36" y="81"/>
                    </a:cubicBezTo>
                    <a:cubicBezTo>
                      <a:pt x="36" y="80"/>
                      <a:pt x="36" y="79"/>
                      <a:pt x="35" y="78"/>
                    </a:cubicBezTo>
                    <a:cubicBezTo>
                      <a:pt x="33" y="77"/>
                      <a:pt x="32" y="75"/>
                      <a:pt x="32" y="74"/>
                    </a:cubicBezTo>
                    <a:cubicBezTo>
                      <a:pt x="31" y="72"/>
                      <a:pt x="31" y="72"/>
                      <a:pt x="31" y="72"/>
                    </a:cubicBezTo>
                    <a:cubicBezTo>
                      <a:pt x="30" y="70"/>
                      <a:pt x="30" y="70"/>
                      <a:pt x="30" y="70"/>
                    </a:cubicBezTo>
                    <a:cubicBezTo>
                      <a:pt x="30" y="70"/>
                      <a:pt x="30" y="70"/>
                      <a:pt x="30" y="70"/>
                    </a:cubicBezTo>
                    <a:cubicBezTo>
                      <a:pt x="29" y="69"/>
                      <a:pt x="29" y="69"/>
                      <a:pt x="28" y="68"/>
                    </a:cubicBezTo>
                    <a:cubicBezTo>
                      <a:pt x="27" y="67"/>
                      <a:pt x="27" y="67"/>
                      <a:pt x="27" y="67"/>
                    </a:cubicBezTo>
                    <a:cubicBezTo>
                      <a:pt x="27" y="68"/>
                      <a:pt x="27" y="68"/>
                      <a:pt x="27" y="68"/>
                    </a:cubicBezTo>
                    <a:cubicBezTo>
                      <a:pt x="27" y="68"/>
                      <a:pt x="27" y="68"/>
                      <a:pt x="27" y="68"/>
                    </a:cubicBezTo>
                    <a:cubicBezTo>
                      <a:pt x="27" y="68"/>
                      <a:pt x="27" y="68"/>
                      <a:pt x="27" y="68"/>
                    </a:cubicBezTo>
                    <a:cubicBezTo>
                      <a:pt x="27" y="68"/>
                      <a:pt x="27" y="68"/>
                      <a:pt x="27" y="68"/>
                    </a:cubicBezTo>
                    <a:cubicBezTo>
                      <a:pt x="27" y="69"/>
                      <a:pt x="27" y="69"/>
                      <a:pt x="27" y="69"/>
                    </a:cubicBezTo>
                    <a:cubicBezTo>
                      <a:pt x="28" y="71"/>
                      <a:pt x="28" y="71"/>
                      <a:pt x="28" y="71"/>
                    </a:cubicBezTo>
                    <a:cubicBezTo>
                      <a:pt x="28" y="72"/>
                      <a:pt x="28" y="72"/>
                      <a:pt x="28" y="72"/>
                    </a:cubicBezTo>
                    <a:cubicBezTo>
                      <a:pt x="28" y="74"/>
                      <a:pt x="28" y="74"/>
                      <a:pt x="28" y="74"/>
                    </a:cubicBezTo>
                    <a:cubicBezTo>
                      <a:pt x="26" y="75"/>
                      <a:pt x="26" y="75"/>
                      <a:pt x="26" y="75"/>
                    </a:cubicBezTo>
                    <a:cubicBezTo>
                      <a:pt x="25" y="76"/>
                      <a:pt x="25" y="76"/>
                      <a:pt x="25" y="76"/>
                    </a:cubicBezTo>
                    <a:cubicBezTo>
                      <a:pt x="23" y="78"/>
                      <a:pt x="23" y="78"/>
                      <a:pt x="23" y="78"/>
                    </a:cubicBezTo>
                    <a:cubicBezTo>
                      <a:pt x="22" y="79"/>
                      <a:pt x="22" y="79"/>
                      <a:pt x="22" y="79"/>
                    </a:cubicBezTo>
                    <a:cubicBezTo>
                      <a:pt x="21" y="81"/>
                      <a:pt x="21" y="81"/>
                      <a:pt x="21" y="81"/>
                    </a:cubicBezTo>
                    <a:cubicBezTo>
                      <a:pt x="20" y="82"/>
                      <a:pt x="19" y="83"/>
                      <a:pt x="18" y="83"/>
                    </a:cubicBezTo>
                    <a:cubicBezTo>
                      <a:pt x="16" y="83"/>
                      <a:pt x="15" y="80"/>
                      <a:pt x="14" y="79"/>
                    </a:cubicBezTo>
                    <a:cubicBezTo>
                      <a:pt x="14" y="78"/>
                      <a:pt x="13" y="76"/>
                      <a:pt x="13" y="75"/>
                    </a:cubicBezTo>
                    <a:cubicBezTo>
                      <a:pt x="13" y="72"/>
                      <a:pt x="13" y="72"/>
                      <a:pt x="13" y="72"/>
                    </a:cubicBezTo>
                    <a:cubicBezTo>
                      <a:pt x="13" y="72"/>
                      <a:pt x="13" y="72"/>
                      <a:pt x="13" y="72"/>
                    </a:cubicBezTo>
                    <a:cubicBezTo>
                      <a:pt x="14" y="72"/>
                      <a:pt x="14" y="72"/>
                      <a:pt x="14" y="72"/>
                    </a:cubicBezTo>
                    <a:cubicBezTo>
                      <a:pt x="15" y="73"/>
                      <a:pt x="15" y="73"/>
                      <a:pt x="15" y="73"/>
                    </a:cubicBezTo>
                    <a:cubicBezTo>
                      <a:pt x="16" y="74"/>
                      <a:pt x="16" y="74"/>
                      <a:pt x="16" y="74"/>
                    </a:cubicBezTo>
                    <a:cubicBezTo>
                      <a:pt x="17" y="75"/>
                      <a:pt x="17" y="75"/>
                      <a:pt x="17" y="75"/>
                    </a:cubicBezTo>
                    <a:cubicBezTo>
                      <a:pt x="18" y="77"/>
                      <a:pt x="18" y="77"/>
                      <a:pt x="18" y="77"/>
                    </a:cubicBezTo>
                    <a:cubicBezTo>
                      <a:pt x="18" y="77"/>
                      <a:pt x="18" y="77"/>
                      <a:pt x="18" y="77"/>
                    </a:cubicBezTo>
                    <a:cubicBezTo>
                      <a:pt x="19" y="76"/>
                      <a:pt x="19" y="76"/>
                      <a:pt x="19" y="76"/>
                    </a:cubicBezTo>
                    <a:cubicBezTo>
                      <a:pt x="20" y="76"/>
                      <a:pt x="21" y="74"/>
                      <a:pt x="22" y="73"/>
                    </a:cubicBezTo>
                    <a:cubicBezTo>
                      <a:pt x="22" y="72"/>
                      <a:pt x="23" y="71"/>
                      <a:pt x="23" y="70"/>
                    </a:cubicBezTo>
                    <a:cubicBezTo>
                      <a:pt x="23" y="69"/>
                      <a:pt x="23" y="69"/>
                      <a:pt x="23" y="69"/>
                    </a:cubicBezTo>
                    <a:cubicBezTo>
                      <a:pt x="22" y="68"/>
                      <a:pt x="19" y="66"/>
                      <a:pt x="18" y="65"/>
                    </a:cubicBezTo>
                    <a:cubicBezTo>
                      <a:pt x="18" y="64"/>
                      <a:pt x="18" y="64"/>
                      <a:pt x="18" y="64"/>
                    </a:cubicBezTo>
                    <a:cubicBezTo>
                      <a:pt x="18" y="63"/>
                      <a:pt x="18" y="63"/>
                      <a:pt x="18" y="63"/>
                    </a:cubicBezTo>
                    <a:cubicBezTo>
                      <a:pt x="17" y="62"/>
                      <a:pt x="17" y="61"/>
                      <a:pt x="17" y="61"/>
                    </a:cubicBezTo>
                    <a:cubicBezTo>
                      <a:pt x="17" y="57"/>
                      <a:pt x="20" y="56"/>
                      <a:pt x="22" y="56"/>
                    </a:cubicBezTo>
                    <a:cubicBezTo>
                      <a:pt x="24" y="56"/>
                      <a:pt x="24" y="56"/>
                      <a:pt x="24" y="56"/>
                    </a:cubicBezTo>
                    <a:cubicBezTo>
                      <a:pt x="23" y="56"/>
                      <a:pt x="23" y="56"/>
                      <a:pt x="23" y="56"/>
                    </a:cubicBezTo>
                    <a:cubicBezTo>
                      <a:pt x="22" y="54"/>
                      <a:pt x="22" y="54"/>
                      <a:pt x="22" y="54"/>
                    </a:cubicBezTo>
                    <a:cubicBezTo>
                      <a:pt x="20" y="53"/>
                      <a:pt x="20" y="53"/>
                      <a:pt x="20" y="53"/>
                    </a:cubicBezTo>
                    <a:cubicBezTo>
                      <a:pt x="20" y="52"/>
                      <a:pt x="20" y="52"/>
                      <a:pt x="20" y="52"/>
                    </a:cubicBezTo>
                    <a:cubicBezTo>
                      <a:pt x="20" y="52"/>
                      <a:pt x="20" y="52"/>
                      <a:pt x="20" y="52"/>
                    </a:cubicBezTo>
                    <a:cubicBezTo>
                      <a:pt x="20" y="52"/>
                      <a:pt x="20" y="52"/>
                      <a:pt x="20" y="52"/>
                    </a:cubicBezTo>
                    <a:cubicBezTo>
                      <a:pt x="20" y="51"/>
                      <a:pt x="20" y="51"/>
                      <a:pt x="20" y="51"/>
                    </a:cubicBezTo>
                    <a:cubicBezTo>
                      <a:pt x="17" y="52"/>
                      <a:pt x="16" y="56"/>
                      <a:pt x="16" y="56"/>
                    </a:cubicBezTo>
                    <a:cubicBezTo>
                      <a:pt x="16" y="57"/>
                      <a:pt x="16" y="57"/>
                      <a:pt x="16" y="57"/>
                    </a:cubicBezTo>
                    <a:cubicBezTo>
                      <a:pt x="16" y="56"/>
                      <a:pt x="16" y="56"/>
                      <a:pt x="16" y="56"/>
                    </a:cubicBezTo>
                    <a:cubicBezTo>
                      <a:pt x="15" y="55"/>
                      <a:pt x="15" y="54"/>
                      <a:pt x="15" y="53"/>
                    </a:cubicBezTo>
                    <a:cubicBezTo>
                      <a:pt x="13" y="54"/>
                      <a:pt x="13" y="54"/>
                      <a:pt x="13" y="54"/>
                    </a:cubicBezTo>
                    <a:cubicBezTo>
                      <a:pt x="12" y="54"/>
                      <a:pt x="12" y="54"/>
                      <a:pt x="11" y="55"/>
                    </a:cubicBezTo>
                    <a:cubicBezTo>
                      <a:pt x="10" y="55"/>
                      <a:pt x="10" y="55"/>
                      <a:pt x="9" y="56"/>
                    </a:cubicBezTo>
                    <a:cubicBezTo>
                      <a:pt x="9" y="56"/>
                      <a:pt x="9" y="56"/>
                      <a:pt x="9" y="56"/>
                    </a:cubicBezTo>
                    <a:cubicBezTo>
                      <a:pt x="10" y="57"/>
                      <a:pt x="10" y="57"/>
                      <a:pt x="10" y="57"/>
                    </a:cubicBezTo>
                    <a:cubicBezTo>
                      <a:pt x="11" y="58"/>
                      <a:pt x="11" y="58"/>
                      <a:pt x="11" y="58"/>
                    </a:cubicBezTo>
                    <a:cubicBezTo>
                      <a:pt x="12" y="60"/>
                      <a:pt x="12" y="60"/>
                      <a:pt x="12" y="60"/>
                    </a:cubicBezTo>
                    <a:cubicBezTo>
                      <a:pt x="12" y="60"/>
                      <a:pt x="12" y="60"/>
                      <a:pt x="12" y="60"/>
                    </a:cubicBezTo>
                    <a:cubicBezTo>
                      <a:pt x="11" y="61"/>
                      <a:pt x="11" y="61"/>
                      <a:pt x="11" y="61"/>
                    </a:cubicBezTo>
                    <a:cubicBezTo>
                      <a:pt x="11" y="62"/>
                      <a:pt x="11" y="62"/>
                      <a:pt x="11" y="62"/>
                    </a:cubicBezTo>
                    <a:cubicBezTo>
                      <a:pt x="10" y="63"/>
                      <a:pt x="10" y="63"/>
                      <a:pt x="10" y="63"/>
                    </a:cubicBezTo>
                    <a:cubicBezTo>
                      <a:pt x="9" y="63"/>
                      <a:pt x="9" y="63"/>
                      <a:pt x="9" y="63"/>
                    </a:cubicBezTo>
                    <a:cubicBezTo>
                      <a:pt x="9" y="63"/>
                      <a:pt x="9" y="63"/>
                      <a:pt x="9" y="63"/>
                    </a:cubicBezTo>
                    <a:cubicBezTo>
                      <a:pt x="9" y="62"/>
                      <a:pt x="9" y="62"/>
                      <a:pt x="9" y="62"/>
                    </a:cubicBezTo>
                    <a:cubicBezTo>
                      <a:pt x="10" y="62"/>
                      <a:pt x="10" y="62"/>
                      <a:pt x="10" y="62"/>
                    </a:cubicBezTo>
                    <a:cubicBezTo>
                      <a:pt x="10" y="61"/>
                      <a:pt x="10" y="61"/>
                      <a:pt x="10" y="61"/>
                    </a:cubicBezTo>
                    <a:cubicBezTo>
                      <a:pt x="10" y="61"/>
                      <a:pt x="10" y="61"/>
                      <a:pt x="10" y="61"/>
                    </a:cubicBezTo>
                    <a:cubicBezTo>
                      <a:pt x="9" y="61"/>
                      <a:pt x="9" y="61"/>
                      <a:pt x="9" y="61"/>
                    </a:cubicBezTo>
                    <a:cubicBezTo>
                      <a:pt x="8" y="58"/>
                      <a:pt x="8" y="58"/>
                      <a:pt x="8" y="58"/>
                    </a:cubicBezTo>
                    <a:cubicBezTo>
                      <a:pt x="7" y="55"/>
                      <a:pt x="7" y="55"/>
                      <a:pt x="7" y="55"/>
                    </a:cubicBezTo>
                    <a:cubicBezTo>
                      <a:pt x="6" y="54"/>
                      <a:pt x="6" y="52"/>
                      <a:pt x="6" y="52"/>
                    </a:cubicBezTo>
                    <a:cubicBezTo>
                      <a:pt x="5" y="49"/>
                      <a:pt x="5" y="49"/>
                      <a:pt x="5" y="49"/>
                    </a:cubicBezTo>
                    <a:cubicBezTo>
                      <a:pt x="4" y="47"/>
                      <a:pt x="4" y="47"/>
                      <a:pt x="4" y="47"/>
                    </a:cubicBezTo>
                    <a:cubicBezTo>
                      <a:pt x="4" y="46"/>
                      <a:pt x="4" y="46"/>
                      <a:pt x="4" y="46"/>
                    </a:cubicBezTo>
                    <a:cubicBezTo>
                      <a:pt x="5" y="46"/>
                      <a:pt x="5" y="46"/>
                      <a:pt x="5" y="46"/>
                    </a:cubicBezTo>
                    <a:cubicBezTo>
                      <a:pt x="4" y="46"/>
                      <a:pt x="4" y="46"/>
                      <a:pt x="4" y="46"/>
                    </a:cubicBezTo>
                    <a:cubicBezTo>
                      <a:pt x="4" y="46"/>
                      <a:pt x="4" y="46"/>
                      <a:pt x="4" y="46"/>
                    </a:cubicBezTo>
                    <a:cubicBezTo>
                      <a:pt x="4" y="46"/>
                      <a:pt x="4" y="46"/>
                      <a:pt x="4" y="46"/>
                    </a:cubicBezTo>
                    <a:cubicBezTo>
                      <a:pt x="5" y="45"/>
                      <a:pt x="5" y="45"/>
                      <a:pt x="5" y="45"/>
                    </a:cubicBezTo>
                    <a:cubicBezTo>
                      <a:pt x="5" y="45"/>
                      <a:pt x="5" y="45"/>
                      <a:pt x="5" y="45"/>
                    </a:cubicBezTo>
                    <a:cubicBezTo>
                      <a:pt x="5" y="45"/>
                      <a:pt x="5" y="45"/>
                      <a:pt x="5" y="45"/>
                    </a:cubicBezTo>
                    <a:cubicBezTo>
                      <a:pt x="6" y="45"/>
                      <a:pt x="6" y="45"/>
                      <a:pt x="6" y="45"/>
                    </a:cubicBezTo>
                    <a:cubicBezTo>
                      <a:pt x="7" y="45"/>
                      <a:pt x="7" y="45"/>
                      <a:pt x="7" y="45"/>
                    </a:cubicBezTo>
                    <a:cubicBezTo>
                      <a:pt x="8" y="45"/>
                      <a:pt x="8" y="45"/>
                      <a:pt x="8" y="45"/>
                    </a:cubicBezTo>
                    <a:cubicBezTo>
                      <a:pt x="9" y="47"/>
                      <a:pt x="9" y="47"/>
                      <a:pt x="9" y="47"/>
                    </a:cubicBezTo>
                    <a:cubicBezTo>
                      <a:pt x="9" y="47"/>
                      <a:pt x="9" y="47"/>
                      <a:pt x="9" y="47"/>
                    </a:cubicBezTo>
                    <a:cubicBezTo>
                      <a:pt x="9" y="47"/>
                      <a:pt x="9" y="47"/>
                      <a:pt x="9" y="47"/>
                    </a:cubicBezTo>
                    <a:cubicBezTo>
                      <a:pt x="9" y="47"/>
                      <a:pt x="9" y="47"/>
                      <a:pt x="9" y="47"/>
                    </a:cubicBezTo>
                    <a:cubicBezTo>
                      <a:pt x="10" y="48"/>
                      <a:pt x="10" y="48"/>
                      <a:pt x="10" y="48"/>
                    </a:cubicBezTo>
                    <a:cubicBezTo>
                      <a:pt x="9" y="49"/>
                      <a:pt x="9" y="49"/>
                      <a:pt x="9" y="49"/>
                    </a:cubicBezTo>
                    <a:cubicBezTo>
                      <a:pt x="9" y="49"/>
                      <a:pt x="9" y="49"/>
                      <a:pt x="9" y="49"/>
                    </a:cubicBezTo>
                    <a:cubicBezTo>
                      <a:pt x="9" y="49"/>
                      <a:pt x="9" y="49"/>
                      <a:pt x="9" y="49"/>
                    </a:cubicBezTo>
                    <a:cubicBezTo>
                      <a:pt x="9" y="50"/>
                      <a:pt x="9" y="50"/>
                      <a:pt x="9" y="50"/>
                    </a:cubicBezTo>
                    <a:cubicBezTo>
                      <a:pt x="9" y="52"/>
                      <a:pt x="9" y="52"/>
                      <a:pt x="9" y="52"/>
                    </a:cubicBezTo>
                    <a:cubicBezTo>
                      <a:pt x="9" y="52"/>
                      <a:pt x="9" y="52"/>
                      <a:pt x="9" y="52"/>
                    </a:cubicBezTo>
                    <a:cubicBezTo>
                      <a:pt x="9" y="52"/>
                      <a:pt x="9" y="52"/>
                      <a:pt x="9" y="52"/>
                    </a:cubicBezTo>
                    <a:cubicBezTo>
                      <a:pt x="9" y="52"/>
                      <a:pt x="9" y="52"/>
                      <a:pt x="9" y="52"/>
                    </a:cubicBezTo>
                    <a:cubicBezTo>
                      <a:pt x="9" y="52"/>
                      <a:pt x="9" y="52"/>
                      <a:pt x="9" y="52"/>
                    </a:cubicBezTo>
                    <a:cubicBezTo>
                      <a:pt x="11" y="52"/>
                      <a:pt x="11" y="52"/>
                      <a:pt x="11" y="52"/>
                    </a:cubicBezTo>
                    <a:cubicBezTo>
                      <a:pt x="11" y="52"/>
                      <a:pt x="13" y="51"/>
                      <a:pt x="14" y="50"/>
                    </a:cubicBezTo>
                    <a:cubicBezTo>
                      <a:pt x="14" y="49"/>
                      <a:pt x="14" y="49"/>
                      <a:pt x="14" y="49"/>
                    </a:cubicBezTo>
                    <a:cubicBezTo>
                      <a:pt x="12" y="47"/>
                      <a:pt x="12" y="47"/>
                      <a:pt x="12" y="47"/>
                    </a:cubicBezTo>
                    <a:cubicBezTo>
                      <a:pt x="12" y="47"/>
                      <a:pt x="12" y="47"/>
                      <a:pt x="12" y="47"/>
                    </a:cubicBezTo>
                    <a:cubicBezTo>
                      <a:pt x="12" y="47"/>
                      <a:pt x="12" y="47"/>
                      <a:pt x="12" y="47"/>
                    </a:cubicBezTo>
                    <a:cubicBezTo>
                      <a:pt x="13" y="47"/>
                      <a:pt x="13" y="47"/>
                      <a:pt x="13" y="47"/>
                    </a:cubicBezTo>
                    <a:cubicBezTo>
                      <a:pt x="14" y="47"/>
                      <a:pt x="15" y="47"/>
                      <a:pt x="16" y="47"/>
                    </a:cubicBezTo>
                    <a:cubicBezTo>
                      <a:pt x="15" y="46"/>
                      <a:pt x="14" y="45"/>
                      <a:pt x="12" y="43"/>
                    </a:cubicBezTo>
                    <a:cubicBezTo>
                      <a:pt x="11" y="40"/>
                      <a:pt x="11" y="40"/>
                      <a:pt x="11" y="40"/>
                    </a:cubicBezTo>
                    <a:cubicBezTo>
                      <a:pt x="8" y="38"/>
                      <a:pt x="8" y="38"/>
                      <a:pt x="8" y="38"/>
                    </a:cubicBezTo>
                    <a:cubicBezTo>
                      <a:pt x="8" y="38"/>
                      <a:pt x="8" y="37"/>
                      <a:pt x="8" y="36"/>
                    </a:cubicBezTo>
                    <a:cubicBezTo>
                      <a:pt x="8" y="35"/>
                      <a:pt x="7" y="33"/>
                      <a:pt x="6" y="33"/>
                    </a:cubicBezTo>
                    <a:cubicBezTo>
                      <a:pt x="5" y="32"/>
                      <a:pt x="5" y="32"/>
                      <a:pt x="5" y="32"/>
                    </a:cubicBezTo>
                    <a:cubicBezTo>
                      <a:pt x="4" y="32"/>
                      <a:pt x="4" y="34"/>
                      <a:pt x="4" y="34"/>
                    </a:cubicBezTo>
                    <a:cubicBezTo>
                      <a:pt x="3" y="34"/>
                      <a:pt x="3" y="34"/>
                      <a:pt x="3" y="34"/>
                    </a:cubicBezTo>
                    <a:cubicBezTo>
                      <a:pt x="4" y="31"/>
                      <a:pt x="5" y="30"/>
                      <a:pt x="5" y="30"/>
                    </a:cubicBezTo>
                    <a:cubicBezTo>
                      <a:pt x="5" y="29"/>
                      <a:pt x="5" y="29"/>
                      <a:pt x="5" y="29"/>
                    </a:cubicBezTo>
                    <a:cubicBezTo>
                      <a:pt x="5" y="28"/>
                      <a:pt x="4" y="27"/>
                      <a:pt x="4" y="26"/>
                    </a:cubicBezTo>
                    <a:cubicBezTo>
                      <a:pt x="4" y="24"/>
                      <a:pt x="4" y="24"/>
                      <a:pt x="4" y="24"/>
                    </a:cubicBezTo>
                    <a:cubicBezTo>
                      <a:pt x="3" y="24"/>
                      <a:pt x="3" y="24"/>
                      <a:pt x="3" y="24"/>
                    </a:cubicBezTo>
                    <a:cubicBezTo>
                      <a:pt x="3" y="26"/>
                      <a:pt x="3" y="26"/>
                      <a:pt x="3" y="26"/>
                    </a:cubicBezTo>
                    <a:cubicBezTo>
                      <a:pt x="3" y="28"/>
                      <a:pt x="3" y="28"/>
                      <a:pt x="3" y="28"/>
                    </a:cubicBezTo>
                    <a:cubicBezTo>
                      <a:pt x="2" y="28"/>
                      <a:pt x="2" y="28"/>
                      <a:pt x="2" y="28"/>
                    </a:cubicBezTo>
                    <a:cubicBezTo>
                      <a:pt x="1" y="29"/>
                      <a:pt x="1" y="29"/>
                      <a:pt x="1" y="29"/>
                    </a:cubicBezTo>
                    <a:cubicBezTo>
                      <a:pt x="1" y="29"/>
                      <a:pt x="1" y="29"/>
                      <a:pt x="1" y="29"/>
                    </a:cubicBezTo>
                    <a:cubicBezTo>
                      <a:pt x="0" y="29"/>
                      <a:pt x="0" y="29"/>
                      <a:pt x="0" y="29"/>
                    </a:cubicBezTo>
                    <a:cubicBezTo>
                      <a:pt x="0" y="28"/>
                      <a:pt x="0" y="28"/>
                      <a:pt x="0" y="28"/>
                    </a:cubicBezTo>
                    <a:cubicBezTo>
                      <a:pt x="0" y="28"/>
                      <a:pt x="0" y="28"/>
                      <a:pt x="0" y="28"/>
                    </a:cubicBezTo>
                    <a:cubicBezTo>
                      <a:pt x="1" y="28"/>
                      <a:pt x="1" y="28"/>
                      <a:pt x="1" y="28"/>
                    </a:cubicBezTo>
                    <a:cubicBezTo>
                      <a:pt x="1" y="27"/>
                      <a:pt x="1" y="27"/>
                      <a:pt x="1" y="27"/>
                    </a:cubicBezTo>
                    <a:cubicBezTo>
                      <a:pt x="1" y="27"/>
                      <a:pt x="1" y="27"/>
                      <a:pt x="1" y="27"/>
                    </a:cubicBezTo>
                    <a:cubicBezTo>
                      <a:pt x="1" y="25"/>
                      <a:pt x="1" y="25"/>
                      <a:pt x="1" y="25"/>
                    </a:cubicBezTo>
                    <a:cubicBezTo>
                      <a:pt x="2" y="21"/>
                      <a:pt x="2" y="21"/>
                      <a:pt x="2" y="21"/>
                    </a:cubicBezTo>
                    <a:cubicBezTo>
                      <a:pt x="2" y="20"/>
                      <a:pt x="2" y="20"/>
                      <a:pt x="2" y="20"/>
                    </a:cubicBezTo>
                    <a:cubicBezTo>
                      <a:pt x="2" y="19"/>
                      <a:pt x="2" y="18"/>
                      <a:pt x="2" y="18"/>
                    </a:cubicBezTo>
                    <a:cubicBezTo>
                      <a:pt x="1" y="15"/>
                      <a:pt x="1" y="15"/>
                      <a:pt x="1" y="15"/>
                    </a:cubicBezTo>
                    <a:cubicBezTo>
                      <a:pt x="0" y="14"/>
                      <a:pt x="0" y="14"/>
                      <a:pt x="0" y="14"/>
                    </a:cubicBezTo>
                    <a:cubicBezTo>
                      <a:pt x="1" y="13"/>
                      <a:pt x="1" y="13"/>
                      <a:pt x="1" y="13"/>
                    </a:cubicBezTo>
                    <a:cubicBezTo>
                      <a:pt x="1" y="13"/>
                      <a:pt x="1" y="13"/>
                      <a:pt x="1" y="13"/>
                    </a:cubicBezTo>
                    <a:lnTo>
                      <a:pt x="0" y="12"/>
                    </a:lnTo>
                    <a:close/>
                    <a:moveTo>
                      <a:pt x="13" y="21"/>
                    </a:moveTo>
                    <a:cubicBezTo>
                      <a:pt x="13" y="21"/>
                      <a:pt x="13" y="21"/>
                      <a:pt x="13" y="21"/>
                    </a:cubicBezTo>
                    <a:cubicBezTo>
                      <a:pt x="14" y="22"/>
                      <a:pt x="14" y="22"/>
                      <a:pt x="14" y="22"/>
                    </a:cubicBezTo>
                    <a:lnTo>
                      <a:pt x="13" y="21"/>
                    </a:lnTo>
                    <a:close/>
                    <a:moveTo>
                      <a:pt x="4" y="10"/>
                    </a:moveTo>
                    <a:cubicBezTo>
                      <a:pt x="4" y="10"/>
                      <a:pt x="4" y="10"/>
                      <a:pt x="4" y="10"/>
                    </a:cubicBezTo>
                    <a:cubicBezTo>
                      <a:pt x="5" y="12"/>
                      <a:pt x="5" y="12"/>
                      <a:pt x="5" y="12"/>
                    </a:cubicBezTo>
                    <a:cubicBezTo>
                      <a:pt x="5" y="12"/>
                      <a:pt x="5" y="12"/>
                      <a:pt x="5" y="12"/>
                    </a:cubicBezTo>
                    <a:cubicBezTo>
                      <a:pt x="5" y="12"/>
                      <a:pt x="5" y="12"/>
                      <a:pt x="5" y="12"/>
                    </a:cubicBezTo>
                    <a:cubicBezTo>
                      <a:pt x="5" y="12"/>
                      <a:pt x="5" y="12"/>
                      <a:pt x="5" y="12"/>
                    </a:cubicBezTo>
                    <a:lnTo>
                      <a:pt x="4" y="10"/>
                    </a:lnTo>
                    <a:close/>
                    <a:moveTo>
                      <a:pt x="6" y="12"/>
                    </a:moveTo>
                    <a:cubicBezTo>
                      <a:pt x="6" y="12"/>
                      <a:pt x="6" y="12"/>
                      <a:pt x="6" y="12"/>
                    </a:cubicBezTo>
                    <a:cubicBezTo>
                      <a:pt x="6" y="13"/>
                      <a:pt x="6" y="13"/>
                      <a:pt x="6" y="13"/>
                    </a:cubicBezTo>
                    <a:cubicBezTo>
                      <a:pt x="7" y="13"/>
                      <a:pt x="7" y="13"/>
                      <a:pt x="7" y="13"/>
                    </a:cubicBezTo>
                    <a:cubicBezTo>
                      <a:pt x="7" y="13"/>
                      <a:pt x="7" y="13"/>
                      <a:pt x="7" y="13"/>
                    </a:cubicBezTo>
                    <a:lnTo>
                      <a:pt x="6" y="12"/>
                    </a:lnTo>
                    <a:close/>
                    <a:moveTo>
                      <a:pt x="6" y="17"/>
                    </a:moveTo>
                    <a:cubicBezTo>
                      <a:pt x="7" y="16"/>
                      <a:pt x="7" y="15"/>
                      <a:pt x="7" y="15"/>
                    </a:cubicBezTo>
                    <a:cubicBezTo>
                      <a:pt x="7" y="15"/>
                      <a:pt x="7" y="15"/>
                      <a:pt x="7" y="15"/>
                    </a:cubicBezTo>
                    <a:cubicBezTo>
                      <a:pt x="7" y="13"/>
                      <a:pt x="7" y="13"/>
                      <a:pt x="7" y="13"/>
                    </a:cubicBezTo>
                    <a:cubicBezTo>
                      <a:pt x="7" y="13"/>
                      <a:pt x="7" y="13"/>
                      <a:pt x="7" y="13"/>
                    </a:cubicBezTo>
                    <a:cubicBezTo>
                      <a:pt x="7" y="13"/>
                      <a:pt x="7" y="13"/>
                      <a:pt x="7" y="13"/>
                    </a:cubicBezTo>
                    <a:cubicBezTo>
                      <a:pt x="6" y="13"/>
                      <a:pt x="6" y="13"/>
                      <a:pt x="6" y="13"/>
                    </a:cubicBezTo>
                    <a:cubicBezTo>
                      <a:pt x="6" y="14"/>
                      <a:pt x="6" y="14"/>
                      <a:pt x="6" y="14"/>
                    </a:cubicBezTo>
                    <a:cubicBezTo>
                      <a:pt x="6" y="14"/>
                      <a:pt x="6" y="14"/>
                      <a:pt x="6" y="14"/>
                    </a:cubicBezTo>
                    <a:cubicBezTo>
                      <a:pt x="6" y="15"/>
                      <a:pt x="6" y="15"/>
                      <a:pt x="5" y="16"/>
                    </a:cubicBezTo>
                    <a:cubicBezTo>
                      <a:pt x="5" y="18"/>
                      <a:pt x="5" y="18"/>
                      <a:pt x="5" y="18"/>
                    </a:cubicBezTo>
                    <a:cubicBezTo>
                      <a:pt x="5" y="18"/>
                      <a:pt x="5" y="18"/>
                      <a:pt x="5" y="18"/>
                    </a:cubicBezTo>
                    <a:lnTo>
                      <a:pt x="6" y="17"/>
                    </a:lnTo>
                    <a:close/>
                    <a:moveTo>
                      <a:pt x="19" y="21"/>
                    </a:moveTo>
                    <a:cubicBezTo>
                      <a:pt x="20" y="21"/>
                      <a:pt x="20" y="21"/>
                      <a:pt x="20" y="21"/>
                    </a:cubicBezTo>
                    <a:cubicBezTo>
                      <a:pt x="21" y="22"/>
                      <a:pt x="21" y="22"/>
                      <a:pt x="21" y="22"/>
                    </a:cubicBezTo>
                    <a:cubicBezTo>
                      <a:pt x="21" y="21"/>
                      <a:pt x="21" y="21"/>
                      <a:pt x="21" y="21"/>
                    </a:cubicBezTo>
                    <a:cubicBezTo>
                      <a:pt x="21" y="20"/>
                      <a:pt x="21" y="20"/>
                      <a:pt x="21" y="20"/>
                    </a:cubicBezTo>
                    <a:cubicBezTo>
                      <a:pt x="21" y="20"/>
                      <a:pt x="21" y="20"/>
                      <a:pt x="21" y="20"/>
                    </a:cubicBezTo>
                    <a:cubicBezTo>
                      <a:pt x="21" y="20"/>
                      <a:pt x="21" y="20"/>
                      <a:pt x="21" y="20"/>
                    </a:cubicBezTo>
                    <a:cubicBezTo>
                      <a:pt x="20" y="20"/>
                      <a:pt x="20" y="20"/>
                      <a:pt x="20" y="20"/>
                    </a:cubicBezTo>
                    <a:cubicBezTo>
                      <a:pt x="19" y="21"/>
                      <a:pt x="19" y="21"/>
                      <a:pt x="19" y="21"/>
                    </a:cubicBezTo>
                    <a:cubicBezTo>
                      <a:pt x="18" y="22"/>
                      <a:pt x="18" y="22"/>
                      <a:pt x="18" y="22"/>
                    </a:cubicBezTo>
                    <a:cubicBezTo>
                      <a:pt x="17" y="22"/>
                      <a:pt x="17" y="22"/>
                      <a:pt x="17" y="22"/>
                    </a:cubicBezTo>
                    <a:lnTo>
                      <a:pt x="19" y="21"/>
                    </a:lnTo>
                    <a:close/>
                    <a:moveTo>
                      <a:pt x="21" y="20"/>
                    </a:moveTo>
                    <a:cubicBezTo>
                      <a:pt x="21" y="20"/>
                      <a:pt x="21" y="20"/>
                      <a:pt x="21" y="20"/>
                    </a:cubicBezTo>
                    <a:cubicBezTo>
                      <a:pt x="21" y="19"/>
                      <a:pt x="21" y="19"/>
                      <a:pt x="21" y="19"/>
                    </a:cubicBezTo>
                    <a:cubicBezTo>
                      <a:pt x="20" y="19"/>
                      <a:pt x="20" y="19"/>
                      <a:pt x="20" y="19"/>
                    </a:cubicBezTo>
                    <a:cubicBezTo>
                      <a:pt x="19" y="20"/>
                      <a:pt x="19" y="20"/>
                      <a:pt x="19" y="20"/>
                    </a:cubicBezTo>
                    <a:cubicBezTo>
                      <a:pt x="19" y="20"/>
                      <a:pt x="19" y="20"/>
                      <a:pt x="19" y="20"/>
                    </a:cubicBezTo>
                    <a:cubicBezTo>
                      <a:pt x="20" y="20"/>
                      <a:pt x="20" y="20"/>
                      <a:pt x="20" y="20"/>
                    </a:cubicBezTo>
                    <a:cubicBezTo>
                      <a:pt x="20" y="20"/>
                      <a:pt x="20" y="20"/>
                      <a:pt x="20" y="20"/>
                    </a:cubicBezTo>
                    <a:cubicBezTo>
                      <a:pt x="21" y="20"/>
                      <a:pt x="21" y="20"/>
                      <a:pt x="21" y="20"/>
                    </a:cubicBezTo>
                    <a:close/>
                    <a:moveTo>
                      <a:pt x="16" y="21"/>
                    </a:moveTo>
                    <a:cubicBezTo>
                      <a:pt x="14" y="22"/>
                      <a:pt x="14" y="22"/>
                      <a:pt x="14" y="22"/>
                    </a:cubicBezTo>
                    <a:cubicBezTo>
                      <a:pt x="14" y="22"/>
                      <a:pt x="14" y="22"/>
                      <a:pt x="14" y="22"/>
                    </a:cubicBezTo>
                    <a:cubicBezTo>
                      <a:pt x="15" y="22"/>
                      <a:pt x="15" y="22"/>
                      <a:pt x="15" y="22"/>
                    </a:cubicBezTo>
                    <a:cubicBezTo>
                      <a:pt x="15" y="22"/>
                      <a:pt x="15" y="22"/>
                      <a:pt x="15" y="22"/>
                    </a:cubicBezTo>
                    <a:cubicBezTo>
                      <a:pt x="16" y="22"/>
                      <a:pt x="16" y="22"/>
                      <a:pt x="16" y="22"/>
                    </a:cubicBezTo>
                    <a:cubicBezTo>
                      <a:pt x="18" y="21"/>
                      <a:pt x="18" y="21"/>
                      <a:pt x="18" y="21"/>
                    </a:cubicBezTo>
                    <a:cubicBezTo>
                      <a:pt x="19" y="20"/>
                      <a:pt x="19" y="20"/>
                      <a:pt x="19" y="20"/>
                    </a:cubicBezTo>
                    <a:cubicBezTo>
                      <a:pt x="19" y="20"/>
                      <a:pt x="19" y="20"/>
                      <a:pt x="19" y="20"/>
                    </a:cubicBezTo>
                    <a:cubicBezTo>
                      <a:pt x="18" y="20"/>
                      <a:pt x="18" y="20"/>
                      <a:pt x="18" y="20"/>
                    </a:cubicBezTo>
                    <a:cubicBezTo>
                      <a:pt x="17" y="20"/>
                      <a:pt x="17" y="20"/>
                      <a:pt x="17" y="20"/>
                    </a:cubicBezTo>
                    <a:lnTo>
                      <a:pt x="16" y="21"/>
                    </a:lnTo>
                    <a:close/>
                    <a:moveTo>
                      <a:pt x="16" y="15"/>
                    </a:moveTo>
                    <a:cubicBezTo>
                      <a:pt x="15" y="15"/>
                      <a:pt x="15" y="15"/>
                      <a:pt x="15" y="16"/>
                    </a:cubicBezTo>
                    <a:cubicBezTo>
                      <a:pt x="14" y="18"/>
                      <a:pt x="14" y="18"/>
                      <a:pt x="14" y="18"/>
                    </a:cubicBezTo>
                    <a:cubicBezTo>
                      <a:pt x="16" y="17"/>
                      <a:pt x="16" y="17"/>
                      <a:pt x="16" y="17"/>
                    </a:cubicBezTo>
                    <a:cubicBezTo>
                      <a:pt x="16" y="17"/>
                      <a:pt x="16" y="17"/>
                      <a:pt x="16" y="17"/>
                    </a:cubicBezTo>
                    <a:cubicBezTo>
                      <a:pt x="17" y="18"/>
                      <a:pt x="17" y="18"/>
                      <a:pt x="17" y="18"/>
                    </a:cubicBezTo>
                    <a:cubicBezTo>
                      <a:pt x="18" y="19"/>
                      <a:pt x="18" y="19"/>
                      <a:pt x="18" y="19"/>
                    </a:cubicBezTo>
                    <a:cubicBezTo>
                      <a:pt x="20" y="19"/>
                      <a:pt x="20" y="19"/>
                      <a:pt x="20" y="19"/>
                    </a:cubicBezTo>
                    <a:cubicBezTo>
                      <a:pt x="21" y="19"/>
                      <a:pt x="21" y="19"/>
                      <a:pt x="21" y="19"/>
                    </a:cubicBezTo>
                    <a:cubicBezTo>
                      <a:pt x="20" y="17"/>
                      <a:pt x="20" y="17"/>
                      <a:pt x="20" y="17"/>
                    </a:cubicBezTo>
                    <a:cubicBezTo>
                      <a:pt x="19" y="15"/>
                      <a:pt x="19" y="15"/>
                      <a:pt x="19" y="15"/>
                    </a:cubicBezTo>
                    <a:lnTo>
                      <a:pt x="16" y="15"/>
                    </a:lnTo>
                    <a:close/>
                    <a:moveTo>
                      <a:pt x="20" y="15"/>
                    </a:moveTo>
                    <a:cubicBezTo>
                      <a:pt x="20" y="15"/>
                      <a:pt x="20" y="15"/>
                      <a:pt x="20" y="15"/>
                    </a:cubicBezTo>
                    <a:cubicBezTo>
                      <a:pt x="20" y="15"/>
                      <a:pt x="20" y="15"/>
                      <a:pt x="20" y="15"/>
                    </a:cubicBezTo>
                    <a:close/>
                    <a:moveTo>
                      <a:pt x="26" y="13"/>
                    </a:moveTo>
                    <a:cubicBezTo>
                      <a:pt x="26" y="14"/>
                      <a:pt x="26" y="14"/>
                      <a:pt x="26" y="14"/>
                    </a:cubicBezTo>
                    <a:cubicBezTo>
                      <a:pt x="26" y="14"/>
                      <a:pt x="26" y="14"/>
                      <a:pt x="26" y="14"/>
                    </a:cubicBezTo>
                    <a:lnTo>
                      <a:pt x="26" y="13"/>
                    </a:lnTo>
                    <a:close/>
                    <a:moveTo>
                      <a:pt x="28" y="16"/>
                    </a:moveTo>
                    <a:cubicBezTo>
                      <a:pt x="28" y="16"/>
                      <a:pt x="28" y="16"/>
                      <a:pt x="28" y="16"/>
                    </a:cubicBezTo>
                    <a:cubicBezTo>
                      <a:pt x="28" y="16"/>
                      <a:pt x="28" y="16"/>
                      <a:pt x="28" y="16"/>
                    </a:cubicBezTo>
                    <a:cubicBezTo>
                      <a:pt x="28" y="14"/>
                      <a:pt x="28" y="14"/>
                      <a:pt x="28" y="14"/>
                    </a:cubicBezTo>
                    <a:cubicBezTo>
                      <a:pt x="27" y="14"/>
                      <a:pt x="27" y="14"/>
                      <a:pt x="27" y="14"/>
                    </a:cubicBezTo>
                    <a:cubicBezTo>
                      <a:pt x="27" y="14"/>
                      <a:pt x="27" y="14"/>
                      <a:pt x="27" y="14"/>
                    </a:cubicBezTo>
                    <a:cubicBezTo>
                      <a:pt x="26" y="14"/>
                      <a:pt x="26" y="14"/>
                      <a:pt x="26" y="14"/>
                    </a:cubicBezTo>
                    <a:cubicBezTo>
                      <a:pt x="25" y="14"/>
                      <a:pt x="25" y="14"/>
                      <a:pt x="25" y="14"/>
                    </a:cubicBezTo>
                    <a:cubicBezTo>
                      <a:pt x="24" y="14"/>
                      <a:pt x="24" y="14"/>
                      <a:pt x="24" y="14"/>
                    </a:cubicBezTo>
                    <a:cubicBezTo>
                      <a:pt x="22" y="14"/>
                      <a:pt x="22" y="13"/>
                      <a:pt x="21" y="13"/>
                    </a:cubicBezTo>
                    <a:cubicBezTo>
                      <a:pt x="20" y="15"/>
                      <a:pt x="20" y="15"/>
                      <a:pt x="20" y="15"/>
                    </a:cubicBezTo>
                    <a:cubicBezTo>
                      <a:pt x="20" y="15"/>
                      <a:pt x="20" y="15"/>
                      <a:pt x="20" y="15"/>
                    </a:cubicBezTo>
                    <a:cubicBezTo>
                      <a:pt x="21" y="14"/>
                      <a:pt x="21" y="14"/>
                      <a:pt x="21" y="14"/>
                    </a:cubicBezTo>
                    <a:cubicBezTo>
                      <a:pt x="22" y="14"/>
                      <a:pt x="22" y="14"/>
                      <a:pt x="22" y="14"/>
                    </a:cubicBezTo>
                    <a:cubicBezTo>
                      <a:pt x="23" y="14"/>
                      <a:pt x="23" y="14"/>
                      <a:pt x="23" y="14"/>
                    </a:cubicBezTo>
                    <a:cubicBezTo>
                      <a:pt x="24" y="15"/>
                      <a:pt x="24" y="15"/>
                      <a:pt x="24" y="15"/>
                    </a:cubicBezTo>
                    <a:cubicBezTo>
                      <a:pt x="24" y="15"/>
                      <a:pt x="24" y="15"/>
                      <a:pt x="24" y="15"/>
                    </a:cubicBezTo>
                    <a:cubicBezTo>
                      <a:pt x="25" y="15"/>
                      <a:pt x="25" y="15"/>
                      <a:pt x="25" y="15"/>
                    </a:cubicBezTo>
                    <a:cubicBezTo>
                      <a:pt x="24" y="16"/>
                      <a:pt x="24" y="16"/>
                      <a:pt x="24" y="16"/>
                    </a:cubicBezTo>
                    <a:cubicBezTo>
                      <a:pt x="24" y="16"/>
                      <a:pt x="24" y="16"/>
                      <a:pt x="24" y="16"/>
                    </a:cubicBezTo>
                    <a:cubicBezTo>
                      <a:pt x="25" y="17"/>
                      <a:pt x="25" y="17"/>
                      <a:pt x="25" y="17"/>
                    </a:cubicBezTo>
                    <a:cubicBezTo>
                      <a:pt x="25" y="17"/>
                      <a:pt x="25" y="17"/>
                      <a:pt x="25" y="17"/>
                    </a:cubicBezTo>
                    <a:cubicBezTo>
                      <a:pt x="25" y="18"/>
                      <a:pt x="25" y="18"/>
                      <a:pt x="25" y="18"/>
                    </a:cubicBezTo>
                    <a:cubicBezTo>
                      <a:pt x="25" y="18"/>
                      <a:pt x="25" y="18"/>
                      <a:pt x="25" y="18"/>
                    </a:cubicBezTo>
                    <a:cubicBezTo>
                      <a:pt x="23" y="17"/>
                      <a:pt x="23" y="17"/>
                      <a:pt x="23" y="17"/>
                    </a:cubicBezTo>
                    <a:cubicBezTo>
                      <a:pt x="22" y="18"/>
                      <a:pt x="22" y="18"/>
                      <a:pt x="22" y="18"/>
                    </a:cubicBezTo>
                    <a:cubicBezTo>
                      <a:pt x="21" y="17"/>
                      <a:pt x="21" y="17"/>
                      <a:pt x="21" y="17"/>
                    </a:cubicBezTo>
                    <a:cubicBezTo>
                      <a:pt x="22" y="19"/>
                      <a:pt x="22" y="19"/>
                      <a:pt x="22" y="19"/>
                    </a:cubicBezTo>
                    <a:cubicBezTo>
                      <a:pt x="22" y="19"/>
                      <a:pt x="22" y="19"/>
                      <a:pt x="22" y="19"/>
                    </a:cubicBezTo>
                    <a:cubicBezTo>
                      <a:pt x="22" y="20"/>
                      <a:pt x="22" y="20"/>
                      <a:pt x="22" y="20"/>
                    </a:cubicBezTo>
                    <a:cubicBezTo>
                      <a:pt x="22" y="22"/>
                      <a:pt x="22" y="22"/>
                      <a:pt x="22" y="22"/>
                    </a:cubicBezTo>
                    <a:cubicBezTo>
                      <a:pt x="22" y="23"/>
                      <a:pt x="22" y="23"/>
                      <a:pt x="22" y="23"/>
                    </a:cubicBezTo>
                    <a:cubicBezTo>
                      <a:pt x="22" y="23"/>
                      <a:pt x="22" y="23"/>
                      <a:pt x="22" y="23"/>
                    </a:cubicBezTo>
                    <a:cubicBezTo>
                      <a:pt x="22" y="24"/>
                      <a:pt x="21" y="25"/>
                      <a:pt x="19" y="26"/>
                    </a:cubicBezTo>
                    <a:cubicBezTo>
                      <a:pt x="18" y="27"/>
                      <a:pt x="16" y="29"/>
                      <a:pt x="15" y="30"/>
                    </a:cubicBezTo>
                    <a:cubicBezTo>
                      <a:pt x="13" y="32"/>
                      <a:pt x="13" y="34"/>
                      <a:pt x="13" y="35"/>
                    </a:cubicBezTo>
                    <a:cubicBezTo>
                      <a:pt x="11" y="36"/>
                      <a:pt x="11" y="36"/>
                      <a:pt x="11" y="36"/>
                    </a:cubicBezTo>
                    <a:cubicBezTo>
                      <a:pt x="11" y="36"/>
                      <a:pt x="11" y="36"/>
                      <a:pt x="11" y="36"/>
                    </a:cubicBezTo>
                    <a:cubicBezTo>
                      <a:pt x="11" y="36"/>
                      <a:pt x="11" y="36"/>
                      <a:pt x="11" y="36"/>
                    </a:cubicBezTo>
                    <a:cubicBezTo>
                      <a:pt x="14" y="35"/>
                      <a:pt x="14" y="35"/>
                      <a:pt x="14" y="35"/>
                    </a:cubicBezTo>
                    <a:cubicBezTo>
                      <a:pt x="16" y="34"/>
                      <a:pt x="16" y="34"/>
                      <a:pt x="16" y="34"/>
                    </a:cubicBezTo>
                    <a:cubicBezTo>
                      <a:pt x="17" y="35"/>
                      <a:pt x="17" y="35"/>
                      <a:pt x="17" y="35"/>
                    </a:cubicBezTo>
                    <a:cubicBezTo>
                      <a:pt x="18" y="36"/>
                      <a:pt x="18" y="36"/>
                      <a:pt x="18" y="36"/>
                    </a:cubicBezTo>
                    <a:cubicBezTo>
                      <a:pt x="19" y="35"/>
                      <a:pt x="19" y="35"/>
                      <a:pt x="19" y="35"/>
                    </a:cubicBezTo>
                    <a:cubicBezTo>
                      <a:pt x="19" y="33"/>
                      <a:pt x="19" y="33"/>
                      <a:pt x="19" y="33"/>
                    </a:cubicBezTo>
                    <a:cubicBezTo>
                      <a:pt x="20" y="33"/>
                      <a:pt x="20" y="33"/>
                      <a:pt x="20" y="33"/>
                    </a:cubicBezTo>
                    <a:cubicBezTo>
                      <a:pt x="20" y="33"/>
                      <a:pt x="20" y="33"/>
                      <a:pt x="20" y="33"/>
                    </a:cubicBezTo>
                    <a:cubicBezTo>
                      <a:pt x="21" y="34"/>
                      <a:pt x="21" y="34"/>
                      <a:pt x="21" y="34"/>
                    </a:cubicBezTo>
                    <a:cubicBezTo>
                      <a:pt x="21" y="35"/>
                      <a:pt x="21" y="35"/>
                      <a:pt x="21" y="35"/>
                    </a:cubicBezTo>
                    <a:cubicBezTo>
                      <a:pt x="22" y="35"/>
                      <a:pt x="22" y="35"/>
                      <a:pt x="22" y="35"/>
                    </a:cubicBezTo>
                    <a:cubicBezTo>
                      <a:pt x="22" y="35"/>
                      <a:pt x="22" y="35"/>
                      <a:pt x="22" y="35"/>
                    </a:cubicBezTo>
                    <a:cubicBezTo>
                      <a:pt x="23" y="33"/>
                      <a:pt x="23" y="33"/>
                      <a:pt x="23" y="33"/>
                    </a:cubicBezTo>
                    <a:cubicBezTo>
                      <a:pt x="24" y="33"/>
                      <a:pt x="24" y="33"/>
                      <a:pt x="24" y="33"/>
                    </a:cubicBezTo>
                    <a:cubicBezTo>
                      <a:pt x="24" y="33"/>
                      <a:pt x="24" y="33"/>
                      <a:pt x="24" y="33"/>
                    </a:cubicBezTo>
                    <a:cubicBezTo>
                      <a:pt x="24" y="34"/>
                      <a:pt x="24" y="34"/>
                      <a:pt x="24" y="34"/>
                    </a:cubicBezTo>
                    <a:cubicBezTo>
                      <a:pt x="25" y="35"/>
                      <a:pt x="25" y="35"/>
                      <a:pt x="25" y="35"/>
                    </a:cubicBezTo>
                    <a:cubicBezTo>
                      <a:pt x="25" y="35"/>
                      <a:pt x="25" y="35"/>
                      <a:pt x="25" y="35"/>
                    </a:cubicBezTo>
                    <a:cubicBezTo>
                      <a:pt x="28" y="33"/>
                      <a:pt x="28" y="33"/>
                      <a:pt x="28" y="33"/>
                    </a:cubicBezTo>
                    <a:cubicBezTo>
                      <a:pt x="28" y="32"/>
                      <a:pt x="28" y="32"/>
                      <a:pt x="28" y="31"/>
                    </a:cubicBezTo>
                    <a:cubicBezTo>
                      <a:pt x="28" y="30"/>
                      <a:pt x="28" y="30"/>
                      <a:pt x="28" y="30"/>
                    </a:cubicBezTo>
                    <a:cubicBezTo>
                      <a:pt x="28" y="29"/>
                      <a:pt x="29" y="28"/>
                      <a:pt x="29" y="26"/>
                    </a:cubicBezTo>
                    <a:cubicBezTo>
                      <a:pt x="29" y="26"/>
                      <a:pt x="29" y="26"/>
                      <a:pt x="29" y="26"/>
                    </a:cubicBezTo>
                    <a:cubicBezTo>
                      <a:pt x="29" y="26"/>
                      <a:pt x="29" y="26"/>
                      <a:pt x="29" y="26"/>
                    </a:cubicBezTo>
                    <a:cubicBezTo>
                      <a:pt x="29" y="26"/>
                      <a:pt x="29" y="26"/>
                      <a:pt x="29" y="26"/>
                    </a:cubicBezTo>
                    <a:cubicBezTo>
                      <a:pt x="29" y="25"/>
                      <a:pt x="29" y="25"/>
                      <a:pt x="29" y="25"/>
                    </a:cubicBezTo>
                    <a:cubicBezTo>
                      <a:pt x="30" y="23"/>
                      <a:pt x="30" y="23"/>
                      <a:pt x="30" y="23"/>
                    </a:cubicBezTo>
                    <a:cubicBezTo>
                      <a:pt x="30" y="21"/>
                      <a:pt x="30" y="21"/>
                      <a:pt x="30" y="21"/>
                    </a:cubicBezTo>
                    <a:cubicBezTo>
                      <a:pt x="30" y="18"/>
                      <a:pt x="28" y="17"/>
                      <a:pt x="28" y="16"/>
                    </a:cubicBezTo>
                    <a:moveTo>
                      <a:pt x="29" y="31"/>
                    </a:moveTo>
                    <a:cubicBezTo>
                      <a:pt x="29" y="32"/>
                      <a:pt x="29" y="32"/>
                      <a:pt x="29" y="32"/>
                    </a:cubicBezTo>
                    <a:cubicBezTo>
                      <a:pt x="29" y="32"/>
                      <a:pt x="29" y="32"/>
                      <a:pt x="29" y="32"/>
                    </a:cubicBezTo>
                    <a:cubicBezTo>
                      <a:pt x="31" y="32"/>
                      <a:pt x="32" y="31"/>
                      <a:pt x="32" y="29"/>
                    </a:cubicBezTo>
                    <a:cubicBezTo>
                      <a:pt x="32" y="28"/>
                      <a:pt x="32" y="28"/>
                      <a:pt x="32" y="28"/>
                    </a:cubicBezTo>
                    <a:cubicBezTo>
                      <a:pt x="31" y="28"/>
                      <a:pt x="30" y="27"/>
                      <a:pt x="29" y="27"/>
                    </a:cubicBezTo>
                    <a:cubicBezTo>
                      <a:pt x="29" y="28"/>
                      <a:pt x="29" y="30"/>
                      <a:pt x="29" y="30"/>
                    </a:cubicBezTo>
                    <a:lnTo>
                      <a:pt x="29" y="31"/>
                    </a:lnTo>
                    <a:close/>
                    <a:moveTo>
                      <a:pt x="33" y="18"/>
                    </a:moveTo>
                    <a:cubicBezTo>
                      <a:pt x="33" y="18"/>
                      <a:pt x="33" y="18"/>
                      <a:pt x="33" y="18"/>
                    </a:cubicBezTo>
                    <a:cubicBezTo>
                      <a:pt x="33" y="17"/>
                      <a:pt x="33" y="17"/>
                      <a:pt x="33" y="17"/>
                    </a:cubicBezTo>
                    <a:cubicBezTo>
                      <a:pt x="32" y="16"/>
                      <a:pt x="32" y="16"/>
                      <a:pt x="32" y="16"/>
                    </a:cubicBezTo>
                    <a:cubicBezTo>
                      <a:pt x="31" y="18"/>
                      <a:pt x="31" y="18"/>
                      <a:pt x="31" y="18"/>
                    </a:cubicBezTo>
                    <a:cubicBezTo>
                      <a:pt x="31" y="19"/>
                      <a:pt x="31" y="20"/>
                      <a:pt x="30" y="20"/>
                    </a:cubicBezTo>
                    <a:cubicBezTo>
                      <a:pt x="30" y="20"/>
                      <a:pt x="30" y="20"/>
                      <a:pt x="30" y="20"/>
                    </a:cubicBezTo>
                    <a:cubicBezTo>
                      <a:pt x="30" y="21"/>
                      <a:pt x="30" y="21"/>
                      <a:pt x="30" y="21"/>
                    </a:cubicBezTo>
                    <a:cubicBezTo>
                      <a:pt x="30" y="21"/>
                      <a:pt x="30" y="21"/>
                      <a:pt x="30" y="21"/>
                    </a:cubicBezTo>
                    <a:cubicBezTo>
                      <a:pt x="30" y="22"/>
                      <a:pt x="30" y="22"/>
                      <a:pt x="30" y="22"/>
                    </a:cubicBezTo>
                    <a:cubicBezTo>
                      <a:pt x="30" y="23"/>
                      <a:pt x="30" y="23"/>
                      <a:pt x="30" y="23"/>
                    </a:cubicBezTo>
                    <a:cubicBezTo>
                      <a:pt x="30" y="24"/>
                      <a:pt x="30" y="24"/>
                      <a:pt x="30" y="24"/>
                    </a:cubicBezTo>
                    <a:cubicBezTo>
                      <a:pt x="32" y="22"/>
                      <a:pt x="32" y="22"/>
                      <a:pt x="32" y="22"/>
                    </a:cubicBezTo>
                    <a:cubicBezTo>
                      <a:pt x="33" y="21"/>
                      <a:pt x="33" y="21"/>
                      <a:pt x="33" y="21"/>
                    </a:cubicBezTo>
                    <a:cubicBezTo>
                      <a:pt x="33" y="21"/>
                      <a:pt x="33" y="21"/>
                      <a:pt x="33" y="21"/>
                    </a:cubicBezTo>
                    <a:cubicBezTo>
                      <a:pt x="33" y="20"/>
                      <a:pt x="33" y="20"/>
                      <a:pt x="33" y="20"/>
                    </a:cubicBezTo>
                    <a:lnTo>
                      <a:pt x="33" y="18"/>
                    </a:lnTo>
                    <a:close/>
                    <a:moveTo>
                      <a:pt x="35" y="13"/>
                    </a:moveTo>
                    <a:cubicBezTo>
                      <a:pt x="35" y="13"/>
                      <a:pt x="35" y="13"/>
                      <a:pt x="35" y="13"/>
                    </a:cubicBezTo>
                    <a:cubicBezTo>
                      <a:pt x="35" y="13"/>
                      <a:pt x="35" y="13"/>
                      <a:pt x="35" y="13"/>
                    </a:cubicBezTo>
                    <a:cubicBezTo>
                      <a:pt x="34" y="11"/>
                      <a:pt x="34" y="11"/>
                      <a:pt x="34" y="11"/>
                    </a:cubicBezTo>
                    <a:cubicBezTo>
                      <a:pt x="34" y="12"/>
                      <a:pt x="34" y="16"/>
                      <a:pt x="33" y="17"/>
                    </a:cubicBezTo>
                    <a:cubicBezTo>
                      <a:pt x="33" y="18"/>
                      <a:pt x="34" y="19"/>
                      <a:pt x="34" y="20"/>
                    </a:cubicBezTo>
                    <a:cubicBezTo>
                      <a:pt x="34" y="20"/>
                      <a:pt x="34" y="20"/>
                      <a:pt x="34" y="20"/>
                    </a:cubicBezTo>
                    <a:cubicBezTo>
                      <a:pt x="35" y="18"/>
                      <a:pt x="35" y="18"/>
                      <a:pt x="35" y="18"/>
                    </a:cubicBezTo>
                    <a:cubicBezTo>
                      <a:pt x="36" y="16"/>
                      <a:pt x="36" y="16"/>
                      <a:pt x="36" y="16"/>
                    </a:cubicBezTo>
                    <a:cubicBezTo>
                      <a:pt x="36" y="16"/>
                      <a:pt x="36" y="16"/>
                      <a:pt x="36" y="16"/>
                    </a:cubicBezTo>
                    <a:cubicBezTo>
                      <a:pt x="36" y="16"/>
                      <a:pt x="36" y="16"/>
                      <a:pt x="36" y="16"/>
                    </a:cubicBezTo>
                    <a:cubicBezTo>
                      <a:pt x="36" y="15"/>
                      <a:pt x="35" y="14"/>
                      <a:pt x="35" y="13"/>
                    </a:cubicBezTo>
                    <a:moveTo>
                      <a:pt x="36" y="1"/>
                    </a:moveTo>
                    <a:cubicBezTo>
                      <a:pt x="36" y="2"/>
                      <a:pt x="36" y="5"/>
                      <a:pt x="36" y="8"/>
                    </a:cubicBezTo>
                    <a:cubicBezTo>
                      <a:pt x="36" y="9"/>
                      <a:pt x="36" y="11"/>
                      <a:pt x="35" y="12"/>
                    </a:cubicBezTo>
                    <a:cubicBezTo>
                      <a:pt x="35" y="12"/>
                      <a:pt x="36" y="13"/>
                      <a:pt x="36" y="14"/>
                    </a:cubicBezTo>
                    <a:cubicBezTo>
                      <a:pt x="36" y="14"/>
                      <a:pt x="38" y="10"/>
                      <a:pt x="38" y="7"/>
                    </a:cubicBezTo>
                    <a:cubicBezTo>
                      <a:pt x="38" y="5"/>
                      <a:pt x="37" y="3"/>
                      <a:pt x="36" y="1"/>
                    </a:cubicBezTo>
                    <a:moveTo>
                      <a:pt x="37" y="2"/>
                    </a:moveTo>
                    <a:cubicBezTo>
                      <a:pt x="38" y="4"/>
                      <a:pt x="38" y="5"/>
                      <a:pt x="38" y="7"/>
                    </a:cubicBezTo>
                    <a:cubicBezTo>
                      <a:pt x="38" y="11"/>
                      <a:pt x="36" y="15"/>
                      <a:pt x="36" y="15"/>
                    </a:cubicBezTo>
                    <a:cubicBezTo>
                      <a:pt x="36" y="15"/>
                      <a:pt x="36" y="15"/>
                      <a:pt x="36" y="15"/>
                    </a:cubicBezTo>
                    <a:cubicBezTo>
                      <a:pt x="37" y="16"/>
                      <a:pt x="37" y="16"/>
                      <a:pt x="37" y="16"/>
                    </a:cubicBezTo>
                    <a:cubicBezTo>
                      <a:pt x="37" y="15"/>
                      <a:pt x="37" y="15"/>
                      <a:pt x="37" y="15"/>
                    </a:cubicBezTo>
                    <a:cubicBezTo>
                      <a:pt x="39" y="12"/>
                      <a:pt x="39" y="12"/>
                      <a:pt x="39" y="12"/>
                    </a:cubicBezTo>
                    <a:cubicBezTo>
                      <a:pt x="39" y="10"/>
                      <a:pt x="39" y="10"/>
                      <a:pt x="39" y="10"/>
                    </a:cubicBezTo>
                    <a:cubicBezTo>
                      <a:pt x="39" y="10"/>
                      <a:pt x="39" y="10"/>
                      <a:pt x="39" y="10"/>
                    </a:cubicBezTo>
                    <a:cubicBezTo>
                      <a:pt x="39" y="10"/>
                      <a:pt x="39" y="10"/>
                      <a:pt x="39" y="10"/>
                    </a:cubicBezTo>
                    <a:cubicBezTo>
                      <a:pt x="39" y="10"/>
                      <a:pt x="39" y="10"/>
                      <a:pt x="39" y="10"/>
                    </a:cubicBezTo>
                    <a:cubicBezTo>
                      <a:pt x="39" y="9"/>
                      <a:pt x="39" y="9"/>
                      <a:pt x="39" y="9"/>
                    </a:cubicBezTo>
                    <a:cubicBezTo>
                      <a:pt x="39" y="7"/>
                      <a:pt x="38" y="4"/>
                      <a:pt x="37" y="2"/>
                    </a:cubicBezTo>
                    <a:moveTo>
                      <a:pt x="40" y="12"/>
                    </a:moveTo>
                    <a:cubicBezTo>
                      <a:pt x="40" y="11"/>
                      <a:pt x="40" y="11"/>
                      <a:pt x="40" y="11"/>
                    </a:cubicBezTo>
                    <a:cubicBezTo>
                      <a:pt x="39" y="13"/>
                      <a:pt x="37" y="16"/>
                      <a:pt x="37" y="17"/>
                    </a:cubicBezTo>
                    <a:cubicBezTo>
                      <a:pt x="37" y="18"/>
                      <a:pt x="37" y="18"/>
                      <a:pt x="37" y="18"/>
                    </a:cubicBezTo>
                    <a:cubicBezTo>
                      <a:pt x="37" y="20"/>
                      <a:pt x="37" y="20"/>
                      <a:pt x="37" y="20"/>
                    </a:cubicBezTo>
                    <a:cubicBezTo>
                      <a:pt x="38" y="20"/>
                      <a:pt x="38" y="20"/>
                      <a:pt x="38" y="20"/>
                    </a:cubicBezTo>
                    <a:cubicBezTo>
                      <a:pt x="38" y="20"/>
                      <a:pt x="40" y="16"/>
                      <a:pt x="40" y="12"/>
                    </a:cubicBezTo>
                    <a:close/>
                    <a:moveTo>
                      <a:pt x="27" y="44"/>
                    </a:moveTo>
                    <a:cubicBezTo>
                      <a:pt x="26" y="41"/>
                      <a:pt x="26" y="41"/>
                      <a:pt x="26" y="41"/>
                    </a:cubicBezTo>
                    <a:cubicBezTo>
                      <a:pt x="26" y="41"/>
                      <a:pt x="26" y="41"/>
                      <a:pt x="26" y="41"/>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1"/>
                      <a:pt x="23" y="41"/>
                      <a:pt x="23" y="41"/>
                    </a:cubicBezTo>
                    <a:cubicBezTo>
                      <a:pt x="23" y="42"/>
                      <a:pt x="25" y="43"/>
                      <a:pt x="27" y="44"/>
                    </a:cubicBezTo>
                    <a:moveTo>
                      <a:pt x="27" y="44"/>
                    </a:moveTo>
                    <a:cubicBezTo>
                      <a:pt x="29" y="48"/>
                      <a:pt x="29" y="48"/>
                      <a:pt x="29" y="48"/>
                    </a:cubicBezTo>
                    <a:cubicBezTo>
                      <a:pt x="29" y="47"/>
                      <a:pt x="29" y="47"/>
                      <a:pt x="29" y="47"/>
                    </a:cubicBezTo>
                    <a:cubicBezTo>
                      <a:pt x="29" y="46"/>
                      <a:pt x="28" y="45"/>
                      <a:pt x="28" y="44"/>
                    </a:cubicBezTo>
                    <a:cubicBezTo>
                      <a:pt x="28" y="44"/>
                      <a:pt x="28" y="44"/>
                      <a:pt x="28" y="44"/>
                    </a:cubicBezTo>
                    <a:cubicBezTo>
                      <a:pt x="28" y="44"/>
                      <a:pt x="28" y="44"/>
                      <a:pt x="28" y="44"/>
                    </a:cubicBezTo>
                    <a:lnTo>
                      <a:pt x="27" y="44"/>
                    </a:lnTo>
                    <a:close/>
                    <a:moveTo>
                      <a:pt x="28" y="44"/>
                    </a:moveTo>
                    <a:cubicBezTo>
                      <a:pt x="28" y="42"/>
                      <a:pt x="28" y="42"/>
                      <a:pt x="28" y="42"/>
                    </a:cubicBezTo>
                    <a:cubicBezTo>
                      <a:pt x="28" y="42"/>
                      <a:pt x="28" y="42"/>
                      <a:pt x="28" y="42"/>
                    </a:cubicBezTo>
                    <a:cubicBezTo>
                      <a:pt x="27" y="41"/>
                      <a:pt x="27" y="41"/>
                      <a:pt x="27" y="41"/>
                    </a:cubicBezTo>
                    <a:lnTo>
                      <a:pt x="28" y="44"/>
                    </a:lnTo>
                    <a:close/>
                    <a:moveTo>
                      <a:pt x="28" y="44"/>
                    </a:moveTo>
                    <a:cubicBezTo>
                      <a:pt x="28" y="44"/>
                      <a:pt x="28" y="44"/>
                      <a:pt x="28" y="44"/>
                    </a:cubicBezTo>
                    <a:cubicBezTo>
                      <a:pt x="29" y="44"/>
                      <a:pt x="30" y="45"/>
                      <a:pt x="33" y="45"/>
                    </a:cubicBezTo>
                    <a:cubicBezTo>
                      <a:pt x="31" y="45"/>
                      <a:pt x="30" y="43"/>
                      <a:pt x="30" y="42"/>
                    </a:cubicBezTo>
                    <a:cubicBezTo>
                      <a:pt x="29" y="42"/>
                      <a:pt x="29" y="42"/>
                      <a:pt x="29" y="42"/>
                    </a:cubicBezTo>
                    <a:lnTo>
                      <a:pt x="28" y="44"/>
                    </a:lnTo>
                    <a:close/>
                    <a:moveTo>
                      <a:pt x="37" y="34"/>
                    </a:moveTo>
                    <a:cubicBezTo>
                      <a:pt x="38" y="34"/>
                      <a:pt x="38" y="34"/>
                      <a:pt x="38" y="34"/>
                    </a:cubicBezTo>
                    <a:cubicBezTo>
                      <a:pt x="38" y="34"/>
                      <a:pt x="38" y="34"/>
                      <a:pt x="38" y="34"/>
                    </a:cubicBezTo>
                    <a:cubicBezTo>
                      <a:pt x="38" y="34"/>
                      <a:pt x="38" y="34"/>
                      <a:pt x="38" y="34"/>
                    </a:cubicBezTo>
                    <a:cubicBezTo>
                      <a:pt x="38" y="34"/>
                      <a:pt x="38" y="34"/>
                      <a:pt x="38" y="34"/>
                    </a:cubicBezTo>
                    <a:cubicBezTo>
                      <a:pt x="38" y="34"/>
                      <a:pt x="38" y="34"/>
                      <a:pt x="38" y="34"/>
                    </a:cubicBezTo>
                    <a:cubicBezTo>
                      <a:pt x="39" y="34"/>
                      <a:pt x="39" y="34"/>
                      <a:pt x="39" y="34"/>
                    </a:cubicBezTo>
                    <a:cubicBezTo>
                      <a:pt x="37" y="32"/>
                      <a:pt x="37" y="32"/>
                      <a:pt x="37" y="32"/>
                    </a:cubicBezTo>
                    <a:cubicBezTo>
                      <a:pt x="37" y="34"/>
                      <a:pt x="37" y="34"/>
                      <a:pt x="37" y="34"/>
                    </a:cubicBezTo>
                    <a:cubicBezTo>
                      <a:pt x="37" y="34"/>
                      <a:pt x="37" y="34"/>
                      <a:pt x="37" y="34"/>
                    </a:cubicBezTo>
                    <a:close/>
                    <a:moveTo>
                      <a:pt x="37" y="38"/>
                    </a:moveTo>
                    <a:cubicBezTo>
                      <a:pt x="36" y="39"/>
                      <a:pt x="35" y="39"/>
                      <a:pt x="35" y="39"/>
                    </a:cubicBezTo>
                    <a:cubicBezTo>
                      <a:pt x="36" y="40"/>
                      <a:pt x="36" y="40"/>
                      <a:pt x="36" y="40"/>
                    </a:cubicBezTo>
                    <a:cubicBezTo>
                      <a:pt x="38" y="42"/>
                      <a:pt x="38" y="42"/>
                      <a:pt x="38" y="42"/>
                    </a:cubicBezTo>
                    <a:cubicBezTo>
                      <a:pt x="38" y="41"/>
                      <a:pt x="38" y="39"/>
                      <a:pt x="37" y="38"/>
                    </a:cubicBezTo>
                    <a:moveTo>
                      <a:pt x="34" y="40"/>
                    </a:moveTo>
                    <a:cubicBezTo>
                      <a:pt x="34" y="41"/>
                      <a:pt x="34" y="42"/>
                      <a:pt x="34" y="42"/>
                    </a:cubicBezTo>
                    <a:cubicBezTo>
                      <a:pt x="33" y="42"/>
                      <a:pt x="33" y="42"/>
                      <a:pt x="33" y="42"/>
                    </a:cubicBezTo>
                    <a:cubicBezTo>
                      <a:pt x="33" y="42"/>
                      <a:pt x="33" y="42"/>
                      <a:pt x="33" y="42"/>
                    </a:cubicBezTo>
                    <a:cubicBezTo>
                      <a:pt x="32" y="42"/>
                      <a:pt x="31" y="42"/>
                      <a:pt x="31" y="42"/>
                    </a:cubicBezTo>
                    <a:cubicBezTo>
                      <a:pt x="31" y="43"/>
                      <a:pt x="32" y="45"/>
                      <a:pt x="34" y="45"/>
                    </a:cubicBezTo>
                    <a:cubicBezTo>
                      <a:pt x="34" y="45"/>
                      <a:pt x="34" y="43"/>
                      <a:pt x="33" y="42"/>
                    </a:cubicBezTo>
                    <a:cubicBezTo>
                      <a:pt x="34" y="42"/>
                      <a:pt x="34" y="42"/>
                      <a:pt x="34" y="42"/>
                    </a:cubicBezTo>
                    <a:cubicBezTo>
                      <a:pt x="34" y="42"/>
                      <a:pt x="34" y="42"/>
                      <a:pt x="34" y="42"/>
                    </a:cubicBezTo>
                    <a:cubicBezTo>
                      <a:pt x="36" y="43"/>
                      <a:pt x="36" y="43"/>
                      <a:pt x="36" y="43"/>
                    </a:cubicBezTo>
                    <a:cubicBezTo>
                      <a:pt x="37" y="42"/>
                      <a:pt x="37" y="42"/>
                      <a:pt x="37" y="42"/>
                    </a:cubicBezTo>
                    <a:cubicBezTo>
                      <a:pt x="36" y="42"/>
                      <a:pt x="35" y="40"/>
                      <a:pt x="34" y="40"/>
                    </a:cubicBezTo>
                    <a:moveTo>
                      <a:pt x="37" y="44"/>
                    </a:moveTo>
                    <a:cubicBezTo>
                      <a:pt x="37" y="43"/>
                      <a:pt x="37" y="43"/>
                      <a:pt x="37" y="43"/>
                    </a:cubicBezTo>
                    <a:cubicBezTo>
                      <a:pt x="36" y="43"/>
                      <a:pt x="36" y="43"/>
                      <a:pt x="36" y="43"/>
                    </a:cubicBezTo>
                    <a:cubicBezTo>
                      <a:pt x="34" y="43"/>
                      <a:pt x="34" y="43"/>
                      <a:pt x="34" y="43"/>
                    </a:cubicBezTo>
                    <a:cubicBezTo>
                      <a:pt x="34" y="44"/>
                      <a:pt x="35" y="45"/>
                      <a:pt x="35" y="46"/>
                    </a:cubicBezTo>
                    <a:cubicBezTo>
                      <a:pt x="35" y="46"/>
                      <a:pt x="35" y="46"/>
                      <a:pt x="35" y="46"/>
                    </a:cubicBezTo>
                    <a:cubicBezTo>
                      <a:pt x="34" y="46"/>
                      <a:pt x="34" y="46"/>
                      <a:pt x="34" y="46"/>
                    </a:cubicBezTo>
                    <a:cubicBezTo>
                      <a:pt x="34" y="46"/>
                      <a:pt x="34" y="46"/>
                      <a:pt x="34" y="46"/>
                    </a:cubicBezTo>
                    <a:cubicBezTo>
                      <a:pt x="33" y="46"/>
                      <a:pt x="33" y="46"/>
                      <a:pt x="33" y="46"/>
                    </a:cubicBezTo>
                    <a:cubicBezTo>
                      <a:pt x="32" y="46"/>
                      <a:pt x="32" y="46"/>
                      <a:pt x="32" y="46"/>
                    </a:cubicBezTo>
                    <a:cubicBezTo>
                      <a:pt x="32" y="47"/>
                      <a:pt x="32" y="47"/>
                      <a:pt x="32" y="47"/>
                    </a:cubicBezTo>
                    <a:cubicBezTo>
                      <a:pt x="32" y="48"/>
                      <a:pt x="33" y="48"/>
                      <a:pt x="33" y="50"/>
                    </a:cubicBezTo>
                    <a:cubicBezTo>
                      <a:pt x="34" y="52"/>
                      <a:pt x="36" y="54"/>
                      <a:pt x="38" y="55"/>
                    </a:cubicBezTo>
                    <a:cubicBezTo>
                      <a:pt x="39" y="57"/>
                      <a:pt x="40" y="58"/>
                      <a:pt x="41" y="60"/>
                    </a:cubicBezTo>
                    <a:cubicBezTo>
                      <a:pt x="41" y="61"/>
                      <a:pt x="41" y="61"/>
                      <a:pt x="41" y="61"/>
                    </a:cubicBezTo>
                    <a:cubicBezTo>
                      <a:pt x="42" y="61"/>
                      <a:pt x="42" y="61"/>
                      <a:pt x="42" y="61"/>
                    </a:cubicBezTo>
                    <a:cubicBezTo>
                      <a:pt x="42" y="61"/>
                      <a:pt x="42" y="61"/>
                      <a:pt x="42" y="61"/>
                    </a:cubicBezTo>
                    <a:cubicBezTo>
                      <a:pt x="43" y="61"/>
                      <a:pt x="44" y="59"/>
                      <a:pt x="44" y="59"/>
                    </a:cubicBezTo>
                    <a:cubicBezTo>
                      <a:pt x="44" y="58"/>
                      <a:pt x="44" y="58"/>
                      <a:pt x="44" y="58"/>
                    </a:cubicBezTo>
                    <a:cubicBezTo>
                      <a:pt x="44" y="54"/>
                      <a:pt x="39" y="52"/>
                      <a:pt x="37" y="44"/>
                    </a:cubicBezTo>
                    <a:moveTo>
                      <a:pt x="31" y="42"/>
                    </a:moveTo>
                    <a:cubicBezTo>
                      <a:pt x="32" y="42"/>
                      <a:pt x="32" y="42"/>
                      <a:pt x="32" y="42"/>
                    </a:cubicBezTo>
                    <a:cubicBezTo>
                      <a:pt x="31" y="41"/>
                      <a:pt x="31" y="40"/>
                      <a:pt x="31" y="39"/>
                    </a:cubicBezTo>
                    <a:cubicBezTo>
                      <a:pt x="30" y="40"/>
                      <a:pt x="30" y="40"/>
                      <a:pt x="30" y="40"/>
                    </a:cubicBezTo>
                    <a:cubicBezTo>
                      <a:pt x="29" y="42"/>
                      <a:pt x="29" y="42"/>
                      <a:pt x="29" y="42"/>
                    </a:cubicBezTo>
                    <a:lnTo>
                      <a:pt x="31" y="42"/>
                    </a:lnTo>
                    <a:close/>
                    <a:moveTo>
                      <a:pt x="33" y="41"/>
                    </a:moveTo>
                    <a:cubicBezTo>
                      <a:pt x="34" y="39"/>
                      <a:pt x="34" y="39"/>
                      <a:pt x="34" y="39"/>
                    </a:cubicBezTo>
                    <a:cubicBezTo>
                      <a:pt x="34" y="39"/>
                      <a:pt x="34" y="39"/>
                      <a:pt x="34" y="39"/>
                    </a:cubicBezTo>
                    <a:cubicBezTo>
                      <a:pt x="34" y="39"/>
                      <a:pt x="34" y="39"/>
                      <a:pt x="34" y="39"/>
                    </a:cubicBezTo>
                    <a:cubicBezTo>
                      <a:pt x="34" y="39"/>
                      <a:pt x="34" y="39"/>
                      <a:pt x="34" y="39"/>
                    </a:cubicBezTo>
                    <a:cubicBezTo>
                      <a:pt x="34" y="39"/>
                      <a:pt x="35" y="39"/>
                      <a:pt x="37" y="38"/>
                    </a:cubicBezTo>
                    <a:cubicBezTo>
                      <a:pt x="36" y="38"/>
                      <a:pt x="35" y="37"/>
                      <a:pt x="35" y="36"/>
                    </a:cubicBezTo>
                    <a:cubicBezTo>
                      <a:pt x="34" y="38"/>
                      <a:pt x="34" y="38"/>
                      <a:pt x="34" y="38"/>
                    </a:cubicBezTo>
                    <a:cubicBezTo>
                      <a:pt x="34" y="38"/>
                      <a:pt x="34" y="38"/>
                      <a:pt x="34" y="38"/>
                    </a:cubicBezTo>
                    <a:cubicBezTo>
                      <a:pt x="34" y="38"/>
                      <a:pt x="34" y="38"/>
                      <a:pt x="34" y="38"/>
                    </a:cubicBezTo>
                    <a:cubicBezTo>
                      <a:pt x="34" y="38"/>
                      <a:pt x="34" y="38"/>
                      <a:pt x="33" y="38"/>
                    </a:cubicBezTo>
                    <a:cubicBezTo>
                      <a:pt x="31" y="39"/>
                      <a:pt x="31" y="39"/>
                      <a:pt x="31" y="39"/>
                    </a:cubicBezTo>
                    <a:cubicBezTo>
                      <a:pt x="31" y="39"/>
                      <a:pt x="31" y="39"/>
                      <a:pt x="31" y="39"/>
                    </a:cubicBezTo>
                    <a:cubicBezTo>
                      <a:pt x="31" y="39"/>
                      <a:pt x="32" y="41"/>
                      <a:pt x="33" y="41"/>
                    </a:cubicBezTo>
                    <a:moveTo>
                      <a:pt x="35" y="35"/>
                    </a:moveTo>
                    <a:cubicBezTo>
                      <a:pt x="35" y="35"/>
                      <a:pt x="35" y="35"/>
                      <a:pt x="35" y="35"/>
                    </a:cubicBezTo>
                    <a:cubicBezTo>
                      <a:pt x="35" y="36"/>
                      <a:pt x="35" y="36"/>
                      <a:pt x="35" y="36"/>
                    </a:cubicBezTo>
                    <a:cubicBezTo>
                      <a:pt x="35" y="36"/>
                      <a:pt x="36" y="37"/>
                      <a:pt x="37" y="38"/>
                    </a:cubicBezTo>
                    <a:cubicBezTo>
                      <a:pt x="37" y="36"/>
                      <a:pt x="37" y="36"/>
                      <a:pt x="37" y="36"/>
                    </a:cubicBezTo>
                    <a:cubicBezTo>
                      <a:pt x="37" y="36"/>
                      <a:pt x="37" y="36"/>
                      <a:pt x="37" y="36"/>
                    </a:cubicBezTo>
                    <a:cubicBezTo>
                      <a:pt x="37" y="34"/>
                      <a:pt x="37" y="34"/>
                      <a:pt x="37" y="34"/>
                    </a:cubicBezTo>
                    <a:cubicBezTo>
                      <a:pt x="37" y="34"/>
                      <a:pt x="37" y="34"/>
                      <a:pt x="37" y="34"/>
                    </a:cubicBezTo>
                    <a:cubicBezTo>
                      <a:pt x="37" y="34"/>
                      <a:pt x="37" y="34"/>
                      <a:pt x="37" y="34"/>
                    </a:cubicBezTo>
                    <a:cubicBezTo>
                      <a:pt x="37" y="34"/>
                      <a:pt x="37" y="34"/>
                      <a:pt x="37" y="34"/>
                    </a:cubicBezTo>
                    <a:cubicBezTo>
                      <a:pt x="37" y="35"/>
                      <a:pt x="37" y="35"/>
                      <a:pt x="37" y="35"/>
                    </a:cubicBezTo>
                    <a:cubicBezTo>
                      <a:pt x="37" y="35"/>
                      <a:pt x="37" y="35"/>
                      <a:pt x="37" y="35"/>
                    </a:cubicBezTo>
                    <a:cubicBezTo>
                      <a:pt x="36" y="35"/>
                      <a:pt x="36" y="35"/>
                      <a:pt x="36" y="35"/>
                    </a:cubicBezTo>
                    <a:cubicBezTo>
                      <a:pt x="35" y="35"/>
                      <a:pt x="35" y="35"/>
                      <a:pt x="35" y="35"/>
                    </a:cubicBezTo>
                    <a:close/>
                    <a:moveTo>
                      <a:pt x="39" y="34"/>
                    </a:moveTo>
                    <a:cubicBezTo>
                      <a:pt x="39" y="32"/>
                      <a:pt x="39" y="32"/>
                      <a:pt x="39" y="32"/>
                    </a:cubicBezTo>
                    <a:cubicBezTo>
                      <a:pt x="39" y="31"/>
                      <a:pt x="39" y="31"/>
                      <a:pt x="39" y="31"/>
                    </a:cubicBezTo>
                    <a:cubicBezTo>
                      <a:pt x="39" y="30"/>
                      <a:pt x="39" y="30"/>
                      <a:pt x="39" y="30"/>
                    </a:cubicBezTo>
                    <a:cubicBezTo>
                      <a:pt x="39" y="30"/>
                      <a:pt x="39" y="30"/>
                      <a:pt x="39" y="30"/>
                    </a:cubicBezTo>
                    <a:cubicBezTo>
                      <a:pt x="41" y="29"/>
                      <a:pt x="41" y="29"/>
                      <a:pt x="41" y="29"/>
                    </a:cubicBezTo>
                    <a:cubicBezTo>
                      <a:pt x="41" y="28"/>
                      <a:pt x="41" y="28"/>
                      <a:pt x="41" y="28"/>
                    </a:cubicBezTo>
                    <a:cubicBezTo>
                      <a:pt x="41" y="28"/>
                      <a:pt x="41" y="28"/>
                      <a:pt x="41" y="28"/>
                    </a:cubicBezTo>
                    <a:cubicBezTo>
                      <a:pt x="38" y="28"/>
                      <a:pt x="38" y="28"/>
                      <a:pt x="38" y="28"/>
                    </a:cubicBezTo>
                    <a:cubicBezTo>
                      <a:pt x="39" y="29"/>
                      <a:pt x="39" y="30"/>
                      <a:pt x="39" y="30"/>
                    </a:cubicBezTo>
                    <a:cubicBezTo>
                      <a:pt x="39" y="30"/>
                      <a:pt x="39" y="30"/>
                      <a:pt x="39" y="30"/>
                    </a:cubicBezTo>
                    <a:cubicBezTo>
                      <a:pt x="39" y="30"/>
                      <a:pt x="39" y="30"/>
                      <a:pt x="39" y="30"/>
                    </a:cubicBezTo>
                    <a:cubicBezTo>
                      <a:pt x="37" y="32"/>
                      <a:pt x="37" y="32"/>
                      <a:pt x="37" y="32"/>
                    </a:cubicBezTo>
                    <a:lnTo>
                      <a:pt x="39" y="34"/>
                    </a:lnTo>
                    <a:close/>
                    <a:moveTo>
                      <a:pt x="38" y="27"/>
                    </a:moveTo>
                    <a:cubicBezTo>
                      <a:pt x="39" y="27"/>
                      <a:pt x="40" y="27"/>
                      <a:pt x="41" y="28"/>
                    </a:cubicBezTo>
                    <a:cubicBezTo>
                      <a:pt x="41" y="27"/>
                      <a:pt x="41" y="27"/>
                      <a:pt x="41" y="27"/>
                    </a:cubicBezTo>
                    <a:cubicBezTo>
                      <a:pt x="40" y="25"/>
                      <a:pt x="40" y="25"/>
                      <a:pt x="40" y="25"/>
                    </a:cubicBezTo>
                    <a:cubicBezTo>
                      <a:pt x="40" y="25"/>
                      <a:pt x="40" y="25"/>
                      <a:pt x="40" y="25"/>
                    </a:cubicBezTo>
                    <a:cubicBezTo>
                      <a:pt x="40" y="25"/>
                      <a:pt x="40" y="25"/>
                      <a:pt x="40" y="25"/>
                    </a:cubicBezTo>
                    <a:cubicBezTo>
                      <a:pt x="38" y="27"/>
                      <a:pt x="38" y="27"/>
                      <a:pt x="38" y="27"/>
                    </a:cubicBezTo>
                    <a:close/>
                    <a:moveTo>
                      <a:pt x="40" y="25"/>
                    </a:move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1" y="24"/>
                      <a:pt x="41" y="23"/>
                    </a:cubicBezTo>
                    <a:cubicBezTo>
                      <a:pt x="41" y="23"/>
                      <a:pt x="41" y="23"/>
                      <a:pt x="41" y="23"/>
                    </a:cubicBezTo>
                    <a:cubicBezTo>
                      <a:pt x="39" y="23"/>
                      <a:pt x="39" y="23"/>
                      <a:pt x="39" y="23"/>
                    </a:cubicBezTo>
                    <a:cubicBezTo>
                      <a:pt x="38" y="23"/>
                      <a:pt x="38" y="23"/>
                      <a:pt x="38" y="23"/>
                    </a:cubicBezTo>
                    <a:cubicBezTo>
                      <a:pt x="39" y="25"/>
                      <a:pt x="39" y="25"/>
                      <a:pt x="39" y="25"/>
                    </a:cubicBezTo>
                    <a:lnTo>
                      <a:pt x="40" y="25"/>
                    </a:lnTo>
                    <a:close/>
                    <a:moveTo>
                      <a:pt x="38" y="23"/>
                    </a:moveTo>
                    <a:cubicBezTo>
                      <a:pt x="39" y="22"/>
                      <a:pt x="40" y="22"/>
                      <a:pt x="41" y="22"/>
                    </a:cubicBezTo>
                    <a:cubicBezTo>
                      <a:pt x="39" y="21"/>
                      <a:pt x="39" y="21"/>
                      <a:pt x="39" y="21"/>
                    </a:cubicBezTo>
                    <a:cubicBezTo>
                      <a:pt x="39" y="21"/>
                      <a:pt x="39" y="21"/>
                      <a:pt x="39" y="21"/>
                    </a:cubicBezTo>
                    <a:lnTo>
                      <a:pt x="38" y="23"/>
                    </a:lnTo>
                    <a:close/>
                    <a:moveTo>
                      <a:pt x="46" y="3"/>
                    </a:moveTo>
                    <a:cubicBezTo>
                      <a:pt x="45" y="5"/>
                      <a:pt x="42" y="10"/>
                      <a:pt x="40" y="12"/>
                    </a:cubicBezTo>
                    <a:cubicBezTo>
                      <a:pt x="40" y="13"/>
                      <a:pt x="40" y="14"/>
                      <a:pt x="40" y="15"/>
                    </a:cubicBezTo>
                    <a:cubicBezTo>
                      <a:pt x="42" y="13"/>
                      <a:pt x="46" y="7"/>
                      <a:pt x="46" y="3"/>
                    </a:cubicBezTo>
                    <a:close/>
                    <a:moveTo>
                      <a:pt x="46" y="2"/>
                    </a:moveTo>
                    <a:cubicBezTo>
                      <a:pt x="46" y="3"/>
                      <a:pt x="46" y="3"/>
                      <a:pt x="46" y="3"/>
                    </a:cubicBezTo>
                    <a:cubicBezTo>
                      <a:pt x="46" y="2"/>
                      <a:pt x="46" y="2"/>
                      <a:pt x="46" y="2"/>
                    </a:cubicBezTo>
                    <a:close/>
                    <a:moveTo>
                      <a:pt x="47" y="5"/>
                    </a:moveTo>
                    <a:cubicBezTo>
                      <a:pt x="47" y="3"/>
                      <a:pt x="47" y="3"/>
                      <a:pt x="47" y="3"/>
                    </a:cubicBezTo>
                    <a:cubicBezTo>
                      <a:pt x="47" y="3"/>
                      <a:pt x="47" y="3"/>
                      <a:pt x="47" y="3"/>
                    </a:cubicBezTo>
                    <a:cubicBezTo>
                      <a:pt x="47" y="9"/>
                      <a:pt x="40" y="16"/>
                      <a:pt x="40" y="16"/>
                    </a:cubicBezTo>
                    <a:cubicBezTo>
                      <a:pt x="40" y="17"/>
                      <a:pt x="39" y="19"/>
                      <a:pt x="39" y="20"/>
                    </a:cubicBezTo>
                    <a:cubicBezTo>
                      <a:pt x="40" y="19"/>
                      <a:pt x="41" y="18"/>
                      <a:pt x="42" y="16"/>
                    </a:cubicBezTo>
                    <a:cubicBezTo>
                      <a:pt x="42" y="16"/>
                      <a:pt x="42" y="16"/>
                      <a:pt x="42" y="16"/>
                    </a:cubicBezTo>
                    <a:cubicBezTo>
                      <a:pt x="42" y="16"/>
                      <a:pt x="47" y="10"/>
                      <a:pt x="47" y="5"/>
                    </a:cubicBezTo>
                    <a:moveTo>
                      <a:pt x="43" y="16"/>
                    </a:moveTo>
                    <a:cubicBezTo>
                      <a:pt x="41" y="18"/>
                      <a:pt x="39" y="20"/>
                      <a:pt x="39" y="20"/>
                    </a:cubicBezTo>
                    <a:cubicBezTo>
                      <a:pt x="40" y="21"/>
                      <a:pt x="40" y="21"/>
                      <a:pt x="40" y="21"/>
                    </a:cubicBezTo>
                    <a:cubicBezTo>
                      <a:pt x="40" y="21"/>
                      <a:pt x="42" y="19"/>
                      <a:pt x="43" y="18"/>
                    </a:cubicBezTo>
                    <a:cubicBezTo>
                      <a:pt x="44" y="17"/>
                      <a:pt x="46" y="15"/>
                      <a:pt x="47" y="13"/>
                    </a:cubicBezTo>
                    <a:cubicBezTo>
                      <a:pt x="46" y="14"/>
                      <a:pt x="44" y="16"/>
                      <a:pt x="43" y="16"/>
                    </a:cubicBezTo>
                    <a:moveTo>
                      <a:pt x="43" y="22"/>
                    </a:moveTo>
                    <a:cubicBezTo>
                      <a:pt x="42" y="22"/>
                      <a:pt x="42" y="22"/>
                      <a:pt x="42" y="22"/>
                    </a:cubicBezTo>
                    <a:cubicBezTo>
                      <a:pt x="42" y="22"/>
                      <a:pt x="47" y="18"/>
                      <a:pt x="47" y="14"/>
                    </a:cubicBezTo>
                    <a:cubicBezTo>
                      <a:pt x="47" y="14"/>
                      <a:pt x="47" y="14"/>
                      <a:pt x="47" y="14"/>
                    </a:cubicBezTo>
                    <a:cubicBezTo>
                      <a:pt x="46" y="17"/>
                      <a:pt x="41" y="20"/>
                      <a:pt x="40" y="21"/>
                    </a:cubicBezTo>
                    <a:cubicBezTo>
                      <a:pt x="42" y="22"/>
                      <a:pt x="42" y="22"/>
                      <a:pt x="42" y="22"/>
                    </a:cubicBezTo>
                    <a:cubicBezTo>
                      <a:pt x="42" y="22"/>
                      <a:pt x="42" y="22"/>
                      <a:pt x="42" y="22"/>
                    </a:cubicBezTo>
                    <a:cubicBezTo>
                      <a:pt x="42" y="22"/>
                      <a:pt x="42" y="22"/>
                      <a:pt x="42" y="22"/>
                    </a:cubicBezTo>
                    <a:cubicBezTo>
                      <a:pt x="42" y="24"/>
                      <a:pt x="41" y="25"/>
                      <a:pt x="40" y="25"/>
                    </a:cubicBezTo>
                    <a:cubicBezTo>
                      <a:pt x="41" y="26"/>
                      <a:pt x="41" y="26"/>
                      <a:pt x="41" y="26"/>
                    </a:cubicBezTo>
                    <a:cubicBezTo>
                      <a:pt x="41" y="25"/>
                      <a:pt x="42" y="25"/>
                      <a:pt x="43" y="24"/>
                    </a:cubicBezTo>
                    <a:cubicBezTo>
                      <a:pt x="45" y="23"/>
                      <a:pt x="46" y="22"/>
                      <a:pt x="46" y="21"/>
                    </a:cubicBezTo>
                    <a:cubicBezTo>
                      <a:pt x="45" y="21"/>
                      <a:pt x="44" y="21"/>
                      <a:pt x="43" y="22"/>
                    </a:cubicBezTo>
                    <a:moveTo>
                      <a:pt x="44" y="26"/>
                    </a:moveTo>
                    <a:cubicBezTo>
                      <a:pt x="45" y="25"/>
                      <a:pt x="46" y="23"/>
                      <a:pt x="47" y="22"/>
                    </a:cubicBezTo>
                    <a:cubicBezTo>
                      <a:pt x="45" y="24"/>
                      <a:pt x="42" y="26"/>
                      <a:pt x="41" y="26"/>
                    </a:cubicBezTo>
                    <a:cubicBezTo>
                      <a:pt x="42" y="28"/>
                      <a:pt x="42" y="28"/>
                      <a:pt x="42" y="28"/>
                    </a:cubicBezTo>
                    <a:cubicBezTo>
                      <a:pt x="42" y="28"/>
                      <a:pt x="42" y="28"/>
                      <a:pt x="42" y="28"/>
                    </a:cubicBezTo>
                    <a:cubicBezTo>
                      <a:pt x="42" y="28"/>
                      <a:pt x="42" y="28"/>
                      <a:pt x="42" y="28"/>
                    </a:cubicBezTo>
                    <a:cubicBezTo>
                      <a:pt x="43" y="28"/>
                      <a:pt x="44" y="27"/>
                      <a:pt x="44" y="26"/>
                    </a:cubicBezTo>
                    <a:moveTo>
                      <a:pt x="45" y="29"/>
                    </a:moveTo>
                    <a:cubicBezTo>
                      <a:pt x="44" y="29"/>
                      <a:pt x="44" y="28"/>
                      <a:pt x="43" y="28"/>
                    </a:cubicBezTo>
                    <a:cubicBezTo>
                      <a:pt x="43" y="28"/>
                      <a:pt x="43" y="28"/>
                      <a:pt x="43" y="28"/>
                    </a:cubicBezTo>
                    <a:cubicBezTo>
                      <a:pt x="43" y="28"/>
                      <a:pt x="43" y="28"/>
                      <a:pt x="43" y="28"/>
                    </a:cubicBezTo>
                    <a:cubicBezTo>
                      <a:pt x="42" y="29"/>
                      <a:pt x="42" y="29"/>
                      <a:pt x="42" y="29"/>
                    </a:cubicBezTo>
                    <a:cubicBezTo>
                      <a:pt x="42" y="29"/>
                      <a:pt x="42" y="29"/>
                      <a:pt x="42" y="29"/>
                    </a:cubicBezTo>
                    <a:cubicBezTo>
                      <a:pt x="42" y="29"/>
                      <a:pt x="42" y="29"/>
                      <a:pt x="42" y="29"/>
                    </a:cubicBezTo>
                    <a:cubicBezTo>
                      <a:pt x="40" y="30"/>
                      <a:pt x="40" y="30"/>
                      <a:pt x="40" y="30"/>
                    </a:cubicBezTo>
                    <a:cubicBezTo>
                      <a:pt x="42" y="30"/>
                      <a:pt x="42" y="30"/>
                      <a:pt x="42" y="30"/>
                    </a:cubicBezTo>
                    <a:cubicBezTo>
                      <a:pt x="43" y="30"/>
                      <a:pt x="45" y="29"/>
                      <a:pt x="45" y="29"/>
                    </a:cubicBezTo>
                    <a:close/>
                    <a:moveTo>
                      <a:pt x="45" y="30"/>
                    </a:moveTo>
                    <a:cubicBezTo>
                      <a:pt x="43" y="31"/>
                      <a:pt x="41" y="31"/>
                      <a:pt x="40" y="31"/>
                    </a:cubicBezTo>
                    <a:cubicBezTo>
                      <a:pt x="40" y="32"/>
                      <a:pt x="40" y="32"/>
                      <a:pt x="40" y="32"/>
                    </a:cubicBezTo>
                    <a:cubicBezTo>
                      <a:pt x="40" y="34"/>
                      <a:pt x="40" y="34"/>
                      <a:pt x="40" y="34"/>
                    </a:cubicBezTo>
                    <a:cubicBezTo>
                      <a:pt x="40" y="34"/>
                      <a:pt x="40" y="34"/>
                      <a:pt x="40" y="34"/>
                    </a:cubicBezTo>
                    <a:cubicBezTo>
                      <a:pt x="40" y="34"/>
                      <a:pt x="40" y="34"/>
                      <a:pt x="40" y="34"/>
                    </a:cubicBezTo>
                    <a:cubicBezTo>
                      <a:pt x="41" y="33"/>
                      <a:pt x="41" y="33"/>
                      <a:pt x="41" y="33"/>
                    </a:cubicBezTo>
                    <a:cubicBezTo>
                      <a:pt x="42" y="33"/>
                      <a:pt x="44" y="32"/>
                      <a:pt x="45" y="30"/>
                    </a:cubicBezTo>
                    <a:moveTo>
                      <a:pt x="43" y="35"/>
                    </a:moveTo>
                    <a:cubicBezTo>
                      <a:pt x="43" y="35"/>
                      <a:pt x="43" y="35"/>
                      <a:pt x="43" y="35"/>
                    </a:cubicBezTo>
                    <a:cubicBezTo>
                      <a:pt x="44" y="35"/>
                      <a:pt x="44" y="35"/>
                      <a:pt x="44" y="35"/>
                    </a:cubicBezTo>
                    <a:cubicBezTo>
                      <a:pt x="44" y="35"/>
                      <a:pt x="46" y="36"/>
                      <a:pt x="46" y="38"/>
                    </a:cubicBezTo>
                    <a:cubicBezTo>
                      <a:pt x="46" y="38"/>
                      <a:pt x="46" y="38"/>
                      <a:pt x="46" y="38"/>
                    </a:cubicBezTo>
                    <a:cubicBezTo>
                      <a:pt x="46" y="40"/>
                      <a:pt x="46" y="40"/>
                      <a:pt x="46" y="40"/>
                    </a:cubicBezTo>
                    <a:cubicBezTo>
                      <a:pt x="45" y="40"/>
                      <a:pt x="45" y="40"/>
                      <a:pt x="45" y="40"/>
                    </a:cubicBezTo>
                    <a:cubicBezTo>
                      <a:pt x="45" y="40"/>
                      <a:pt x="43" y="40"/>
                      <a:pt x="43" y="42"/>
                    </a:cubicBezTo>
                    <a:cubicBezTo>
                      <a:pt x="43" y="43"/>
                      <a:pt x="43" y="43"/>
                      <a:pt x="43" y="43"/>
                    </a:cubicBezTo>
                    <a:cubicBezTo>
                      <a:pt x="44" y="45"/>
                      <a:pt x="46" y="46"/>
                      <a:pt x="46" y="48"/>
                    </a:cubicBezTo>
                    <a:cubicBezTo>
                      <a:pt x="46" y="48"/>
                      <a:pt x="46" y="48"/>
                      <a:pt x="46" y="48"/>
                    </a:cubicBezTo>
                    <a:cubicBezTo>
                      <a:pt x="46" y="49"/>
                      <a:pt x="45" y="50"/>
                      <a:pt x="45" y="51"/>
                    </a:cubicBezTo>
                    <a:cubicBezTo>
                      <a:pt x="45" y="51"/>
                      <a:pt x="45" y="51"/>
                      <a:pt x="45" y="51"/>
                    </a:cubicBezTo>
                    <a:cubicBezTo>
                      <a:pt x="45" y="51"/>
                      <a:pt x="45" y="51"/>
                      <a:pt x="45" y="51"/>
                    </a:cubicBezTo>
                    <a:cubicBezTo>
                      <a:pt x="45" y="51"/>
                      <a:pt x="46" y="50"/>
                      <a:pt x="46" y="49"/>
                    </a:cubicBezTo>
                    <a:cubicBezTo>
                      <a:pt x="46" y="48"/>
                      <a:pt x="46" y="48"/>
                      <a:pt x="46" y="48"/>
                    </a:cubicBezTo>
                    <a:cubicBezTo>
                      <a:pt x="46" y="46"/>
                      <a:pt x="46" y="46"/>
                      <a:pt x="46" y="46"/>
                    </a:cubicBezTo>
                    <a:cubicBezTo>
                      <a:pt x="45" y="45"/>
                      <a:pt x="44" y="44"/>
                      <a:pt x="44" y="43"/>
                    </a:cubicBezTo>
                    <a:cubicBezTo>
                      <a:pt x="44" y="42"/>
                      <a:pt x="44" y="42"/>
                      <a:pt x="44" y="42"/>
                    </a:cubicBezTo>
                    <a:cubicBezTo>
                      <a:pt x="44" y="41"/>
                      <a:pt x="46" y="40"/>
                      <a:pt x="46" y="40"/>
                    </a:cubicBezTo>
                    <a:cubicBezTo>
                      <a:pt x="46" y="40"/>
                      <a:pt x="46" y="40"/>
                      <a:pt x="46" y="40"/>
                    </a:cubicBezTo>
                    <a:cubicBezTo>
                      <a:pt x="46" y="40"/>
                      <a:pt x="45" y="41"/>
                      <a:pt x="45" y="42"/>
                    </a:cubicBezTo>
                    <a:cubicBezTo>
                      <a:pt x="45" y="43"/>
                      <a:pt x="45" y="43"/>
                      <a:pt x="45" y="43"/>
                    </a:cubicBezTo>
                    <a:cubicBezTo>
                      <a:pt x="45" y="44"/>
                      <a:pt x="46" y="45"/>
                      <a:pt x="46" y="46"/>
                    </a:cubicBezTo>
                    <a:cubicBezTo>
                      <a:pt x="47" y="48"/>
                      <a:pt x="47" y="48"/>
                      <a:pt x="47" y="48"/>
                    </a:cubicBezTo>
                    <a:cubicBezTo>
                      <a:pt x="47" y="49"/>
                      <a:pt x="47" y="49"/>
                      <a:pt x="47" y="49"/>
                    </a:cubicBezTo>
                    <a:cubicBezTo>
                      <a:pt x="46" y="50"/>
                      <a:pt x="46" y="50"/>
                      <a:pt x="46" y="50"/>
                    </a:cubicBezTo>
                    <a:cubicBezTo>
                      <a:pt x="47" y="49"/>
                      <a:pt x="47" y="49"/>
                      <a:pt x="47" y="49"/>
                    </a:cubicBezTo>
                    <a:cubicBezTo>
                      <a:pt x="47" y="49"/>
                      <a:pt x="47" y="49"/>
                      <a:pt x="47" y="48"/>
                    </a:cubicBezTo>
                    <a:cubicBezTo>
                      <a:pt x="47" y="48"/>
                      <a:pt x="47" y="48"/>
                      <a:pt x="47" y="48"/>
                    </a:cubicBezTo>
                    <a:cubicBezTo>
                      <a:pt x="47" y="47"/>
                      <a:pt x="46" y="43"/>
                      <a:pt x="45" y="43"/>
                    </a:cubicBezTo>
                    <a:cubicBezTo>
                      <a:pt x="45" y="42"/>
                      <a:pt x="45" y="42"/>
                      <a:pt x="45" y="42"/>
                    </a:cubicBezTo>
                    <a:cubicBezTo>
                      <a:pt x="45" y="41"/>
                      <a:pt x="47" y="40"/>
                      <a:pt x="47" y="40"/>
                    </a:cubicBezTo>
                    <a:cubicBezTo>
                      <a:pt x="47" y="41"/>
                      <a:pt x="47" y="41"/>
                      <a:pt x="47" y="41"/>
                    </a:cubicBezTo>
                    <a:cubicBezTo>
                      <a:pt x="47" y="41"/>
                      <a:pt x="47" y="41"/>
                      <a:pt x="47" y="41"/>
                    </a:cubicBezTo>
                    <a:cubicBezTo>
                      <a:pt x="46" y="42"/>
                      <a:pt x="46" y="42"/>
                      <a:pt x="46" y="42"/>
                    </a:cubicBezTo>
                    <a:cubicBezTo>
                      <a:pt x="46" y="43"/>
                      <a:pt x="46" y="43"/>
                      <a:pt x="46" y="43"/>
                    </a:cubicBezTo>
                    <a:cubicBezTo>
                      <a:pt x="46" y="43"/>
                      <a:pt x="47" y="46"/>
                      <a:pt x="47" y="48"/>
                    </a:cubicBezTo>
                    <a:cubicBezTo>
                      <a:pt x="47" y="48"/>
                      <a:pt x="47" y="48"/>
                      <a:pt x="47" y="48"/>
                    </a:cubicBezTo>
                    <a:cubicBezTo>
                      <a:pt x="47" y="50"/>
                      <a:pt x="47" y="50"/>
                      <a:pt x="47" y="50"/>
                    </a:cubicBezTo>
                    <a:cubicBezTo>
                      <a:pt x="46" y="51"/>
                      <a:pt x="46" y="51"/>
                      <a:pt x="46" y="51"/>
                    </a:cubicBezTo>
                    <a:cubicBezTo>
                      <a:pt x="47" y="51"/>
                      <a:pt x="48" y="50"/>
                      <a:pt x="48" y="49"/>
                    </a:cubicBezTo>
                    <a:cubicBezTo>
                      <a:pt x="48" y="48"/>
                      <a:pt x="48" y="48"/>
                      <a:pt x="48" y="48"/>
                    </a:cubicBezTo>
                    <a:cubicBezTo>
                      <a:pt x="47" y="44"/>
                      <a:pt x="47" y="44"/>
                      <a:pt x="46" y="43"/>
                    </a:cubicBezTo>
                    <a:cubicBezTo>
                      <a:pt x="46" y="43"/>
                      <a:pt x="46" y="43"/>
                      <a:pt x="46" y="43"/>
                    </a:cubicBezTo>
                    <a:cubicBezTo>
                      <a:pt x="47" y="42"/>
                      <a:pt x="48" y="41"/>
                      <a:pt x="48" y="38"/>
                    </a:cubicBezTo>
                    <a:cubicBezTo>
                      <a:pt x="48" y="38"/>
                      <a:pt x="48" y="38"/>
                      <a:pt x="48" y="38"/>
                    </a:cubicBezTo>
                    <a:cubicBezTo>
                      <a:pt x="48" y="35"/>
                      <a:pt x="46" y="34"/>
                      <a:pt x="43" y="34"/>
                    </a:cubicBezTo>
                    <a:cubicBezTo>
                      <a:pt x="43" y="34"/>
                      <a:pt x="43" y="34"/>
                      <a:pt x="43" y="34"/>
                    </a:cubicBezTo>
                    <a:cubicBezTo>
                      <a:pt x="41" y="34"/>
                      <a:pt x="41" y="34"/>
                      <a:pt x="41" y="34"/>
                    </a:cubicBezTo>
                    <a:cubicBezTo>
                      <a:pt x="41" y="34"/>
                      <a:pt x="41" y="34"/>
                      <a:pt x="41" y="34"/>
                    </a:cubicBezTo>
                    <a:cubicBezTo>
                      <a:pt x="41" y="35"/>
                      <a:pt x="41" y="35"/>
                      <a:pt x="41" y="35"/>
                    </a:cubicBezTo>
                    <a:lnTo>
                      <a:pt x="43" y="35"/>
                    </a:lnTo>
                    <a:close/>
                    <a:moveTo>
                      <a:pt x="40" y="34"/>
                    </a:moveTo>
                    <a:cubicBezTo>
                      <a:pt x="40" y="34"/>
                      <a:pt x="40" y="34"/>
                      <a:pt x="40" y="34"/>
                    </a:cubicBezTo>
                    <a:cubicBezTo>
                      <a:pt x="40" y="34"/>
                      <a:pt x="40" y="34"/>
                      <a:pt x="40" y="34"/>
                    </a:cubicBezTo>
                    <a:cubicBezTo>
                      <a:pt x="40" y="34"/>
                      <a:pt x="40" y="34"/>
                      <a:pt x="40" y="34"/>
                    </a:cubicBezTo>
                    <a:cubicBezTo>
                      <a:pt x="40" y="35"/>
                      <a:pt x="40" y="35"/>
                      <a:pt x="40" y="35"/>
                    </a:cubicBezTo>
                    <a:cubicBezTo>
                      <a:pt x="38" y="35"/>
                      <a:pt x="38" y="35"/>
                      <a:pt x="38" y="35"/>
                    </a:cubicBezTo>
                    <a:cubicBezTo>
                      <a:pt x="41" y="37"/>
                      <a:pt x="41" y="37"/>
                      <a:pt x="41" y="37"/>
                    </a:cubicBezTo>
                    <a:lnTo>
                      <a:pt x="40" y="34"/>
                    </a:lnTo>
                    <a:close/>
                    <a:moveTo>
                      <a:pt x="41" y="37"/>
                    </a:moveTo>
                    <a:cubicBezTo>
                      <a:pt x="40" y="37"/>
                      <a:pt x="38" y="36"/>
                      <a:pt x="38" y="35"/>
                    </a:cubicBezTo>
                    <a:cubicBezTo>
                      <a:pt x="38" y="36"/>
                      <a:pt x="38" y="36"/>
                      <a:pt x="38" y="36"/>
                    </a:cubicBezTo>
                    <a:cubicBezTo>
                      <a:pt x="38" y="36"/>
                      <a:pt x="38" y="36"/>
                      <a:pt x="38" y="36"/>
                    </a:cubicBezTo>
                    <a:cubicBezTo>
                      <a:pt x="38" y="38"/>
                      <a:pt x="38" y="38"/>
                      <a:pt x="38" y="38"/>
                    </a:cubicBezTo>
                    <a:cubicBezTo>
                      <a:pt x="38" y="38"/>
                      <a:pt x="40" y="37"/>
                      <a:pt x="41" y="37"/>
                    </a:cubicBezTo>
                    <a:moveTo>
                      <a:pt x="22" y="57"/>
                    </a:moveTo>
                    <a:cubicBezTo>
                      <a:pt x="20" y="57"/>
                      <a:pt x="18" y="57"/>
                      <a:pt x="17" y="61"/>
                    </a:cubicBezTo>
                    <a:cubicBezTo>
                      <a:pt x="19" y="63"/>
                      <a:pt x="19" y="63"/>
                      <a:pt x="19" y="63"/>
                    </a:cubicBezTo>
                    <a:cubicBezTo>
                      <a:pt x="19" y="63"/>
                      <a:pt x="19" y="63"/>
                      <a:pt x="19" y="63"/>
                    </a:cubicBezTo>
                    <a:cubicBezTo>
                      <a:pt x="19" y="64"/>
                      <a:pt x="19" y="64"/>
                      <a:pt x="19" y="64"/>
                    </a:cubicBezTo>
                    <a:cubicBezTo>
                      <a:pt x="18" y="64"/>
                      <a:pt x="18" y="64"/>
                      <a:pt x="18" y="64"/>
                    </a:cubicBezTo>
                    <a:cubicBezTo>
                      <a:pt x="19" y="65"/>
                      <a:pt x="19" y="65"/>
                      <a:pt x="19" y="65"/>
                    </a:cubicBezTo>
                    <a:cubicBezTo>
                      <a:pt x="20" y="66"/>
                      <a:pt x="22" y="68"/>
                      <a:pt x="23" y="69"/>
                    </a:cubicBezTo>
                    <a:cubicBezTo>
                      <a:pt x="24" y="70"/>
                      <a:pt x="24" y="70"/>
                      <a:pt x="24" y="70"/>
                    </a:cubicBezTo>
                    <a:cubicBezTo>
                      <a:pt x="24" y="71"/>
                      <a:pt x="23" y="72"/>
                      <a:pt x="22" y="73"/>
                    </a:cubicBezTo>
                    <a:cubicBezTo>
                      <a:pt x="22" y="74"/>
                      <a:pt x="20" y="76"/>
                      <a:pt x="19" y="77"/>
                    </a:cubicBezTo>
                    <a:cubicBezTo>
                      <a:pt x="18" y="78"/>
                      <a:pt x="18" y="78"/>
                      <a:pt x="18" y="78"/>
                    </a:cubicBezTo>
                    <a:cubicBezTo>
                      <a:pt x="18" y="78"/>
                      <a:pt x="18" y="78"/>
                      <a:pt x="18" y="78"/>
                    </a:cubicBezTo>
                    <a:cubicBezTo>
                      <a:pt x="18" y="78"/>
                      <a:pt x="18" y="78"/>
                      <a:pt x="18" y="78"/>
                    </a:cubicBezTo>
                    <a:cubicBezTo>
                      <a:pt x="19" y="80"/>
                      <a:pt x="19" y="80"/>
                      <a:pt x="19" y="80"/>
                    </a:cubicBezTo>
                    <a:cubicBezTo>
                      <a:pt x="18" y="80"/>
                      <a:pt x="18" y="80"/>
                      <a:pt x="18" y="80"/>
                    </a:cubicBezTo>
                    <a:cubicBezTo>
                      <a:pt x="18" y="79"/>
                      <a:pt x="18" y="79"/>
                      <a:pt x="18" y="79"/>
                    </a:cubicBezTo>
                    <a:cubicBezTo>
                      <a:pt x="18" y="78"/>
                      <a:pt x="18" y="78"/>
                      <a:pt x="18" y="78"/>
                    </a:cubicBezTo>
                    <a:cubicBezTo>
                      <a:pt x="17" y="78"/>
                      <a:pt x="17" y="78"/>
                      <a:pt x="17" y="78"/>
                    </a:cubicBezTo>
                    <a:cubicBezTo>
                      <a:pt x="17" y="77"/>
                      <a:pt x="17" y="77"/>
                      <a:pt x="17" y="77"/>
                    </a:cubicBezTo>
                    <a:cubicBezTo>
                      <a:pt x="16" y="76"/>
                      <a:pt x="16" y="76"/>
                      <a:pt x="16" y="76"/>
                    </a:cubicBezTo>
                    <a:cubicBezTo>
                      <a:pt x="16" y="76"/>
                      <a:pt x="16" y="76"/>
                      <a:pt x="16" y="76"/>
                    </a:cubicBezTo>
                    <a:cubicBezTo>
                      <a:pt x="15" y="76"/>
                      <a:pt x="15" y="76"/>
                      <a:pt x="15" y="76"/>
                    </a:cubicBezTo>
                    <a:cubicBezTo>
                      <a:pt x="14" y="76"/>
                      <a:pt x="14" y="76"/>
                      <a:pt x="14" y="76"/>
                    </a:cubicBezTo>
                    <a:cubicBezTo>
                      <a:pt x="14" y="76"/>
                      <a:pt x="14" y="76"/>
                      <a:pt x="14" y="76"/>
                    </a:cubicBezTo>
                    <a:cubicBezTo>
                      <a:pt x="16" y="75"/>
                      <a:pt x="16" y="75"/>
                      <a:pt x="16" y="75"/>
                    </a:cubicBezTo>
                    <a:cubicBezTo>
                      <a:pt x="16" y="75"/>
                      <a:pt x="16" y="75"/>
                      <a:pt x="16" y="75"/>
                    </a:cubicBezTo>
                    <a:cubicBezTo>
                      <a:pt x="17" y="76"/>
                      <a:pt x="17" y="76"/>
                      <a:pt x="17" y="76"/>
                    </a:cubicBezTo>
                    <a:cubicBezTo>
                      <a:pt x="17" y="77"/>
                      <a:pt x="17" y="77"/>
                      <a:pt x="17" y="77"/>
                    </a:cubicBezTo>
                    <a:cubicBezTo>
                      <a:pt x="17" y="75"/>
                      <a:pt x="17" y="75"/>
                      <a:pt x="17" y="75"/>
                    </a:cubicBezTo>
                    <a:cubicBezTo>
                      <a:pt x="16" y="74"/>
                      <a:pt x="16" y="74"/>
                      <a:pt x="16" y="74"/>
                    </a:cubicBezTo>
                    <a:cubicBezTo>
                      <a:pt x="15" y="74"/>
                      <a:pt x="15" y="74"/>
                      <a:pt x="15" y="74"/>
                    </a:cubicBezTo>
                    <a:cubicBezTo>
                      <a:pt x="15" y="74"/>
                      <a:pt x="15" y="74"/>
                      <a:pt x="15" y="74"/>
                    </a:cubicBezTo>
                    <a:cubicBezTo>
                      <a:pt x="14" y="75"/>
                      <a:pt x="14" y="75"/>
                      <a:pt x="14" y="75"/>
                    </a:cubicBezTo>
                    <a:cubicBezTo>
                      <a:pt x="14" y="74"/>
                      <a:pt x="14" y="74"/>
                      <a:pt x="14" y="74"/>
                    </a:cubicBezTo>
                    <a:cubicBezTo>
                      <a:pt x="14" y="74"/>
                      <a:pt x="14" y="74"/>
                      <a:pt x="14" y="74"/>
                    </a:cubicBezTo>
                    <a:cubicBezTo>
                      <a:pt x="15" y="74"/>
                      <a:pt x="15" y="74"/>
                      <a:pt x="15" y="74"/>
                    </a:cubicBezTo>
                    <a:cubicBezTo>
                      <a:pt x="14" y="73"/>
                      <a:pt x="14" y="73"/>
                      <a:pt x="14" y="73"/>
                    </a:cubicBezTo>
                    <a:cubicBezTo>
                      <a:pt x="14" y="73"/>
                      <a:pt x="14" y="73"/>
                      <a:pt x="14" y="73"/>
                    </a:cubicBezTo>
                    <a:cubicBezTo>
                      <a:pt x="14" y="75"/>
                      <a:pt x="14" y="75"/>
                      <a:pt x="14" y="75"/>
                    </a:cubicBezTo>
                    <a:cubicBezTo>
                      <a:pt x="15" y="79"/>
                      <a:pt x="15" y="79"/>
                      <a:pt x="15" y="79"/>
                    </a:cubicBezTo>
                    <a:cubicBezTo>
                      <a:pt x="15" y="80"/>
                      <a:pt x="17" y="82"/>
                      <a:pt x="18" y="82"/>
                    </a:cubicBezTo>
                    <a:cubicBezTo>
                      <a:pt x="19" y="82"/>
                      <a:pt x="20" y="82"/>
                      <a:pt x="20" y="81"/>
                    </a:cubicBezTo>
                    <a:cubicBezTo>
                      <a:pt x="21" y="80"/>
                      <a:pt x="21" y="78"/>
                      <a:pt x="21" y="78"/>
                    </a:cubicBezTo>
                    <a:cubicBezTo>
                      <a:pt x="21" y="78"/>
                      <a:pt x="21" y="78"/>
                      <a:pt x="21" y="78"/>
                    </a:cubicBezTo>
                    <a:cubicBezTo>
                      <a:pt x="22" y="78"/>
                      <a:pt x="22" y="78"/>
                      <a:pt x="22" y="78"/>
                    </a:cubicBezTo>
                    <a:cubicBezTo>
                      <a:pt x="23" y="78"/>
                      <a:pt x="23" y="78"/>
                      <a:pt x="23" y="78"/>
                    </a:cubicBezTo>
                    <a:cubicBezTo>
                      <a:pt x="24" y="76"/>
                      <a:pt x="24" y="76"/>
                      <a:pt x="24" y="76"/>
                    </a:cubicBezTo>
                    <a:cubicBezTo>
                      <a:pt x="26" y="74"/>
                      <a:pt x="26" y="74"/>
                      <a:pt x="26" y="74"/>
                    </a:cubicBezTo>
                    <a:cubicBezTo>
                      <a:pt x="28" y="73"/>
                      <a:pt x="28" y="73"/>
                      <a:pt x="28" y="73"/>
                    </a:cubicBezTo>
                    <a:cubicBezTo>
                      <a:pt x="28" y="72"/>
                      <a:pt x="28" y="72"/>
                      <a:pt x="28" y="72"/>
                    </a:cubicBezTo>
                    <a:cubicBezTo>
                      <a:pt x="28" y="72"/>
                      <a:pt x="28" y="72"/>
                      <a:pt x="28" y="72"/>
                    </a:cubicBezTo>
                    <a:cubicBezTo>
                      <a:pt x="27" y="69"/>
                      <a:pt x="27" y="69"/>
                      <a:pt x="27" y="69"/>
                    </a:cubicBezTo>
                    <a:cubicBezTo>
                      <a:pt x="26" y="68"/>
                      <a:pt x="26" y="68"/>
                      <a:pt x="26" y="68"/>
                    </a:cubicBezTo>
                    <a:cubicBezTo>
                      <a:pt x="26" y="68"/>
                      <a:pt x="26" y="68"/>
                      <a:pt x="26" y="68"/>
                    </a:cubicBezTo>
                    <a:cubicBezTo>
                      <a:pt x="26" y="67"/>
                      <a:pt x="26" y="67"/>
                      <a:pt x="26" y="67"/>
                    </a:cubicBezTo>
                    <a:cubicBezTo>
                      <a:pt x="26" y="65"/>
                      <a:pt x="26" y="64"/>
                      <a:pt x="25" y="63"/>
                    </a:cubicBezTo>
                    <a:cubicBezTo>
                      <a:pt x="25" y="62"/>
                      <a:pt x="23" y="62"/>
                      <a:pt x="23" y="62"/>
                    </a:cubicBezTo>
                    <a:cubicBezTo>
                      <a:pt x="24" y="61"/>
                      <a:pt x="24" y="61"/>
                      <a:pt x="24" y="61"/>
                    </a:cubicBezTo>
                    <a:cubicBezTo>
                      <a:pt x="25" y="61"/>
                      <a:pt x="25" y="61"/>
                      <a:pt x="25" y="61"/>
                    </a:cubicBezTo>
                    <a:cubicBezTo>
                      <a:pt x="25" y="62"/>
                      <a:pt x="25" y="62"/>
                      <a:pt x="25" y="62"/>
                    </a:cubicBezTo>
                    <a:cubicBezTo>
                      <a:pt x="26" y="63"/>
                      <a:pt x="26" y="63"/>
                      <a:pt x="26" y="63"/>
                    </a:cubicBezTo>
                    <a:cubicBezTo>
                      <a:pt x="26" y="64"/>
                      <a:pt x="27" y="65"/>
                      <a:pt x="27" y="67"/>
                    </a:cubicBezTo>
                    <a:cubicBezTo>
                      <a:pt x="28" y="68"/>
                      <a:pt x="28" y="68"/>
                      <a:pt x="28" y="68"/>
                    </a:cubicBezTo>
                    <a:cubicBezTo>
                      <a:pt x="30" y="69"/>
                      <a:pt x="30" y="69"/>
                      <a:pt x="30" y="69"/>
                    </a:cubicBezTo>
                    <a:cubicBezTo>
                      <a:pt x="29" y="67"/>
                      <a:pt x="29" y="65"/>
                      <a:pt x="29" y="64"/>
                    </a:cubicBezTo>
                    <a:cubicBezTo>
                      <a:pt x="29" y="64"/>
                      <a:pt x="29" y="64"/>
                      <a:pt x="29" y="64"/>
                    </a:cubicBezTo>
                    <a:cubicBezTo>
                      <a:pt x="29" y="62"/>
                      <a:pt x="29" y="62"/>
                      <a:pt x="29" y="62"/>
                    </a:cubicBezTo>
                    <a:cubicBezTo>
                      <a:pt x="29" y="62"/>
                      <a:pt x="29" y="62"/>
                      <a:pt x="29" y="62"/>
                    </a:cubicBezTo>
                    <a:cubicBezTo>
                      <a:pt x="29" y="62"/>
                      <a:pt x="28" y="61"/>
                      <a:pt x="27" y="61"/>
                    </a:cubicBezTo>
                    <a:cubicBezTo>
                      <a:pt x="26" y="60"/>
                      <a:pt x="26" y="60"/>
                      <a:pt x="26" y="60"/>
                    </a:cubicBezTo>
                    <a:cubicBezTo>
                      <a:pt x="25" y="60"/>
                      <a:pt x="25" y="60"/>
                      <a:pt x="25" y="60"/>
                    </a:cubicBezTo>
                    <a:cubicBezTo>
                      <a:pt x="25" y="60"/>
                      <a:pt x="25" y="60"/>
                      <a:pt x="25" y="60"/>
                    </a:cubicBezTo>
                    <a:cubicBezTo>
                      <a:pt x="25" y="59"/>
                      <a:pt x="25" y="59"/>
                      <a:pt x="25" y="59"/>
                    </a:cubicBezTo>
                    <a:cubicBezTo>
                      <a:pt x="25" y="57"/>
                      <a:pt x="25" y="57"/>
                      <a:pt x="25" y="57"/>
                    </a:cubicBezTo>
                    <a:cubicBezTo>
                      <a:pt x="24" y="57"/>
                      <a:pt x="23" y="57"/>
                      <a:pt x="22" y="57"/>
                    </a:cubicBezTo>
                    <a:moveTo>
                      <a:pt x="21" y="52"/>
                    </a:moveTo>
                    <a:cubicBezTo>
                      <a:pt x="21" y="52"/>
                      <a:pt x="21" y="52"/>
                      <a:pt x="21" y="52"/>
                    </a:cubicBezTo>
                    <a:cubicBezTo>
                      <a:pt x="21" y="53"/>
                      <a:pt x="23" y="54"/>
                      <a:pt x="24" y="55"/>
                    </a:cubicBezTo>
                    <a:cubicBezTo>
                      <a:pt x="25" y="57"/>
                      <a:pt x="25" y="57"/>
                      <a:pt x="25" y="57"/>
                    </a:cubicBezTo>
                    <a:cubicBezTo>
                      <a:pt x="25" y="57"/>
                      <a:pt x="25" y="57"/>
                      <a:pt x="25" y="57"/>
                    </a:cubicBezTo>
                    <a:cubicBezTo>
                      <a:pt x="25" y="57"/>
                      <a:pt x="25" y="57"/>
                      <a:pt x="25" y="57"/>
                    </a:cubicBezTo>
                    <a:cubicBezTo>
                      <a:pt x="25" y="57"/>
                      <a:pt x="25" y="57"/>
                      <a:pt x="25" y="57"/>
                    </a:cubicBezTo>
                    <a:cubicBezTo>
                      <a:pt x="25" y="57"/>
                      <a:pt x="25" y="57"/>
                      <a:pt x="25" y="57"/>
                    </a:cubicBezTo>
                    <a:cubicBezTo>
                      <a:pt x="26" y="59"/>
                      <a:pt x="26" y="59"/>
                      <a:pt x="26" y="59"/>
                    </a:cubicBezTo>
                    <a:cubicBezTo>
                      <a:pt x="26" y="59"/>
                      <a:pt x="26" y="59"/>
                      <a:pt x="26" y="59"/>
                    </a:cubicBezTo>
                    <a:cubicBezTo>
                      <a:pt x="28" y="60"/>
                      <a:pt x="28" y="60"/>
                      <a:pt x="28" y="60"/>
                    </a:cubicBezTo>
                    <a:cubicBezTo>
                      <a:pt x="29" y="62"/>
                      <a:pt x="29" y="62"/>
                      <a:pt x="29" y="62"/>
                    </a:cubicBezTo>
                    <a:cubicBezTo>
                      <a:pt x="30" y="61"/>
                      <a:pt x="30" y="60"/>
                      <a:pt x="30" y="60"/>
                    </a:cubicBezTo>
                    <a:cubicBezTo>
                      <a:pt x="30" y="59"/>
                      <a:pt x="30" y="59"/>
                      <a:pt x="30" y="59"/>
                    </a:cubicBezTo>
                    <a:cubicBezTo>
                      <a:pt x="30" y="57"/>
                      <a:pt x="30" y="57"/>
                      <a:pt x="30" y="57"/>
                    </a:cubicBezTo>
                    <a:cubicBezTo>
                      <a:pt x="30" y="57"/>
                      <a:pt x="30" y="57"/>
                      <a:pt x="30" y="57"/>
                    </a:cubicBezTo>
                    <a:cubicBezTo>
                      <a:pt x="30" y="57"/>
                      <a:pt x="31" y="58"/>
                      <a:pt x="31" y="59"/>
                    </a:cubicBezTo>
                    <a:cubicBezTo>
                      <a:pt x="31" y="60"/>
                      <a:pt x="31" y="60"/>
                      <a:pt x="31" y="60"/>
                    </a:cubicBezTo>
                    <a:cubicBezTo>
                      <a:pt x="31" y="60"/>
                      <a:pt x="30" y="61"/>
                      <a:pt x="30" y="62"/>
                    </a:cubicBezTo>
                    <a:cubicBezTo>
                      <a:pt x="30" y="63"/>
                      <a:pt x="30" y="63"/>
                      <a:pt x="30" y="63"/>
                    </a:cubicBezTo>
                    <a:cubicBezTo>
                      <a:pt x="30" y="63"/>
                      <a:pt x="30" y="63"/>
                      <a:pt x="30" y="63"/>
                    </a:cubicBezTo>
                    <a:cubicBezTo>
                      <a:pt x="29" y="64"/>
                      <a:pt x="29" y="64"/>
                      <a:pt x="29" y="64"/>
                    </a:cubicBezTo>
                    <a:cubicBezTo>
                      <a:pt x="29" y="64"/>
                      <a:pt x="29" y="64"/>
                      <a:pt x="29" y="64"/>
                    </a:cubicBezTo>
                    <a:cubicBezTo>
                      <a:pt x="30" y="66"/>
                      <a:pt x="30" y="68"/>
                      <a:pt x="31" y="70"/>
                    </a:cubicBezTo>
                    <a:cubicBezTo>
                      <a:pt x="32" y="71"/>
                      <a:pt x="32" y="71"/>
                      <a:pt x="32" y="71"/>
                    </a:cubicBezTo>
                    <a:cubicBezTo>
                      <a:pt x="32" y="71"/>
                      <a:pt x="32" y="71"/>
                      <a:pt x="32" y="71"/>
                    </a:cubicBezTo>
                    <a:cubicBezTo>
                      <a:pt x="32" y="71"/>
                      <a:pt x="32" y="71"/>
                      <a:pt x="32" y="71"/>
                    </a:cubicBezTo>
                    <a:cubicBezTo>
                      <a:pt x="32" y="74"/>
                      <a:pt x="32" y="74"/>
                      <a:pt x="32" y="74"/>
                    </a:cubicBezTo>
                    <a:cubicBezTo>
                      <a:pt x="33" y="74"/>
                      <a:pt x="34" y="77"/>
                      <a:pt x="35" y="78"/>
                    </a:cubicBezTo>
                    <a:cubicBezTo>
                      <a:pt x="36" y="79"/>
                      <a:pt x="36" y="80"/>
                      <a:pt x="37" y="81"/>
                    </a:cubicBezTo>
                    <a:cubicBezTo>
                      <a:pt x="37" y="82"/>
                      <a:pt x="36" y="83"/>
                      <a:pt x="37" y="83"/>
                    </a:cubicBezTo>
                    <a:cubicBezTo>
                      <a:pt x="38" y="85"/>
                      <a:pt x="38" y="85"/>
                      <a:pt x="38" y="86"/>
                    </a:cubicBezTo>
                    <a:cubicBezTo>
                      <a:pt x="38" y="87"/>
                      <a:pt x="38" y="87"/>
                      <a:pt x="38" y="87"/>
                    </a:cubicBezTo>
                    <a:cubicBezTo>
                      <a:pt x="38" y="88"/>
                      <a:pt x="38" y="88"/>
                      <a:pt x="39" y="89"/>
                    </a:cubicBezTo>
                    <a:cubicBezTo>
                      <a:pt x="39" y="90"/>
                      <a:pt x="40" y="91"/>
                      <a:pt x="40" y="92"/>
                    </a:cubicBezTo>
                    <a:cubicBezTo>
                      <a:pt x="39" y="93"/>
                      <a:pt x="39" y="93"/>
                      <a:pt x="39" y="93"/>
                    </a:cubicBezTo>
                    <a:cubicBezTo>
                      <a:pt x="39" y="94"/>
                      <a:pt x="39" y="96"/>
                      <a:pt x="38" y="96"/>
                    </a:cubicBezTo>
                    <a:cubicBezTo>
                      <a:pt x="37" y="96"/>
                      <a:pt x="37" y="96"/>
                      <a:pt x="37" y="96"/>
                    </a:cubicBezTo>
                    <a:cubicBezTo>
                      <a:pt x="36" y="96"/>
                      <a:pt x="36" y="96"/>
                      <a:pt x="36" y="96"/>
                    </a:cubicBezTo>
                    <a:cubicBezTo>
                      <a:pt x="36" y="96"/>
                      <a:pt x="36" y="96"/>
                      <a:pt x="36" y="96"/>
                    </a:cubicBezTo>
                    <a:cubicBezTo>
                      <a:pt x="35" y="96"/>
                      <a:pt x="35" y="96"/>
                      <a:pt x="35" y="96"/>
                    </a:cubicBezTo>
                    <a:cubicBezTo>
                      <a:pt x="34" y="97"/>
                      <a:pt x="34" y="97"/>
                      <a:pt x="34" y="97"/>
                    </a:cubicBezTo>
                    <a:cubicBezTo>
                      <a:pt x="34" y="98"/>
                      <a:pt x="34" y="98"/>
                      <a:pt x="34" y="98"/>
                    </a:cubicBezTo>
                    <a:cubicBezTo>
                      <a:pt x="34" y="98"/>
                      <a:pt x="34" y="98"/>
                      <a:pt x="34" y="98"/>
                    </a:cubicBezTo>
                    <a:cubicBezTo>
                      <a:pt x="33" y="98"/>
                      <a:pt x="33" y="98"/>
                      <a:pt x="33" y="98"/>
                    </a:cubicBezTo>
                    <a:cubicBezTo>
                      <a:pt x="33" y="98"/>
                      <a:pt x="33" y="98"/>
                      <a:pt x="33" y="98"/>
                    </a:cubicBezTo>
                    <a:cubicBezTo>
                      <a:pt x="34" y="97"/>
                      <a:pt x="34" y="97"/>
                      <a:pt x="34" y="97"/>
                    </a:cubicBezTo>
                    <a:cubicBezTo>
                      <a:pt x="35" y="96"/>
                      <a:pt x="35" y="96"/>
                      <a:pt x="35" y="96"/>
                    </a:cubicBezTo>
                    <a:cubicBezTo>
                      <a:pt x="35" y="96"/>
                      <a:pt x="35" y="96"/>
                      <a:pt x="35" y="96"/>
                    </a:cubicBezTo>
                    <a:cubicBezTo>
                      <a:pt x="35" y="96"/>
                      <a:pt x="35" y="96"/>
                      <a:pt x="35" y="96"/>
                    </a:cubicBezTo>
                    <a:cubicBezTo>
                      <a:pt x="34" y="96"/>
                      <a:pt x="34" y="96"/>
                      <a:pt x="34" y="96"/>
                    </a:cubicBezTo>
                    <a:cubicBezTo>
                      <a:pt x="33" y="96"/>
                      <a:pt x="33" y="96"/>
                      <a:pt x="33" y="96"/>
                    </a:cubicBezTo>
                    <a:cubicBezTo>
                      <a:pt x="32" y="97"/>
                      <a:pt x="32" y="97"/>
                      <a:pt x="32" y="97"/>
                    </a:cubicBezTo>
                    <a:cubicBezTo>
                      <a:pt x="31" y="97"/>
                      <a:pt x="31" y="97"/>
                      <a:pt x="31" y="97"/>
                    </a:cubicBezTo>
                    <a:cubicBezTo>
                      <a:pt x="32" y="96"/>
                      <a:pt x="32" y="96"/>
                      <a:pt x="32" y="96"/>
                    </a:cubicBezTo>
                    <a:cubicBezTo>
                      <a:pt x="31" y="97"/>
                      <a:pt x="31" y="97"/>
                      <a:pt x="31" y="97"/>
                    </a:cubicBezTo>
                    <a:cubicBezTo>
                      <a:pt x="31" y="97"/>
                      <a:pt x="31" y="97"/>
                      <a:pt x="31" y="97"/>
                    </a:cubicBezTo>
                    <a:cubicBezTo>
                      <a:pt x="32" y="98"/>
                      <a:pt x="32" y="98"/>
                      <a:pt x="32" y="98"/>
                    </a:cubicBezTo>
                    <a:cubicBezTo>
                      <a:pt x="33" y="99"/>
                      <a:pt x="34" y="99"/>
                      <a:pt x="35" y="100"/>
                    </a:cubicBezTo>
                    <a:cubicBezTo>
                      <a:pt x="36" y="100"/>
                      <a:pt x="38" y="100"/>
                      <a:pt x="39" y="100"/>
                    </a:cubicBezTo>
                    <a:cubicBezTo>
                      <a:pt x="40" y="100"/>
                      <a:pt x="40" y="100"/>
                      <a:pt x="40" y="100"/>
                    </a:cubicBezTo>
                    <a:cubicBezTo>
                      <a:pt x="42" y="98"/>
                      <a:pt x="42" y="98"/>
                      <a:pt x="42" y="98"/>
                    </a:cubicBezTo>
                    <a:cubicBezTo>
                      <a:pt x="42" y="95"/>
                      <a:pt x="42" y="95"/>
                      <a:pt x="42" y="95"/>
                    </a:cubicBezTo>
                    <a:cubicBezTo>
                      <a:pt x="43" y="93"/>
                      <a:pt x="43" y="93"/>
                      <a:pt x="43" y="93"/>
                    </a:cubicBezTo>
                    <a:cubicBezTo>
                      <a:pt x="42" y="88"/>
                      <a:pt x="42" y="88"/>
                      <a:pt x="42" y="88"/>
                    </a:cubicBezTo>
                    <a:cubicBezTo>
                      <a:pt x="42" y="88"/>
                      <a:pt x="41" y="87"/>
                      <a:pt x="41" y="86"/>
                    </a:cubicBezTo>
                    <a:cubicBezTo>
                      <a:pt x="41" y="84"/>
                      <a:pt x="42" y="83"/>
                      <a:pt x="42" y="82"/>
                    </a:cubicBezTo>
                    <a:cubicBezTo>
                      <a:pt x="40" y="79"/>
                      <a:pt x="40" y="79"/>
                      <a:pt x="40" y="79"/>
                    </a:cubicBezTo>
                    <a:cubicBezTo>
                      <a:pt x="40" y="77"/>
                      <a:pt x="40" y="77"/>
                      <a:pt x="40" y="77"/>
                    </a:cubicBezTo>
                    <a:cubicBezTo>
                      <a:pt x="40" y="78"/>
                      <a:pt x="40" y="78"/>
                      <a:pt x="40" y="78"/>
                    </a:cubicBezTo>
                    <a:cubicBezTo>
                      <a:pt x="39" y="77"/>
                      <a:pt x="39" y="77"/>
                      <a:pt x="39" y="77"/>
                    </a:cubicBezTo>
                    <a:cubicBezTo>
                      <a:pt x="38" y="75"/>
                      <a:pt x="38" y="75"/>
                      <a:pt x="38" y="75"/>
                    </a:cubicBezTo>
                    <a:cubicBezTo>
                      <a:pt x="38" y="75"/>
                      <a:pt x="38" y="75"/>
                      <a:pt x="38" y="75"/>
                    </a:cubicBezTo>
                    <a:cubicBezTo>
                      <a:pt x="38" y="74"/>
                      <a:pt x="38" y="73"/>
                      <a:pt x="39" y="72"/>
                    </a:cubicBezTo>
                    <a:cubicBezTo>
                      <a:pt x="40" y="70"/>
                      <a:pt x="41" y="67"/>
                      <a:pt x="41" y="66"/>
                    </a:cubicBezTo>
                    <a:cubicBezTo>
                      <a:pt x="41" y="66"/>
                      <a:pt x="41" y="66"/>
                      <a:pt x="41" y="66"/>
                    </a:cubicBezTo>
                    <a:cubicBezTo>
                      <a:pt x="41" y="65"/>
                      <a:pt x="40" y="62"/>
                      <a:pt x="40" y="62"/>
                    </a:cubicBezTo>
                    <a:cubicBezTo>
                      <a:pt x="40" y="62"/>
                      <a:pt x="40" y="62"/>
                      <a:pt x="40" y="62"/>
                    </a:cubicBezTo>
                    <a:cubicBezTo>
                      <a:pt x="40" y="62"/>
                      <a:pt x="42" y="64"/>
                      <a:pt x="42" y="66"/>
                    </a:cubicBezTo>
                    <a:cubicBezTo>
                      <a:pt x="42" y="66"/>
                      <a:pt x="42" y="66"/>
                      <a:pt x="42" y="66"/>
                    </a:cubicBezTo>
                    <a:cubicBezTo>
                      <a:pt x="41" y="67"/>
                      <a:pt x="40" y="71"/>
                      <a:pt x="40" y="72"/>
                    </a:cubicBezTo>
                    <a:cubicBezTo>
                      <a:pt x="39" y="73"/>
                      <a:pt x="38" y="75"/>
                      <a:pt x="38" y="75"/>
                    </a:cubicBezTo>
                    <a:cubicBezTo>
                      <a:pt x="38" y="75"/>
                      <a:pt x="38" y="75"/>
                      <a:pt x="38" y="75"/>
                    </a:cubicBezTo>
                    <a:cubicBezTo>
                      <a:pt x="39" y="77"/>
                      <a:pt x="39" y="77"/>
                      <a:pt x="39" y="77"/>
                    </a:cubicBezTo>
                    <a:cubicBezTo>
                      <a:pt x="40" y="77"/>
                      <a:pt x="40" y="77"/>
                      <a:pt x="40" y="77"/>
                    </a:cubicBezTo>
                    <a:cubicBezTo>
                      <a:pt x="40" y="77"/>
                      <a:pt x="40" y="77"/>
                      <a:pt x="40" y="77"/>
                    </a:cubicBezTo>
                    <a:cubicBezTo>
                      <a:pt x="41" y="76"/>
                      <a:pt x="41" y="76"/>
                      <a:pt x="41" y="76"/>
                    </a:cubicBezTo>
                    <a:cubicBezTo>
                      <a:pt x="40" y="76"/>
                      <a:pt x="40" y="76"/>
                      <a:pt x="40" y="76"/>
                    </a:cubicBezTo>
                    <a:cubicBezTo>
                      <a:pt x="40" y="75"/>
                      <a:pt x="40" y="75"/>
                      <a:pt x="40" y="75"/>
                    </a:cubicBezTo>
                    <a:cubicBezTo>
                      <a:pt x="39" y="74"/>
                      <a:pt x="39" y="74"/>
                      <a:pt x="39" y="74"/>
                    </a:cubicBezTo>
                    <a:cubicBezTo>
                      <a:pt x="41" y="74"/>
                      <a:pt x="41" y="74"/>
                      <a:pt x="41" y="74"/>
                    </a:cubicBezTo>
                    <a:cubicBezTo>
                      <a:pt x="41" y="73"/>
                      <a:pt x="41" y="73"/>
                      <a:pt x="41" y="73"/>
                    </a:cubicBezTo>
                    <a:cubicBezTo>
                      <a:pt x="41" y="72"/>
                      <a:pt x="41" y="72"/>
                      <a:pt x="41" y="72"/>
                    </a:cubicBezTo>
                    <a:cubicBezTo>
                      <a:pt x="42" y="72"/>
                      <a:pt x="42" y="72"/>
                      <a:pt x="42" y="72"/>
                    </a:cubicBezTo>
                    <a:cubicBezTo>
                      <a:pt x="42" y="71"/>
                      <a:pt x="42" y="71"/>
                      <a:pt x="42" y="71"/>
                    </a:cubicBezTo>
                    <a:cubicBezTo>
                      <a:pt x="42" y="71"/>
                      <a:pt x="42" y="71"/>
                      <a:pt x="42" y="71"/>
                    </a:cubicBezTo>
                    <a:cubicBezTo>
                      <a:pt x="43" y="71"/>
                      <a:pt x="43" y="71"/>
                      <a:pt x="43" y="71"/>
                    </a:cubicBezTo>
                    <a:cubicBezTo>
                      <a:pt x="42" y="70"/>
                      <a:pt x="42" y="70"/>
                      <a:pt x="42" y="70"/>
                    </a:cubicBezTo>
                    <a:cubicBezTo>
                      <a:pt x="42" y="69"/>
                      <a:pt x="42" y="69"/>
                      <a:pt x="42" y="69"/>
                    </a:cubicBezTo>
                    <a:cubicBezTo>
                      <a:pt x="43" y="70"/>
                      <a:pt x="43" y="70"/>
                      <a:pt x="43" y="70"/>
                    </a:cubicBezTo>
                    <a:cubicBezTo>
                      <a:pt x="43" y="68"/>
                      <a:pt x="43" y="68"/>
                      <a:pt x="43" y="68"/>
                    </a:cubicBezTo>
                    <a:cubicBezTo>
                      <a:pt x="43" y="68"/>
                      <a:pt x="43" y="68"/>
                      <a:pt x="43" y="68"/>
                    </a:cubicBezTo>
                    <a:cubicBezTo>
                      <a:pt x="44" y="68"/>
                      <a:pt x="44" y="68"/>
                      <a:pt x="44" y="68"/>
                    </a:cubicBezTo>
                    <a:cubicBezTo>
                      <a:pt x="43" y="66"/>
                      <a:pt x="43" y="66"/>
                      <a:pt x="43" y="66"/>
                    </a:cubicBezTo>
                    <a:cubicBezTo>
                      <a:pt x="43" y="66"/>
                      <a:pt x="43" y="66"/>
                      <a:pt x="43" y="66"/>
                    </a:cubicBezTo>
                    <a:cubicBezTo>
                      <a:pt x="43" y="65"/>
                      <a:pt x="43" y="65"/>
                      <a:pt x="43" y="65"/>
                    </a:cubicBezTo>
                    <a:cubicBezTo>
                      <a:pt x="43" y="65"/>
                      <a:pt x="47" y="62"/>
                      <a:pt x="47" y="59"/>
                    </a:cubicBezTo>
                    <a:cubicBezTo>
                      <a:pt x="47" y="55"/>
                      <a:pt x="39" y="48"/>
                      <a:pt x="39" y="41"/>
                    </a:cubicBezTo>
                    <a:cubicBezTo>
                      <a:pt x="39" y="41"/>
                      <a:pt x="39" y="41"/>
                      <a:pt x="39" y="41"/>
                    </a:cubicBezTo>
                    <a:cubicBezTo>
                      <a:pt x="39" y="40"/>
                      <a:pt x="39" y="39"/>
                      <a:pt x="40" y="38"/>
                    </a:cubicBezTo>
                    <a:cubicBezTo>
                      <a:pt x="38" y="38"/>
                      <a:pt x="38" y="38"/>
                      <a:pt x="38" y="38"/>
                    </a:cubicBezTo>
                    <a:cubicBezTo>
                      <a:pt x="38" y="40"/>
                      <a:pt x="38" y="42"/>
                      <a:pt x="38" y="42"/>
                    </a:cubicBezTo>
                    <a:cubicBezTo>
                      <a:pt x="38" y="43"/>
                      <a:pt x="38" y="43"/>
                      <a:pt x="38" y="43"/>
                    </a:cubicBezTo>
                    <a:cubicBezTo>
                      <a:pt x="38" y="43"/>
                      <a:pt x="38" y="43"/>
                      <a:pt x="38" y="43"/>
                    </a:cubicBezTo>
                    <a:cubicBezTo>
                      <a:pt x="38" y="43"/>
                      <a:pt x="38" y="43"/>
                      <a:pt x="38" y="43"/>
                    </a:cubicBezTo>
                    <a:cubicBezTo>
                      <a:pt x="38" y="43"/>
                      <a:pt x="38" y="43"/>
                      <a:pt x="38" y="43"/>
                    </a:cubicBezTo>
                    <a:cubicBezTo>
                      <a:pt x="38" y="43"/>
                      <a:pt x="38" y="43"/>
                      <a:pt x="38" y="43"/>
                    </a:cubicBezTo>
                    <a:cubicBezTo>
                      <a:pt x="37" y="43"/>
                      <a:pt x="37" y="43"/>
                      <a:pt x="37" y="43"/>
                    </a:cubicBezTo>
                    <a:cubicBezTo>
                      <a:pt x="38" y="44"/>
                      <a:pt x="38" y="44"/>
                      <a:pt x="38" y="44"/>
                    </a:cubicBezTo>
                    <a:cubicBezTo>
                      <a:pt x="39" y="51"/>
                      <a:pt x="45" y="53"/>
                      <a:pt x="45" y="58"/>
                    </a:cubicBezTo>
                    <a:cubicBezTo>
                      <a:pt x="45" y="59"/>
                      <a:pt x="45" y="59"/>
                      <a:pt x="45" y="59"/>
                    </a:cubicBezTo>
                    <a:cubicBezTo>
                      <a:pt x="45" y="59"/>
                      <a:pt x="44" y="62"/>
                      <a:pt x="42" y="62"/>
                    </a:cubicBezTo>
                    <a:cubicBezTo>
                      <a:pt x="42" y="62"/>
                      <a:pt x="42" y="62"/>
                      <a:pt x="42" y="62"/>
                    </a:cubicBezTo>
                    <a:cubicBezTo>
                      <a:pt x="42" y="62"/>
                      <a:pt x="42" y="62"/>
                      <a:pt x="42" y="62"/>
                    </a:cubicBezTo>
                    <a:cubicBezTo>
                      <a:pt x="41" y="61"/>
                      <a:pt x="41" y="61"/>
                      <a:pt x="41" y="61"/>
                    </a:cubicBezTo>
                    <a:cubicBezTo>
                      <a:pt x="40" y="60"/>
                      <a:pt x="40" y="60"/>
                      <a:pt x="40" y="60"/>
                    </a:cubicBezTo>
                    <a:cubicBezTo>
                      <a:pt x="39" y="58"/>
                      <a:pt x="39" y="57"/>
                      <a:pt x="37" y="56"/>
                    </a:cubicBezTo>
                    <a:cubicBezTo>
                      <a:pt x="36" y="54"/>
                      <a:pt x="33" y="52"/>
                      <a:pt x="33" y="50"/>
                    </a:cubicBezTo>
                    <a:cubicBezTo>
                      <a:pt x="32" y="49"/>
                      <a:pt x="31" y="48"/>
                      <a:pt x="31" y="47"/>
                    </a:cubicBezTo>
                    <a:cubicBezTo>
                      <a:pt x="31" y="46"/>
                      <a:pt x="31" y="46"/>
                      <a:pt x="31" y="46"/>
                    </a:cubicBezTo>
                    <a:cubicBezTo>
                      <a:pt x="30" y="46"/>
                      <a:pt x="30" y="45"/>
                      <a:pt x="29" y="45"/>
                    </a:cubicBezTo>
                    <a:cubicBezTo>
                      <a:pt x="30" y="47"/>
                      <a:pt x="30" y="49"/>
                      <a:pt x="30" y="49"/>
                    </a:cubicBezTo>
                    <a:cubicBezTo>
                      <a:pt x="30" y="49"/>
                      <a:pt x="30" y="49"/>
                      <a:pt x="30" y="49"/>
                    </a:cubicBezTo>
                    <a:cubicBezTo>
                      <a:pt x="29" y="49"/>
                      <a:pt x="29" y="49"/>
                      <a:pt x="29" y="49"/>
                    </a:cubicBezTo>
                    <a:cubicBezTo>
                      <a:pt x="27" y="49"/>
                      <a:pt x="25" y="46"/>
                      <a:pt x="24" y="46"/>
                    </a:cubicBezTo>
                    <a:cubicBezTo>
                      <a:pt x="24" y="46"/>
                      <a:pt x="24" y="46"/>
                      <a:pt x="24" y="46"/>
                    </a:cubicBezTo>
                    <a:cubicBezTo>
                      <a:pt x="21" y="49"/>
                      <a:pt x="21" y="49"/>
                      <a:pt x="21" y="49"/>
                    </a:cubicBezTo>
                    <a:cubicBezTo>
                      <a:pt x="21" y="51"/>
                      <a:pt x="21" y="51"/>
                      <a:pt x="21" y="51"/>
                    </a:cubicBezTo>
                    <a:cubicBezTo>
                      <a:pt x="21" y="51"/>
                      <a:pt x="21" y="51"/>
                      <a:pt x="21" y="51"/>
                    </a:cubicBezTo>
                    <a:cubicBezTo>
                      <a:pt x="20" y="51"/>
                      <a:pt x="20" y="51"/>
                      <a:pt x="20" y="51"/>
                    </a:cubicBezTo>
                    <a:lnTo>
                      <a:pt x="21" y="52"/>
                    </a:lnTo>
                    <a:close/>
                    <a:moveTo>
                      <a:pt x="9" y="62"/>
                    </a:moveTo>
                    <a:cubicBezTo>
                      <a:pt x="10" y="62"/>
                      <a:pt x="10" y="62"/>
                      <a:pt x="10" y="62"/>
                    </a:cubicBezTo>
                    <a:cubicBezTo>
                      <a:pt x="11" y="62"/>
                      <a:pt x="11" y="62"/>
                      <a:pt x="11" y="62"/>
                    </a:cubicBezTo>
                    <a:cubicBezTo>
                      <a:pt x="11" y="62"/>
                      <a:pt x="11" y="62"/>
                      <a:pt x="11" y="62"/>
                    </a:cubicBezTo>
                    <a:cubicBezTo>
                      <a:pt x="11" y="62"/>
                      <a:pt x="11" y="62"/>
                      <a:pt x="11" y="62"/>
                    </a:cubicBezTo>
                    <a:cubicBezTo>
                      <a:pt x="10" y="61"/>
                      <a:pt x="10" y="61"/>
                      <a:pt x="10" y="61"/>
                    </a:cubicBezTo>
                    <a:cubicBezTo>
                      <a:pt x="10" y="62"/>
                      <a:pt x="10" y="62"/>
                      <a:pt x="10" y="62"/>
                    </a:cubicBezTo>
                    <a:lnTo>
                      <a:pt x="9" y="62"/>
                    </a:lnTo>
                    <a:close/>
                    <a:moveTo>
                      <a:pt x="5" y="45"/>
                    </a:moveTo>
                    <a:cubicBezTo>
                      <a:pt x="4" y="46"/>
                      <a:pt x="4" y="46"/>
                      <a:pt x="4" y="46"/>
                    </a:cubicBezTo>
                    <a:cubicBezTo>
                      <a:pt x="5" y="46"/>
                      <a:pt x="5" y="46"/>
                      <a:pt x="5" y="46"/>
                    </a:cubicBezTo>
                    <a:cubicBezTo>
                      <a:pt x="5" y="46"/>
                      <a:pt x="5" y="46"/>
                      <a:pt x="5" y="46"/>
                    </a:cubicBezTo>
                    <a:cubicBezTo>
                      <a:pt x="5" y="46"/>
                      <a:pt x="5" y="46"/>
                      <a:pt x="5" y="46"/>
                    </a:cubicBezTo>
                    <a:cubicBezTo>
                      <a:pt x="5" y="45"/>
                      <a:pt x="5" y="45"/>
                      <a:pt x="5" y="45"/>
                    </a:cubicBezTo>
                    <a:close/>
                    <a:moveTo>
                      <a:pt x="8" y="48"/>
                    </a:moveTo>
                    <a:cubicBezTo>
                      <a:pt x="8" y="47"/>
                      <a:pt x="8" y="47"/>
                      <a:pt x="8" y="47"/>
                    </a:cubicBezTo>
                    <a:cubicBezTo>
                      <a:pt x="8" y="47"/>
                      <a:pt x="8" y="47"/>
                      <a:pt x="8" y="47"/>
                    </a:cubicBezTo>
                    <a:cubicBezTo>
                      <a:pt x="8" y="47"/>
                      <a:pt x="8" y="47"/>
                      <a:pt x="8" y="47"/>
                    </a:cubicBezTo>
                    <a:cubicBezTo>
                      <a:pt x="8" y="46"/>
                      <a:pt x="8" y="46"/>
                      <a:pt x="8" y="46"/>
                    </a:cubicBezTo>
                    <a:cubicBezTo>
                      <a:pt x="7" y="46"/>
                      <a:pt x="7" y="46"/>
                      <a:pt x="7" y="46"/>
                    </a:cubicBezTo>
                    <a:cubicBezTo>
                      <a:pt x="8" y="48"/>
                      <a:pt x="8" y="48"/>
                      <a:pt x="8" y="48"/>
                    </a:cubicBezTo>
                    <a:cubicBezTo>
                      <a:pt x="8" y="50"/>
                      <a:pt x="8" y="50"/>
                      <a:pt x="8" y="50"/>
                    </a:cubicBezTo>
                    <a:cubicBezTo>
                      <a:pt x="8" y="50"/>
                      <a:pt x="8" y="50"/>
                      <a:pt x="8" y="50"/>
                    </a:cubicBezTo>
                    <a:cubicBezTo>
                      <a:pt x="8" y="51"/>
                      <a:pt x="8" y="51"/>
                      <a:pt x="8" y="51"/>
                    </a:cubicBezTo>
                    <a:cubicBezTo>
                      <a:pt x="8" y="51"/>
                      <a:pt x="8" y="51"/>
                      <a:pt x="8" y="51"/>
                    </a:cubicBezTo>
                    <a:cubicBezTo>
                      <a:pt x="8" y="50"/>
                      <a:pt x="8" y="50"/>
                      <a:pt x="8" y="50"/>
                    </a:cubicBezTo>
                    <a:cubicBezTo>
                      <a:pt x="8" y="48"/>
                      <a:pt x="8" y="48"/>
                      <a:pt x="8" y="48"/>
                    </a:cubicBezTo>
                    <a:cubicBezTo>
                      <a:pt x="8" y="48"/>
                      <a:pt x="8" y="48"/>
                      <a:pt x="8" y="48"/>
                    </a:cubicBezTo>
                    <a:close/>
                    <a:moveTo>
                      <a:pt x="9" y="49"/>
                    </a:moveTo>
                    <a:cubicBezTo>
                      <a:pt x="9" y="49"/>
                      <a:pt x="9" y="49"/>
                      <a:pt x="9" y="49"/>
                    </a:cubicBezTo>
                    <a:cubicBezTo>
                      <a:pt x="9" y="49"/>
                      <a:pt x="9" y="49"/>
                      <a:pt x="9" y="49"/>
                    </a:cubicBezTo>
                    <a:cubicBezTo>
                      <a:pt x="9" y="48"/>
                      <a:pt x="9" y="48"/>
                      <a:pt x="9" y="48"/>
                    </a:cubicBezTo>
                    <a:cubicBezTo>
                      <a:pt x="9" y="48"/>
                      <a:pt x="9" y="48"/>
                      <a:pt x="9" y="48"/>
                    </a:cubicBezTo>
                    <a:cubicBezTo>
                      <a:pt x="9" y="48"/>
                      <a:pt x="9" y="48"/>
                      <a:pt x="9" y="48"/>
                    </a:cubicBezTo>
                    <a:cubicBezTo>
                      <a:pt x="8" y="50"/>
                      <a:pt x="8" y="50"/>
                      <a:pt x="8" y="50"/>
                    </a:cubicBezTo>
                    <a:cubicBezTo>
                      <a:pt x="8" y="50"/>
                      <a:pt x="8" y="50"/>
                      <a:pt x="8" y="50"/>
                    </a:cubicBezTo>
                    <a:cubicBezTo>
                      <a:pt x="9" y="50"/>
                      <a:pt x="9" y="50"/>
                      <a:pt x="9" y="50"/>
                    </a:cubicBezTo>
                    <a:lnTo>
                      <a:pt x="9" y="49"/>
                    </a:lnTo>
                    <a:close/>
                    <a:moveTo>
                      <a:pt x="13" y="51"/>
                    </a:moveTo>
                    <a:cubicBezTo>
                      <a:pt x="13" y="51"/>
                      <a:pt x="13" y="51"/>
                      <a:pt x="13" y="51"/>
                    </a:cubicBezTo>
                    <a:cubicBezTo>
                      <a:pt x="12" y="52"/>
                      <a:pt x="11" y="52"/>
                      <a:pt x="11" y="52"/>
                    </a:cubicBezTo>
                    <a:cubicBezTo>
                      <a:pt x="9" y="53"/>
                      <a:pt x="9" y="53"/>
                      <a:pt x="9" y="53"/>
                    </a:cubicBezTo>
                    <a:cubicBezTo>
                      <a:pt x="9" y="53"/>
                      <a:pt x="9" y="53"/>
                      <a:pt x="9" y="53"/>
                    </a:cubicBezTo>
                    <a:cubicBezTo>
                      <a:pt x="9" y="53"/>
                      <a:pt x="9" y="53"/>
                      <a:pt x="9" y="53"/>
                    </a:cubicBezTo>
                    <a:cubicBezTo>
                      <a:pt x="9" y="53"/>
                      <a:pt x="9" y="53"/>
                      <a:pt x="9" y="53"/>
                    </a:cubicBezTo>
                    <a:cubicBezTo>
                      <a:pt x="8" y="52"/>
                      <a:pt x="8" y="52"/>
                      <a:pt x="8" y="52"/>
                    </a:cubicBezTo>
                    <a:cubicBezTo>
                      <a:pt x="8" y="52"/>
                      <a:pt x="8" y="52"/>
                      <a:pt x="8" y="52"/>
                    </a:cubicBezTo>
                    <a:cubicBezTo>
                      <a:pt x="8" y="51"/>
                      <a:pt x="8" y="51"/>
                      <a:pt x="8" y="51"/>
                    </a:cubicBezTo>
                    <a:cubicBezTo>
                      <a:pt x="7" y="50"/>
                      <a:pt x="7" y="50"/>
                      <a:pt x="7" y="50"/>
                    </a:cubicBezTo>
                    <a:cubicBezTo>
                      <a:pt x="7" y="50"/>
                      <a:pt x="7" y="50"/>
                      <a:pt x="7" y="50"/>
                    </a:cubicBezTo>
                    <a:cubicBezTo>
                      <a:pt x="7" y="48"/>
                      <a:pt x="7" y="48"/>
                      <a:pt x="7" y="48"/>
                    </a:cubicBezTo>
                    <a:cubicBezTo>
                      <a:pt x="7" y="46"/>
                      <a:pt x="7" y="46"/>
                      <a:pt x="7" y="46"/>
                    </a:cubicBezTo>
                    <a:cubicBezTo>
                      <a:pt x="6" y="45"/>
                      <a:pt x="6" y="45"/>
                      <a:pt x="6" y="45"/>
                    </a:cubicBezTo>
                    <a:cubicBezTo>
                      <a:pt x="6" y="45"/>
                      <a:pt x="6" y="45"/>
                      <a:pt x="6" y="45"/>
                    </a:cubicBezTo>
                    <a:cubicBezTo>
                      <a:pt x="5" y="46"/>
                      <a:pt x="5" y="46"/>
                      <a:pt x="5" y="46"/>
                    </a:cubicBezTo>
                    <a:cubicBezTo>
                      <a:pt x="6" y="49"/>
                      <a:pt x="6" y="49"/>
                      <a:pt x="6" y="49"/>
                    </a:cubicBezTo>
                    <a:cubicBezTo>
                      <a:pt x="7" y="52"/>
                      <a:pt x="7" y="52"/>
                      <a:pt x="7" y="52"/>
                    </a:cubicBezTo>
                    <a:cubicBezTo>
                      <a:pt x="8" y="55"/>
                      <a:pt x="8" y="55"/>
                      <a:pt x="8" y="55"/>
                    </a:cubicBezTo>
                    <a:cubicBezTo>
                      <a:pt x="8" y="56"/>
                      <a:pt x="9" y="57"/>
                      <a:pt x="9" y="58"/>
                    </a:cubicBezTo>
                    <a:cubicBezTo>
                      <a:pt x="9" y="60"/>
                      <a:pt x="9" y="60"/>
                      <a:pt x="9" y="60"/>
                    </a:cubicBezTo>
                    <a:cubicBezTo>
                      <a:pt x="11" y="61"/>
                      <a:pt x="11" y="61"/>
                      <a:pt x="11" y="61"/>
                    </a:cubicBezTo>
                    <a:cubicBezTo>
                      <a:pt x="11" y="60"/>
                      <a:pt x="11" y="60"/>
                      <a:pt x="11" y="60"/>
                    </a:cubicBezTo>
                    <a:cubicBezTo>
                      <a:pt x="11" y="60"/>
                      <a:pt x="11" y="60"/>
                      <a:pt x="11" y="60"/>
                    </a:cubicBezTo>
                    <a:cubicBezTo>
                      <a:pt x="11" y="59"/>
                      <a:pt x="11" y="59"/>
                      <a:pt x="11" y="59"/>
                    </a:cubicBezTo>
                    <a:cubicBezTo>
                      <a:pt x="9" y="57"/>
                      <a:pt x="9" y="57"/>
                      <a:pt x="9" y="57"/>
                    </a:cubicBezTo>
                    <a:cubicBezTo>
                      <a:pt x="9" y="56"/>
                      <a:pt x="9" y="56"/>
                      <a:pt x="9" y="56"/>
                    </a:cubicBezTo>
                    <a:cubicBezTo>
                      <a:pt x="9" y="55"/>
                      <a:pt x="9" y="55"/>
                      <a:pt x="9" y="55"/>
                    </a:cubicBezTo>
                    <a:cubicBezTo>
                      <a:pt x="9" y="55"/>
                      <a:pt x="10" y="55"/>
                      <a:pt x="11" y="54"/>
                    </a:cubicBezTo>
                    <a:cubicBezTo>
                      <a:pt x="12" y="54"/>
                      <a:pt x="12" y="53"/>
                      <a:pt x="13" y="53"/>
                    </a:cubicBezTo>
                    <a:cubicBezTo>
                      <a:pt x="15" y="53"/>
                      <a:pt x="15" y="53"/>
                      <a:pt x="15" y="53"/>
                    </a:cubicBezTo>
                    <a:cubicBezTo>
                      <a:pt x="15" y="52"/>
                      <a:pt x="15" y="52"/>
                      <a:pt x="15" y="52"/>
                    </a:cubicBezTo>
                    <a:cubicBezTo>
                      <a:pt x="15" y="52"/>
                      <a:pt x="15" y="52"/>
                      <a:pt x="15" y="52"/>
                    </a:cubicBezTo>
                    <a:cubicBezTo>
                      <a:pt x="14" y="52"/>
                      <a:pt x="14" y="52"/>
                      <a:pt x="14" y="52"/>
                    </a:cubicBezTo>
                    <a:lnTo>
                      <a:pt x="13" y="51"/>
                    </a:lnTo>
                    <a:close/>
                    <a:moveTo>
                      <a:pt x="13" y="47"/>
                    </a:moveTo>
                    <a:cubicBezTo>
                      <a:pt x="14" y="49"/>
                      <a:pt x="14" y="49"/>
                      <a:pt x="14" y="49"/>
                    </a:cubicBezTo>
                    <a:cubicBezTo>
                      <a:pt x="15" y="49"/>
                      <a:pt x="15" y="49"/>
                      <a:pt x="15" y="49"/>
                    </a:cubicBezTo>
                    <a:cubicBezTo>
                      <a:pt x="14" y="49"/>
                      <a:pt x="14" y="49"/>
                      <a:pt x="14" y="49"/>
                    </a:cubicBezTo>
                    <a:cubicBezTo>
                      <a:pt x="14" y="51"/>
                      <a:pt x="14" y="51"/>
                      <a:pt x="14" y="51"/>
                    </a:cubicBezTo>
                    <a:cubicBezTo>
                      <a:pt x="14" y="52"/>
                      <a:pt x="14" y="52"/>
                      <a:pt x="14" y="52"/>
                    </a:cubicBezTo>
                    <a:cubicBezTo>
                      <a:pt x="15" y="52"/>
                      <a:pt x="15" y="52"/>
                      <a:pt x="15" y="52"/>
                    </a:cubicBezTo>
                    <a:cubicBezTo>
                      <a:pt x="15" y="52"/>
                      <a:pt x="15" y="52"/>
                      <a:pt x="15" y="52"/>
                    </a:cubicBezTo>
                    <a:cubicBezTo>
                      <a:pt x="15" y="52"/>
                      <a:pt x="15" y="52"/>
                      <a:pt x="15" y="52"/>
                    </a:cubicBezTo>
                    <a:cubicBezTo>
                      <a:pt x="15" y="52"/>
                      <a:pt x="15" y="52"/>
                      <a:pt x="15" y="52"/>
                    </a:cubicBezTo>
                    <a:cubicBezTo>
                      <a:pt x="15" y="53"/>
                      <a:pt x="15" y="54"/>
                      <a:pt x="16" y="55"/>
                    </a:cubicBezTo>
                    <a:cubicBezTo>
                      <a:pt x="16" y="54"/>
                      <a:pt x="18" y="51"/>
                      <a:pt x="20" y="50"/>
                    </a:cubicBezTo>
                    <a:cubicBezTo>
                      <a:pt x="20" y="50"/>
                      <a:pt x="20" y="50"/>
                      <a:pt x="20" y="50"/>
                    </a:cubicBezTo>
                    <a:cubicBezTo>
                      <a:pt x="20" y="50"/>
                      <a:pt x="20" y="50"/>
                      <a:pt x="20" y="50"/>
                    </a:cubicBezTo>
                    <a:cubicBezTo>
                      <a:pt x="20" y="48"/>
                      <a:pt x="20" y="48"/>
                      <a:pt x="20" y="48"/>
                    </a:cubicBezTo>
                    <a:cubicBezTo>
                      <a:pt x="21" y="47"/>
                      <a:pt x="21" y="47"/>
                      <a:pt x="21" y="47"/>
                    </a:cubicBezTo>
                    <a:cubicBezTo>
                      <a:pt x="21" y="45"/>
                      <a:pt x="21" y="45"/>
                      <a:pt x="21" y="45"/>
                    </a:cubicBezTo>
                    <a:cubicBezTo>
                      <a:pt x="22" y="45"/>
                      <a:pt x="22" y="45"/>
                      <a:pt x="22" y="45"/>
                    </a:cubicBezTo>
                    <a:cubicBezTo>
                      <a:pt x="21" y="47"/>
                      <a:pt x="21" y="47"/>
                      <a:pt x="21" y="47"/>
                    </a:cubicBezTo>
                    <a:cubicBezTo>
                      <a:pt x="21" y="48"/>
                      <a:pt x="21" y="48"/>
                      <a:pt x="21" y="48"/>
                    </a:cubicBezTo>
                    <a:cubicBezTo>
                      <a:pt x="23" y="46"/>
                      <a:pt x="23" y="46"/>
                      <a:pt x="23" y="46"/>
                    </a:cubicBezTo>
                    <a:cubicBezTo>
                      <a:pt x="24" y="45"/>
                      <a:pt x="24" y="45"/>
                      <a:pt x="24" y="45"/>
                    </a:cubicBezTo>
                    <a:cubicBezTo>
                      <a:pt x="24" y="45"/>
                      <a:pt x="24" y="45"/>
                      <a:pt x="24" y="45"/>
                    </a:cubicBezTo>
                    <a:cubicBezTo>
                      <a:pt x="24" y="45"/>
                      <a:pt x="24" y="45"/>
                      <a:pt x="24" y="45"/>
                    </a:cubicBezTo>
                    <a:cubicBezTo>
                      <a:pt x="24" y="45"/>
                      <a:pt x="26" y="47"/>
                      <a:pt x="29" y="48"/>
                    </a:cubicBezTo>
                    <a:cubicBezTo>
                      <a:pt x="26" y="44"/>
                      <a:pt x="26" y="44"/>
                      <a:pt x="26" y="44"/>
                    </a:cubicBezTo>
                    <a:cubicBezTo>
                      <a:pt x="23" y="43"/>
                      <a:pt x="22" y="41"/>
                      <a:pt x="22" y="41"/>
                    </a:cubicBezTo>
                    <a:cubicBezTo>
                      <a:pt x="22" y="41"/>
                      <a:pt x="22" y="41"/>
                      <a:pt x="22" y="41"/>
                    </a:cubicBezTo>
                    <a:cubicBezTo>
                      <a:pt x="21" y="41"/>
                      <a:pt x="21" y="41"/>
                      <a:pt x="21" y="41"/>
                    </a:cubicBezTo>
                    <a:cubicBezTo>
                      <a:pt x="21" y="41"/>
                      <a:pt x="21" y="41"/>
                      <a:pt x="21" y="41"/>
                    </a:cubicBezTo>
                    <a:cubicBezTo>
                      <a:pt x="23" y="41"/>
                      <a:pt x="23" y="41"/>
                      <a:pt x="23" y="41"/>
                    </a:cubicBezTo>
                    <a:cubicBezTo>
                      <a:pt x="23" y="41"/>
                      <a:pt x="23" y="41"/>
                      <a:pt x="23" y="41"/>
                    </a:cubicBezTo>
                    <a:cubicBezTo>
                      <a:pt x="23" y="40"/>
                      <a:pt x="23" y="40"/>
                      <a:pt x="23" y="40"/>
                    </a:cubicBezTo>
                    <a:cubicBezTo>
                      <a:pt x="24" y="40"/>
                      <a:pt x="24" y="40"/>
                      <a:pt x="24" y="40"/>
                    </a:cubicBezTo>
                    <a:cubicBezTo>
                      <a:pt x="24" y="40"/>
                      <a:pt x="24" y="40"/>
                      <a:pt x="24" y="40"/>
                    </a:cubicBezTo>
                    <a:cubicBezTo>
                      <a:pt x="24" y="40"/>
                      <a:pt x="24" y="40"/>
                      <a:pt x="24" y="40"/>
                    </a:cubicBezTo>
                    <a:cubicBezTo>
                      <a:pt x="25" y="40"/>
                      <a:pt x="25" y="40"/>
                      <a:pt x="25" y="40"/>
                    </a:cubicBezTo>
                    <a:cubicBezTo>
                      <a:pt x="26" y="41"/>
                      <a:pt x="26" y="41"/>
                      <a:pt x="26" y="41"/>
                    </a:cubicBezTo>
                    <a:cubicBezTo>
                      <a:pt x="27" y="41"/>
                      <a:pt x="28" y="41"/>
                      <a:pt x="28" y="41"/>
                    </a:cubicBezTo>
                    <a:cubicBezTo>
                      <a:pt x="28" y="41"/>
                      <a:pt x="28" y="41"/>
                      <a:pt x="28" y="41"/>
                    </a:cubicBezTo>
                    <a:cubicBezTo>
                      <a:pt x="29" y="41"/>
                      <a:pt x="29" y="41"/>
                      <a:pt x="29" y="41"/>
                    </a:cubicBezTo>
                    <a:cubicBezTo>
                      <a:pt x="29" y="41"/>
                      <a:pt x="29" y="41"/>
                      <a:pt x="29" y="41"/>
                    </a:cubicBezTo>
                    <a:cubicBezTo>
                      <a:pt x="30" y="40"/>
                      <a:pt x="30" y="40"/>
                      <a:pt x="30" y="40"/>
                    </a:cubicBezTo>
                    <a:cubicBezTo>
                      <a:pt x="30" y="38"/>
                      <a:pt x="30" y="38"/>
                      <a:pt x="30" y="38"/>
                    </a:cubicBezTo>
                    <a:cubicBezTo>
                      <a:pt x="31" y="38"/>
                      <a:pt x="31" y="38"/>
                      <a:pt x="31" y="38"/>
                    </a:cubicBezTo>
                    <a:cubicBezTo>
                      <a:pt x="31" y="38"/>
                      <a:pt x="31" y="38"/>
                      <a:pt x="31" y="38"/>
                    </a:cubicBezTo>
                    <a:cubicBezTo>
                      <a:pt x="31" y="38"/>
                      <a:pt x="31" y="38"/>
                      <a:pt x="31" y="38"/>
                    </a:cubicBezTo>
                    <a:cubicBezTo>
                      <a:pt x="33" y="38"/>
                      <a:pt x="33" y="38"/>
                      <a:pt x="33" y="38"/>
                    </a:cubicBezTo>
                    <a:cubicBezTo>
                      <a:pt x="34" y="38"/>
                      <a:pt x="34" y="38"/>
                      <a:pt x="34" y="38"/>
                    </a:cubicBezTo>
                    <a:cubicBezTo>
                      <a:pt x="34" y="38"/>
                      <a:pt x="34" y="38"/>
                      <a:pt x="34" y="38"/>
                    </a:cubicBezTo>
                    <a:cubicBezTo>
                      <a:pt x="34" y="35"/>
                      <a:pt x="34" y="35"/>
                      <a:pt x="34" y="35"/>
                    </a:cubicBezTo>
                    <a:cubicBezTo>
                      <a:pt x="34" y="35"/>
                      <a:pt x="34" y="35"/>
                      <a:pt x="34" y="35"/>
                    </a:cubicBezTo>
                    <a:cubicBezTo>
                      <a:pt x="34" y="34"/>
                      <a:pt x="34" y="34"/>
                      <a:pt x="34" y="34"/>
                    </a:cubicBezTo>
                    <a:cubicBezTo>
                      <a:pt x="34" y="34"/>
                      <a:pt x="34" y="34"/>
                      <a:pt x="34" y="34"/>
                    </a:cubicBezTo>
                    <a:cubicBezTo>
                      <a:pt x="34" y="34"/>
                      <a:pt x="34" y="34"/>
                      <a:pt x="34" y="34"/>
                    </a:cubicBezTo>
                    <a:cubicBezTo>
                      <a:pt x="36" y="34"/>
                      <a:pt x="36" y="34"/>
                      <a:pt x="36" y="34"/>
                    </a:cubicBezTo>
                    <a:cubicBezTo>
                      <a:pt x="36" y="34"/>
                      <a:pt x="36" y="34"/>
                      <a:pt x="36" y="34"/>
                    </a:cubicBezTo>
                    <a:cubicBezTo>
                      <a:pt x="36" y="34"/>
                      <a:pt x="36" y="34"/>
                      <a:pt x="36" y="34"/>
                    </a:cubicBezTo>
                    <a:cubicBezTo>
                      <a:pt x="36" y="32"/>
                      <a:pt x="36" y="32"/>
                      <a:pt x="36" y="32"/>
                    </a:cubicBezTo>
                    <a:cubicBezTo>
                      <a:pt x="36" y="32"/>
                      <a:pt x="36" y="32"/>
                      <a:pt x="36" y="32"/>
                    </a:cubicBezTo>
                    <a:cubicBezTo>
                      <a:pt x="36" y="32"/>
                      <a:pt x="36" y="32"/>
                      <a:pt x="36" y="32"/>
                    </a:cubicBezTo>
                    <a:cubicBezTo>
                      <a:pt x="35" y="32"/>
                      <a:pt x="35" y="32"/>
                      <a:pt x="35" y="32"/>
                    </a:cubicBezTo>
                    <a:cubicBezTo>
                      <a:pt x="36" y="31"/>
                      <a:pt x="36" y="31"/>
                      <a:pt x="36" y="31"/>
                    </a:cubicBezTo>
                    <a:cubicBezTo>
                      <a:pt x="36" y="31"/>
                      <a:pt x="36" y="31"/>
                      <a:pt x="36" y="31"/>
                    </a:cubicBezTo>
                    <a:cubicBezTo>
                      <a:pt x="36" y="31"/>
                      <a:pt x="36" y="31"/>
                      <a:pt x="36" y="31"/>
                    </a:cubicBezTo>
                    <a:cubicBezTo>
                      <a:pt x="38" y="30"/>
                      <a:pt x="38" y="30"/>
                      <a:pt x="38" y="30"/>
                    </a:cubicBezTo>
                    <a:cubicBezTo>
                      <a:pt x="38" y="28"/>
                      <a:pt x="38" y="28"/>
                      <a:pt x="38" y="28"/>
                    </a:cubicBezTo>
                    <a:cubicBezTo>
                      <a:pt x="38" y="28"/>
                      <a:pt x="38" y="28"/>
                      <a:pt x="38" y="28"/>
                    </a:cubicBezTo>
                    <a:cubicBezTo>
                      <a:pt x="37" y="28"/>
                      <a:pt x="37" y="28"/>
                      <a:pt x="37" y="28"/>
                    </a:cubicBezTo>
                    <a:cubicBezTo>
                      <a:pt x="36" y="28"/>
                      <a:pt x="36" y="28"/>
                      <a:pt x="36" y="28"/>
                    </a:cubicBezTo>
                    <a:cubicBezTo>
                      <a:pt x="37" y="26"/>
                      <a:pt x="37" y="26"/>
                      <a:pt x="37" y="26"/>
                    </a:cubicBezTo>
                    <a:cubicBezTo>
                      <a:pt x="37" y="26"/>
                      <a:pt x="37" y="26"/>
                      <a:pt x="37" y="26"/>
                    </a:cubicBezTo>
                    <a:cubicBezTo>
                      <a:pt x="38" y="27"/>
                      <a:pt x="38" y="27"/>
                      <a:pt x="38" y="27"/>
                    </a:cubicBezTo>
                    <a:cubicBezTo>
                      <a:pt x="39" y="25"/>
                      <a:pt x="39" y="25"/>
                      <a:pt x="39" y="25"/>
                    </a:cubicBezTo>
                    <a:cubicBezTo>
                      <a:pt x="38" y="24"/>
                      <a:pt x="38" y="24"/>
                      <a:pt x="38" y="24"/>
                    </a:cubicBezTo>
                    <a:cubicBezTo>
                      <a:pt x="37" y="24"/>
                      <a:pt x="37" y="24"/>
                      <a:pt x="37" y="24"/>
                    </a:cubicBezTo>
                    <a:cubicBezTo>
                      <a:pt x="37" y="25"/>
                      <a:pt x="37" y="25"/>
                      <a:pt x="37" y="25"/>
                    </a:cubicBezTo>
                    <a:cubicBezTo>
                      <a:pt x="37" y="23"/>
                      <a:pt x="37" y="23"/>
                      <a:pt x="37" y="23"/>
                    </a:cubicBezTo>
                    <a:cubicBezTo>
                      <a:pt x="37" y="23"/>
                      <a:pt x="37" y="23"/>
                      <a:pt x="37" y="23"/>
                    </a:cubicBezTo>
                    <a:cubicBezTo>
                      <a:pt x="37" y="23"/>
                      <a:pt x="37" y="23"/>
                      <a:pt x="37" y="23"/>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6" y="20"/>
                      <a:pt x="36" y="20"/>
                      <a:pt x="36" y="20"/>
                    </a:cubicBezTo>
                    <a:cubicBezTo>
                      <a:pt x="36" y="20"/>
                      <a:pt x="36" y="20"/>
                      <a:pt x="36" y="20"/>
                    </a:cubicBezTo>
                    <a:cubicBezTo>
                      <a:pt x="36" y="20"/>
                      <a:pt x="37" y="19"/>
                      <a:pt x="37" y="18"/>
                    </a:cubicBezTo>
                    <a:cubicBezTo>
                      <a:pt x="36" y="16"/>
                      <a:pt x="36" y="16"/>
                      <a:pt x="36" y="16"/>
                    </a:cubicBezTo>
                    <a:cubicBezTo>
                      <a:pt x="36" y="16"/>
                      <a:pt x="36" y="16"/>
                      <a:pt x="36" y="16"/>
                    </a:cubicBezTo>
                    <a:cubicBezTo>
                      <a:pt x="36" y="17"/>
                      <a:pt x="36" y="18"/>
                      <a:pt x="35" y="19"/>
                    </a:cubicBezTo>
                    <a:cubicBezTo>
                      <a:pt x="35" y="20"/>
                      <a:pt x="34" y="21"/>
                      <a:pt x="32" y="22"/>
                    </a:cubicBezTo>
                    <a:cubicBezTo>
                      <a:pt x="31" y="23"/>
                      <a:pt x="30" y="24"/>
                      <a:pt x="30" y="25"/>
                    </a:cubicBezTo>
                    <a:cubicBezTo>
                      <a:pt x="30" y="25"/>
                      <a:pt x="30" y="25"/>
                      <a:pt x="30" y="25"/>
                    </a:cubicBezTo>
                    <a:cubicBezTo>
                      <a:pt x="30" y="26"/>
                      <a:pt x="30" y="26"/>
                      <a:pt x="30" y="26"/>
                    </a:cubicBezTo>
                    <a:cubicBezTo>
                      <a:pt x="30" y="26"/>
                      <a:pt x="31" y="28"/>
                      <a:pt x="32" y="28"/>
                    </a:cubicBezTo>
                    <a:cubicBezTo>
                      <a:pt x="32" y="28"/>
                      <a:pt x="32" y="28"/>
                      <a:pt x="32" y="28"/>
                    </a:cubicBezTo>
                    <a:cubicBezTo>
                      <a:pt x="32" y="28"/>
                      <a:pt x="32" y="28"/>
                      <a:pt x="32" y="28"/>
                    </a:cubicBezTo>
                    <a:cubicBezTo>
                      <a:pt x="32" y="28"/>
                      <a:pt x="32" y="28"/>
                      <a:pt x="32" y="28"/>
                    </a:cubicBezTo>
                    <a:cubicBezTo>
                      <a:pt x="32" y="29"/>
                      <a:pt x="32" y="29"/>
                      <a:pt x="32" y="29"/>
                    </a:cubicBezTo>
                    <a:cubicBezTo>
                      <a:pt x="32" y="31"/>
                      <a:pt x="32" y="33"/>
                      <a:pt x="29" y="33"/>
                    </a:cubicBezTo>
                    <a:cubicBezTo>
                      <a:pt x="29" y="33"/>
                      <a:pt x="29" y="33"/>
                      <a:pt x="29" y="33"/>
                    </a:cubicBezTo>
                    <a:cubicBezTo>
                      <a:pt x="29" y="33"/>
                      <a:pt x="26" y="35"/>
                      <a:pt x="25" y="35"/>
                    </a:cubicBezTo>
                    <a:cubicBezTo>
                      <a:pt x="25" y="35"/>
                      <a:pt x="25" y="35"/>
                      <a:pt x="25" y="35"/>
                    </a:cubicBezTo>
                    <a:cubicBezTo>
                      <a:pt x="24" y="35"/>
                      <a:pt x="24" y="35"/>
                      <a:pt x="24" y="35"/>
                    </a:cubicBezTo>
                    <a:cubicBezTo>
                      <a:pt x="23" y="34"/>
                      <a:pt x="23" y="34"/>
                      <a:pt x="23" y="34"/>
                    </a:cubicBezTo>
                    <a:cubicBezTo>
                      <a:pt x="22" y="36"/>
                      <a:pt x="22" y="36"/>
                      <a:pt x="22" y="36"/>
                    </a:cubicBezTo>
                    <a:cubicBezTo>
                      <a:pt x="21" y="36"/>
                      <a:pt x="21" y="36"/>
                      <a:pt x="21" y="36"/>
                    </a:cubicBezTo>
                    <a:cubicBezTo>
                      <a:pt x="21" y="34"/>
                      <a:pt x="21" y="34"/>
                      <a:pt x="21" y="34"/>
                    </a:cubicBezTo>
                    <a:cubicBezTo>
                      <a:pt x="20" y="34"/>
                      <a:pt x="20" y="34"/>
                      <a:pt x="20" y="34"/>
                    </a:cubicBezTo>
                    <a:cubicBezTo>
                      <a:pt x="20" y="33"/>
                      <a:pt x="20" y="33"/>
                      <a:pt x="20" y="33"/>
                    </a:cubicBezTo>
                    <a:cubicBezTo>
                      <a:pt x="19" y="35"/>
                      <a:pt x="19" y="35"/>
                      <a:pt x="19" y="35"/>
                    </a:cubicBezTo>
                    <a:cubicBezTo>
                      <a:pt x="18" y="36"/>
                      <a:pt x="18" y="36"/>
                      <a:pt x="18" y="36"/>
                    </a:cubicBezTo>
                    <a:cubicBezTo>
                      <a:pt x="18" y="38"/>
                      <a:pt x="18" y="38"/>
                      <a:pt x="18" y="38"/>
                    </a:cubicBezTo>
                    <a:cubicBezTo>
                      <a:pt x="17" y="39"/>
                      <a:pt x="17" y="39"/>
                      <a:pt x="17" y="39"/>
                    </a:cubicBezTo>
                    <a:cubicBezTo>
                      <a:pt x="17" y="41"/>
                      <a:pt x="18" y="43"/>
                      <a:pt x="18" y="44"/>
                    </a:cubicBezTo>
                    <a:cubicBezTo>
                      <a:pt x="18" y="45"/>
                      <a:pt x="18" y="45"/>
                      <a:pt x="18" y="45"/>
                    </a:cubicBezTo>
                    <a:cubicBezTo>
                      <a:pt x="18" y="46"/>
                      <a:pt x="17" y="48"/>
                      <a:pt x="17" y="48"/>
                    </a:cubicBezTo>
                    <a:cubicBezTo>
                      <a:pt x="17" y="49"/>
                      <a:pt x="17" y="49"/>
                      <a:pt x="17" y="49"/>
                    </a:cubicBezTo>
                    <a:cubicBezTo>
                      <a:pt x="16" y="48"/>
                      <a:pt x="16" y="48"/>
                      <a:pt x="16" y="48"/>
                    </a:cubicBezTo>
                    <a:cubicBezTo>
                      <a:pt x="16" y="48"/>
                      <a:pt x="16" y="48"/>
                      <a:pt x="16" y="48"/>
                    </a:cubicBezTo>
                    <a:cubicBezTo>
                      <a:pt x="16" y="48"/>
                      <a:pt x="15" y="48"/>
                      <a:pt x="13" y="47"/>
                    </a:cubicBezTo>
                    <a:moveTo>
                      <a:pt x="37" y="27"/>
                    </a:moveTo>
                    <a:cubicBezTo>
                      <a:pt x="37" y="27"/>
                      <a:pt x="37" y="27"/>
                      <a:pt x="37" y="27"/>
                    </a:cubicBezTo>
                    <a:cubicBezTo>
                      <a:pt x="37" y="27"/>
                      <a:pt x="37" y="27"/>
                      <a:pt x="37" y="27"/>
                    </a:cubicBezTo>
                    <a:close/>
                    <a:moveTo>
                      <a:pt x="13" y="42"/>
                    </a:moveTo>
                    <a:cubicBezTo>
                      <a:pt x="14" y="45"/>
                      <a:pt x="16" y="47"/>
                      <a:pt x="17" y="48"/>
                    </a:cubicBezTo>
                    <a:cubicBezTo>
                      <a:pt x="17" y="47"/>
                      <a:pt x="18" y="46"/>
                      <a:pt x="18" y="45"/>
                    </a:cubicBezTo>
                    <a:cubicBezTo>
                      <a:pt x="18" y="44"/>
                      <a:pt x="18" y="44"/>
                      <a:pt x="18" y="44"/>
                    </a:cubicBezTo>
                    <a:cubicBezTo>
                      <a:pt x="18" y="43"/>
                      <a:pt x="17" y="41"/>
                      <a:pt x="17" y="39"/>
                    </a:cubicBezTo>
                    <a:cubicBezTo>
                      <a:pt x="17" y="38"/>
                      <a:pt x="17" y="38"/>
                      <a:pt x="17" y="38"/>
                    </a:cubicBezTo>
                    <a:cubicBezTo>
                      <a:pt x="17" y="37"/>
                      <a:pt x="17" y="37"/>
                      <a:pt x="17" y="37"/>
                    </a:cubicBezTo>
                    <a:cubicBezTo>
                      <a:pt x="17" y="36"/>
                      <a:pt x="17" y="36"/>
                      <a:pt x="17" y="36"/>
                    </a:cubicBezTo>
                    <a:cubicBezTo>
                      <a:pt x="17" y="35"/>
                      <a:pt x="17" y="35"/>
                      <a:pt x="17" y="35"/>
                    </a:cubicBezTo>
                    <a:cubicBezTo>
                      <a:pt x="16" y="34"/>
                      <a:pt x="16" y="34"/>
                      <a:pt x="16" y="34"/>
                    </a:cubicBezTo>
                    <a:cubicBezTo>
                      <a:pt x="14" y="36"/>
                      <a:pt x="14" y="36"/>
                      <a:pt x="14" y="36"/>
                    </a:cubicBezTo>
                    <a:cubicBezTo>
                      <a:pt x="12" y="37"/>
                      <a:pt x="12" y="37"/>
                      <a:pt x="12" y="37"/>
                    </a:cubicBezTo>
                    <a:cubicBezTo>
                      <a:pt x="12" y="39"/>
                      <a:pt x="12" y="39"/>
                      <a:pt x="12" y="39"/>
                    </a:cubicBezTo>
                    <a:cubicBezTo>
                      <a:pt x="12" y="40"/>
                      <a:pt x="12" y="41"/>
                      <a:pt x="13" y="42"/>
                    </a:cubicBezTo>
                    <a:moveTo>
                      <a:pt x="4" y="32"/>
                    </a:moveTo>
                    <a:cubicBezTo>
                      <a:pt x="5" y="32"/>
                      <a:pt x="5" y="32"/>
                      <a:pt x="5" y="32"/>
                    </a:cubicBezTo>
                    <a:cubicBezTo>
                      <a:pt x="7" y="32"/>
                      <a:pt x="7" y="32"/>
                      <a:pt x="7" y="32"/>
                    </a:cubicBezTo>
                    <a:cubicBezTo>
                      <a:pt x="8" y="33"/>
                      <a:pt x="8" y="35"/>
                      <a:pt x="8" y="36"/>
                    </a:cubicBezTo>
                    <a:cubicBezTo>
                      <a:pt x="8" y="37"/>
                      <a:pt x="8" y="37"/>
                      <a:pt x="8" y="37"/>
                    </a:cubicBezTo>
                    <a:cubicBezTo>
                      <a:pt x="9" y="38"/>
                      <a:pt x="9" y="38"/>
                      <a:pt x="9" y="38"/>
                    </a:cubicBezTo>
                    <a:cubicBezTo>
                      <a:pt x="11" y="39"/>
                      <a:pt x="11" y="39"/>
                      <a:pt x="11" y="39"/>
                    </a:cubicBezTo>
                    <a:cubicBezTo>
                      <a:pt x="11" y="39"/>
                      <a:pt x="11" y="39"/>
                      <a:pt x="11" y="39"/>
                    </a:cubicBezTo>
                    <a:cubicBezTo>
                      <a:pt x="12" y="37"/>
                      <a:pt x="12" y="37"/>
                      <a:pt x="12" y="37"/>
                    </a:cubicBezTo>
                    <a:cubicBezTo>
                      <a:pt x="11" y="37"/>
                      <a:pt x="11" y="37"/>
                      <a:pt x="11" y="37"/>
                    </a:cubicBezTo>
                    <a:cubicBezTo>
                      <a:pt x="11" y="37"/>
                      <a:pt x="11" y="37"/>
                      <a:pt x="11" y="37"/>
                    </a:cubicBezTo>
                    <a:cubicBezTo>
                      <a:pt x="10" y="37"/>
                      <a:pt x="10" y="37"/>
                      <a:pt x="10" y="37"/>
                    </a:cubicBezTo>
                    <a:cubicBezTo>
                      <a:pt x="10" y="37"/>
                      <a:pt x="10" y="37"/>
                      <a:pt x="10" y="37"/>
                    </a:cubicBezTo>
                    <a:cubicBezTo>
                      <a:pt x="10" y="36"/>
                      <a:pt x="10" y="36"/>
                      <a:pt x="10" y="36"/>
                    </a:cubicBezTo>
                    <a:cubicBezTo>
                      <a:pt x="12" y="34"/>
                      <a:pt x="12" y="34"/>
                      <a:pt x="12" y="34"/>
                    </a:cubicBezTo>
                    <a:cubicBezTo>
                      <a:pt x="12" y="34"/>
                      <a:pt x="12" y="34"/>
                      <a:pt x="12" y="34"/>
                    </a:cubicBezTo>
                    <a:cubicBezTo>
                      <a:pt x="11" y="31"/>
                      <a:pt x="11" y="31"/>
                      <a:pt x="11" y="31"/>
                    </a:cubicBezTo>
                    <a:cubicBezTo>
                      <a:pt x="11" y="31"/>
                      <a:pt x="10" y="30"/>
                      <a:pt x="10" y="29"/>
                    </a:cubicBezTo>
                    <a:cubicBezTo>
                      <a:pt x="10" y="28"/>
                      <a:pt x="10" y="27"/>
                      <a:pt x="10" y="26"/>
                    </a:cubicBezTo>
                    <a:cubicBezTo>
                      <a:pt x="9" y="27"/>
                      <a:pt x="8" y="28"/>
                      <a:pt x="8" y="29"/>
                    </a:cubicBezTo>
                    <a:cubicBezTo>
                      <a:pt x="8" y="29"/>
                      <a:pt x="8" y="29"/>
                      <a:pt x="8" y="29"/>
                    </a:cubicBezTo>
                    <a:cubicBezTo>
                      <a:pt x="8" y="30"/>
                      <a:pt x="8" y="30"/>
                      <a:pt x="8" y="30"/>
                    </a:cubicBezTo>
                    <a:cubicBezTo>
                      <a:pt x="8" y="29"/>
                      <a:pt x="8" y="29"/>
                      <a:pt x="8" y="29"/>
                    </a:cubicBezTo>
                    <a:cubicBezTo>
                      <a:pt x="7" y="28"/>
                      <a:pt x="7" y="28"/>
                      <a:pt x="7" y="28"/>
                    </a:cubicBezTo>
                    <a:cubicBezTo>
                      <a:pt x="7" y="30"/>
                      <a:pt x="7" y="30"/>
                      <a:pt x="7" y="30"/>
                    </a:cubicBezTo>
                    <a:cubicBezTo>
                      <a:pt x="7" y="30"/>
                      <a:pt x="7" y="30"/>
                      <a:pt x="7" y="30"/>
                    </a:cubicBezTo>
                    <a:cubicBezTo>
                      <a:pt x="7" y="31"/>
                      <a:pt x="7" y="31"/>
                      <a:pt x="7" y="31"/>
                    </a:cubicBezTo>
                    <a:cubicBezTo>
                      <a:pt x="6" y="31"/>
                      <a:pt x="6" y="31"/>
                      <a:pt x="6" y="31"/>
                    </a:cubicBezTo>
                    <a:cubicBezTo>
                      <a:pt x="5" y="30"/>
                      <a:pt x="5" y="30"/>
                      <a:pt x="5" y="30"/>
                    </a:cubicBezTo>
                    <a:cubicBezTo>
                      <a:pt x="5" y="30"/>
                      <a:pt x="5" y="31"/>
                      <a:pt x="4" y="32"/>
                    </a:cubicBezTo>
                    <a:moveTo>
                      <a:pt x="1" y="29"/>
                    </a:moveTo>
                    <a:cubicBezTo>
                      <a:pt x="1" y="29"/>
                      <a:pt x="1" y="29"/>
                      <a:pt x="1" y="29"/>
                    </a:cubicBezTo>
                    <a:cubicBezTo>
                      <a:pt x="1" y="29"/>
                      <a:pt x="1" y="29"/>
                      <a:pt x="1" y="29"/>
                    </a:cubicBezTo>
                    <a:cubicBezTo>
                      <a:pt x="2" y="28"/>
                      <a:pt x="2" y="28"/>
                      <a:pt x="2" y="28"/>
                    </a:cubicBezTo>
                    <a:cubicBezTo>
                      <a:pt x="1" y="28"/>
                      <a:pt x="1" y="28"/>
                      <a:pt x="1" y="28"/>
                    </a:cubicBezTo>
                    <a:cubicBezTo>
                      <a:pt x="1" y="28"/>
                      <a:pt x="1" y="28"/>
                      <a:pt x="1" y="28"/>
                    </a:cubicBezTo>
                    <a:lnTo>
                      <a:pt x="1" y="29"/>
                    </a:lnTo>
                    <a:close/>
                    <a:moveTo>
                      <a:pt x="1" y="15"/>
                    </a:moveTo>
                    <a:cubicBezTo>
                      <a:pt x="3" y="18"/>
                      <a:pt x="3" y="18"/>
                      <a:pt x="3" y="18"/>
                    </a:cubicBezTo>
                    <a:cubicBezTo>
                      <a:pt x="3" y="18"/>
                      <a:pt x="3" y="19"/>
                      <a:pt x="3" y="20"/>
                    </a:cubicBezTo>
                    <a:cubicBezTo>
                      <a:pt x="3" y="21"/>
                      <a:pt x="3" y="21"/>
                      <a:pt x="3" y="21"/>
                    </a:cubicBezTo>
                    <a:cubicBezTo>
                      <a:pt x="2" y="25"/>
                      <a:pt x="2" y="25"/>
                      <a:pt x="2" y="25"/>
                    </a:cubicBezTo>
                    <a:cubicBezTo>
                      <a:pt x="1" y="27"/>
                      <a:pt x="1" y="27"/>
                      <a:pt x="1" y="27"/>
                    </a:cubicBezTo>
                    <a:cubicBezTo>
                      <a:pt x="1" y="27"/>
                      <a:pt x="1" y="27"/>
                      <a:pt x="1" y="27"/>
                    </a:cubicBezTo>
                    <a:cubicBezTo>
                      <a:pt x="2" y="28"/>
                      <a:pt x="2" y="28"/>
                      <a:pt x="2" y="28"/>
                    </a:cubicBezTo>
                    <a:cubicBezTo>
                      <a:pt x="2" y="28"/>
                      <a:pt x="2" y="28"/>
                      <a:pt x="2" y="28"/>
                    </a:cubicBezTo>
                    <a:cubicBezTo>
                      <a:pt x="2" y="27"/>
                      <a:pt x="2" y="27"/>
                      <a:pt x="2" y="27"/>
                    </a:cubicBezTo>
                    <a:cubicBezTo>
                      <a:pt x="3" y="26"/>
                      <a:pt x="3" y="26"/>
                      <a:pt x="3" y="26"/>
                    </a:cubicBezTo>
                    <a:cubicBezTo>
                      <a:pt x="3" y="24"/>
                      <a:pt x="3" y="24"/>
                      <a:pt x="3" y="24"/>
                    </a:cubicBezTo>
                    <a:cubicBezTo>
                      <a:pt x="3" y="23"/>
                      <a:pt x="3" y="23"/>
                      <a:pt x="3" y="23"/>
                    </a:cubicBezTo>
                    <a:cubicBezTo>
                      <a:pt x="3" y="23"/>
                      <a:pt x="3" y="23"/>
                      <a:pt x="3" y="23"/>
                    </a:cubicBezTo>
                    <a:cubicBezTo>
                      <a:pt x="3" y="23"/>
                      <a:pt x="3" y="23"/>
                      <a:pt x="3" y="23"/>
                    </a:cubicBezTo>
                    <a:cubicBezTo>
                      <a:pt x="3" y="22"/>
                      <a:pt x="3" y="22"/>
                      <a:pt x="3" y="22"/>
                    </a:cubicBezTo>
                    <a:cubicBezTo>
                      <a:pt x="4" y="23"/>
                      <a:pt x="4" y="23"/>
                      <a:pt x="4" y="23"/>
                    </a:cubicBezTo>
                    <a:cubicBezTo>
                      <a:pt x="4" y="23"/>
                      <a:pt x="4" y="23"/>
                      <a:pt x="4" y="23"/>
                    </a:cubicBezTo>
                    <a:cubicBezTo>
                      <a:pt x="4" y="23"/>
                      <a:pt x="4" y="23"/>
                      <a:pt x="4" y="23"/>
                    </a:cubicBezTo>
                    <a:cubicBezTo>
                      <a:pt x="4" y="23"/>
                      <a:pt x="4" y="23"/>
                      <a:pt x="4" y="23"/>
                    </a:cubicBezTo>
                    <a:cubicBezTo>
                      <a:pt x="4" y="23"/>
                      <a:pt x="5" y="25"/>
                      <a:pt x="5" y="26"/>
                    </a:cubicBezTo>
                    <a:cubicBezTo>
                      <a:pt x="6" y="28"/>
                      <a:pt x="6" y="28"/>
                      <a:pt x="6" y="28"/>
                    </a:cubicBezTo>
                    <a:cubicBezTo>
                      <a:pt x="6" y="30"/>
                      <a:pt x="6" y="30"/>
                      <a:pt x="6" y="30"/>
                    </a:cubicBezTo>
                    <a:cubicBezTo>
                      <a:pt x="6" y="28"/>
                      <a:pt x="6" y="28"/>
                      <a:pt x="6" y="28"/>
                    </a:cubicBezTo>
                    <a:cubicBezTo>
                      <a:pt x="7" y="27"/>
                      <a:pt x="7" y="27"/>
                      <a:pt x="7" y="27"/>
                    </a:cubicBezTo>
                    <a:cubicBezTo>
                      <a:pt x="7" y="27"/>
                      <a:pt x="7" y="27"/>
                      <a:pt x="7" y="27"/>
                    </a:cubicBezTo>
                    <a:cubicBezTo>
                      <a:pt x="6" y="26"/>
                      <a:pt x="6" y="26"/>
                      <a:pt x="6" y="26"/>
                    </a:cubicBezTo>
                    <a:cubicBezTo>
                      <a:pt x="6" y="24"/>
                      <a:pt x="5" y="22"/>
                      <a:pt x="5" y="21"/>
                    </a:cubicBezTo>
                    <a:cubicBezTo>
                      <a:pt x="5" y="20"/>
                      <a:pt x="5" y="20"/>
                      <a:pt x="5" y="20"/>
                    </a:cubicBezTo>
                    <a:cubicBezTo>
                      <a:pt x="5" y="18"/>
                      <a:pt x="5" y="18"/>
                      <a:pt x="5" y="18"/>
                    </a:cubicBezTo>
                    <a:cubicBezTo>
                      <a:pt x="5" y="19"/>
                      <a:pt x="5" y="19"/>
                      <a:pt x="5" y="19"/>
                    </a:cubicBezTo>
                    <a:cubicBezTo>
                      <a:pt x="5" y="18"/>
                      <a:pt x="5" y="18"/>
                      <a:pt x="5" y="18"/>
                    </a:cubicBezTo>
                    <a:cubicBezTo>
                      <a:pt x="5" y="16"/>
                      <a:pt x="5" y="16"/>
                      <a:pt x="5" y="16"/>
                    </a:cubicBezTo>
                    <a:cubicBezTo>
                      <a:pt x="5" y="15"/>
                      <a:pt x="6" y="14"/>
                      <a:pt x="6" y="14"/>
                    </a:cubicBezTo>
                    <a:cubicBezTo>
                      <a:pt x="6" y="14"/>
                      <a:pt x="6" y="14"/>
                      <a:pt x="6" y="14"/>
                    </a:cubicBezTo>
                    <a:cubicBezTo>
                      <a:pt x="6" y="13"/>
                      <a:pt x="6" y="13"/>
                      <a:pt x="6" y="13"/>
                    </a:cubicBezTo>
                    <a:cubicBezTo>
                      <a:pt x="5" y="12"/>
                      <a:pt x="5" y="12"/>
                      <a:pt x="5" y="12"/>
                    </a:cubicBezTo>
                    <a:cubicBezTo>
                      <a:pt x="5" y="12"/>
                      <a:pt x="5" y="12"/>
                      <a:pt x="5" y="12"/>
                    </a:cubicBezTo>
                    <a:cubicBezTo>
                      <a:pt x="4" y="12"/>
                      <a:pt x="4" y="12"/>
                      <a:pt x="4" y="12"/>
                    </a:cubicBezTo>
                    <a:cubicBezTo>
                      <a:pt x="4" y="14"/>
                      <a:pt x="4" y="14"/>
                      <a:pt x="4" y="14"/>
                    </a:cubicBezTo>
                    <a:cubicBezTo>
                      <a:pt x="4" y="14"/>
                      <a:pt x="4" y="14"/>
                      <a:pt x="4" y="14"/>
                    </a:cubicBezTo>
                    <a:cubicBezTo>
                      <a:pt x="4" y="14"/>
                      <a:pt x="4" y="14"/>
                      <a:pt x="4" y="14"/>
                    </a:cubicBezTo>
                    <a:cubicBezTo>
                      <a:pt x="4" y="15"/>
                      <a:pt x="4" y="15"/>
                      <a:pt x="4" y="15"/>
                    </a:cubicBezTo>
                    <a:cubicBezTo>
                      <a:pt x="4" y="16"/>
                      <a:pt x="4" y="16"/>
                      <a:pt x="4" y="16"/>
                    </a:cubicBezTo>
                    <a:cubicBezTo>
                      <a:pt x="4" y="16"/>
                      <a:pt x="4" y="16"/>
                      <a:pt x="4" y="16"/>
                    </a:cubicBezTo>
                    <a:cubicBezTo>
                      <a:pt x="4" y="17"/>
                      <a:pt x="4" y="17"/>
                      <a:pt x="4" y="17"/>
                    </a:cubicBezTo>
                    <a:cubicBezTo>
                      <a:pt x="4" y="19"/>
                      <a:pt x="4" y="19"/>
                      <a:pt x="4" y="19"/>
                    </a:cubicBezTo>
                    <a:cubicBezTo>
                      <a:pt x="4" y="19"/>
                      <a:pt x="4" y="19"/>
                      <a:pt x="4" y="19"/>
                    </a:cubicBezTo>
                    <a:cubicBezTo>
                      <a:pt x="4" y="17"/>
                      <a:pt x="4" y="17"/>
                      <a:pt x="4" y="17"/>
                    </a:cubicBezTo>
                    <a:cubicBezTo>
                      <a:pt x="4" y="16"/>
                      <a:pt x="4" y="16"/>
                      <a:pt x="4" y="16"/>
                    </a:cubicBezTo>
                    <a:cubicBezTo>
                      <a:pt x="4" y="16"/>
                      <a:pt x="4" y="16"/>
                      <a:pt x="4" y="16"/>
                    </a:cubicBezTo>
                    <a:cubicBezTo>
                      <a:pt x="3" y="15"/>
                      <a:pt x="3" y="15"/>
                      <a:pt x="3" y="15"/>
                    </a:cubicBezTo>
                    <a:cubicBezTo>
                      <a:pt x="3" y="15"/>
                      <a:pt x="3" y="15"/>
                      <a:pt x="3" y="15"/>
                    </a:cubicBezTo>
                    <a:cubicBezTo>
                      <a:pt x="2" y="13"/>
                      <a:pt x="2" y="13"/>
                      <a:pt x="2" y="13"/>
                    </a:cubicBezTo>
                    <a:cubicBezTo>
                      <a:pt x="1" y="13"/>
                      <a:pt x="1" y="13"/>
                      <a:pt x="1" y="13"/>
                    </a:cubicBezTo>
                    <a:cubicBezTo>
                      <a:pt x="1" y="13"/>
                      <a:pt x="1" y="13"/>
                      <a:pt x="1" y="13"/>
                    </a:cubicBezTo>
                    <a:cubicBezTo>
                      <a:pt x="1" y="14"/>
                      <a:pt x="1" y="14"/>
                      <a:pt x="1" y="14"/>
                    </a:cubicBezTo>
                    <a:lnTo>
                      <a:pt x="1" y="15"/>
                    </a:lnTo>
                    <a:close/>
                    <a:moveTo>
                      <a:pt x="1" y="13"/>
                    </a:moveTo>
                    <a:cubicBezTo>
                      <a:pt x="1" y="13"/>
                      <a:pt x="1" y="13"/>
                      <a:pt x="1" y="13"/>
                    </a:cubicBezTo>
                    <a:cubicBezTo>
                      <a:pt x="2" y="13"/>
                      <a:pt x="2" y="13"/>
                      <a:pt x="2" y="13"/>
                    </a:cubicBezTo>
                    <a:cubicBezTo>
                      <a:pt x="1" y="12"/>
                      <a:pt x="1" y="12"/>
                      <a:pt x="1" y="12"/>
                    </a:cubicBezTo>
                    <a:cubicBezTo>
                      <a:pt x="0" y="12"/>
                      <a:pt x="0" y="12"/>
                      <a:pt x="0" y="12"/>
                    </a:cubicBezTo>
                    <a:lnTo>
                      <a:pt x="1" y="13"/>
                    </a:lnTo>
                    <a:close/>
                    <a:moveTo>
                      <a:pt x="37" y="78"/>
                    </a:moveTo>
                    <a:cubicBezTo>
                      <a:pt x="38" y="79"/>
                      <a:pt x="38" y="79"/>
                      <a:pt x="38" y="79"/>
                    </a:cubicBezTo>
                    <a:cubicBezTo>
                      <a:pt x="38" y="80"/>
                      <a:pt x="38" y="80"/>
                      <a:pt x="38" y="80"/>
                    </a:cubicBezTo>
                    <a:cubicBezTo>
                      <a:pt x="38" y="81"/>
                      <a:pt x="38" y="81"/>
                      <a:pt x="38" y="81"/>
                    </a:cubicBezTo>
                    <a:cubicBezTo>
                      <a:pt x="38" y="81"/>
                      <a:pt x="38" y="81"/>
                      <a:pt x="38" y="81"/>
                    </a:cubicBezTo>
                    <a:cubicBezTo>
                      <a:pt x="38" y="80"/>
                      <a:pt x="38" y="80"/>
                      <a:pt x="38" y="80"/>
                    </a:cubicBezTo>
                    <a:cubicBezTo>
                      <a:pt x="37" y="80"/>
                      <a:pt x="37" y="80"/>
                      <a:pt x="37" y="80"/>
                    </a:cubicBezTo>
                    <a:cubicBezTo>
                      <a:pt x="37" y="78"/>
                      <a:pt x="37" y="78"/>
                      <a:pt x="37" y="78"/>
                    </a:cubicBezTo>
                    <a:close/>
                    <a:moveTo>
                      <a:pt x="23" y="52"/>
                    </a:moveTo>
                    <a:cubicBezTo>
                      <a:pt x="23" y="52"/>
                      <a:pt x="24" y="53"/>
                      <a:pt x="26" y="54"/>
                    </a:cubicBezTo>
                    <a:cubicBezTo>
                      <a:pt x="28" y="55"/>
                      <a:pt x="29" y="55"/>
                      <a:pt x="29" y="56"/>
                    </a:cubicBezTo>
                    <a:cubicBezTo>
                      <a:pt x="29" y="57"/>
                      <a:pt x="29" y="57"/>
                      <a:pt x="29" y="57"/>
                    </a:cubicBezTo>
                    <a:cubicBezTo>
                      <a:pt x="29" y="57"/>
                      <a:pt x="29" y="57"/>
                      <a:pt x="29" y="57"/>
                    </a:cubicBezTo>
                    <a:cubicBezTo>
                      <a:pt x="28" y="56"/>
                      <a:pt x="28" y="56"/>
                      <a:pt x="28" y="56"/>
                    </a:cubicBezTo>
                    <a:cubicBezTo>
                      <a:pt x="28" y="55"/>
                      <a:pt x="28" y="55"/>
                      <a:pt x="26" y="54"/>
                    </a:cubicBezTo>
                    <a:cubicBezTo>
                      <a:pt x="24" y="54"/>
                      <a:pt x="22" y="52"/>
                      <a:pt x="22" y="52"/>
                    </a:cubicBezTo>
                    <a:lnTo>
                      <a:pt x="23" y="52"/>
                    </a:lnTo>
                    <a:close/>
                    <a:moveTo>
                      <a:pt x="41" y="82"/>
                    </a:moveTo>
                    <a:cubicBezTo>
                      <a:pt x="41" y="83"/>
                      <a:pt x="41" y="83"/>
                      <a:pt x="41" y="83"/>
                    </a:cubicBezTo>
                    <a:cubicBezTo>
                      <a:pt x="41" y="83"/>
                      <a:pt x="41" y="83"/>
                      <a:pt x="41" y="83"/>
                    </a:cubicBezTo>
                    <a:cubicBezTo>
                      <a:pt x="41" y="83"/>
                      <a:pt x="41" y="83"/>
                      <a:pt x="41" y="83"/>
                    </a:cubicBezTo>
                    <a:cubicBezTo>
                      <a:pt x="40" y="84"/>
                      <a:pt x="40" y="84"/>
                      <a:pt x="40" y="84"/>
                    </a:cubicBezTo>
                    <a:cubicBezTo>
                      <a:pt x="40" y="85"/>
                      <a:pt x="40" y="85"/>
                      <a:pt x="40" y="85"/>
                    </a:cubicBezTo>
                    <a:cubicBezTo>
                      <a:pt x="40" y="85"/>
                      <a:pt x="40" y="86"/>
                      <a:pt x="40" y="86"/>
                    </a:cubicBezTo>
                    <a:cubicBezTo>
                      <a:pt x="41" y="88"/>
                      <a:pt x="41" y="88"/>
                      <a:pt x="41" y="88"/>
                    </a:cubicBezTo>
                    <a:cubicBezTo>
                      <a:pt x="42" y="89"/>
                      <a:pt x="42" y="89"/>
                      <a:pt x="42" y="89"/>
                    </a:cubicBezTo>
                    <a:cubicBezTo>
                      <a:pt x="42" y="90"/>
                      <a:pt x="41" y="91"/>
                      <a:pt x="41" y="92"/>
                    </a:cubicBezTo>
                    <a:cubicBezTo>
                      <a:pt x="42" y="95"/>
                      <a:pt x="42" y="95"/>
                      <a:pt x="42" y="95"/>
                    </a:cubicBezTo>
                    <a:cubicBezTo>
                      <a:pt x="41" y="95"/>
                      <a:pt x="41" y="95"/>
                      <a:pt x="41" y="95"/>
                    </a:cubicBezTo>
                    <a:cubicBezTo>
                      <a:pt x="41" y="96"/>
                      <a:pt x="41" y="96"/>
                      <a:pt x="41" y="96"/>
                    </a:cubicBezTo>
                    <a:cubicBezTo>
                      <a:pt x="40" y="96"/>
                      <a:pt x="40" y="96"/>
                      <a:pt x="40" y="96"/>
                    </a:cubicBezTo>
                    <a:cubicBezTo>
                      <a:pt x="41" y="95"/>
                      <a:pt x="41" y="95"/>
                      <a:pt x="41" y="95"/>
                    </a:cubicBezTo>
                    <a:cubicBezTo>
                      <a:pt x="41" y="95"/>
                      <a:pt x="41" y="95"/>
                      <a:pt x="41" y="95"/>
                    </a:cubicBezTo>
                    <a:cubicBezTo>
                      <a:pt x="41" y="92"/>
                      <a:pt x="41" y="92"/>
                      <a:pt x="41" y="92"/>
                    </a:cubicBezTo>
                    <a:cubicBezTo>
                      <a:pt x="41" y="91"/>
                      <a:pt x="41" y="90"/>
                      <a:pt x="41" y="89"/>
                    </a:cubicBezTo>
                    <a:cubicBezTo>
                      <a:pt x="41" y="89"/>
                      <a:pt x="41" y="89"/>
                      <a:pt x="41" y="89"/>
                    </a:cubicBezTo>
                    <a:cubicBezTo>
                      <a:pt x="40" y="87"/>
                      <a:pt x="40" y="87"/>
                      <a:pt x="40" y="87"/>
                    </a:cubicBezTo>
                    <a:cubicBezTo>
                      <a:pt x="39" y="85"/>
                      <a:pt x="39" y="85"/>
                      <a:pt x="39" y="85"/>
                    </a:cubicBezTo>
                    <a:cubicBezTo>
                      <a:pt x="39" y="84"/>
                      <a:pt x="39" y="84"/>
                      <a:pt x="39" y="84"/>
                    </a:cubicBezTo>
                    <a:cubicBezTo>
                      <a:pt x="39" y="83"/>
                      <a:pt x="40" y="83"/>
                      <a:pt x="40" y="82"/>
                    </a:cubicBezTo>
                    <a:lnTo>
                      <a:pt x="41" y="82"/>
                    </a:lnTo>
                    <a:close/>
                    <a:moveTo>
                      <a:pt x="28" y="34"/>
                    </a:moveTo>
                    <a:cubicBezTo>
                      <a:pt x="29" y="34"/>
                      <a:pt x="29" y="34"/>
                      <a:pt x="29" y="34"/>
                    </a:cubicBezTo>
                    <a:cubicBezTo>
                      <a:pt x="30" y="34"/>
                      <a:pt x="30" y="34"/>
                      <a:pt x="30" y="34"/>
                    </a:cubicBezTo>
                    <a:cubicBezTo>
                      <a:pt x="30" y="34"/>
                      <a:pt x="30" y="34"/>
                      <a:pt x="30" y="34"/>
                    </a:cubicBezTo>
                    <a:cubicBezTo>
                      <a:pt x="30" y="33"/>
                      <a:pt x="30" y="33"/>
                      <a:pt x="30" y="33"/>
                    </a:cubicBezTo>
                    <a:cubicBezTo>
                      <a:pt x="31" y="32"/>
                      <a:pt x="31" y="32"/>
                      <a:pt x="33" y="32"/>
                    </a:cubicBezTo>
                    <a:cubicBezTo>
                      <a:pt x="34" y="31"/>
                      <a:pt x="34" y="31"/>
                      <a:pt x="34" y="30"/>
                    </a:cubicBezTo>
                    <a:cubicBezTo>
                      <a:pt x="34" y="30"/>
                      <a:pt x="34" y="30"/>
                      <a:pt x="34" y="30"/>
                    </a:cubicBezTo>
                    <a:cubicBezTo>
                      <a:pt x="33" y="29"/>
                      <a:pt x="33" y="29"/>
                      <a:pt x="33" y="29"/>
                    </a:cubicBezTo>
                    <a:cubicBezTo>
                      <a:pt x="33" y="29"/>
                      <a:pt x="33" y="29"/>
                      <a:pt x="33" y="29"/>
                    </a:cubicBezTo>
                    <a:cubicBezTo>
                      <a:pt x="34" y="27"/>
                      <a:pt x="34" y="27"/>
                      <a:pt x="34" y="27"/>
                    </a:cubicBezTo>
                    <a:cubicBezTo>
                      <a:pt x="34" y="25"/>
                      <a:pt x="34" y="25"/>
                      <a:pt x="34" y="25"/>
                    </a:cubicBezTo>
                    <a:cubicBezTo>
                      <a:pt x="34" y="26"/>
                      <a:pt x="34" y="26"/>
                      <a:pt x="34" y="26"/>
                    </a:cubicBezTo>
                    <a:cubicBezTo>
                      <a:pt x="33" y="26"/>
                      <a:pt x="33" y="26"/>
                      <a:pt x="33" y="26"/>
                    </a:cubicBezTo>
                    <a:cubicBezTo>
                      <a:pt x="32" y="25"/>
                      <a:pt x="32" y="25"/>
                      <a:pt x="32" y="25"/>
                    </a:cubicBezTo>
                    <a:cubicBezTo>
                      <a:pt x="32" y="25"/>
                      <a:pt x="32" y="25"/>
                      <a:pt x="32" y="25"/>
                    </a:cubicBezTo>
                    <a:cubicBezTo>
                      <a:pt x="33" y="23"/>
                      <a:pt x="33" y="23"/>
                      <a:pt x="33" y="23"/>
                    </a:cubicBezTo>
                    <a:cubicBezTo>
                      <a:pt x="34" y="22"/>
                      <a:pt x="34" y="22"/>
                      <a:pt x="34" y="22"/>
                    </a:cubicBezTo>
                    <a:cubicBezTo>
                      <a:pt x="35" y="22"/>
                      <a:pt x="35" y="22"/>
                      <a:pt x="35" y="22"/>
                    </a:cubicBezTo>
                    <a:cubicBezTo>
                      <a:pt x="34" y="23"/>
                      <a:pt x="34" y="23"/>
                      <a:pt x="34" y="23"/>
                    </a:cubicBezTo>
                    <a:cubicBezTo>
                      <a:pt x="33" y="23"/>
                      <a:pt x="33" y="23"/>
                      <a:pt x="33" y="23"/>
                    </a:cubicBezTo>
                    <a:cubicBezTo>
                      <a:pt x="33" y="25"/>
                      <a:pt x="33" y="25"/>
                      <a:pt x="33" y="25"/>
                    </a:cubicBezTo>
                    <a:cubicBezTo>
                      <a:pt x="33" y="25"/>
                      <a:pt x="33" y="25"/>
                      <a:pt x="33" y="25"/>
                    </a:cubicBezTo>
                    <a:cubicBezTo>
                      <a:pt x="33" y="25"/>
                      <a:pt x="33" y="25"/>
                      <a:pt x="33" y="25"/>
                    </a:cubicBezTo>
                    <a:cubicBezTo>
                      <a:pt x="33" y="25"/>
                      <a:pt x="33" y="25"/>
                      <a:pt x="33" y="25"/>
                    </a:cubicBezTo>
                    <a:cubicBezTo>
                      <a:pt x="34" y="25"/>
                      <a:pt x="34" y="25"/>
                      <a:pt x="34" y="25"/>
                    </a:cubicBezTo>
                    <a:cubicBezTo>
                      <a:pt x="35" y="24"/>
                      <a:pt x="35" y="24"/>
                      <a:pt x="35" y="24"/>
                    </a:cubicBezTo>
                    <a:cubicBezTo>
                      <a:pt x="35" y="25"/>
                      <a:pt x="35" y="25"/>
                      <a:pt x="35" y="25"/>
                    </a:cubicBezTo>
                    <a:cubicBezTo>
                      <a:pt x="35" y="27"/>
                      <a:pt x="35" y="27"/>
                      <a:pt x="35" y="27"/>
                    </a:cubicBezTo>
                    <a:cubicBezTo>
                      <a:pt x="34" y="29"/>
                      <a:pt x="34" y="29"/>
                      <a:pt x="34" y="29"/>
                    </a:cubicBezTo>
                    <a:cubicBezTo>
                      <a:pt x="34" y="29"/>
                      <a:pt x="34" y="29"/>
                      <a:pt x="34" y="29"/>
                    </a:cubicBezTo>
                    <a:cubicBezTo>
                      <a:pt x="34" y="30"/>
                      <a:pt x="34" y="30"/>
                      <a:pt x="34" y="30"/>
                    </a:cubicBezTo>
                    <a:cubicBezTo>
                      <a:pt x="34" y="31"/>
                      <a:pt x="34" y="31"/>
                      <a:pt x="34" y="31"/>
                    </a:cubicBezTo>
                    <a:cubicBezTo>
                      <a:pt x="34" y="31"/>
                      <a:pt x="34" y="32"/>
                      <a:pt x="33" y="32"/>
                    </a:cubicBezTo>
                    <a:cubicBezTo>
                      <a:pt x="31" y="33"/>
                      <a:pt x="31" y="33"/>
                      <a:pt x="31" y="33"/>
                    </a:cubicBezTo>
                    <a:cubicBezTo>
                      <a:pt x="31" y="34"/>
                      <a:pt x="31" y="34"/>
                      <a:pt x="31" y="34"/>
                    </a:cubicBezTo>
                    <a:cubicBezTo>
                      <a:pt x="30" y="35"/>
                      <a:pt x="30" y="35"/>
                      <a:pt x="30" y="35"/>
                    </a:cubicBezTo>
                    <a:cubicBezTo>
                      <a:pt x="29" y="34"/>
                      <a:pt x="29" y="34"/>
                      <a:pt x="29" y="34"/>
                    </a:cubicBezTo>
                    <a:cubicBezTo>
                      <a:pt x="28" y="34"/>
                      <a:pt x="28" y="34"/>
                      <a:pt x="28" y="34"/>
                    </a:cubicBezTo>
                    <a:cubicBezTo>
                      <a:pt x="27" y="35"/>
                      <a:pt x="26" y="36"/>
                      <a:pt x="26" y="37"/>
                    </a:cubicBezTo>
                    <a:cubicBezTo>
                      <a:pt x="26" y="37"/>
                      <a:pt x="26" y="37"/>
                      <a:pt x="26" y="37"/>
                    </a:cubicBezTo>
                    <a:cubicBezTo>
                      <a:pt x="26" y="37"/>
                      <a:pt x="26" y="37"/>
                      <a:pt x="26" y="37"/>
                    </a:cubicBezTo>
                    <a:cubicBezTo>
                      <a:pt x="26" y="37"/>
                      <a:pt x="26" y="37"/>
                      <a:pt x="26" y="37"/>
                    </a:cubicBezTo>
                    <a:cubicBezTo>
                      <a:pt x="26" y="36"/>
                      <a:pt x="27" y="34"/>
                      <a:pt x="28" y="34"/>
                    </a:cubicBezTo>
                    <a:moveTo>
                      <a:pt x="23" y="23"/>
                    </a:moveTo>
                    <a:cubicBezTo>
                      <a:pt x="23" y="20"/>
                      <a:pt x="23" y="20"/>
                      <a:pt x="23" y="20"/>
                    </a:cubicBezTo>
                    <a:cubicBezTo>
                      <a:pt x="22" y="19"/>
                      <a:pt x="22" y="19"/>
                      <a:pt x="22" y="19"/>
                    </a:cubicBezTo>
                    <a:cubicBezTo>
                      <a:pt x="22" y="19"/>
                      <a:pt x="22" y="19"/>
                      <a:pt x="22" y="19"/>
                    </a:cubicBezTo>
                    <a:cubicBezTo>
                      <a:pt x="23" y="20"/>
                      <a:pt x="23" y="20"/>
                      <a:pt x="23" y="20"/>
                    </a:cubicBezTo>
                    <a:cubicBezTo>
                      <a:pt x="23" y="20"/>
                      <a:pt x="23" y="20"/>
                      <a:pt x="23" y="20"/>
                    </a:cubicBezTo>
                    <a:cubicBezTo>
                      <a:pt x="23" y="20"/>
                      <a:pt x="23" y="20"/>
                      <a:pt x="23" y="20"/>
                    </a:cubicBezTo>
                    <a:cubicBezTo>
                      <a:pt x="23" y="22"/>
                      <a:pt x="23" y="22"/>
                      <a:pt x="23" y="22"/>
                    </a:cubicBezTo>
                    <a:lnTo>
                      <a:pt x="23" y="23"/>
                    </a:lnTo>
                    <a:close/>
                    <a:moveTo>
                      <a:pt x="26" y="73"/>
                    </a:moveTo>
                    <a:cubicBezTo>
                      <a:pt x="26" y="73"/>
                      <a:pt x="26" y="73"/>
                      <a:pt x="26" y="73"/>
                    </a:cubicBezTo>
                    <a:cubicBezTo>
                      <a:pt x="26" y="74"/>
                      <a:pt x="26" y="74"/>
                      <a:pt x="26" y="74"/>
                    </a:cubicBezTo>
                    <a:cubicBezTo>
                      <a:pt x="26" y="74"/>
                      <a:pt x="26" y="74"/>
                      <a:pt x="26" y="74"/>
                    </a:cubicBezTo>
                    <a:cubicBezTo>
                      <a:pt x="26" y="74"/>
                      <a:pt x="26" y="74"/>
                      <a:pt x="26" y="74"/>
                    </a:cubicBezTo>
                    <a:cubicBezTo>
                      <a:pt x="25" y="74"/>
                      <a:pt x="25" y="74"/>
                      <a:pt x="25" y="74"/>
                    </a:cubicBezTo>
                    <a:cubicBezTo>
                      <a:pt x="25" y="74"/>
                      <a:pt x="25" y="74"/>
                      <a:pt x="25" y="74"/>
                    </a:cubicBezTo>
                    <a:cubicBezTo>
                      <a:pt x="24" y="75"/>
                      <a:pt x="24" y="75"/>
                      <a:pt x="24" y="75"/>
                    </a:cubicBezTo>
                    <a:cubicBezTo>
                      <a:pt x="23" y="75"/>
                      <a:pt x="23" y="77"/>
                      <a:pt x="22" y="78"/>
                    </a:cubicBezTo>
                    <a:cubicBezTo>
                      <a:pt x="21" y="78"/>
                      <a:pt x="21" y="79"/>
                      <a:pt x="20" y="79"/>
                    </a:cubicBezTo>
                    <a:cubicBezTo>
                      <a:pt x="20" y="79"/>
                      <a:pt x="20" y="79"/>
                      <a:pt x="20" y="79"/>
                    </a:cubicBezTo>
                    <a:cubicBezTo>
                      <a:pt x="20" y="79"/>
                      <a:pt x="20" y="79"/>
                      <a:pt x="20" y="79"/>
                    </a:cubicBezTo>
                    <a:cubicBezTo>
                      <a:pt x="20" y="78"/>
                      <a:pt x="20" y="78"/>
                      <a:pt x="20" y="78"/>
                    </a:cubicBezTo>
                    <a:cubicBezTo>
                      <a:pt x="21" y="77"/>
                      <a:pt x="21" y="77"/>
                      <a:pt x="21" y="77"/>
                    </a:cubicBezTo>
                    <a:cubicBezTo>
                      <a:pt x="24" y="74"/>
                      <a:pt x="24" y="74"/>
                      <a:pt x="24" y="74"/>
                    </a:cubicBezTo>
                    <a:cubicBezTo>
                      <a:pt x="24" y="74"/>
                      <a:pt x="24" y="74"/>
                      <a:pt x="24" y="74"/>
                    </a:cubicBezTo>
                    <a:cubicBezTo>
                      <a:pt x="25" y="73"/>
                      <a:pt x="25" y="73"/>
                      <a:pt x="25" y="73"/>
                    </a:cubicBezTo>
                    <a:cubicBezTo>
                      <a:pt x="24" y="72"/>
                      <a:pt x="24" y="72"/>
                      <a:pt x="24" y="72"/>
                    </a:cubicBezTo>
                    <a:cubicBezTo>
                      <a:pt x="24" y="72"/>
                      <a:pt x="24" y="72"/>
                      <a:pt x="24" y="72"/>
                    </a:cubicBezTo>
                    <a:cubicBezTo>
                      <a:pt x="24" y="72"/>
                      <a:pt x="25" y="72"/>
                      <a:pt x="26" y="7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7" name="Freeform 34">
                <a:extLst>
                  <a:ext uri="{FF2B5EF4-FFF2-40B4-BE49-F238E27FC236}">
                    <a16:creationId xmlns:a16="http://schemas.microsoft.com/office/drawing/2014/main" id="{E3070C61-0883-47EE-BB14-C9A3392119BA}"/>
                  </a:ext>
                </a:extLst>
              </p:cNvPr>
              <p:cNvSpPr>
                <a:spLocks noEditPoints="1"/>
              </p:cNvSpPr>
              <p:nvPr/>
            </p:nvSpPr>
            <p:spPr bwMode="auto">
              <a:xfrm>
                <a:off x="6108700" y="2516188"/>
                <a:ext cx="288925" cy="365125"/>
              </a:xfrm>
              <a:custGeom>
                <a:avLst/>
                <a:gdLst>
                  <a:gd name="T0" fmla="*/ 127 w 133"/>
                  <a:gd name="T1" fmla="*/ 60 h 169"/>
                  <a:gd name="T2" fmla="*/ 60 w 133"/>
                  <a:gd name="T3" fmla="*/ 165 h 169"/>
                  <a:gd name="T4" fmla="*/ 79 w 133"/>
                  <a:gd name="T5" fmla="*/ 158 h 169"/>
                  <a:gd name="T6" fmla="*/ 60 w 133"/>
                  <a:gd name="T7" fmla="*/ 157 h 169"/>
                  <a:gd name="T8" fmla="*/ 79 w 133"/>
                  <a:gd name="T9" fmla="*/ 154 h 169"/>
                  <a:gd name="T10" fmla="*/ 42 w 133"/>
                  <a:gd name="T11" fmla="*/ 151 h 169"/>
                  <a:gd name="T12" fmla="*/ 66 w 133"/>
                  <a:gd name="T13" fmla="*/ 164 h 169"/>
                  <a:gd name="T14" fmla="*/ 123 w 133"/>
                  <a:gd name="T15" fmla="*/ 35 h 169"/>
                  <a:gd name="T16" fmla="*/ 86 w 133"/>
                  <a:gd name="T17" fmla="*/ 152 h 169"/>
                  <a:gd name="T18" fmla="*/ 53 w 133"/>
                  <a:gd name="T19" fmla="*/ 150 h 169"/>
                  <a:gd name="T20" fmla="*/ 85 w 133"/>
                  <a:gd name="T21" fmla="*/ 153 h 169"/>
                  <a:gd name="T22" fmla="*/ 39 w 133"/>
                  <a:gd name="T23" fmla="*/ 62 h 169"/>
                  <a:gd name="T24" fmla="*/ 29 w 133"/>
                  <a:gd name="T25" fmla="*/ 53 h 169"/>
                  <a:gd name="T26" fmla="*/ 32 w 133"/>
                  <a:gd name="T27" fmla="*/ 78 h 169"/>
                  <a:gd name="T28" fmla="*/ 27 w 133"/>
                  <a:gd name="T29" fmla="*/ 79 h 169"/>
                  <a:gd name="T30" fmla="*/ 18 w 133"/>
                  <a:gd name="T31" fmla="*/ 72 h 169"/>
                  <a:gd name="T32" fmla="*/ 17 w 133"/>
                  <a:gd name="T33" fmla="*/ 96 h 169"/>
                  <a:gd name="T34" fmla="*/ 7 w 133"/>
                  <a:gd name="T35" fmla="*/ 83 h 169"/>
                  <a:gd name="T36" fmla="*/ 7 w 133"/>
                  <a:gd name="T37" fmla="*/ 71 h 169"/>
                  <a:gd name="T38" fmla="*/ 6 w 133"/>
                  <a:gd name="T39" fmla="*/ 37 h 169"/>
                  <a:gd name="T40" fmla="*/ 8 w 133"/>
                  <a:gd name="T41" fmla="*/ 35 h 169"/>
                  <a:gd name="T42" fmla="*/ 10 w 133"/>
                  <a:gd name="T43" fmla="*/ 11 h 169"/>
                  <a:gd name="T44" fmla="*/ 21 w 133"/>
                  <a:gd name="T45" fmla="*/ 14 h 169"/>
                  <a:gd name="T46" fmla="*/ 33 w 133"/>
                  <a:gd name="T47" fmla="*/ 16 h 169"/>
                  <a:gd name="T48" fmla="*/ 30 w 133"/>
                  <a:gd name="T49" fmla="*/ 23 h 169"/>
                  <a:gd name="T50" fmla="*/ 41 w 133"/>
                  <a:gd name="T51" fmla="*/ 30 h 169"/>
                  <a:gd name="T52" fmla="*/ 44 w 133"/>
                  <a:gd name="T53" fmla="*/ 12 h 169"/>
                  <a:gd name="T54" fmla="*/ 46 w 133"/>
                  <a:gd name="T55" fmla="*/ 16 h 169"/>
                  <a:gd name="T56" fmla="*/ 47 w 133"/>
                  <a:gd name="T57" fmla="*/ 22 h 169"/>
                  <a:gd name="T58" fmla="*/ 47 w 133"/>
                  <a:gd name="T59" fmla="*/ 27 h 169"/>
                  <a:gd name="T60" fmla="*/ 37 w 133"/>
                  <a:gd name="T61" fmla="*/ 43 h 169"/>
                  <a:gd name="T62" fmla="*/ 40 w 133"/>
                  <a:gd name="T63" fmla="*/ 50 h 169"/>
                  <a:gd name="T64" fmla="*/ 0 w 133"/>
                  <a:gd name="T65" fmla="*/ 82 h 169"/>
                  <a:gd name="T66" fmla="*/ 12 w 133"/>
                  <a:gd name="T67" fmla="*/ 45 h 169"/>
                  <a:gd name="T68" fmla="*/ 12 w 133"/>
                  <a:gd name="T69" fmla="*/ 44 h 169"/>
                  <a:gd name="T70" fmla="*/ 44 w 133"/>
                  <a:gd name="T71" fmla="*/ 50 h 169"/>
                  <a:gd name="T72" fmla="*/ 40 w 133"/>
                  <a:gd name="T73" fmla="*/ 62 h 169"/>
                  <a:gd name="T74" fmla="*/ 132 w 133"/>
                  <a:gd name="T75" fmla="*/ 0 h 169"/>
                  <a:gd name="T76" fmla="*/ 124 w 133"/>
                  <a:gd name="T77" fmla="*/ 38 h 169"/>
                  <a:gd name="T78" fmla="*/ 125 w 133"/>
                  <a:gd name="T79" fmla="*/ 72 h 169"/>
                  <a:gd name="T80" fmla="*/ 125 w 133"/>
                  <a:gd name="T81" fmla="*/ 89 h 169"/>
                  <a:gd name="T82" fmla="*/ 121 w 133"/>
                  <a:gd name="T83" fmla="*/ 97 h 169"/>
                  <a:gd name="T84" fmla="*/ 111 w 133"/>
                  <a:gd name="T85" fmla="*/ 69 h 169"/>
                  <a:gd name="T86" fmla="*/ 103 w 133"/>
                  <a:gd name="T87" fmla="*/ 82 h 169"/>
                  <a:gd name="T88" fmla="*/ 102 w 133"/>
                  <a:gd name="T89" fmla="*/ 78 h 169"/>
                  <a:gd name="T90" fmla="*/ 99 w 133"/>
                  <a:gd name="T91" fmla="*/ 57 h 169"/>
                  <a:gd name="T92" fmla="*/ 92 w 133"/>
                  <a:gd name="T93" fmla="*/ 63 h 169"/>
                  <a:gd name="T94" fmla="*/ 88 w 133"/>
                  <a:gd name="T95" fmla="*/ 47 h 169"/>
                  <a:gd name="T96" fmla="*/ 91 w 133"/>
                  <a:gd name="T97" fmla="*/ 53 h 169"/>
                  <a:gd name="T98" fmla="*/ 92 w 133"/>
                  <a:gd name="T99" fmla="*/ 39 h 169"/>
                  <a:gd name="T100" fmla="*/ 85 w 133"/>
                  <a:gd name="T101" fmla="*/ 29 h 169"/>
                  <a:gd name="T102" fmla="*/ 84 w 133"/>
                  <a:gd name="T103" fmla="*/ 16 h 169"/>
                  <a:gd name="T104" fmla="*/ 87 w 133"/>
                  <a:gd name="T105" fmla="*/ 13 h 169"/>
                  <a:gd name="T106" fmla="*/ 90 w 133"/>
                  <a:gd name="T107" fmla="*/ 14 h 169"/>
                  <a:gd name="T108" fmla="*/ 93 w 133"/>
                  <a:gd name="T109" fmla="*/ 30 h 169"/>
                  <a:gd name="T110" fmla="*/ 97 w 133"/>
                  <a:gd name="T111" fmla="*/ 23 h 169"/>
                  <a:gd name="T112" fmla="*/ 107 w 133"/>
                  <a:gd name="T113" fmla="*/ 14 h 169"/>
                  <a:gd name="T114" fmla="*/ 113 w 133"/>
                  <a:gd name="T115" fmla="*/ 22 h 169"/>
                  <a:gd name="T116" fmla="*/ 129 w 133"/>
                  <a:gd name="T117" fmla="*/ 3 h 169"/>
                  <a:gd name="T118" fmla="*/ 130 w 133"/>
                  <a:gd name="T119" fmla="*/ 44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3" h="169">
                    <a:moveTo>
                      <a:pt x="120" y="44"/>
                    </a:moveTo>
                    <a:cubicBezTo>
                      <a:pt x="118" y="44"/>
                      <a:pt x="117" y="43"/>
                      <a:pt x="117" y="43"/>
                    </a:cubicBezTo>
                    <a:cubicBezTo>
                      <a:pt x="117" y="45"/>
                      <a:pt x="117" y="47"/>
                      <a:pt x="117" y="47"/>
                    </a:cubicBezTo>
                    <a:cubicBezTo>
                      <a:pt x="116" y="47"/>
                      <a:pt x="116" y="47"/>
                      <a:pt x="115" y="47"/>
                    </a:cubicBezTo>
                    <a:cubicBezTo>
                      <a:pt x="115" y="48"/>
                      <a:pt x="115" y="48"/>
                      <a:pt x="115" y="48"/>
                    </a:cubicBezTo>
                    <a:cubicBezTo>
                      <a:pt x="115" y="49"/>
                      <a:pt x="115" y="50"/>
                      <a:pt x="116" y="51"/>
                    </a:cubicBezTo>
                    <a:cubicBezTo>
                      <a:pt x="116" y="53"/>
                      <a:pt x="119" y="55"/>
                      <a:pt x="121" y="56"/>
                    </a:cubicBezTo>
                    <a:cubicBezTo>
                      <a:pt x="122" y="58"/>
                      <a:pt x="123" y="59"/>
                      <a:pt x="123" y="61"/>
                    </a:cubicBezTo>
                    <a:cubicBezTo>
                      <a:pt x="124" y="62"/>
                      <a:pt x="123" y="63"/>
                      <a:pt x="125" y="63"/>
                    </a:cubicBezTo>
                    <a:cubicBezTo>
                      <a:pt x="127" y="62"/>
                      <a:pt x="127" y="60"/>
                      <a:pt x="127" y="60"/>
                    </a:cubicBezTo>
                    <a:cubicBezTo>
                      <a:pt x="128" y="54"/>
                      <a:pt x="122" y="53"/>
                      <a:pt x="120" y="45"/>
                    </a:cubicBezTo>
                    <a:lnTo>
                      <a:pt x="120" y="44"/>
                    </a:lnTo>
                    <a:close/>
                    <a:moveTo>
                      <a:pt x="112" y="26"/>
                    </a:moveTo>
                    <a:cubicBezTo>
                      <a:pt x="113" y="24"/>
                      <a:pt x="113" y="24"/>
                      <a:pt x="113" y="24"/>
                    </a:cubicBezTo>
                    <a:lnTo>
                      <a:pt x="112" y="26"/>
                    </a:lnTo>
                    <a:close/>
                    <a:moveTo>
                      <a:pt x="67" y="169"/>
                    </a:moveTo>
                    <a:cubicBezTo>
                      <a:pt x="67" y="169"/>
                      <a:pt x="72" y="167"/>
                      <a:pt x="79" y="163"/>
                    </a:cubicBezTo>
                    <a:cubicBezTo>
                      <a:pt x="76" y="163"/>
                      <a:pt x="76" y="165"/>
                      <a:pt x="73" y="165"/>
                    </a:cubicBezTo>
                    <a:cubicBezTo>
                      <a:pt x="70" y="165"/>
                      <a:pt x="69" y="163"/>
                      <a:pt x="66" y="163"/>
                    </a:cubicBezTo>
                    <a:cubicBezTo>
                      <a:pt x="62" y="163"/>
                      <a:pt x="62" y="165"/>
                      <a:pt x="60" y="165"/>
                    </a:cubicBezTo>
                    <a:cubicBezTo>
                      <a:pt x="57" y="165"/>
                      <a:pt x="56" y="164"/>
                      <a:pt x="55" y="163"/>
                    </a:cubicBezTo>
                    <a:cubicBezTo>
                      <a:pt x="49" y="160"/>
                      <a:pt x="49" y="160"/>
                      <a:pt x="49" y="160"/>
                    </a:cubicBezTo>
                    <a:cubicBezTo>
                      <a:pt x="50" y="160"/>
                      <a:pt x="51" y="159"/>
                      <a:pt x="53" y="159"/>
                    </a:cubicBezTo>
                    <a:cubicBezTo>
                      <a:pt x="56" y="159"/>
                      <a:pt x="57" y="161"/>
                      <a:pt x="60" y="161"/>
                    </a:cubicBezTo>
                    <a:cubicBezTo>
                      <a:pt x="62" y="161"/>
                      <a:pt x="62" y="159"/>
                      <a:pt x="66" y="159"/>
                    </a:cubicBezTo>
                    <a:cubicBezTo>
                      <a:pt x="69" y="159"/>
                      <a:pt x="70" y="161"/>
                      <a:pt x="73" y="161"/>
                    </a:cubicBezTo>
                    <a:cubicBezTo>
                      <a:pt x="76" y="161"/>
                      <a:pt x="76" y="159"/>
                      <a:pt x="79" y="159"/>
                    </a:cubicBezTo>
                    <a:cubicBezTo>
                      <a:pt x="82" y="159"/>
                      <a:pt x="82" y="160"/>
                      <a:pt x="84" y="161"/>
                    </a:cubicBezTo>
                    <a:cubicBezTo>
                      <a:pt x="85" y="160"/>
                      <a:pt x="85" y="160"/>
                      <a:pt x="85" y="160"/>
                    </a:cubicBezTo>
                    <a:cubicBezTo>
                      <a:pt x="83" y="160"/>
                      <a:pt x="82" y="158"/>
                      <a:pt x="79" y="158"/>
                    </a:cubicBezTo>
                    <a:cubicBezTo>
                      <a:pt x="76" y="158"/>
                      <a:pt x="76" y="160"/>
                      <a:pt x="73" y="160"/>
                    </a:cubicBezTo>
                    <a:cubicBezTo>
                      <a:pt x="70" y="160"/>
                      <a:pt x="69" y="158"/>
                      <a:pt x="66" y="158"/>
                    </a:cubicBezTo>
                    <a:cubicBezTo>
                      <a:pt x="62" y="158"/>
                      <a:pt x="62" y="160"/>
                      <a:pt x="60" y="160"/>
                    </a:cubicBezTo>
                    <a:cubicBezTo>
                      <a:pt x="57" y="160"/>
                      <a:pt x="56" y="158"/>
                      <a:pt x="53" y="158"/>
                    </a:cubicBezTo>
                    <a:cubicBezTo>
                      <a:pt x="50" y="158"/>
                      <a:pt x="50" y="159"/>
                      <a:pt x="48" y="160"/>
                    </a:cubicBezTo>
                    <a:cubicBezTo>
                      <a:pt x="41" y="155"/>
                      <a:pt x="41" y="155"/>
                      <a:pt x="41" y="155"/>
                    </a:cubicBezTo>
                    <a:cubicBezTo>
                      <a:pt x="42" y="155"/>
                      <a:pt x="42" y="155"/>
                      <a:pt x="42" y="155"/>
                    </a:cubicBezTo>
                    <a:cubicBezTo>
                      <a:pt x="46" y="155"/>
                      <a:pt x="47" y="157"/>
                      <a:pt x="47" y="157"/>
                    </a:cubicBezTo>
                    <a:cubicBezTo>
                      <a:pt x="50" y="157"/>
                      <a:pt x="50" y="155"/>
                      <a:pt x="53" y="155"/>
                    </a:cubicBezTo>
                    <a:cubicBezTo>
                      <a:pt x="56" y="155"/>
                      <a:pt x="57" y="157"/>
                      <a:pt x="60" y="157"/>
                    </a:cubicBezTo>
                    <a:cubicBezTo>
                      <a:pt x="62" y="157"/>
                      <a:pt x="62" y="155"/>
                      <a:pt x="66" y="155"/>
                    </a:cubicBezTo>
                    <a:cubicBezTo>
                      <a:pt x="69" y="155"/>
                      <a:pt x="70" y="157"/>
                      <a:pt x="73" y="157"/>
                    </a:cubicBezTo>
                    <a:cubicBezTo>
                      <a:pt x="76" y="156"/>
                      <a:pt x="76" y="155"/>
                      <a:pt x="79" y="155"/>
                    </a:cubicBezTo>
                    <a:cubicBezTo>
                      <a:pt x="82" y="155"/>
                      <a:pt x="83" y="157"/>
                      <a:pt x="85" y="157"/>
                    </a:cubicBezTo>
                    <a:cubicBezTo>
                      <a:pt x="88" y="157"/>
                      <a:pt x="88" y="155"/>
                      <a:pt x="92" y="155"/>
                    </a:cubicBezTo>
                    <a:cubicBezTo>
                      <a:pt x="92" y="155"/>
                      <a:pt x="92" y="155"/>
                      <a:pt x="92" y="155"/>
                    </a:cubicBezTo>
                    <a:cubicBezTo>
                      <a:pt x="94" y="154"/>
                      <a:pt x="94" y="154"/>
                      <a:pt x="94" y="154"/>
                    </a:cubicBezTo>
                    <a:cubicBezTo>
                      <a:pt x="93" y="154"/>
                      <a:pt x="93" y="154"/>
                      <a:pt x="92" y="154"/>
                    </a:cubicBezTo>
                    <a:cubicBezTo>
                      <a:pt x="88" y="154"/>
                      <a:pt x="88" y="156"/>
                      <a:pt x="85" y="156"/>
                    </a:cubicBezTo>
                    <a:cubicBezTo>
                      <a:pt x="83" y="156"/>
                      <a:pt x="82" y="154"/>
                      <a:pt x="79" y="154"/>
                    </a:cubicBezTo>
                    <a:cubicBezTo>
                      <a:pt x="76" y="154"/>
                      <a:pt x="76" y="156"/>
                      <a:pt x="73" y="156"/>
                    </a:cubicBezTo>
                    <a:cubicBezTo>
                      <a:pt x="70" y="156"/>
                      <a:pt x="69" y="154"/>
                      <a:pt x="66" y="154"/>
                    </a:cubicBezTo>
                    <a:cubicBezTo>
                      <a:pt x="62" y="154"/>
                      <a:pt x="62" y="156"/>
                      <a:pt x="60" y="156"/>
                    </a:cubicBezTo>
                    <a:cubicBezTo>
                      <a:pt x="57" y="156"/>
                      <a:pt x="56" y="154"/>
                      <a:pt x="53" y="154"/>
                    </a:cubicBezTo>
                    <a:cubicBezTo>
                      <a:pt x="50" y="154"/>
                      <a:pt x="50" y="155"/>
                      <a:pt x="47" y="156"/>
                    </a:cubicBezTo>
                    <a:cubicBezTo>
                      <a:pt x="47" y="156"/>
                      <a:pt x="46" y="154"/>
                      <a:pt x="42" y="154"/>
                    </a:cubicBezTo>
                    <a:cubicBezTo>
                      <a:pt x="41" y="154"/>
                      <a:pt x="40" y="154"/>
                      <a:pt x="40" y="154"/>
                    </a:cubicBezTo>
                    <a:cubicBezTo>
                      <a:pt x="37" y="152"/>
                      <a:pt x="37" y="152"/>
                      <a:pt x="37" y="152"/>
                    </a:cubicBezTo>
                    <a:cubicBezTo>
                      <a:pt x="39" y="152"/>
                      <a:pt x="39" y="151"/>
                      <a:pt x="42" y="151"/>
                    </a:cubicBezTo>
                    <a:cubicBezTo>
                      <a:pt x="42" y="151"/>
                      <a:pt x="42" y="151"/>
                      <a:pt x="42" y="151"/>
                    </a:cubicBezTo>
                    <a:cubicBezTo>
                      <a:pt x="41" y="150"/>
                      <a:pt x="41" y="149"/>
                      <a:pt x="41" y="149"/>
                    </a:cubicBezTo>
                    <a:cubicBezTo>
                      <a:pt x="41" y="149"/>
                      <a:pt x="41" y="149"/>
                      <a:pt x="41" y="149"/>
                    </a:cubicBezTo>
                    <a:cubicBezTo>
                      <a:pt x="41" y="149"/>
                      <a:pt x="41" y="149"/>
                      <a:pt x="41" y="149"/>
                    </a:cubicBezTo>
                    <a:cubicBezTo>
                      <a:pt x="41" y="149"/>
                      <a:pt x="42" y="147"/>
                      <a:pt x="44" y="146"/>
                    </a:cubicBezTo>
                    <a:cubicBezTo>
                      <a:pt x="45" y="145"/>
                      <a:pt x="45" y="144"/>
                      <a:pt x="46" y="144"/>
                    </a:cubicBezTo>
                    <a:cubicBezTo>
                      <a:pt x="48" y="142"/>
                      <a:pt x="48" y="142"/>
                      <a:pt x="48" y="142"/>
                    </a:cubicBezTo>
                    <a:cubicBezTo>
                      <a:pt x="49" y="135"/>
                      <a:pt x="49" y="135"/>
                      <a:pt x="49" y="135"/>
                    </a:cubicBezTo>
                    <a:cubicBezTo>
                      <a:pt x="19" y="135"/>
                      <a:pt x="19" y="135"/>
                      <a:pt x="19" y="135"/>
                    </a:cubicBezTo>
                    <a:cubicBezTo>
                      <a:pt x="39" y="160"/>
                      <a:pt x="67" y="169"/>
                      <a:pt x="67" y="169"/>
                    </a:cubicBezTo>
                    <a:moveTo>
                      <a:pt x="66" y="164"/>
                    </a:moveTo>
                    <a:cubicBezTo>
                      <a:pt x="69" y="164"/>
                      <a:pt x="70" y="166"/>
                      <a:pt x="73" y="166"/>
                    </a:cubicBezTo>
                    <a:cubicBezTo>
                      <a:pt x="67" y="169"/>
                      <a:pt x="67" y="169"/>
                      <a:pt x="67" y="169"/>
                    </a:cubicBezTo>
                    <a:cubicBezTo>
                      <a:pt x="60" y="166"/>
                      <a:pt x="60" y="166"/>
                      <a:pt x="60" y="166"/>
                    </a:cubicBezTo>
                    <a:cubicBezTo>
                      <a:pt x="62" y="166"/>
                      <a:pt x="62" y="164"/>
                      <a:pt x="66" y="164"/>
                    </a:cubicBezTo>
                    <a:moveTo>
                      <a:pt x="59" y="0"/>
                    </a:moveTo>
                    <a:cubicBezTo>
                      <a:pt x="72" y="0"/>
                      <a:pt x="72" y="0"/>
                      <a:pt x="72" y="0"/>
                    </a:cubicBezTo>
                    <a:cubicBezTo>
                      <a:pt x="72" y="0"/>
                      <a:pt x="72" y="0"/>
                      <a:pt x="72" y="0"/>
                    </a:cubicBezTo>
                    <a:cubicBezTo>
                      <a:pt x="59" y="0"/>
                      <a:pt x="59" y="0"/>
                      <a:pt x="59" y="0"/>
                    </a:cubicBezTo>
                    <a:close/>
                    <a:moveTo>
                      <a:pt x="123" y="35"/>
                    </a:moveTo>
                    <a:cubicBezTo>
                      <a:pt x="123" y="35"/>
                      <a:pt x="123" y="35"/>
                      <a:pt x="123" y="35"/>
                    </a:cubicBezTo>
                    <a:cubicBezTo>
                      <a:pt x="123" y="35"/>
                      <a:pt x="123" y="35"/>
                      <a:pt x="123" y="35"/>
                    </a:cubicBezTo>
                    <a:close/>
                    <a:moveTo>
                      <a:pt x="85" y="142"/>
                    </a:moveTo>
                    <a:cubicBezTo>
                      <a:pt x="85" y="143"/>
                      <a:pt x="85" y="143"/>
                      <a:pt x="85" y="143"/>
                    </a:cubicBezTo>
                    <a:cubicBezTo>
                      <a:pt x="87" y="144"/>
                      <a:pt x="87" y="144"/>
                      <a:pt x="87" y="144"/>
                    </a:cubicBezTo>
                    <a:cubicBezTo>
                      <a:pt x="88" y="146"/>
                      <a:pt x="88" y="146"/>
                      <a:pt x="88" y="146"/>
                    </a:cubicBezTo>
                    <a:cubicBezTo>
                      <a:pt x="91" y="150"/>
                      <a:pt x="91" y="150"/>
                      <a:pt x="91" y="150"/>
                    </a:cubicBezTo>
                    <a:cubicBezTo>
                      <a:pt x="92" y="150"/>
                      <a:pt x="92" y="150"/>
                      <a:pt x="92" y="150"/>
                    </a:cubicBezTo>
                    <a:cubicBezTo>
                      <a:pt x="91" y="151"/>
                      <a:pt x="91" y="151"/>
                      <a:pt x="91" y="151"/>
                    </a:cubicBezTo>
                    <a:cubicBezTo>
                      <a:pt x="91" y="151"/>
                      <a:pt x="89" y="151"/>
                      <a:pt x="87" y="151"/>
                    </a:cubicBezTo>
                    <a:cubicBezTo>
                      <a:pt x="86" y="152"/>
                      <a:pt x="86" y="152"/>
                      <a:pt x="86" y="152"/>
                    </a:cubicBezTo>
                    <a:cubicBezTo>
                      <a:pt x="85" y="152"/>
                      <a:pt x="84" y="151"/>
                      <a:pt x="83" y="151"/>
                    </a:cubicBezTo>
                    <a:cubicBezTo>
                      <a:pt x="81" y="151"/>
                      <a:pt x="80" y="150"/>
                      <a:pt x="78" y="150"/>
                    </a:cubicBezTo>
                    <a:cubicBezTo>
                      <a:pt x="76" y="150"/>
                      <a:pt x="75" y="151"/>
                      <a:pt x="73" y="152"/>
                    </a:cubicBezTo>
                    <a:cubicBezTo>
                      <a:pt x="72" y="152"/>
                      <a:pt x="72" y="152"/>
                      <a:pt x="72" y="152"/>
                    </a:cubicBezTo>
                    <a:cubicBezTo>
                      <a:pt x="70" y="152"/>
                      <a:pt x="67" y="150"/>
                      <a:pt x="66" y="150"/>
                    </a:cubicBezTo>
                    <a:cubicBezTo>
                      <a:pt x="66" y="150"/>
                      <a:pt x="66" y="150"/>
                      <a:pt x="66" y="150"/>
                    </a:cubicBezTo>
                    <a:cubicBezTo>
                      <a:pt x="64" y="150"/>
                      <a:pt x="61" y="152"/>
                      <a:pt x="60" y="152"/>
                    </a:cubicBezTo>
                    <a:cubicBezTo>
                      <a:pt x="60" y="152"/>
                      <a:pt x="60" y="152"/>
                      <a:pt x="60" y="152"/>
                    </a:cubicBezTo>
                    <a:cubicBezTo>
                      <a:pt x="59" y="152"/>
                      <a:pt x="58" y="152"/>
                      <a:pt x="57" y="151"/>
                    </a:cubicBezTo>
                    <a:cubicBezTo>
                      <a:pt x="56" y="151"/>
                      <a:pt x="54" y="150"/>
                      <a:pt x="53" y="150"/>
                    </a:cubicBezTo>
                    <a:cubicBezTo>
                      <a:pt x="53" y="150"/>
                      <a:pt x="53" y="150"/>
                      <a:pt x="53" y="150"/>
                    </a:cubicBezTo>
                    <a:cubicBezTo>
                      <a:pt x="52" y="150"/>
                      <a:pt x="50" y="151"/>
                      <a:pt x="49" y="152"/>
                    </a:cubicBezTo>
                    <a:cubicBezTo>
                      <a:pt x="49" y="152"/>
                      <a:pt x="48" y="152"/>
                      <a:pt x="47" y="152"/>
                    </a:cubicBezTo>
                    <a:cubicBezTo>
                      <a:pt x="47" y="153"/>
                      <a:pt x="47" y="153"/>
                      <a:pt x="47" y="153"/>
                    </a:cubicBezTo>
                    <a:cubicBezTo>
                      <a:pt x="50" y="152"/>
                      <a:pt x="50" y="151"/>
                      <a:pt x="53" y="151"/>
                    </a:cubicBezTo>
                    <a:cubicBezTo>
                      <a:pt x="56" y="151"/>
                      <a:pt x="57" y="153"/>
                      <a:pt x="60" y="153"/>
                    </a:cubicBezTo>
                    <a:cubicBezTo>
                      <a:pt x="62" y="153"/>
                      <a:pt x="62" y="151"/>
                      <a:pt x="66" y="151"/>
                    </a:cubicBezTo>
                    <a:cubicBezTo>
                      <a:pt x="69" y="151"/>
                      <a:pt x="70" y="153"/>
                      <a:pt x="73" y="153"/>
                    </a:cubicBezTo>
                    <a:cubicBezTo>
                      <a:pt x="76" y="153"/>
                      <a:pt x="76" y="151"/>
                      <a:pt x="79" y="151"/>
                    </a:cubicBezTo>
                    <a:cubicBezTo>
                      <a:pt x="82" y="151"/>
                      <a:pt x="83" y="153"/>
                      <a:pt x="85" y="153"/>
                    </a:cubicBezTo>
                    <a:cubicBezTo>
                      <a:pt x="88" y="153"/>
                      <a:pt x="88" y="151"/>
                      <a:pt x="92" y="151"/>
                    </a:cubicBezTo>
                    <a:cubicBezTo>
                      <a:pt x="95" y="151"/>
                      <a:pt x="94" y="152"/>
                      <a:pt x="96" y="152"/>
                    </a:cubicBezTo>
                    <a:cubicBezTo>
                      <a:pt x="102" y="148"/>
                      <a:pt x="108" y="142"/>
                      <a:pt x="113" y="136"/>
                    </a:cubicBezTo>
                    <a:cubicBezTo>
                      <a:pt x="84" y="136"/>
                      <a:pt x="84" y="136"/>
                      <a:pt x="84" y="136"/>
                    </a:cubicBezTo>
                    <a:lnTo>
                      <a:pt x="85" y="142"/>
                    </a:lnTo>
                    <a:close/>
                    <a:moveTo>
                      <a:pt x="0" y="82"/>
                    </a:moveTo>
                    <a:cubicBezTo>
                      <a:pt x="0" y="105"/>
                      <a:pt x="9" y="122"/>
                      <a:pt x="19" y="135"/>
                    </a:cubicBezTo>
                    <a:cubicBezTo>
                      <a:pt x="40" y="63"/>
                      <a:pt x="40" y="63"/>
                      <a:pt x="40" y="63"/>
                    </a:cubicBezTo>
                    <a:cubicBezTo>
                      <a:pt x="39" y="63"/>
                      <a:pt x="39" y="63"/>
                      <a:pt x="39" y="63"/>
                    </a:cubicBezTo>
                    <a:cubicBezTo>
                      <a:pt x="39" y="62"/>
                      <a:pt x="39" y="62"/>
                      <a:pt x="39" y="62"/>
                    </a:cubicBezTo>
                    <a:cubicBezTo>
                      <a:pt x="38" y="61"/>
                      <a:pt x="38" y="61"/>
                      <a:pt x="38" y="61"/>
                    </a:cubicBezTo>
                    <a:cubicBezTo>
                      <a:pt x="39" y="59"/>
                      <a:pt x="39" y="59"/>
                      <a:pt x="39" y="59"/>
                    </a:cubicBezTo>
                    <a:cubicBezTo>
                      <a:pt x="40" y="58"/>
                      <a:pt x="40" y="58"/>
                      <a:pt x="40" y="58"/>
                    </a:cubicBezTo>
                    <a:cubicBezTo>
                      <a:pt x="40" y="57"/>
                      <a:pt x="40" y="57"/>
                      <a:pt x="40" y="57"/>
                    </a:cubicBezTo>
                    <a:cubicBezTo>
                      <a:pt x="40" y="56"/>
                      <a:pt x="40" y="56"/>
                      <a:pt x="39" y="55"/>
                    </a:cubicBezTo>
                    <a:cubicBezTo>
                      <a:pt x="38" y="55"/>
                      <a:pt x="37" y="54"/>
                      <a:pt x="37" y="54"/>
                    </a:cubicBezTo>
                    <a:cubicBezTo>
                      <a:pt x="34" y="54"/>
                      <a:pt x="34" y="54"/>
                      <a:pt x="34" y="54"/>
                    </a:cubicBezTo>
                    <a:cubicBezTo>
                      <a:pt x="34" y="55"/>
                      <a:pt x="34" y="56"/>
                      <a:pt x="34" y="57"/>
                    </a:cubicBezTo>
                    <a:cubicBezTo>
                      <a:pt x="34" y="57"/>
                      <a:pt x="32" y="53"/>
                      <a:pt x="30" y="52"/>
                    </a:cubicBezTo>
                    <a:cubicBezTo>
                      <a:pt x="29" y="53"/>
                      <a:pt x="29" y="53"/>
                      <a:pt x="29" y="53"/>
                    </a:cubicBezTo>
                    <a:cubicBezTo>
                      <a:pt x="30" y="54"/>
                      <a:pt x="27" y="55"/>
                      <a:pt x="26" y="56"/>
                    </a:cubicBezTo>
                    <a:cubicBezTo>
                      <a:pt x="25" y="57"/>
                      <a:pt x="25" y="58"/>
                      <a:pt x="25" y="58"/>
                    </a:cubicBezTo>
                    <a:cubicBezTo>
                      <a:pt x="26" y="58"/>
                      <a:pt x="32" y="56"/>
                      <a:pt x="32" y="62"/>
                    </a:cubicBezTo>
                    <a:cubicBezTo>
                      <a:pt x="32" y="62"/>
                      <a:pt x="32" y="64"/>
                      <a:pt x="31" y="64"/>
                    </a:cubicBezTo>
                    <a:cubicBezTo>
                      <a:pt x="31" y="64"/>
                      <a:pt x="32" y="65"/>
                      <a:pt x="31" y="66"/>
                    </a:cubicBezTo>
                    <a:cubicBezTo>
                      <a:pt x="30" y="67"/>
                      <a:pt x="28" y="69"/>
                      <a:pt x="27" y="70"/>
                    </a:cubicBezTo>
                    <a:cubicBezTo>
                      <a:pt x="25" y="72"/>
                      <a:pt x="27" y="73"/>
                      <a:pt x="28" y="74"/>
                    </a:cubicBezTo>
                    <a:cubicBezTo>
                      <a:pt x="28" y="75"/>
                      <a:pt x="30" y="77"/>
                      <a:pt x="30" y="78"/>
                    </a:cubicBezTo>
                    <a:cubicBezTo>
                      <a:pt x="32" y="79"/>
                      <a:pt x="32" y="79"/>
                      <a:pt x="32" y="79"/>
                    </a:cubicBezTo>
                    <a:cubicBezTo>
                      <a:pt x="32" y="78"/>
                      <a:pt x="32" y="78"/>
                      <a:pt x="32" y="78"/>
                    </a:cubicBezTo>
                    <a:cubicBezTo>
                      <a:pt x="33" y="76"/>
                      <a:pt x="33" y="76"/>
                      <a:pt x="33" y="76"/>
                    </a:cubicBezTo>
                    <a:cubicBezTo>
                      <a:pt x="34" y="75"/>
                      <a:pt x="34" y="75"/>
                      <a:pt x="34" y="75"/>
                    </a:cubicBezTo>
                    <a:cubicBezTo>
                      <a:pt x="35" y="74"/>
                      <a:pt x="35" y="74"/>
                      <a:pt x="35" y="74"/>
                    </a:cubicBezTo>
                    <a:cubicBezTo>
                      <a:pt x="36" y="73"/>
                      <a:pt x="36" y="73"/>
                      <a:pt x="36" y="73"/>
                    </a:cubicBezTo>
                    <a:cubicBezTo>
                      <a:pt x="36" y="76"/>
                      <a:pt x="36" y="76"/>
                      <a:pt x="36" y="76"/>
                    </a:cubicBezTo>
                    <a:cubicBezTo>
                      <a:pt x="36" y="76"/>
                      <a:pt x="36" y="79"/>
                      <a:pt x="35" y="80"/>
                    </a:cubicBezTo>
                    <a:cubicBezTo>
                      <a:pt x="34" y="81"/>
                      <a:pt x="33" y="83"/>
                      <a:pt x="32" y="83"/>
                    </a:cubicBezTo>
                    <a:cubicBezTo>
                      <a:pt x="30" y="83"/>
                      <a:pt x="30" y="83"/>
                      <a:pt x="29" y="82"/>
                    </a:cubicBezTo>
                    <a:cubicBezTo>
                      <a:pt x="29" y="81"/>
                      <a:pt x="28" y="79"/>
                      <a:pt x="28" y="79"/>
                    </a:cubicBezTo>
                    <a:cubicBezTo>
                      <a:pt x="27" y="79"/>
                      <a:pt x="27" y="79"/>
                      <a:pt x="27" y="79"/>
                    </a:cubicBezTo>
                    <a:cubicBezTo>
                      <a:pt x="25" y="77"/>
                      <a:pt x="25" y="77"/>
                      <a:pt x="25" y="77"/>
                    </a:cubicBezTo>
                    <a:cubicBezTo>
                      <a:pt x="23" y="75"/>
                      <a:pt x="23" y="75"/>
                      <a:pt x="23" y="75"/>
                    </a:cubicBezTo>
                    <a:cubicBezTo>
                      <a:pt x="22" y="74"/>
                      <a:pt x="22" y="74"/>
                      <a:pt x="22" y="74"/>
                    </a:cubicBezTo>
                    <a:cubicBezTo>
                      <a:pt x="22" y="72"/>
                      <a:pt x="22" y="72"/>
                      <a:pt x="22" y="72"/>
                    </a:cubicBezTo>
                    <a:cubicBezTo>
                      <a:pt x="23" y="70"/>
                      <a:pt x="23" y="70"/>
                      <a:pt x="23" y="70"/>
                    </a:cubicBezTo>
                    <a:cubicBezTo>
                      <a:pt x="23" y="69"/>
                      <a:pt x="23" y="69"/>
                      <a:pt x="23" y="69"/>
                    </a:cubicBezTo>
                    <a:cubicBezTo>
                      <a:pt x="23" y="68"/>
                      <a:pt x="23" y="68"/>
                      <a:pt x="23" y="68"/>
                    </a:cubicBezTo>
                    <a:cubicBezTo>
                      <a:pt x="23" y="68"/>
                      <a:pt x="22" y="69"/>
                      <a:pt x="21" y="69"/>
                    </a:cubicBezTo>
                    <a:cubicBezTo>
                      <a:pt x="20" y="70"/>
                      <a:pt x="20" y="70"/>
                      <a:pt x="20" y="70"/>
                    </a:cubicBezTo>
                    <a:cubicBezTo>
                      <a:pt x="18" y="72"/>
                      <a:pt x="18" y="72"/>
                      <a:pt x="18" y="72"/>
                    </a:cubicBezTo>
                    <a:cubicBezTo>
                      <a:pt x="18" y="72"/>
                      <a:pt x="18" y="74"/>
                      <a:pt x="18" y="75"/>
                    </a:cubicBezTo>
                    <a:cubicBezTo>
                      <a:pt x="17" y="75"/>
                      <a:pt x="16" y="78"/>
                      <a:pt x="15" y="79"/>
                    </a:cubicBezTo>
                    <a:cubicBezTo>
                      <a:pt x="14" y="80"/>
                      <a:pt x="13" y="81"/>
                      <a:pt x="13" y="82"/>
                    </a:cubicBezTo>
                    <a:cubicBezTo>
                      <a:pt x="13" y="83"/>
                      <a:pt x="13" y="84"/>
                      <a:pt x="13" y="85"/>
                    </a:cubicBezTo>
                    <a:cubicBezTo>
                      <a:pt x="12" y="86"/>
                      <a:pt x="12" y="86"/>
                      <a:pt x="12" y="87"/>
                    </a:cubicBezTo>
                    <a:cubicBezTo>
                      <a:pt x="12" y="88"/>
                      <a:pt x="12" y="89"/>
                      <a:pt x="11" y="91"/>
                    </a:cubicBezTo>
                    <a:cubicBezTo>
                      <a:pt x="10" y="92"/>
                      <a:pt x="10" y="93"/>
                      <a:pt x="10" y="94"/>
                    </a:cubicBezTo>
                    <a:cubicBezTo>
                      <a:pt x="11" y="95"/>
                      <a:pt x="11" y="97"/>
                      <a:pt x="12" y="97"/>
                    </a:cubicBezTo>
                    <a:cubicBezTo>
                      <a:pt x="13" y="97"/>
                      <a:pt x="14" y="96"/>
                      <a:pt x="15" y="96"/>
                    </a:cubicBezTo>
                    <a:cubicBezTo>
                      <a:pt x="16" y="96"/>
                      <a:pt x="17" y="96"/>
                      <a:pt x="17" y="96"/>
                    </a:cubicBezTo>
                    <a:cubicBezTo>
                      <a:pt x="19" y="98"/>
                      <a:pt x="19" y="98"/>
                      <a:pt x="19" y="98"/>
                    </a:cubicBezTo>
                    <a:cubicBezTo>
                      <a:pt x="19" y="99"/>
                      <a:pt x="19" y="98"/>
                      <a:pt x="18" y="99"/>
                    </a:cubicBezTo>
                    <a:cubicBezTo>
                      <a:pt x="17" y="100"/>
                      <a:pt x="16" y="101"/>
                      <a:pt x="14" y="101"/>
                    </a:cubicBezTo>
                    <a:cubicBezTo>
                      <a:pt x="13" y="101"/>
                      <a:pt x="11" y="101"/>
                      <a:pt x="10" y="101"/>
                    </a:cubicBezTo>
                    <a:cubicBezTo>
                      <a:pt x="8" y="100"/>
                      <a:pt x="8" y="100"/>
                      <a:pt x="8" y="100"/>
                    </a:cubicBezTo>
                    <a:cubicBezTo>
                      <a:pt x="7" y="96"/>
                      <a:pt x="7" y="96"/>
                      <a:pt x="7" y="96"/>
                    </a:cubicBezTo>
                    <a:cubicBezTo>
                      <a:pt x="7" y="94"/>
                      <a:pt x="7" y="94"/>
                      <a:pt x="7" y="94"/>
                    </a:cubicBezTo>
                    <a:cubicBezTo>
                      <a:pt x="7" y="89"/>
                      <a:pt x="7" y="89"/>
                      <a:pt x="7" y="89"/>
                    </a:cubicBezTo>
                    <a:cubicBezTo>
                      <a:pt x="8" y="89"/>
                      <a:pt x="8" y="88"/>
                      <a:pt x="8" y="87"/>
                    </a:cubicBezTo>
                    <a:cubicBezTo>
                      <a:pt x="8" y="85"/>
                      <a:pt x="7" y="84"/>
                      <a:pt x="7" y="83"/>
                    </a:cubicBezTo>
                    <a:cubicBezTo>
                      <a:pt x="9" y="80"/>
                      <a:pt x="9" y="80"/>
                      <a:pt x="9" y="80"/>
                    </a:cubicBezTo>
                    <a:cubicBezTo>
                      <a:pt x="9" y="78"/>
                      <a:pt x="9" y="78"/>
                      <a:pt x="9" y="78"/>
                    </a:cubicBezTo>
                    <a:cubicBezTo>
                      <a:pt x="8" y="78"/>
                      <a:pt x="8" y="78"/>
                      <a:pt x="8" y="78"/>
                    </a:cubicBezTo>
                    <a:cubicBezTo>
                      <a:pt x="10" y="75"/>
                      <a:pt x="10" y="75"/>
                      <a:pt x="10" y="75"/>
                    </a:cubicBezTo>
                    <a:cubicBezTo>
                      <a:pt x="8" y="75"/>
                      <a:pt x="8" y="75"/>
                      <a:pt x="8" y="75"/>
                    </a:cubicBezTo>
                    <a:cubicBezTo>
                      <a:pt x="8" y="74"/>
                      <a:pt x="8" y="74"/>
                      <a:pt x="8" y="74"/>
                    </a:cubicBezTo>
                    <a:cubicBezTo>
                      <a:pt x="7" y="74"/>
                      <a:pt x="7" y="74"/>
                      <a:pt x="7" y="74"/>
                    </a:cubicBezTo>
                    <a:cubicBezTo>
                      <a:pt x="7" y="72"/>
                      <a:pt x="7" y="72"/>
                      <a:pt x="7" y="72"/>
                    </a:cubicBezTo>
                    <a:cubicBezTo>
                      <a:pt x="7" y="72"/>
                      <a:pt x="7" y="72"/>
                      <a:pt x="7" y="72"/>
                    </a:cubicBezTo>
                    <a:cubicBezTo>
                      <a:pt x="7" y="71"/>
                      <a:pt x="7" y="71"/>
                      <a:pt x="7" y="71"/>
                    </a:cubicBezTo>
                    <a:cubicBezTo>
                      <a:pt x="6" y="71"/>
                      <a:pt x="6" y="71"/>
                      <a:pt x="6" y="71"/>
                    </a:cubicBezTo>
                    <a:cubicBezTo>
                      <a:pt x="7" y="69"/>
                      <a:pt x="7" y="69"/>
                      <a:pt x="7" y="69"/>
                    </a:cubicBezTo>
                    <a:cubicBezTo>
                      <a:pt x="5" y="69"/>
                      <a:pt x="5" y="69"/>
                      <a:pt x="5" y="69"/>
                    </a:cubicBezTo>
                    <a:cubicBezTo>
                      <a:pt x="7" y="67"/>
                      <a:pt x="7" y="67"/>
                      <a:pt x="7" y="67"/>
                    </a:cubicBezTo>
                    <a:cubicBezTo>
                      <a:pt x="7" y="67"/>
                      <a:pt x="3" y="64"/>
                      <a:pt x="3" y="60"/>
                    </a:cubicBezTo>
                    <a:cubicBezTo>
                      <a:pt x="3" y="55"/>
                      <a:pt x="10" y="49"/>
                      <a:pt x="10" y="42"/>
                    </a:cubicBezTo>
                    <a:cubicBezTo>
                      <a:pt x="10" y="41"/>
                      <a:pt x="10" y="39"/>
                      <a:pt x="10" y="39"/>
                    </a:cubicBezTo>
                    <a:cubicBezTo>
                      <a:pt x="8" y="38"/>
                      <a:pt x="8" y="38"/>
                      <a:pt x="8" y="38"/>
                    </a:cubicBezTo>
                    <a:cubicBezTo>
                      <a:pt x="8" y="37"/>
                      <a:pt x="8" y="37"/>
                      <a:pt x="8" y="37"/>
                    </a:cubicBezTo>
                    <a:cubicBezTo>
                      <a:pt x="8" y="36"/>
                      <a:pt x="6" y="37"/>
                      <a:pt x="6" y="37"/>
                    </a:cubicBezTo>
                    <a:cubicBezTo>
                      <a:pt x="6" y="36"/>
                      <a:pt x="4" y="37"/>
                      <a:pt x="4" y="39"/>
                    </a:cubicBezTo>
                    <a:cubicBezTo>
                      <a:pt x="4" y="40"/>
                      <a:pt x="4" y="40"/>
                      <a:pt x="4" y="40"/>
                    </a:cubicBezTo>
                    <a:cubicBezTo>
                      <a:pt x="4" y="40"/>
                      <a:pt x="8" y="41"/>
                      <a:pt x="7" y="44"/>
                    </a:cubicBezTo>
                    <a:cubicBezTo>
                      <a:pt x="6" y="46"/>
                      <a:pt x="4" y="48"/>
                      <a:pt x="4" y="49"/>
                    </a:cubicBezTo>
                    <a:cubicBezTo>
                      <a:pt x="4" y="50"/>
                      <a:pt x="5" y="52"/>
                      <a:pt x="5" y="52"/>
                    </a:cubicBezTo>
                    <a:cubicBezTo>
                      <a:pt x="6" y="52"/>
                      <a:pt x="1" y="53"/>
                      <a:pt x="2" y="49"/>
                    </a:cubicBezTo>
                    <a:cubicBezTo>
                      <a:pt x="2" y="45"/>
                      <a:pt x="3" y="45"/>
                      <a:pt x="3" y="44"/>
                    </a:cubicBezTo>
                    <a:cubicBezTo>
                      <a:pt x="3" y="43"/>
                      <a:pt x="1" y="42"/>
                      <a:pt x="1" y="39"/>
                    </a:cubicBezTo>
                    <a:cubicBezTo>
                      <a:pt x="2" y="36"/>
                      <a:pt x="4" y="35"/>
                      <a:pt x="6" y="34"/>
                    </a:cubicBezTo>
                    <a:cubicBezTo>
                      <a:pt x="8" y="35"/>
                      <a:pt x="8" y="35"/>
                      <a:pt x="8" y="35"/>
                    </a:cubicBezTo>
                    <a:cubicBezTo>
                      <a:pt x="7" y="34"/>
                      <a:pt x="5" y="33"/>
                      <a:pt x="4" y="30"/>
                    </a:cubicBezTo>
                    <a:cubicBezTo>
                      <a:pt x="4" y="30"/>
                      <a:pt x="5" y="29"/>
                      <a:pt x="7" y="29"/>
                    </a:cubicBezTo>
                    <a:cubicBezTo>
                      <a:pt x="6" y="29"/>
                      <a:pt x="2" y="24"/>
                      <a:pt x="3" y="22"/>
                    </a:cubicBezTo>
                    <a:cubicBezTo>
                      <a:pt x="3" y="22"/>
                      <a:pt x="6" y="22"/>
                      <a:pt x="7" y="23"/>
                    </a:cubicBezTo>
                    <a:cubicBezTo>
                      <a:pt x="7" y="23"/>
                      <a:pt x="1" y="18"/>
                      <a:pt x="2" y="14"/>
                    </a:cubicBezTo>
                    <a:cubicBezTo>
                      <a:pt x="2" y="14"/>
                      <a:pt x="6" y="17"/>
                      <a:pt x="7" y="17"/>
                    </a:cubicBezTo>
                    <a:cubicBezTo>
                      <a:pt x="7" y="17"/>
                      <a:pt x="0" y="7"/>
                      <a:pt x="4" y="3"/>
                    </a:cubicBezTo>
                    <a:cubicBezTo>
                      <a:pt x="4" y="3"/>
                      <a:pt x="8" y="12"/>
                      <a:pt x="9" y="13"/>
                    </a:cubicBezTo>
                    <a:cubicBezTo>
                      <a:pt x="9" y="13"/>
                      <a:pt x="10" y="12"/>
                      <a:pt x="10" y="11"/>
                    </a:cubicBezTo>
                    <a:cubicBezTo>
                      <a:pt x="10" y="11"/>
                      <a:pt x="10" y="11"/>
                      <a:pt x="10" y="11"/>
                    </a:cubicBezTo>
                    <a:cubicBezTo>
                      <a:pt x="10" y="8"/>
                      <a:pt x="12" y="2"/>
                      <a:pt x="14" y="1"/>
                    </a:cubicBezTo>
                    <a:cubicBezTo>
                      <a:pt x="14" y="1"/>
                      <a:pt x="13" y="11"/>
                      <a:pt x="15" y="13"/>
                    </a:cubicBezTo>
                    <a:cubicBezTo>
                      <a:pt x="15" y="13"/>
                      <a:pt x="15" y="12"/>
                      <a:pt x="16" y="12"/>
                    </a:cubicBezTo>
                    <a:cubicBezTo>
                      <a:pt x="16" y="12"/>
                      <a:pt x="16" y="17"/>
                      <a:pt x="17" y="18"/>
                    </a:cubicBezTo>
                    <a:cubicBezTo>
                      <a:pt x="18" y="17"/>
                      <a:pt x="18" y="17"/>
                      <a:pt x="18" y="17"/>
                    </a:cubicBezTo>
                    <a:cubicBezTo>
                      <a:pt x="18" y="17"/>
                      <a:pt x="19" y="20"/>
                      <a:pt x="20" y="21"/>
                    </a:cubicBezTo>
                    <a:cubicBezTo>
                      <a:pt x="20" y="21"/>
                      <a:pt x="20" y="21"/>
                      <a:pt x="20" y="22"/>
                    </a:cubicBezTo>
                    <a:cubicBezTo>
                      <a:pt x="20" y="19"/>
                      <a:pt x="21" y="18"/>
                      <a:pt x="21" y="17"/>
                    </a:cubicBezTo>
                    <a:cubicBezTo>
                      <a:pt x="21" y="17"/>
                      <a:pt x="21" y="17"/>
                      <a:pt x="21" y="17"/>
                    </a:cubicBezTo>
                    <a:cubicBezTo>
                      <a:pt x="21" y="14"/>
                      <a:pt x="21" y="14"/>
                      <a:pt x="21" y="14"/>
                    </a:cubicBezTo>
                    <a:cubicBezTo>
                      <a:pt x="22" y="15"/>
                      <a:pt x="22" y="15"/>
                      <a:pt x="22" y="15"/>
                    </a:cubicBezTo>
                    <a:cubicBezTo>
                      <a:pt x="23" y="15"/>
                      <a:pt x="23" y="15"/>
                      <a:pt x="23" y="15"/>
                    </a:cubicBezTo>
                    <a:cubicBezTo>
                      <a:pt x="23" y="15"/>
                      <a:pt x="23" y="15"/>
                      <a:pt x="23" y="15"/>
                    </a:cubicBezTo>
                    <a:cubicBezTo>
                      <a:pt x="23" y="14"/>
                      <a:pt x="23" y="14"/>
                      <a:pt x="23" y="14"/>
                    </a:cubicBezTo>
                    <a:cubicBezTo>
                      <a:pt x="26" y="14"/>
                      <a:pt x="26" y="14"/>
                      <a:pt x="26" y="14"/>
                    </a:cubicBezTo>
                    <a:cubicBezTo>
                      <a:pt x="25" y="15"/>
                      <a:pt x="25" y="15"/>
                      <a:pt x="25" y="15"/>
                    </a:cubicBezTo>
                    <a:cubicBezTo>
                      <a:pt x="26" y="14"/>
                      <a:pt x="26" y="14"/>
                      <a:pt x="26" y="14"/>
                    </a:cubicBezTo>
                    <a:cubicBezTo>
                      <a:pt x="27" y="14"/>
                      <a:pt x="27" y="14"/>
                      <a:pt x="28" y="14"/>
                    </a:cubicBezTo>
                    <a:cubicBezTo>
                      <a:pt x="30" y="14"/>
                      <a:pt x="30" y="16"/>
                      <a:pt x="30" y="16"/>
                    </a:cubicBezTo>
                    <a:cubicBezTo>
                      <a:pt x="33" y="16"/>
                      <a:pt x="33" y="16"/>
                      <a:pt x="33" y="16"/>
                    </a:cubicBezTo>
                    <a:cubicBezTo>
                      <a:pt x="36" y="16"/>
                      <a:pt x="36" y="19"/>
                      <a:pt x="36" y="19"/>
                    </a:cubicBezTo>
                    <a:cubicBezTo>
                      <a:pt x="34" y="18"/>
                      <a:pt x="34" y="18"/>
                      <a:pt x="34" y="18"/>
                    </a:cubicBezTo>
                    <a:cubicBezTo>
                      <a:pt x="32" y="20"/>
                      <a:pt x="32" y="20"/>
                      <a:pt x="32" y="20"/>
                    </a:cubicBezTo>
                    <a:cubicBezTo>
                      <a:pt x="32" y="20"/>
                      <a:pt x="32" y="20"/>
                      <a:pt x="32" y="20"/>
                    </a:cubicBezTo>
                    <a:cubicBezTo>
                      <a:pt x="32" y="21"/>
                      <a:pt x="32" y="21"/>
                      <a:pt x="32" y="21"/>
                    </a:cubicBezTo>
                    <a:cubicBezTo>
                      <a:pt x="34" y="22"/>
                      <a:pt x="34" y="22"/>
                      <a:pt x="34" y="22"/>
                    </a:cubicBezTo>
                    <a:cubicBezTo>
                      <a:pt x="36" y="22"/>
                      <a:pt x="36" y="22"/>
                      <a:pt x="36" y="22"/>
                    </a:cubicBezTo>
                    <a:cubicBezTo>
                      <a:pt x="35" y="23"/>
                      <a:pt x="35" y="23"/>
                      <a:pt x="35" y="23"/>
                    </a:cubicBezTo>
                    <a:cubicBezTo>
                      <a:pt x="35" y="23"/>
                      <a:pt x="34" y="24"/>
                      <a:pt x="33" y="24"/>
                    </a:cubicBezTo>
                    <a:cubicBezTo>
                      <a:pt x="32" y="24"/>
                      <a:pt x="31" y="23"/>
                      <a:pt x="30" y="23"/>
                    </a:cubicBezTo>
                    <a:cubicBezTo>
                      <a:pt x="28" y="23"/>
                      <a:pt x="28" y="23"/>
                      <a:pt x="28" y="23"/>
                    </a:cubicBezTo>
                    <a:cubicBezTo>
                      <a:pt x="28" y="23"/>
                      <a:pt x="28" y="23"/>
                      <a:pt x="28" y="23"/>
                    </a:cubicBezTo>
                    <a:cubicBezTo>
                      <a:pt x="28" y="24"/>
                      <a:pt x="28" y="24"/>
                      <a:pt x="28" y="24"/>
                    </a:cubicBezTo>
                    <a:cubicBezTo>
                      <a:pt x="28" y="25"/>
                      <a:pt x="29" y="26"/>
                      <a:pt x="30" y="27"/>
                    </a:cubicBezTo>
                    <a:cubicBezTo>
                      <a:pt x="32" y="28"/>
                      <a:pt x="34" y="30"/>
                      <a:pt x="35" y="31"/>
                    </a:cubicBezTo>
                    <a:cubicBezTo>
                      <a:pt x="36" y="32"/>
                      <a:pt x="36" y="34"/>
                      <a:pt x="37" y="35"/>
                    </a:cubicBezTo>
                    <a:cubicBezTo>
                      <a:pt x="38" y="32"/>
                      <a:pt x="38" y="32"/>
                      <a:pt x="38" y="32"/>
                    </a:cubicBezTo>
                    <a:cubicBezTo>
                      <a:pt x="39" y="31"/>
                      <a:pt x="39" y="31"/>
                      <a:pt x="39" y="30"/>
                    </a:cubicBezTo>
                    <a:cubicBezTo>
                      <a:pt x="39" y="29"/>
                      <a:pt x="40" y="27"/>
                      <a:pt x="40" y="27"/>
                    </a:cubicBezTo>
                    <a:cubicBezTo>
                      <a:pt x="40" y="27"/>
                      <a:pt x="42" y="28"/>
                      <a:pt x="41" y="30"/>
                    </a:cubicBezTo>
                    <a:cubicBezTo>
                      <a:pt x="42" y="28"/>
                      <a:pt x="42" y="28"/>
                      <a:pt x="42" y="28"/>
                    </a:cubicBezTo>
                    <a:cubicBezTo>
                      <a:pt x="43" y="28"/>
                      <a:pt x="43" y="28"/>
                      <a:pt x="43" y="28"/>
                    </a:cubicBezTo>
                    <a:cubicBezTo>
                      <a:pt x="43" y="27"/>
                      <a:pt x="43" y="27"/>
                      <a:pt x="43" y="27"/>
                    </a:cubicBezTo>
                    <a:cubicBezTo>
                      <a:pt x="44" y="25"/>
                      <a:pt x="44" y="23"/>
                      <a:pt x="44" y="21"/>
                    </a:cubicBezTo>
                    <a:cubicBezTo>
                      <a:pt x="44" y="20"/>
                      <a:pt x="44" y="19"/>
                      <a:pt x="43" y="18"/>
                    </a:cubicBezTo>
                    <a:cubicBezTo>
                      <a:pt x="43" y="17"/>
                      <a:pt x="42" y="16"/>
                      <a:pt x="42" y="16"/>
                    </a:cubicBezTo>
                    <a:cubicBezTo>
                      <a:pt x="42" y="14"/>
                      <a:pt x="42" y="14"/>
                      <a:pt x="42" y="14"/>
                    </a:cubicBezTo>
                    <a:cubicBezTo>
                      <a:pt x="42" y="14"/>
                      <a:pt x="42" y="14"/>
                      <a:pt x="42" y="14"/>
                    </a:cubicBezTo>
                    <a:cubicBezTo>
                      <a:pt x="43" y="12"/>
                      <a:pt x="43" y="12"/>
                      <a:pt x="43" y="12"/>
                    </a:cubicBezTo>
                    <a:cubicBezTo>
                      <a:pt x="44" y="12"/>
                      <a:pt x="44" y="12"/>
                      <a:pt x="44" y="12"/>
                    </a:cubicBezTo>
                    <a:cubicBezTo>
                      <a:pt x="43" y="14"/>
                      <a:pt x="43" y="14"/>
                      <a:pt x="43" y="14"/>
                    </a:cubicBezTo>
                    <a:cubicBezTo>
                      <a:pt x="43" y="14"/>
                      <a:pt x="43" y="14"/>
                      <a:pt x="43" y="14"/>
                    </a:cubicBezTo>
                    <a:cubicBezTo>
                      <a:pt x="44" y="14"/>
                      <a:pt x="44" y="14"/>
                      <a:pt x="44" y="14"/>
                    </a:cubicBezTo>
                    <a:cubicBezTo>
                      <a:pt x="44" y="13"/>
                      <a:pt x="44" y="13"/>
                      <a:pt x="44" y="13"/>
                    </a:cubicBezTo>
                    <a:cubicBezTo>
                      <a:pt x="44" y="13"/>
                      <a:pt x="44" y="11"/>
                      <a:pt x="46" y="11"/>
                    </a:cubicBezTo>
                    <a:cubicBezTo>
                      <a:pt x="46" y="11"/>
                      <a:pt x="46" y="11"/>
                      <a:pt x="46" y="11"/>
                    </a:cubicBezTo>
                    <a:cubicBezTo>
                      <a:pt x="46" y="11"/>
                      <a:pt x="45" y="12"/>
                      <a:pt x="45" y="13"/>
                    </a:cubicBezTo>
                    <a:cubicBezTo>
                      <a:pt x="45" y="13"/>
                      <a:pt x="45" y="13"/>
                      <a:pt x="45" y="13"/>
                    </a:cubicBezTo>
                    <a:cubicBezTo>
                      <a:pt x="46" y="15"/>
                      <a:pt x="46" y="15"/>
                      <a:pt x="46" y="15"/>
                    </a:cubicBezTo>
                    <a:cubicBezTo>
                      <a:pt x="46" y="16"/>
                      <a:pt x="46" y="16"/>
                      <a:pt x="46" y="16"/>
                    </a:cubicBezTo>
                    <a:cubicBezTo>
                      <a:pt x="47" y="14"/>
                      <a:pt x="47" y="14"/>
                      <a:pt x="47" y="14"/>
                    </a:cubicBezTo>
                    <a:cubicBezTo>
                      <a:pt x="48" y="14"/>
                      <a:pt x="48" y="14"/>
                      <a:pt x="48" y="14"/>
                    </a:cubicBezTo>
                    <a:cubicBezTo>
                      <a:pt x="48" y="14"/>
                      <a:pt x="48" y="14"/>
                      <a:pt x="48" y="14"/>
                    </a:cubicBezTo>
                    <a:cubicBezTo>
                      <a:pt x="48" y="14"/>
                      <a:pt x="47" y="12"/>
                      <a:pt x="50" y="13"/>
                    </a:cubicBezTo>
                    <a:cubicBezTo>
                      <a:pt x="49" y="14"/>
                      <a:pt x="49" y="14"/>
                      <a:pt x="49" y="14"/>
                    </a:cubicBezTo>
                    <a:cubicBezTo>
                      <a:pt x="49" y="14"/>
                      <a:pt x="49" y="14"/>
                      <a:pt x="49" y="14"/>
                    </a:cubicBezTo>
                    <a:cubicBezTo>
                      <a:pt x="49" y="14"/>
                      <a:pt x="49" y="14"/>
                      <a:pt x="49" y="14"/>
                    </a:cubicBezTo>
                    <a:cubicBezTo>
                      <a:pt x="48" y="16"/>
                      <a:pt x="48" y="16"/>
                      <a:pt x="48" y="16"/>
                    </a:cubicBezTo>
                    <a:cubicBezTo>
                      <a:pt x="47" y="19"/>
                      <a:pt x="47" y="19"/>
                      <a:pt x="47" y="19"/>
                    </a:cubicBezTo>
                    <a:cubicBezTo>
                      <a:pt x="47" y="22"/>
                      <a:pt x="47" y="22"/>
                      <a:pt x="47" y="22"/>
                    </a:cubicBezTo>
                    <a:cubicBezTo>
                      <a:pt x="48" y="26"/>
                      <a:pt x="48" y="26"/>
                      <a:pt x="48" y="26"/>
                    </a:cubicBezTo>
                    <a:cubicBezTo>
                      <a:pt x="49" y="28"/>
                      <a:pt x="49" y="28"/>
                      <a:pt x="49" y="28"/>
                    </a:cubicBezTo>
                    <a:cubicBezTo>
                      <a:pt x="48" y="29"/>
                      <a:pt x="48" y="29"/>
                      <a:pt x="48" y="29"/>
                    </a:cubicBezTo>
                    <a:cubicBezTo>
                      <a:pt x="48" y="29"/>
                      <a:pt x="48" y="29"/>
                      <a:pt x="48" y="29"/>
                    </a:cubicBezTo>
                    <a:cubicBezTo>
                      <a:pt x="49" y="30"/>
                      <a:pt x="49" y="30"/>
                      <a:pt x="49" y="30"/>
                    </a:cubicBezTo>
                    <a:cubicBezTo>
                      <a:pt x="49" y="30"/>
                      <a:pt x="49" y="30"/>
                      <a:pt x="49" y="30"/>
                    </a:cubicBezTo>
                    <a:cubicBezTo>
                      <a:pt x="47" y="29"/>
                      <a:pt x="47" y="29"/>
                      <a:pt x="47" y="29"/>
                    </a:cubicBezTo>
                    <a:cubicBezTo>
                      <a:pt x="48" y="29"/>
                      <a:pt x="48" y="29"/>
                      <a:pt x="48" y="29"/>
                    </a:cubicBezTo>
                    <a:cubicBezTo>
                      <a:pt x="47" y="29"/>
                      <a:pt x="47" y="29"/>
                      <a:pt x="47" y="29"/>
                    </a:cubicBezTo>
                    <a:cubicBezTo>
                      <a:pt x="47" y="27"/>
                      <a:pt x="47" y="27"/>
                      <a:pt x="47" y="27"/>
                    </a:cubicBezTo>
                    <a:cubicBezTo>
                      <a:pt x="46" y="25"/>
                      <a:pt x="46" y="25"/>
                      <a:pt x="46" y="25"/>
                    </a:cubicBezTo>
                    <a:cubicBezTo>
                      <a:pt x="46" y="25"/>
                      <a:pt x="46" y="25"/>
                      <a:pt x="46" y="25"/>
                    </a:cubicBezTo>
                    <a:cubicBezTo>
                      <a:pt x="46" y="25"/>
                      <a:pt x="45" y="26"/>
                      <a:pt x="45" y="27"/>
                    </a:cubicBezTo>
                    <a:cubicBezTo>
                      <a:pt x="45" y="28"/>
                      <a:pt x="44" y="29"/>
                      <a:pt x="44" y="30"/>
                    </a:cubicBezTo>
                    <a:cubicBezTo>
                      <a:pt x="44" y="31"/>
                      <a:pt x="44" y="31"/>
                      <a:pt x="44" y="31"/>
                    </a:cubicBezTo>
                    <a:cubicBezTo>
                      <a:pt x="44" y="31"/>
                      <a:pt x="46" y="31"/>
                      <a:pt x="46" y="35"/>
                    </a:cubicBezTo>
                    <a:cubicBezTo>
                      <a:pt x="46" y="35"/>
                      <a:pt x="45" y="32"/>
                      <a:pt x="43" y="33"/>
                    </a:cubicBezTo>
                    <a:cubicBezTo>
                      <a:pt x="41" y="35"/>
                      <a:pt x="42" y="39"/>
                      <a:pt x="41" y="39"/>
                    </a:cubicBezTo>
                    <a:cubicBezTo>
                      <a:pt x="40" y="39"/>
                      <a:pt x="38" y="40"/>
                      <a:pt x="38" y="41"/>
                    </a:cubicBezTo>
                    <a:cubicBezTo>
                      <a:pt x="37" y="43"/>
                      <a:pt x="37" y="43"/>
                      <a:pt x="37" y="43"/>
                    </a:cubicBezTo>
                    <a:cubicBezTo>
                      <a:pt x="35" y="46"/>
                      <a:pt x="34" y="48"/>
                      <a:pt x="33" y="49"/>
                    </a:cubicBezTo>
                    <a:cubicBezTo>
                      <a:pt x="33" y="49"/>
                      <a:pt x="33" y="49"/>
                      <a:pt x="33" y="49"/>
                    </a:cubicBezTo>
                    <a:cubicBezTo>
                      <a:pt x="33" y="49"/>
                      <a:pt x="35" y="48"/>
                      <a:pt x="37" y="48"/>
                    </a:cubicBezTo>
                    <a:cubicBezTo>
                      <a:pt x="35" y="50"/>
                      <a:pt x="35" y="50"/>
                      <a:pt x="35" y="50"/>
                    </a:cubicBezTo>
                    <a:cubicBezTo>
                      <a:pt x="36" y="51"/>
                      <a:pt x="36" y="51"/>
                      <a:pt x="36" y="51"/>
                    </a:cubicBezTo>
                    <a:cubicBezTo>
                      <a:pt x="37" y="52"/>
                      <a:pt x="38" y="53"/>
                      <a:pt x="39" y="53"/>
                    </a:cubicBezTo>
                    <a:cubicBezTo>
                      <a:pt x="40" y="54"/>
                      <a:pt x="40" y="54"/>
                      <a:pt x="40" y="54"/>
                    </a:cubicBezTo>
                    <a:cubicBezTo>
                      <a:pt x="41" y="53"/>
                      <a:pt x="41" y="53"/>
                      <a:pt x="41" y="53"/>
                    </a:cubicBezTo>
                    <a:cubicBezTo>
                      <a:pt x="41" y="51"/>
                      <a:pt x="41" y="51"/>
                      <a:pt x="41" y="51"/>
                    </a:cubicBezTo>
                    <a:cubicBezTo>
                      <a:pt x="40" y="50"/>
                      <a:pt x="40" y="50"/>
                      <a:pt x="40" y="50"/>
                    </a:cubicBezTo>
                    <a:cubicBezTo>
                      <a:pt x="41" y="49"/>
                      <a:pt x="41" y="49"/>
                      <a:pt x="41" y="49"/>
                    </a:cubicBezTo>
                    <a:cubicBezTo>
                      <a:pt x="41" y="48"/>
                      <a:pt x="41" y="48"/>
                      <a:pt x="41" y="48"/>
                    </a:cubicBezTo>
                    <a:cubicBezTo>
                      <a:pt x="42" y="47"/>
                      <a:pt x="42" y="47"/>
                      <a:pt x="42" y="47"/>
                    </a:cubicBezTo>
                    <a:cubicBezTo>
                      <a:pt x="43" y="47"/>
                      <a:pt x="43" y="47"/>
                      <a:pt x="43" y="47"/>
                    </a:cubicBezTo>
                    <a:cubicBezTo>
                      <a:pt x="44" y="46"/>
                      <a:pt x="44" y="46"/>
                      <a:pt x="44" y="46"/>
                    </a:cubicBezTo>
                    <a:cubicBezTo>
                      <a:pt x="45" y="46"/>
                      <a:pt x="45" y="46"/>
                      <a:pt x="45" y="46"/>
                    </a:cubicBezTo>
                    <a:cubicBezTo>
                      <a:pt x="45" y="47"/>
                      <a:pt x="45" y="47"/>
                      <a:pt x="45" y="47"/>
                    </a:cubicBezTo>
                    <a:cubicBezTo>
                      <a:pt x="59" y="0"/>
                      <a:pt x="59" y="0"/>
                      <a:pt x="59" y="0"/>
                    </a:cubicBezTo>
                    <a:cubicBezTo>
                      <a:pt x="0" y="0"/>
                      <a:pt x="0" y="0"/>
                      <a:pt x="0" y="0"/>
                    </a:cubicBezTo>
                    <a:lnTo>
                      <a:pt x="0" y="82"/>
                    </a:lnTo>
                    <a:close/>
                    <a:moveTo>
                      <a:pt x="115" y="29"/>
                    </a:moveTo>
                    <a:cubicBezTo>
                      <a:pt x="113" y="29"/>
                      <a:pt x="113" y="27"/>
                      <a:pt x="112" y="27"/>
                    </a:cubicBezTo>
                    <a:cubicBezTo>
                      <a:pt x="112" y="29"/>
                      <a:pt x="111" y="31"/>
                      <a:pt x="111" y="31"/>
                    </a:cubicBezTo>
                    <a:cubicBezTo>
                      <a:pt x="111" y="33"/>
                      <a:pt x="112" y="33"/>
                      <a:pt x="112" y="34"/>
                    </a:cubicBezTo>
                    <a:cubicBezTo>
                      <a:pt x="116" y="33"/>
                      <a:pt x="115" y="29"/>
                      <a:pt x="115" y="29"/>
                    </a:cubicBezTo>
                    <a:moveTo>
                      <a:pt x="20" y="26"/>
                    </a:moveTo>
                    <a:cubicBezTo>
                      <a:pt x="20" y="24"/>
                      <a:pt x="20" y="24"/>
                      <a:pt x="20" y="24"/>
                    </a:cubicBezTo>
                    <a:lnTo>
                      <a:pt x="20" y="26"/>
                    </a:lnTo>
                    <a:close/>
                    <a:moveTo>
                      <a:pt x="12" y="44"/>
                    </a:moveTo>
                    <a:cubicBezTo>
                      <a:pt x="12" y="45"/>
                      <a:pt x="12" y="45"/>
                      <a:pt x="12" y="45"/>
                    </a:cubicBezTo>
                    <a:cubicBezTo>
                      <a:pt x="10" y="53"/>
                      <a:pt x="5" y="54"/>
                      <a:pt x="5" y="60"/>
                    </a:cubicBezTo>
                    <a:cubicBezTo>
                      <a:pt x="5" y="60"/>
                      <a:pt x="6" y="62"/>
                      <a:pt x="7" y="63"/>
                    </a:cubicBezTo>
                    <a:cubicBezTo>
                      <a:pt x="9" y="63"/>
                      <a:pt x="8" y="62"/>
                      <a:pt x="9" y="61"/>
                    </a:cubicBezTo>
                    <a:cubicBezTo>
                      <a:pt x="10" y="59"/>
                      <a:pt x="10" y="58"/>
                      <a:pt x="12" y="56"/>
                    </a:cubicBezTo>
                    <a:cubicBezTo>
                      <a:pt x="14" y="55"/>
                      <a:pt x="16" y="53"/>
                      <a:pt x="17" y="51"/>
                    </a:cubicBezTo>
                    <a:cubicBezTo>
                      <a:pt x="17" y="50"/>
                      <a:pt x="18" y="49"/>
                      <a:pt x="18" y="48"/>
                    </a:cubicBezTo>
                    <a:cubicBezTo>
                      <a:pt x="18" y="47"/>
                      <a:pt x="18" y="47"/>
                      <a:pt x="18" y="47"/>
                    </a:cubicBezTo>
                    <a:cubicBezTo>
                      <a:pt x="17" y="47"/>
                      <a:pt x="16" y="47"/>
                      <a:pt x="15" y="47"/>
                    </a:cubicBezTo>
                    <a:cubicBezTo>
                      <a:pt x="15" y="47"/>
                      <a:pt x="15" y="45"/>
                      <a:pt x="16" y="43"/>
                    </a:cubicBezTo>
                    <a:cubicBezTo>
                      <a:pt x="16" y="43"/>
                      <a:pt x="15" y="44"/>
                      <a:pt x="12" y="44"/>
                    </a:cubicBezTo>
                    <a:moveTo>
                      <a:pt x="21" y="34"/>
                    </a:moveTo>
                    <a:cubicBezTo>
                      <a:pt x="21" y="33"/>
                      <a:pt x="21" y="33"/>
                      <a:pt x="21" y="31"/>
                    </a:cubicBezTo>
                    <a:cubicBezTo>
                      <a:pt x="21" y="31"/>
                      <a:pt x="21" y="29"/>
                      <a:pt x="20" y="27"/>
                    </a:cubicBezTo>
                    <a:cubicBezTo>
                      <a:pt x="20" y="27"/>
                      <a:pt x="19" y="29"/>
                      <a:pt x="18" y="29"/>
                    </a:cubicBezTo>
                    <a:cubicBezTo>
                      <a:pt x="18" y="29"/>
                      <a:pt x="16" y="33"/>
                      <a:pt x="21" y="34"/>
                    </a:cubicBezTo>
                    <a:moveTo>
                      <a:pt x="9" y="35"/>
                    </a:moveTo>
                    <a:cubicBezTo>
                      <a:pt x="9" y="35"/>
                      <a:pt x="9" y="35"/>
                      <a:pt x="9" y="35"/>
                    </a:cubicBezTo>
                    <a:cubicBezTo>
                      <a:pt x="9" y="35"/>
                      <a:pt x="9" y="35"/>
                      <a:pt x="9" y="35"/>
                    </a:cubicBezTo>
                    <a:close/>
                    <a:moveTo>
                      <a:pt x="44" y="50"/>
                    </a:moveTo>
                    <a:cubicBezTo>
                      <a:pt x="44" y="50"/>
                      <a:pt x="44" y="50"/>
                      <a:pt x="44" y="50"/>
                    </a:cubicBezTo>
                    <a:cubicBezTo>
                      <a:pt x="43" y="52"/>
                      <a:pt x="43" y="52"/>
                      <a:pt x="43" y="52"/>
                    </a:cubicBezTo>
                    <a:lnTo>
                      <a:pt x="44" y="50"/>
                    </a:lnTo>
                    <a:close/>
                    <a:moveTo>
                      <a:pt x="45" y="47"/>
                    </a:moveTo>
                    <a:cubicBezTo>
                      <a:pt x="45" y="47"/>
                      <a:pt x="45" y="47"/>
                      <a:pt x="45" y="47"/>
                    </a:cubicBezTo>
                    <a:cubicBezTo>
                      <a:pt x="45" y="47"/>
                      <a:pt x="45" y="47"/>
                      <a:pt x="45" y="47"/>
                    </a:cubicBezTo>
                    <a:cubicBezTo>
                      <a:pt x="45" y="48"/>
                      <a:pt x="45" y="48"/>
                      <a:pt x="45" y="48"/>
                    </a:cubicBezTo>
                    <a:cubicBezTo>
                      <a:pt x="45" y="48"/>
                      <a:pt x="45" y="48"/>
                      <a:pt x="45" y="48"/>
                    </a:cubicBezTo>
                    <a:lnTo>
                      <a:pt x="45" y="47"/>
                    </a:lnTo>
                    <a:close/>
                    <a:moveTo>
                      <a:pt x="40" y="61"/>
                    </a:moveTo>
                    <a:cubicBezTo>
                      <a:pt x="40" y="62"/>
                      <a:pt x="40" y="62"/>
                      <a:pt x="40" y="62"/>
                    </a:cubicBezTo>
                    <a:cubicBezTo>
                      <a:pt x="40" y="63"/>
                      <a:pt x="40" y="63"/>
                      <a:pt x="40" y="63"/>
                    </a:cubicBezTo>
                    <a:cubicBezTo>
                      <a:pt x="40" y="63"/>
                      <a:pt x="40" y="63"/>
                      <a:pt x="40" y="63"/>
                    </a:cubicBezTo>
                    <a:cubicBezTo>
                      <a:pt x="42" y="56"/>
                      <a:pt x="42" y="56"/>
                      <a:pt x="42" y="56"/>
                    </a:cubicBezTo>
                    <a:cubicBezTo>
                      <a:pt x="42" y="56"/>
                      <a:pt x="42" y="56"/>
                      <a:pt x="42" y="56"/>
                    </a:cubicBezTo>
                    <a:cubicBezTo>
                      <a:pt x="42" y="57"/>
                      <a:pt x="41" y="58"/>
                      <a:pt x="41" y="59"/>
                    </a:cubicBezTo>
                    <a:lnTo>
                      <a:pt x="40" y="61"/>
                    </a:lnTo>
                    <a:close/>
                    <a:moveTo>
                      <a:pt x="72" y="0"/>
                    </a:moveTo>
                    <a:cubicBezTo>
                      <a:pt x="113" y="136"/>
                      <a:pt x="113" y="136"/>
                      <a:pt x="113" y="136"/>
                    </a:cubicBezTo>
                    <a:cubicBezTo>
                      <a:pt x="124" y="123"/>
                      <a:pt x="132" y="105"/>
                      <a:pt x="132" y="82"/>
                    </a:cubicBezTo>
                    <a:cubicBezTo>
                      <a:pt x="132" y="0"/>
                      <a:pt x="132" y="0"/>
                      <a:pt x="132" y="0"/>
                    </a:cubicBezTo>
                    <a:lnTo>
                      <a:pt x="72" y="0"/>
                    </a:lnTo>
                    <a:close/>
                    <a:moveTo>
                      <a:pt x="131" y="49"/>
                    </a:moveTo>
                    <a:cubicBezTo>
                      <a:pt x="132" y="53"/>
                      <a:pt x="127" y="52"/>
                      <a:pt x="127" y="52"/>
                    </a:cubicBezTo>
                    <a:cubicBezTo>
                      <a:pt x="128" y="52"/>
                      <a:pt x="129" y="50"/>
                      <a:pt x="129" y="49"/>
                    </a:cubicBezTo>
                    <a:cubicBezTo>
                      <a:pt x="129" y="48"/>
                      <a:pt x="127" y="46"/>
                      <a:pt x="126" y="44"/>
                    </a:cubicBezTo>
                    <a:cubicBezTo>
                      <a:pt x="125" y="41"/>
                      <a:pt x="128" y="40"/>
                      <a:pt x="128" y="40"/>
                    </a:cubicBezTo>
                    <a:cubicBezTo>
                      <a:pt x="129" y="39"/>
                      <a:pt x="129" y="39"/>
                      <a:pt x="129" y="39"/>
                    </a:cubicBezTo>
                    <a:cubicBezTo>
                      <a:pt x="129" y="37"/>
                      <a:pt x="127" y="36"/>
                      <a:pt x="126" y="37"/>
                    </a:cubicBezTo>
                    <a:cubicBezTo>
                      <a:pt x="126" y="37"/>
                      <a:pt x="125" y="36"/>
                      <a:pt x="124" y="37"/>
                    </a:cubicBezTo>
                    <a:cubicBezTo>
                      <a:pt x="124" y="38"/>
                      <a:pt x="124" y="38"/>
                      <a:pt x="124" y="38"/>
                    </a:cubicBezTo>
                    <a:cubicBezTo>
                      <a:pt x="123" y="39"/>
                      <a:pt x="123" y="39"/>
                      <a:pt x="123" y="39"/>
                    </a:cubicBezTo>
                    <a:cubicBezTo>
                      <a:pt x="123" y="39"/>
                      <a:pt x="123" y="41"/>
                      <a:pt x="123" y="42"/>
                    </a:cubicBezTo>
                    <a:cubicBezTo>
                      <a:pt x="123" y="49"/>
                      <a:pt x="130" y="55"/>
                      <a:pt x="130" y="60"/>
                    </a:cubicBezTo>
                    <a:cubicBezTo>
                      <a:pt x="130" y="64"/>
                      <a:pt x="126" y="67"/>
                      <a:pt x="126" y="67"/>
                    </a:cubicBezTo>
                    <a:cubicBezTo>
                      <a:pt x="127" y="69"/>
                      <a:pt x="127" y="69"/>
                      <a:pt x="127" y="69"/>
                    </a:cubicBezTo>
                    <a:cubicBezTo>
                      <a:pt x="126" y="69"/>
                      <a:pt x="126" y="69"/>
                      <a:pt x="126" y="69"/>
                    </a:cubicBezTo>
                    <a:cubicBezTo>
                      <a:pt x="127" y="71"/>
                      <a:pt x="127" y="71"/>
                      <a:pt x="127" y="71"/>
                    </a:cubicBezTo>
                    <a:cubicBezTo>
                      <a:pt x="125" y="71"/>
                      <a:pt x="125" y="71"/>
                      <a:pt x="125" y="71"/>
                    </a:cubicBezTo>
                    <a:cubicBezTo>
                      <a:pt x="126" y="72"/>
                      <a:pt x="126" y="72"/>
                      <a:pt x="126" y="72"/>
                    </a:cubicBezTo>
                    <a:cubicBezTo>
                      <a:pt x="125" y="72"/>
                      <a:pt x="125" y="72"/>
                      <a:pt x="125" y="72"/>
                    </a:cubicBezTo>
                    <a:cubicBezTo>
                      <a:pt x="125" y="74"/>
                      <a:pt x="125" y="74"/>
                      <a:pt x="125" y="74"/>
                    </a:cubicBezTo>
                    <a:cubicBezTo>
                      <a:pt x="124" y="74"/>
                      <a:pt x="124" y="74"/>
                      <a:pt x="124" y="74"/>
                    </a:cubicBezTo>
                    <a:cubicBezTo>
                      <a:pt x="125" y="75"/>
                      <a:pt x="125" y="75"/>
                      <a:pt x="125" y="75"/>
                    </a:cubicBezTo>
                    <a:cubicBezTo>
                      <a:pt x="123" y="75"/>
                      <a:pt x="123" y="75"/>
                      <a:pt x="123" y="75"/>
                    </a:cubicBezTo>
                    <a:cubicBezTo>
                      <a:pt x="124" y="78"/>
                      <a:pt x="124" y="78"/>
                      <a:pt x="124" y="78"/>
                    </a:cubicBezTo>
                    <a:cubicBezTo>
                      <a:pt x="123" y="78"/>
                      <a:pt x="123" y="78"/>
                      <a:pt x="123" y="78"/>
                    </a:cubicBezTo>
                    <a:cubicBezTo>
                      <a:pt x="124" y="80"/>
                      <a:pt x="124" y="80"/>
                      <a:pt x="124" y="80"/>
                    </a:cubicBezTo>
                    <a:cubicBezTo>
                      <a:pt x="125" y="83"/>
                      <a:pt x="125" y="83"/>
                      <a:pt x="125" y="83"/>
                    </a:cubicBezTo>
                    <a:cubicBezTo>
                      <a:pt x="125" y="84"/>
                      <a:pt x="125" y="85"/>
                      <a:pt x="125" y="87"/>
                    </a:cubicBezTo>
                    <a:cubicBezTo>
                      <a:pt x="125" y="88"/>
                      <a:pt x="125" y="89"/>
                      <a:pt x="125" y="89"/>
                    </a:cubicBezTo>
                    <a:cubicBezTo>
                      <a:pt x="126" y="94"/>
                      <a:pt x="126" y="94"/>
                      <a:pt x="126" y="94"/>
                    </a:cubicBezTo>
                    <a:cubicBezTo>
                      <a:pt x="125" y="96"/>
                      <a:pt x="125" y="96"/>
                      <a:pt x="125" y="96"/>
                    </a:cubicBezTo>
                    <a:cubicBezTo>
                      <a:pt x="125" y="100"/>
                      <a:pt x="125" y="100"/>
                      <a:pt x="125" y="100"/>
                    </a:cubicBezTo>
                    <a:cubicBezTo>
                      <a:pt x="123" y="101"/>
                      <a:pt x="123" y="101"/>
                      <a:pt x="123" y="101"/>
                    </a:cubicBezTo>
                    <a:cubicBezTo>
                      <a:pt x="122" y="101"/>
                      <a:pt x="120" y="101"/>
                      <a:pt x="118" y="101"/>
                    </a:cubicBezTo>
                    <a:cubicBezTo>
                      <a:pt x="117" y="101"/>
                      <a:pt x="116" y="100"/>
                      <a:pt x="114" y="99"/>
                    </a:cubicBezTo>
                    <a:cubicBezTo>
                      <a:pt x="113" y="98"/>
                      <a:pt x="113" y="99"/>
                      <a:pt x="113" y="98"/>
                    </a:cubicBezTo>
                    <a:cubicBezTo>
                      <a:pt x="115" y="96"/>
                      <a:pt x="115" y="96"/>
                      <a:pt x="115" y="96"/>
                    </a:cubicBezTo>
                    <a:cubicBezTo>
                      <a:pt x="116" y="96"/>
                      <a:pt x="117" y="96"/>
                      <a:pt x="118" y="96"/>
                    </a:cubicBezTo>
                    <a:cubicBezTo>
                      <a:pt x="119" y="96"/>
                      <a:pt x="119" y="97"/>
                      <a:pt x="121" y="97"/>
                    </a:cubicBezTo>
                    <a:cubicBezTo>
                      <a:pt x="122" y="97"/>
                      <a:pt x="122" y="95"/>
                      <a:pt x="122" y="94"/>
                    </a:cubicBezTo>
                    <a:cubicBezTo>
                      <a:pt x="122" y="93"/>
                      <a:pt x="123" y="92"/>
                      <a:pt x="122" y="91"/>
                    </a:cubicBezTo>
                    <a:cubicBezTo>
                      <a:pt x="121" y="89"/>
                      <a:pt x="121" y="88"/>
                      <a:pt x="121" y="87"/>
                    </a:cubicBezTo>
                    <a:cubicBezTo>
                      <a:pt x="121" y="86"/>
                      <a:pt x="121" y="86"/>
                      <a:pt x="120" y="85"/>
                    </a:cubicBezTo>
                    <a:cubicBezTo>
                      <a:pt x="119" y="84"/>
                      <a:pt x="119" y="83"/>
                      <a:pt x="119" y="82"/>
                    </a:cubicBezTo>
                    <a:cubicBezTo>
                      <a:pt x="119" y="81"/>
                      <a:pt x="119" y="80"/>
                      <a:pt x="118" y="79"/>
                    </a:cubicBezTo>
                    <a:cubicBezTo>
                      <a:pt x="117" y="78"/>
                      <a:pt x="116" y="75"/>
                      <a:pt x="115" y="75"/>
                    </a:cubicBezTo>
                    <a:cubicBezTo>
                      <a:pt x="115" y="74"/>
                      <a:pt x="114" y="72"/>
                      <a:pt x="114" y="72"/>
                    </a:cubicBezTo>
                    <a:cubicBezTo>
                      <a:pt x="113" y="70"/>
                      <a:pt x="113" y="70"/>
                      <a:pt x="113" y="70"/>
                    </a:cubicBezTo>
                    <a:cubicBezTo>
                      <a:pt x="111" y="69"/>
                      <a:pt x="111" y="69"/>
                      <a:pt x="111" y="69"/>
                    </a:cubicBezTo>
                    <a:cubicBezTo>
                      <a:pt x="110" y="68"/>
                      <a:pt x="110" y="68"/>
                      <a:pt x="110" y="68"/>
                    </a:cubicBezTo>
                    <a:cubicBezTo>
                      <a:pt x="110" y="69"/>
                      <a:pt x="110" y="69"/>
                      <a:pt x="110" y="69"/>
                    </a:cubicBezTo>
                    <a:cubicBezTo>
                      <a:pt x="110" y="70"/>
                      <a:pt x="110" y="70"/>
                      <a:pt x="110" y="70"/>
                    </a:cubicBezTo>
                    <a:cubicBezTo>
                      <a:pt x="111" y="72"/>
                      <a:pt x="111" y="72"/>
                      <a:pt x="111" y="72"/>
                    </a:cubicBezTo>
                    <a:cubicBezTo>
                      <a:pt x="111" y="74"/>
                      <a:pt x="111" y="74"/>
                      <a:pt x="111" y="74"/>
                    </a:cubicBezTo>
                    <a:cubicBezTo>
                      <a:pt x="109" y="75"/>
                      <a:pt x="109" y="75"/>
                      <a:pt x="109" y="75"/>
                    </a:cubicBezTo>
                    <a:cubicBezTo>
                      <a:pt x="107" y="77"/>
                      <a:pt x="107" y="77"/>
                      <a:pt x="107" y="77"/>
                    </a:cubicBezTo>
                    <a:cubicBezTo>
                      <a:pt x="106" y="79"/>
                      <a:pt x="106" y="79"/>
                      <a:pt x="106" y="79"/>
                    </a:cubicBezTo>
                    <a:cubicBezTo>
                      <a:pt x="105" y="79"/>
                      <a:pt x="105" y="79"/>
                      <a:pt x="105" y="79"/>
                    </a:cubicBezTo>
                    <a:cubicBezTo>
                      <a:pt x="105" y="79"/>
                      <a:pt x="104" y="81"/>
                      <a:pt x="103" y="82"/>
                    </a:cubicBezTo>
                    <a:cubicBezTo>
                      <a:pt x="103" y="83"/>
                      <a:pt x="102" y="83"/>
                      <a:pt x="101" y="83"/>
                    </a:cubicBezTo>
                    <a:cubicBezTo>
                      <a:pt x="100" y="83"/>
                      <a:pt x="98" y="81"/>
                      <a:pt x="98" y="80"/>
                    </a:cubicBezTo>
                    <a:cubicBezTo>
                      <a:pt x="97" y="79"/>
                      <a:pt x="96" y="76"/>
                      <a:pt x="96" y="76"/>
                    </a:cubicBezTo>
                    <a:cubicBezTo>
                      <a:pt x="96" y="73"/>
                      <a:pt x="96" y="73"/>
                      <a:pt x="96" y="73"/>
                    </a:cubicBezTo>
                    <a:cubicBezTo>
                      <a:pt x="98" y="74"/>
                      <a:pt x="98" y="74"/>
                      <a:pt x="98" y="74"/>
                    </a:cubicBezTo>
                    <a:cubicBezTo>
                      <a:pt x="99" y="75"/>
                      <a:pt x="99" y="75"/>
                      <a:pt x="99" y="75"/>
                    </a:cubicBezTo>
                    <a:cubicBezTo>
                      <a:pt x="100" y="76"/>
                      <a:pt x="100" y="76"/>
                      <a:pt x="100" y="76"/>
                    </a:cubicBezTo>
                    <a:cubicBezTo>
                      <a:pt x="100" y="78"/>
                      <a:pt x="100" y="78"/>
                      <a:pt x="100" y="78"/>
                    </a:cubicBezTo>
                    <a:cubicBezTo>
                      <a:pt x="101" y="79"/>
                      <a:pt x="101" y="79"/>
                      <a:pt x="101" y="79"/>
                    </a:cubicBezTo>
                    <a:cubicBezTo>
                      <a:pt x="101" y="78"/>
                      <a:pt x="101" y="78"/>
                      <a:pt x="102" y="78"/>
                    </a:cubicBezTo>
                    <a:cubicBezTo>
                      <a:pt x="103" y="77"/>
                      <a:pt x="105" y="75"/>
                      <a:pt x="105" y="74"/>
                    </a:cubicBezTo>
                    <a:cubicBezTo>
                      <a:pt x="106" y="73"/>
                      <a:pt x="107" y="72"/>
                      <a:pt x="106" y="70"/>
                    </a:cubicBezTo>
                    <a:cubicBezTo>
                      <a:pt x="105" y="69"/>
                      <a:pt x="103" y="67"/>
                      <a:pt x="102" y="66"/>
                    </a:cubicBezTo>
                    <a:cubicBezTo>
                      <a:pt x="100" y="65"/>
                      <a:pt x="102" y="64"/>
                      <a:pt x="102" y="64"/>
                    </a:cubicBezTo>
                    <a:cubicBezTo>
                      <a:pt x="100" y="64"/>
                      <a:pt x="100" y="62"/>
                      <a:pt x="100" y="62"/>
                    </a:cubicBezTo>
                    <a:cubicBezTo>
                      <a:pt x="101" y="56"/>
                      <a:pt x="107" y="58"/>
                      <a:pt x="108" y="58"/>
                    </a:cubicBezTo>
                    <a:cubicBezTo>
                      <a:pt x="108" y="58"/>
                      <a:pt x="107" y="57"/>
                      <a:pt x="107" y="56"/>
                    </a:cubicBezTo>
                    <a:cubicBezTo>
                      <a:pt x="106" y="55"/>
                      <a:pt x="103" y="54"/>
                      <a:pt x="103" y="53"/>
                    </a:cubicBezTo>
                    <a:cubicBezTo>
                      <a:pt x="103" y="52"/>
                      <a:pt x="103" y="52"/>
                      <a:pt x="103" y="52"/>
                    </a:cubicBezTo>
                    <a:cubicBezTo>
                      <a:pt x="100" y="53"/>
                      <a:pt x="99" y="57"/>
                      <a:pt x="99" y="57"/>
                    </a:cubicBezTo>
                    <a:cubicBezTo>
                      <a:pt x="98" y="56"/>
                      <a:pt x="98" y="55"/>
                      <a:pt x="98" y="54"/>
                    </a:cubicBezTo>
                    <a:cubicBezTo>
                      <a:pt x="96" y="54"/>
                      <a:pt x="96" y="54"/>
                      <a:pt x="96" y="54"/>
                    </a:cubicBezTo>
                    <a:cubicBezTo>
                      <a:pt x="95" y="54"/>
                      <a:pt x="95" y="55"/>
                      <a:pt x="94" y="55"/>
                    </a:cubicBezTo>
                    <a:cubicBezTo>
                      <a:pt x="93" y="56"/>
                      <a:pt x="93" y="56"/>
                      <a:pt x="92" y="57"/>
                    </a:cubicBezTo>
                    <a:cubicBezTo>
                      <a:pt x="93" y="58"/>
                      <a:pt x="93" y="58"/>
                      <a:pt x="93" y="58"/>
                    </a:cubicBezTo>
                    <a:cubicBezTo>
                      <a:pt x="94" y="59"/>
                      <a:pt x="94" y="59"/>
                      <a:pt x="94" y="59"/>
                    </a:cubicBezTo>
                    <a:cubicBezTo>
                      <a:pt x="94" y="61"/>
                      <a:pt x="94" y="61"/>
                      <a:pt x="94" y="61"/>
                    </a:cubicBezTo>
                    <a:cubicBezTo>
                      <a:pt x="94" y="62"/>
                      <a:pt x="94" y="62"/>
                      <a:pt x="94" y="62"/>
                    </a:cubicBezTo>
                    <a:cubicBezTo>
                      <a:pt x="94" y="63"/>
                      <a:pt x="94" y="63"/>
                      <a:pt x="94" y="63"/>
                    </a:cubicBezTo>
                    <a:cubicBezTo>
                      <a:pt x="92" y="63"/>
                      <a:pt x="92" y="63"/>
                      <a:pt x="92" y="63"/>
                    </a:cubicBezTo>
                    <a:cubicBezTo>
                      <a:pt x="93" y="63"/>
                      <a:pt x="93" y="63"/>
                      <a:pt x="93" y="63"/>
                    </a:cubicBezTo>
                    <a:cubicBezTo>
                      <a:pt x="93" y="62"/>
                      <a:pt x="93" y="62"/>
                      <a:pt x="93" y="62"/>
                    </a:cubicBezTo>
                    <a:cubicBezTo>
                      <a:pt x="92" y="61"/>
                      <a:pt x="92" y="61"/>
                      <a:pt x="92" y="61"/>
                    </a:cubicBezTo>
                    <a:cubicBezTo>
                      <a:pt x="91" y="59"/>
                      <a:pt x="91" y="59"/>
                      <a:pt x="91" y="59"/>
                    </a:cubicBezTo>
                    <a:cubicBezTo>
                      <a:pt x="91" y="58"/>
                      <a:pt x="91" y="57"/>
                      <a:pt x="90" y="56"/>
                    </a:cubicBezTo>
                    <a:cubicBezTo>
                      <a:pt x="89" y="53"/>
                      <a:pt x="89" y="53"/>
                      <a:pt x="89" y="53"/>
                    </a:cubicBezTo>
                    <a:cubicBezTo>
                      <a:pt x="88" y="50"/>
                      <a:pt x="88" y="50"/>
                      <a:pt x="88" y="50"/>
                    </a:cubicBezTo>
                    <a:cubicBezTo>
                      <a:pt x="88" y="48"/>
                      <a:pt x="88" y="48"/>
                      <a:pt x="88" y="48"/>
                    </a:cubicBezTo>
                    <a:cubicBezTo>
                      <a:pt x="88" y="47"/>
                      <a:pt x="88" y="47"/>
                      <a:pt x="88" y="47"/>
                    </a:cubicBezTo>
                    <a:cubicBezTo>
                      <a:pt x="88" y="47"/>
                      <a:pt x="88" y="47"/>
                      <a:pt x="88" y="47"/>
                    </a:cubicBezTo>
                    <a:cubicBezTo>
                      <a:pt x="87" y="47"/>
                      <a:pt x="87" y="47"/>
                      <a:pt x="87" y="47"/>
                    </a:cubicBezTo>
                    <a:cubicBezTo>
                      <a:pt x="88" y="46"/>
                      <a:pt x="88" y="46"/>
                      <a:pt x="88" y="46"/>
                    </a:cubicBezTo>
                    <a:cubicBezTo>
                      <a:pt x="89" y="46"/>
                      <a:pt x="89" y="46"/>
                      <a:pt x="89" y="46"/>
                    </a:cubicBezTo>
                    <a:cubicBezTo>
                      <a:pt x="90" y="47"/>
                      <a:pt x="90" y="47"/>
                      <a:pt x="90" y="47"/>
                    </a:cubicBezTo>
                    <a:cubicBezTo>
                      <a:pt x="91" y="47"/>
                      <a:pt x="91" y="47"/>
                      <a:pt x="91" y="47"/>
                    </a:cubicBezTo>
                    <a:cubicBezTo>
                      <a:pt x="92" y="48"/>
                      <a:pt x="92" y="48"/>
                      <a:pt x="92" y="48"/>
                    </a:cubicBezTo>
                    <a:cubicBezTo>
                      <a:pt x="92" y="49"/>
                      <a:pt x="92" y="49"/>
                      <a:pt x="92" y="49"/>
                    </a:cubicBezTo>
                    <a:cubicBezTo>
                      <a:pt x="92" y="50"/>
                      <a:pt x="92" y="50"/>
                      <a:pt x="92" y="50"/>
                    </a:cubicBezTo>
                    <a:cubicBezTo>
                      <a:pt x="92" y="51"/>
                      <a:pt x="92" y="51"/>
                      <a:pt x="92" y="51"/>
                    </a:cubicBezTo>
                    <a:cubicBezTo>
                      <a:pt x="91" y="53"/>
                      <a:pt x="91" y="53"/>
                      <a:pt x="91" y="53"/>
                    </a:cubicBezTo>
                    <a:cubicBezTo>
                      <a:pt x="92" y="54"/>
                      <a:pt x="92" y="54"/>
                      <a:pt x="92" y="54"/>
                    </a:cubicBezTo>
                    <a:cubicBezTo>
                      <a:pt x="94" y="53"/>
                      <a:pt x="94" y="53"/>
                      <a:pt x="94" y="53"/>
                    </a:cubicBezTo>
                    <a:cubicBezTo>
                      <a:pt x="94" y="53"/>
                      <a:pt x="96" y="52"/>
                      <a:pt x="97" y="51"/>
                    </a:cubicBezTo>
                    <a:cubicBezTo>
                      <a:pt x="97" y="50"/>
                      <a:pt x="97" y="50"/>
                      <a:pt x="97" y="50"/>
                    </a:cubicBezTo>
                    <a:cubicBezTo>
                      <a:pt x="95" y="48"/>
                      <a:pt x="95" y="48"/>
                      <a:pt x="95" y="48"/>
                    </a:cubicBezTo>
                    <a:cubicBezTo>
                      <a:pt x="98" y="48"/>
                      <a:pt x="99" y="49"/>
                      <a:pt x="99" y="49"/>
                    </a:cubicBezTo>
                    <a:cubicBezTo>
                      <a:pt x="99" y="49"/>
                      <a:pt x="99" y="49"/>
                      <a:pt x="99" y="49"/>
                    </a:cubicBezTo>
                    <a:cubicBezTo>
                      <a:pt x="99" y="48"/>
                      <a:pt x="97" y="46"/>
                      <a:pt x="95" y="43"/>
                    </a:cubicBezTo>
                    <a:cubicBezTo>
                      <a:pt x="95" y="41"/>
                      <a:pt x="95" y="41"/>
                      <a:pt x="95" y="41"/>
                    </a:cubicBezTo>
                    <a:cubicBezTo>
                      <a:pt x="94" y="40"/>
                      <a:pt x="92" y="39"/>
                      <a:pt x="92" y="39"/>
                    </a:cubicBezTo>
                    <a:cubicBezTo>
                      <a:pt x="91" y="39"/>
                      <a:pt x="92" y="35"/>
                      <a:pt x="90" y="33"/>
                    </a:cubicBezTo>
                    <a:cubicBezTo>
                      <a:pt x="87" y="32"/>
                      <a:pt x="87" y="35"/>
                      <a:pt x="87" y="35"/>
                    </a:cubicBezTo>
                    <a:cubicBezTo>
                      <a:pt x="87" y="31"/>
                      <a:pt x="88" y="31"/>
                      <a:pt x="89" y="31"/>
                    </a:cubicBezTo>
                    <a:cubicBezTo>
                      <a:pt x="88" y="30"/>
                      <a:pt x="88" y="30"/>
                      <a:pt x="88" y="30"/>
                    </a:cubicBezTo>
                    <a:cubicBezTo>
                      <a:pt x="88" y="29"/>
                      <a:pt x="88" y="28"/>
                      <a:pt x="88" y="27"/>
                    </a:cubicBezTo>
                    <a:cubicBezTo>
                      <a:pt x="87" y="26"/>
                      <a:pt x="86" y="25"/>
                      <a:pt x="86" y="25"/>
                    </a:cubicBezTo>
                    <a:cubicBezTo>
                      <a:pt x="86" y="25"/>
                      <a:pt x="86" y="25"/>
                      <a:pt x="86" y="25"/>
                    </a:cubicBezTo>
                    <a:cubicBezTo>
                      <a:pt x="86" y="27"/>
                      <a:pt x="86" y="27"/>
                      <a:pt x="86" y="27"/>
                    </a:cubicBezTo>
                    <a:cubicBezTo>
                      <a:pt x="86" y="29"/>
                      <a:pt x="86" y="29"/>
                      <a:pt x="86" y="29"/>
                    </a:cubicBezTo>
                    <a:cubicBezTo>
                      <a:pt x="85" y="29"/>
                      <a:pt x="85" y="29"/>
                      <a:pt x="85" y="29"/>
                    </a:cubicBezTo>
                    <a:cubicBezTo>
                      <a:pt x="85" y="29"/>
                      <a:pt x="85" y="29"/>
                      <a:pt x="85" y="29"/>
                    </a:cubicBezTo>
                    <a:cubicBezTo>
                      <a:pt x="84" y="30"/>
                      <a:pt x="84" y="30"/>
                      <a:pt x="84" y="30"/>
                    </a:cubicBezTo>
                    <a:cubicBezTo>
                      <a:pt x="83" y="30"/>
                      <a:pt x="83" y="30"/>
                      <a:pt x="83" y="30"/>
                    </a:cubicBezTo>
                    <a:cubicBezTo>
                      <a:pt x="84" y="29"/>
                      <a:pt x="84" y="29"/>
                      <a:pt x="84" y="29"/>
                    </a:cubicBezTo>
                    <a:cubicBezTo>
                      <a:pt x="84" y="29"/>
                      <a:pt x="84" y="29"/>
                      <a:pt x="84" y="29"/>
                    </a:cubicBezTo>
                    <a:cubicBezTo>
                      <a:pt x="84" y="28"/>
                      <a:pt x="84" y="28"/>
                      <a:pt x="84" y="28"/>
                    </a:cubicBezTo>
                    <a:cubicBezTo>
                      <a:pt x="85" y="26"/>
                      <a:pt x="85" y="26"/>
                      <a:pt x="85" y="26"/>
                    </a:cubicBezTo>
                    <a:cubicBezTo>
                      <a:pt x="86" y="22"/>
                      <a:pt x="86" y="22"/>
                      <a:pt x="86" y="22"/>
                    </a:cubicBezTo>
                    <a:cubicBezTo>
                      <a:pt x="85" y="19"/>
                      <a:pt x="85" y="19"/>
                      <a:pt x="85" y="19"/>
                    </a:cubicBezTo>
                    <a:cubicBezTo>
                      <a:pt x="84" y="16"/>
                      <a:pt x="84" y="16"/>
                      <a:pt x="84" y="16"/>
                    </a:cubicBezTo>
                    <a:cubicBezTo>
                      <a:pt x="84" y="14"/>
                      <a:pt x="84" y="14"/>
                      <a:pt x="84" y="14"/>
                    </a:cubicBezTo>
                    <a:cubicBezTo>
                      <a:pt x="84" y="14"/>
                      <a:pt x="84" y="14"/>
                      <a:pt x="84" y="14"/>
                    </a:cubicBezTo>
                    <a:cubicBezTo>
                      <a:pt x="84" y="14"/>
                      <a:pt x="84" y="14"/>
                      <a:pt x="84" y="14"/>
                    </a:cubicBezTo>
                    <a:cubicBezTo>
                      <a:pt x="83" y="13"/>
                      <a:pt x="83" y="13"/>
                      <a:pt x="83" y="13"/>
                    </a:cubicBezTo>
                    <a:cubicBezTo>
                      <a:pt x="85" y="12"/>
                      <a:pt x="85" y="14"/>
                      <a:pt x="85" y="14"/>
                    </a:cubicBezTo>
                    <a:cubicBezTo>
                      <a:pt x="85" y="14"/>
                      <a:pt x="85" y="14"/>
                      <a:pt x="85" y="14"/>
                    </a:cubicBezTo>
                    <a:cubicBezTo>
                      <a:pt x="85" y="14"/>
                      <a:pt x="85" y="14"/>
                      <a:pt x="85" y="14"/>
                    </a:cubicBezTo>
                    <a:cubicBezTo>
                      <a:pt x="87" y="16"/>
                      <a:pt x="87" y="16"/>
                      <a:pt x="87" y="16"/>
                    </a:cubicBezTo>
                    <a:cubicBezTo>
                      <a:pt x="87" y="15"/>
                      <a:pt x="87" y="15"/>
                      <a:pt x="87" y="15"/>
                    </a:cubicBezTo>
                    <a:cubicBezTo>
                      <a:pt x="87" y="13"/>
                      <a:pt x="87" y="13"/>
                      <a:pt x="87" y="13"/>
                    </a:cubicBezTo>
                    <a:cubicBezTo>
                      <a:pt x="87" y="13"/>
                      <a:pt x="87" y="13"/>
                      <a:pt x="87" y="13"/>
                    </a:cubicBezTo>
                    <a:cubicBezTo>
                      <a:pt x="88" y="12"/>
                      <a:pt x="87" y="11"/>
                      <a:pt x="87" y="11"/>
                    </a:cubicBezTo>
                    <a:cubicBezTo>
                      <a:pt x="87" y="11"/>
                      <a:pt x="87" y="11"/>
                      <a:pt x="87" y="11"/>
                    </a:cubicBezTo>
                    <a:cubicBezTo>
                      <a:pt x="88" y="11"/>
                      <a:pt x="88" y="13"/>
                      <a:pt x="88" y="13"/>
                    </a:cubicBezTo>
                    <a:cubicBezTo>
                      <a:pt x="89" y="14"/>
                      <a:pt x="89" y="14"/>
                      <a:pt x="89" y="14"/>
                    </a:cubicBezTo>
                    <a:cubicBezTo>
                      <a:pt x="89" y="14"/>
                      <a:pt x="89" y="14"/>
                      <a:pt x="89" y="14"/>
                    </a:cubicBezTo>
                    <a:cubicBezTo>
                      <a:pt x="89" y="14"/>
                      <a:pt x="89" y="14"/>
                      <a:pt x="89" y="14"/>
                    </a:cubicBezTo>
                    <a:cubicBezTo>
                      <a:pt x="89" y="12"/>
                      <a:pt x="89" y="12"/>
                      <a:pt x="89" y="12"/>
                    </a:cubicBezTo>
                    <a:cubicBezTo>
                      <a:pt x="89" y="12"/>
                      <a:pt x="89" y="12"/>
                      <a:pt x="89" y="12"/>
                    </a:cubicBezTo>
                    <a:cubicBezTo>
                      <a:pt x="90" y="13"/>
                      <a:pt x="90" y="14"/>
                      <a:pt x="90" y="14"/>
                    </a:cubicBezTo>
                    <a:cubicBezTo>
                      <a:pt x="90" y="14"/>
                      <a:pt x="90" y="14"/>
                      <a:pt x="90" y="14"/>
                    </a:cubicBezTo>
                    <a:cubicBezTo>
                      <a:pt x="91" y="16"/>
                      <a:pt x="91" y="16"/>
                      <a:pt x="91" y="16"/>
                    </a:cubicBezTo>
                    <a:cubicBezTo>
                      <a:pt x="91" y="16"/>
                      <a:pt x="90" y="17"/>
                      <a:pt x="89" y="18"/>
                    </a:cubicBezTo>
                    <a:cubicBezTo>
                      <a:pt x="89" y="19"/>
                      <a:pt x="89" y="20"/>
                      <a:pt x="88" y="21"/>
                    </a:cubicBezTo>
                    <a:cubicBezTo>
                      <a:pt x="88" y="23"/>
                      <a:pt x="89" y="25"/>
                      <a:pt x="90" y="27"/>
                    </a:cubicBezTo>
                    <a:cubicBezTo>
                      <a:pt x="90" y="28"/>
                      <a:pt x="90" y="28"/>
                      <a:pt x="90" y="28"/>
                    </a:cubicBezTo>
                    <a:cubicBezTo>
                      <a:pt x="90" y="28"/>
                      <a:pt x="90" y="28"/>
                      <a:pt x="90" y="28"/>
                    </a:cubicBezTo>
                    <a:cubicBezTo>
                      <a:pt x="91" y="30"/>
                      <a:pt x="91" y="30"/>
                      <a:pt x="91" y="30"/>
                    </a:cubicBezTo>
                    <a:cubicBezTo>
                      <a:pt x="91" y="28"/>
                      <a:pt x="93" y="27"/>
                      <a:pt x="93" y="27"/>
                    </a:cubicBezTo>
                    <a:cubicBezTo>
                      <a:pt x="93" y="27"/>
                      <a:pt x="93" y="29"/>
                      <a:pt x="93" y="30"/>
                    </a:cubicBezTo>
                    <a:cubicBezTo>
                      <a:pt x="94" y="31"/>
                      <a:pt x="94" y="31"/>
                      <a:pt x="94" y="32"/>
                    </a:cubicBezTo>
                    <a:cubicBezTo>
                      <a:pt x="96" y="35"/>
                      <a:pt x="96" y="35"/>
                      <a:pt x="96" y="35"/>
                    </a:cubicBezTo>
                    <a:cubicBezTo>
                      <a:pt x="96" y="34"/>
                      <a:pt x="97" y="32"/>
                      <a:pt x="98" y="31"/>
                    </a:cubicBezTo>
                    <a:cubicBezTo>
                      <a:pt x="99" y="30"/>
                      <a:pt x="101" y="28"/>
                      <a:pt x="102" y="27"/>
                    </a:cubicBezTo>
                    <a:cubicBezTo>
                      <a:pt x="103" y="26"/>
                      <a:pt x="105" y="25"/>
                      <a:pt x="105" y="24"/>
                    </a:cubicBezTo>
                    <a:cubicBezTo>
                      <a:pt x="105" y="23"/>
                      <a:pt x="105" y="23"/>
                      <a:pt x="105" y="23"/>
                    </a:cubicBezTo>
                    <a:cubicBezTo>
                      <a:pt x="105" y="23"/>
                      <a:pt x="105" y="23"/>
                      <a:pt x="105" y="23"/>
                    </a:cubicBezTo>
                    <a:cubicBezTo>
                      <a:pt x="102" y="23"/>
                      <a:pt x="102" y="23"/>
                      <a:pt x="102" y="23"/>
                    </a:cubicBezTo>
                    <a:cubicBezTo>
                      <a:pt x="102" y="23"/>
                      <a:pt x="101" y="24"/>
                      <a:pt x="100" y="24"/>
                    </a:cubicBezTo>
                    <a:cubicBezTo>
                      <a:pt x="98" y="24"/>
                      <a:pt x="98" y="23"/>
                      <a:pt x="97" y="23"/>
                    </a:cubicBezTo>
                    <a:cubicBezTo>
                      <a:pt x="97" y="22"/>
                      <a:pt x="97" y="22"/>
                      <a:pt x="97" y="22"/>
                    </a:cubicBezTo>
                    <a:cubicBezTo>
                      <a:pt x="99" y="22"/>
                      <a:pt x="99" y="22"/>
                      <a:pt x="99" y="22"/>
                    </a:cubicBezTo>
                    <a:cubicBezTo>
                      <a:pt x="100" y="21"/>
                      <a:pt x="100" y="21"/>
                      <a:pt x="100" y="21"/>
                    </a:cubicBezTo>
                    <a:cubicBezTo>
                      <a:pt x="101" y="20"/>
                      <a:pt x="101" y="20"/>
                      <a:pt x="101" y="20"/>
                    </a:cubicBezTo>
                    <a:cubicBezTo>
                      <a:pt x="99" y="18"/>
                      <a:pt x="99" y="18"/>
                      <a:pt x="99" y="18"/>
                    </a:cubicBezTo>
                    <a:cubicBezTo>
                      <a:pt x="97" y="19"/>
                      <a:pt x="97" y="19"/>
                      <a:pt x="97" y="19"/>
                    </a:cubicBezTo>
                    <a:cubicBezTo>
                      <a:pt x="97" y="19"/>
                      <a:pt x="97" y="16"/>
                      <a:pt x="99" y="16"/>
                    </a:cubicBezTo>
                    <a:cubicBezTo>
                      <a:pt x="102" y="16"/>
                      <a:pt x="102" y="16"/>
                      <a:pt x="102" y="16"/>
                    </a:cubicBezTo>
                    <a:cubicBezTo>
                      <a:pt x="102" y="16"/>
                      <a:pt x="103" y="14"/>
                      <a:pt x="104" y="14"/>
                    </a:cubicBezTo>
                    <a:cubicBezTo>
                      <a:pt x="105" y="14"/>
                      <a:pt x="106" y="14"/>
                      <a:pt x="107" y="14"/>
                    </a:cubicBezTo>
                    <a:cubicBezTo>
                      <a:pt x="108" y="15"/>
                      <a:pt x="108" y="15"/>
                      <a:pt x="108" y="15"/>
                    </a:cubicBezTo>
                    <a:cubicBezTo>
                      <a:pt x="107" y="14"/>
                      <a:pt x="107" y="14"/>
                      <a:pt x="107" y="14"/>
                    </a:cubicBezTo>
                    <a:cubicBezTo>
                      <a:pt x="109" y="14"/>
                      <a:pt x="109" y="14"/>
                      <a:pt x="109" y="14"/>
                    </a:cubicBezTo>
                    <a:cubicBezTo>
                      <a:pt x="110" y="15"/>
                      <a:pt x="110" y="15"/>
                      <a:pt x="110" y="15"/>
                    </a:cubicBezTo>
                    <a:cubicBezTo>
                      <a:pt x="109" y="15"/>
                      <a:pt x="109" y="15"/>
                      <a:pt x="109" y="15"/>
                    </a:cubicBezTo>
                    <a:cubicBezTo>
                      <a:pt x="110" y="15"/>
                      <a:pt x="110" y="15"/>
                      <a:pt x="110" y="15"/>
                    </a:cubicBezTo>
                    <a:cubicBezTo>
                      <a:pt x="111" y="14"/>
                      <a:pt x="111" y="14"/>
                      <a:pt x="111" y="14"/>
                    </a:cubicBezTo>
                    <a:cubicBezTo>
                      <a:pt x="112" y="17"/>
                      <a:pt x="112" y="17"/>
                      <a:pt x="112" y="17"/>
                    </a:cubicBezTo>
                    <a:cubicBezTo>
                      <a:pt x="111" y="17"/>
                      <a:pt x="111" y="17"/>
                      <a:pt x="111" y="17"/>
                    </a:cubicBezTo>
                    <a:cubicBezTo>
                      <a:pt x="111" y="18"/>
                      <a:pt x="113" y="19"/>
                      <a:pt x="113" y="22"/>
                    </a:cubicBezTo>
                    <a:cubicBezTo>
                      <a:pt x="113" y="21"/>
                      <a:pt x="113" y="21"/>
                      <a:pt x="113" y="21"/>
                    </a:cubicBezTo>
                    <a:cubicBezTo>
                      <a:pt x="114" y="20"/>
                      <a:pt x="115" y="17"/>
                      <a:pt x="115" y="17"/>
                    </a:cubicBezTo>
                    <a:cubicBezTo>
                      <a:pt x="116" y="18"/>
                      <a:pt x="116" y="18"/>
                      <a:pt x="116" y="18"/>
                    </a:cubicBezTo>
                    <a:cubicBezTo>
                      <a:pt x="116" y="17"/>
                      <a:pt x="117" y="12"/>
                      <a:pt x="117" y="12"/>
                    </a:cubicBezTo>
                    <a:cubicBezTo>
                      <a:pt x="118" y="12"/>
                      <a:pt x="118" y="13"/>
                      <a:pt x="118" y="13"/>
                    </a:cubicBezTo>
                    <a:cubicBezTo>
                      <a:pt x="119" y="11"/>
                      <a:pt x="118" y="1"/>
                      <a:pt x="118" y="1"/>
                    </a:cubicBezTo>
                    <a:cubicBezTo>
                      <a:pt x="121" y="2"/>
                      <a:pt x="123" y="8"/>
                      <a:pt x="122" y="11"/>
                    </a:cubicBezTo>
                    <a:cubicBezTo>
                      <a:pt x="123" y="11"/>
                      <a:pt x="123" y="11"/>
                      <a:pt x="123" y="11"/>
                    </a:cubicBezTo>
                    <a:cubicBezTo>
                      <a:pt x="123" y="12"/>
                      <a:pt x="123" y="13"/>
                      <a:pt x="123" y="13"/>
                    </a:cubicBezTo>
                    <a:cubicBezTo>
                      <a:pt x="125" y="12"/>
                      <a:pt x="129" y="3"/>
                      <a:pt x="129" y="3"/>
                    </a:cubicBezTo>
                    <a:cubicBezTo>
                      <a:pt x="133" y="7"/>
                      <a:pt x="126" y="17"/>
                      <a:pt x="126" y="17"/>
                    </a:cubicBezTo>
                    <a:cubicBezTo>
                      <a:pt x="127" y="17"/>
                      <a:pt x="130" y="14"/>
                      <a:pt x="130" y="14"/>
                    </a:cubicBezTo>
                    <a:cubicBezTo>
                      <a:pt x="132" y="18"/>
                      <a:pt x="125" y="23"/>
                      <a:pt x="125" y="23"/>
                    </a:cubicBezTo>
                    <a:cubicBezTo>
                      <a:pt x="127" y="22"/>
                      <a:pt x="130" y="22"/>
                      <a:pt x="130" y="22"/>
                    </a:cubicBezTo>
                    <a:cubicBezTo>
                      <a:pt x="130" y="24"/>
                      <a:pt x="126" y="29"/>
                      <a:pt x="125" y="29"/>
                    </a:cubicBezTo>
                    <a:cubicBezTo>
                      <a:pt x="128" y="29"/>
                      <a:pt x="129" y="30"/>
                      <a:pt x="129" y="30"/>
                    </a:cubicBezTo>
                    <a:cubicBezTo>
                      <a:pt x="128" y="33"/>
                      <a:pt x="126" y="34"/>
                      <a:pt x="124" y="35"/>
                    </a:cubicBezTo>
                    <a:cubicBezTo>
                      <a:pt x="126" y="34"/>
                      <a:pt x="126" y="34"/>
                      <a:pt x="126" y="34"/>
                    </a:cubicBezTo>
                    <a:cubicBezTo>
                      <a:pt x="129" y="35"/>
                      <a:pt x="131" y="36"/>
                      <a:pt x="131" y="39"/>
                    </a:cubicBezTo>
                    <a:cubicBezTo>
                      <a:pt x="131" y="42"/>
                      <a:pt x="130" y="43"/>
                      <a:pt x="130" y="44"/>
                    </a:cubicBezTo>
                    <a:cubicBezTo>
                      <a:pt x="130" y="45"/>
                      <a:pt x="130" y="45"/>
                      <a:pt x="131" y="4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8" name="Freeform 35">
                <a:extLst>
                  <a:ext uri="{FF2B5EF4-FFF2-40B4-BE49-F238E27FC236}">
                    <a16:creationId xmlns:a16="http://schemas.microsoft.com/office/drawing/2014/main" id="{E3F1BBFB-DF91-4FCA-92EE-1034500B853E}"/>
                  </a:ext>
                </a:extLst>
              </p:cNvPr>
              <p:cNvSpPr>
                <a:spLocks noEditPoints="1"/>
              </p:cNvSpPr>
              <p:nvPr/>
            </p:nvSpPr>
            <p:spPr bwMode="auto">
              <a:xfrm>
                <a:off x="6200775" y="2614613"/>
                <a:ext cx="103188" cy="122238"/>
              </a:xfrm>
              <a:custGeom>
                <a:avLst/>
                <a:gdLst>
                  <a:gd name="T0" fmla="*/ 21 w 48"/>
                  <a:gd name="T1" fmla="*/ 19 h 56"/>
                  <a:gd name="T2" fmla="*/ 23 w 48"/>
                  <a:gd name="T3" fmla="*/ 4 h 56"/>
                  <a:gd name="T4" fmla="*/ 19 w 48"/>
                  <a:gd name="T5" fmla="*/ 21 h 56"/>
                  <a:gd name="T6" fmla="*/ 7 w 48"/>
                  <a:gd name="T7" fmla="*/ 22 h 56"/>
                  <a:gd name="T8" fmla="*/ 25 w 48"/>
                  <a:gd name="T9" fmla="*/ 24 h 56"/>
                  <a:gd name="T10" fmla="*/ 42 w 48"/>
                  <a:gd name="T11" fmla="*/ 23 h 56"/>
                  <a:gd name="T12" fmla="*/ 43 w 48"/>
                  <a:gd name="T13" fmla="*/ 23 h 56"/>
                  <a:gd name="T14" fmla="*/ 25 w 48"/>
                  <a:gd name="T15" fmla="*/ 23 h 56"/>
                  <a:gd name="T16" fmla="*/ 31 w 48"/>
                  <a:gd name="T17" fmla="*/ 17 h 56"/>
                  <a:gd name="T18" fmla="*/ 24 w 48"/>
                  <a:gd name="T19" fmla="*/ 22 h 56"/>
                  <a:gd name="T20" fmla="*/ 24 w 48"/>
                  <a:gd name="T21" fmla="*/ 4 h 56"/>
                  <a:gd name="T22" fmla="*/ 24 w 48"/>
                  <a:gd name="T23" fmla="*/ 4 h 56"/>
                  <a:gd name="T24" fmla="*/ 24 w 48"/>
                  <a:gd name="T25" fmla="*/ 22 h 56"/>
                  <a:gd name="T26" fmla="*/ 17 w 48"/>
                  <a:gd name="T27" fmla="*/ 17 h 56"/>
                  <a:gd name="T28" fmla="*/ 23 w 48"/>
                  <a:gd name="T29" fmla="*/ 23 h 56"/>
                  <a:gd name="T30" fmla="*/ 7 w 48"/>
                  <a:gd name="T31" fmla="*/ 23 h 56"/>
                  <a:gd name="T32" fmla="*/ 5 w 48"/>
                  <a:gd name="T33" fmla="*/ 23 h 56"/>
                  <a:gd name="T34" fmla="*/ 6 w 48"/>
                  <a:gd name="T35" fmla="*/ 23 h 56"/>
                  <a:gd name="T36" fmla="*/ 18 w 48"/>
                  <a:gd name="T37" fmla="*/ 28 h 56"/>
                  <a:gd name="T38" fmla="*/ 19 w 48"/>
                  <a:gd name="T39" fmla="*/ 29 h 56"/>
                  <a:gd name="T40" fmla="*/ 24 w 48"/>
                  <a:gd name="T41" fmla="*/ 49 h 56"/>
                  <a:gd name="T42" fmla="*/ 24 w 48"/>
                  <a:gd name="T43" fmla="*/ 50 h 56"/>
                  <a:gd name="T44" fmla="*/ 24 w 48"/>
                  <a:gd name="T45" fmla="*/ 25 h 56"/>
                  <a:gd name="T46" fmla="*/ 29 w 48"/>
                  <a:gd name="T47" fmla="*/ 29 h 56"/>
                  <a:gd name="T48" fmla="*/ 30 w 48"/>
                  <a:gd name="T49" fmla="*/ 28 h 56"/>
                  <a:gd name="T50" fmla="*/ 44 w 48"/>
                  <a:gd name="T51" fmla="*/ 23 h 56"/>
                  <a:gd name="T52" fmla="*/ 26 w 48"/>
                  <a:gd name="T53" fmla="*/ 24 h 56"/>
                  <a:gd name="T54" fmla="*/ 48 w 48"/>
                  <a:gd name="T55" fmla="*/ 23 h 56"/>
                  <a:gd name="T56" fmla="*/ 43 w 48"/>
                  <a:gd name="T57" fmla="*/ 22 h 56"/>
                  <a:gd name="T58" fmla="*/ 44 w 48"/>
                  <a:gd name="T59" fmla="*/ 23 h 56"/>
                  <a:gd name="T60" fmla="*/ 24 w 48"/>
                  <a:gd name="T61" fmla="*/ 50 h 56"/>
                  <a:gd name="T62" fmla="*/ 23 w 48"/>
                  <a:gd name="T63" fmla="*/ 25 h 56"/>
                  <a:gd name="T64" fmla="*/ 24 w 48"/>
                  <a:gd name="T65" fmla="*/ 56 h 56"/>
                  <a:gd name="T66" fmla="*/ 28 w 48"/>
                  <a:gd name="T67" fmla="*/ 29 h 56"/>
                  <a:gd name="T68" fmla="*/ 25 w 48"/>
                  <a:gd name="T69" fmla="*/ 49 h 56"/>
                  <a:gd name="T70" fmla="*/ 6 w 48"/>
                  <a:gd name="T71" fmla="*/ 24 h 56"/>
                  <a:gd name="T72" fmla="*/ 6 w 48"/>
                  <a:gd name="T73" fmla="*/ 22 h 56"/>
                  <a:gd name="T74" fmla="*/ 0 w 48"/>
                  <a:gd name="T75" fmla="*/ 23 h 56"/>
                  <a:gd name="T76" fmla="*/ 22 w 48"/>
                  <a:gd name="T77" fmla="*/ 24 h 56"/>
                  <a:gd name="T78" fmla="*/ 43 w 48"/>
                  <a:gd name="T79" fmla="*/ 22 h 56"/>
                  <a:gd name="T80" fmla="*/ 26 w 48"/>
                  <a:gd name="T81" fmla="*/ 22 h 56"/>
                  <a:gd name="T82" fmla="*/ 25 w 48"/>
                  <a:gd name="T83" fmla="*/ 4 h 56"/>
                  <a:gd name="T84" fmla="*/ 25 w 48"/>
                  <a:gd name="T85" fmla="*/ 21 h 56"/>
                  <a:gd name="T86" fmla="*/ 24 w 48"/>
                  <a:gd name="T87" fmla="*/ 0 h 56"/>
                  <a:gd name="T88" fmla="*/ 23 w 48"/>
                  <a:gd name="T89" fmla="*/ 4 h 56"/>
                  <a:gd name="T90" fmla="*/ 24 w 48"/>
                  <a:gd name="T91" fmla="*/ 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8" h="56">
                    <a:moveTo>
                      <a:pt x="23" y="4"/>
                    </a:moveTo>
                    <a:cubicBezTo>
                      <a:pt x="21" y="19"/>
                      <a:pt x="21" y="19"/>
                      <a:pt x="21" y="19"/>
                    </a:cubicBezTo>
                    <a:cubicBezTo>
                      <a:pt x="23" y="21"/>
                      <a:pt x="23" y="21"/>
                      <a:pt x="23" y="21"/>
                    </a:cubicBezTo>
                    <a:lnTo>
                      <a:pt x="23" y="4"/>
                    </a:lnTo>
                    <a:close/>
                    <a:moveTo>
                      <a:pt x="22" y="22"/>
                    </a:moveTo>
                    <a:cubicBezTo>
                      <a:pt x="19" y="21"/>
                      <a:pt x="19" y="21"/>
                      <a:pt x="19" y="21"/>
                    </a:cubicBezTo>
                    <a:cubicBezTo>
                      <a:pt x="7" y="22"/>
                      <a:pt x="7" y="22"/>
                      <a:pt x="7" y="22"/>
                    </a:cubicBezTo>
                    <a:cubicBezTo>
                      <a:pt x="7" y="22"/>
                      <a:pt x="7" y="22"/>
                      <a:pt x="7" y="22"/>
                    </a:cubicBezTo>
                    <a:cubicBezTo>
                      <a:pt x="10" y="22"/>
                      <a:pt x="19" y="22"/>
                      <a:pt x="22" y="22"/>
                    </a:cubicBezTo>
                    <a:moveTo>
                      <a:pt x="25" y="24"/>
                    </a:moveTo>
                    <a:cubicBezTo>
                      <a:pt x="26" y="24"/>
                      <a:pt x="26" y="24"/>
                      <a:pt x="26" y="24"/>
                    </a:cubicBezTo>
                    <a:cubicBezTo>
                      <a:pt x="26" y="24"/>
                      <a:pt x="40" y="23"/>
                      <a:pt x="42" y="23"/>
                    </a:cubicBezTo>
                    <a:cubicBezTo>
                      <a:pt x="43" y="23"/>
                      <a:pt x="43" y="23"/>
                      <a:pt x="43" y="23"/>
                    </a:cubicBezTo>
                    <a:cubicBezTo>
                      <a:pt x="43" y="23"/>
                      <a:pt x="43" y="23"/>
                      <a:pt x="43" y="23"/>
                    </a:cubicBezTo>
                    <a:cubicBezTo>
                      <a:pt x="43" y="23"/>
                      <a:pt x="43" y="23"/>
                      <a:pt x="43" y="23"/>
                    </a:cubicBezTo>
                    <a:cubicBezTo>
                      <a:pt x="25" y="23"/>
                      <a:pt x="25" y="23"/>
                      <a:pt x="25" y="23"/>
                    </a:cubicBezTo>
                    <a:cubicBezTo>
                      <a:pt x="30" y="18"/>
                      <a:pt x="30" y="18"/>
                      <a:pt x="30" y="18"/>
                    </a:cubicBezTo>
                    <a:cubicBezTo>
                      <a:pt x="31" y="17"/>
                      <a:pt x="31" y="17"/>
                      <a:pt x="31" y="17"/>
                    </a:cubicBezTo>
                    <a:cubicBezTo>
                      <a:pt x="29" y="17"/>
                      <a:pt x="29" y="17"/>
                      <a:pt x="29" y="17"/>
                    </a:cubicBezTo>
                    <a:cubicBezTo>
                      <a:pt x="24" y="22"/>
                      <a:pt x="24" y="22"/>
                      <a:pt x="24" y="22"/>
                    </a:cubicBezTo>
                    <a:cubicBezTo>
                      <a:pt x="24" y="22"/>
                      <a:pt x="24" y="22"/>
                      <a:pt x="24" y="22"/>
                    </a:cubicBezTo>
                    <a:cubicBezTo>
                      <a:pt x="24" y="4"/>
                      <a:pt x="24" y="4"/>
                      <a:pt x="24" y="4"/>
                    </a:cubicBezTo>
                    <a:cubicBezTo>
                      <a:pt x="24" y="4"/>
                      <a:pt x="24" y="4"/>
                      <a:pt x="24" y="4"/>
                    </a:cubicBezTo>
                    <a:cubicBezTo>
                      <a:pt x="24" y="4"/>
                      <a:pt x="24" y="4"/>
                      <a:pt x="24" y="4"/>
                    </a:cubicBezTo>
                    <a:cubicBezTo>
                      <a:pt x="24" y="4"/>
                      <a:pt x="24" y="4"/>
                      <a:pt x="24" y="4"/>
                    </a:cubicBezTo>
                    <a:cubicBezTo>
                      <a:pt x="24" y="22"/>
                      <a:pt x="24" y="22"/>
                      <a:pt x="24" y="22"/>
                    </a:cubicBezTo>
                    <a:cubicBezTo>
                      <a:pt x="19" y="18"/>
                      <a:pt x="19" y="18"/>
                      <a:pt x="19" y="18"/>
                    </a:cubicBezTo>
                    <a:cubicBezTo>
                      <a:pt x="17" y="17"/>
                      <a:pt x="17" y="17"/>
                      <a:pt x="17" y="17"/>
                    </a:cubicBezTo>
                    <a:cubicBezTo>
                      <a:pt x="18" y="18"/>
                      <a:pt x="18" y="18"/>
                      <a:pt x="18" y="18"/>
                    </a:cubicBezTo>
                    <a:cubicBezTo>
                      <a:pt x="23" y="23"/>
                      <a:pt x="23" y="23"/>
                      <a:pt x="23" y="23"/>
                    </a:cubicBezTo>
                    <a:cubicBezTo>
                      <a:pt x="22" y="23"/>
                      <a:pt x="22" y="23"/>
                      <a:pt x="22" y="23"/>
                    </a:cubicBezTo>
                    <a:cubicBezTo>
                      <a:pt x="22" y="23"/>
                      <a:pt x="10" y="23"/>
                      <a:pt x="7" y="23"/>
                    </a:cubicBezTo>
                    <a:cubicBezTo>
                      <a:pt x="6" y="23"/>
                      <a:pt x="6" y="23"/>
                      <a:pt x="6" y="23"/>
                    </a:cubicBezTo>
                    <a:cubicBezTo>
                      <a:pt x="5" y="23"/>
                      <a:pt x="5" y="23"/>
                      <a:pt x="5" y="23"/>
                    </a:cubicBezTo>
                    <a:cubicBezTo>
                      <a:pt x="6" y="23"/>
                      <a:pt x="6" y="23"/>
                      <a:pt x="6" y="23"/>
                    </a:cubicBezTo>
                    <a:cubicBezTo>
                      <a:pt x="6" y="23"/>
                      <a:pt x="6" y="23"/>
                      <a:pt x="6" y="23"/>
                    </a:cubicBezTo>
                    <a:cubicBezTo>
                      <a:pt x="23" y="23"/>
                      <a:pt x="23" y="23"/>
                      <a:pt x="23" y="23"/>
                    </a:cubicBezTo>
                    <a:cubicBezTo>
                      <a:pt x="18" y="28"/>
                      <a:pt x="18" y="28"/>
                      <a:pt x="18" y="28"/>
                    </a:cubicBezTo>
                    <a:cubicBezTo>
                      <a:pt x="17" y="30"/>
                      <a:pt x="17" y="30"/>
                      <a:pt x="17" y="30"/>
                    </a:cubicBezTo>
                    <a:cubicBezTo>
                      <a:pt x="19" y="29"/>
                      <a:pt x="19" y="29"/>
                      <a:pt x="19" y="29"/>
                    </a:cubicBezTo>
                    <a:cubicBezTo>
                      <a:pt x="24" y="24"/>
                      <a:pt x="24" y="24"/>
                      <a:pt x="24" y="24"/>
                    </a:cubicBezTo>
                    <a:cubicBezTo>
                      <a:pt x="24" y="49"/>
                      <a:pt x="24" y="49"/>
                      <a:pt x="24" y="49"/>
                    </a:cubicBezTo>
                    <a:cubicBezTo>
                      <a:pt x="24" y="50"/>
                      <a:pt x="24" y="50"/>
                      <a:pt x="24" y="50"/>
                    </a:cubicBezTo>
                    <a:cubicBezTo>
                      <a:pt x="24" y="50"/>
                      <a:pt x="24" y="50"/>
                      <a:pt x="24" y="50"/>
                    </a:cubicBezTo>
                    <a:cubicBezTo>
                      <a:pt x="24" y="49"/>
                      <a:pt x="24" y="49"/>
                      <a:pt x="24" y="49"/>
                    </a:cubicBezTo>
                    <a:cubicBezTo>
                      <a:pt x="24" y="25"/>
                      <a:pt x="24" y="25"/>
                      <a:pt x="24" y="25"/>
                    </a:cubicBezTo>
                    <a:cubicBezTo>
                      <a:pt x="24" y="24"/>
                      <a:pt x="24" y="24"/>
                      <a:pt x="24" y="24"/>
                    </a:cubicBezTo>
                    <a:cubicBezTo>
                      <a:pt x="29" y="29"/>
                      <a:pt x="29" y="29"/>
                      <a:pt x="29" y="29"/>
                    </a:cubicBezTo>
                    <a:cubicBezTo>
                      <a:pt x="30" y="30"/>
                      <a:pt x="30" y="30"/>
                      <a:pt x="30" y="30"/>
                    </a:cubicBezTo>
                    <a:cubicBezTo>
                      <a:pt x="30" y="28"/>
                      <a:pt x="30" y="28"/>
                      <a:pt x="30" y="28"/>
                    </a:cubicBezTo>
                    <a:lnTo>
                      <a:pt x="25" y="24"/>
                    </a:lnTo>
                    <a:close/>
                    <a:moveTo>
                      <a:pt x="44" y="23"/>
                    </a:moveTo>
                    <a:cubicBezTo>
                      <a:pt x="42" y="24"/>
                      <a:pt x="42" y="24"/>
                      <a:pt x="42" y="24"/>
                    </a:cubicBezTo>
                    <a:cubicBezTo>
                      <a:pt x="41" y="24"/>
                      <a:pt x="29" y="24"/>
                      <a:pt x="26" y="24"/>
                    </a:cubicBezTo>
                    <a:cubicBezTo>
                      <a:pt x="28" y="26"/>
                      <a:pt x="28" y="26"/>
                      <a:pt x="28" y="26"/>
                    </a:cubicBezTo>
                    <a:cubicBezTo>
                      <a:pt x="48" y="23"/>
                      <a:pt x="48" y="23"/>
                      <a:pt x="48" y="23"/>
                    </a:cubicBezTo>
                    <a:cubicBezTo>
                      <a:pt x="48" y="23"/>
                      <a:pt x="48" y="23"/>
                      <a:pt x="48" y="23"/>
                    </a:cubicBezTo>
                    <a:cubicBezTo>
                      <a:pt x="43" y="22"/>
                      <a:pt x="43" y="22"/>
                      <a:pt x="43" y="22"/>
                    </a:cubicBezTo>
                    <a:cubicBezTo>
                      <a:pt x="43" y="22"/>
                      <a:pt x="43" y="22"/>
                      <a:pt x="43" y="22"/>
                    </a:cubicBezTo>
                    <a:lnTo>
                      <a:pt x="44" y="23"/>
                    </a:lnTo>
                    <a:close/>
                    <a:moveTo>
                      <a:pt x="25" y="49"/>
                    </a:moveTo>
                    <a:cubicBezTo>
                      <a:pt x="25" y="50"/>
                      <a:pt x="25" y="50"/>
                      <a:pt x="24" y="50"/>
                    </a:cubicBezTo>
                    <a:cubicBezTo>
                      <a:pt x="23" y="49"/>
                      <a:pt x="23" y="49"/>
                      <a:pt x="23" y="49"/>
                    </a:cubicBezTo>
                    <a:cubicBezTo>
                      <a:pt x="23" y="25"/>
                      <a:pt x="23" y="25"/>
                      <a:pt x="23" y="25"/>
                    </a:cubicBezTo>
                    <a:cubicBezTo>
                      <a:pt x="20" y="28"/>
                      <a:pt x="20" y="28"/>
                      <a:pt x="20" y="28"/>
                    </a:cubicBezTo>
                    <a:cubicBezTo>
                      <a:pt x="24" y="56"/>
                      <a:pt x="24" y="56"/>
                      <a:pt x="24" y="56"/>
                    </a:cubicBezTo>
                    <a:cubicBezTo>
                      <a:pt x="24" y="56"/>
                      <a:pt x="24" y="56"/>
                      <a:pt x="24" y="56"/>
                    </a:cubicBezTo>
                    <a:cubicBezTo>
                      <a:pt x="28" y="29"/>
                      <a:pt x="28" y="29"/>
                      <a:pt x="28" y="29"/>
                    </a:cubicBezTo>
                    <a:cubicBezTo>
                      <a:pt x="25" y="25"/>
                      <a:pt x="25" y="25"/>
                      <a:pt x="25" y="25"/>
                    </a:cubicBezTo>
                    <a:lnTo>
                      <a:pt x="25" y="49"/>
                    </a:lnTo>
                    <a:close/>
                    <a:moveTo>
                      <a:pt x="22" y="24"/>
                    </a:moveTo>
                    <a:cubicBezTo>
                      <a:pt x="6" y="24"/>
                      <a:pt x="6" y="24"/>
                      <a:pt x="6" y="24"/>
                    </a:cubicBezTo>
                    <a:cubicBezTo>
                      <a:pt x="6" y="24"/>
                      <a:pt x="5" y="24"/>
                      <a:pt x="5" y="23"/>
                    </a:cubicBezTo>
                    <a:cubicBezTo>
                      <a:pt x="6" y="22"/>
                      <a:pt x="6" y="22"/>
                      <a:pt x="6" y="22"/>
                    </a:cubicBezTo>
                    <a:cubicBezTo>
                      <a:pt x="0" y="23"/>
                      <a:pt x="0" y="23"/>
                      <a:pt x="0" y="23"/>
                    </a:cubicBezTo>
                    <a:cubicBezTo>
                      <a:pt x="0" y="23"/>
                      <a:pt x="0" y="23"/>
                      <a:pt x="0" y="23"/>
                    </a:cubicBezTo>
                    <a:cubicBezTo>
                      <a:pt x="19" y="26"/>
                      <a:pt x="19" y="26"/>
                      <a:pt x="19" y="26"/>
                    </a:cubicBezTo>
                    <a:lnTo>
                      <a:pt x="22" y="24"/>
                    </a:lnTo>
                    <a:close/>
                    <a:moveTo>
                      <a:pt x="26" y="22"/>
                    </a:moveTo>
                    <a:cubicBezTo>
                      <a:pt x="43" y="22"/>
                      <a:pt x="43" y="22"/>
                      <a:pt x="43" y="22"/>
                    </a:cubicBezTo>
                    <a:cubicBezTo>
                      <a:pt x="28" y="20"/>
                      <a:pt x="28" y="20"/>
                      <a:pt x="28" y="20"/>
                    </a:cubicBezTo>
                    <a:lnTo>
                      <a:pt x="26" y="22"/>
                    </a:lnTo>
                    <a:close/>
                    <a:moveTo>
                      <a:pt x="24" y="4"/>
                    </a:moveTo>
                    <a:cubicBezTo>
                      <a:pt x="25" y="4"/>
                      <a:pt x="25" y="4"/>
                      <a:pt x="25" y="4"/>
                    </a:cubicBezTo>
                    <a:cubicBezTo>
                      <a:pt x="25" y="4"/>
                      <a:pt x="25" y="4"/>
                      <a:pt x="25" y="4"/>
                    </a:cubicBezTo>
                    <a:cubicBezTo>
                      <a:pt x="25" y="21"/>
                      <a:pt x="25" y="21"/>
                      <a:pt x="25" y="21"/>
                    </a:cubicBezTo>
                    <a:cubicBezTo>
                      <a:pt x="28" y="18"/>
                      <a:pt x="28" y="18"/>
                      <a:pt x="28" y="18"/>
                    </a:cubicBezTo>
                    <a:cubicBezTo>
                      <a:pt x="24" y="0"/>
                      <a:pt x="24" y="0"/>
                      <a:pt x="24" y="0"/>
                    </a:cubicBezTo>
                    <a:cubicBezTo>
                      <a:pt x="24" y="0"/>
                      <a:pt x="24" y="0"/>
                      <a:pt x="24" y="0"/>
                    </a:cubicBezTo>
                    <a:cubicBezTo>
                      <a:pt x="23" y="4"/>
                      <a:pt x="23" y="4"/>
                      <a:pt x="23" y="4"/>
                    </a:cubicBezTo>
                    <a:cubicBezTo>
                      <a:pt x="23" y="4"/>
                      <a:pt x="23" y="4"/>
                      <a:pt x="23" y="4"/>
                    </a:cubicBezTo>
                    <a:lnTo>
                      <a:pt x="24" y="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9" name="Freeform 36">
                <a:extLst>
                  <a:ext uri="{FF2B5EF4-FFF2-40B4-BE49-F238E27FC236}">
                    <a16:creationId xmlns:a16="http://schemas.microsoft.com/office/drawing/2014/main" id="{FF94D35E-1202-42C4-A1D4-0F9204B906F4}"/>
                  </a:ext>
                </a:extLst>
              </p:cNvPr>
              <p:cNvSpPr>
                <a:spLocks noEditPoints="1"/>
              </p:cNvSpPr>
              <p:nvPr/>
            </p:nvSpPr>
            <p:spPr bwMode="auto">
              <a:xfrm>
                <a:off x="6197600" y="2746375"/>
                <a:ext cx="107950" cy="98425"/>
              </a:xfrm>
              <a:custGeom>
                <a:avLst/>
                <a:gdLst>
                  <a:gd name="T0" fmla="*/ 14 w 50"/>
                  <a:gd name="T1" fmla="*/ 20 h 45"/>
                  <a:gd name="T2" fmla="*/ 15 w 50"/>
                  <a:gd name="T3" fmla="*/ 11 h 45"/>
                  <a:gd name="T4" fmla="*/ 13 w 50"/>
                  <a:gd name="T5" fmla="*/ 27 h 45"/>
                  <a:gd name="T6" fmla="*/ 22 w 50"/>
                  <a:gd name="T7" fmla="*/ 14 h 45"/>
                  <a:gd name="T8" fmla="*/ 37 w 50"/>
                  <a:gd name="T9" fmla="*/ 24 h 45"/>
                  <a:gd name="T10" fmla="*/ 25 w 50"/>
                  <a:gd name="T11" fmla="*/ 24 h 45"/>
                  <a:gd name="T12" fmla="*/ 43 w 50"/>
                  <a:gd name="T13" fmla="*/ 31 h 45"/>
                  <a:gd name="T14" fmla="*/ 25 w 50"/>
                  <a:gd name="T15" fmla="*/ 22 h 45"/>
                  <a:gd name="T16" fmla="*/ 38 w 50"/>
                  <a:gd name="T17" fmla="*/ 3 h 45"/>
                  <a:gd name="T18" fmla="*/ 19 w 50"/>
                  <a:gd name="T19" fmla="*/ 3 h 45"/>
                  <a:gd name="T20" fmla="*/ 40 w 50"/>
                  <a:gd name="T21" fmla="*/ 0 h 45"/>
                  <a:gd name="T22" fmla="*/ 43 w 50"/>
                  <a:gd name="T23" fmla="*/ 39 h 45"/>
                  <a:gd name="T24" fmla="*/ 46 w 50"/>
                  <a:gd name="T25" fmla="*/ 41 h 45"/>
                  <a:gd name="T26" fmla="*/ 47 w 50"/>
                  <a:gd name="T27" fmla="*/ 44 h 45"/>
                  <a:gd name="T28" fmla="*/ 7 w 50"/>
                  <a:gd name="T29" fmla="*/ 39 h 45"/>
                  <a:gd name="T30" fmla="*/ 10 w 50"/>
                  <a:gd name="T31" fmla="*/ 41 h 45"/>
                  <a:gd name="T32" fmla="*/ 14 w 50"/>
                  <a:gd name="T33" fmla="*/ 41 h 45"/>
                  <a:gd name="T34" fmla="*/ 17 w 50"/>
                  <a:gd name="T35" fmla="*/ 43 h 45"/>
                  <a:gd name="T36" fmla="*/ 20 w 50"/>
                  <a:gd name="T37" fmla="*/ 42 h 45"/>
                  <a:gd name="T38" fmla="*/ 18 w 50"/>
                  <a:gd name="T39" fmla="*/ 38 h 45"/>
                  <a:gd name="T40" fmla="*/ 10 w 50"/>
                  <a:gd name="T41" fmla="*/ 38 h 45"/>
                  <a:gd name="T42" fmla="*/ 5 w 50"/>
                  <a:gd name="T43" fmla="*/ 37 h 45"/>
                  <a:gd name="T44" fmla="*/ 32 w 50"/>
                  <a:gd name="T45" fmla="*/ 10 h 45"/>
                  <a:gd name="T46" fmla="*/ 26 w 50"/>
                  <a:gd name="T47" fmla="*/ 17 h 45"/>
                  <a:gd name="T48" fmla="*/ 37 w 50"/>
                  <a:gd name="T49" fmla="*/ 17 h 45"/>
                  <a:gd name="T50" fmla="*/ 33 w 50"/>
                  <a:gd name="T51" fmla="*/ 21 h 45"/>
                  <a:gd name="T52" fmla="*/ 42 w 50"/>
                  <a:gd name="T53" fmla="*/ 43 h 45"/>
                  <a:gd name="T54" fmla="*/ 42 w 50"/>
                  <a:gd name="T55" fmla="*/ 42 h 45"/>
                  <a:gd name="T56" fmla="*/ 38 w 50"/>
                  <a:gd name="T57" fmla="*/ 27 h 45"/>
                  <a:gd name="T58" fmla="*/ 12 w 50"/>
                  <a:gd name="T59" fmla="*/ 24 h 45"/>
                  <a:gd name="T60" fmla="*/ 10 w 50"/>
                  <a:gd name="T61" fmla="*/ 37 h 45"/>
                  <a:gd name="T62" fmla="*/ 18 w 50"/>
                  <a:gd name="T63" fmla="*/ 38 h 45"/>
                  <a:gd name="T64" fmla="*/ 32 w 50"/>
                  <a:gd name="T65" fmla="*/ 38 h 45"/>
                  <a:gd name="T66" fmla="*/ 45 w 50"/>
                  <a:gd name="T67" fmla="*/ 38 h 45"/>
                  <a:gd name="T68" fmla="*/ 43 w 50"/>
                  <a:gd name="T69" fmla="*/ 40 h 45"/>
                  <a:gd name="T70" fmla="*/ 38 w 50"/>
                  <a:gd name="T71" fmla="*/ 39 h 45"/>
                  <a:gd name="T72" fmla="*/ 40 w 50"/>
                  <a:gd name="T73" fmla="*/ 42 h 45"/>
                  <a:gd name="T74" fmla="*/ 42 w 50"/>
                  <a:gd name="T75" fmla="*/ 41 h 45"/>
                  <a:gd name="T76" fmla="*/ 31 w 50"/>
                  <a:gd name="T77" fmla="*/ 40 h 45"/>
                  <a:gd name="T78" fmla="*/ 28 w 50"/>
                  <a:gd name="T79" fmla="*/ 39 h 45"/>
                  <a:gd name="T80" fmla="*/ 23 w 50"/>
                  <a:gd name="T81" fmla="*/ 40 h 45"/>
                  <a:gd name="T82" fmla="*/ 20 w 50"/>
                  <a:gd name="T83" fmla="*/ 41 h 45"/>
                  <a:gd name="T84" fmla="*/ 44 w 50"/>
                  <a:gd name="T85" fmla="*/ 42 h 45"/>
                  <a:gd name="T86" fmla="*/ 41 w 50"/>
                  <a:gd name="T87" fmla="*/ 43 h 45"/>
                  <a:gd name="T88" fmla="*/ 34 w 50"/>
                  <a:gd name="T89" fmla="*/ 43 h 45"/>
                  <a:gd name="T90" fmla="*/ 27 w 50"/>
                  <a:gd name="T91" fmla="*/ 43 h 45"/>
                  <a:gd name="T92" fmla="*/ 46 w 50"/>
                  <a:gd name="T93" fmla="*/ 44 h 45"/>
                  <a:gd name="T94" fmla="*/ 18 w 50"/>
                  <a:gd name="T95" fmla="*/ 44 h 45"/>
                  <a:gd name="T96" fmla="*/ 14 w 50"/>
                  <a:gd name="T97" fmla="*/ 42 h 45"/>
                  <a:gd name="T98" fmla="*/ 11 w 50"/>
                  <a:gd name="T99" fmla="*/ 42 h 45"/>
                  <a:gd name="T100" fmla="*/ 1 w 50"/>
                  <a:gd name="T101" fmla="*/ 44 h 45"/>
                  <a:gd name="T102" fmla="*/ 19 w 50"/>
                  <a:gd name="T103" fmla="*/ 45 h 45"/>
                  <a:gd name="T104" fmla="*/ 38 w 50"/>
                  <a:gd name="T105" fmla="*/ 40 h 45"/>
                  <a:gd name="T106" fmla="*/ 35 w 50"/>
                  <a:gd name="T107" fmla="*/ 40 h 45"/>
                  <a:gd name="T108" fmla="*/ 17 w 50"/>
                  <a:gd name="T109" fmla="*/ 24 h 45"/>
                  <a:gd name="T110" fmla="*/ 36 w 50"/>
                  <a:gd name="T111" fmla="*/ 11 h 45"/>
                  <a:gd name="T112" fmla="*/ 41 w 50"/>
                  <a:gd name="T113" fmla="*/ 24 h 45"/>
                  <a:gd name="T114" fmla="*/ 13 w 50"/>
                  <a:gd name="T115" fmla="*/ 17 h 45"/>
                  <a:gd name="T116" fmla="*/ 11 w 50"/>
                  <a:gd name="T117" fmla="*/ 14 h 45"/>
                  <a:gd name="T118" fmla="*/ 38 w 50"/>
                  <a:gd name="T119" fmla="*/ 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45">
                    <a:moveTo>
                      <a:pt x="20" y="24"/>
                    </a:moveTo>
                    <a:cubicBezTo>
                      <a:pt x="21" y="23"/>
                      <a:pt x="22" y="22"/>
                      <a:pt x="25" y="22"/>
                    </a:cubicBezTo>
                    <a:cubicBezTo>
                      <a:pt x="25" y="21"/>
                      <a:pt x="25" y="21"/>
                      <a:pt x="25" y="21"/>
                    </a:cubicBezTo>
                    <a:cubicBezTo>
                      <a:pt x="17" y="21"/>
                      <a:pt x="17" y="21"/>
                      <a:pt x="17" y="21"/>
                    </a:cubicBezTo>
                    <a:cubicBezTo>
                      <a:pt x="17" y="24"/>
                      <a:pt x="17" y="24"/>
                      <a:pt x="17" y="24"/>
                    </a:cubicBezTo>
                    <a:cubicBezTo>
                      <a:pt x="20" y="24"/>
                      <a:pt x="20" y="24"/>
                      <a:pt x="20" y="24"/>
                    </a:cubicBezTo>
                    <a:close/>
                    <a:moveTo>
                      <a:pt x="21" y="17"/>
                    </a:moveTo>
                    <a:cubicBezTo>
                      <a:pt x="14" y="17"/>
                      <a:pt x="14" y="17"/>
                      <a:pt x="14" y="17"/>
                    </a:cubicBezTo>
                    <a:cubicBezTo>
                      <a:pt x="14" y="20"/>
                      <a:pt x="14" y="20"/>
                      <a:pt x="14" y="20"/>
                    </a:cubicBezTo>
                    <a:cubicBezTo>
                      <a:pt x="21" y="20"/>
                      <a:pt x="21" y="20"/>
                      <a:pt x="21" y="20"/>
                    </a:cubicBezTo>
                    <a:lnTo>
                      <a:pt x="21" y="17"/>
                    </a:lnTo>
                    <a:close/>
                    <a:moveTo>
                      <a:pt x="25" y="15"/>
                    </a:moveTo>
                    <a:cubicBezTo>
                      <a:pt x="18" y="15"/>
                      <a:pt x="18" y="15"/>
                      <a:pt x="18" y="15"/>
                    </a:cubicBezTo>
                    <a:cubicBezTo>
                      <a:pt x="18" y="17"/>
                      <a:pt x="18" y="17"/>
                      <a:pt x="18" y="17"/>
                    </a:cubicBezTo>
                    <a:cubicBezTo>
                      <a:pt x="25" y="17"/>
                      <a:pt x="25" y="17"/>
                      <a:pt x="25" y="17"/>
                    </a:cubicBezTo>
                    <a:lnTo>
                      <a:pt x="25" y="15"/>
                    </a:lnTo>
                    <a:close/>
                    <a:moveTo>
                      <a:pt x="21" y="11"/>
                    </a:moveTo>
                    <a:cubicBezTo>
                      <a:pt x="15" y="11"/>
                      <a:pt x="15" y="11"/>
                      <a:pt x="15" y="11"/>
                    </a:cubicBezTo>
                    <a:cubicBezTo>
                      <a:pt x="15" y="14"/>
                      <a:pt x="15" y="14"/>
                      <a:pt x="15" y="14"/>
                    </a:cubicBezTo>
                    <a:cubicBezTo>
                      <a:pt x="21" y="14"/>
                      <a:pt x="21" y="14"/>
                      <a:pt x="21" y="14"/>
                    </a:cubicBezTo>
                    <a:lnTo>
                      <a:pt x="21" y="11"/>
                    </a:lnTo>
                    <a:close/>
                    <a:moveTo>
                      <a:pt x="13" y="27"/>
                    </a:moveTo>
                    <a:cubicBezTo>
                      <a:pt x="19" y="27"/>
                      <a:pt x="19" y="27"/>
                      <a:pt x="19" y="27"/>
                    </a:cubicBezTo>
                    <a:cubicBezTo>
                      <a:pt x="20" y="24"/>
                      <a:pt x="20" y="24"/>
                      <a:pt x="20" y="24"/>
                    </a:cubicBezTo>
                    <a:cubicBezTo>
                      <a:pt x="20" y="24"/>
                      <a:pt x="20" y="24"/>
                      <a:pt x="20" y="24"/>
                    </a:cubicBezTo>
                    <a:cubicBezTo>
                      <a:pt x="13" y="24"/>
                      <a:pt x="13" y="24"/>
                      <a:pt x="13" y="24"/>
                    </a:cubicBezTo>
                    <a:lnTo>
                      <a:pt x="13" y="27"/>
                    </a:lnTo>
                    <a:close/>
                    <a:moveTo>
                      <a:pt x="30" y="30"/>
                    </a:moveTo>
                    <a:cubicBezTo>
                      <a:pt x="34" y="30"/>
                      <a:pt x="34" y="30"/>
                      <a:pt x="34" y="30"/>
                    </a:cubicBezTo>
                    <a:cubicBezTo>
                      <a:pt x="34" y="27"/>
                      <a:pt x="34" y="27"/>
                      <a:pt x="34" y="27"/>
                    </a:cubicBezTo>
                    <a:cubicBezTo>
                      <a:pt x="32" y="27"/>
                      <a:pt x="32" y="27"/>
                      <a:pt x="32" y="27"/>
                    </a:cubicBezTo>
                    <a:cubicBezTo>
                      <a:pt x="32" y="29"/>
                      <a:pt x="32" y="29"/>
                      <a:pt x="32" y="29"/>
                    </a:cubicBezTo>
                    <a:cubicBezTo>
                      <a:pt x="32" y="29"/>
                      <a:pt x="32" y="29"/>
                      <a:pt x="32" y="29"/>
                    </a:cubicBezTo>
                    <a:cubicBezTo>
                      <a:pt x="30" y="29"/>
                      <a:pt x="30" y="29"/>
                      <a:pt x="30" y="29"/>
                    </a:cubicBezTo>
                    <a:lnTo>
                      <a:pt x="30" y="30"/>
                    </a:lnTo>
                    <a:close/>
                    <a:moveTo>
                      <a:pt x="22" y="14"/>
                    </a:moveTo>
                    <a:cubicBezTo>
                      <a:pt x="28" y="14"/>
                      <a:pt x="28" y="14"/>
                      <a:pt x="28" y="14"/>
                    </a:cubicBezTo>
                    <a:cubicBezTo>
                      <a:pt x="28" y="11"/>
                      <a:pt x="28" y="11"/>
                      <a:pt x="28" y="11"/>
                    </a:cubicBezTo>
                    <a:cubicBezTo>
                      <a:pt x="22" y="11"/>
                      <a:pt x="22" y="11"/>
                      <a:pt x="22" y="11"/>
                    </a:cubicBezTo>
                    <a:lnTo>
                      <a:pt x="22" y="14"/>
                    </a:lnTo>
                    <a:close/>
                    <a:moveTo>
                      <a:pt x="37" y="24"/>
                    </a:moveTo>
                    <a:cubicBezTo>
                      <a:pt x="31" y="24"/>
                      <a:pt x="31" y="24"/>
                      <a:pt x="31" y="24"/>
                    </a:cubicBezTo>
                    <a:cubicBezTo>
                      <a:pt x="32" y="27"/>
                      <a:pt x="32" y="27"/>
                      <a:pt x="32" y="27"/>
                    </a:cubicBezTo>
                    <a:cubicBezTo>
                      <a:pt x="37" y="27"/>
                      <a:pt x="37" y="27"/>
                      <a:pt x="37" y="27"/>
                    </a:cubicBezTo>
                    <a:lnTo>
                      <a:pt x="37" y="24"/>
                    </a:lnTo>
                    <a:close/>
                    <a:moveTo>
                      <a:pt x="20" y="29"/>
                    </a:moveTo>
                    <a:cubicBezTo>
                      <a:pt x="18" y="29"/>
                      <a:pt x="18" y="29"/>
                      <a:pt x="18" y="29"/>
                    </a:cubicBezTo>
                    <a:cubicBezTo>
                      <a:pt x="18" y="29"/>
                      <a:pt x="18" y="29"/>
                      <a:pt x="18" y="29"/>
                    </a:cubicBezTo>
                    <a:cubicBezTo>
                      <a:pt x="18" y="27"/>
                      <a:pt x="18" y="27"/>
                      <a:pt x="18" y="27"/>
                    </a:cubicBezTo>
                    <a:cubicBezTo>
                      <a:pt x="17" y="27"/>
                      <a:pt x="17" y="27"/>
                      <a:pt x="17" y="27"/>
                    </a:cubicBezTo>
                    <a:cubicBezTo>
                      <a:pt x="17" y="30"/>
                      <a:pt x="17" y="30"/>
                      <a:pt x="17" y="30"/>
                    </a:cubicBezTo>
                    <a:cubicBezTo>
                      <a:pt x="20" y="30"/>
                      <a:pt x="20" y="30"/>
                      <a:pt x="20" y="30"/>
                    </a:cubicBezTo>
                    <a:lnTo>
                      <a:pt x="20" y="29"/>
                    </a:lnTo>
                    <a:close/>
                    <a:moveTo>
                      <a:pt x="25" y="24"/>
                    </a:moveTo>
                    <a:cubicBezTo>
                      <a:pt x="21" y="24"/>
                      <a:pt x="21" y="27"/>
                      <a:pt x="21" y="29"/>
                    </a:cubicBezTo>
                    <a:cubicBezTo>
                      <a:pt x="21" y="35"/>
                      <a:pt x="21" y="35"/>
                      <a:pt x="21" y="35"/>
                    </a:cubicBezTo>
                    <a:cubicBezTo>
                      <a:pt x="30" y="35"/>
                      <a:pt x="30" y="35"/>
                      <a:pt x="30" y="35"/>
                    </a:cubicBezTo>
                    <a:cubicBezTo>
                      <a:pt x="30" y="29"/>
                      <a:pt x="30" y="29"/>
                      <a:pt x="30" y="29"/>
                    </a:cubicBezTo>
                    <a:cubicBezTo>
                      <a:pt x="30" y="28"/>
                      <a:pt x="29" y="24"/>
                      <a:pt x="25" y="24"/>
                    </a:cubicBezTo>
                    <a:moveTo>
                      <a:pt x="30" y="35"/>
                    </a:moveTo>
                    <a:cubicBezTo>
                      <a:pt x="32" y="35"/>
                      <a:pt x="32" y="35"/>
                      <a:pt x="32" y="35"/>
                    </a:cubicBezTo>
                    <a:cubicBezTo>
                      <a:pt x="43" y="35"/>
                      <a:pt x="43" y="35"/>
                      <a:pt x="43" y="35"/>
                    </a:cubicBezTo>
                    <a:cubicBezTo>
                      <a:pt x="43" y="31"/>
                      <a:pt x="43" y="31"/>
                      <a:pt x="43" y="31"/>
                    </a:cubicBezTo>
                    <a:cubicBezTo>
                      <a:pt x="30" y="31"/>
                      <a:pt x="30" y="31"/>
                      <a:pt x="30" y="31"/>
                    </a:cubicBezTo>
                    <a:lnTo>
                      <a:pt x="30" y="35"/>
                    </a:lnTo>
                    <a:close/>
                    <a:moveTo>
                      <a:pt x="34" y="30"/>
                    </a:moveTo>
                    <a:cubicBezTo>
                      <a:pt x="43" y="30"/>
                      <a:pt x="43" y="30"/>
                      <a:pt x="43" y="30"/>
                    </a:cubicBezTo>
                    <a:cubicBezTo>
                      <a:pt x="42" y="27"/>
                      <a:pt x="42" y="27"/>
                      <a:pt x="42" y="27"/>
                    </a:cubicBezTo>
                    <a:cubicBezTo>
                      <a:pt x="34" y="27"/>
                      <a:pt x="34" y="27"/>
                      <a:pt x="34" y="27"/>
                    </a:cubicBezTo>
                    <a:lnTo>
                      <a:pt x="34" y="30"/>
                    </a:lnTo>
                    <a:close/>
                    <a:moveTo>
                      <a:pt x="32" y="28"/>
                    </a:moveTo>
                    <a:cubicBezTo>
                      <a:pt x="32" y="27"/>
                      <a:pt x="31" y="22"/>
                      <a:pt x="25" y="22"/>
                    </a:cubicBezTo>
                    <a:cubicBezTo>
                      <a:pt x="20" y="22"/>
                      <a:pt x="19" y="27"/>
                      <a:pt x="19" y="28"/>
                    </a:cubicBezTo>
                    <a:cubicBezTo>
                      <a:pt x="20" y="28"/>
                      <a:pt x="20" y="28"/>
                      <a:pt x="20" y="28"/>
                    </a:cubicBezTo>
                    <a:cubicBezTo>
                      <a:pt x="20" y="27"/>
                      <a:pt x="21" y="26"/>
                      <a:pt x="21" y="25"/>
                    </a:cubicBezTo>
                    <a:cubicBezTo>
                      <a:pt x="22" y="24"/>
                      <a:pt x="23" y="23"/>
                      <a:pt x="25" y="23"/>
                    </a:cubicBezTo>
                    <a:cubicBezTo>
                      <a:pt x="30" y="23"/>
                      <a:pt x="30" y="27"/>
                      <a:pt x="30" y="29"/>
                    </a:cubicBezTo>
                    <a:lnTo>
                      <a:pt x="32" y="28"/>
                    </a:lnTo>
                    <a:close/>
                    <a:moveTo>
                      <a:pt x="40" y="0"/>
                    </a:moveTo>
                    <a:cubicBezTo>
                      <a:pt x="38" y="0"/>
                      <a:pt x="38" y="0"/>
                      <a:pt x="38" y="0"/>
                    </a:cubicBezTo>
                    <a:cubicBezTo>
                      <a:pt x="38" y="3"/>
                      <a:pt x="38" y="3"/>
                      <a:pt x="38" y="3"/>
                    </a:cubicBezTo>
                    <a:cubicBezTo>
                      <a:pt x="35" y="3"/>
                      <a:pt x="35" y="3"/>
                      <a:pt x="35" y="3"/>
                    </a:cubicBezTo>
                    <a:cubicBezTo>
                      <a:pt x="35" y="0"/>
                      <a:pt x="35" y="0"/>
                      <a:pt x="35" y="0"/>
                    </a:cubicBezTo>
                    <a:cubicBezTo>
                      <a:pt x="31" y="0"/>
                      <a:pt x="31" y="0"/>
                      <a:pt x="31" y="0"/>
                    </a:cubicBezTo>
                    <a:cubicBezTo>
                      <a:pt x="31" y="3"/>
                      <a:pt x="31" y="3"/>
                      <a:pt x="31" y="3"/>
                    </a:cubicBezTo>
                    <a:cubicBezTo>
                      <a:pt x="28" y="3"/>
                      <a:pt x="28" y="3"/>
                      <a:pt x="28" y="3"/>
                    </a:cubicBezTo>
                    <a:cubicBezTo>
                      <a:pt x="28" y="0"/>
                      <a:pt x="28" y="0"/>
                      <a:pt x="28" y="0"/>
                    </a:cubicBezTo>
                    <a:cubicBezTo>
                      <a:pt x="22" y="0"/>
                      <a:pt x="22" y="0"/>
                      <a:pt x="22" y="0"/>
                    </a:cubicBezTo>
                    <a:cubicBezTo>
                      <a:pt x="22" y="3"/>
                      <a:pt x="22" y="3"/>
                      <a:pt x="22" y="3"/>
                    </a:cubicBezTo>
                    <a:cubicBezTo>
                      <a:pt x="19" y="3"/>
                      <a:pt x="19" y="3"/>
                      <a:pt x="19" y="3"/>
                    </a:cubicBezTo>
                    <a:cubicBezTo>
                      <a:pt x="19" y="0"/>
                      <a:pt x="19" y="0"/>
                      <a:pt x="19" y="0"/>
                    </a:cubicBezTo>
                    <a:cubicBezTo>
                      <a:pt x="15" y="0"/>
                      <a:pt x="15" y="0"/>
                      <a:pt x="15" y="0"/>
                    </a:cubicBezTo>
                    <a:cubicBezTo>
                      <a:pt x="15" y="3"/>
                      <a:pt x="15" y="3"/>
                      <a:pt x="15" y="3"/>
                    </a:cubicBezTo>
                    <a:cubicBezTo>
                      <a:pt x="12" y="3"/>
                      <a:pt x="12" y="3"/>
                      <a:pt x="12" y="3"/>
                    </a:cubicBezTo>
                    <a:cubicBezTo>
                      <a:pt x="12" y="0"/>
                      <a:pt x="12" y="0"/>
                      <a:pt x="12" y="0"/>
                    </a:cubicBezTo>
                    <a:cubicBezTo>
                      <a:pt x="10" y="0"/>
                      <a:pt x="10" y="0"/>
                      <a:pt x="10" y="0"/>
                    </a:cubicBezTo>
                    <a:cubicBezTo>
                      <a:pt x="10" y="5"/>
                      <a:pt x="10" y="5"/>
                      <a:pt x="10" y="5"/>
                    </a:cubicBezTo>
                    <a:cubicBezTo>
                      <a:pt x="40" y="5"/>
                      <a:pt x="40" y="5"/>
                      <a:pt x="40" y="5"/>
                    </a:cubicBezTo>
                    <a:lnTo>
                      <a:pt x="40" y="0"/>
                    </a:lnTo>
                    <a:close/>
                    <a:moveTo>
                      <a:pt x="47" y="39"/>
                    </a:moveTo>
                    <a:cubicBezTo>
                      <a:pt x="46" y="37"/>
                      <a:pt x="46" y="37"/>
                      <a:pt x="46" y="37"/>
                    </a:cubicBezTo>
                    <a:cubicBezTo>
                      <a:pt x="45" y="37"/>
                      <a:pt x="45" y="37"/>
                      <a:pt x="45" y="37"/>
                    </a:cubicBezTo>
                    <a:cubicBezTo>
                      <a:pt x="46" y="38"/>
                      <a:pt x="46" y="38"/>
                      <a:pt x="46" y="38"/>
                    </a:cubicBezTo>
                    <a:cubicBezTo>
                      <a:pt x="45" y="38"/>
                      <a:pt x="45" y="38"/>
                      <a:pt x="45" y="38"/>
                    </a:cubicBezTo>
                    <a:cubicBezTo>
                      <a:pt x="45" y="38"/>
                      <a:pt x="45" y="38"/>
                      <a:pt x="45" y="38"/>
                    </a:cubicBezTo>
                    <a:cubicBezTo>
                      <a:pt x="43" y="38"/>
                      <a:pt x="43" y="38"/>
                      <a:pt x="43" y="38"/>
                    </a:cubicBezTo>
                    <a:cubicBezTo>
                      <a:pt x="43" y="38"/>
                      <a:pt x="43" y="38"/>
                      <a:pt x="43" y="38"/>
                    </a:cubicBezTo>
                    <a:cubicBezTo>
                      <a:pt x="43" y="39"/>
                      <a:pt x="43" y="39"/>
                      <a:pt x="43" y="39"/>
                    </a:cubicBezTo>
                    <a:cubicBezTo>
                      <a:pt x="43" y="39"/>
                      <a:pt x="43" y="39"/>
                      <a:pt x="43" y="39"/>
                    </a:cubicBezTo>
                    <a:cubicBezTo>
                      <a:pt x="43" y="39"/>
                      <a:pt x="43" y="39"/>
                      <a:pt x="43" y="39"/>
                    </a:cubicBezTo>
                    <a:cubicBezTo>
                      <a:pt x="43" y="39"/>
                      <a:pt x="43" y="39"/>
                      <a:pt x="43" y="39"/>
                    </a:cubicBezTo>
                    <a:cubicBezTo>
                      <a:pt x="43" y="40"/>
                      <a:pt x="43" y="40"/>
                      <a:pt x="43" y="40"/>
                    </a:cubicBezTo>
                    <a:cubicBezTo>
                      <a:pt x="43" y="40"/>
                      <a:pt x="43" y="40"/>
                      <a:pt x="43" y="40"/>
                    </a:cubicBezTo>
                    <a:cubicBezTo>
                      <a:pt x="45" y="41"/>
                      <a:pt x="45" y="41"/>
                      <a:pt x="45" y="41"/>
                    </a:cubicBezTo>
                    <a:cubicBezTo>
                      <a:pt x="44" y="41"/>
                      <a:pt x="44" y="41"/>
                      <a:pt x="44" y="41"/>
                    </a:cubicBezTo>
                    <a:cubicBezTo>
                      <a:pt x="45" y="41"/>
                      <a:pt x="45" y="41"/>
                      <a:pt x="45" y="41"/>
                    </a:cubicBezTo>
                    <a:cubicBezTo>
                      <a:pt x="46" y="41"/>
                      <a:pt x="46" y="41"/>
                      <a:pt x="46" y="41"/>
                    </a:cubicBezTo>
                    <a:cubicBezTo>
                      <a:pt x="46" y="41"/>
                      <a:pt x="46" y="41"/>
                      <a:pt x="46" y="41"/>
                    </a:cubicBezTo>
                    <a:cubicBezTo>
                      <a:pt x="46" y="41"/>
                      <a:pt x="46" y="41"/>
                      <a:pt x="46" y="41"/>
                    </a:cubicBezTo>
                    <a:cubicBezTo>
                      <a:pt x="46" y="42"/>
                      <a:pt x="46" y="42"/>
                      <a:pt x="46" y="42"/>
                    </a:cubicBezTo>
                    <a:cubicBezTo>
                      <a:pt x="46" y="42"/>
                      <a:pt x="46" y="42"/>
                      <a:pt x="46" y="42"/>
                    </a:cubicBezTo>
                    <a:cubicBezTo>
                      <a:pt x="46" y="42"/>
                      <a:pt x="46" y="42"/>
                      <a:pt x="46" y="42"/>
                    </a:cubicBezTo>
                    <a:cubicBezTo>
                      <a:pt x="47" y="43"/>
                      <a:pt x="47" y="43"/>
                      <a:pt x="47" y="43"/>
                    </a:cubicBezTo>
                    <a:cubicBezTo>
                      <a:pt x="47" y="43"/>
                      <a:pt x="47" y="43"/>
                      <a:pt x="47" y="43"/>
                    </a:cubicBezTo>
                    <a:cubicBezTo>
                      <a:pt x="47" y="43"/>
                      <a:pt x="47" y="43"/>
                      <a:pt x="47" y="43"/>
                    </a:cubicBezTo>
                    <a:cubicBezTo>
                      <a:pt x="47" y="44"/>
                      <a:pt x="47" y="44"/>
                      <a:pt x="47" y="44"/>
                    </a:cubicBezTo>
                    <a:cubicBezTo>
                      <a:pt x="47" y="44"/>
                      <a:pt x="47" y="44"/>
                      <a:pt x="47" y="44"/>
                    </a:cubicBezTo>
                    <a:cubicBezTo>
                      <a:pt x="47" y="44"/>
                      <a:pt x="47" y="44"/>
                      <a:pt x="47" y="44"/>
                    </a:cubicBezTo>
                    <a:cubicBezTo>
                      <a:pt x="48" y="44"/>
                      <a:pt x="49" y="43"/>
                      <a:pt x="50" y="43"/>
                    </a:cubicBezTo>
                    <a:cubicBezTo>
                      <a:pt x="49" y="42"/>
                      <a:pt x="47" y="39"/>
                      <a:pt x="47" y="39"/>
                    </a:cubicBezTo>
                    <a:moveTo>
                      <a:pt x="6" y="39"/>
                    </a:moveTo>
                    <a:cubicBezTo>
                      <a:pt x="7" y="38"/>
                      <a:pt x="7" y="38"/>
                      <a:pt x="7" y="38"/>
                    </a:cubicBezTo>
                    <a:cubicBezTo>
                      <a:pt x="7" y="38"/>
                      <a:pt x="7" y="38"/>
                      <a:pt x="7" y="38"/>
                    </a:cubicBezTo>
                    <a:cubicBezTo>
                      <a:pt x="7" y="39"/>
                      <a:pt x="7" y="39"/>
                      <a:pt x="7" y="39"/>
                    </a:cubicBezTo>
                    <a:cubicBezTo>
                      <a:pt x="7" y="39"/>
                      <a:pt x="7" y="39"/>
                      <a:pt x="7" y="39"/>
                    </a:cubicBezTo>
                    <a:cubicBezTo>
                      <a:pt x="7" y="39"/>
                      <a:pt x="7" y="39"/>
                      <a:pt x="7" y="39"/>
                    </a:cubicBezTo>
                    <a:cubicBezTo>
                      <a:pt x="5" y="41"/>
                      <a:pt x="5" y="41"/>
                      <a:pt x="5" y="41"/>
                    </a:cubicBezTo>
                    <a:cubicBezTo>
                      <a:pt x="6" y="44"/>
                      <a:pt x="6" y="44"/>
                      <a:pt x="6" y="44"/>
                    </a:cubicBezTo>
                    <a:cubicBezTo>
                      <a:pt x="7" y="44"/>
                      <a:pt x="7" y="44"/>
                      <a:pt x="7" y="44"/>
                    </a:cubicBezTo>
                    <a:cubicBezTo>
                      <a:pt x="10" y="42"/>
                      <a:pt x="10" y="42"/>
                      <a:pt x="10" y="42"/>
                    </a:cubicBezTo>
                    <a:cubicBezTo>
                      <a:pt x="10" y="42"/>
                      <a:pt x="10" y="42"/>
                      <a:pt x="10" y="42"/>
                    </a:cubicBezTo>
                    <a:cubicBezTo>
                      <a:pt x="10" y="42"/>
                      <a:pt x="10" y="42"/>
                      <a:pt x="10" y="42"/>
                    </a:cubicBezTo>
                    <a:cubicBezTo>
                      <a:pt x="10" y="42"/>
                      <a:pt x="10" y="42"/>
                      <a:pt x="10" y="42"/>
                    </a:cubicBezTo>
                    <a:cubicBezTo>
                      <a:pt x="10" y="41"/>
                      <a:pt x="10" y="41"/>
                      <a:pt x="10" y="41"/>
                    </a:cubicBezTo>
                    <a:cubicBezTo>
                      <a:pt x="11" y="41"/>
                      <a:pt x="11" y="41"/>
                      <a:pt x="11" y="41"/>
                    </a:cubicBezTo>
                    <a:cubicBezTo>
                      <a:pt x="12" y="40"/>
                      <a:pt x="12" y="40"/>
                      <a:pt x="12" y="40"/>
                    </a:cubicBezTo>
                    <a:cubicBezTo>
                      <a:pt x="13" y="39"/>
                      <a:pt x="13" y="39"/>
                      <a:pt x="13" y="39"/>
                    </a:cubicBezTo>
                    <a:cubicBezTo>
                      <a:pt x="13" y="39"/>
                      <a:pt x="13" y="39"/>
                      <a:pt x="13" y="39"/>
                    </a:cubicBezTo>
                    <a:cubicBezTo>
                      <a:pt x="13" y="38"/>
                      <a:pt x="13" y="38"/>
                      <a:pt x="13" y="38"/>
                    </a:cubicBezTo>
                    <a:cubicBezTo>
                      <a:pt x="13" y="39"/>
                      <a:pt x="13" y="39"/>
                      <a:pt x="13" y="39"/>
                    </a:cubicBezTo>
                    <a:cubicBezTo>
                      <a:pt x="13" y="40"/>
                      <a:pt x="13" y="40"/>
                      <a:pt x="13" y="40"/>
                    </a:cubicBezTo>
                    <a:cubicBezTo>
                      <a:pt x="14" y="41"/>
                      <a:pt x="14" y="41"/>
                      <a:pt x="14" y="41"/>
                    </a:cubicBezTo>
                    <a:cubicBezTo>
                      <a:pt x="14" y="41"/>
                      <a:pt x="14" y="41"/>
                      <a:pt x="14" y="41"/>
                    </a:cubicBezTo>
                    <a:cubicBezTo>
                      <a:pt x="14" y="41"/>
                      <a:pt x="14" y="41"/>
                      <a:pt x="14" y="41"/>
                    </a:cubicBezTo>
                    <a:cubicBezTo>
                      <a:pt x="14" y="42"/>
                      <a:pt x="14" y="42"/>
                      <a:pt x="14" y="42"/>
                    </a:cubicBezTo>
                    <a:cubicBezTo>
                      <a:pt x="14" y="42"/>
                      <a:pt x="14" y="42"/>
                      <a:pt x="14" y="42"/>
                    </a:cubicBezTo>
                    <a:cubicBezTo>
                      <a:pt x="14" y="42"/>
                      <a:pt x="14" y="42"/>
                      <a:pt x="14" y="42"/>
                    </a:cubicBezTo>
                    <a:cubicBezTo>
                      <a:pt x="15" y="43"/>
                      <a:pt x="15" y="43"/>
                      <a:pt x="15" y="43"/>
                    </a:cubicBezTo>
                    <a:cubicBezTo>
                      <a:pt x="16" y="43"/>
                      <a:pt x="16" y="43"/>
                      <a:pt x="16" y="43"/>
                    </a:cubicBezTo>
                    <a:cubicBezTo>
                      <a:pt x="17" y="43"/>
                      <a:pt x="17" y="43"/>
                      <a:pt x="17" y="43"/>
                    </a:cubicBezTo>
                    <a:cubicBezTo>
                      <a:pt x="17" y="43"/>
                      <a:pt x="17" y="43"/>
                      <a:pt x="17" y="43"/>
                    </a:cubicBezTo>
                    <a:cubicBezTo>
                      <a:pt x="17" y="43"/>
                      <a:pt x="17" y="43"/>
                      <a:pt x="17" y="43"/>
                    </a:cubicBezTo>
                    <a:cubicBezTo>
                      <a:pt x="18" y="44"/>
                      <a:pt x="18" y="44"/>
                      <a:pt x="18" y="44"/>
                    </a:cubicBezTo>
                    <a:cubicBezTo>
                      <a:pt x="18" y="44"/>
                      <a:pt x="18" y="44"/>
                      <a:pt x="18" y="44"/>
                    </a:cubicBezTo>
                    <a:cubicBezTo>
                      <a:pt x="18" y="44"/>
                      <a:pt x="18" y="44"/>
                      <a:pt x="18" y="44"/>
                    </a:cubicBezTo>
                    <a:cubicBezTo>
                      <a:pt x="18" y="44"/>
                      <a:pt x="18" y="44"/>
                      <a:pt x="18" y="44"/>
                    </a:cubicBezTo>
                    <a:cubicBezTo>
                      <a:pt x="19" y="44"/>
                      <a:pt x="19" y="44"/>
                      <a:pt x="19" y="44"/>
                    </a:cubicBezTo>
                    <a:cubicBezTo>
                      <a:pt x="19" y="44"/>
                      <a:pt x="19" y="44"/>
                      <a:pt x="19" y="44"/>
                    </a:cubicBezTo>
                    <a:cubicBezTo>
                      <a:pt x="19" y="43"/>
                      <a:pt x="19" y="43"/>
                      <a:pt x="19" y="43"/>
                    </a:cubicBezTo>
                    <a:cubicBezTo>
                      <a:pt x="19" y="43"/>
                      <a:pt x="19" y="43"/>
                      <a:pt x="19" y="43"/>
                    </a:cubicBezTo>
                    <a:cubicBezTo>
                      <a:pt x="20" y="42"/>
                      <a:pt x="20" y="42"/>
                      <a:pt x="20" y="42"/>
                    </a:cubicBezTo>
                    <a:cubicBezTo>
                      <a:pt x="19" y="41"/>
                      <a:pt x="19" y="41"/>
                      <a:pt x="19" y="41"/>
                    </a:cubicBezTo>
                    <a:cubicBezTo>
                      <a:pt x="19" y="41"/>
                      <a:pt x="19" y="41"/>
                      <a:pt x="19" y="41"/>
                    </a:cubicBezTo>
                    <a:cubicBezTo>
                      <a:pt x="19" y="41"/>
                      <a:pt x="19" y="41"/>
                      <a:pt x="19" y="41"/>
                    </a:cubicBezTo>
                    <a:cubicBezTo>
                      <a:pt x="20" y="39"/>
                      <a:pt x="20" y="39"/>
                      <a:pt x="20" y="39"/>
                    </a:cubicBezTo>
                    <a:cubicBezTo>
                      <a:pt x="20" y="38"/>
                      <a:pt x="20" y="38"/>
                      <a:pt x="20" y="38"/>
                    </a:cubicBezTo>
                    <a:cubicBezTo>
                      <a:pt x="20" y="38"/>
                      <a:pt x="20" y="38"/>
                      <a:pt x="20" y="38"/>
                    </a:cubicBezTo>
                    <a:cubicBezTo>
                      <a:pt x="19" y="38"/>
                      <a:pt x="19" y="38"/>
                      <a:pt x="19" y="38"/>
                    </a:cubicBezTo>
                    <a:cubicBezTo>
                      <a:pt x="18" y="38"/>
                      <a:pt x="18" y="38"/>
                      <a:pt x="18" y="38"/>
                    </a:cubicBezTo>
                    <a:cubicBezTo>
                      <a:pt x="18" y="38"/>
                      <a:pt x="18" y="38"/>
                      <a:pt x="18" y="38"/>
                    </a:cubicBezTo>
                    <a:cubicBezTo>
                      <a:pt x="18" y="39"/>
                      <a:pt x="18" y="39"/>
                      <a:pt x="18" y="39"/>
                    </a:cubicBezTo>
                    <a:cubicBezTo>
                      <a:pt x="18" y="39"/>
                      <a:pt x="18" y="39"/>
                      <a:pt x="18" y="39"/>
                    </a:cubicBezTo>
                    <a:cubicBezTo>
                      <a:pt x="17" y="39"/>
                      <a:pt x="16" y="39"/>
                      <a:pt x="15" y="39"/>
                    </a:cubicBezTo>
                    <a:cubicBezTo>
                      <a:pt x="14" y="39"/>
                      <a:pt x="14" y="39"/>
                      <a:pt x="14" y="39"/>
                    </a:cubicBezTo>
                    <a:cubicBezTo>
                      <a:pt x="14" y="39"/>
                      <a:pt x="14" y="39"/>
                      <a:pt x="14" y="39"/>
                    </a:cubicBezTo>
                    <a:cubicBezTo>
                      <a:pt x="14" y="39"/>
                      <a:pt x="14" y="39"/>
                      <a:pt x="14" y="39"/>
                    </a:cubicBezTo>
                    <a:cubicBezTo>
                      <a:pt x="13" y="38"/>
                      <a:pt x="12" y="38"/>
                      <a:pt x="11"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9" y="38"/>
                      <a:pt x="8" y="37"/>
                      <a:pt x="7" y="37"/>
                    </a:cubicBezTo>
                    <a:cubicBezTo>
                      <a:pt x="7" y="37"/>
                      <a:pt x="7" y="37"/>
                      <a:pt x="7" y="37"/>
                    </a:cubicBezTo>
                    <a:cubicBezTo>
                      <a:pt x="7" y="37"/>
                      <a:pt x="7" y="37"/>
                      <a:pt x="7" y="37"/>
                    </a:cubicBezTo>
                    <a:cubicBezTo>
                      <a:pt x="6" y="37"/>
                      <a:pt x="6" y="37"/>
                      <a:pt x="6" y="37"/>
                    </a:cubicBezTo>
                    <a:cubicBezTo>
                      <a:pt x="5" y="37"/>
                      <a:pt x="5" y="37"/>
                      <a:pt x="5" y="37"/>
                    </a:cubicBezTo>
                    <a:cubicBezTo>
                      <a:pt x="5" y="37"/>
                      <a:pt x="5" y="37"/>
                      <a:pt x="5" y="37"/>
                    </a:cubicBezTo>
                    <a:cubicBezTo>
                      <a:pt x="5" y="37"/>
                      <a:pt x="5" y="37"/>
                      <a:pt x="5" y="37"/>
                    </a:cubicBezTo>
                    <a:cubicBezTo>
                      <a:pt x="5" y="37"/>
                      <a:pt x="4" y="38"/>
                      <a:pt x="3" y="39"/>
                    </a:cubicBezTo>
                    <a:cubicBezTo>
                      <a:pt x="2" y="40"/>
                      <a:pt x="1" y="42"/>
                      <a:pt x="0" y="42"/>
                    </a:cubicBezTo>
                    <a:cubicBezTo>
                      <a:pt x="1" y="43"/>
                      <a:pt x="1" y="43"/>
                      <a:pt x="1" y="43"/>
                    </a:cubicBezTo>
                    <a:cubicBezTo>
                      <a:pt x="1" y="43"/>
                      <a:pt x="1" y="43"/>
                      <a:pt x="1" y="43"/>
                    </a:cubicBezTo>
                    <a:cubicBezTo>
                      <a:pt x="2" y="43"/>
                      <a:pt x="3" y="42"/>
                      <a:pt x="4" y="41"/>
                    </a:cubicBezTo>
                    <a:lnTo>
                      <a:pt x="6" y="39"/>
                    </a:lnTo>
                    <a:close/>
                    <a:moveTo>
                      <a:pt x="26" y="10"/>
                    </a:moveTo>
                    <a:cubicBezTo>
                      <a:pt x="32" y="10"/>
                      <a:pt x="32" y="10"/>
                      <a:pt x="32" y="10"/>
                    </a:cubicBezTo>
                    <a:cubicBezTo>
                      <a:pt x="32" y="9"/>
                      <a:pt x="32" y="9"/>
                      <a:pt x="32" y="9"/>
                    </a:cubicBezTo>
                    <a:cubicBezTo>
                      <a:pt x="26" y="9"/>
                      <a:pt x="26" y="9"/>
                      <a:pt x="26" y="9"/>
                    </a:cubicBezTo>
                    <a:lnTo>
                      <a:pt x="26" y="10"/>
                    </a:lnTo>
                    <a:close/>
                    <a:moveTo>
                      <a:pt x="29" y="14"/>
                    </a:moveTo>
                    <a:cubicBezTo>
                      <a:pt x="36" y="14"/>
                      <a:pt x="36" y="14"/>
                      <a:pt x="36" y="14"/>
                    </a:cubicBezTo>
                    <a:cubicBezTo>
                      <a:pt x="36" y="11"/>
                      <a:pt x="36" y="11"/>
                      <a:pt x="36" y="11"/>
                    </a:cubicBezTo>
                    <a:cubicBezTo>
                      <a:pt x="29" y="11"/>
                      <a:pt x="29" y="11"/>
                      <a:pt x="29" y="11"/>
                    </a:cubicBezTo>
                    <a:lnTo>
                      <a:pt x="29" y="14"/>
                    </a:lnTo>
                    <a:close/>
                    <a:moveTo>
                      <a:pt x="26" y="17"/>
                    </a:moveTo>
                    <a:cubicBezTo>
                      <a:pt x="32" y="17"/>
                      <a:pt x="32" y="17"/>
                      <a:pt x="32" y="17"/>
                    </a:cubicBezTo>
                    <a:cubicBezTo>
                      <a:pt x="32" y="15"/>
                      <a:pt x="32" y="15"/>
                      <a:pt x="32" y="15"/>
                    </a:cubicBezTo>
                    <a:cubicBezTo>
                      <a:pt x="26" y="15"/>
                      <a:pt x="26" y="15"/>
                      <a:pt x="26" y="15"/>
                    </a:cubicBezTo>
                    <a:lnTo>
                      <a:pt x="26" y="17"/>
                    </a:lnTo>
                    <a:close/>
                    <a:moveTo>
                      <a:pt x="37" y="17"/>
                    </a:moveTo>
                    <a:cubicBezTo>
                      <a:pt x="29" y="17"/>
                      <a:pt x="29" y="17"/>
                      <a:pt x="29" y="17"/>
                    </a:cubicBezTo>
                    <a:cubicBezTo>
                      <a:pt x="29" y="20"/>
                      <a:pt x="29" y="20"/>
                      <a:pt x="29" y="20"/>
                    </a:cubicBezTo>
                    <a:cubicBezTo>
                      <a:pt x="37" y="20"/>
                      <a:pt x="37" y="20"/>
                      <a:pt x="37" y="20"/>
                    </a:cubicBezTo>
                    <a:lnTo>
                      <a:pt x="37" y="17"/>
                    </a:lnTo>
                    <a:close/>
                    <a:moveTo>
                      <a:pt x="29" y="17"/>
                    </a:moveTo>
                    <a:cubicBezTo>
                      <a:pt x="22" y="17"/>
                      <a:pt x="22" y="17"/>
                      <a:pt x="22" y="17"/>
                    </a:cubicBezTo>
                    <a:cubicBezTo>
                      <a:pt x="22" y="20"/>
                      <a:pt x="22" y="20"/>
                      <a:pt x="22" y="20"/>
                    </a:cubicBezTo>
                    <a:cubicBezTo>
                      <a:pt x="29" y="20"/>
                      <a:pt x="29" y="20"/>
                      <a:pt x="29" y="20"/>
                    </a:cubicBezTo>
                    <a:lnTo>
                      <a:pt x="29" y="17"/>
                    </a:lnTo>
                    <a:close/>
                    <a:moveTo>
                      <a:pt x="26" y="22"/>
                    </a:moveTo>
                    <a:cubicBezTo>
                      <a:pt x="28" y="22"/>
                      <a:pt x="29" y="23"/>
                      <a:pt x="30" y="24"/>
                    </a:cubicBezTo>
                    <a:cubicBezTo>
                      <a:pt x="33" y="24"/>
                      <a:pt x="33" y="24"/>
                      <a:pt x="33" y="24"/>
                    </a:cubicBezTo>
                    <a:cubicBezTo>
                      <a:pt x="33" y="21"/>
                      <a:pt x="33" y="21"/>
                      <a:pt x="33" y="21"/>
                    </a:cubicBezTo>
                    <a:cubicBezTo>
                      <a:pt x="26" y="21"/>
                      <a:pt x="26" y="21"/>
                      <a:pt x="26" y="21"/>
                    </a:cubicBezTo>
                    <a:lnTo>
                      <a:pt x="26" y="22"/>
                    </a:lnTo>
                    <a:close/>
                    <a:moveTo>
                      <a:pt x="19" y="10"/>
                    </a:moveTo>
                    <a:cubicBezTo>
                      <a:pt x="25" y="10"/>
                      <a:pt x="25" y="10"/>
                      <a:pt x="25" y="10"/>
                    </a:cubicBezTo>
                    <a:cubicBezTo>
                      <a:pt x="25" y="9"/>
                      <a:pt x="25" y="9"/>
                      <a:pt x="25" y="9"/>
                    </a:cubicBezTo>
                    <a:cubicBezTo>
                      <a:pt x="19" y="9"/>
                      <a:pt x="19" y="9"/>
                      <a:pt x="19" y="9"/>
                    </a:cubicBezTo>
                    <a:lnTo>
                      <a:pt x="19" y="10"/>
                    </a:lnTo>
                    <a:close/>
                    <a:moveTo>
                      <a:pt x="42" y="43"/>
                    </a:moveTo>
                    <a:cubicBezTo>
                      <a:pt x="42" y="43"/>
                      <a:pt x="42" y="43"/>
                      <a:pt x="42" y="43"/>
                    </a:cubicBezTo>
                    <a:cubicBezTo>
                      <a:pt x="43" y="43"/>
                      <a:pt x="43" y="43"/>
                      <a:pt x="43" y="43"/>
                    </a:cubicBezTo>
                    <a:cubicBezTo>
                      <a:pt x="44" y="41"/>
                      <a:pt x="44" y="41"/>
                      <a:pt x="44" y="41"/>
                    </a:cubicBezTo>
                    <a:cubicBezTo>
                      <a:pt x="44" y="41"/>
                      <a:pt x="44" y="41"/>
                      <a:pt x="44" y="41"/>
                    </a:cubicBezTo>
                    <a:cubicBezTo>
                      <a:pt x="44" y="41"/>
                      <a:pt x="44" y="41"/>
                      <a:pt x="44" y="41"/>
                    </a:cubicBezTo>
                    <a:cubicBezTo>
                      <a:pt x="43" y="41"/>
                      <a:pt x="43" y="41"/>
                      <a:pt x="43" y="41"/>
                    </a:cubicBezTo>
                    <a:cubicBezTo>
                      <a:pt x="43" y="41"/>
                      <a:pt x="43" y="41"/>
                      <a:pt x="43" y="41"/>
                    </a:cubicBezTo>
                    <a:cubicBezTo>
                      <a:pt x="43" y="41"/>
                      <a:pt x="43" y="41"/>
                      <a:pt x="43" y="41"/>
                    </a:cubicBezTo>
                    <a:cubicBezTo>
                      <a:pt x="43" y="41"/>
                      <a:pt x="43" y="41"/>
                      <a:pt x="43" y="41"/>
                    </a:cubicBezTo>
                    <a:cubicBezTo>
                      <a:pt x="42" y="42"/>
                      <a:pt x="42" y="42"/>
                      <a:pt x="42" y="42"/>
                    </a:cubicBezTo>
                    <a:cubicBezTo>
                      <a:pt x="42" y="42"/>
                      <a:pt x="42" y="42"/>
                      <a:pt x="42" y="42"/>
                    </a:cubicBezTo>
                    <a:cubicBezTo>
                      <a:pt x="42" y="42"/>
                      <a:pt x="42" y="42"/>
                      <a:pt x="42" y="42"/>
                    </a:cubicBezTo>
                    <a:cubicBezTo>
                      <a:pt x="42" y="43"/>
                      <a:pt x="42" y="43"/>
                      <a:pt x="42" y="43"/>
                    </a:cubicBezTo>
                    <a:close/>
                    <a:moveTo>
                      <a:pt x="20" y="31"/>
                    </a:moveTo>
                    <a:cubicBezTo>
                      <a:pt x="8" y="31"/>
                      <a:pt x="8" y="31"/>
                      <a:pt x="8" y="31"/>
                    </a:cubicBezTo>
                    <a:cubicBezTo>
                      <a:pt x="7" y="35"/>
                      <a:pt x="7" y="35"/>
                      <a:pt x="7" y="35"/>
                    </a:cubicBezTo>
                    <a:cubicBezTo>
                      <a:pt x="20" y="35"/>
                      <a:pt x="20" y="35"/>
                      <a:pt x="20" y="35"/>
                    </a:cubicBezTo>
                    <a:lnTo>
                      <a:pt x="20" y="31"/>
                    </a:lnTo>
                    <a:close/>
                    <a:moveTo>
                      <a:pt x="38" y="27"/>
                    </a:moveTo>
                    <a:cubicBezTo>
                      <a:pt x="42" y="27"/>
                      <a:pt x="42" y="27"/>
                      <a:pt x="42" y="27"/>
                    </a:cubicBezTo>
                    <a:cubicBezTo>
                      <a:pt x="41" y="24"/>
                      <a:pt x="41" y="24"/>
                      <a:pt x="41" y="24"/>
                    </a:cubicBezTo>
                    <a:cubicBezTo>
                      <a:pt x="38" y="24"/>
                      <a:pt x="38" y="24"/>
                      <a:pt x="38" y="24"/>
                    </a:cubicBezTo>
                    <a:lnTo>
                      <a:pt x="38" y="27"/>
                    </a:lnTo>
                    <a:close/>
                    <a:moveTo>
                      <a:pt x="12" y="24"/>
                    </a:moveTo>
                    <a:cubicBezTo>
                      <a:pt x="9" y="24"/>
                      <a:pt x="9" y="24"/>
                      <a:pt x="9" y="24"/>
                    </a:cubicBezTo>
                    <a:cubicBezTo>
                      <a:pt x="9" y="27"/>
                      <a:pt x="9" y="27"/>
                      <a:pt x="9" y="27"/>
                    </a:cubicBezTo>
                    <a:cubicBezTo>
                      <a:pt x="12" y="27"/>
                      <a:pt x="12" y="27"/>
                      <a:pt x="12" y="27"/>
                    </a:cubicBezTo>
                    <a:lnTo>
                      <a:pt x="12" y="24"/>
                    </a:lnTo>
                    <a:close/>
                    <a:moveTo>
                      <a:pt x="16" y="27"/>
                    </a:moveTo>
                    <a:cubicBezTo>
                      <a:pt x="9" y="27"/>
                      <a:pt x="9" y="27"/>
                      <a:pt x="9" y="27"/>
                    </a:cubicBezTo>
                    <a:cubicBezTo>
                      <a:pt x="8" y="30"/>
                      <a:pt x="8" y="30"/>
                      <a:pt x="8" y="30"/>
                    </a:cubicBezTo>
                    <a:cubicBezTo>
                      <a:pt x="16" y="30"/>
                      <a:pt x="16" y="30"/>
                      <a:pt x="16" y="30"/>
                    </a:cubicBezTo>
                    <a:lnTo>
                      <a:pt x="16" y="27"/>
                    </a:lnTo>
                    <a:close/>
                    <a:moveTo>
                      <a:pt x="7" y="37"/>
                    </a:moveTo>
                    <a:cubicBezTo>
                      <a:pt x="7" y="37"/>
                      <a:pt x="7" y="37"/>
                      <a:pt x="7" y="37"/>
                    </a:cubicBezTo>
                    <a:cubicBezTo>
                      <a:pt x="7" y="37"/>
                      <a:pt x="7" y="37"/>
                      <a:pt x="7" y="37"/>
                    </a:cubicBezTo>
                    <a:cubicBezTo>
                      <a:pt x="8" y="37"/>
                      <a:pt x="9" y="37"/>
                      <a:pt x="10" y="37"/>
                    </a:cubicBezTo>
                    <a:cubicBezTo>
                      <a:pt x="10" y="37"/>
                      <a:pt x="10" y="37"/>
                      <a:pt x="10" y="37"/>
                    </a:cubicBezTo>
                    <a:cubicBezTo>
                      <a:pt x="10" y="37"/>
                      <a:pt x="10" y="37"/>
                      <a:pt x="10" y="37"/>
                    </a:cubicBezTo>
                    <a:cubicBezTo>
                      <a:pt x="10" y="37"/>
                      <a:pt x="10" y="37"/>
                      <a:pt x="10" y="37"/>
                    </a:cubicBezTo>
                    <a:cubicBezTo>
                      <a:pt x="10" y="38"/>
                      <a:pt x="10" y="38"/>
                      <a:pt x="10" y="38"/>
                    </a:cubicBezTo>
                    <a:cubicBezTo>
                      <a:pt x="11" y="38"/>
                      <a:pt x="11" y="38"/>
                      <a:pt x="11" y="38"/>
                    </a:cubicBezTo>
                    <a:cubicBezTo>
                      <a:pt x="12" y="38"/>
                      <a:pt x="13" y="38"/>
                      <a:pt x="14" y="38"/>
                    </a:cubicBezTo>
                    <a:cubicBezTo>
                      <a:pt x="15" y="38"/>
                      <a:pt x="15" y="38"/>
                      <a:pt x="15" y="38"/>
                    </a:cubicBezTo>
                    <a:cubicBezTo>
                      <a:pt x="16" y="38"/>
                      <a:pt x="17" y="38"/>
                      <a:pt x="18" y="38"/>
                    </a:cubicBezTo>
                    <a:cubicBezTo>
                      <a:pt x="18" y="38"/>
                      <a:pt x="18" y="38"/>
                      <a:pt x="18" y="38"/>
                    </a:cubicBezTo>
                    <a:cubicBezTo>
                      <a:pt x="19" y="38"/>
                      <a:pt x="19" y="38"/>
                      <a:pt x="19" y="38"/>
                    </a:cubicBezTo>
                    <a:cubicBezTo>
                      <a:pt x="19" y="38"/>
                      <a:pt x="19" y="38"/>
                      <a:pt x="19" y="38"/>
                    </a:cubicBezTo>
                    <a:cubicBezTo>
                      <a:pt x="19" y="37"/>
                      <a:pt x="19" y="37"/>
                      <a:pt x="19" y="37"/>
                    </a:cubicBezTo>
                    <a:cubicBezTo>
                      <a:pt x="20" y="37"/>
                      <a:pt x="20" y="37"/>
                      <a:pt x="20" y="37"/>
                    </a:cubicBezTo>
                    <a:cubicBezTo>
                      <a:pt x="22" y="38"/>
                      <a:pt x="24" y="38"/>
                      <a:pt x="27" y="38"/>
                    </a:cubicBezTo>
                    <a:cubicBezTo>
                      <a:pt x="28" y="38"/>
                      <a:pt x="28" y="38"/>
                      <a:pt x="28" y="38"/>
                    </a:cubicBezTo>
                    <a:cubicBezTo>
                      <a:pt x="29" y="38"/>
                      <a:pt x="30" y="38"/>
                      <a:pt x="32" y="38"/>
                    </a:cubicBezTo>
                    <a:cubicBezTo>
                      <a:pt x="32" y="38"/>
                      <a:pt x="32" y="38"/>
                      <a:pt x="32" y="38"/>
                    </a:cubicBezTo>
                    <a:cubicBezTo>
                      <a:pt x="32" y="38"/>
                      <a:pt x="32" y="38"/>
                      <a:pt x="32" y="38"/>
                    </a:cubicBezTo>
                    <a:cubicBezTo>
                      <a:pt x="33" y="38"/>
                      <a:pt x="33" y="38"/>
                      <a:pt x="33" y="38"/>
                    </a:cubicBezTo>
                    <a:cubicBezTo>
                      <a:pt x="33" y="38"/>
                      <a:pt x="33" y="38"/>
                      <a:pt x="33" y="38"/>
                    </a:cubicBezTo>
                    <a:cubicBezTo>
                      <a:pt x="33" y="38"/>
                      <a:pt x="33" y="38"/>
                      <a:pt x="33" y="38"/>
                    </a:cubicBezTo>
                    <a:cubicBezTo>
                      <a:pt x="34" y="38"/>
                      <a:pt x="34" y="38"/>
                      <a:pt x="34" y="38"/>
                    </a:cubicBezTo>
                    <a:cubicBezTo>
                      <a:pt x="36" y="38"/>
                      <a:pt x="36" y="38"/>
                      <a:pt x="36" y="38"/>
                    </a:cubicBezTo>
                    <a:cubicBezTo>
                      <a:pt x="36" y="38"/>
                      <a:pt x="36" y="38"/>
                      <a:pt x="36" y="38"/>
                    </a:cubicBezTo>
                    <a:cubicBezTo>
                      <a:pt x="36" y="38"/>
                      <a:pt x="36" y="38"/>
                      <a:pt x="36" y="38"/>
                    </a:cubicBezTo>
                    <a:cubicBezTo>
                      <a:pt x="39" y="38"/>
                      <a:pt x="39" y="38"/>
                      <a:pt x="39" y="38"/>
                    </a:cubicBezTo>
                    <a:cubicBezTo>
                      <a:pt x="45" y="38"/>
                      <a:pt x="45" y="38"/>
                      <a:pt x="45" y="38"/>
                    </a:cubicBezTo>
                    <a:cubicBezTo>
                      <a:pt x="45" y="37"/>
                      <a:pt x="45" y="37"/>
                      <a:pt x="45" y="37"/>
                    </a:cubicBezTo>
                    <a:cubicBezTo>
                      <a:pt x="44" y="36"/>
                      <a:pt x="44" y="36"/>
                      <a:pt x="44" y="36"/>
                    </a:cubicBezTo>
                    <a:cubicBezTo>
                      <a:pt x="44" y="36"/>
                      <a:pt x="44" y="36"/>
                      <a:pt x="44" y="36"/>
                    </a:cubicBezTo>
                    <a:cubicBezTo>
                      <a:pt x="33" y="36"/>
                      <a:pt x="33" y="36"/>
                      <a:pt x="33" y="36"/>
                    </a:cubicBezTo>
                    <a:cubicBezTo>
                      <a:pt x="7" y="36"/>
                      <a:pt x="7" y="36"/>
                      <a:pt x="7" y="36"/>
                    </a:cubicBezTo>
                    <a:cubicBezTo>
                      <a:pt x="6" y="36"/>
                      <a:pt x="6" y="36"/>
                      <a:pt x="6" y="36"/>
                    </a:cubicBezTo>
                    <a:cubicBezTo>
                      <a:pt x="7" y="36"/>
                      <a:pt x="7" y="36"/>
                      <a:pt x="7" y="36"/>
                    </a:cubicBezTo>
                    <a:lnTo>
                      <a:pt x="7" y="37"/>
                    </a:lnTo>
                    <a:close/>
                    <a:moveTo>
                      <a:pt x="43" y="40"/>
                    </a:moveTo>
                    <a:cubicBezTo>
                      <a:pt x="42" y="39"/>
                      <a:pt x="42" y="39"/>
                      <a:pt x="42" y="39"/>
                    </a:cubicBezTo>
                    <a:cubicBezTo>
                      <a:pt x="42" y="39"/>
                      <a:pt x="42" y="39"/>
                      <a:pt x="42" y="39"/>
                    </a:cubicBezTo>
                    <a:cubicBezTo>
                      <a:pt x="42" y="38"/>
                      <a:pt x="42" y="38"/>
                      <a:pt x="42" y="38"/>
                    </a:cubicBezTo>
                    <a:cubicBezTo>
                      <a:pt x="42" y="38"/>
                      <a:pt x="42" y="38"/>
                      <a:pt x="42" y="38"/>
                    </a:cubicBezTo>
                    <a:cubicBezTo>
                      <a:pt x="39" y="38"/>
                      <a:pt x="39" y="38"/>
                      <a:pt x="39" y="38"/>
                    </a:cubicBezTo>
                    <a:cubicBezTo>
                      <a:pt x="36" y="38"/>
                      <a:pt x="36" y="38"/>
                      <a:pt x="36" y="38"/>
                    </a:cubicBezTo>
                    <a:cubicBezTo>
                      <a:pt x="37" y="39"/>
                      <a:pt x="37" y="39"/>
                      <a:pt x="37" y="39"/>
                    </a:cubicBezTo>
                    <a:cubicBezTo>
                      <a:pt x="38" y="39"/>
                      <a:pt x="38" y="39"/>
                      <a:pt x="38" y="39"/>
                    </a:cubicBezTo>
                    <a:cubicBezTo>
                      <a:pt x="38" y="39"/>
                      <a:pt x="38" y="39"/>
                      <a:pt x="38" y="39"/>
                    </a:cubicBezTo>
                    <a:cubicBezTo>
                      <a:pt x="38" y="39"/>
                      <a:pt x="38" y="39"/>
                      <a:pt x="38" y="39"/>
                    </a:cubicBezTo>
                    <a:cubicBezTo>
                      <a:pt x="38" y="40"/>
                      <a:pt x="38" y="40"/>
                      <a:pt x="38" y="40"/>
                    </a:cubicBezTo>
                    <a:cubicBezTo>
                      <a:pt x="38" y="40"/>
                      <a:pt x="38" y="40"/>
                      <a:pt x="38" y="40"/>
                    </a:cubicBezTo>
                    <a:cubicBezTo>
                      <a:pt x="38" y="40"/>
                      <a:pt x="38" y="40"/>
                      <a:pt x="38" y="40"/>
                    </a:cubicBezTo>
                    <a:cubicBezTo>
                      <a:pt x="39" y="41"/>
                      <a:pt x="39" y="41"/>
                      <a:pt x="39" y="41"/>
                    </a:cubicBezTo>
                    <a:cubicBezTo>
                      <a:pt x="39" y="41"/>
                      <a:pt x="39" y="41"/>
                      <a:pt x="39" y="41"/>
                    </a:cubicBezTo>
                    <a:cubicBezTo>
                      <a:pt x="39" y="42"/>
                      <a:pt x="39" y="42"/>
                      <a:pt x="39" y="42"/>
                    </a:cubicBezTo>
                    <a:cubicBezTo>
                      <a:pt x="39" y="42"/>
                      <a:pt x="39" y="42"/>
                      <a:pt x="39" y="42"/>
                    </a:cubicBezTo>
                    <a:cubicBezTo>
                      <a:pt x="40" y="42"/>
                      <a:pt x="40" y="42"/>
                      <a:pt x="40" y="42"/>
                    </a:cubicBezTo>
                    <a:cubicBezTo>
                      <a:pt x="40" y="42"/>
                      <a:pt x="40" y="42"/>
                      <a:pt x="40" y="42"/>
                    </a:cubicBezTo>
                    <a:cubicBezTo>
                      <a:pt x="40" y="42"/>
                      <a:pt x="40" y="42"/>
                      <a:pt x="40" y="42"/>
                    </a:cubicBezTo>
                    <a:cubicBezTo>
                      <a:pt x="40" y="42"/>
                      <a:pt x="40" y="42"/>
                      <a:pt x="40" y="42"/>
                    </a:cubicBezTo>
                    <a:cubicBezTo>
                      <a:pt x="40" y="42"/>
                      <a:pt x="40" y="42"/>
                      <a:pt x="40" y="42"/>
                    </a:cubicBezTo>
                    <a:cubicBezTo>
                      <a:pt x="41" y="42"/>
                      <a:pt x="41" y="42"/>
                      <a:pt x="41" y="42"/>
                    </a:cubicBezTo>
                    <a:cubicBezTo>
                      <a:pt x="41" y="42"/>
                      <a:pt x="41" y="42"/>
                      <a:pt x="41" y="42"/>
                    </a:cubicBezTo>
                    <a:cubicBezTo>
                      <a:pt x="41" y="42"/>
                      <a:pt x="41" y="42"/>
                      <a:pt x="41" y="42"/>
                    </a:cubicBezTo>
                    <a:cubicBezTo>
                      <a:pt x="41" y="42"/>
                      <a:pt x="41" y="42"/>
                      <a:pt x="41" y="42"/>
                    </a:cubicBezTo>
                    <a:cubicBezTo>
                      <a:pt x="42" y="41"/>
                      <a:pt x="42" y="41"/>
                      <a:pt x="42" y="41"/>
                    </a:cubicBezTo>
                    <a:cubicBezTo>
                      <a:pt x="42" y="41"/>
                      <a:pt x="42" y="41"/>
                      <a:pt x="42" y="41"/>
                    </a:cubicBezTo>
                    <a:cubicBezTo>
                      <a:pt x="42" y="41"/>
                      <a:pt x="42" y="41"/>
                      <a:pt x="42" y="41"/>
                    </a:cubicBezTo>
                    <a:cubicBezTo>
                      <a:pt x="43" y="41"/>
                      <a:pt x="43" y="41"/>
                      <a:pt x="43" y="41"/>
                    </a:cubicBezTo>
                    <a:cubicBezTo>
                      <a:pt x="43" y="40"/>
                      <a:pt x="43" y="40"/>
                      <a:pt x="43" y="40"/>
                    </a:cubicBezTo>
                    <a:close/>
                    <a:moveTo>
                      <a:pt x="29" y="40"/>
                    </a:moveTo>
                    <a:cubicBezTo>
                      <a:pt x="30" y="40"/>
                      <a:pt x="30" y="40"/>
                      <a:pt x="30" y="40"/>
                    </a:cubicBezTo>
                    <a:cubicBezTo>
                      <a:pt x="30" y="40"/>
                      <a:pt x="30" y="40"/>
                      <a:pt x="30" y="40"/>
                    </a:cubicBezTo>
                    <a:cubicBezTo>
                      <a:pt x="31" y="40"/>
                      <a:pt x="31" y="40"/>
                      <a:pt x="31" y="40"/>
                    </a:cubicBezTo>
                    <a:cubicBezTo>
                      <a:pt x="31" y="40"/>
                      <a:pt x="31" y="40"/>
                      <a:pt x="31" y="40"/>
                    </a:cubicBezTo>
                    <a:cubicBezTo>
                      <a:pt x="31" y="40"/>
                      <a:pt x="31" y="40"/>
                      <a:pt x="31" y="40"/>
                    </a:cubicBezTo>
                    <a:cubicBezTo>
                      <a:pt x="32" y="41"/>
                      <a:pt x="33" y="43"/>
                      <a:pt x="34" y="43"/>
                    </a:cubicBezTo>
                    <a:cubicBezTo>
                      <a:pt x="34" y="42"/>
                      <a:pt x="34" y="41"/>
                      <a:pt x="34" y="40"/>
                    </a:cubicBezTo>
                    <a:cubicBezTo>
                      <a:pt x="33" y="39"/>
                      <a:pt x="33" y="39"/>
                      <a:pt x="33" y="39"/>
                    </a:cubicBezTo>
                    <a:cubicBezTo>
                      <a:pt x="33" y="39"/>
                      <a:pt x="33" y="39"/>
                      <a:pt x="33" y="39"/>
                    </a:cubicBezTo>
                    <a:cubicBezTo>
                      <a:pt x="33" y="39"/>
                      <a:pt x="33" y="39"/>
                      <a:pt x="33" y="39"/>
                    </a:cubicBezTo>
                    <a:cubicBezTo>
                      <a:pt x="33" y="39"/>
                      <a:pt x="33" y="39"/>
                      <a:pt x="33" y="39"/>
                    </a:cubicBezTo>
                    <a:cubicBezTo>
                      <a:pt x="32" y="39"/>
                      <a:pt x="32" y="39"/>
                      <a:pt x="32" y="39"/>
                    </a:cubicBezTo>
                    <a:cubicBezTo>
                      <a:pt x="30" y="39"/>
                      <a:pt x="29" y="39"/>
                      <a:pt x="28" y="39"/>
                    </a:cubicBezTo>
                    <a:cubicBezTo>
                      <a:pt x="27" y="39"/>
                      <a:pt x="27" y="39"/>
                      <a:pt x="27" y="39"/>
                    </a:cubicBezTo>
                    <a:cubicBezTo>
                      <a:pt x="25" y="38"/>
                      <a:pt x="25" y="38"/>
                      <a:pt x="25" y="38"/>
                    </a:cubicBezTo>
                    <a:cubicBezTo>
                      <a:pt x="25" y="39"/>
                      <a:pt x="25" y="39"/>
                      <a:pt x="25" y="39"/>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0"/>
                      <a:pt x="23" y="40"/>
                      <a:pt x="23" y="40"/>
                    </a:cubicBezTo>
                    <a:cubicBezTo>
                      <a:pt x="25" y="38"/>
                      <a:pt x="25" y="38"/>
                      <a:pt x="25" y="38"/>
                    </a:cubicBezTo>
                    <a:cubicBezTo>
                      <a:pt x="23" y="38"/>
                      <a:pt x="22" y="38"/>
                      <a:pt x="21" y="38"/>
                    </a:cubicBezTo>
                    <a:cubicBezTo>
                      <a:pt x="21" y="39"/>
                      <a:pt x="21" y="39"/>
                      <a:pt x="21" y="39"/>
                    </a:cubicBezTo>
                    <a:cubicBezTo>
                      <a:pt x="21" y="39"/>
                      <a:pt x="21" y="39"/>
                      <a:pt x="21" y="39"/>
                    </a:cubicBezTo>
                    <a:cubicBezTo>
                      <a:pt x="20" y="39"/>
                      <a:pt x="20" y="39"/>
                      <a:pt x="20" y="39"/>
                    </a:cubicBezTo>
                    <a:cubicBezTo>
                      <a:pt x="20" y="41"/>
                      <a:pt x="20" y="41"/>
                      <a:pt x="20" y="41"/>
                    </a:cubicBezTo>
                    <a:cubicBezTo>
                      <a:pt x="20" y="41"/>
                      <a:pt x="20" y="41"/>
                      <a:pt x="20" y="41"/>
                    </a:cubicBezTo>
                    <a:cubicBezTo>
                      <a:pt x="20" y="41"/>
                      <a:pt x="20" y="41"/>
                      <a:pt x="20" y="41"/>
                    </a:cubicBezTo>
                    <a:cubicBezTo>
                      <a:pt x="20" y="41"/>
                      <a:pt x="20" y="41"/>
                      <a:pt x="20" y="41"/>
                    </a:cubicBezTo>
                    <a:cubicBezTo>
                      <a:pt x="23" y="41"/>
                      <a:pt x="23" y="41"/>
                      <a:pt x="23" y="41"/>
                    </a:cubicBezTo>
                    <a:cubicBezTo>
                      <a:pt x="23" y="41"/>
                      <a:pt x="23" y="41"/>
                      <a:pt x="23" y="41"/>
                    </a:cubicBezTo>
                    <a:cubicBezTo>
                      <a:pt x="23" y="42"/>
                      <a:pt x="24" y="42"/>
                      <a:pt x="26" y="42"/>
                    </a:cubicBezTo>
                    <a:cubicBezTo>
                      <a:pt x="27" y="42"/>
                      <a:pt x="27" y="42"/>
                      <a:pt x="27" y="42"/>
                    </a:cubicBezTo>
                    <a:cubicBezTo>
                      <a:pt x="27" y="42"/>
                      <a:pt x="28" y="41"/>
                      <a:pt x="29" y="40"/>
                    </a:cubicBezTo>
                    <a:moveTo>
                      <a:pt x="46" y="42"/>
                    </a:moveTo>
                    <a:cubicBezTo>
                      <a:pt x="46" y="42"/>
                      <a:pt x="46" y="42"/>
                      <a:pt x="46" y="42"/>
                    </a:cubicBezTo>
                    <a:cubicBezTo>
                      <a:pt x="45" y="42"/>
                      <a:pt x="45" y="42"/>
                      <a:pt x="45" y="42"/>
                    </a:cubicBezTo>
                    <a:cubicBezTo>
                      <a:pt x="44" y="42"/>
                      <a:pt x="44" y="42"/>
                      <a:pt x="44" y="42"/>
                    </a:cubicBezTo>
                    <a:cubicBezTo>
                      <a:pt x="44" y="42"/>
                      <a:pt x="43" y="43"/>
                      <a:pt x="43" y="43"/>
                    </a:cubicBezTo>
                    <a:cubicBezTo>
                      <a:pt x="42" y="43"/>
                      <a:pt x="42" y="43"/>
                      <a:pt x="42" y="43"/>
                    </a:cubicBezTo>
                    <a:cubicBezTo>
                      <a:pt x="42" y="43"/>
                      <a:pt x="42" y="43"/>
                      <a:pt x="42" y="43"/>
                    </a:cubicBezTo>
                    <a:cubicBezTo>
                      <a:pt x="42" y="43"/>
                      <a:pt x="42" y="43"/>
                      <a:pt x="42" y="43"/>
                    </a:cubicBezTo>
                    <a:cubicBezTo>
                      <a:pt x="42" y="43"/>
                      <a:pt x="42" y="43"/>
                      <a:pt x="42" y="43"/>
                    </a:cubicBezTo>
                    <a:cubicBezTo>
                      <a:pt x="42" y="42"/>
                      <a:pt x="42" y="42"/>
                      <a:pt x="42" y="42"/>
                    </a:cubicBezTo>
                    <a:cubicBezTo>
                      <a:pt x="42" y="42"/>
                      <a:pt x="42" y="42"/>
                      <a:pt x="42" y="42"/>
                    </a:cubicBezTo>
                    <a:cubicBezTo>
                      <a:pt x="41" y="43"/>
                      <a:pt x="41" y="43"/>
                      <a:pt x="41" y="43"/>
                    </a:cubicBezTo>
                    <a:cubicBezTo>
                      <a:pt x="41" y="43"/>
                      <a:pt x="41" y="43"/>
                      <a:pt x="41" y="43"/>
                    </a:cubicBezTo>
                    <a:cubicBezTo>
                      <a:pt x="40" y="43"/>
                      <a:pt x="40" y="43"/>
                      <a:pt x="40" y="43"/>
                    </a:cubicBezTo>
                    <a:cubicBezTo>
                      <a:pt x="39" y="42"/>
                      <a:pt x="39" y="42"/>
                      <a:pt x="39" y="42"/>
                    </a:cubicBezTo>
                    <a:cubicBezTo>
                      <a:pt x="37" y="42"/>
                      <a:pt x="37" y="42"/>
                      <a:pt x="37" y="42"/>
                    </a:cubicBezTo>
                    <a:cubicBezTo>
                      <a:pt x="37" y="42"/>
                      <a:pt x="37" y="42"/>
                      <a:pt x="37" y="42"/>
                    </a:cubicBezTo>
                    <a:cubicBezTo>
                      <a:pt x="35" y="41"/>
                      <a:pt x="35" y="41"/>
                      <a:pt x="35" y="41"/>
                    </a:cubicBezTo>
                    <a:cubicBezTo>
                      <a:pt x="35" y="41"/>
                      <a:pt x="35" y="41"/>
                      <a:pt x="35" y="41"/>
                    </a:cubicBezTo>
                    <a:cubicBezTo>
                      <a:pt x="35" y="41"/>
                      <a:pt x="35" y="41"/>
                      <a:pt x="35" y="41"/>
                    </a:cubicBezTo>
                    <a:cubicBezTo>
                      <a:pt x="35" y="40"/>
                      <a:pt x="35" y="40"/>
                      <a:pt x="35" y="40"/>
                    </a:cubicBezTo>
                    <a:cubicBezTo>
                      <a:pt x="35" y="41"/>
                      <a:pt x="35" y="42"/>
                      <a:pt x="34" y="43"/>
                    </a:cubicBezTo>
                    <a:cubicBezTo>
                      <a:pt x="34" y="43"/>
                      <a:pt x="34" y="43"/>
                      <a:pt x="34" y="43"/>
                    </a:cubicBezTo>
                    <a:cubicBezTo>
                      <a:pt x="34" y="43"/>
                      <a:pt x="34" y="43"/>
                      <a:pt x="34" y="43"/>
                    </a:cubicBezTo>
                    <a:cubicBezTo>
                      <a:pt x="34" y="43"/>
                      <a:pt x="34" y="43"/>
                      <a:pt x="34" y="43"/>
                    </a:cubicBezTo>
                    <a:cubicBezTo>
                      <a:pt x="32" y="43"/>
                      <a:pt x="31" y="41"/>
                      <a:pt x="31" y="40"/>
                    </a:cubicBezTo>
                    <a:cubicBezTo>
                      <a:pt x="30" y="40"/>
                      <a:pt x="30" y="40"/>
                      <a:pt x="30" y="40"/>
                    </a:cubicBezTo>
                    <a:cubicBezTo>
                      <a:pt x="30" y="40"/>
                      <a:pt x="30" y="40"/>
                      <a:pt x="30" y="40"/>
                    </a:cubicBezTo>
                    <a:cubicBezTo>
                      <a:pt x="29" y="40"/>
                      <a:pt x="29" y="40"/>
                      <a:pt x="29" y="40"/>
                    </a:cubicBezTo>
                    <a:cubicBezTo>
                      <a:pt x="27" y="43"/>
                      <a:pt x="27" y="43"/>
                      <a:pt x="27" y="43"/>
                    </a:cubicBezTo>
                    <a:cubicBezTo>
                      <a:pt x="27" y="43"/>
                      <a:pt x="27" y="43"/>
                      <a:pt x="27" y="43"/>
                    </a:cubicBezTo>
                    <a:cubicBezTo>
                      <a:pt x="27" y="43"/>
                      <a:pt x="27" y="43"/>
                      <a:pt x="27" y="43"/>
                    </a:cubicBezTo>
                    <a:cubicBezTo>
                      <a:pt x="26" y="43"/>
                      <a:pt x="26" y="43"/>
                      <a:pt x="26" y="43"/>
                    </a:cubicBezTo>
                    <a:cubicBezTo>
                      <a:pt x="27" y="43"/>
                      <a:pt x="30" y="44"/>
                      <a:pt x="31" y="44"/>
                    </a:cubicBezTo>
                    <a:cubicBezTo>
                      <a:pt x="34" y="44"/>
                      <a:pt x="35" y="43"/>
                      <a:pt x="37" y="43"/>
                    </a:cubicBezTo>
                    <a:cubicBezTo>
                      <a:pt x="39" y="43"/>
                      <a:pt x="40" y="43"/>
                      <a:pt x="42" y="44"/>
                    </a:cubicBezTo>
                    <a:cubicBezTo>
                      <a:pt x="43" y="44"/>
                      <a:pt x="44" y="44"/>
                      <a:pt x="45" y="44"/>
                    </a:cubicBezTo>
                    <a:cubicBezTo>
                      <a:pt x="46" y="44"/>
                      <a:pt x="46" y="44"/>
                      <a:pt x="46" y="44"/>
                    </a:cubicBezTo>
                    <a:cubicBezTo>
                      <a:pt x="46" y="44"/>
                      <a:pt x="46" y="44"/>
                      <a:pt x="46" y="44"/>
                    </a:cubicBezTo>
                    <a:cubicBezTo>
                      <a:pt x="46" y="44"/>
                      <a:pt x="46" y="44"/>
                      <a:pt x="46" y="44"/>
                    </a:cubicBezTo>
                    <a:lnTo>
                      <a:pt x="46" y="42"/>
                    </a:lnTo>
                    <a:close/>
                    <a:moveTo>
                      <a:pt x="22" y="42"/>
                    </a:moveTo>
                    <a:cubicBezTo>
                      <a:pt x="20" y="42"/>
                      <a:pt x="20" y="42"/>
                      <a:pt x="20" y="42"/>
                    </a:cubicBezTo>
                    <a:cubicBezTo>
                      <a:pt x="20" y="42"/>
                      <a:pt x="20" y="42"/>
                      <a:pt x="20" y="42"/>
                    </a:cubicBezTo>
                    <a:cubicBezTo>
                      <a:pt x="20" y="44"/>
                      <a:pt x="20" y="44"/>
                      <a:pt x="20" y="44"/>
                    </a:cubicBezTo>
                    <a:cubicBezTo>
                      <a:pt x="20" y="44"/>
                      <a:pt x="20" y="44"/>
                      <a:pt x="20" y="44"/>
                    </a:cubicBezTo>
                    <a:cubicBezTo>
                      <a:pt x="19" y="44"/>
                      <a:pt x="19" y="44"/>
                      <a:pt x="19" y="44"/>
                    </a:cubicBezTo>
                    <a:cubicBezTo>
                      <a:pt x="19" y="44"/>
                      <a:pt x="19" y="44"/>
                      <a:pt x="19" y="44"/>
                    </a:cubicBezTo>
                    <a:cubicBezTo>
                      <a:pt x="18" y="44"/>
                      <a:pt x="18" y="44"/>
                      <a:pt x="18" y="44"/>
                    </a:cubicBezTo>
                    <a:cubicBezTo>
                      <a:pt x="18" y="44"/>
                      <a:pt x="18" y="44"/>
                      <a:pt x="18" y="44"/>
                    </a:cubicBezTo>
                    <a:cubicBezTo>
                      <a:pt x="17" y="44"/>
                      <a:pt x="17" y="44"/>
                      <a:pt x="17" y="44"/>
                    </a:cubicBezTo>
                    <a:cubicBezTo>
                      <a:pt x="16" y="44"/>
                      <a:pt x="16" y="44"/>
                      <a:pt x="16" y="44"/>
                    </a:cubicBezTo>
                    <a:cubicBezTo>
                      <a:pt x="16" y="44"/>
                      <a:pt x="16" y="44"/>
                      <a:pt x="16" y="44"/>
                    </a:cubicBezTo>
                    <a:cubicBezTo>
                      <a:pt x="16" y="44"/>
                      <a:pt x="16" y="44"/>
                      <a:pt x="16" y="44"/>
                    </a:cubicBezTo>
                    <a:cubicBezTo>
                      <a:pt x="15" y="43"/>
                      <a:pt x="15" y="43"/>
                      <a:pt x="15" y="43"/>
                    </a:cubicBezTo>
                    <a:cubicBezTo>
                      <a:pt x="15" y="43"/>
                      <a:pt x="15" y="43"/>
                      <a:pt x="15" y="43"/>
                    </a:cubicBezTo>
                    <a:cubicBezTo>
                      <a:pt x="15" y="43"/>
                      <a:pt x="15" y="43"/>
                      <a:pt x="15" y="43"/>
                    </a:cubicBezTo>
                    <a:cubicBezTo>
                      <a:pt x="14" y="42"/>
                      <a:pt x="14" y="42"/>
                      <a:pt x="14" y="42"/>
                    </a:cubicBezTo>
                    <a:cubicBezTo>
                      <a:pt x="14" y="42"/>
                      <a:pt x="14" y="42"/>
                      <a:pt x="14" y="42"/>
                    </a:cubicBezTo>
                    <a:cubicBezTo>
                      <a:pt x="14" y="42"/>
                      <a:pt x="14" y="42"/>
                      <a:pt x="14" y="42"/>
                    </a:cubicBezTo>
                    <a:cubicBezTo>
                      <a:pt x="13" y="42"/>
                      <a:pt x="13" y="42"/>
                      <a:pt x="13" y="42"/>
                    </a:cubicBezTo>
                    <a:cubicBezTo>
                      <a:pt x="13" y="41"/>
                      <a:pt x="13" y="41"/>
                      <a:pt x="13" y="41"/>
                    </a:cubicBezTo>
                    <a:cubicBezTo>
                      <a:pt x="13" y="41"/>
                      <a:pt x="13" y="41"/>
                      <a:pt x="13" y="41"/>
                    </a:cubicBezTo>
                    <a:cubicBezTo>
                      <a:pt x="13" y="40"/>
                      <a:pt x="13" y="40"/>
                      <a:pt x="13" y="40"/>
                    </a:cubicBezTo>
                    <a:cubicBezTo>
                      <a:pt x="11" y="42"/>
                      <a:pt x="11" y="42"/>
                      <a:pt x="11" y="42"/>
                    </a:cubicBezTo>
                    <a:cubicBezTo>
                      <a:pt x="11" y="42"/>
                      <a:pt x="11" y="42"/>
                      <a:pt x="11" y="42"/>
                    </a:cubicBezTo>
                    <a:cubicBezTo>
                      <a:pt x="11" y="42"/>
                      <a:pt x="11" y="42"/>
                      <a:pt x="11" y="42"/>
                    </a:cubicBezTo>
                    <a:cubicBezTo>
                      <a:pt x="10" y="42"/>
                      <a:pt x="10" y="42"/>
                      <a:pt x="10" y="42"/>
                    </a:cubicBezTo>
                    <a:cubicBezTo>
                      <a:pt x="8" y="44"/>
                      <a:pt x="8" y="44"/>
                      <a:pt x="8" y="44"/>
                    </a:cubicBezTo>
                    <a:cubicBezTo>
                      <a:pt x="8" y="44"/>
                      <a:pt x="8" y="44"/>
                      <a:pt x="8" y="44"/>
                    </a:cubicBezTo>
                    <a:cubicBezTo>
                      <a:pt x="7" y="44"/>
                      <a:pt x="7" y="44"/>
                      <a:pt x="7" y="44"/>
                    </a:cubicBezTo>
                    <a:cubicBezTo>
                      <a:pt x="6" y="44"/>
                      <a:pt x="6" y="44"/>
                      <a:pt x="6" y="44"/>
                    </a:cubicBezTo>
                    <a:cubicBezTo>
                      <a:pt x="6" y="44"/>
                      <a:pt x="6" y="44"/>
                      <a:pt x="6" y="44"/>
                    </a:cubicBezTo>
                    <a:cubicBezTo>
                      <a:pt x="6" y="44"/>
                      <a:pt x="6" y="44"/>
                      <a:pt x="6" y="44"/>
                    </a:cubicBezTo>
                    <a:cubicBezTo>
                      <a:pt x="5" y="43"/>
                      <a:pt x="5" y="43"/>
                      <a:pt x="4" y="42"/>
                    </a:cubicBezTo>
                    <a:cubicBezTo>
                      <a:pt x="4" y="42"/>
                      <a:pt x="3" y="43"/>
                      <a:pt x="1" y="44"/>
                    </a:cubicBezTo>
                    <a:cubicBezTo>
                      <a:pt x="2" y="44"/>
                      <a:pt x="2" y="44"/>
                      <a:pt x="2" y="44"/>
                    </a:cubicBezTo>
                    <a:cubicBezTo>
                      <a:pt x="3" y="44"/>
                      <a:pt x="3" y="44"/>
                      <a:pt x="5" y="45"/>
                    </a:cubicBezTo>
                    <a:cubicBezTo>
                      <a:pt x="5" y="45"/>
                      <a:pt x="5" y="45"/>
                      <a:pt x="5" y="45"/>
                    </a:cubicBezTo>
                    <a:cubicBezTo>
                      <a:pt x="7" y="45"/>
                      <a:pt x="8" y="44"/>
                      <a:pt x="8" y="44"/>
                    </a:cubicBezTo>
                    <a:cubicBezTo>
                      <a:pt x="9" y="44"/>
                      <a:pt x="11" y="42"/>
                      <a:pt x="12" y="42"/>
                    </a:cubicBezTo>
                    <a:cubicBezTo>
                      <a:pt x="12" y="42"/>
                      <a:pt x="12" y="42"/>
                      <a:pt x="12" y="42"/>
                    </a:cubicBezTo>
                    <a:cubicBezTo>
                      <a:pt x="13" y="42"/>
                      <a:pt x="15" y="43"/>
                      <a:pt x="16" y="44"/>
                    </a:cubicBezTo>
                    <a:cubicBezTo>
                      <a:pt x="17" y="44"/>
                      <a:pt x="18" y="45"/>
                      <a:pt x="19" y="45"/>
                    </a:cubicBezTo>
                    <a:cubicBezTo>
                      <a:pt x="19" y="45"/>
                      <a:pt x="19" y="45"/>
                      <a:pt x="19" y="45"/>
                    </a:cubicBezTo>
                    <a:cubicBezTo>
                      <a:pt x="20" y="45"/>
                      <a:pt x="22" y="43"/>
                      <a:pt x="24" y="43"/>
                    </a:cubicBezTo>
                    <a:lnTo>
                      <a:pt x="22" y="42"/>
                    </a:lnTo>
                    <a:close/>
                    <a:moveTo>
                      <a:pt x="37" y="42"/>
                    </a:moveTo>
                    <a:cubicBezTo>
                      <a:pt x="39" y="42"/>
                      <a:pt x="39" y="42"/>
                      <a:pt x="39" y="42"/>
                    </a:cubicBezTo>
                    <a:cubicBezTo>
                      <a:pt x="39" y="42"/>
                      <a:pt x="39" y="42"/>
                      <a:pt x="39" y="42"/>
                    </a:cubicBezTo>
                    <a:cubicBezTo>
                      <a:pt x="38" y="41"/>
                      <a:pt x="38" y="41"/>
                      <a:pt x="38" y="41"/>
                    </a:cubicBezTo>
                    <a:cubicBezTo>
                      <a:pt x="38" y="41"/>
                      <a:pt x="38" y="41"/>
                      <a:pt x="38" y="41"/>
                    </a:cubicBezTo>
                    <a:cubicBezTo>
                      <a:pt x="38" y="41"/>
                      <a:pt x="38" y="41"/>
                      <a:pt x="38" y="41"/>
                    </a:cubicBezTo>
                    <a:cubicBezTo>
                      <a:pt x="38" y="40"/>
                      <a:pt x="38" y="40"/>
                      <a:pt x="38" y="40"/>
                    </a:cubicBezTo>
                    <a:cubicBezTo>
                      <a:pt x="37" y="40"/>
                      <a:pt x="37" y="40"/>
                      <a:pt x="37" y="40"/>
                    </a:cubicBezTo>
                    <a:cubicBezTo>
                      <a:pt x="37" y="40"/>
                      <a:pt x="37" y="40"/>
                      <a:pt x="37" y="40"/>
                    </a:cubicBezTo>
                    <a:cubicBezTo>
                      <a:pt x="36" y="38"/>
                      <a:pt x="36" y="38"/>
                      <a:pt x="36" y="38"/>
                    </a:cubicBezTo>
                    <a:cubicBezTo>
                      <a:pt x="34" y="39"/>
                      <a:pt x="34" y="39"/>
                      <a:pt x="34" y="39"/>
                    </a:cubicBezTo>
                    <a:cubicBezTo>
                      <a:pt x="34" y="39"/>
                      <a:pt x="34" y="39"/>
                      <a:pt x="34" y="39"/>
                    </a:cubicBezTo>
                    <a:cubicBezTo>
                      <a:pt x="35" y="39"/>
                      <a:pt x="35" y="39"/>
                      <a:pt x="35" y="39"/>
                    </a:cubicBezTo>
                    <a:cubicBezTo>
                      <a:pt x="35" y="40"/>
                      <a:pt x="35" y="40"/>
                      <a:pt x="35" y="40"/>
                    </a:cubicBezTo>
                    <a:cubicBezTo>
                      <a:pt x="35" y="40"/>
                      <a:pt x="35" y="40"/>
                      <a:pt x="35" y="40"/>
                    </a:cubicBezTo>
                    <a:cubicBezTo>
                      <a:pt x="35" y="40"/>
                      <a:pt x="35" y="40"/>
                      <a:pt x="35" y="40"/>
                    </a:cubicBezTo>
                    <a:cubicBezTo>
                      <a:pt x="35" y="40"/>
                      <a:pt x="35" y="40"/>
                      <a:pt x="35" y="40"/>
                    </a:cubicBezTo>
                    <a:cubicBezTo>
                      <a:pt x="36" y="40"/>
                      <a:pt x="36" y="40"/>
                      <a:pt x="36" y="40"/>
                    </a:cubicBezTo>
                    <a:cubicBezTo>
                      <a:pt x="36" y="40"/>
                      <a:pt x="36" y="40"/>
                      <a:pt x="36" y="40"/>
                    </a:cubicBezTo>
                    <a:cubicBezTo>
                      <a:pt x="36" y="41"/>
                      <a:pt x="36" y="41"/>
                      <a:pt x="36" y="41"/>
                    </a:cubicBezTo>
                    <a:lnTo>
                      <a:pt x="37" y="42"/>
                    </a:lnTo>
                    <a:close/>
                    <a:moveTo>
                      <a:pt x="17" y="21"/>
                    </a:moveTo>
                    <a:cubicBezTo>
                      <a:pt x="10" y="21"/>
                      <a:pt x="10" y="21"/>
                      <a:pt x="10" y="21"/>
                    </a:cubicBezTo>
                    <a:cubicBezTo>
                      <a:pt x="9" y="24"/>
                      <a:pt x="9" y="24"/>
                      <a:pt x="9" y="24"/>
                    </a:cubicBezTo>
                    <a:cubicBezTo>
                      <a:pt x="17" y="24"/>
                      <a:pt x="17" y="24"/>
                      <a:pt x="17" y="24"/>
                    </a:cubicBezTo>
                    <a:lnTo>
                      <a:pt x="17" y="21"/>
                    </a:lnTo>
                    <a:close/>
                    <a:moveTo>
                      <a:pt x="32" y="9"/>
                    </a:moveTo>
                    <a:cubicBezTo>
                      <a:pt x="32" y="10"/>
                      <a:pt x="32" y="10"/>
                      <a:pt x="32" y="10"/>
                    </a:cubicBezTo>
                    <a:cubicBezTo>
                      <a:pt x="39" y="10"/>
                      <a:pt x="39" y="10"/>
                      <a:pt x="39" y="10"/>
                    </a:cubicBezTo>
                    <a:cubicBezTo>
                      <a:pt x="38" y="9"/>
                      <a:pt x="38" y="9"/>
                      <a:pt x="38" y="9"/>
                    </a:cubicBezTo>
                    <a:lnTo>
                      <a:pt x="32" y="9"/>
                    </a:lnTo>
                    <a:close/>
                    <a:moveTo>
                      <a:pt x="39" y="14"/>
                    </a:moveTo>
                    <a:cubicBezTo>
                      <a:pt x="39" y="11"/>
                      <a:pt x="39" y="11"/>
                      <a:pt x="39" y="11"/>
                    </a:cubicBezTo>
                    <a:cubicBezTo>
                      <a:pt x="36" y="11"/>
                      <a:pt x="36" y="11"/>
                      <a:pt x="36" y="11"/>
                    </a:cubicBezTo>
                    <a:cubicBezTo>
                      <a:pt x="36" y="14"/>
                      <a:pt x="36" y="14"/>
                      <a:pt x="36" y="14"/>
                    </a:cubicBezTo>
                    <a:lnTo>
                      <a:pt x="39" y="14"/>
                    </a:lnTo>
                    <a:close/>
                    <a:moveTo>
                      <a:pt x="40" y="15"/>
                    </a:moveTo>
                    <a:cubicBezTo>
                      <a:pt x="33" y="15"/>
                      <a:pt x="33" y="15"/>
                      <a:pt x="33" y="15"/>
                    </a:cubicBezTo>
                    <a:cubicBezTo>
                      <a:pt x="33" y="17"/>
                      <a:pt x="33" y="17"/>
                      <a:pt x="33" y="17"/>
                    </a:cubicBezTo>
                    <a:cubicBezTo>
                      <a:pt x="40" y="17"/>
                      <a:pt x="40" y="17"/>
                      <a:pt x="40" y="17"/>
                    </a:cubicBezTo>
                    <a:lnTo>
                      <a:pt x="40" y="15"/>
                    </a:lnTo>
                    <a:close/>
                    <a:moveTo>
                      <a:pt x="34" y="24"/>
                    </a:moveTo>
                    <a:cubicBezTo>
                      <a:pt x="41" y="24"/>
                      <a:pt x="41" y="24"/>
                      <a:pt x="41" y="24"/>
                    </a:cubicBezTo>
                    <a:cubicBezTo>
                      <a:pt x="41" y="21"/>
                      <a:pt x="41" y="21"/>
                      <a:pt x="41" y="21"/>
                    </a:cubicBezTo>
                    <a:cubicBezTo>
                      <a:pt x="34" y="21"/>
                      <a:pt x="34" y="21"/>
                      <a:pt x="34" y="21"/>
                    </a:cubicBezTo>
                    <a:lnTo>
                      <a:pt x="34" y="24"/>
                    </a:lnTo>
                    <a:close/>
                    <a:moveTo>
                      <a:pt x="37" y="17"/>
                    </a:moveTo>
                    <a:cubicBezTo>
                      <a:pt x="37" y="20"/>
                      <a:pt x="37" y="20"/>
                      <a:pt x="37" y="20"/>
                    </a:cubicBezTo>
                    <a:cubicBezTo>
                      <a:pt x="41" y="20"/>
                      <a:pt x="41" y="20"/>
                      <a:pt x="41" y="20"/>
                    </a:cubicBezTo>
                    <a:cubicBezTo>
                      <a:pt x="40" y="17"/>
                      <a:pt x="40" y="17"/>
                      <a:pt x="40" y="17"/>
                    </a:cubicBezTo>
                    <a:lnTo>
                      <a:pt x="37" y="17"/>
                    </a:lnTo>
                    <a:close/>
                    <a:moveTo>
                      <a:pt x="13" y="17"/>
                    </a:moveTo>
                    <a:cubicBezTo>
                      <a:pt x="10" y="17"/>
                      <a:pt x="10" y="17"/>
                      <a:pt x="10" y="17"/>
                    </a:cubicBezTo>
                    <a:cubicBezTo>
                      <a:pt x="10" y="20"/>
                      <a:pt x="10" y="20"/>
                      <a:pt x="10" y="20"/>
                    </a:cubicBezTo>
                    <a:cubicBezTo>
                      <a:pt x="13" y="20"/>
                      <a:pt x="13" y="20"/>
                      <a:pt x="13" y="20"/>
                    </a:cubicBezTo>
                    <a:lnTo>
                      <a:pt x="13" y="17"/>
                    </a:lnTo>
                    <a:close/>
                    <a:moveTo>
                      <a:pt x="11" y="14"/>
                    </a:moveTo>
                    <a:cubicBezTo>
                      <a:pt x="14" y="14"/>
                      <a:pt x="14" y="14"/>
                      <a:pt x="14" y="14"/>
                    </a:cubicBezTo>
                    <a:cubicBezTo>
                      <a:pt x="14" y="11"/>
                      <a:pt x="14" y="11"/>
                      <a:pt x="14" y="11"/>
                    </a:cubicBezTo>
                    <a:cubicBezTo>
                      <a:pt x="12" y="11"/>
                      <a:pt x="12" y="11"/>
                      <a:pt x="12" y="11"/>
                    </a:cubicBezTo>
                    <a:lnTo>
                      <a:pt x="11" y="14"/>
                    </a:lnTo>
                    <a:close/>
                    <a:moveTo>
                      <a:pt x="18" y="15"/>
                    </a:moveTo>
                    <a:cubicBezTo>
                      <a:pt x="11" y="15"/>
                      <a:pt x="11" y="15"/>
                      <a:pt x="11" y="15"/>
                    </a:cubicBezTo>
                    <a:cubicBezTo>
                      <a:pt x="10" y="17"/>
                      <a:pt x="10" y="17"/>
                      <a:pt x="10" y="17"/>
                    </a:cubicBezTo>
                    <a:cubicBezTo>
                      <a:pt x="18" y="17"/>
                      <a:pt x="18" y="17"/>
                      <a:pt x="18" y="17"/>
                    </a:cubicBezTo>
                    <a:lnTo>
                      <a:pt x="18" y="15"/>
                    </a:lnTo>
                    <a:close/>
                    <a:moveTo>
                      <a:pt x="10" y="6"/>
                    </a:moveTo>
                    <a:cubicBezTo>
                      <a:pt x="12" y="8"/>
                      <a:pt x="12" y="8"/>
                      <a:pt x="12" y="8"/>
                    </a:cubicBezTo>
                    <a:cubicBezTo>
                      <a:pt x="38" y="8"/>
                      <a:pt x="38" y="8"/>
                      <a:pt x="38" y="8"/>
                    </a:cubicBezTo>
                    <a:cubicBezTo>
                      <a:pt x="38" y="8"/>
                      <a:pt x="38" y="8"/>
                      <a:pt x="38" y="8"/>
                    </a:cubicBezTo>
                    <a:cubicBezTo>
                      <a:pt x="40" y="6"/>
                      <a:pt x="40" y="6"/>
                      <a:pt x="40" y="6"/>
                    </a:cubicBezTo>
                    <a:lnTo>
                      <a:pt x="10" y="6"/>
                    </a:lnTo>
                    <a:close/>
                    <a:moveTo>
                      <a:pt x="18" y="9"/>
                    </a:moveTo>
                    <a:cubicBezTo>
                      <a:pt x="12" y="9"/>
                      <a:pt x="12" y="9"/>
                      <a:pt x="12" y="9"/>
                    </a:cubicBezTo>
                    <a:cubicBezTo>
                      <a:pt x="12" y="10"/>
                      <a:pt x="12" y="10"/>
                      <a:pt x="12" y="10"/>
                    </a:cubicBezTo>
                    <a:cubicBezTo>
                      <a:pt x="18" y="10"/>
                      <a:pt x="18" y="10"/>
                      <a:pt x="18" y="10"/>
                    </a:cubicBezTo>
                    <a:lnTo>
                      <a:pt x="18" y="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nvGrpSpPr>
            <p:cNvPr id="44" name="Grupo 43">
              <a:extLst>
                <a:ext uri="{FF2B5EF4-FFF2-40B4-BE49-F238E27FC236}">
                  <a16:creationId xmlns:a16="http://schemas.microsoft.com/office/drawing/2014/main" id="{E7831996-F7BD-4F84-AB19-E69BBC60EBB7}"/>
                </a:ext>
              </a:extLst>
            </p:cNvPr>
            <p:cNvGrpSpPr/>
            <p:nvPr userDrawn="1"/>
          </p:nvGrpSpPr>
          <p:grpSpPr>
            <a:xfrm>
              <a:off x="457020" y="572789"/>
              <a:ext cx="1931988" cy="938213"/>
              <a:chOff x="3838575" y="2246313"/>
              <a:chExt cx="1931988" cy="938213"/>
            </a:xfrm>
          </p:grpSpPr>
          <p:sp>
            <p:nvSpPr>
              <p:cNvPr id="46" name="Rectangle 5">
                <a:extLst>
                  <a:ext uri="{FF2B5EF4-FFF2-40B4-BE49-F238E27FC236}">
                    <a16:creationId xmlns:a16="http://schemas.microsoft.com/office/drawing/2014/main" id="{D645941C-CD69-4205-8A59-A8AD2DBD177B}"/>
                  </a:ext>
                </a:extLst>
              </p:cNvPr>
              <p:cNvSpPr>
                <a:spLocks noChangeArrowheads="1"/>
              </p:cNvSpPr>
              <p:nvPr/>
            </p:nvSpPr>
            <p:spPr bwMode="auto">
              <a:xfrm>
                <a:off x="3838575" y="2246313"/>
                <a:ext cx="1931988" cy="938213"/>
              </a:xfrm>
              <a:prstGeom prst="rect">
                <a:avLst/>
              </a:prstGeom>
              <a:solidFill>
                <a:srgbClr val="00B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47" name="Freeform 37">
                <a:extLst>
                  <a:ext uri="{FF2B5EF4-FFF2-40B4-BE49-F238E27FC236}">
                    <a16:creationId xmlns:a16="http://schemas.microsoft.com/office/drawing/2014/main" id="{82E5C52C-8EFE-42F7-B109-63878A4B2FB4}"/>
                  </a:ext>
                </a:extLst>
              </p:cNvPr>
              <p:cNvSpPr>
                <a:spLocks noEditPoints="1"/>
              </p:cNvSpPr>
              <p:nvPr/>
            </p:nvSpPr>
            <p:spPr bwMode="auto">
              <a:xfrm>
                <a:off x="3968750" y="2727325"/>
                <a:ext cx="1668463" cy="123825"/>
              </a:xfrm>
              <a:custGeom>
                <a:avLst/>
                <a:gdLst>
                  <a:gd name="T0" fmla="*/ 768 w 770"/>
                  <a:gd name="T1" fmla="*/ 17 h 57"/>
                  <a:gd name="T2" fmla="*/ 743 w 770"/>
                  <a:gd name="T3" fmla="*/ 44 h 57"/>
                  <a:gd name="T4" fmla="*/ 715 w 770"/>
                  <a:gd name="T5" fmla="*/ 22 h 57"/>
                  <a:gd name="T6" fmla="*/ 720 w 770"/>
                  <a:gd name="T7" fmla="*/ 17 h 57"/>
                  <a:gd name="T8" fmla="*/ 704 w 770"/>
                  <a:gd name="T9" fmla="*/ 51 h 57"/>
                  <a:gd name="T10" fmla="*/ 689 w 770"/>
                  <a:gd name="T11" fmla="*/ 56 h 57"/>
                  <a:gd name="T12" fmla="*/ 669 w 770"/>
                  <a:gd name="T13" fmla="*/ 20 h 57"/>
                  <a:gd name="T14" fmla="*/ 662 w 770"/>
                  <a:gd name="T15" fmla="*/ 48 h 57"/>
                  <a:gd name="T16" fmla="*/ 662 w 770"/>
                  <a:gd name="T17" fmla="*/ 17 h 57"/>
                  <a:gd name="T18" fmla="*/ 607 w 770"/>
                  <a:gd name="T19" fmla="*/ 17 h 57"/>
                  <a:gd name="T20" fmla="*/ 593 w 770"/>
                  <a:gd name="T21" fmla="*/ 17 h 57"/>
                  <a:gd name="T22" fmla="*/ 597 w 770"/>
                  <a:gd name="T23" fmla="*/ 56 h 57"/>
                  <a:gd name="T24" fmla="*/ 610 w 770"/>
                  <a:gd name="T25" fmla="*/ 56 h 57"/>
                  <a:gd name="T26" fmla="*/ 563 w 770"/>
                  <a:gd name="T27" fmla="*/ 51 h 57"/>
                  <a:gd name="T28" fmla="*/ 560 w 770"/>
                  <a:gd name="T29" fmla="*/ 29 h 57"/>
                  <a:gd name="T30" fmla="*/ 568 w 770"/>
                  <a:gd name="T31" fmla="*/ 17 h 57"/>
                  <a:gd name="T32" fmla="*/ 569 w 770"/>
                  <a:gd name="T33" fmla="*/ 56 h 57"/>
                  <a:gd name="T34" fmla="*/ 511 w 770"/>
                  <a:gd name="T35" fmla="*/ 17 h 57"/>
                  <a:gd name="T36" fmla="*/ 504 w 770"/>
                  <a:gd name="T37" fmla="*/ 54 h 57"/>
                  <a:gd name="T38" fmla="*/ 504 w 770"/>
                  <a:gd name="T39" fmla="*/ 29 h 57"/>
                  <a:gd name="T40" fmla="*/ 453 w 770"/>
                  <a:gd name="T41" fmla="*/ 17 h 57"/>
                  <a:gd name="T42" fmla="*/ 430 w 770"/>
                  <a:gd name="T43" fmla="*/ 17 h 57"/>
                  <a:gd name="T44" fmla="*/ 422 w 770"/>
                  <a:gd name="T45" fmla="*/ 56 h 57"/>
                  <a:gd name="T46" fmla="*/ 379 w 770"/>
                  <a:gd name="T47" fmla="*/ 41 h 57"/>
                  <a:gd name="T48" fmla="*/ 395 w 770"/>
                  <a:gd name="T49" fmla="*/ 56 h 57"/>
                  <a:gd name="T50" fmla="*/ 350 w 770"/>
                  <a:gd name="T51" fmla="*/ 56 h 57"/>
                  <a:gd name="T52" fmla="*/ 377 w 770"/>
                  <a:gd name="T53" fmla="*/ 52 h 57"/>
                  <a:gd name="T54" fmla="*/ 347 w 770"/>
                  <a:gd name="T55" fmla="*/ 20 h 57"/>
                  <a:gd name="T56" fmla="*/ 327 w 770"/>
                  <a:gd name="T57" fmla="*/ 56 h 57"/>
                  <a:gd name="T58" fmla="*/ 310 w 770"/>
                  <a:gd name="T59" fmla="*/ 28 h 57"/>
                  <a:gd name="T60" fmla="*/ 320 w 770"/>
                  <a:gd name="T61" fmla="*/ 52 h 57"/>
                  <a:gd name="T62" fmla="*/ 284 w 770"/>
                  <a:gd name="T63" fmla="*/ 17 h 57"/>
                  <a:gd name="T64" fmla="*/ 303 w 770"/>
                  <a:gd name="T65" fmla="*/ 52 h 57"/>
                  <a:gd name="T66" fmla="*/ 275 w 770"/>
                  <a:gd name="T67" fmla="*/ 45 h 57"/>
                  <a:gd name="T68" fmla="*/ 271 w 770"/>
                  <a:gd name="T69" fmla="*/ 42 h 57"/>
                  <a:gd name="T70" fmla="*/ 270 w 770"/>
                  <a:gd name="T71" fmla="*/ 27 h 57"/>
                  <a:gd name="T72" fmla="*/ 245 w 770"/>
                  <a:gd name="T73" fmla="*/ 52 h 57"/>
                  <a:gd name="T74" fmla="*/ 238 w 770"/>
                  <a:gd name="T75" fmla="*/ 20 h 57"/>
                  <a:gd name="T76" fmla="*/ 218 w 770"/>
                  <a:gd name="T77" fmla="*/ 56 h 57"/>
                  <a:gd name="T78" fmla="*/ 199 w 770"/>
                  <a:gd name="T79" fmla="*/ 35 h 57"/>
                  <a:gd name="T80" fmla="*/ 171 w 770"/>
                  <a:gd name="T81" fmla="*/ 21 h 57"/>
                  <a:gd name="T82" fmla="*/ 177 w 770"/>
                  <a:gd name="T83" fmla="*/ 34 h 57"/>
                  <a:gd name="T84" fmla="*/ 211 w 770"/>
                  <a:gd name="T85" fmla="*/ 20 h 57"/>
                  <a:gd name="T86" fmla="*/ 145 w 770"/>
                  <a:gd name="T87" fmla="*/ 38 h 57"/>
                  <a:gd name="T88" fmla="*/ 138 w 770"/>
                  <a:gd name="T89" fmla="*/ 21 h 57"/>
                  <a:gd name="T90" fmla="*/ 131 w 770"/>
                  <a:gd name="T91" fmla="*/ 21 h 57"/>
                  <a:gd name="T92" fmla="*/ 102 w 770"/>
                  <a:gd name="T93" fmla="*/ 35 h 57"/>
                  <a:gd name="T94" fmla="*/ 108 w 770"/>
                  <a:gd name="T95" fmla="*/ 22 h 57"/>
                  <a:gd name="T96" fmla="*/ 115 w 770"/>
                  <a:gd name="T97" fmla="*/ 54 h 57"/>
                  <a:gd name="T98" fmla="*/ 62 w 770"/>
                  <a:gd name="T99" fmla="*/ 21 h 57"/>
                  <a:gd name="T100" fmla="*/ 27 w 770"/>
                  <a:gd name="T101" fmla="*/ 20 h 57"/>
                  <a:gd name="T102" fmla="*/ 40 w 770"/>
                  <a:gd name="T103" fmla="*/ 51 h 57"/>
                  <a:gd name="T104" fmla="*/ 69 w 770"/>
                  <a:gd name="T105" fmla="*/ 21 h 57"/>
                  <a:gd name="T106" fmla="*/ 20 w 770"/>
                  <a:gd name="T107" fmla="*/ 17 h 57"/>
                  <a:gd name="T108" fmla="*/ 20 w 770"/>
                  <a:gd name="T109" fmla="*/ 5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70" h="57">
                    <a:moveTo>
                      <a:pt x="770" y="44"/>
                    </a:moveTo>
                    <a:cubicBezTo>
                      <a:pt x="770" y="31"/>
                      <a:pt x="750" y="35"/>
                      <a:pt x="750" y="27"/>
                    </a:cubicBezTo>
                    <a:cubicBezTo>
                      <a:pt x="750" y="23"/>
                      <a:pt x="752" y="21"/>
                      <a:pt x="758" y="21"/>
                    </a:cubicBezTo>
                    <a:cubicBezTo>
                      <a:pt x="759" y="21"/>
                      <a:pt x="761" y="21"/>
                      <a:pt x="762" y="21"/>
                    </a:cubicBezTo>
                    <a:cubicBezTo>
                      <a:pt x="763" y="23"/>
                      <a:pt x="763" y="25"/>
                      <a:pt x="763" y="28"/>
                    </a:cubicBezTo>
                    <a:cubicBezTo>
                      <a:pt x="768" y="28"/>
                      <a:pt x="768" y="28"/>
                      <a:pt x="768" y="28"/>
                    </a:cubicBezTo>
                    <a:cubicBezTo>
                      <a:pt x="768" y="17"/>
                      <a:pt x="768" y="17"/>
                      <a:pt x="768" y="17"/>
                    </a:cubicBezTo>
                    <a:cubicBezTo>
                      <a:pt x="765" y="16"/>
                      <a:pt x="761" y="16"/>
                      <a:pt x="758" y="16"/>
                    </a:cubicBezTo>
                    <a:cubicBezTo>
                      <a:pt x="748" y="16"/>
                      <a:pt x="742" y="21"/>
                      <a:pt x="742" y="28"/>
                    </a:cubicBezTo>
                    <a:cubicBezTo>
                      <a:pt x="742" y="40"/>
                      <a:pt x="763" y="36"/>
                      <a:pt x="763" y="45"/>
                    </a:cubicBezTo>
                    <a:cubicBezTo>
                      <a:pt x="763" y="50"/>
                      <a:pt x="758" y="51"/>
                      <a:pt x="754" y="51"/>
                    </a:cubicBezTo>
                    <a:cubicBezTo>
                      <a:pt x="752" y="51"/>
                      <a:pt x="750" y="51"/>
                      <a:pt x="749" y="51"/>
                    </a:cubicBezTo>
                    <a:cubicBezTo>
                      <a:pt x="748" y="49"/>
                      <a:pt x="748" y="47"/>
                      <a:pt x="748" y="44"/>
                    </a:cubicBezTo>
                    <a:cubicBezTo>
                      <a:pt x="743" y="44"/>
                      <a:pt x="743" y="44"/>
                      <a:pt x="743" y="44"/>
                    </a:cubicBezTo>
                    <a:cubicBezTo>
                      <a:pt x="743" y="55"/>
                      <a:pt x="743" y="55"/>
                      <a:pt x="743" y="55"/>
                    </a:cubicBezTo>
                    <a:cubicBezTo>
                      <a:pt x="746" y="56"/>
                      <a:pt x="750" y="57"/>
                      <a:pt x="753" y="57"/>
                    </a:cubicBezTo>
                    <a:cubicBezTo>
                      <a:pt x="763" y="57"/>
                      <a:pt x="770" y="52"/>
                      <a:pt x="770" y="44"/>
                    </a:cubicBezTo>
                    <a:moveTo>
                      <a:pt x="722" y="41"/>
                    </a:moveTo>
                    <a:cubicBezTo>
                      <a:pt x="708" y="41"/>
                      <a:pt x="708" y="41"/>
                      <a:pt x="708" y="41"/>
                    </a:cubicBezTo>
                    <a:cubicBezTo>
                      <a:pt x="713" y="29"/>
                      <a:pt x="713" y="29"/>
                      <a:pt x="713" y="29"/>
                    </a:cubicBezTo>
                    <a:cubicBezTo>
                      <a:pt x="713" y="27"/>
                      <a:pt x="714" y="24"/>
                      <a:pt x="715" y="22"/>
                    </a:cubicBezTo>
                    <a:cubicBezTo>
                      <a:pt x="715" y="22"/>
                      <a:pt x="715" y="22"/>
                      <a:pt x="715" y="22"/>
                    </a:cubicBezTo>
                    <a:cubicBezTo>
                      <a:pt x="715" y="24"/>
                      <a:pt x="716" y="27"/>
                      <a:pt x="717" y="29"/>
                    </a:cubicBezTo>
                    <a:lnTo>
                      <a:pt x="722" y="41"/>
                    </a:lnTo>
                    <a:close/>
                    <a:moveTo>
                      <a:pt x="737" y="56"/>
                    </a:moveTo>
                    <a:cubicBezTo>
                      <a:pt x="737" y="52"/>
                      <a:pt x="737" y="52"/>
                      <a:pt x="737" y="52"/>
                    </a:cubicBezTo>
                    <a:cubicBezTo>
                      <a:pt x="736" y="52"/>
                      <a:pt x="734" y="51"/>
                      <a:pt x="733" y="51"/>
                    </a:cubicBezTo>
                    <a:cubicBezTo>
                      <a:pt x="720" y="17"/>
                      <a:pt x="720" y="17"/>
                      <a:pt x="720" y="17"/>
                    </a:cubicBezTo>
                    <a:cubicBezTo>
                      <a:pt x="711" y="17"/>
                      <a:pt x="711" y="17"/>
                      <a:pt x="711" y="17"/>
                    </a:cubicBezTo>
                    <a:cubicBezTo>
                      <a:pt x="697" y="51"/>
                      <a:pt x="697" y="51"/>
                      <a:pt x="697" y="51"/>
                    </a:cubicBezTo>
                    <a:cubicBezTo>
                      <a:pt x="696" y="51"/>
                      <a:pt x="694" y="52"/>
                      <a:pt x="693" y="52"/>
                    </a:cubicBezTo>
                    <a:cubicBezTo>
                      <a:pt x="693" y="56"/>
                      <a:pt x="693" y="56"/>
                      <a:pt x="693" y="56"/>
                    </a:cubicBezTo>
                    <a:cubicBezTo>
                      <a:pt x="710" y="56"/>
                      <a:pt x="710" y="56"/>
                      <a:pt x="710" y="56"/>
                    </a:cubicBezTo>
                    <a:cubicBezTo>
                      <a:pt x="710" y="52"/>
                      <a:pt x="710" y="52"/>
                      <a:pt x="710" y="52"/>
                    </a:cubicBezTo>
                    <a:cubicBezTo>
                      <a:pt x="708" y="52"/>
                      <a:pt x="706" y="51"/>
                      <a:pt x="704" y="51"/>
                    </a:cubicBezTo>
                    <a:cubicBezTo>
                      <a:pt x="706" y="46"/>
                      <a:pt x="706" y="46"/>
                      <a:pt x="706" y="46"/>
                    </a:cubicBezTo>
                    <a:cubicBezTo>
                      <a:pt x="723" y="46"/>
                      <a:pt x="723" y="46"/>
                      <a:pt x="723" y="46"/>
                    </a:cubicBezTo>
                    <a:cubicBezTo>
                      <a:pt x="725" y="51"/>
                      <a:pt x="725" y="51"/>
                      <a:pt x="725" y="51"/>
                    </a:cubicBezTo>
                    <a:cubicBezTo>
                      <a:pt x="723" y="51"/>
                      <a:pt x="721" y="52"/>
                      <a:pt x="719" y="52"/>
                    </a:cubicBezTo>
                    <a:cubicBezTo>
                      <a:pt x="719" y="56"/>
                      <a:pt x="719" y="56"/>
                      <a:pt x="719" y="56"/>
                    </a:cubicBezTo>
                    <a:lnTo>
                      <a:pt x="737" y="56"/>
                    </a:lnTo>
                    <a:close/>
                    <a:moveTo>
                      <a:pt x="689" y="56"/>
                    </a:moveTo>
                    <a:cubicBezTo>
                      <a:pt x="689" y="52"/>
                      <a:pt x="689" y="52"/>
                      <a:pt x="689" y="52"/>
                    </a:cubicBezTo>
                    <a:cubicBezTo>
                      <a:pt x="687" y="52"/>
                      <a:pt x="685" y="51"/>
                      <a:pt x="683" y="51"/>
                    </a:cubicBezTo>
                    <a:cubicBezTo>
                      <a:pt x="683" y="21"/>
                      <a:pt x="683" y="21"/>
                      <a:pt x="683" y="21"/>
                    </a:cubicBezTo>
                    <a:cubicBezTo>
                      <a:pt x="685" y="21"/>
                      <a:pt x="687" y="21"/>
                      <a:pt x="689" y="20"/>
                    </a:cubicBezTo>
                    <a:cubicBezTo>
                      <a:pt x="689" y="17"/>
                      <a:pt x="689" y="17"/>
                      <a:pt x="689" y="17"/>
                    </a:cubicBezTo>
                    <a:cubicBezTo>
                      <a:pt x="669" y="17"/>
                      <a:pt x="669" y="17"/>
                      <a:pt x="669" y="17"/>
                    </a:cubicBezTo>
                    <a:cubicBezTo>
                      <a:pt x="669" y="20"/>
                      <a:pt x="669" y="20"/>
                      <a:pt x="669" y="20"/>
                    </a:cubicBezTo>
                    <a:cubicBezTo>
                      <a:pt x="671" y="21"/>
                      <a:pt x="674" y="21"/>
                      <a:pt x="676" y="21"/>
                    </a:cubicBezTo>
                    <a:cubicBezTo>
                      <a:pt x="676" y="51"/>
                      <a:pt x="676" y="51"/>
                      <a:pt x="676" y="51"/>
                    </a:cubicBezTo>
                    <a:cubicBezTo>
                      <a:pt x="674" y="51"/>
                      <a:pt x="671" y="52"/>
                      <a:pt x="669" y="52"/>
                    </a:cubicBezTo>
                    <a:cubicBezTo>
                      <a:pt x="669" y="56"/>
                      <a:pt x="669" y="56"/>
                      <a:pt x="669" y="56"/>
                    </a:cubicBezTo>
                    <a:lnTo>
                      <a:pt x="689" y="56"/>
                    </a:lnTo>
                    <a:close/>
                    <a:moveTo>
                      <a:pt x="662" y="54"/>
                    </a:moveTo>
                    <a:cubicBezTo>
                      <a:pt x="662" y="48"/>
                      <a:pt x="662" y="48"/>
                      <a:pt x="662" y="48"/>
                    </a:cubicBezTo>
                    <a:cubicBezTo>
                      <a:pt x="659" y="49"/>
                      <a:pt x="655" y="50"/>
                      <a:pt x="652" y="50"/>
                    </a:cubicBezTo>
                    <a:cubicBezTo>
                      <a:pt x="643" y="50"/>
                      <a:pt x="638" y="45"/>
                      <a:pt x="638" y="36"/>
                    </a:cubicBezTo>
                    <a:cubicBezTo>
                      <a:pt x="638" y="28"/>
                      <a:pt x="643" y="22"/>
                      <a:pt x="651" y="22"/>
                    </a:cubicBezTo>
                    <a:cubicBezTo>
                      <a:pt x="653" y="22"/>
                      <a:pt x="654" y="22"/>
                      <a:pt x="656" y="23"/>
                    </a:cubicBezTo>
                    <a:cubicBezTo>
                      <a:pt x="656" y="25"/>
                      <a:pt x="656" y="27"/>
                      <a:pt x="657" y="29"/>
                    </a:cubicBezTo>
                    <a:cubicBezTo>
                      <a:pt x="662" y="29"/>
                      <a:pt x="662" y="29"/>
                      <a:pt x="662" y="29"/>
                    </a:cubicBezTo>
                    <a:cubicBezTo>
                      <a:pt x="662" y="17"/>
                      <a:pt x="662" y="17"/>
                      <a:pt x="662" y="17"/>
                    </a:cubicBezTo>
                    <a:cubicBezTo>
                      <a:pt x="659" y="17"/>
                      <a:pt x="655" y="16"/>
                      <a:pt x="652" y="16"/>
                    </a:cubicBezTo>
                    <a:cubicBezTo>
                      <a:pt x="638" y="16"/>
                      <a:pt x="631" y="26"/>
                      <a:pt x="631" y="37"/>
                    </a:cubicBezTo>
                    <a:cubicBezTo>
                      <a:pt x="631" y="49"/>
                      <a:pt x="638" y="56"/>
                      <a:pt x="651" y="56"/>
                    </a:cubicBezTo>
                    <a:cubicBezTo>
                      <a:pt x="655" y="56"/>
                      <a:pt x="659" y="56"/>
                      <a:pt x="662" y="54"/>
                    </a:cubicBezTo>
                    <a:moveTo>
                      <a:pt x="625" y="20"/>
                    </a:moveTo>
                    <a:cubicBezTo>
                      <a:pt x="625" y="17"/>
                      <a:pt x="625" y="17"/>
                      <a:pt x="625" y="17"/>
                    </a:cubicBezTo>
                    <a:cubicBezTo>
                      <a:pt x="607" y="17"/>
                      <a:pt x="607" y="17"/>
                      <a:pt x="607" y="17"/>
                    </a:cubicBezTo>
                    <a:cubicBezTo>
                      <a:pt x="607" y="20"/>
                      <a:pt x="607" y="20"/>
                      <a:pt x="607" y="20"/>
                    </a:cubicBezTo>
                    <a:cubicBezTo>
                      <a:pt x="608" y="21"/>
                      <a:pt x="611" y="21"/>
                      <a:pt x="613" y="21"/>
                    </a:cubicBezTo>
                    <a:cubicBezTo>
                      <a:pt x="613" y="35"/>
                      <a:pt x="613" y="35"/>
                      <a:pt x="613" y="35"/>
                    </a:cubicBezTo>
                    <a:cubicBezTo>
                      <a:pt x="613" y="41"/>
                      <a:pt x="613" y="45"/>
                      <a:pt x="613" y="48"/>
                    </a:cubicBezTo>
                    <a:cubicBezTo>
                      <a:pt x="613" y="48"/>
                      <a:pt x="613" y="48"/>
                      <a:pt x="613" y="48"/>
                    </a:cubicBezTo>
                    <a:cubicBezTo>
                      <a:pt x="612" y="45"/>
                      <a:pt x="610" y="42"/>
                      <a:pt x="608" y="40"/>
                    </a:cubicBezTo>
                    <a:cubicBezTo>
                      <a:pt x="593" y="17"/>
                      <a:pt x="593" y="17"/>
                      <a:pt x="593" y="17"/>
                    </a:cubicBezTo>
                    <a:cubicBezTo>
                      <a:pt x="577" y="17"/>
                      <a:pt x="577" y="17"/>
                      <a:pt x="577" y="17"/>
                    </a:cubicBezTo>
                    <a:cubicBezTo>
                      <a:pt x="577" y="20"/>
                      <a:pt x="577" y="20"/>
                      <a:pt x="577" y="20"/>
                    </a:cubicBezTo>
                    <a:cubicBezTo>
                      <a:pt x="579" y="21"/>
                      <a:pt x="582" y="21"/>
                      <a:pt x="584" y="21"/>
                    </a:cubicBezTo>
                    <a:cubicBezTo>
                      <a:pt x="584" y="51"/>
                      <a:pt x="584" y="51"/>
                      <a:pt x="584" y="51"/>
                    </a:cubicBezTo>
                    <a:cubicBezTo>
                      <a:pt x="582" y="51"/>
                      <a:pt x="579" y="52"/>
                      <a:pt x="577" y="52"/>
                    </a:cubicBezTo>
                    <a:cubicBezTo>
                      <a:pt x="577" y="56"/>
                      <a:pt x="577" y="56"/>
                      <a:pt x="577" y="56"/>
                    </a:cubicBezTo>
                    <a:cubicBezTo>
                      <a:pt x="597" y="56"/>
                      <a:pt x="597" y="56"/>
                      <a:pt x="597" y="56"/>
                    </a:cubicBezTo>
                    <a:cubicBezTo>
                      <a:pt x="597" y="52"/>
                      <a:pt x="597" y="52"/>
                      <a:pt x="597" y="52"/>
                    </a:cubicBezTo>
                    <a:cubicBezTo>
                      <a:pt x="595" y="52"/>
                      <a:pt x="593" y="51"/>
                      <a:pt x="591" y="51"/>
                    </a:cubicBezTo>
                    <a:cubicBezTo>
                      <a:pt x="591" y="34"/>
                      <a:pt x="591" y="34"/>
                      <a:pt x="591" y="34"/>
                    </a:cubicBezTo>
                    <a:cubicBezTo>
                      <a:pt x="591" y="30"/>
                      <a:pt x="590" y="27"/>
                      <a:pt x="590" y="25"/>
                    </a:cubicBezTo>
                    <a:cubicBezTo>
                      <a:pt x="590" y="25"/>
                      <a:pt x="590" y="25"/>
                      <a:pt x="590" y="25"/>
                    </a:cubicBezTo>
                    <a:cubicBezTo>
                      <a:pt x="592" y="27"/>
                      <a:pt x="593" y="30"/>
                      <a:pt x="595" y="32"/>
                    </a:cubicBezTo>
                    <a:cubicBezTo>
                      <a:pt x="610" y="56"/>
                      <a:pt x="610" y="56"/>
                      <a:pt x="610" y="56"/>
                    </a:cubicBezTo>
                    <a:cubicBezTo>
                      <a:pt x="619" y="56"/>
                      <a:pt x="619" y="56"/>
                      <a:pt x="619" y="56"/>
                    </a:cubicBezTo>
                    <a:cubicBezTo>
                      <a:pt x="619" y="21"/>
                      <a:pt x="619" y="21"/>
                      <a:pt x="619" y="21"/>
                    </a:cubicBezTo>
                    <a:cubicBezTo>
                      <a:pt x="621" y="21"/>
                      <a:pt x="623" y="21"/>
                      <a:pt x="625" y="20"/>
                    </a:cubicBezTo>
                    <a:moveTo>
                      <a:pt x="569" y="56"/>
                    </a:moveTo>
                    <a:cubicBezTo>
                      <a:pt x="569" y="45"/>
                      <a:pt x="569" y="45"/>
                      <a:pt x="569" y="45"/>
                    </a:cubicBezTo>
                    <a:cubicBezTo>
                      <a:pt x="564" y="45"/>
                      <a:pt x="564" y="45"/>
                      <a:pt x="564" y="45"/>
                    </a:cubicBezTo>
                    <a:cubicBezTo>
                      <a:pt x="563" y="47"/>
                      <a:pt x="563" y="49"/>
                      <a:pt x="563" y="51"/>
                    </a:cubicBezTo>
                    <a:cubicBezTo>
                      <a:pt x="552" y="51"/>
                      <a:pt x="552" y="51"/>
                      <a:pt x="552" y="51"/>
                    </a:cubicBezTo>
                    <a:cubicBezTo>
                      <a:pt x="552" y="38"/>
                      <a:pt x="552" y="38"/>
                      <a:pt x="552" y="38"/>
                    </a:cubicBezTo>
                    <a:cubicBezTo>
                      <a:pt x="559" y="38"/>
                      <a:pt x="559" y="38"/>
                      <a:pt x="559" y="38"/>
                    </a:cubicBezTo>
                    <a:cubicBezTo>
                      <a:pt x="559" y="40"/>
                      <a:pt x="559" y="41"/>
                      <a:pt x="560" y="42"/>
                    </a:cubicBezTo>
                    <a:cubicBezTo>
                      <a:pt x="564" y="42"/>
                      <a:pt x="564" y="42"/>
                      <a:pt x="564" y="42"/>
                    </a:cubicBezTo>
                    <a:cubicBezTo>
                      <a:pt x="564" y="29"/>
                      <a:pt x="564" y="29"/>
                      <a:pt x="564" y="29"/>
                    </a:cubicBezTo>
                    <a:cubicBezTo>
                      <a:pt x="560" y="29"/>
                      <a:pt x="560" y="29"/>
                      <a:pt x="560" y="29"/>
                    </a:cubicBezTo>
                    <a:cubicBezTo>
                      <a:pt x="559" y="30"/>
                      <a:pt x="559" y="32"/>
                      <a:pt x="559" y="33"/>
                    </a:cubicBezTo>
                    <a:cubicBezTo>
                      <a:pt x="552" y="33"/>
                      <a:pt x="552" y="33"/>
                      <a:pt x="552" y="33"/>
                    </a:cubicBezTo>
                    <a:cubicBezTo>
                      <a:pt x="552" y="21"/>
                      <a:pt x="552" y="21"/>
                      <a:pt x="552" y="21"/>
                    </a:cubicBezTo>
                    <a:cubicBezTo>
                      <a:pt x="563" y="21"/>
                      <a:pt x="563" y="21"/>
                      <a:pt x="563" y="21"/>
                    </a:cubicBezTo>
                    <a:cubicBezTo>
                      <a:pt x="563" y="23"/>
                      <a:pt x="563" y="25"/>
                      <a:pt x="564" y="27"/>
                    </a:cubicBezTo>
                    <a:cubicBezTo>
                      <a:pt x="568" y="27"/>
                      <a:pt x="568" y="27"/>
                      <a:pt x="568" y="27"/>
                    </a:cubicBezTo>
                    <a:cubicBezTo>
                      <a:pt x="568" y="17"/>
                      <a:pt x="568" y="17"/>
                      <a:pt x="568" y="17"/>
                    </a:cubicBezTo>
                    <a:cubicBezTo>
                      <a:pt x="538" y="17"/>
                      <a:pt x="538" y="17"/>
                      <a:pt x="538" y="17"/>
                    </a:cubicBezTo>
                    <a:cubicBezTo>
                      <a:pt x="538" y="20"/>
                      <a:pt x="538" y="20"/>
                      <a:pt x="538" y="20"/>
                    </a:cubicBezTo>
                    <a:cubicBezTo>
                      <a:pt x="540" y="21"/>
                      <a:pt x="543" y="21"/>
                      <a:pt x="545" y="21"/>
                    </a:cubicBezTo>
                    <a:cubicBezTo>
                      <a:pt x="545" y="51"/>
                      <a:pt x="545" y="51"/>
                      <a:pt x="545" y="51"/>
                    </a:cubicBezTo>
                    <a:cubicBezTo>
                      <a:pt x="543" y="51"/>
                      <a:pt x="540" y="52"/>
                      <a:pt x="538" y="52"/>
                    </a:cubicBezTo>
                    <a:cubicBezTo>
                      <a:pt x="538" y="56"/>
                      <a:pt x="538" y="56"/>
                      <a:pt x="538" y="56"/>
                    </a:cubicBezTo>
                    <a:lnTo>
                      <a:pt x="569" y="56"/>
                    </a:lnTo>
                    <a:close/>
                    <a:moveTo>
                      <a:pt x="531" y="56"/>
                    </a:moveTo>
                    <a:cubicBezTo>
                      <a:pt x="531" y="52"/>
                      <a:pt x="531" y="52"/>
                      <a:pt x="531" y="52"/>
                    </a:cubicBezTo>
                    <a:cubicBezTo>
                      <a:pt x="529" y="52"/>
                      <a:pt x="527" y="51"/>
                      <a:pt x="525" y="51"/>
                    </a:cubicBezTo>
                    <a:cubicBezTo>
                      <a:pt x="525" y="21"/>
                      <a:pt x="525" y="21"/>
                      <a:pt x="525" y="21"/>
                    </a:cubicBezTo>
                    <a:cubicBezTo>
                      <a:pt x="527" y="21"/>
                      <a:pt x="529" y="21"/>
                      <a:pt x="531" y="20"/>
                    </a:cubicBezTo>
                    <a:cubicBezTo>
                      <a:pt x="531" y="17"/>
                      <a:pt x="531" y="17"/>
                      <a:pt x="531" y="17"/>
                    </a:cubicBezTo>
                    <a:cubicBezTo>
                      <a:pt x="511" y="17"/>
                      <a:pt x="511" y="17"/>
                      <a:pt x="511" y="17"/>
                    </a:cubicBezTo>
                    <a:cubicBezTo>
                      <a:pt x="511" y="20"/>
                      <a:pt x="511" y="20"/>
                      <a:pt x="511" y="20"/>
                    </a:cubicBezTo>
                    <a:cubicBezTo>
                      <a:pt x="513" y="21"/>
                      <a:pt x="516" y="21"/>
                      <a:pt x="518" y="21"/>
                    </a:cubicBezTo>
                    <a:cubicBezTo>
                      <a:pt x="518" y="51"/>
                      <a:pt x="518" y="51"/>
                      <a:pt x="518" y="51"/>
                    </a:cubicBezTo>
                    <a:cubicBezTo>
                      <a:pt x="516" y="51"/>
                      <a:pt x="513" y="52"/>
                      <a:pt x="511" y="52"/>
                    </a:cubicBezTo>
                    <a:cubicBezTo>
                      <a:pt x="511" y="56"/>
                      <a:pt x="511" y="56"/>
                      <a:pt x="511" y="56"/>
                    </a:cubicBezTo>
                    <a:lnTo>
                      <a:pt x="531" y="56"/>
                    </a:lnTo>
                    <a:close/>
                    <a:moveTo>
                      <a:pt x="504" y="54"/>
                    </a:moveTo>
                    <a:cubicBezTo>
                      <a:pt x="504" y="48"/>
                      <a:pt x="504" y="48"/>
                      <a:pt x="504" y="48"/>
                    </a:cubicBezTo>
                    <a:cubicBezTo>
                      <a:pt x="501" y="49"/>
                      <a:pt x="497" y="50"/>
                      <a:pt x="494" y="50"/>
                    </a:cubicBezTo>
                    <a:cubicBezTo>
                      <a:pt x="485" y="50"/>
                      <a:pt x="481" y="45"/>
                      <a:pt x="481" y="36"/>
                    </a:cubicBezTo>
                    <a:cubicBezTo>
                      <a:pt x="481" y="28"/>
                      <a:pt x="485" y="22"/>
                      <a:pt x="493" y="22"/>
                    </a:cubicBezTo>
                    <a:cubicBezTo>
                      <a:pt x="495" y="22"/>
                      <a:pt x="496" y="22"/>
                      <a:pt x="498" y="23"/>
                    </a:cubicBezTo>
                    <a:cubicBezTo>
                      <a:pt x="498" y="25"/>
                      <a:pt x="499" y="27"/>
                      <a:pt x="499" y="29"/>
                    </a:cubicBezTo>
                    <a:cubicBezTo>
                      <a:pt x="504" y="29"/>
                      <a:pt x="504" y="29"/>
                      <a:pt x="504" y="29"/>
                    </a:cubicBezTo>
                    <a:cubicBezTo>
                      <a:pt x="504" y="17"/>
                      <a:pt x="504" y="17"/>
                      <a:pt x="504" y="17"/>
                    </a:cubicBezTo>
                    <a:cubicBezTo>
                      <a:pt x="501" y="17"/>
                      <a:pt x="497" y="16"/>
                      <a:pt x="494" y="16"/>
                    </a:cubicBezTo>
                    <a:cubicBezTo>
                      <a:pt x="480" y="16"/>
                      <a:pt x="473" y="26"/>
                      <a:pt x="473" y="37"/>
                    </a:cubicBezTo>
                    <a:cubicBezTo>
                      <a:pt x="473" y="49"/>
                      <a:pt x="480" y="56"/>
                      <a:pt x="493" y="56"/>
                    </a:cubicBezTo>
                    <a:cubicBezTo>
                      <a:pt x="497" y="56"/>
                      <a:pt x="501" y="56"/>
                      <a:pt x="504" y="54"/>
                    </a:cubicBezTo>
                    <a:moveTo>
                      <a:pt x="453" y="20"/>
                    </a:moveTo>
                    <a:cubicBezTo>
                      <a:pt x="453" y="17"/>
                      <a:pt x="453" y="17"/>
                      <a:pt x="453" y="17"/>
                    </a:cubicBezTo>
                    <a:cubicBezTo>
                      <a:pt x="436" y="17"/>
                      <a:pt x="436" y="17"/>
                      <a:pt x="436" y="17"/>
                    </a:cubicBezTo>
                    <a:cubicBezTo>
                      <a:pt x="436" y="20"/>
                      <a:pt x="436" y="20"/>
                      <a:pt x="436" y="20"/>
                    </a:cubicBezTo>
                    <a:cubicBezTo>
                      <a:pt x="437" y="21"/>
                      <a:pt x="439" y="21"/>
                      <a:pt x="440" y="21"/>
                    </a:cubicBezTo>
                    <a:cubicBezTo>
                      <a:pt x="433" y="36"/>
                      <a:pt x="433" y="36"/>
                      <a:pt x="433" y="36"/>
                    </a:cubicBezTo>
                    <a:cubicBezTo>
                      <a:pt x="425" y="21"/>
                      <a:pt x="425" y="21"/>
                      <a:pt x="425" y="21"/>
                    </a:cubicBezTo>
                    <a:cubicBezTo>
                      <a:pt x="426" y="21"/>
                      <a:pt x="428" y="21"/>
                      <a:pt x="430" y="20"/>
                    </a:cubicBezTo>
                    <a:cubicBezTo>
                      <a:pt x="430" y="17"/>
                      <a:pt x="430" y="17"/>
                      <a:pt x="430" y="17"/>
                    </a:cubicBezTo>
                    <a:cubicBezTo>
                      <a:pt x="412" y="17"/>
                      <a:pt x="412" y="17"/>
                      <a:pt x="412" y="17"/>
                    </a:cubicBezTo>
                    <a:cubicBezTo>
                      <a:pt x="412" y="20"/>
                      <a:pt x="412" y="20"/>
                      <a:pt x="412" y="20"/>
                    </a:cubicBezTo>
                    <a:cubicBezTo>
                      <a:pt x="414" y="21"/>
                      <a:pt x="415" y="21"/>
                      <a:pt x="417" y="21"/>
                    </a:cubicBezTo>
                    <a:cubicBezTo>
                      <a:pt x="429" y="42"/>
                      <a:pt x="429" y="42"/>
                      <a:pt x="429" y="42"/>
                    </a:cubicBezTo>
                    <a:cubicBezTo>
                      <a:pt x="429" y="51"/>
                      <a:pt x="429" y="51"/>
                      <a:pt x="429" y="51"/>
                    </a:cubicBezTo>
                    <a:cubicBezTo>
                      <a:pt x="427" y="51"/>
                      <a:pt x="424" y="52"/>
                      <a:pt x="422" y="52"/>
                    </a:cubicBezTo>
                    <a:cubicBezTo>
                      <a:pt x="422" y="56"/>
                      <a:pt x="422" y="56"/>
                      <a:pt x="422" y="56"/>
                    </a:cubicBezTo>
                    <a:cubicBezTo>
                      <a:pt x="442" y="56"/>
                      <a:pt x="442" y="56"/>
                      <a:pt x="442" y="56"/>
                    </a:cubicBezTo>
                    <a:cubicBezTo>
                      <a:pt x="442" y="52"/>
                      <a:pt x="442" y="52"/>
                      <a:pt x="442" y="52"/>
                    </a:cubicBezTo>
                    <a:cubicBezTo>
                      <a:pt x="440" y="52"/>
                      <a:pt x="438" y="51"/>
                      <a:pt x="436" y="51"/>
                    </a:cubicBezTo>
                    <a:cubicBezTo>
                      <a:pt x="436" y="42"/>
                      <a:pt x="436" y="42"/>
                      <a:pt x="436" y="42"/>
                    </a:cubicBezTo>
                    <a:cubicBezTo>
                      <a:pt x="448" y="21"/>
                      <a:pt x="448" y="21"/>
                      <a:pt x="448" y="21"/>
                    </a:cubicBezTo>
                    <a:cubicBezTo>
                      <a:pt x="449" y="21"/>
                      <a:pt x="451" y="21"/>
                      <a:pt x="453" y="20"/>
                    </a:cubicBezTo>
                    <a:moveTo>
                      <a:pt x="379" y="41"/>
                    </a:moveTo>
                    <a:cubicBezTo>
                      <a:pt x="365" y="41"/>
                      <a:pt x="365" y="41"/>
                      <a:pt x="365" y="41"/>
                    </a:cubicBezTo>
                    <a:cubicBezTo>
                      <a:pt x="370" y="29"/>
                      <a:pt x="370" y="29"/>
                      <a:pt x="370" y="29"/>
                    </a:cubicBezTo>
                    <a:cubicBezTo>
                      <a:pt x="371" y="27"/>
                      <a:pt x="372" y="24"/>
                      <a:pt x="372" y="22"/>
                    </a:cubicBezTo>
                    <a:cubicBezTo>
                      <a:pt x="372" y="22"/>
                      <a:pt x="372" y="22"/>
                      <a:pt x="372" y="22"/>
                    </a:cubicBezTo>
                    <a:cubicBezTo>
                      <a:pt x="373" y="24"/>
                      <a:pt x="373" y="27"/>
                      <a:pt x="374" y="29"/>
                    </a:cubicBezTo>
                    <a:lnTo>
                      <a:pt x="379" y="41"/>
                    </a:lnTo>
                    <a:close/>
                    <a:moveTo>
                      <a:pt x="395" y="56"/>
                    </a:moveTo>
                    <a:cubicBezTo>
                      <a:pt x="395" y="52"/>
                      <a:pt x="395" y="52"/>
                      <a:pt x="395" y="52"/>
                    </a:cubicBezTo>
                    <a:cubicBezTo>
                      <a:pt x="393" y="52"/>
                      <a:pt x="392" y="51"/>
                      <a:pt x="390" y="51"/>
                    </a:cubicBezTo>
                    <a:cubicBezTo>
                      <a:pt x="377" y="17"/>
                      <a:pt x="377" y="17"/>
                      <a:pt x="377" y="17"/>
                    </a:cubicBezTo>
                    <a:cubicBezTo>
                      <a:pt x="368" y="17"/>
                      <a:pt x="368" y="17"/>
                      <a:pt x="368" y="17"/>
                    </a:cubicBezTo>
                    <a:cubicBezTo>
                      <a:pt x="355" y="51"/>
                      <a:pt x="355" y="51"/>
                      <a:pt x="355" y="51"/>
                    </a:cubicBezTo>
                    <a:cubicBezTo>
                      <a:pt x="353" y="51"/>
                      <a:pt x="351" y="52"/>
                      <a:pt x="350" y="52"/>
                    </a:cubicBezTo>
                    <a:cubicBezTo>
                      <a:pt x="350" y="56"/>
                      <a:pt x="350" y="56"/>
                      <a:pt x="350" y="56"/>
                    </a:cubicBezTo>
                    <a:cubicBezTo>
                      <a:pt x="367" y="56"/>
                      <a:pt x="367" y="56"/>
                      <a:pt x="367" y="56"/>
                    </a:cubicBezTo>
                    <a:cubicBezTo>
                      <a:pt x="367" y="52"/>
                      <a:pt x="367" y="52"/>
                      <a:pt x="367" y="52"/>
                    </a:cubicBezTo>
                    <a:cubicBezTo>
                      <a:pt x="366" y="52"/>
                      <a:pt x="363" y="51"/>
                      <a:pt x="362" y="51"/>
                    </a:cubicBezTo>
                    <a:cubicBezTo>
                      <a:pt x="364" y="46"/>
                      <a:pt x="364" y="46"/>
                      <a:pt x="364" y="46"/>
                    </a:cubicBezTo>
                    <a:cubicBezTo>
                      <a:pt x="381" y="46"/>
                      <a:pt x="381" y="46"/>
                      <a:pt x="381" y="46"/>
                    </a:cubicBezTo>
                    <a:cubicBezTo>
                      <a:pt x="383" y="51"/>
                      <a:pt x="383" y="51"/>
                      <a:pt x="383" y="51"/>
                    </a:cubicBezTo>
                    <a:cubicBezTo>
                      <a:pt x="381" y="51"/>
                      <a:pt x="379" y="52"/>
                      <a:pt x="377" y="52"/>
                    </a:cubicBezTo>
                    <a:cubicBezTo>
                      <a:pt x="377" y="56"/>
                      <a:pt x="377" y="56"/>
                      <a:pt x="377" y="56"/>
                    </a:cubicBezTo>
                    <a:lnTo>
                      <a:pt x="395" y="56"/>
                    </a:lnTo>
                    <a:close/>
                    <a:moveTo>
                      <a:pt x="347" y="56"/>
                    </a:moveTo>
                    <a:cubicBezTo>
                      <a:pt x="347" y="52"/>
                      <a:pt x="347" y="52"/>
                      <a:pt x="347" y="52"/>
                    </a:cubicBezTo>
                    <a:cubicBezTo>
                      <a:pt x="345" y="52"/>
                      <a:pt x="342" y="51"/>
                      <a:pt x="340" y="51"/>
                    </a:cubicBezTo>
                    <a:cubicBezTo>
                      <a:pt x="340" y="21"/>
                      <a:pt x="340" y="21"/>
                      <a:pt x="340" y="21"/>
                    </a:cubicBezTo>
                    <a:cubicBezTo>
                      <a:pt x="342" y="21"/>
                      <a:pt x="345" y="21"/>
                      <a:pt x="347" y="20"/>
                    </a:cubicBezTo>
                    <a:cubicBezTo>
                      <a:pt x="347" y="17"/>
                      <a:pt x="347" y="17"/>
                      <a:pt x="347" y="17"/>
                    </a:cubicBezTo>
                    <a:cubicBezTo>
                      <a:pt x="327" y="17"/>
                      <a:pt x="327" y="17"/>
                      <a:pt x="327" y="17"/>
                    </a:cubicBezTo>
                    <a:cubicBezTo>
                      <a:pt x="327" y="20"/>
                      <a:pt x="327" y="20"/>
                      <a:pt x="327" y="20"/>
                    </a:cubicBezTo>
                    <a:cubicBezTo>
                      <a:pt x="329" y="21"/>
                      <a:pt x="331" y="21"/>
                      <a:pt x="333" y="21"/>
                    </a:cubicBezTo>
                    <a:cubicBezTo>
                      <a:pt x="333" y="51"/>
                      <a:pt x="333" y="51"/>
                      <a:pt x="333" y="51"/>
                    </a:cubicBezTo>
                    <a:cubicBezTo>
                      <a:pt x="331" y="51"/>
                      <a:pt x="329" y="52"/>
                      <a:pt x="327" y="52"/>
                    </a:cubicBezTo>
                    <a:cubicBezTo>
                      <a:pt x="327" y="56"/>
                      <a:pt x="327" y="56"/>
                      <a:pt x="327" y="56"/>
                    </a:cubicBezTo>
                    <a:lnTo>
                      <a:pt x="347" y="56"/>
                    </a:lnTo>
                    <a:close/>
                    <a:moveTo>
                      <a:pt x="346" y="5"/>
                    </a:moveTo>
                    <a:cubicBezTo>
                      <a:pt x="343" y="0"/>
                      <a:pt x="343" y="0"/>
                      <a:pt x="343" y="0"/>
                    </a:cubicBezTo>
                    <a:cubicBezTo>
                      <a:pt x="332" y="9"/>
                      <a:pt x="332" y="9"/>
                      <a:pt x="332" y="9"/>
                    </a:cubicBezTo>
                    <a:cubicBezTo>
                      <a:pt x="335" y="12"/>
                      <a:pt x="335" y="12"/>
                      <a:pt x="335" y="12"/>
                    </a:cubicBezTo>
                    <a:lnTo>
                      <a:pt x="346" y="5"/>
                    </a:lnTo>
                    <a:close/>
                    <a:moveTo>
                      <a:pt x="310" y="28"/>
                    </a:moveTo>
                    <a:cubicBezTo>
                      <a:pt x="310" y="32"/>
                      <a:pt x="307" y="34"/>
                      <a:pt x="302" y="34"/>
                    </a:cubicBezTo>
                    <a:cubicBezTo>
                      <a:pt x="300" y="34"/>
                      <a:pt x="299" y="34"/>
                      <a:pt x="298" y="34"/>
                    </a:cubicBezTo>
                    <a:cubicBezTo>
                      <a:pt x="298" y="22"/>
                      <a:pt x="298" y="22"/>
                      <a:pt x="298" y="22"/>
                    </a:cubicBezTo>
                    <a:cubicBezTo>
                      <a:pt x="299" y="22"/>
                      <a:pt x="300" y="21"/>
                      <a:pt x="302" y="21"/>
                    </a:cubicBezTo>
                    <a:cubicBezTo>
                      <a:pt x="307" y="21"/>
                      <a:pt x="310" y="23"/>
                      <a:pt x="310" y="28"/>
                    </a:cubicBezTo>
                    <a:moveTo>
                      <a:pt x="320" y="56"/>
                    </a:moveTo>
                    <a:cubicBezTo>
                      <a:pt x="320" y="52"/>
                      <a:pt x="320" y="52"/>
                      <a:pt x="320" y="52"/>
                    </a:cubicBezTo>
                    <a:cubicBezTo>
                      <a:pt x="319" y="52"/>
                      <a:pt x="317" y="51"/>
                      <a:pt x="315" y="51"/>
                    </a:cubicBezTo>
                    <a:cubicBezTo>
                      <a:pt x="309" y="42"/>
                      <a:pt x="309" y="42"/>
                      <a:pt x="309" y="42"/>
                    </a:cubicBezTo>
                    <a:cubicBezTo>
                      <a:pt x="308" y="40"/>
                      <a:pt x="307" y="39"/>
                      <a:pt x="306" y="38"/>
                    </a:cubicBezTo>
                    <a:cubicBezTo>
                      <a:pt x="313" y="37"/>
                      <a:pt x="317" y="33"/>
                      <a:pt x="317" y="27"/>
                    </a:cubicBezTo>
                    <a:cubicBezTo>
                      <a:pt x="317" y="20"/>
                      <a:pt x="312" y="16"/>
                      <a:pt x="303" y="16"/>
                    </a:cubicBezTo>
                    <a:cubicBezTo>
                      <a:pt x="298" y="16"/>
                      <a:pt x="293" y="17"/>
                      <a:pt x="290" y="17"/>
                    </a:cubicBezTo>
                    <a:cubicBezTo>
                      <a:pt x="284" y="17"/>
                      <a:pt x="284" y="17"/>
                      <a:pt x="284" y="17"/>
                    </a:cubicBezTo>
                    <a:cubicBezTo>
                      <a:pt x="284" y="20"/>
                      <a:pt x="284" y="20"/>
                      <a:pt x="284" y="20"/>
                    </a:cubicBezTo>
                    <a:cubicBezTo>
                      <a:pt x="286" y="21"/>
                      <a:pt x="288" y="21"/>
                      <a:pt x="291" y="21"/>
                    </a:cubicBezTo>
                    <a:cubicBezTo>
                      <a:pt x="291" y="51"/>
                      <a:pt x="291" y="51"/>
                      <a:pt x="291" y="51"/>
                    </a:cubicBezTo>
                    <a:cubicBezTo>
                      <a:pt x="288" y="51"/>
                      <a:pt x="286" y="52"/>
                      <a:pt x="284" y="52"/>
                    </a:cubicBezTo>
                    <a:cubicBezTo>
                      <a:pt x="284" y="56"/>
                      <a:pt x="284" y="56"/>
                      <a:pt x="284" y="56"/>
                    </a:cubicBezTo>
                    <a:cubicBezTo>
                      <a:pt x="303" y="56"/>
                      <a:pt x="303" y="56"/>
                      <a:pt x="303" y="56"/>
                    </a:cubicBezTo>
                    <a:cubicBezTo>
                      <a:pt x="303" y="52"/>
                      <a:pt x="303" y="52"/>
                      <a:pt x="303" y="52"/>
                    </a:cubicBezTo>
                    <a:cubicBezTo>
                      <a:pt x="301" y="52"/>
                      <a:pt x="299" y="51"/>
                      <a:pt x="298" y="51"/>
                    </a:cubicBezTo>
                    <a:cubicBezTo>
                      <a:pt x="298" y="39"/>
                      <a:pt x="298" y="39"/>
                      <a:pt x="298" y="39"/>
                    </a:cubicBezTo>
                    <a:cubicBezTo>
                      <a:pt x="299" y="39"/>
                      <a:pt x="299" y="39"/>
                      <a:pt x="299" y="39"/>
                    </a:cubicBezTo>
                    <a:cubicBezTo>
                      <a:pt x="310" y="56"/>
                      <a:pt x="310" y="56"/>
                      <a:pt x="310" y="56"/>
                    </a:cubicBezTo>
                    <a:lnTo>
                      <a:pt x="320" y="56"/>
                    </a:lnTo>
                    <a:close/>
                    <a:moveTo>
                      <a:pt x="275" y="56"/>
                    </a:moveTo>
                    <a:cubicBezTo>
                      <a:pt x="275" y="45"/>
                      <a:pt x="275" y="45"/>
                      <a:pt x="275" y="45"/>
                    </a:cubicBezTo>
                    <a:cubicBezTo>
                      <a:pt x="270" y="45"/>
                      <a:pt x="270" y="45"/>
                      <a:pt x="270" y="45"/>
                    </a:cubicBezTo>
                    <a:cubicBezTo>
                      <a:pt x="270" y="47"/>
                      <a:pt x="270" y="49"/>
                      <a:pt x="269" y="51"/>
                    </a:cubicBezTo>
                    <a:cubicBezTo>
                      <a:pt x="258" y="51"/>
                      <a:pt x="258" y="51"/>
                      <a:pt x="258" y="51"/>
                    </a:cubicBezTo>
                    <a:cubicBezTo>
                      <a:pt x="258" y="38"/>
                      <a:pt x="258" y="38"/>
                      <a:pt x="258" y="38"/>
                    </a:cubicBezTo>
                    <a:cubicBezTo>
                      <a:pt x="266" y="38"/>
                      <a:pt x="266" y="38"/>
                      <a:pt x="266" y="38"/>
                    </a:cubicBezTo>
                    <a:cubicBezTo>
                      <a:pt x="266" y="40"/>
                      <a:pt x="266" y="41"/>
                      <a:pt x="266" y="42"/>
                    </a:cubicBezTo>
                    <a:cubicBezTo>
                      <a:pt x="271" y="42"/>
                      <a:pt x="271" y="42"/>
                      <a:pt x="271" y="42"/>
                    </a:cubicBezTo>
                    <a:cubicBezTo>
                      <a:pt x="271" y="29"/>
                      <a:pt x="271" y="29"/>
                      <a:pt x="271" y="29"/>
                    </a:cubicBezTo>
                    <a:cubicBezTo>
                      <a:pt x="266" y="29"/>
                      <a:pt x="266" y="29"/>
                      <a:pt x="266" y="29"/>
                    </a:cubicBezTo>
                    <a:cubicBezTo>
                      <a:pt x="266" y="30"/>
                      <a:pt x="266" y="32"/>
                      <a:pt x="266" y="33"/>
                    </a:cubicBezTo>
                    <a:cubicBezTo>
                      <a:pt x="258" y="33"/>
                      <a:pt x="258" y="33"/>
                      <a:pt x="258" y="33"/>
                    </a:cubicBezTo>
                    <a:cubicBezTo>
                      <a:pt x="258" y="21"/>
                      <a:pt x="258" y="21"/>
                      <a:pt x="258" y="21"/>
                    </a:cubicBezTo>
                    <a:cubicBezTo>
                      <a:pt x="269" y="21"/>
                      <a:pt x="269" y="21"/>
                      <a:pt x="269" y="21"/>
                    </a:cubicBezTo>
                    <a:cubicBezTo>
                      <a:pt x="269" y="23"/>
                      <a:pt x="270" y="25"/>
                      <a:pt x="270" y="27"/>
                    </a:cubicBezTo>
                    <a:cubicBezTo>
                      <a:pt x="275" y="27"/>
                      <a:pt x="275" y="27"/>
                      <a:pt x="275" y="27"/>
                    </a:cubicBezTo>
                    <a:cubicBezTo>
                      <a:pt x="275" y="17"/>
                      <a:pt x="275" y="17"/>
                      <a:pt x="275" y="17"/>
                    </a:cubicBezTo>
                    <a:cubicBezTo>
                      <a:pt x="245" y="17"/>
                      <a:pt x="245" y="17"/>
                      <a:pt x="245" y="17"/>
                    </a:cubicBezTo>
                    <a:cubicBezTo>
                      <a:pt x="245" y="20"/>
                      <a:pt x="245" y="20"/>
                      <a:pt x="245" y="20"/>
                    </a:cubicBezTo>
                    <a:cubicBezTo>
                      <a:pt x="247" y="21"/>
                      <a:pt x="249" y="21"/>
                      <a:pt x="252" y="21"/>
                    </a:cubicBezTo>
                    <a:cubicBezTo>
                      <a:pt x="252" y="51"/>
                      <a:pt x="252" y="51"/>
                      <a:pt x="252" y="51"/>
                    </a:cubicBezTo>
                    <a:cubicBezTo>
                      <a:pt x="249" y="51"/>
                      <a:pt x="247" y="52"/>
                      <a:pt x="245" y="52"/>
                    </a:cubicBezTo>
                    <a:cubicBezTo>
                      <a:pt x="245" y="56"/>
                      <a:pt x="245" y="56"/>
                      <a:pt x="245" y="56"/>
                    </a:cubicBezTo>
                    <a:lnTo>
                      <a:pt x="275" y="56"/>
                    </a:lnTo>
                    <a:close/>
                    <a:moveTo>
                      <a:pt x="238" y="56"/>
                    </a:moveTo>
                    <a:cubicBezTo>
                      <a:pt x="238" y="52"/>
                      <a:pt x="238" y="52"/>
                      <a:pt x="238" y="52"/>
                    </a:cubicBezTo>
                    <a:cubicBezTo>
                      <a:pt x="236" y="52"/>
                      <a:pt x="234" y="51"/>
                      <a:pt x="232" y="51"/>
                    </a:cubicBezTo>
                    <a:cubicBezTo>
                      <a:pt x="232" y="21"/>
                      <a:pt x="232" y="21"/>
                      <a:pt x="232" y="21"/>
                    </a:cubicBezTo>
                    <a:cubicBezTo>
                      <a:pt x="234" y="21"/>
                      <a:pt x="236" y="21"/>
                      <a:pt x="238" y="20"/>
                    </a:cubicBezTo>
                    <a:cubicBezTo>
                      <a:pt x="238" y="17"/>
                      <a:pt x="238" y="17"/>
                      <a:pt x="238" y="17"/>
                    </a:cubicBezTo>
                    <a:cubicBezTo>
                      <a:pt x="218" y="17"/>
                      <a:pt x="218" y="17"/>
                      <a:pt x="218" y="17"/>
                    </a:cubicBezTo>
                    <a:cubicBezTo>
                      <a:pt x="218" y="20"/>
                      <a:pt x="218" y="20"/>
                      <a:pt x="218" y="20"/>
                    </a:cubicBezTo>
                    <a:cubicBezTo>
                      <a:pt x="220" y="21"/>
                      <a:pt x="222" y="21"/>
                      <a:pt x="225" y="21"/>
                    </a:cubicBezTo>
                    <a:cubicBezTo>
                      <a:pt x="225" y="51"/>
                      <a:pt x="225" y="51"/>
                      <a:pt x="225" y="51"/>
                    </a:cubicBezTo>
                    <a:cubicBezTo>
                      <a:pt x="222" y="51"/>
                      <a:pt x="220" y="52"/>
                      <a:pt x="218" y="52"/>
                    </a:cubicBezTo>
                    <a:cubicBezTo>
                      <a:pt x="218" y="56"/>
                      <a:pt x="218" y="56"/>
                      <a:pt x="218" y="56"/>
                    </a:cubicBezTo>
                    <a:lnTo>
                      <a:pt x="238" y="56"/>
                    </a:lnTo>
                    <a:close/>
                    <a:moveTo>
                      <a:pt x="211" y="20"/>
                    </a:moveTo>
                    <a:cubicBezTo>
                      <a:pt x="211" y="17"/>
                      <a:pt x="211" y="17"/>
                      <a:pt x="211" y="17"/>
                    </a:cubicBezTo>
                    <a:cubicBezTo>
                      <a:pt x="193" y="17"/>
                      <a:pt x="193" y="17"/>
                      <a:pt x="193" y="17"/>
                    </a:cubicBezTo>
                    <a:cubicBezTo>
                      <a:pt x="193" y="20"/>
                      <a:pt x="193" y="20"/>
                      <a:pt x="193" y="20"/>
                    </a:cubicBezTo>
                    <a:cubicBezTo>
                      <a:pt x="195" y="21"/>
                      <a:pt x="197" y="21"/>
                      <a:pt x="199" y="21"/>
                    </a:cubicBezTo>
                    <a:cubicBezTo>
                      <a:pt x="199" y="35"/>
                      <a:pt x="199" y="35"/>
                      <a:pt x="199" y="35"/>
                    </a:cubicBezTo>
                    <a:cubicBezTo>
                      <a:pt x="199" y="41"/>
                      <a:pt x="199" y="45"/>
                      <a:pt x="200" y="48"/>
                    </a:cubicBezTo>
                    <a:cubicBezTo>
                      <a:pt x="199" y="48"/>
                      <a:pt x="199" y="48"/>
                      <a:pt x="199" y="48"/>
                    </a:cubicBezTo>
                    <a:cubicBezTo>
                      <a:pt x="198" y="45"/>
                      <a:pt x="196" y="42"/>
                      <a:pt x="195" y="40"/>
                    </a:cubicBezTo>
                    <a:cubicBezTo>
                      <a:pt x="180" y="17"/>
                      <a:pt x="180" y="17"/>
                      <a:pt x="180" y="17"/>
                    </a:cubicBezTo>
                    <a:cubicBezTo>
                      <a:pt x="164" y="17"/>
                      <a:pt x="164" y="17"/>
                      <a:pt x="164" y="17"/>
                    </a:cubicBezTo>
                    <a:cubicBezTo>
                      <a:pt x="164" y="20"/>
                      <a:pt x="164" y="20"/>
                      <a:pt x="164" y="20"/>
                    </a:cubicBezTo>
                    <a:cubicBezTo>
                      <a:pt x="166" y="21"/>
                      <a:pt x="168" y="21"/>
                      <a:pt x="171" y="21"/>
                    </a:cubicBezTo>
                    <a:cubicBezTo>
                      <a:pt x="171" y="51"/>
                      <a:pt x="171" y="51"/>
                      <a:pt x="171" y="51"/>
                    </a:cubicBezTo>
                    <a:cubicBezTo>
                      <a:pt x="168" y="51"/>
                      <a:pt x="166" y="52"/>
                      <a:pt x="164" y="52"/>
                    </a:cubicBezTo>
                    <a:cubicBezTo>
                      <a:pt x="164" y="56"/>
                      <a:pt x="164" y="56"/>
                      <a:pt x="164" y="56"/>
                    </a:cubicBezTo>
                    <a:cubicBezTo>
                      <a:pt x="183" y="56"/>
                      <a:pt x="183" y="56"/>
                      <a:pt x="183" y="56"/>
                    </a:cubicBezTo>
                    <a:cubicBezTo>
                      <a:pt x="183" y="52"/>
                      <a:pt x="183" y="52"/>
                      <a:pt x="183" y="52"/>
                    </a:cubicBezTo>
                    <a:cubicBezTo>
                      <a:pt x="182" y="52"/>
                      <a:pt x="179" y="51"/>
                      <a:pt x="177" y="51"/>
                    </a:cubicBezTo>
                    <a:cubicBezTo>
                      <a:pt x="177" y="34"/>
                      <a:pt x="177" y="34"/>
                      <a:pt x="177" y="34"/>
                    </a:cubicBezTo>
                    <a:cubicBezTo>
                      <a:pt x="177" y="30"/>
                      <a:pt x="177" y="27"/>
                      <a:pt x="177" y="25"/>
                    </a:cubicBezTo>
                    <a:cubicBezTo>
                      <a:pt x="177" y="25"/>
                      <a:pt x="177" y="25"/>
                      <a:pt x="177" y="25"/>
                    </a:cubicBezTo>
                    <a:cubicBezTo>
                      <a:pt x="178" y="27"/>
                      <a:pt x="180" y="30"/>
                      <a:pt x="181" y="32"/>
                    </a:cubicBezTo>
                    <a:cubicBezTo>
                      <a:pt x="197" y="56"/>
                      <a:pt x="197" y="56"/>
                      <a:pt x="197" y="56"/>
                    </a:cubicBezTo>
                    <a:cubicBezTo>
                      <a:pt x="206" y="56"/>
                      <a:pt x="206" y="56"/>
                      <a:pt x="206" y="56"/>
                    </a:cubicBezTo>
                    <a:cubicBezTo>
                      <a:pt x="206" y="21"/>
                      <a:pt x="206" y="21"/>
                      <a:pt x="206" y="21"/>
                    </a:cubicBezTo>
                    <a:cubicBezTo>
                      <a:pt x="208" y="21"/>
                      <a:pt x="210" y="21"/>
                      <a:pt x="211" y="20"/>
                    </a:cubicBezTo>
                    <a:moveTo>
                      <a:pt x="155" y="56"/>
                    </a:moveTo>
                    <a:cubicBezTo>
                      <a:pt x="155" y="45"/>
                      <a:pt x="155" y="45"/>
                      <a:pt x="155" y="45"/>
                    </a:cubicBezTo>
                    <a:cubicBezTo>
                      <a:pt x="150" y="45"/>
                      <a:pt x="150" y="45"/>
                      <a:pt x="150" y="45"/>
                    </a:cubicBezTo>
                    <a:cubicBezTo>
                      <a:pt x="150" y="47"/>
                      <a:pt x="149" y="49"/>
                      <a:pt x="149" y="51"/>
                    </a:cubicBezTo>
                    <a:cubicBezTo>
                      <a:pt x="138" y="51"/>
                      <a:pt x="138" y="51"/>
                      <a:pt x="138" y="51"/>
                    </a:cubicBezTo>
                    <a:cubicBezTo>
                      <a:pt x="138" y="38"/>
                      <a:pt x="138" y="38"/>
                      <a:pt x="138" y="38"/>
                    </a:cubicBezTo>
                    <a:cubicBezTo>
                      <a:pt x="145" y="38"/>
                      <a:pt x="145" y="38"/>
                      <a:pt x="145" y="38"/>
                    </a:cubicBezTo>
                    <a:cubicBezTo>
                      <a:pt x="145" y="40"/>
                      <a:pt x="146" y="41"/>
                      <a:pt x="146" y="42"/>
                    </a:cubicBezTo>
                    <a:cubicBezTo>
                      <a:pt x="151" y="42"/>
                      <a:pt x="151" y="42"/>
                      <a:pt x="151" y="42"/>
                    </a:cubicBezTo>
                    <a:cubicBezTo>
                      <a:pt x="151" y="29"/>
                      <a:pt x="151" y="29"/>
                      <a:pt x="151" y="29"/>
                    </a:cubicBezTo>
                    <a:cubicBezTo>
                      <a:pt x="146" y="29"/>
                      <a:pt x="146" y="29"/>
                      <a:pt x="146" y="29"/>
                    </a:cubicBezTo>
                    <a:cubicBezTo>
                      <a:pt x="146" y="30"/>
                      <a:pt x="146" y="32"/>
                      <a:pt x="145" y="33"/>
                    </a:cubicBezTo>
                    <a:cubicBezTo>
                      <a:pt x="138" y="33"/>
                      <a:pt x="138" y="33"/>
                      <a:pt x="138" y="33"/>
                    </a:cubicBezTo>
                    <a:cubicBezTo>
                      <a:pt x="138" y="21"/>
                      <a:pt x="138" y="21"/>
                      <a:pt x="138" y="21"/>
                    </a:cubicBezTo>
                    <a:cubicBezTo>
                      <a:pt x="149" y="21"/>
                      <a:pt x="149" y="21"/>
                      <a:pt x="149" y="21"/>
                    </a:cubicBezTo>
                    <a:cubicBezTo>
                      <a:pt x="149" y="23"/>
                      <a:pt x="150" y="25"/>
                      <a:pt x="150" y="27"/>
                    </a:cubicBezTo>
                    <a:cubicBezTo>
                      <a:pt x="155" y="27"/>
                      <a:pt x="155" y="27"/>
                      <a:pt x="155" y="27"/>
                    </a:cubicBezTo>
                    <a:cubicBezTo>
                      <a:pt x="155" y="17"/>
                      <a:pt x="155" y="17"/>
                      <a:pt x="155" y="17"/>
                    </a:cubicBezTo>
                    <a:cubicBezTo>
                      <a:pt x="125" y="17"/>
                      <a:pt x="125" y="17"/>
                      <a:pt x="125" y="17"/>
                    </a:cubicBezTo>
                    <a:cubicBezTo>
                      <a:pt x="125" y="20"/>
                      <a:pt x="125" y="20"/>
                      <a:pt x="125" y="20"/>
                    </a:cubicBezTo>
                    <a:cubicBezTo>
                      <a:pt x="127" y="21"/>
                      <a:pt x="129" y="21"/>
                      <a:pt x="131" y="21"/>
                    </a:cubicBezTo>
                    <a:cubicBezTo>
                      <a:pt x="131" y="51"/>
                      <a:pt x="131" y="51"/>
                      <a:pt x="131" y="51"/>
                    </a:cubicBezTo>
                    <a:cubicBezTo>
                      <a:pt x="129" y="51"/>
                      <a:pt x="127" y="52"/>
                      <a:pt x="125" y="52"/>
                    </a:cubicBezTo>
                    <a:cubicBezTo>
                      <a:pt x="125" y="56"/>
                      <a:pt x="125" y="56"/>
                      <a:pt x="125" y="56"/>
                    </a:cubicBezTo>
                    <a:lnTo>
                      <a:pt x="155" y="56"/>
                    </a:lnTo>
                    <a:close/>
                    <a:moveTo>
                      <a:pt x="120" y="39"/>
                    </a:moveTo>
                    <a:cubicBezTo>
                      <a:pt x="120" y="35"/>
                      <a:pt x="120" y="35"/>
                      <a:pt x="120" y="35"/>
                    </a:cubicBezTo>
                    <a:cubicBezTo>
                      <a:pt x="102" y="35"/>
                      <a:pt x="102" y="35"/>
                      <a:pt x="102" y="35"/>
                    </a:cubicBezTo>
                    <a:cubicBezTo>
                      <a:pt x="102" y="39"/>
                      <a:pt x="102" y="39"/>
                      <a:pt x="102" y="39"/>
                    </a:cubicBezTo>
                    <a:cubicBezTo>
                      <a:pt x="104" y="40"/>
                      <a:pt x="106" y="40"/>
                      <a:pt x="108" y="40"/>
                    </a:cubicBezTo>
                    <a:cubicBezTo>
                      <a:pt x="108" y="50"/>
                      <a:pt x="108" y="50"/>
                      <a:pt x="108" y="50"/>
                    </a:cubicBezTo>
                    <a:cubicBezTo>
                      <a:pt x="106" y="50"/>
                      <a:pt x="104" y="51"/>
                      <a:pt x="102" y="51"/>
                    </a:cubicBezTo>
                    <a:cubicBezTo>
                      <a:pt x="93" y="51"/>
                      <a:pt x="88" y="46"/>
                      <a:pt x="88" y="36"/>
                    </a:cubicBezTo>
                    <a:cubicBezTo>
                      <a:pt x="88" y="27"/>
                      <a:pt x="94" y="22"/>
                      <a:pt x="102" y="22"/>
                    </a:cubicBezTo>
                    <a:cubicBezTo>
                      <a:pt x="104" y="22"/>
                      <a:pt x="106" y="22"/>
                      <a:pt x="108" y="22"/>
                    </a:cubicBezTo>
                    <a:cubicBezTo>
                      <a:pt x="108" y="24"/>
                      <a:pt x="109" y="26"/>
                      <a:pt x="109" y="29"/>
                    </a:cubicBezTo>
                    <a:cubicBezTo>
                      <a:pt x="114" y="29"/>
                      <a:pt x="114" y="29"/>
                      <a:pt x="114" y="29"/>
                    </a:cubicBezTo>
                    <a:cubicBezTo>
                      <a:pt x="114" y="17"/>
                      <a:pt x="114" y="17"/>
                      <a:pt x="114" y="17"/>
                    </a:cubicBezTo>
                    <a:cubicBezTo>
                      <a:pt x="110" y="16"/>
                      <a:pt x="106" y="16"/>
                      <a:pt x="102" y="16"/>
                    </a:cubicBezTo>
                    <a:cubicBezTo>
                      <a:pt x="88" y="16"/>
                      <a:pt x="80" y="25"/>
                      <a:pt x="80" y="37"/>
                    </a:cubicBezTo>
                    <a:cubicBezTo>
                      <a:pt x="80" y="50"/>
                      <a:pt x="89" y="56"/>
                      <a:pt x="101" y="56"/>
                    </a:cubicBezTo>
                    <a:cubicBezTo>
                      <a:pt x="106" y="56"/>
                      <a:pt x="111" y="56"/>
                      <a:pt x="115" y="54"/>
                    </a:cubicBezTo>
                    <a:cubicBezTo>
                      <a:pt x="115" y="40"/>
                      <a:pt x="115" y="40"/>
                      <a:pt x="115" y="40"/>
                    </a:cubicBezTo>
                    <a:cubicBezTo>
                      <a:pt x="117" y="40"/>
                      <a:pt x="118" y="40"/>
                      <a:pt x="120" y="39"/>
                    </a:cubicBezTo>
                    <a:moveTo>
                      <a:pt x="74" y="20"/>
                    </a:moveTo>
                    <a:cubicBezTo>
                      <a:pt x="74" y="17"/>
                      <a:pt x="74" y="17"/>
                      <a:pt x="74" y="17"/>
                    </a:cubicBezTo>
                    <a:cubicBezTo>
                      <a:pt x="56" y="17"/>
                      <a:pt x="56" y="17"/>
                      <a:pt x="56" y="17"/>
                    </a:cubicBezTo>
                    <a:cubicBezTo>
                      <a:pt x="56" y="20"/>
                      <a:pt x="56" y="20"/>
                      <a:pt x="56" y="20"/>
                    </a:cubicBezTo>
                    <a:cubicBezTo>
                      <a:pt x="58" y="21"/>
                      <a:pt x="60" y="21"/>
                      <a:pt x="62" y="21"/>
                    </a:cubicBezTo>
                    <a:cubicBezTo>
                      <a:pt x="62" y="35"/>
                      <a:pt x="62" y="35"/>
                      <a:pt x="62" y="35"/>
                    </a:cubicBezTo>
                    <a:cubicBezTo>
                      <a:pt x="62" y="41"/>
                      <a:pt x="62" y="45"/>
                      <a:pt x="62" y="48"/>
                    </a:cubicBezTo>
                    <a:cubicBezTo>
                      <a:pt x="62" y="48"/>
                      <a:pt x="62" y="48"/>
                      <a:pt x="62" y="48"/>
                    </a:cubicBezTo>
                    <a:cubicBezTo>
                      <a:pt x="61" y="45"/>
                      <a:pt x="59" y="42"/>
                      <a:pt x="58" y="40"/>
                    </a:cubicBezTo>
                    <a:cubicBezTo>
                      <a:pt x="43" y="17"/>
                      <a:pt x="43" y="17"/>
                      <a:pt x="43" y="17"/>
                    </a:cubicBezTo>
                    <a:cubicBezTo>
                      <a:pt x="27" y="17"/>
                      <a:pt x="27" y="17"/>
                      <a:pt x="27" y="17"/>
                    </a:cubicBezTo>
                    <a:cubicBezTo>
                      <a:pt x="27" y="20"/>
                      <a:pt x="27" y="20"/>
                      <a:pt x="27" y="20"/>
                    </a:cubicBezTo>
                    <a:cubicBezTo>
                      <a:pt x="29" y="21"/>
                      <a:pt x="31" y="21"/>
                      <a:pt x="34" y="21"/>
                    </a:cubicBezTo>
                    <a:cubicBezTo>
                      <a:pt x="34" y="51"/>
                      <a:pt x="34" y="51"/>
                      <a:pt x="34" y="51"/>
                    </a:cubicBezTo>
                    <a:cubicBezTo>
                      <a:pt x="31" y="51"/>
                      <a:pt x="29" y="52"/>
                      <a:pt x="27" y="52"/>
                    </a:cubicBezTo>
                    <a:cubicBezTo>
                      <a:pt x="27" y="56"/>
                      <a:pt x="27" y="56"/>
                      <a:pt x="27" y="56"/>
                    </a:cubicBezTo>
                    <a:cubicBezTo>
                      <a:pt x="46" y="56"/>
                      <a:pt x="46" y="56"/>
                      <a:pt x="46" y="56"/>
                    </a:cubicBezTo>
                    <a:cubicBezTo>
                      <a:pt x="46" y="52"/>
                      <a:pt x="46" y="52"/>
                      <a:pt x="46" y="52"/>
                    </a:cubicBezTo>
                    <a:cubicBezTo>
                      <a:pt x="44" y="52"/>
                      <a:pt x="42" y="51"/>
                      <a:pt x="40" y="51"/>
                    </a:cubicBezTo>
                    <a:cubicBezTo>
                      <a:pt x="40" y="34"/>
                      <a:pt x="40" y="34"/>
                      <a:pt x="40" y="34"/>
                    </a:cubicBezTo>
                    <a:cubicBezTo>
                      <a:pt x="40" y="30"/>
                      <a:pt x="40" y="27"/>
                      <a:pt x="40" y="25"/>
                    </a:cubicBezTo>
                    <a:cubicBezTo>
                      <a:pt x="40" y="25"/>
                      <a:pt x="40" y="25"/>
                      <a:pt x="40" y="25"/>
                    </a:cubicBezTo>
                    <a:cubicBezTo>
                      <a:pt x="41" y="27"/>
                      <a:pt x="43" y="30"/>
                      <a:pt x="44" y="32"/>
                    </a:cubicBezTo>
                    <a:cubicBezTo>
                      <a:pt x="60" y="56"/>
                      <a:pt x="60" y="56"/>
                      <a:pt x="60" y="56"/>
                    </a:cubicBezTo>
                    <a:cubicBezTo>
                      <a:pt x="69" y="56"/>
                      <a:pt x="69" y="56"/>
                      <a:pt x="69" y="56"/>
                    </a:cubicBezTo>
                    <a:cubicBezTo>
                      <a:pt x="69" y="21"/>
                      <a:pt x="69" y="21"/>
                      <a:pt x="69" y="21"/>
                    </a:cubicBezTo>
                    <a:cubicBezTo>
                      <a:pt x="71" y="21"/>
                      <a:pt x="73" y="21"/>
                      <a:pt x="74" y="20"/>
                    </a:cubicBezTo>
                    <a:moveTo>
                      <a:pt x="20" y="56"/>
                    </a:moveTo>
                    <a:cubicBezTo>
                      <a:pt x="20" y="52"/>
                      <a:pt x="20" y="52"/>
                      <a:pt x="20" y="52"/>
                    </a:cubicBezTo>
                    <a:cubicBezTo>
                      <a:pt x="18" y="52"/>
                      <a:pt x="16" y="51"/>
                      <a:pt x="13" y="51"/>
                    </a:cubicBezTo>
                    <a:cubicBezTo>
                      <a:pt x="13" y="21"/>
                      <a:pt x="13" y="21"/>
                      <a:pt x="13" y="21"/>
                    </a:cubicBezTo>
                    <a:cubicBezTo>
                      <a:pt x="16" y="21"/>
                      <a:pt x="18" y="21"/>
                      <a:pt x="20" y="20"/>
                    </a:cubicBezTo>
                    <a:cubicBezTo>
                      <a:pt x="20" y="17"/>
                      <a:pt x="20" y="17"/>
                      <a:pt x="20" y="17"/>
                    </a:cubicBezTo>
                    <a:cubicBezTo>
                      <a:pt x="0" y="17"/>
                      <a:pt x="0" y="17"/>
                      <a:pt x="0" y="17"/>
                    </a:cubicBezTo>
                    <a:cubicBezTo>
                      <a:pt x="0" y="20"/>
                      <a:pt x="0" y="20"/>
                      <a:pt x="0" y="20"/>
                    </a:cubicBezTo>
                    <a:cubicBezTo>
                      <a:pt x="2" y="21"/>
                      <a:pt x="4" y="21"/>
                      <a:pt x="7" y="21"/>
                    </a:cubicBezTo>
                    <a:cubicBezTo>
                      <a:pt x="7" y="51"/>
                      <a:pt x="7" y="51"/>
                      <a:pt x="7" y="51"/>
                    </a:cubicBezTo>
                    <a:cubicBezTo>
                      <a:pt x="4" y="51"/>
                      <a:pt x="2" y="52"/>
                      <a:pt x="0" y="52"/>
                    </a:cubicBezTo>
                    <a:cubicBezTo>
                      <a:pt x="0" y="56"/>
                      <a:pt x="0" y="56"/>
                      <a:pt x="0" y="56"/>
                    </a:cubicBezTo>
                    <a:lnTo>
                      <a:pt x="20" y="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48" name="Freeform 38">
                <a:extLst>
                  <a:ext uri="{FF2B5EF4-FFF2-40B4-BE49-F238E27FC236}">
                    <a16:creationId xmlns:a16="http://schemas.microsoft.com/office/drawing/2014/main" id="{1CC18570-6D49-43CC-9345-4E964E84FF10}"/>
                  </a:ext>
                </a:extLst>
              </p:cNvPr>
              <p:cNvSpPr>
                <a:spLocks noEditPoints="1"/>
              </p:cNvSpPr>
              <p:nvPr/>
            </p:nvSpPr>
            <p:spPr bwMode="auto">
              <a:xfrm>
                <a:off x="3968750" y="2597150"/>
                <a:ext cx="908050" cy="88900"/>
              </a:xfrm>
              <a:custGeom>
                <a:avLst/>
                <a:gdLst>
                  <a:gd name="T0" fmla="*/ 413 w 419"/>
                  <a:gd name="T1" fmla="*/ 35 h 41"/>
                  <a:gd name="T2" fmla="*/ 410 w 419"/>
                  <a:gd name="T3" fmla="*/ 27 h 41"/>
                  <a:gd name="T4" fmla="*/ 410 w 419"/>
                  <a:gd name="T5" fmla="*/ 18 h 41"/>
                  <a:gd name="T6" fmla="*/ 414 w 419"/>
                  <a:gd name="T7" fmla="*/ 12 h 41"/>
                  <a:gd name="T8" fmla="*/ 389 w 419"/>
                  <a:gd name="T9" fmla="*/ 5 h 41"/>
                  <a:gd name="T10" fmla="*/ 389 w 419"/>
                  <a:gd name="T11" fmla="*/ 40 h 41"/>
                  <a:gd name="T12" fmla="*/ 355 w 419"/>
                  <a:gd name="T13" fmla="*/ 35 h 41"/>
                  <a:gd name="T14" fmla="*/ 383 w 419"/>
                  <a:gd name="T15" fmla="*/ 20 h 41"/>
                  <a:gd name="T16" fmla="*/ 342 w 419"/>
                  <a:gd name="T17" fmla="*/ 5 h 41"/>
                  <a:gd name="T18" fmla="*/ 342 w 419"/>
                  <a:gd name="T19" fmla="*/ 40 h 41"/>
                  <a:gd name="T20" fmla="*/ 312 w 419"/>
                  <a:gd name="T21" fmla="*/ 20 h 41"/>
                  <a:gd name="T22" fmla="*/ 297 w 419"/>
                  <a:gd name="T23" fmla="*/ 6 h 41"/>
                  <a:gd name="T24" fmla="*/ 285 w 419"/>
                  <a:gd name="T25" fmla="*/ 1 h 41"/>
                  <a:gd name="T26" fmla="*/ 285 w 419"/>
                  <a:gd name="T27" fmla="*/ 35 h 41"/>
                  <a:gd name="T28" fmla="*/ 296 w 419"/>
                  <a:gd name="T29" fmla="*/ 41 h 41"/>
                  <a:gd name="T30" fmla="*/ 250 w 419"/>
                  <a:gd name="T31" fmla="*/ 13 h 41"/>
                  <a:gd name="T32" fmla="*/ 259 w 419"/>
                  <a:gd name="T33" fmla="*/ 25 h 41"/>
                  <a:gd name="T34" fmla="*/ 257 w 419"/>
                  <a:gd name="T35" fmla="*/ 1 h 41"/>
                  <a:gd name="T36" fmla="*/ 230 w 419"/>
                  <a:gd name="T37" fmla="*/ 40 h 41"/>
                  <a:gd name="T38" fmla="*/ 243 w 419"/>
                  <a:gd name="T39" fmla="*/ 30 h 41"/>
                  <a:gd name="T40" fmla="*/ 257 w 419"/>
                  <a:gd name="T41" fmla="*/ 40 h 41"/>
                  <a:gd name="T42" fmla="*/ 195 w 419"/>
                  <a:gd name="T43" fmla="*/ 1 h 41"/>
                  <a:gd name="T44" fmla="*/ 209 w 419"/>
                  <a:gd name="T45" fmla="*/ 6 h 41"/>
                  <a:gd name="T46" fmla="*/ 223 w 419"/>
                  <a:gd name="T47" fmla="*/ 40 h 41"/>
                  <a:gd name="T48" fmla="*/ 225 w 419"/>
                  <a:gd name="T49" fmla="*/ 6 h 41"/>
                  <a:gd name="T50" fmla="*/ 194 w 419"/>
                  <a:gd name="T51" fmla="*/ 28 h 41"/>
                  <a:gd name="T52" fmla="*/ 178 w 419"/>
                  <a:gd name="T53" fmla="*/ 6 h 41"/>
                  <a:gd name="T54" fmla="*/ 164 w 419"/>
                  <a:gd name="T55" fmla="*/ 5 h 41"/>
                  <a:gd name="T56" fmla="*/ 164 w 419"/>
                  <a:gd name="T57" fmla="*/ 40 h 41"/>
                  <a:gd name="T58" fmla="*/ 140 w 419"/>
                  <a:gd name="T59" fmla="*/ 1 h 41"/>
                  <a:gd name="T60" fmla="*/ 136 w 419"/>
                  <a:gd name="T61" fmla="*/ 35 h 41"/>
                  <a:gd name="T62" fmla="*/ 132 w 419"/>
                  <a:gd name="T63" fmla="*/ 1 h 41"/>
                  <a:gd name="T64" fmla="*/ 119 w 419"/>
                  <a:gd name="T65" fmla="*/ 27 h 41"/>
                  <a:gd name="T66" fmla="*/ 158 w 419"/>
                  <a:gd name="T67" fmla="*/ 5 h 41"/>
                  <a:gd name="T68" fmla="*/ 84 w 419"/>
                  <a:gd name="T69" fmla="*/ 21 h 41"/>
                  <a:gd name="T70" fmla="*/ 107 w 419"/>
                  <a:gd name="T71" fmla="*/ 13 h 41"/>
                  <a:gd name="T72" fmla="*/ 96 w 419"/>
                  <a:gd name="T73" fmla="*/ 41 h 41"/>
                  <a:gd name="T74" fmla="*/ 49 w 419"/>
                  <a:gd name="T75" fmla="*/ 13 h 41"/>
                  <a:gd name="T76" fmla="*/ 58 w 419"/>
                  <a:gd name="T77" fmla="*/ 25 h 41"/>
                  <a:gd name="T78" fmla="*/ 56 w 419"/>
                  <a:gd name="T79" fmla="*/ 1 h 41"/>
                  <a:gd name="T80" fmla="*/ 29 w 419"/>
                  <a:gd name="T81" fmla="*/ 40 h 41"/>
                  <a:gd name="T82" fmla="*/ 43 w 419"/>
                  <a:gd name="T83" fmla="*/ 30 h 41"/>
                  <a:gd name="T84" fmla="*/ 56 w 419"/>
                  <a:gd name="T85" fmla="*/ 40 h 41"/>
                  <a:gd name="T86" fmla="*/ 0 w 419"/>
                  <a:gd name="T87" fmla="*/ 1 h 41"/>
                  <a:gd name="T88" fmla="*/ 0 w 419"/>
                  <a:gd name="T89" fmla="*/ 36 h 41"/>
                  <a:gd name="T90" fmla="*/ 13 w 419"/>
                  <a:gd name="T91" fmla="*/ 35 h 41"/>
                  <a:gd name="T92" fmla="*/ 26 w 419"/>
                  <a:gd name="T93" fmla="*/ 27 h 41"/>
                  <a:gd name="T94" fmla="*/ 13 w 419"/>
                  <a:gd name="T95" fmla="*/ 18 h 41"/>
                  <a:gd name="T96" fmla="*/ 30 w 419"/>
                  <a:gd name="T97"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19" h="41">
                    <a:moveTo>
                      <a:pt x="419" y="40"/>
                    </a:moveTo>
                    <a:cubicBezTo>
                      <a:pt x="419" y="29"/>
                      <a:pt x="419" y="29"/>
                      <a:pt x="419" y="29"/>
                    </a:cubicBezTo>
                    <a:cubicBezTo>
                      <a:pt x="414" y="29"/>
                      <a:pt x="414" y="29"/>
                      <a:pt x="414" y="29"/>
                    </a:cubicBezTo>
                    <a:cubicBezTo>
                      <a:pt x="414" y="31"/>
                      <a:pt x="414" y="34"/>
                      <a:pt x="413" y="35"/>
                    </a:cubicBezTo>
                    <a:cubicBezTo>
                      <a:pt x="402" y="35"/>
                      <a:pt x="402" y="35"/>
                      <a:pt x="402" y="35"/>
                    </a:cubicBezTo>
                    <a:cubicBezTo>
                      <a:pt x="402" y="22"/>
                      <a:pt x="402" y="22"/>
                      <a:pt x="402" y="22"/>
                    </a:cubicBezTo>
                    <a:cubicBezTo>
                      <a:pt x="410" y="22"/>
                      <a:pt x="410" y="22"/>
                      <a:pt x="410" y="22"/>
                    </a:cubicBezTo>
                    <a:cubicBezTo>
                      <a:pt x="410" y="24"/>
                      <a:pt x="410" y="25"/>
                      <a:pt x="410" y="27"/>
                    </a:cubicBezTo>
                    <a:cubicBezTo>
                      <a:pt x="415" y="27"/>
                      <a:pt x="415" y="27"/>
                      <a:pt x="415" y="27"/>
                    </a:cubicBezTo>
                    <a:cubicBezTo>
                      <a:pt x="415" y="14"/>
                      <a:pt x="415" y="14"/>
                      <a:pt x="415" y="14"/>
                    </a:cubicBezTo>
                    <a:cubicBezTo>
                      <a:pt x="410" y="14"/>
                      <a:pt x="410" y="14"/>
                      <a:pt x="410" y="14"/>
                    </a:cubicBezTo>
                    <a:cubicBezTo>
                      <a:pt x="410" y="15"/>
                      <a:pt x="410" y="16"/>
                      <a:pt x="410" y="18"/>
                    </a:cubicBezTo>
                    <a:cubicBezTo>
                      <a:pt x="402" y="18"/>
                      <a:pt x="402" y="18"/>
                      <a:pt x="402" y="18"/>
                    </a:cubicBezTo>
                    <a:cubicBezTo>
                      <a:pt x="402" y="6"/>
                      <a:pt x="402" y="6"/>
                      <a:pt x="402" y="6"/>
                    </a:cubicBezTo>
                    <a:cubicBezTo>
                      <a:pt x="413" y="6"/>
                      <a:pt x="413" y="6"/>
                      <a:pt x="413" y="6"/>
                    </a:cubicBezTo>
                    <a:cubicBezTo>
                      <a:pt x="413" y="7"/>
                      <a:pt x="414" y="10"/>
                      <a:pt x="414" y="12"/>
                    </a:cubicBezTo>
                    <a:cubicBezTo>
                      <a:pt x="419" y="12"/>
                      <a:pt x="419" y="12"/>
                      <a:pt x="419" y="12"/>
                    </a:cubicBezTo>
                    <a:cubicBezTo>
                      <a:pt x="419" y="1"/>
                      <a:pt x="419" y="1"/>
                      <a:pt x="419" y="1"/>
                    </a:cubicBezTo>
                    <a:cubicBezTo>
                      <a:pt x="389" y="1"/>
                      <a:pt x="389" y="1"/>
                      <a:pt x="389" y="1"/>
                    </a:cubicBezTo>
                    <a:cubicBezTo>
                      <a:pt x="389" y="5"/>
                      <a:pt x="389" y="5"/>
                      <a:pt x="389" y="5"/>
                    </a:cubicBezTo>
                    <a:cubicBezTo>
                      <a:pt x="391" y="5"/>
                      <a:pt x="393" y="6"/>
                      <a:pt x="396" y="6"/>
                    </a:cubicBezTo>
                    <a:cubicBezTo>
                      <a:pt x="396" y="35"/>
                      <a:pt x="396" y="35"/>
                      <a:pt x="396" y="35"/>
                    </a:cubicBezTo>
                    <a:cubicBezTo>
                      <a:pt x="393" y="36"/>
                      <a:pt x="391" y="36"/>
                      <a:pt x="389" y="36"/>
                    </a:cubicBezTo>
                    <a:cubicBezTo>
                      <a:pt x="389" y="40"/>
                      <a:pt x="389" y="40"/>
                      <a:pt x="389" y="40"/>
                    </a:cubicBezTo>
                    <a:lnTo>
                      <a:pt x="419" y="40"/>
                    </a:lnTo>
                    <a:close/>
                    <a:moveTo>
                      <a:pt x="376" y="20"/>
                    </a:moveTo>
                    <a:cubicBezTo>
                      <a:pt x="376" y="30"/>
                      <a:pt x="369" y="35"/>
                      <a:pt x="360" y="35"/>
                    </a:cubicBezTo>
                    <a:cubicBezTo>
                      <a:pt x="359" y="35"/>
                      <a:pt x="356" y="35"/>
                      <a:pt x="355" y="35"/>
                    </a:cubicBezTo>
                    <a:cubicBezTo>
                      <a:pt x="355" y="6"/>
                      <a:pt x="355" y="6"/>
                      <a:pt x="355" y="6"/>
                    </a:cubicBezTo>
                    <a:cubicBezTo>
                      <a:pt x="357" y="6"/>
                      <a:pt x="359" y="6"/>
                      <a:pt x="361" y="6"/>
                    </a:cubicBezTo>
                    <a:cubicBezTo>
                      <a:pt x="371" y="6"/>
                      <a:pt x="376" y="11"/>
                      <a:pt x="376" y="20"/>
                    </a:cubicBezTo>
                    <a:moveTo>
                      <a:pt x="383" y="20"/>
                    </a:moveTo>
                    <a:cubicBezTo>
                      <a:pt x="383" y="6"/>
                      <a:pt x="375" y="1"/>
                      <a:pt x="362" y="1"/>
                    </a:cubicBezTo>
                    <a:cubicBezTo>
                      <a:pt x="357" y="1"/>
                      <a:pt x="352" y="1"/>
                      <a:pt x="348" y="1"/>
                    </a:cubicBezTo>
                    <a:cubicBezTo>
                      <a:pt x="342" y="1"/>
                      <a:pt x="342" y="1"/>
                      <a:pt x="342" y="1"/>
                    </a:cubicBezTo>
                    <a:cubicBezTo>
                      <a:pt x="342" y="5"/>
                      <a:pt x="342" y="5"/>
                      <a:pt x="342" y="5"/>
                    </a:cubicBezTo>
                    <a:cubicBezTo>
                      <a:pt x="344" y="5"/>
                      <a:pt x="346" y="6"/>
                      <a:pt x="348" y="6"/>
                    </a:cubicBezTo>
                    <a:cubicBezTo>
                      <a:pt x="348" y="35"/>
                      <a:pt x="348" y="35"/>
                      <a:pt x="348" y="35"/>
                    </a:cubicBezTo>
                    <a:cubicBezTo>
                      <a:pt x="346" y="36"/>
                      <a:pt x="344" y="36"/>
                      <a:pt x="342" y="36"/>
                    </a:cubicBezTo>
                    <a:cubicBezTo>
                      <a:pt x="342" y="40"/>
                      <a:pt x="342" y="40"/>
                      <a:pt x="342" y="40"/>
                    </a:cubicBezTo>
                    <a:cubicBezTo>
                      <a:pt x="348" y="40"/>
                      <a:pt x="348" y="40"/>
                      <a:pt x="348" y="40"/>
                    </a:cubicBezTo>
                    <a:cubicBezTo>
                      <a:pt x="352" y="40"/>
                      <a:pt x="355" y="41"/>
                      <a:pt x="360" y="41"/>
                    </a:cubicBezTo>
                    <a:cubicBezTo>
                      <a:pt x="373" y="41"/>
                      <a:pt x="383" y="34"/>
                      <a:pt x="383" y="20"/>
                    </a:cubicBezTo>
                    <a:moveTo>
                      <a:pt x="312" y="20"/>
                    </a:moveTo>
                    <a:cubicBezTo>
                      <a:pt x="312" y="30"/>
                      <a:pt x="306" y="35"/>
                      <a:pt x="297" y="35"/>
                    </a:cubicBezTo>
                    <a:cubicBezTo>
                      <a:pt x="295" y="35"/>
                      <a:pt x="293" y="35"/>
                      <a:pt x="291" y="35"/>
                    </a:cubicBezTo>
                    <a:cubicBezTo>
                      <a:pt x="291" y="6"/>
                      <a:pt x="291" y="6"/>
                      <a:pt x="291" y="6"/>
                    </a:cubicBezTo>
                    <a:cubicBezTo>
                      <a:pt x="293" y="6"/>
                      <a:pt x="295" y="6"/>
                      <a:pt x="297" y="6"/>
                    </a:cubicBezTo>
                    <a:cubicBezTo>
                      <a:pt x="307" y="6"/>
                      <a:pt x="312" y="11"/>
                      <a:pt x="312" y="20"/>
                    </a:cubicBezTo>
                    <a:moveTo>
                      <a:pt x="319" y="20"/>
                    </a:moveTo>
                    <a:cubicBezTo>
                      <a:pt x="319" y="6"/>
                      <a:pt x="311" y="1"/>
                      <a:pt x="298" y="1"/>
                    </a:cubicBezTo>
                    <a:cubicBezTo>
                      <a:pt x="294" y="1"/>
                      <a:pt x="288" y="1"/>
                      <a:pt x="285" y="1"/>
                    </a:cubicBezTo>
                    <a:cubicBezTo>
                      <a:pt x="278" y="1"/>
                      <a:pt x="278" y="1"/>
                      <a:pt x="278" y="1"/>
                    </a:cubicBezTo>
                    <a:cubicBezTo>
                      <a:pt x="278" y="5"/>
                      <a:pt x="278" y="5"/>
                      <a:pt x="278" y="5"/>
                    </a:cubicBezTo>
                    <a:cubicBezTo>
                      <a:pt x="280" y="5"/>
                      <a:pt x="282" y="6"/>
                      <a:pt x="285" y="6"/>
                    </a:cubicBezTo>
                    <a:cubicBezTo>
                      <a:pt x="285" y="35"/>
                      <a:pt x="285" y="35"/>
                      <a:pt x="285" y="35"/>
                    </a:cubicBezTo>
                    <a:cubicBezTo>
                      <a:pt x="282" y="36"/>
                      <a:pt x="280" y="36"/>
                      <a:pt x="278" y="36"/>
                    </a:cubicBezTo>
                    <a:cubicBezTo>
                      <a:pt x="278" y="40"/>
                      <a:pt x="278" y="40"/>
                      <a:pt x="278" y="40"/>
                    </a:cubicBezTo>
                    <a:cubicBezTo>
                      <a:pt x="285" y="40"/>
                      <a:pt x="285" y="40"/>
                      <a:pt x="285" y="40"/>
                    </a:cubicBezTo>
                    <a:cubicBezTo>
                      <a:pt x="288" y="40"/>
                      <a:pt x="291" y="41"/>
                      <a:pt x="296" y="41"/>
                    </a:cubicBezTo>
                    <a:cubicBezTo>
                      <a:pt x="309" y="41"/>
                      <a:pt x="319" y="34"/>
                      <a:pt x="319" y="20"/>
                    </a:cubicBezTo>
                    <a:moveTo>
                      <a:pt x="259" y="25"/>
                    </a:moveTo>
                    <a:cubicBezTo>
                      <a:pt x="245" y="25"/>
                      <a:pt x="245" y="25"/>
                      <a:pt x="245" y="25"/>
                    </a:cubicBezTo>
                    <a:cubicBezTo>
                      <a:pt x="250" y="13"/>
                      <a:pt x="250" y="13"/>
                      <a:pt x="250" y="13"/>
                    </a:cubicBezTo>
                    <a:cubicBezTo>
                      <a:pt x="251" y="11"/>
                      <a:pt x="251" y="9"/>
                      <a:pt x="252" y="7"/>
                    </a:cubicBezTo>
                    <a:cubicBezTo>
                      <a:pt x="252" y="7"/>
                      <a:pt x="252" y="7"/>
                      <a:pt x="252" y="7"/>
                    </a:cubicBezTo>
                    <a:cubicBezTo>
                      <a:pt x="253" y="9"/>
                      <a:pt x="253" y="11"/>
                      <a:pt x="254" y="13"/>
                    </a:cubicBezTo>
                    <a:lnTo>
                      <a:pt x="259" y="25"/>
                    </a:lnTo>
                    <a:close/>
                    <a:moveTo>
                      <a:pt x="275" y="40"/>
                    </a:moveTo>
                    <a:cubicBezTo>
                      <a:pt x="275" y="36"/>
                      <a:pt x="275" y="36"/>
                      <a:pt x="275" y="36"/>
                    </a:cubicBezTo>
                    <a:cubicBezTo>
                      <a:pt x="273" y="36"/>
                      <a:pt x="271" y="36"/>
                      <a:pt x="270" y="36"/>
                    </a:cubicBezTo>
                    <a:cubicBezTo>
                      <a:pt x="257" y="1"/>
                      <a:pt x="257" y="1"/>
                      <a:pt x="257" y="1"/>
                    </a:cubicBezTo>
                    <a:cubicBezTo>
                      <a:pt x="248" y="1"/>
                      <a:pt x="248" y="1"/>
                      <a:pt x="248" y="1"/>
                    </a:cubicBezTo>
                    <a:cubicBezTo>
                      <a:pt x="234" y="36"/>
                      <a:pt x="234" y="36"/>
                      <a:pt x="234" y="36"/>
                    </a:cubicBezTo>
                    <a:cubicBezTo>
                      <a:pt x="233" y="36"/>
                      <a:pt x="231" y="36"/>
                      <a:pt x="230" y="36"/>
                    </a:cubicBezTo>
                    <a:cubicBezTo>
                      <a:pt x="230" y="40"/>
                      <a:pt x="230" y="40"/>
                      <a:pt x="230" y="40"/>
                    </a:cubicBezTo>
                    <a:cubicBezTo>
                      <a:pt x="247" y="40"/>
                      <a:pt x="247" y="40"/>
                      <a:pt x="247" y="40"/>
                    </a:cubicBezTo>
                    <a:cubicBezTo>
                      <a:pt x="247" y="36"/>
                      <a:pt x="247" y="36"/>
                      <a:pt x="247" y="36"/>
                    </a:cubicBezTo>
                    <a:cubicBezTo>
                      <a:pt x="246" y="36"/>
                      <a:pt x="243" y="36"/>
                      <a:pt x="241" y="36"/>
                    </a:cubicBezTo>
                    <a:cubicBezTo>
                      <a:pt x="243" y="30"/>
                      <a:pt x="243" y="30"/>
                      <a:pt x="243" y="30"/>
                    </a:cubicBezTo>
                    <a:cubicBezTo>
                      <a:pt x="261" y="30"/>
                      <a:pt x="261" y="30"/>
                      <a:pt x="261" y="30"/>
                    </a:cubicBezTo>
                    <a:cubicBezTo>
                      <a:pt x="262" y="36"/>
                      <a:pt x="262" y="36"/>
                      <a:pt x="262" y="36"/>
                    </a:cubicBezTo>
                    <a:cubicBezTo>
                      <a:pt x="261" y="36"/>
                      <a:pt x="258" y="36"/>
                      <a:pt x="257" y="36"/>
                    </a:cubicBezTo>
                    <a:cubicBezTo>
                      <a:pt x="257" y="40"/>
                      <a:pt x="257" y="40"/>
                      <a:pt x="257" y="40"/>
                    </a:cubicBezTo>
                    <a:lnTo>
                      <a:pt x="275" y="40"/>
                    </a:lnTo>
                    <a:close/>
                    <a:moveTo>
                      <a:pt x="231" y="14"/>
                    </a:moveTo>
                    <a:cubicBezTo>
                      <a:pt x="231" y="1"/>
                      <a:pt x="231" y="1"/>
                      <a:pt x="231" y="1"/>
                    </a:cubicBezTo>
                    <a:cubicBezTo>
                      <a:pt x="195" y="1"/>
                      <a:pt x="195" y="1"/>
                      <a:pt x="195" y="1"/>
                    </a:cubicBezTo>
                    <a:cubicBezTo>
                      <a:pt x="195" y="14"/>
                      <a:pt x="195" y="14"/>
                      <a:pt x="195" y="14"/>
                    </a:cubicBezTo>
                    <a:cubicBezTo>
                      <a:pt x="199" y="14"/>
                      <a:pt x="199" y="14"/>
                      <a:pt x="199" y="14"/>
                    </a:cubicBezTo>
                    <a:cubicBezTo>
                      <a:pt x="200" y="11"/>
                      <a:pt x="200" y="8"/>
                      <a:pt x="200" y="6"/>
                    </a:cubicBezTo>
                    <a:cubicBezTo>
                      <a:pt x="209" y="6"/>
                      <a:pt x="209" y="6"/>
                      <a:pt x="209" y="6"/>
                    </a:cubicBezTo>
                    <a:cubicBezTo>
                      <a:pt x="209" y="35"/>
                      <a:pt x="209" y="35"/>
                      <a:pt x="209" y="35"/>
                    </a:cubicBezTo>
                    <a:cubicBezTo>
                      <a:pt x="207" y="36"/>
                      <a:pt x="205" y="36"/>
                      <a:pt x="203" y="36"/>
                    </a:cubicBezTo>
                    <a:cubicBezTo>
                      <a:pt x="203" y="40"/>
                      <a:pt x="203" y="40"/>
                      <a:pt x="203" y="40"/>
                    </a:cubicBezTo>
                    <a:cubicBezTo>
                      <a:pt x="223" y="40"/>
                      <a:pt x="223" y="40"/>
                      <a:pt x="223" y="40"/>
                    </a:cubicBezTo>
                    <a:cubicBezTo>
                      <a:pt x="223" y="36"/>
                      <a:pt x="223" y="36"/>
                      <a:pt x="223" y="36"/>
                    </a:cubicBezTo>
                    <a:cubicBezTo>
                      <a:pt x="221" y="36"/>
                      <a:pt x="218" y="36"/>
                      <a:pt x="216" y="35"/>
                    </a:cubicBezTo>
                    <a:cubicBezTo>
                      <a:pt x="216" y="6"/>
                      <a:pt x="216" y="6"/>
                      <a:pt x="216" y="6"/>
                    </a:cubicBezTo>
                    <a:cubicBezTo>
                      <a:pt x="225" y="6"/>
                      <a:pt x="225" y="6"/>
                      <a:pt x="225" y="6"/>
                    </a:cubicBezTo>
                    <a:cubicBezTo>
                      <a:pt x="225" y="8"/>
                      <a:pt x="226" y="11"/>
                      <a:pt x="226" y="14"/>
                    </a:cubicBezTo>
                    <a:lnTo>
                      <a:pt x="231" y="14"/>
                    </a:lnTo>
                    <a:close/>
                    <a:moveTo>
                      <a:pt x="194" y="40"/>
                    </a:moveTo>
                    <a:cubicBezTo>
                      <a:pt x="194" y="28"/>
                      <a:pt x="194" y="28"/>
                      <a:pt x="194" y="28"/>
                    </a:cubicBezTo>
                    <a:cubicBezTo>
                      <a:pt x="189" y="28"/>
                      <a:pt x="189" y="28"/>
                      <a:pt x="189" y="28"/>
                    </a:cubicBezTo>
                    <a:cubicBezTo>
                      <a:pt x="189" y="30"/>
                      <a:pt x="189" y="33"/>
                      <a:pt x="188" y="35"/>
                    </a:cubicBezTo>
                    <a:cubicBezTo>
                      <a:pt x="178" y="35"/>
                      <a:pt x="178" y="35"/>
                      <a:pt x="178" y="35"/>
                    </a:cubicBezTo>
                    <a:cubicBezTo>
                      <a:pt x="178" y="6"/>
                      <a:pt x="178" y="6"/>
                      <a:pt x="178" y="6"/>
                    </a:cubicBezTo>
                    <a:cubicBezTo>
                      <a:pt x="180" y="6"/>
                      <a:pt x="182" y="5"/>
                      <a:pt x="184" y="5"/>
                    </a:cubicBezTo>
                    <a:cubicBezTo>
                      <a:pt x="184" y="1"/>
                      <a:pt x="184" y="1"/>
                      <a:pt x="184" y="1"/>
                    </a:cubicBezTo>
                    <a:cubicBezTo>
                      <a:pt x="164" y="1"/>
                      <a:pt x="164" y="1"/>
                      <a:pt x="164" y="1"/>
                    </a:cubicBezTo>
                    <a:cubicBezTo>
                      <a:pt x="164" y="5"/>
                      <a:pt x="164" y="5"/>
                      <a:pt x="164" y="5"/>
                    </a:cubicBezTo>
                    <a:cubicBezTo>
                      <a:pt x="166" y="5"/>
                      <a:pt x="169" y="6"/>
                      <a:pt x="171" y="6"/>
                    </a:cubicBezTo>
                    <a:cubicBezTo>
                      <a:pt x="171" y="35"/>
                      <a:pt x="171" y="35"/>
                      <a:pt x="171" y="35"/>
                    </a:cubicBezTo>
                    <a:cubicBezTo>
                      <a:pt x="169" y="36"/>
                      <a:pt x="166" y="36"/>
                      <a:pt x="164" y="36"/>
                    </a:cubicBezTo>
                    <a:cubicBezTo>
                      <a:pt x="164" y="40"/>
                      <a:pt x="164" y="40"/>
                      <a:pt x="164" y="40"/>
                    </a:cubicBezTo>
                    <a:lnTo>
                      <a:pt x="194" y="40"/>
                    </a:lnTo>
                    <a:close/>
                    <a:moveTo>
                      <a:pt x="158" y="5"/>
                    </a:moveTo>
                    <a:cubicBezTo>
                      <a:pt x="158" y="1"/>
                      <a:pt x="158" y="1"/>
                      <a:pt x="158" y="1"/>
                    </a:cubicBezTo>
                    <a:cubicBezTo>
                      <a:pt x="140" y="1"/>
                      <a:pt x="140" y="1"/>
                      <a:pt x="140" y="1"/>
                    </a:cubicBezTo>
                    <a:cubicBezTo>
                      <a:pt x="140" y="5"/>
                      <a:pt x="140" y="5"/>
                      <a:pt x="140" y="5"/>
                    </a:cubicBezTo>
                    <a:cubicBezTo>
                      <a:pt x="142" y="5"/>
                      <a:pt x="144" y="6"/>
                      <a:pt x="146" y="6"/>
                    </a:cubicBezTo>
                    <a:cubicBezTo>
                      <a:pt x="146" y="25"/>
                      <a:pt x="146" y="25"/>
                      <a:pt x="146" y="25"/>
                    </a:cubicBezTo>
                    <a:cubicBezTo>
                      <a:pt x="146" y="31"/>
                      <a:pt x="143" y="35"/>
                      <a:pt x="136" y="35"/>
                    </a:cubicBezTo>
                    <a:cubicBezTo>
                      <a:pt x="129" y="35"/>
                      <a:pt x="126" y="32"/>
                      <a:pt x="126" y="25"/>
                    </a:cubicBezTo>
                    <a:cubicBezTo>
                      <a:pt x="126" y="6"/>
                      <a:pt x="126" y="6"/>
                      <a:pt x="126" y="6"/>
                    </a:cubicBezTo>
                    <a:cubicBezTo>
                      <a:pt x="128" y="6"/>
                      <a:pt x="130" y="5"/>
                      <a:pt x="132" y="5"/>
                    </a:cubicBezTo>
                    <a:cubicBezTo>
                      <a:pt x="132" y="1"/>
                      <a:pt x="132" y="1"/>
                      <a:pt x="132" y="1"/>
                    </a:cubicBezTo>
                    <a:cubicBezTo>
                      <a:pt x="113" y="1"/>
                      <a:pt x="113" y="1"/>
                      <a:pt x="113" y="1"/>
                    </a:cubicBezTo>
                    <a:cubicBezTo>
                      <a:pt x="113" y="5"/>
                      <a:pt x="113" y="5"/>
                      <a:pt x="113" y="5"/>
                    </a:cubicBezTo>
                    <a:cubicBezTo>
                      <a:pt x="115" y="5"/>
                      <a:pt x="117" y="6"/>
                      <a:pt x="119" y="6"/>
                    </a:cubicBezTo>
                    <a:cubicBezTo>
                      <a:pt x="119" y="27"/>
                      <a:pt x="119" y="27"/>
                      <a:pt x="119" y="27"/>
                    </a:cubicBezTo>
                    <a:cubicBezTo>
                      <a:pt x="119" y="36"/>
                      <a:pt x="125" y="41"/>
                      <a:pt x="135" y="41"/>
                    </a:cubicBezTo>
                    <a:cubicBezTo>
                      <a:pt x="148" y="41"/>
                      <a:pt x="153" y="34"/>
                      <a:pt x="153" y="25"/>
                    </a:cubicBezTo>
                    <a:cubicBezTo>
                      <a:pt x="153" y="6"/>
                      <a:pt x="153" y="6"/>
                      <a:pt x="153" y="6"/>
                    </a:cubicBezTo>
                    <a:cubicBezTo>
                      <a:pt x="155" y="6"/>
                      <a:pt x="157" y="5"/>
                      <a:pt x="158" y="5"/>
                    </a:cubicBezTo>
                    <a:moveTo>
                      <a:pt x="107" y="39"/>
                    </a:moveTo>
                    <a:cubicBezTo>
                      <a:pt x="107" y="32"/>
                      <a:pt x="107" y="32"/>
                      <a:pt x="107" y="32"/>
                    </a:cubicBezTo>
                    <a:cubicBezTo>
                      <a:pt x="104" y="34"/>
                      <a:pt x="101" y="35"/>
                      <a:pt x="97" y="35"/>
                    </a:cubicBezTo>
                    <a:cubicBezTo>
                      <a:pt x="88" y="35"/>
                      <a:pt x="84" y="30"/>
                      <a:pt x="84" y="21"/>
                    </a:cubicBezTo>
                    <a:cubicBezTo>
                      <a:pt x="84" y="13"/>
                      <a:pt x="88" y="6"/>
                      <a:pt x="96" y="6"/>
                    </a:cubicBezTo>
                    <a:cubicBezTo>
                      <a:pt x="98" y="6"/>
                      <a:pt x="99" y="7"/>
                      <a:pt x="101" y="7"/>
                    </a:cubicBezTo>
                    <a:cubicBezTo>
                      <a:pt x="101" y="9"/>
                      <a:pt x="102" y="11"/>
                      <a:pt x="102" y="13"/>
                    </a:cubicBezTo>
                    <a:cubicBezTo>
                      <a:pt x="107" y="13"/>
                      <a:pt x="107" y="13"/>
                      <a:pt x="107" y="13"/>
                    </a:cubicBezTo>
                    <a:cubicBezTo>
                      <a:pt x="107" y="2"/>
                      <a:pt x="107" y="2"/>
                      <a:pt x="107" y="2"/>
                    </a:cubicBezTo>
                    <a:cubicBezTo>
                      <a:pt x="104" y="1"/>
                      <a:pt x="100" y="0"/>
                      <a:pt x="97" y="0"/>
                    </a:cubicBezTo>
                    <a:cubicBezTo>
                      <a:pt x="83" y="0"/>
                      <a:pt x="76" y="10"/>
                      <a:pt x="76" y="21"/>
                    </a:cubicBezTo>
                    <a:cubicBezTo>
                      <a:pt x="76" y="33"/>
                      <a:pt x="83" y="41"/>
                      <a:pt x="96" y="41"/>
                    </a:cubicBezTo>
                    <a:cubicBezTo>
                      <a:pt x="100" y="41"/>
                      <a:pt x="104" y="40"/>
                      <a:pt x="107" y="39"/>
                    </a:cubicBezTo>
                    <a:moveTo>
                      <a:pt x="58" y="25"/>
                    </a:moveTo>
                    <a:cubicBezTo>
                      <a:pt x="45" y="25"/>
                      <a:pt x="45" y="25"/>
                      <a:pt x="45" y="25"/>
                    </a:cubicBezTo>
                    <a:cubicBezTo>
                      <a:pt x="49" y="13"/>
                      <a:pt x="49" y="13"/>
                      <a:pt x="49" y="13"/>
                    </a:cubicBezTo>
                    <a:cubicBezTo>
                      <a:pt x="50" y="11"/>
                      <a:pt x="51" y="9"/>
                      <a:pt x="51" y="7"/>
                    </a:cubicBezTo>
                    <a:cubicBezTo>
                      <a:pt x="52" y="7"/>
                      <a:pt x="52" y="7"/>
                      <a:pt x="52" y="7"/>
                    </a:cubicBezTo>
                    <a:cubicBezTo>
                      <a:pt x="52" y="9"/>
                      <a:pt x="53" y="11"/>
                      <a:pt x="54" y="13"/>
                    </a:cubicBezTo>
                    <a:lnTo>
                      <a:pt x="58" y="25"/>
                    </a:lnTo>
                    <a:close/>
                    <a:moveTo>
                      <a:pt x="74" y="40"/>
                    </a:moveTo>
                    <a:cubicBezTo>
                      <a:pt x="74" y="36"/>
                      <a:pt x="74" y="36"/>
                      <a:pt x="74" y="36"/>
                    </a:cubicBezTo>
                    <a:cubicBezTo>
                      <a:pt x="73" y="36"/>
                      <a:pt x="71" y="36"/>
                      <a:pt x="69" y="36"/>
                    </a:cubicBezTo>
                    <a:cubicBezTo>
                      <a:pt x="56" y="1"/>
                      <a:pt x="56" y="1"/>
                      <a:pt x="56" y="1"/>
                    </a:cubicBezTo>
                    <a:cubicBezTo>
                      <a:pt x="47" y="1"/>
                      <a:pt x="47" y="1"/>
                      <a:pt x="47" y="1"/>
                    </a:cubicBezTo>
                    <a:cubicBezTo>
                      <a:pt x="34" y="36"/>
                      <a:pt x="34" y="36"/>
                      <a:pt x="34" y="36"/>
                    </a:cubicBezTo>
                    <a:cubicBezTo>
                      <a:pt x="33" y="36"/>
                      <a:pt x="31" y="36"/>
                      <a:pt x="29" y="36"/>
                    </a:cubicBezTo>
                    <a:cubicBezTo>
                      <a:pt x="29" y="40"/>
                      <a:pt x="29" y="40"/>
                      <a:pt x="29" y="40"/>
                    </a:cubicBezTo>
                    <a:cubicBezTo>
                      <a:pt x="47" y="40"/>
                      <a:pt x="47" y="40"/>
                      <a:pt x="47" y="40"/>
                    </a:cubicBezTo>
                    <a:cubicBezTo>
                      <a:pt x="47" y="36"/>
                      <a:pt x="47" y="36"/>
                      <a:pt x="47" y="36"/>
                    </a:cubicBezTo>
                    <a:cubicBezTo>
                      <a:pt x="45" y="36"/>
                      <a:pt x="43" y="36"/>
                      <a:pt x="41" y="36"/>
                    </a:cubicBezTo>
                    <a:cubicBezTo>
                      <a:pt x="43" y="30"/>
                      <a:pt x="43" y="30"/>
                      <a:pt x="43" y="30"/>
                    </a:cubicBezTo>
                    <a:cubicBezTo>
                      <a:pt x="60" y="30"/>
                      <a:pt x="60" y="30"/>
                      <a:pt x="60" y="30"/>
                    </a:cubicBezTo>
                    <a:cubicBezTo>
                      <a:pt x="62" y="36"/>
                      <a:pt x="62" y="36"/>
                      <a:pt x="62" y="36"/>
                    </a:cubicBezTo>
                    <a:cubicBezTo>
                      <a:pt x="60" y="36"/>
                      <a:pt x="58" y="36"/>
                      <a:pt x="56" y="36"/>
                    </a:cubicBezTo>
                    <a:cubicBezTo>
                      <a:pt x="56" y="40"/>
                      <a:pt x="56" y="40"/>
                      <a:pt x="56" y="40"/>
                    </a:cubicBezTo>
                    <a:lnTo>
                      <a:pt x="74" y="40"/>
                    </a:lnTo>
                    <a:close/>
                    <a:moveTo>
                      <a:pt x="30" y="12"/>
                    </a:moveTo>
                    <a:cubicBezTo>
                      <a:pt x="30" y="1"/>
                      <a:pt x="30" y="1"/>
                      <a:pt x="30" y="1"/>
                    </a:cubicBezTo>
                    <a:cubicBezTo>
                      <a:pt x="0" y="1"/>
                      <a:pt x="0" y="1"/>
                      <a:pt x="0" y="1"/>
                    </a:cubicBezTo>
                    <a:cubicBezTo>
                      <a:pt x="0" y="5"/>
                      <a:pt x="0" y="5"/>
                      <a:pt x="0" y="5"/>
                    </a:cubicBezTo>
                    <a:cubicBezTo>
                      <a:pt x="2" y="5"/>
                      <a:pt x="4" y="6"/>
                      <a:pt x="7" y="6"/>
                    </a:cubicBezTo>
                    <a:cubicBezTo>
                      <a:pt x="7" y="35"/>
                      <a:pt x="7" y="35"/>
                      <a:pt x="7" y="35"/>
                    </a:cubicBezTo>
                    <a:cubicBezTo>
                      <a:pt x="4" y="36"/>
                      <a:pt x="2" y="36"/>
                      <a:pt x="0" y="36"/>
                    </a:cubicBezTo>
                    <a:cubicBezTo>
                      <a:pt x="0" y="40"/>
                      <a:pt x="0" y="40"/>
                      <a:pt x="0" y="40"/>
                    </a:cubicBezTo>
                    <a:cubicBezTo>
                      <a:pt x="20" y="40"/>
                      <a:pt x="20" y="40"/>
                      <a:pt x="20" y="40"/>
                    </a:cubicBezTo>
                    <a:cubicBezTo>
                      <a:pt x="20" y="36"/>
                      <a:pt x="20" y="36"/>
                      <a:pt x="20" y="36"/>
                    </a:cubicBezTo>
                    <a:cubicBezTo>
                      <a:pt x="18" y="36"/>
                      <a:pt x="16" y="36"/>
                      <a:pt x="13" y="35"/>
                    </a:cubicBezTo>
                    <a:cubicBezTo>
                      <a:pt x="13" y="23"/>
                      <a:pt x="13" y="23"/>
                      <a:pt x="13" y="23"/>
                    </a:cubicBezTo>
                    <a:cubicBezTo>
                      <a:pt x="21" y="23"/>
                      <a:pt x="21" y="23"/>
                      <a:pt x="21" y="23"/>
                    </a:cubicBezTo>
                    <a:cubicBezTo>
                      <a:pt x="21" y="24"/>
                      <a:pt x="21" y="26"/>
                      <a:pt x="22" y="27"/>
                    </a:cubicBezTo>
                    <a:cubicBezTo>
                      <a:pt x="26" y="27"/>
                      <a:pt x="26" y="27"/>
                      <a:pt x="26" y="27"/>
                    </a:cubicBezTo>
                    <a:cubicBezTo>
                      <a:pt x="26" y="14"/>
                      <a:pt x="26" y="14"/>
                      <a:pt x="26" y="14"/>
                    </a:cubicBezTo>
                    <a:cubicBezTo>
                      <a:pt x="22" y="14"/>
                      <a:pt x="22" y="14"/>
                      <a:pt x="22" y="14"/>
                    </a:cubicBezTo>
                    <a:cubicBezTo>
                      <a:pt x="21" y="15"/>
                      <a:pt x="21" y="17"/>
                      <a:pt x="21" y="18"/>
                    </a:cubicBezTo>
                    <a:cubicBezTo>
                      <a:pt x="13" y="18"/>
                      <a:pt x="13" y="18"/>
                      <a:pt x="13" y="18"/>
                    </a:cubicBezTo>
                    <a:cubicBezTo>
                      <a:pt x="13" y="6"/>
                      <a:pt x="13" y="6"/>
                      <a:pt x="13" y="6"/>
                    </a:cubicBezTo>
                    <a:cubicBezTo>
                      <a:pt x="24" y="6"/>
                      <a:pt x="24" y="6"/>
                      <a:pt x="24" y="6"/>
                    </a:cubicBezTo>
                    <a:cubicBezTo>
                      <a:pt x="24" y="7"/>
                      <a:pt x="24" y="10"/>
                      <a:pt x="25" y="12"/>
                    </a:cubicBezTo>
                    <a:lnTo>
                      <a:pt x="30"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spTree>
    <p:extLst>
      <p:ext uri="{BB962C8B-B14F-4D97-AF65-F5344CB8AC3E}">
        <p14:creationId xmlns:p14="http://schemas.microsoft.com/office/powerpoint/2010/main" val="2206227448"/>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portada presentador + area + fecha">
    <p:bg>
      <p:bgPr>
        <a:solidFill>
          <a:srgbClr val="231F20"/>
        </a:solidFill>
        <a:effectLst/>
      </p:bgPr>
    </p:bg>
    <p:spTree>
      <p:nvGrpSpPr>
        <p:cNvPr id="1" name=""/>
        <p:cNvGrpSpPr/>
        <p:nvPr/>
      </p:nvGrpSpPr>
      <p:grpSpPr>
        <a:xfrm>
          <a:off x="0" y="0"/>
          <a:ext cx="0" cy="0"/>
          <a:chOff x="0" y="0"/>
          <a:chExt cx="0" cy="0"/>
        </a:xfrm>
      </p:grpSpPr>
      <p:pic>
        <p:nvPicPr>
          <p:cNvPr id="39" name="Imagen 38">
            <a:extLst>
              <a:ext uri="{FF2B5EF4-FFF2-40B4-BE49-F238E27FC236}">
                <a16:creationId xmlns:a16="http://schemas.microsoft.com/office/drawing/2014/main" id="{D16A04AC-9E50-4E85-8667-A28A9ED3D653}"/>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grpSp>
        <p:nvGrpSpPr>
          <p:cNvPr id="69" name="Grupo 68">
            <a:extLst>
              <a:ext uri="{FF2B5EF4-FFF2-40B4-BE49-F238E27FC236}">
                <a16:creationId xmlns:a16="http://schemas.microsoft.com/office/drawing/2014/main" id="{2F9B6D1A-8507-477B-9E86-5056413D6B04}"/>
              </a:ext>
            </a:extLst>
          </p:cNvPr>
          <p:cNvGrpSpPr/>
          <p:nvPr userDrawn="1"/>
        </p:nvGrpSpPr>
        <p:grpSpPr>
          <a:xfrm>
            <a:off x="8611026" y="498906"/>
            <a:ext cx="3283381" cy="718962"/>
            <a:chOff x="457020" y="572789"/>
            <a:chExt cx="4284663" cy="938213"/>
          </a:xfrm>
        </p:grpSpPr>
        <p:grpSp>
          <p:nvGrpSpPr>
            <p:cNvPr id="3" name="Grupo 2">
              <a:extLst>
                <a:ext uri="{FF2B5EF4-FFF2-40B4-BE49-F238E27FC236}">
                  <a16:creationId xmlns:a16="http://schemas.microsoft.com/office/drawing/2014/main" id="{5B1B1506-2EC0-4053-A134-532A6E4C6FC1}"/>
                </a:ext>
              </a:extLst>
            </p:cNvPr>
            <p:cNvGrpSpPr/>
            <p:nvPr userDrawn="1"/>
          </p:nvGrpSpPr>
          <p:grpSpPr>
            <a:xfrm>
              <a:off x="2741433" y="842664"/>
              <a:ext cx="2000250" cy="411162"/>
              <a:chOff x="6094413" y="2516188"/>
              <a:chExt cx="2000250" cy="411162"/>
            </a:xfrm>
          </p:grpSpPr>
          <p:sp>
            <p:nvSpPr>
              <p:cNvPr id="5" name="Freeform 7">
                <a:extLst>
                  <a:ext uri="{FF2B5EF4-FFF2-40B4-BE49-F238E27FC236}">
                    <a16:creationId xmlns:a16="http://schemas.microsoft.com/office/drawing/2014/main" id="{00AB674E-66D6-436A-B13D-36DD6E21DF2F}"/>
                  </a:ext>
                </a:extLst>
              </p:cNvPr>
              <p:cNvSpPr>
                <a:spLocks noEditPoints="1"/>
              </p:cNvSpPr>
              <p:nvPr/>
            </p:nvSpPr>
            <p:spPr bwMode="auto">
              <a:xfrm>
                <a:off x="6494463" y="2516188"/>
                <a:ext cx="1600200" cy="265113"/>
              </a:xfrm>
              <a:custGeom>
                <a:avLst/>
                <a:gdLst>
                  <a:gd name="T0" fmla="*/ 644 w 1008"/>
                  <a:gd name="T1" fmla="*/ 90 h 167"/>
                  <a:gd name="T2" fmla="*/ 644 w 1008"/>
                  <a:gd name="T3" fmla="*/ 39 h 167"/>
                  <a:gd name="T4" fmla="*/ 363 w 1008"/>
                  <a:gd name="T5" fmla="*/ 39 h 167"/>
                  <a:gd name="T6" fmla="*/ 363 w 1008"/>
                  <a:gd name="T7" fmla="*/ 90 h 167"/>
                  <a:gd name="T8" fmla="*/ 644 w 1008"/>
                  <a:gd name="T9" fmla="*/ 90 h 167"/>
                  <a:gd name="T10" fmla="*/ 40 w 1008"/>
                  <a:gd name="T11" fmla="*/ 0 h 167"/>
                  <a:gd name="T12" fmla="*/ 40 w 1008"/>
                  <a:gd name="T13" fmla="*/ 128 h 167"/>
                  <a:gd name="T14" fmla="*/ 323 w 1008"/>
                  <a:gd name="T15" fmla="*/ 128 h 167"/>
                  <a:gd name="T16" fmla="*/ 323 w 1008"/>
                  <a:gd name="T17" fmla="*/ 0 h 167"/>
                  <a:gd name="T18" fmla="*/ 685 w 1008"/>
                  <a:gd name="T19" fmla="*/ 0 h 167"/>
                  <a:gd name="T20" fmla="*/ 685 w 1008"/>
                  <a:gd name="T21" fmla="*/ 129 h 167"/>
                  <a:gd name="T22" fmla="*/ 967 w 1008"/>
                  <a:gd name="T23" fmla="*/ 129 h 167"/>
                  <a:gd name="T24" fmla="*/ 967 w 1008"/>
                  <a:gd name="T25" fmla="*/ 58 h 167"/>
                  <a:gd name="T26" fmla="*/ 1008 w 1008"/>
                  <a:gd name="T27" fmla="*/ 58 h 167"/>
                  <a:gd name="T28" fmla="*/ 1008 w 1008"/>
                  <a:gd name="T29" fmla="*/ 167 h 167"/>
                  <a:gd name="T30" fmla="*/ 644 w 1008"/>
                  <a:gd name="T31" fmla="*/ 167 h 167"/>
                  <a:gd name="T32" fmla="*/ 644 w 1008"/>
                  <a:gd name="T33" fmla="*/ 130 h 167"/>
                  <a:gd name="T34" fmla="*/ 363 w 1008"/>
                  <a:gd name="T35" fmla="*/ 130 h 167"/>
                  <a:gd name="T36" fmla="*/ 363 w 1008"/>
                  <a:gd name="T37" fmla="*/ 167 h 167"/>
                  <a:gd name="T38" fmla="*/ 0 w 1008"/>
                  <a:gd name="T39" fmla="*/ 167 h 167"/>
                  <a:gd name="T40" fmla="*/ 0 w 1008"/>
                  <a:gd name="T41" fmla="*/ 0 h 167"/>
                  <a:gd name="T42" fmla="*/ 40 w 1008"/>
                  <a:gd name="T43" fmla="*/ 0 h 167"/>
                  <a:gd name="T44" fmla="*/ 967 w 1008"/>
                  <a:gd name="T45" fmla="*/ 0 h 167"/>
                  <a:gd name="T46" fmla="*/ 1007 w 1008"/>
                  <a:gd name="T47" fmla="*/ 0 h 167"/>
                  <a:gd name="T48" fmla="*/ 1007 w 1008"/>
                  <a:gd name="T49" fmla="*/ 38 h 167"/>
                  <a:gd name="T50" fmla="*/ 967 w 1008"/>
                  <a:gd name="T51" fmla="*/ 38 h 167"/>
                  <a:gd name="T52" fmla="*/ 967 w 1008"/>
                  <a:gd name="T5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08" h="167">
                    <a:moveTo>
                      <a:pt x="644" y="90"/>
                    </a:moveTo>
                    <a:lnTo>
                      <a:pt x="644" y="39"/>
                    </a:lnTo>
                    <a:lnTo>
                      <a:pt x="363" y="39"/>
                    </a:lnTo>
                    <a:lnTo>
                      <a:pt x="363" y="90"/>
                    </a:lnTo>
                    <a:lnTo>
                      <a:pt x="644" y="90"/>
                    </a:lnTo>
                    <a:close/>
                    <a:moveTo>
                      <a:pt x="40" y="0"/>
                    </a:moveTo>
                    <a:lnTo>
                      <a:pt x="40" y="128"/>
                    </a:lnTo>
                    <a:lnTo>
                      <a:pt x="323" y="128"/>
                    </a:lnTo>
                    <a:lnTo>
                      <a:pt x="323" y="0"/>
                    </a:lnTo>
                    <a:lnTo>
                      <a:pt x="685" y="0"/>
                    </a:lnTo>
                    <a:lnTo>
                      <a:pt x="685" y="129"/>
                    </a:lnTo>
                    <a:lnTo>
                      <a:pt x="967" y="129"/>
                    </a:lnTo>
                    <a:lnTo>
                      <a:pt x="967" y="58"/>
                    </a:lnTo>
                    <a:lnTo>
                      <a:pt x="1008" y="58"/>
                    </a:lnTo>
                    <a:lnTo>
                      <a:pt x="1008" y="167"/>
                    </a:lnTo>
                    <a:lnTo>
                      <a:pt x="644" y="167"/>
                    </a:lnTo>
                    <a:lnTo>
                      <a:pt x="644" y="130"/>
                    </a:lnTo>
                    <a:lnTo>
                      <a:pt x="363" y="130"/>
                    </a:lnTo>
                    <a:lnTo>
                      <a:pt x="363" y="167"/>
                    </a:lnTo>
                    <a:lnTo>
                      <a:pt x="0" y="167"/>
                    </a:lnTo>
                    <a:lnTo>
                      <a:pt x="0" y="0"/>
                    </a:lnTo>
                    <a:lnTo>
                      <a:pt x="40" y="0"/>
                    </a:lnTo>
                    <a:close/>
                    <a:moveTo>
                      <a:pt x="967" y="0"/>
                    </a:moveTo>
                    <a:lnTo>
                      <a:pt x="1007" y="0"/>
                    </a:lnTo>
                    <a:lnTo>
                      <a:pt x="1007" y="38"/>
                    </a:lnTo>
                    <a:lnTo>
                      <a:pt x="967" y="38"/>
                    </a:lnTo>
                    <a:lnTo>
                      <a:pt x="96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 name="Freeform 8">
                <a:extLst>
                  <a:ext uri="{FF2B5EF4-FFF2-40B4-BE49-F238E27FC236}">
                    <a16:creationId xmlns:a16="http://schemas.microsoft.com/office/drawing/2014/main" id="{FBB52E3F-8797-47B9-995C-654FB8398803}"/>
                  </a:ext>
                </a:extLst>
              </p:cNvPr>
              <p:cNvSpPr>
                <a:spLocks/>
              </p:cNvSpPr>
              <p:nvPr/>
            </p:nvSpPr>
            <p:spPr bwMode="auto">
              <a:xfrm>
                <a:off x="6494463" y="2840038"/>
                <a:ext cx="63500" cy="80963"/>
              </a:xfrm>
              <a:custGeom>
                <a:avLst/>
                <a:gdLst>
                  <a:gd name="T0" fmla="*/ 29 w 29"/>
                  <a:gd name="T1" fmla="*/ 0 h 37"/>
                  <a:gd name="T2" fmla="*/ 22 w 29"/>
                  <a:gd name="T3" fmla="*/ 0 h 37"/>
                  <a:gd name="T4" fmla="*/ 22 w 29"/>
                  <a:gd name="T5" fmla="*/ 23 h 37"/>
                  <a:gd name="T6" fmla="*/ 21 w 29"/>
                  <a:gd name="T7" fmla="*/ 28 h 37"/>
                  <a:gd name="T8" fmla="*/ 16 w 29"/>
                  <a:gd name="T9" fmla="*/ 30 h 37"/>
                  <a:gd name="T10" fmla="*/ 10 w 29"/>
                  <a:gd name="T11" fmla="*/ 28 h 37"/>
                  <a:gd name="T12" fmla="*/ 9 w 29"/>
                  <a:gd name="T13" fmla="*/ 23 h 37"/>
                  <a:gd name="T14" fmla="*/ 9 w 29"/>
                  <a:gd name="T15" fmla="*/ 0 h 37"/>
                  <a:gd name="T16" fmla="*/ 0 w 29"/>
                  <a:gd name="T17" fmla="*/ 0 h 37"/>
                  <a:gd name="T18" fmla="*/ 0 w 29"/>
                  <a:gd name="T19" fmla="*/ 23 h 37"/>
                  <a:gd name="T20" fmla="*/ 3 w 29"/>
                  <a:gd name="T21" fmla="*/ 33 h 37"/>
                  <a:gd name="T22" fmla="*/ 15 w 29"/>
                  <a:gd name="T23" fmla="*/ 37 h 37"/>
                  <a:gd name="T24" fmla="*/ 26 w 29"/>
                  <a:gd name="T25" fmla="*/ 34 h 37"/>
                  <a:gd name="T26" fmla="*/ 29 w 29"/>
                  <a:gd name="T27" fmla="*/ 23 h 37"/>
                  <a:gd name="T28" fmla="*/ 29 w 29"/>
                  <a:gd name="T2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37">
                    <a:moveTo>
                      <a:pt x="29" y="0"/>
                    </a:moveTo>
                    <a:cubicBezTo>
                      <a:pt x="22" y="0"/>
                      <a:pt x="22" y="0"/>
                      <a:pt x="22" y="0"/>
                    </a:cubicBezTo>
                    <a:cubicBezTo>
                      <a:pt x="22" y="23"/>
                      <a:pt x="22" y="23"/>
                      <a:pt x="22" y="23"/>
                    </a:cubicBezTo>
                    <a:cubicBezTo>
                      <a:pt x="22" y="26"/>
                      <a:pt x="22" y="27"/>
                      <a:pt x="21" y="28"/>
                    </a:cubicBezTo>
                    <a:cubicBezTo>
                      <a:pt x="20" y="29"/>
                      <a:pt x="18" y="30"/>
                      <a:pt x="16" y="30"/>
                    </a:cubicBezTo>
                    <a:cubicBezTo>
                      <a:pt x="13" y="30"/>
                      <a:pt x="11" y="29"/>
                      <a:pt x="10" y="28"/>
                    </a:cubicBezTo>
                    <a:cubicBezTo>
                      <a:pt x="10" y="27"/>
                      <a:pt x="9" y="26"/>
                      <a:pt x="9" y="23"/>
                    </a:cubicBezTo>
                    <a:cubicBezTo>
                      <a:pt x="9" y="0"/>
                      <a:pt x="9" y="0"/>
                      <a:pt x="9" y="0"/>
                    </a:cubicBezTo>
                    <a:cubicBezTo>
                      <a:pt x="0" y="0"/>
                      <a:pt x="0" y="0"/>
                      <a:pt x="0" y="0"/>
                    </a:cubicBezTo>
                    <a:cubicBezTo>
                      <a:pt x="0" y="23"/>
                      <a:pt x="0" y="23"/>
                      <a:pt x="0" y="23"/>
                    </a:cubicBezTo>
                    <a:cubicBezTo>
                      <a:pt x="0" y="28"/>
                      <a:pt x="1" y="31"/>
                      <a:pt x="3" y="33"/>
                    </a:cubicBezTo>
                    <a:cubicBezTo>
                      <a:pt x="6" y="36"/>
                      <a:pt x="10" y="37"/>
                      <a:pt x="15" y="37"/>
                    </a:cubicBezTo>
                    <a:cubicBezTo>
                      <a:pt x="20" y="37"/>
                      <a:pt x="23" y="36"/>
                      <a:pt x="26" y="34"/>
                    </a:cubicBezTo>
                    <a:cubicBezTo>
                      <a:pt x="28" y="31"/>
                      <a:pt x="29" y="29"/>
                      <a:pt x="29" y="23"/>
                    </a:cubicBezTo>
                    <a:lnTo>
                      <a:pt x="2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 name="Freeform 9">
                <a:extLst>
                  <a:ext uri="{FF2B5EF4-FFF2-40B4-BE49-F238E27FC236}">
                    <a16:creationId xmlns:a16="http://schemas.microsoft.com/office/drawing/2014/main" id="{74BC918B-F22A-420B-BDB7-1346B1EF8873}"/>
                  </a:ext>
                </a:extLst>
              </p:cNvPr>
              <p:cNvSpPr>
                <a:spLocks/>
              </p:cNvSpPr>
              <p:nvPr/>
            </p:nvSpPr>
            <p:spPr bwMode="auto">
              <a:xfrm>
                <a:off x="6572250" y="2840038"/>
                <a:ext cx="60325" cy="77788"/>
              </a:xfrm>
              <a:custGeom>
                <a:avLst/>
                <a:gdLst>
                  <a:gd name="T0" fmla="*/ 28 w 28"/>
                  <a:gd name="T1" fmla="*/ 0 h 36"/>
                  <a:gd name="T2" fmla="*/ 22 w 28"/>
                  <a:gd name="T3" fmla="*/ 0 h 36"/>
                  <a:gd name="T4" fmla="*/ 22 w 28"/>
                  <a:gd name="T5" fmla="*/ 19 h 36"/>
                  <a:gd name="T6" fmla="*/ 22 w 28"/>
                  <a:gd name="T7" fmla="*/ 21 h 36"/>
                  <a:gd name="T8" fmla="*/ 9 w 28"/>
                  <a:gd name="T9" fmla="*/ 0 h 36"/>
                  <a:gd name="T10" fmla="*/ 0 w 28"/>
                  <a:gd name="T11" fmla="*/ 0 h 36"/>
                  <a:gd name="T12" fmla="*/ 0 w 28"/>
                  <a:gd name="T13" fmla="*/ 36 h 36"/>
                  <a:gd name="T14" fmla="*/ 7 w 28"/>
                  <a:gd name="T15" fmla="*/ 36 h 36"/>
                  <a:gd name="T16" fmla="*/ 7 w 28"/>
                  <a:gd name="T17" fmla="*/ 15 h 36"/>
                  <a:gd name="T18" fmla="*/ 7 w 28"/>
                  <a:gd name="T19" fmla="*/ 13 h 36"/>
                  <a:gd name="T20" fmla="*/ 6 w 28"/>
                  <a:gd name="T21" fmla="*/ 12 h 36"/>
                  <a:gd name="T22" fmla="*/ 21 w 28"/>
                  <a:gd name="T23" fmla="*/ 36 h 36"/>
                  <a:gd name="T24" fmla="*/ 28 w 28"/>
                  <a:gd name="T25" fmla="*/ 36 h 36"/>
                  <a:gd name="T26" fmla="*/ 28 w 28"/>
                  <a:gd name="T2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6">
                    <a:moveTo>
                      <a:pt x="28" y="0"/>
                    </a:moveTo>
                    <a:cubicBezTo>
                      <a:pt x="22" y="0"/>
                      <a:pt x="22" y="0"/>
                      <a:pt x="22" y="0"/>
                    </a:cubicBezTo>
                    <a:cubicBezTo>
                      <a:pt x="22" y="19"/>
                      <a:pt x="22" y="19"/>
                      <a:pt x="22" y="19"/>
                    </a:cubicBezTo>
                    <a:cubicBezTo>
                      <a:pt x="22" y="20"/>
                      <a:pt x="22" y="20"/>
                      <a:pt x="22" y="21"/>
                    </a:cubicBezTo>
                    <a:cubicBezTo>
                      <a:pt x="9" y="0"/>
                      <a:pt x="9" y="0"/>
                      <a:pt x="9" y="0"/>
                    </a:cubicBezTo>
                    <a:cubicBezTo>
                      <a:pt x="0" y="0"/>
                      <a:pt x="0" y="0"/>
                      <a:pt x="0" y="0"/>
                    </a:cubicBezTo>
                    <a:cubicBezTo>
                      <a:pt x="0" y="36"/>
                      <a:pt x="0" y="36"/>
                      <a:pt x="0" y="36"/>
                    </a:cubicBezTo>
                    <a:cubicBezTo>
                      <a:pt x="7" y="36"/>
                      <a:pt x="7" y="36"/>
                      <a:pt x="7" y="36"/>
                    </a:cubicBezTo>
                    <a:cubicBezTo>
                      <a:pt x="7" y="15"/>
                      <a:pt x="7" y="15"/>
                      <a:pt x="7" y="15"/>
                    </a:cubicBezTo>
                    <a:cubicBezTo>
                      <a:pt x="7" y="13"/>
                      <a:pt x="7" y="13"/>
                      <a:pt x="7" y="13"/>
                    </a:cubicBezTo>
                    <a:cubicBezTo>
                      <a:pt x="6" y="12"/>
                      <a:pt x="6" y="12"/>
                      <a:pt x="6" y="12"/>
                    </a:cubicBezTo>
                    <a:cubicBezTo>
                      <a:pt x="21" y="36"/>
                      <a:pt x="21" y="36"/>
                      <a:pt x="21" y="36"/>
                    </a:cubicBezTo>
                    <a:cubicBezTo>
                      <a:pt x="28" y="36"/>
                      <a:pt x="28" y="36"/>
                      <a:pt x="28" y="36"/>
                    </a:cubicBezTo>
                    <a:lnTo>
                      <a:pt x="2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8" name="Rectangle 10">
                <a:extLst>
                  <a:ext uri="{FF2B5EF4-FFF2-40B4-BE49-F238E27FC236}">
                    <a16:creationId xmlns:a16="http://schemas.microsoft.com/office/drawing/2014/main" id="{A9BE61AF-6C04-4308-BE87-8020DE6B899F}"/>
                  </a:ext>
                </a:extLst>
              </p:cNvPr>
              <p:cNvSpPr>
                <a:spLocks noChangeArrowheads="1"/>
              </p:cNvSpPr>
              <p:nvPr/>
            </p:nvSpPr>
            <p:spPr bwMode="auto">
              <a:xfrm>
                <a:off x="6648450" y="2840038"/>
                <a:ext cx="19050" cy="77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9" name="Freeform 11">
                <a:extLst>
                  <a:ext uri="{FF2B5EF4-FFF2-40B4-BE49-F238E27FC236}">
                    <a16:creationId xmlns:a16="http://schemas.microsoft.com/office/drawing/2014/main" id="{6FD1E2D2-3349-4435-A01A-3DB1D7641A10}"/>
                  </a:ext>
                </a:extLst>
              </p:cNvPr>
              <p:cNvSpPr>
                <a:spLocks/>
              </p:cNvSpPr>
              <p:nvPr/>
            </p:nvSpPr>
            <p:spPr bwMode="auto">
              <a:xfrm>
                <a:off x="6673850" y="2840038"/>
                <a:ext cx="68263" cy="77788"/>
              </a:xfrm>
              <a:custGeom>
                <a:avLst/>
                <a:gdLst>
                  <a:gd name="T0" fmla="*/ 43 w 43"/>
                  <a:gd name="T1" fmla="*/ 0 h 49"/>
                  <a:gd name="T2" fmla="*/ 33 w 43"/>
                  <a:gd name="T3" fmla="*/ 0 h 49"/>
                  <a:gd name="T4" fmla="*/ 24 w 43"/>
                  <a:gd name="T5" fmla="*/ 36 h 49"/>
                  <a:gd name="T6" fmla="*/ 13 w 43"/>
                  <a:gd name="T7" fmla="*/ 0 h 49"/>
                  <a:gd name="T8" fmla="*/ 0 w 43"/>
                  <a:gd name="T9" fmla="*/ 0 h 49"/>
                  <a:gd name="T10" fmla="*/ 15 w 43"/>
                  <a:gd name="T11" fmla="*/ 49 h 49"/>
                  <a:gd name="T12" fmla="*/ 28 w 43"/>
                  <a:gd name="T13" fmla="*/ 49 h 49"/>
                  <a:gd name="T14" fmla="*/ 43 w 43"/>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9">
                    <a:moveTo>
                      <a:pt x="43" y="0"/>
                    </a:moveTo>
                    <a:lnTo>
                      <a:pt x="33" y="0"/>
                    </a:lnTo>
                    <a:lnTo>
                      <a:pt x="24" y="36"/>
                    </a:lnTo>
                    <a:lnTo>
                      <a:pt x="13" y="0"/>
                    </a:lnTo>
                    <a:lnTo>
                      <a:pt x="0" y="0"/>
                    </a:lnTo>
                    <a:lnTo>
                      <a:pt x="15" y="49"/>
                    </a:lnTo>
                    <a:lnTo>
                      <a:pt x="28" y="49"/>
                    </a:lnTo>
                    <a:lnTo>
                      <a:pt x="4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 name="Freeform 12">
                <a:extLst>
                  <a:ext uri="{FF2B5EF4-FFF2-40B4-BE49-F238E27FC236}">
                    <a16:creationId xmlns:a16="http://schemas.microsoft.com/office/drawing/2014/main" id="{495CCA5A-0454-416A-A3D7-5EC73A67AE96}"/>
                  </a:ext>
                </a:extLst>
              </p:cNvPr>
              <p:cNvSpPr>
                <a:spLocks/>
              </p:cNvSpPr>
              <p:nvPr/>
            </p:nvSpPr>
            <p:spPr bwMode="auto">
              <a:xfrm>
                <a:off x="6750050" y="2840038"/>
                <a:ext cx="57150" cy="77788"/>
              </a:xfrm>
              <a:custGeom>
                <a:avLst/>
                <a:gdLst>
                  <a:gd name="T0" fmla="*/ 36 w 36"/>
                  <a:gd name="T1" fmla="*/ 10 h 49"/>
                  <a:gd name="T2" fmla="*/ 36 w 36"/>
                  <a:gd name="T3" fmla="*/ 0 h 49"/>
                  <a:gd name="T4" fmla="*/ 0 w 36"/>
                  <a:gd name="T5" fmla="*/ 0 h 49"/>
                  <a:gd name="T6" fmla="*/ 0 w 36"/>
                  <a:gd name="T7" fmla="*/ 49 h 49"/>
                  <a:gd name="T8" fmla="*/ 36 w 36"/>
                  <a:gd name="T9" fmla="*/ 49 h 49"/>
                  <a:gd name="T10" fmla="*/ 36 w 36"/>
                  <a:gd name="T11" fmla="*/ 40 h 49"/>
                  <a:gd name="T12" fmla="*/ 11 w 36"/>
                  <a:gd name="T13" fmla="*/ 40 h 49"/>
                  <a:gd name="T14" fmla="*/ 11 w 36"/>
                  <a:gd name="T15" fmla="*/ 29 h 49"/>
                  <a:gd name="T16" fmla="*/ 30 w 36"/>
                  <a:gd name="T17" fmla="*/ 29 h 49"/>
                  <a:gd name="T18" fmla="*/ 30 w 36"/>
                  <a:gd name="T19" fmla="*/ 19 h 49"/>
                  <a:gd name="T20" fmla="*/ 11 w 36"/>
                  <a:gd name="T21" fmla="*/ 19 h 49"/>
                  <a:gd name="T22" fmla="*/ 11 w 36"/>
                  <a:gd name="T23" fmla="*/ 10 h 49"/>
                  <a:gd name="T24" fmla="*/ 36 w 36"/>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49">
                    <a:moveTo>
                      <a:pt x="36" y="10"/>
                    </a:moveTo>
                    <a:lnTo>
                      <a:pt x="36" y="0"/>
                    </a:lnTo>
                    <a:lnTo>
                      <a:pt x="0" y="0"/>
                    </a:lnTo>
                    <a:lnTo>
                      <a:pt x="0" y="49"/>
                    </a:lnTo>
                    <a:lnTo>
                      <a:pt x="36" y="49"/>
                    </a:lnTo>
                    <a:lnTo>
                      <a:pt x="36" y="40"/>
                    </a:lnTo>
                    <a:lnTo>
                      <a:pt x="11" y="40"/>
                    </a:lnTo>
                    <a:lnTo>
                      <a:pt x="11" y="29"/>
                    </a:lnTo>
                    <a:lnTo>
                      <a:pt x="30" y="29"/>
                    </a:lnTo>
                    <a:lnTo>
                      <a:pt x="30" y="19"/>
                    </a:lnTo>
                    <a:lnTo>
                      <a:pt x="11" y="19"/>
                    </a:lnTo>
                    <a:lnTo>
                      <a:pt x="11" y="10"/>
                    </a:lnTo>
                    <a:lnTo>
                      <a:pt x="36"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 name="Freeform 13">
                <a:extLst>
                  <a:ext uri="{FF2B5EF4-FFF2-40B4-BE49-F238E27FC236}">
                    <a16:creationId xmlns:a16="http://schemas.microsoft.com/office/drawing/2014/main" id="{E2D04B9C-8C21-492D-8B72-349703DFE023}"/>
                  </a:ext>
                </a:extLst>
              </p:cNvPr>
              <p:cNvSpPr>
                <a:spLocks noEditPoints="1"/>
              </p:cNvSpPr>
              <p:nvPr/>
            </p:nvSpPr>
            <p:spPr bwMode="auto">
              <a:xfrm>
                <a:off x="6816725" y="2840038"/>
                <a:ext cx="65088" cy="77788"/>
              </a:xfrm>
              <a:custGeom>
                <a:avLst/>
                <a:gdLst>
                  <a:gd name="T0" fmla="*/ 8 w 30"/>
                  <a:gd name="T1" fmla="*/ 22 h 36"/>
                  <a:gd name="T2" fmla="*/ 15 w 30"/>
                  <a:gd name="T3" fmla="*/ 22 h 36"/>
                  <a:gd name="T4" fmla="*/ 20 w 30"/>
                  <a:gd name="T5" fmla="*/ 36 h 36"/>
                  <a:gd name="T6" fmla="*/ 30 w 30"/>
                  <a:gd name="T7" fmla="*/ 36 h 36"/>
                  <a:gd name="T8" fmla="*/ 23 w 30"/>
                  <a:gd name="T9" fmla="*/ 20 h 36"/>
                  <a:gd name="T10" fmla="*/ 26 w 30"/>
                  <a:gd name="T11" fmla="*/ 18 h 36"/>
                  <a:gd name="T12" fmla="*/ 29 w 30"/>
                  <a:gd name="T13" fmla="*/ 11 h 36"/>
                  <a:gd name="T14" fmla="*/ 25 w 30"/>
                  <a:gd name="T15" fmla="*/ 2 h 36"/>
                  <a:gd name="T16" fmla="*/ 16 w 30"/>
                  <a:gd name="T17" fmla="*/ 0 h 36"/>
                  <a:gd name="T18" fmla="*/ 0 w 30"/>
                  <a:gd name="T19" fmla="*/ 0 h 36"/>
                  <a:gd name="T20" fmla="*/ 0 w 30"/>
                  <a:gd name="T21" fmla="*/ 36 h 36"/>
                  <a:gd name="T22" fmla="*/ 8 w 30"/>
                  <a:gd name="T23" fmla="*/ 36 h 36"/>
                  <a:gd name="T24" fmla="*/ 8 w 30"/>
                  <a:gd name="T25" fmla="*/ 22 h 36"/>
                  <a:gd name="T26" fmla="*/ 8 w 30"/>
                  <a:gd name="T27" fmla="*/ 6 h 36"/>
                  <a:gd name="T28" fmla="*/ 13 w 30"/>
                  <a:gd name="T29" fmla="*/ 6 h 36"/>
                  <a:gd name="T30" fmla="*/ 19 w 30"/>
                  <a:gd name="T31" fmla="*/ 7 h 36"/>
                  <a:gd name="T32" fmla="*/ 20 w 30"/>
                  <a:gd name="T33" fmla="*/ 11 h 36"/>
                  <a:gd name="T34" fmla="*/ 18 w 30"/>
                  <a:gd name="T35" fmla="*/ 15 h 36"/>
                  <a:gd name="T36" fmla="*/ 14 w 30"/>
                  <a:gd name="T37" fmla="*/ 16 h 36"/>
                  <a:gd name="T38" fmla="*/ 8 w 30"/>
                  <a:gd name="T39" fmla="*/ 16 h 36"/>
                  <a:gd name="T40" fmla="*/ 8 w 30"/>
                  <a:gd name="T41"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6">
                    <a:moveTo>
                      <a:pt x="8" y="22"/>
                    </a:moveTo>
                    <a:cubicBezTo>
                      <a:pt x="15" y="22"/>
                      <a:pt x="15" y="22"/>
                      <a:pt x="15" y="22"/>
                    </a:cubicBezTo>
                    <a:cubicBezTo>
                      <a:pt x="20" y="36"/>
                      <a:pt x="20" y="36"/>
                      <a:pt x="20" y="36"/>
                    </a:cubicBezTo>
                    <a:cubicBezTo>
                      <a:pt x="30" y="36"/>
                      <a:pt x="30" y="36"/>
                      <a:pt x="30" y="36"/>
                    </a:cubicBezTo>
                    <a:cubicBezTo>
                      <a:pt x="23" y="20"/>
                      <a:pt x="23" y="20"/>
                      <a:pt x="23" y="20"/>
                    </a:cubicBezTo>
                    <a:cubicBezTo>
                      <a:pt x="25" y="19"/>
                      <a:pt x="25" y="19"/>
                      <a:pt x="26" y="18"/>
                    </a:cubicBezTo>
                    <a:cubicBezTo>
                      <a:pt x="28" y="16"/>
                      <a:pt x="29" y="14"/>
                      <a:pt x="29" y="11"/>
                    </a:cubicBezTo>
                    <a:cubicBezTo>
                      <a:pt x="29" y="8"/>
                      <a:pt x="28" y="4"/>
                      <a:pt x="25" y="2"/>
                    </a:cubicBezTo>
                    <a:cubicBezTo>
                      <a:pt x="23" y="1"/>
                      <a:pt x="21" y="0"/>
                      <a:pt x="16" y="0"/>
                    </a:cubicBezTo>
                    <a:cubicBezTo>
                      <a:pt x="0" y="0"/>
                      <a:pt x="0" y="0"/>
                      <a:pt x="0" y="0"/>
                    </a:cubicBezTo>
                    <a:cubicBezTo>
                      <a:pt x="0" y="36"/>
                      <a:pt x="0" y="36"/>
                      <a:pt x="0" y="36"/>
                    </a:cubicBezTo>
                    <a:cubicBezTo>
                      <a:pt x="8" y="36"/>
                      <a:pt x="8" y="36"/>
                      <a:pt x="8" y="36"/>
                    </a:cubicBezTo>
                    <a:lnTo>
                      <a:pt x="8" y="22"/>
                    </a:lnTo>
                    <a:close/>
                    <a:moveTo>
                      <a:pt x="8" y="6"/>
                    </a:moveTo>
                    <a:cubicBezTo>
                      <a:pt x="13" y="6"/>
                      <a:pt x="13" y="6"/>
                      <a:pt x="13" y="6"/>
                    </a:cubicBezTo>
                    <a:cubicBezTo>
                      <a:pt x="17" y="6"/>
                      <a:pt x="18" y="6"/>
                      <a:pt x="19" y="7"/>
                    </a:cubicBezTo>
                    <a:cubicBezTo>
                      <a:pt x="20" y="8"/>
                      <a:pt x="20" y="10"/>
                      <a:pt x="20" y="11"/>
                    </a:cubicBezTo>
                    <a:cubicBezTo>
                      <a:pt x="20" y="12"/>
                      <a:pt x="19" y="14"/>
                      <a:pt x="18" y="15"/>
                    </a:cubicBezTo>
                    <a:cubicBezTo>
                      <a:pt x="17" y="16"/>
                      <a:pt x="17" y="16"/>
                      <a:pt x="14" y="16"/>
                    </a:cubicBezTo>
                    <a:cubicBezTo>
                      <a:pt x="8" y="16"/>
                      <a:pt x="8" y="16"/>
                      <a:pt x="8" y="16"/>
                    </a:cubicBezTo>
                    <a:lnTo>
                      <a:pt x="8"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 name="Freeform 14">
                <a:extLst>
                  <a:ext uri="{FF2B5EF4-FFF2-40B4-BE49-F238E27FC236}">
                    <a16:creationId xmlns:a16="http://schemas.microsoft.com/office/drawing/2014/main" id="{DBD0D204-18FA-48AC-9F15-1B17807F63B2}"/>
                  </a:ext>
                </a:extLst>
              </p:cNvPr>
              <p:cNvSpPr>
                <a:spLocks/>
              </p:cNvSpPr>
              <p:nvPr/>
            </p:nvSpPr>
            <p:spPr bwMode="auto">
              <a:xfrm>
                <a:off x="6886575" y="2838450"/>
                <a:ext cx="65088" cy="82550"/>
              </a:xfrm>
              <a:custGeom>
                <a:avLst/>
                <a:gdLst>
                  <a:gd name="T0" fmla="*/ 29 w 30"/>
                  <a:gd name="T1" fmla="*/ 9 h 38"/>
                  <a:gd name="T2" fmla="*/ 25 w 30"/>
                  <a:gd name="T3" fmla="*/ 3 h 38"/>
                  <a:gd name="T4" fmla="*/ 15 w 30"/>
                  <a:gd name="T5" fmla="*/ 0 h 38"/>
                  <a:gd name="T6" fmla="*/ 6 w 30"/>
                  <a:gd name="T7" fmla="*/ 3 h 38"/>
                  <a:gd name="T8" fmla="*/ 2 w 30"/>
                  <a:gd name="T9" fmla="*/ 12 h 38"/>
                  <a:gd name="T10" fmla="*/ 6 w 30"/>
                  <a:gd name="T11" fmla="*/ 20 h 38"/>
                  <a:gd name="T12" fmla="*/ 15 w 30"/>
                  <a:gd name="T13" fmla="*/ 23 h 38"/>
                  <a:gd name="T14" fmla="*/ 21 w 30"/>
                  <a:gd name="T15" fmla="*/ 27 h 38"/>
                  <a:gd name="T16" fmla="*/ 15 w 30"/>
                  <a:gd name="T17" fmla="*/ 31 h 38"/>
                  <a:gd name="T18" fmla="*/ 8 w 30"/>
                  <a:gd name="T19" fmla="*/ 26 h 38"/>
                  <a:gd name="T20" fmla="*/ 0 w 30"/>
                  <a:gd name="T21" fmla="*/ 28 h 38"/>
                  <a:gd name="T22" fmla="*/ 4 w 30"/>
                  <a:gd name="T23" fmla="*/ 35 h 38"/>
                  <a:gd name="T24" fmla="*/ 15 w 30"/>
                  <a:gd name="T25" fmla="*/ 38 h 38"/>
                  <a:gd name="T26" fmla="*/ 25 w 30"/>
                  <a:gd name="T27" fmla="*/ 36 h 38"/>
                  <a:gd name="T28" fmla="*/ 30 w 30"/>
                  <a:gd name="T29" fmla="*/ 26 h 38"/>
                  <a:gd name="T30" fmla="*/ 25 w 30"/>
                  <a:gd name="T31" fmla="*/ 17 h 38"/>
                  <a:gd name="T32" fmla="*/ 16 w 30"/>
                  <a:gd name="T33" fmla="*/ 14 h 38"/>
                  <a:gd name="T34" fmla="*/ 10 w 30"/>
                  <a:gd name="T35" fmla="*/ 10 h 38"/>
                  <a:gd name="T36" fmla="*/ 15 w 30"/>
                  <a:gd name="T37" fmla="*/ 7 h 38"/>
                  <a:gd name="T38" fmla="*/ 22 w 30"/>
                  <a:gd name="T39" fmla="*/ 11 h 38"/>
                  <a:gd name="T40" fmla="*/ 29 w 30"/>
                  <a:gd name="T41" fmla="*/ 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8">
                    <a:moveTo>
                      <a:pt x="29" y="9"/>
                    </a:moveTo>
                    <a:cubicBezTo>
                      <a:pt x="28" y="6"/>
                      <a:pt x="27" y="5"/>
                      <a:pt x="25" y="3"/>
                    </a:cubicBezTo>
                    <a:cubicBezTo>
                      <a:pt x="22" y="1"/>
                      <a:pt x="19" y="0"/>
                      <a:pt x="15" y="0"/>
                    </a:cubicBezTo>
                    <a:cubicBezTo>
                      <a:pt x="11" y="0"/>
                      <a:pt x="8" y="1"/>
                      <a:pt x="6" y="3"/>
                    </a:cubicBezTo>
                    <a:cubicBezTo>
                      <a:pt x="3" y="6"/>
                      <a:pt x="2" y="9"/>
                      <a:pt x="2" y="12"/>
                    </a:cubicBezTo>
                    <a:cubicBezTo>
                      <a:pt x="2" y="16"/>
                      <a:pt x="4" y="19"/>
                      <a:pt x="6" y="20"/>
                    </a:cubicBezTo>
                    <a:cubicBezTo>
                      <a:pt x="8" y="21"/>
                      <a:pt x="11" y="22"/>
                      <a:pt x="15" y="23"/>
                    </a:cubicBezTo>
                    <a:cubicBezTo>
                      <a:pt x="20" y="24"/>
                      <a:pt x="21" y="25"/>
                      <a:pt x="21" y="27"/>
                    </a:cubicBezTo>
                    <a:cubicBezTo>
                      <a:pt x="21" y="30"/>
                      <a:pt x="19" y="31"/>
                      <a:pt x="15" y="31"/>
                    </a:cubicBezTo>
                    <a:cubicBezTo>
                      <a:pt x="11" y="31"/>
                      <a:pt x="9" y="30"/>
                      <a:pt x="8" y="26"/>
                    </a:cubicBezTo>
                    <a:cubicBezTo>
                      <a:pt x="0" y="28"/>
                      <a:pt x="0" y="28"/>
                      <a:pt x="0" y="28"/>
                    </a:cubicBezTo>
                    <a:cubicBezTo>
                      <a:pt x="1" y="31"/>
                      <a:pt x="2" y="33"/>
                      <a:pt x="4" y="35"/>
                    </a:cubicBezTo>
                    <a:cubicBezTo>
                      <a:pt x="7" y="37"/>
                      <a:pt x="11" y="38"/>
                      <a:pt x="15" y="38"/>
                    </a:cubicBezTo>
                    <a:cubicBezTo>
                      <a:pt x="19" y="38"/>
                      <a:pt x="22" y="37"/>
                      <a:pt x="25" y="36"/>
                    </a:cubicBezTo>
                    <a:cubicBezTo>
                      <a:pt x="28" y="33"/>
                      <a:pt x="30" y="30"/>
                      <a:pt x="30" y="26"/>
                    </a:cubicBezTo>
                    <a:cubicBezTo>
                      <a:pt x="30" y="22"/>
                      <a:pt x="28" y="19"/>
                      <a:pt x="25" y="17"/>
                    </a:cubicBezTo>
                    <a:cubicBezTo>
                      <a:pt x="24" y="16"/>
                      <a:pt x="21" y="15"/>
                      <a:pt x="16" y="14"/>
                    </a:cubicBezTo>
                    <a:cubicBezTo>
                      <a:pt x="12" y="13"/>
                      <a:pt x="10" y="12"/>
                      <a:pt x="10" y="10"/>
                    </a:cubicBezTo>
                    <a:cubicBezTo>
                      <a:pt x="10" y="8"/>
                      <a:pt x="12" y="7"/>
                      <a:pt x="15" y="7"/>
                    </a:cubicBezTo>
                    <a:cubicBezTo>
                      <a:pt x="19" y="7"/>
                      <a:pt x="20" y="8"/>
                      <a:pt x="22" y="11"/>
                    </a:cubicBezTo>
                    <a:lnTo>
                      <a:pt x="29" y="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 name="Rectangle 15">
                <a:extLst>
                  <a:ext uri="{FF2B5EF4-FFF2-40B4-BE49-F238E27FC236}">
                    <a16:creationId xmlns:a16="http://schemas.microsoft.com/office/drawing/2014/main" id="{48BB0663-10C4-45D6-912B-BE33D011AC34}"/>
                  </a:ext>
                </a:extLst>
              </p:cNvPr>
              <p:cNvSpPr>
                <a:spLocks noChangeArrowheads="1"/>
              </p:cNvSpPr>
              <p:nvPr/>
            </p:nvSpPr>
            <p:spPr bwMode="auto">
              <a:xfrm>
                <a:off x="6964363" y="2840038"/>
                <a:ext cx="17463" cy="77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 name="Freeform 16">
                <a:extLst>
                  <a:ext uri="{FF2B5EF4-FFF2-40B4-BE49-F238E27FC236}">
                    <a16:creationId xmlns:a16="http://schemas.microsoft.com/office/drawing/2014/main" id="{B28D2408-4EEE-4C83-ADBE-3D4A72B98616}"/>
                  </a:ext>
                </a:extLst>
              </p:cNvPr>
              <p:cNvSpPr>
                <a:spLocks noEditPoints="1"/>
              </p:cNvSpPr>
              <p:nvPr/>
            </p:nvSpPr>
            <p:spPr bwMode="auto">
              <a:xfrm>
                <a:off x="6997700"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1 w 30"/>
                  <a:gd name="T13" fmla="*/ 0 h 36"/>
                  <a:gd name="T14" fmla="*/ 0 w 30"/>
                  <a:gd name="T15" fmla="*/ 0 h 36"/>
                  <a:gd name="T16" fmla="*/ 9 w 30"/>
                  <a:gd name="T17" fmla="*/ 7 h 36"/>
                  <a:gd name="T18" fmla="*/ 12 w 30"/>
                  <a:gd name="T19" fmla="*/ 7 h 36"/>
                  <a:gd name="T20" fmla="*/ 19 w 30"/>
                  <a:gd name="T21" fmla="*/ 10 h 36"/>
                  <a:gd name="T22" fmla="*/ 21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8" y="0"/>
                      <a:pt x="11" y="0"/>
                    </a:cubicBezTo>
                    <a:lnTo>
                      <a:pt x="0" y="0"/>
                    </a:lnTo>
                    <a:close/>
                    <a:moveTo>
                      <a:pt x="9" y="7"/>
                    </a:moveTo>
                    <a:cubicBezTo>
                      <a:pt x="12" y="7"/>
                      <a:pt x="12" y="7"/>
                      <a:pt x="12" y="7"/>
                    </a:cubicBezTo>
                    <a:cubicBezTo>
                      <a:pt x="15" y="7"/>
                      <a:pt x="17" y="7"/>
                      <a:pt x="19" y="10"/>
                    </a:cubicBezTo>
                    <a:cubicBezTo>
                      <a:pt x="20" y="12"/>
                      <a:pt x="21" y="15"/>
                      <a:pt x="21" y="18"/>
                    </a:cubicBezTo>
                    <a:cubicBezTo>
                      <a:pt x="21" y="21"/>
                      <a:pt x="20" y="24"/>
                      <a:pt x="19" y="27"/>
                    </a:cubicBezTo>
                    <a:cubicBezTo>
                      <a:pt x="17" y="29"/>
                      <a:pt x="15" y="30"/>
                      <a:pt x="12" y="30"/>
                    </a:cubicBezTo>
                    <a:cubicBezTo>
                      <a:pt x="9" y="30"/>
                      <a:pt x="9" y="30"/>
                      <a:pt x="9" y="30"/>
                    </a:cubicBezTo>
                    <a:lnTo>
                      <a:pt x="9"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 name="Freeform 17">
                <a:extLst>
                  <a:ext uri="{FF2B5EF4-FFF2-40B4-BE49-F238E27FC236}">
                    <a16:creationId xmlns:a16="http://schemas.microsoft.com/office/drawing/2014/main" id="{31C7D52E-07E4-4314-A0B8-4CA66ECA5DB2}"/>
                  </a:ext>
                </a:extLst>
              </p:cNvPr>
              <p:cNvSpPr>
                <a:spLocks noEditPoints="1"/>
              </p:cNvSpPr>
              <p:nvPr/>
            </p:nvSpPr>
            <p:spPr bwMode="auto">
              <a:xfrm>
                <a:off x="7065963" y="2840038"/>
                <a:ext cx="71438" cy="77788"/>
              </a:xfrm>
              <a:custGeom>
                <a:avLst/>
                <a:gdLst>
                  <a:gd name="T0" fmla="*/ 30 w 45"/>
                  <a:gd name="T1" fmla="*/ 0 h 49"/>
                  <a:gd name="T2" fmla="*/ 17 w 45"/>
                  <a:gd name="T3" fmla="*/ 0 h 49"/>
                  <a:gd name="T4" fmla="*/ 0 w 45"/>
                  <a:gd name="T5" fmla="*/ 49 h 49"/>
                  <a:gd name="T6" fmla="*/ 11 w 45"/>
                  <a:gd name="T7" fmla="*/ 49 h 49"/>
                  <a:gd name="T8" fmla="*/ 14 w 45"/>
                  <a:gd name="T9" fmla="*/ 40 h 49"/>
                  <a:gd name="T10" fmla="*/ 30 w 45"/>
                  <a:gd name="T11" fmla="*/ 40 h 49"/>
                  <a:gd name="T12" fmla="*/ 33 w 45"/>
                  <a:gd name="T13" fmla="*/ 49 h 49"/>
                  <a:gd name="T14" fmla="*/ 45 w 45"/>
                  <a:gd name="T15" fmla="*/ 49 h 49"/>
                  <a:gd name="T16" fmla="*/ 30 w 45"/>
                  <a:gd name="T17" fmla="*/ 0 h 49"/>
                  <a:gd name="T18" fmla="*/ 17 w 45"/>
                  <a:gd name="T19" fmla="*/ 30 h 49"/>
                  <a:gd name="T20" fmla="*/ 22 w 45"/>
                  <a:gd name="T21" fmla="*/ 12 h 49"/>
                  <a:gd name="T22" fmla="*/ 28 w 45"/>
                  <a:gd name="T23" fmla="*/ 30 h 49"/>
                  <a:gd name="T24" fmla="*/ 17 w 45"/>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9">
                    <a:moveTo>
                      <a:pt x="30" y="0"/>
                    </a:moveTo>
                    <a:lnTo>
                      <a:pt x="17" y="0"/>
                    </a:lnTo>
                    <a:lnTo>
                      <a:pt x="0" y="49"/>
                    </a:lnTo>
                    <a:lnTo>
                      <a:pt x="11" y="49"/>
                    </a:lnTo>
                    <a:lnTo>
                      <a:pt x="14" y="40"/>
                    </a:lnTo>
                    <a:lnTo>
                      <a:pt x="30" y="40"/>
                    </a:lnTo>
                    <a:lnTo>
                      <a:pt x="33" y="49"/>
                    </a:lnTo>
                    <a:lnTo>
                      <a:pt x="45" y="49"/>
                    </a:lnTo>
                    <a:lnTo>
                      <a:pt x="30" y="0"/>
                    </a:lnTo>
                    <a:close/>
                    <a:moveTo>
                      <a:pt x="17" y="30"/>
                    </a:moveTo>
                    <a:lnTo>
                      <a:pt x="22" y="12"/>
                    </a:lnTo>
                    <a:lnTo>
                      <a:pt x="28" y="30"/>
                    </a:lnTo>
                    <a:lnTo>
                      <a:pt x="17" y="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 name="Freeform 18">
                <a:extLst>
                  <a:ext uri="{FF2B5EF4-FFF2-40B4-BE49-F238E27FC236}">
                    <a16:creationId xmlns:a16="http://schemas.microsoft.com/office/drawing/2014/main" id="{6D787CB0-73F5-4DFB-AD79-ECC561AAE44C}"/>
                  </a:ext>
                </a:extLst>
              </p:cNvPr>
              <p:cNvSpPr>
                <a:spLocks noEditPoints="1"/>
              </p:cNvSpPr>
              <p:nvPr/>
            </p:nvSpPr>
            <p:spPr bwMode="auto">
              <a:xfrm>
                <a:off x="7146925" y="2840038"/>
                <a:ext cx="65088" cy="77788"/>
              </a:xfrm>
              <a:custGeom>
                <a:avLst/>
                <a:gdLst>
                  <a:gd name="T0" fmla="*/ 0 w 30"/>
                  <a:gd name="T1" fmla="*/ 0 h 36"/>
                  <a:gd name="T2" fmla="*/ 0 w 30"/>
                  <a:gd name="T3" fmla="*/ 36 h 36"/>
                  <a:gd name="T4" fmla="*/ 13 w 30"/>
                  <a:gd name="T5" fmla="*/ 36 h 36"/>
                  <a:gd name="T6" fmla="*/ 25 w 30"/>
                  <a:gd name="T7" fmla="*/ 31 h 36"/>
                  <a:gd name="T8" fmla="*/ 30 w 30"/>
                  <a:gd name="T9" fmla="*/ 18 h 36"/>
                  <a:gd name="T10" fmla="*/ 25 w 30"/>
                  <a:gd name="T11" fmla="*/ 5 h 36"/>
                  <a:gd name="T12" fmla="*/ 11 w 30"/>
                  <a:gd name="T13" fmla="*/ 0 h 36"/>
                  <a:gd name="T14" fmla="*/ 0 w 30"/>
                  <a:gd name="T15" fmla="*/ 0 h 36"/>
                  <a:gd name="T16" fmla="*/ 8 w 30"/>
                  <a:gd name="T17" fmla="*/ 7 h 36"/>
                  <a:gd name="T18" fmla="*/ 12 w 30"/>
                  <a:gd name="T19" fmla="*/ 7 h 36"/>
                  <a:gd name="T20" fmla="*/ 19 w 30"/>
                  <a:gd name="T21" fmla="*/ 10 h 36"/>
                  <a:gd name="T22" fmla="*/ 21 w 30"/>
                  <a:gd name="T23" fmla="*/ 18 h 36"/>
                  <a:gd name="T24" fmla="*/ 18 w 30"/>
                  <a:gd name="T25" fmla="*/ 27 h 36"/>
                  <a:gd name="T26" fmla="*/ 12 w 30"/>
                  <a:gd name="T27" fmla="*/ 30 h 36"/>
                  <a:gd name="T28" fmla="*/ 8 w 30"/>
                  <a:gd name="T29" fmla="*/ 30 h 36"/>
                  <a:gd name="T30" fmla="*/ 8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2" y="35"/>
                      <a:pt x="25" y="31"/>
                    </a:cubicBezTo>
                    <a:cubicBezTo>
                      <a:pt x="28" y="28"/>
                      <a:pt x="30" y="23"/>
                      <a:pt x="30" y="18"/>
                    </a:cubicBezTo>
                    <a:cubicBezTo>
                      <a:pt x="30" y="13"/>
                      <a:pt x="28" y="8"/>
                      <a:pt x="25" y="5"/>
                    </a:cubicBezTo>
                    <a:cubicBezTo>
                      <a:pt x="22" y="1"/>
                      <a:pt x="18" y="0"/>
                      <a:pt x="11" y="0"/>
                    </a:cubicBezTo>
                    <a:lnTo>
                      <a:pt x="0" y="0"/>
                    </a:lnTo>
                    <a:close/>
                    <a:moveTo>
                      <a:pt x="8" y="7"/>
                    </a:moveTo>
                    <a:cubicBezTo>
                      <a:pt x="12" y="7"/>
                      <a:pt x="12" y="7"/>
                      <a:pt x="12" y="7"/>
                    </a:cubicBezTo>
                    <a:cubicBezTo>
                      <a:pt x="15" y="7"/>
                      <a:pt x="17" y="7"/>
                      <a:pt x="19" y="10"/>
                    </a:cubicBezTo>
                    <a:cubicBezTo>
                      <a:pt x="20" y="12"/>
                      <a:pt x="21" y="15"/>
                      <a:pt x="21" y="18"/>
                    </a:cubicBezTo>
                    <a:cubicBezTo>
                      <a:pt x="21" y="21"/>
                      <a:pt x="20" y="24"/>
                      <a:pt x="18" y="27"/>
                    </a:cubicBezTo>
                    <a:cubicBezTo>
                      <a:pt x="17" y="29"/>
                      <a:pt x="15" y="30"/>
                      <a:pt x="12" y="30"/>
                    </a:cubicBezTo>
                    <a:cubicBezTo>
                      <a:pt x="8" y="30"/>
                      <a:pt x="8" y="30"/>
                      <a:pt x="8" y="30"/>
                    </a:cubicBezTo>
                    <a:lnTo>
                      <a:pt x="8"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7" name="Freeform 19">
                <a:extLst>
                  <a:ext uri="{FF2B5EF4-FFF2-40B4-BE49-F238E27FC236}">
                    <a16:creationId xmlns:a16="http://schemas.microsoft.com/office/drawing/2014/main" id="{73FD8662-F547-4290-8A3C-5C067AB2792C}"/>
                  </a:ext>
                </a:extLst>
              </p:cNvPr>
              <p:cNvSpPr>
                <a:spLocks noEditPoints="1"/>
              </p:cNvSpPr>
              <p:nvPr/>
            </p:nvSpPr>
            <p:spPr bwMode="auto">
              <a:xfrm>
                <a:off x="7246938" y="2840038"/>
                <a:ext cx="68263" cy="77788"/>
              </a:xfrm>
              <a:custGeom>
                <a:avLst/>
                <a:gdLst>
                  <a:gd name="T0" fmla="*/ 28 w 43"/>
                  <a:gd name="T1" fmla="*/ 0 h 49"/>
                  <a:gd name="T2" fmla="*/ 15 w 43"/>
                  <a:gd name="T3" fmla="*/ 0 h 49"/>
                  <a:gd name="T4" fmla="*/ 0 w 43"/>
                  <a:gd name="T5" fmla="*/ 49 h 49"/>
                  <a:gd name="T6" fmla="*/ 9 w 43"/>
                  <a:gd name="T7" fmla="*/ 49 h 49"/>
                  <a:gd name="T8" fmla="*/ 12 w 43"/>
                  <a:gd name="T9" fmla="*/ 40 h 49"/>
                  <a:gd name="T10" fmla="*/ 28 w 43"/>
                  <a:gd name="T11" fmla="*/ 40 h 49"/>
                  <a:gd name="T12" fmla="*/ 31 w 43"/>
                  <a:gd name="T13" fmla="*/ 49 h 49"/>
                  <a:gd name="T14" fmla="*/ 43 w 43"/>
                  <a:gd name="T15" fmla="*/ 49 h 49"/>
                  <a:gd name="T16" fmla="*/ 28 w 43"/>
                  <a:gd name="T17" fmla="*/ 0 h 49"/>
                  <a:gd name="T18" fmla="*/ 15 w 43"/>
                  <a:gd name="T19" fmla="*/ 30 h 49"/>
                  <a:gd name="T20" fmla="*/ 20 w 43"/>
                  <a:gd name="T21" fmla="*/ 12 h 49"/>
                  <a:gd name="T22" fmla="*/ 25 w 43"/>
                  <a:gd name="T23" fmla="*/ 30 h 49"/>
                  <a:gd name="T24" fmla="*/ 15 w 43"/>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9">
                    <a:moveTo>
                      <a:pt x="28" y="0"/>
                    </a:moveTo>
                    <a:lnTo>
                      <a:pt x="15" y="0"/>
                    </a:lnTo>
                    <a:lnTo>
                      <a:pt x="0" y="49"/>
                    </a:lnTo>
                    <a:lnTo>
                      <a:pt x="9" y="49"/>
                    </a:lnTo>
                    <a:lnTo>
                      <a:pt x="12" y="40"/>
                    </a:lnTo>
                    <a:lnTo>
                      <a:pt x="28" y="40"/>
                    </a:lnTo>
                    <a:lnTo>
                      <a:pt x="31" y="49"/>
                    </a:lnTo>
                    <a:lnTo>
                      <a:pt x="43" y="49"/>
                    </a:lnTo>
                    <a:lnTo>
                      <a:pt x="28" y="0"/>
                    </a:lnTo>
                    <a:close/>
                    <a:moveTo>
                      <a:pt x="15" y="30"/>
                    </a:moveTo>
                    <a:lnTo>
                      <a:pt x="20" y="12"/>
                    </a:lnTo>
                    <a:lnTo>
                      <a:pt x="25" y="30"/>
                    </a:lnTo>
                    <a:lnTo>
                      <a:pt x="15" y="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8" name="Freeform 20">
                <a:extLst>
                  <a:ext uri="{FF2B5EF4-FFF2-40B4-BE49-F238E27FC236}">
                    <a16:creationId xmlns:a16="http://schemas.microsoft.com/office/drawing/2014/main" id="{484DFFA0-7F13-4C12-82D4-9AA17E5FCCB8}"/>
                  </a:ext>
                </a:extLst>
              </p:cNvPr>
              <p:cNvSpPr>
                <a:spLocks noEditPoints="1"/>
              </p:cNvSpPr>
              <p:nvPr/>
            </p:nvSpPr>
            <p:spPr bwMode="auto">
              <a:xfrm>
                <a:off x="7324725"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2 w 30"/>
                  <a:gd name="T13" fmla="*/ 0 h 36"/>
                  <a:gd name="T14" fmla="*/ 0 w 30"/>
                  <a:gd name="T15" fmla="*/ 0 h 36"/>
                  <a:gd name="T16" fmla="*/ 9 w 30"/>
                  <a:gd name="T17" fmla="*/ 7 h 36"/>
                  <a:gd name="T18" fmla="*/ 12 w 30"/>
                  <a:gd name="T19" fmla="*/ 7 h 36"/>
                  <a:gd name="T20" fmla="*/ 19 w 30"/>
                  <a:gd name="T21" fmla="*/ 10 h 36"/>
                  <a:gd name="T22" fmla="*/ 22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9" y="0"/>
                      <a:pt x="12" y="0"/>
                    </a:cubicBezTo>
                    <a:lnTo>
                      <a:pt x="0" y="0"/>
                    </a:lnTo>
                    <a:close/>
                    <a:moveTo>
                      <a:pt x="9" y="7"/>
                    </a:moveTo>
                    <a:cubicBezTo>
                      <a:pt x="12" y="7"/>
                      <a:pt x="12" y="7"/>
                      <a:pt x="12" y="7"/>
                    </a:cubicBezTo>
                    <a:cubicBezTo>
                      <a:pt x="15" y="7"/>
                      <a:pt x="17" y="7"/>
                      <a:pt x="19" y="10"/>
                    </a:cubicBezTo>
                    <a:cubicBezTo>
                      <a:pt x="21" y="12"/>
                      <a:pt x="22" y="15"/>
                      <a:pt x="22" y="18"/>
                    </a:cubicBezTo>
                    <a:cubicBezTo>
                      <a:pt x="22" y="21"/>
                      <a:pt x="21" y="24"/>
                      <a:pt x="19" y="27"/>
                    </a:cubicBezTo>
                    <a:cubicBezTo>
                      <a:pt x="17" y="29"/>
                      <a:pt x="15" y="30"/>
                      <a:pt x="12" y="30"/>
                    </a:cubicBezTo>
                    <a:cubicBezTo>
                      <a:pt x="9" y="30"/>
                      <a:pt x="9" y="30"/>
                      <a:pt x="9" y="30"/>
                    </a:cubicBezTo>
                    <a:lnTo>
                      <a:pt x="9"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9" name="Freeform 21">
                <a:extLst>
                  <a:ext uri="{FF2B5EF4-FFF2-40B4-BE49-F238E27FC236}">
                    <a16:creationId xmlns:a16="http://schemas.microsoft.com/office/drawing/2014/main" id="{B9DD2D4B-05A6-4261-868B-9FBCDA8CB83D}"/>
                  </a:ext>
                </a:extLst>
              </p:cNvPr>
              <p:cNvSpPr>
                <a:spLocks noEditPoints="1"/>
              </p:cNvSpPr>
              <p:nvPr/>
            </p:nvSpPr>
            <p:spPr bwMode="auto">
              <a:xfrm>
                <a:off x="7397750"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6 w 31"/>
                  <a:gd name="T19" fmla="*/ 7 h 38"/>
                  <a:gd name="T20" fmla="*/ 21 w 31"/>
                  <a:gd name="T21" fmla="*/ 10 h 38"/>
                  <a:gd name="T22" fmla="*/ 22 w 31"/>
                  <a:gd name="T23" fmla="*/ 19 h 38"/>
                  <a:gd name="T24" fmla="*/ 16 w 31"/>
                  <a:gd name="T25" fmla="*/ 31 h 38"/>
                  <a:gd name="T26" fmla="*/ 9 w 31"/>
                  <a:gd name="T27" fmla="*/ 19 h 38"/>
                  <a:gd name="T28" fmla="*/ 16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2" y="9"/>
                      <a:pt x="0" y="14"/>
                      <a:pt x="0" y="19"/>
                    </a:cubicBezTo>
                    <a:cubicBezTo>
                      <a:pt x="0" y="24"/>
                      <a:pt x="2" y="29"/>
                      <a:pt x="4" y="33"/>
                    </a:cubicBezTo>
                    <a:cubicBezTo>
                      <a:pt x="7" y="36"/>
                      <a:pt x="11" y="38"/>
                      <a:pt x="15" y="38"/>
                    </a:cubicBezTo>
                    <a:cubicBezTo>
                      <a:pt x="20" y="38"/>
                      <a:pt x="25" y="36"/>
                      <a:pt x="27" y="33"/>
                    </a:cubicBezTo>
                    <a:cubicBezTo>
                      <a:pt x="30" y="29"/>
                      <a:pt x="31" y="24"/>
                      <a:pt x="31" y="19"/>
                    </a:cubicBezTo>
                    <a:cubicBezTo>
                      <a:pt x="31" y="14"/>
                      <a:pt x="30" y="9"/>
                      <a:pt x="27" y="6"/>
                    </a:cubicBezTo>
                    <a:cubicBezTo>
                      <a:pt x="25" y="2"/>
                      <a:pt x="21" y="0"/>
                      <a:pt x="16" y="0"/>
                    </a:cubicBezTo>
                    <a:moveTo>
                      <a:pt x="16" y="7"/>
                    </a:moveTo>
                    <a:cubicBezTo>
                      <a:pt x="18" y="7"/>
                      <a:pt x="20" y="8"/>
                      <a:pt x="21" y="10"/>
                    </a:cubicBezTo>
                    <a:cubicBezTo>
                      <a:pt x="22" y="12"/>
                      <a:pt x="22" y="15"/>
                      <a:pt x="22" y="19"/>
                    </a:cubicBezTo>
                    <a:cubicBezTo>
                      <a:pt x="22" y="27"/>
                      <a:pt x="20" y="31"/>
                      <a:pt x="16" y="31"/>
                    </a:cubicBezTo>
                    <a:cubicBezTo>
                      <a:pt x="11" y="31"/>
                      <a:pt x="9" y="27"/>
                      <a:pt x="9" y="19"/>
                    </a:cubicBezTo>
                    <a:cubicBezTo>
                      <a:pt x="9" y="11"/>
                      <a:pt x="11" y="7"/>
                      <a:pt x="16" y="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0" name="Freeform 22">
                <a:extLst>
                  <a:ext uri="{FF2B5EF4-FFF2-40B4-BE49-F238E27FC236}">
                    <a16:creationId xmlns:a16="http://schemas.microsoft.com/office/drawing/2014/main" id="{D74FEA35-DE1B-4CB3-8CF0-28ABD4FF88B7}"/>
                  </a:ext>
                </a:extLst>
              </p:cNvPr>
              <p:cNvSpPr>
                <a:spLocks/>
              </p:cNvSpPr>
              <p:nvPr/>
            </p:nvSpPr>
            <p:spPr bwMode="auto">
              <a:xfrm>
                <a:off x="7478713" y="2840038"/>
                <a:ext cx="49213" cy="77788"/>
              </a:xfrm>
              <a:custGeom>
                <a:avLst/>
                <a:gdLst>
                  <a:gd name="T0" fmla="*/ 10 w 31"/>
                  <a:gd name="T1" fmla="*/ 40 h 49"/>
                  <a:gd name="T2" fmla="*/ 10 w 31"/>
                  <a:gd name="T3" fmla="*/ 0 h 49"/>
                  <a:gd name="T4" fmla="*/ 0 w 31"/>
                  <a:gd name="T5" fmla="*/ 0 h 49"/>
                  <a:gd name="T6" fmla="*/ 0 w 31"/>
                  <a:gd name="T7" fmla="*/ 49 h 49"/>
                  <a:gd name="T8" fmla="*/ 31 w 31"/>
                  <a:gd name="T9" fmla="*/ 49 h 49"/>
                  <a:gd name="T10" fmla="*/ 31 w 31"/>
                  <a:gd name="T11" fmla="*/ 40 h 49"/>
                  <a:gd name="T12" fmla="*/ 10 w 31"/>
                  <a:gd name="T13" fmla="*/ 40 h 49"/>
                </a:gdLst>
                <a:ahLst/>
                <a:cxnLst>
                  <a:cxn ang="0">
                    <a:pos x="T0" y="T1"/>
                  </a:cxn>
                  <a:cxn ang="0">
                    <a:pos x="T2" y="T3"/>
                  </a:cxn>
                  <a:cxn ang="0">
                    <a:pos x="T4" y="T5"/>
                  </a:cxn>
                  <a:cxn ang="0">
                    <a:pos x="T6" y="T7"/>
                  </a:cxn>
                  <a:cxn ang="0">
                    <a:pos x="T8" y="T9"/>
                  </a:cxn>
                  <a:cxn ang="0">
                    <a:pos x="T10" y="T11"/>
                  </a:cxn>
                  <a:cxn ang="0">
                    <a:pos x="T12" y="T13"/>
                  </a:cxn>
                </a:cxnLst>
                <a:rect l="0" t="0" r="r" b="b"/>
                <a:pathLst>
                  <a:path w="31" h="49">
                    <a:moveTo>
                      <a:pt x="10" y="40"/>
                    </a:moveTo>
                    <a:lnTo>
                      <a:pt x="10" y="0"/>
                    </a:lnTo>
                    <a:lnTo>
                      <a:pt x="0" y="0"/>
                    </a:lnTo>
                    <a:lnTo>
                      <a:pt x="0" y="49"/>
                    </a:lnTo>
                    <a:lnTo>
                      <a:pt x="31" y="49"/>
                    </a:lnTo>
                    <a:lnTo>
                      <a:pt x="31" y="40"/>
                    </a:lnTo>
                    <a:lnTo>
                      <a:pt x="10" y="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1" name="Freeform 23">
                <a:extLst>
                  <a:ext uri="{FF2B5EF4-FFF2-40B4-BE49-F238E27FC236}">
                    <a16:creationId xmlns:a16="http://schemas.microsoft.com/office/drawing/2014/main" id="{87B5FFC7-045A-4A0A-A362-C5A1F307D29B}"/>
                  </a:ext>
                </a:extLst>
              </p:cNvPr>
              <p:cNvSpPr>
                <a:spLocks/>
              </p:cNvSpPr>
              <p:nvPr/>
            </p:nvSpPr>
            <p:spPr bwMode="auto">
              <a:xfrm>
                <a:off x="7535863" y="2840038"/>
                <a:ext cx="57150" cy="77788"/>
              </a:xfrm>
              <a:custGeom>
                <a:avLst/>
                <a:gdLst>
                  <a:gd name="T0" fmla="*/ 36 w 36"/>
                  <a:gd name="T1" fmla="*/ 10 h 49"/>
                  <a:gd name="T2" fmla="*/ 36 w 36"/>
                  <a:gd name="T3" fmla="*/ 0 h 49"/>
                  <a:gd name="T4" fmla="*/ 0 w 36"/>
                  <a:gd name="T5" fmla="*/ 0 h 49"/>
                  <a:gd name="T6" fmla="*/ 0 w 36"/>
                  <a:gd name="T7" fmla="*/ 49 h 49"/>
                  <a:gd name="T8" fmla="*/ 13 w 36"/>
                  <a:gd name="T9" fmla="*/ 49 h 49"/>
                  <a:gd name="T10" fmla="*/ 13 w 36"/>
                  <a:gd name="T11" fmla="*/ 30 h 49"/>
                  <a:gd name="T12" fmla="*/ 32 w 36"/>
                  <a:gd name="T13" fmla="*/ 30 h 49"/>
                  <a:gd name="T14" fmla="*/ 32 w 36"/>
                  <a:gd name="T15" fmla="*/ 21 h 49"/>
                  <a:gd name="T16" fmla="*/ 13 w 36"/>
                  <a:gd name="T17" fmla="*/ 21 h 49"/>
                  <a:gd name="T18" fmla="*/ 13 w 36"/>
                  <a:gd name="T19" fmla="*/ 10 h 49"/>
                  <a:gd name="T20" fmla="*/ 36 w 36"/>
                  <a:gd name="T21"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49">
                    <a:moveTo>
                      <a:pt x="36" y="10"/>
                    </a:moveTo>
                    <a:lnTo>
                      <a:pt x="36" y="0"/>
                    </a:lnTo>
                    <a:lnTo>
                      <a:pt x="0" y="0"/>
                    </a:lnTo>
                    <a:lnTo>
                      <a:pt x="0" y="49"/>
                    </a:lnTo>
                    <a:lnTo>
                      <a:pt x="13" y="49"/>
                    </a:lnTo>
                    <a:lnTo>
                      <a:pt x="13" y="30"/>
                    </a:lnTo>
                    <a:lnTo>
                      <a:pt x="32" y="30"/>
                    </a:lnTo>
                    <a:lnTo>
                      <a:pt x="32" y="21"/>
                    </a:lnTo>
                    <a:lnTo>
                      <a:pt x="13" y="21"/>
                    </a:lnTo>
                    <a:lnTo>
                      <a:pt x="13" y="10"/>
                    </a:lnTo>
                    <a:lnTo>
                      <a:pt x="36"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2" name="Freeform 24">
                <a:extLst>
                  <a:ext uri="{FF2B5EF4-FFF2-40B4-BE49-F238E27FC236}">
                    <a16:creationId xmlns:a16="http://schemas.microsoft.com/office/drawing/2014/main" id="{C2251D1F-7E3B-4EBA-B510-2DE52B6DC8AC}"/>
                  </a:ext>
                </a:extLst>
              </p:cNvPr>
              <p:cNvSpPr>
                <a:spLocks noEditPoints="1"/>
              </p:cNvSpPr>
              <p:nvPr/>
            </p:nvSpPr>
            <p:spPr bwMode="auto">
              <a:xfrm>
                <a:off x="7599363"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5 w 31"/>
                  <a:gd name="T19" fmla="*/ 7 h 38"/>
                  <a:gd name="T20" fmla="*/ 21 w 31"/>
                  <a:gd name="T21" fmla="*/ 10 h 38"/>
                  <a:gd name="T22" fmla="*/ 22 w 31"/>
                  <a:gd name="T23" fmla="*/ 19 h 38"/>
                  <a:gd name="T24" fmla="*/ 15 w 31"/>
                  <a:gd name="T25" fmla="*/ 31 h 38"/>
                  <a:gd name="T26" fmla="*/ 9 w 31"/>
                  <a:gd name="T27" fmla="*/ 19 h 38"/>
                  <a:gd name="T28" fmla="*/ 15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1" y="9"/>
                      <a:pt x="0" y="14"/>
                      <a:pt x="0" y="19"/>
                    </a:cubicBezTo>
                    <a:cubicBezTo>
                      <a:pt x="0" y="24"/>
                      <a:pt x="1" y="29"/>
                      <a:pt x="4" y="33"/>
                    </a:cubicBezTo>
                    <a:cubicBezTo>
                      <a:pt x="7" y="36"/>
                      <a:pt x="11" y="38"/>
                      <a:pt x="15" y="38"/>
                    </a:cubicBezTo>
                    <a:cubicBezTo>
                      <a:pt x="20" y="38"/>
                      <a:pt x="24" y="36"/>
                      <a:pt x="27" y="33"/>
                    </a:cubicBezTo>
                    <a:cubicBezTo>
                      <a:pt x="29" y="29"/>
                      <a:pt x="31" y="24"/>
                      <a:pt x="31" y="19"/>
                    </a:cubicBezTo>
                    <a:cubicBezTo>
                      <a:pt x="31" y="14"/>
                      <a:pt x="30" y="9"/>
                      <a:pt x="27" y="6"/>
                    </a:cubicBezTo>
                    <a:cubicBezTo>
                      <a:pt x="24" y="2"/>
                      <a:pt x="20" y="0"/>
                      <a:pt x="16" y="0"/>
                    </a:cubicBezTo>
                    <a:moveTo>
                      <a:pt x="15" y="7"/>
                    </a:moveTo>
                    <a:cubicBezTo>
                      <a:pt x="18" y="7"/>
                      <a:pt x="19" y="8"/>
                      <a:pt x="21" y="10"/>
                    </a:cubicBezTo>
                    <a:cubicBezTo>
                      <a:pt x="22" y="12"/>
                      <a:pt x="22" y="15"/>
                      <a:pt x="22" y="19"/>
                    </a:cubicBezTo>
                    <a:cubicBezTo>
                      <a:pt x="22" y="27"/>
                      <a:pt x="20" y="31"/>
                      <a:pt x="15" y="31"/>
                    </a:cubicBezTo>
                    <a:cubicBezTo>
                      <a:pt x="11" y="31"/>
                      <a:pt x="9" y="27"/>
                      <a:pt x="9" y="19"/>
                    </a:cubicBezTo>
                    <a:cubicBezTo>
                      <a:pt x="9" y="11"/>
                      <a:pt x="11" y="7"/>
                      <a:pt x="15" y="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3" name="Rectangle 25">
                <a:extLst>
                  <a:ext uri="{FF2B5EF4-FFF2-40B4-BE49-F238E27FC236}">
                    <a16:creationId xmlns:a16="http://schemas.microsoft.com/office/drawing/2014/main" id="{4A100956-1D90-49BA-AA8E-7B4E926EF9D9}"/>
                  </a:ext>
                </a:extLst>
              </p:cNvPr>
              <p:cNvSpPr>
                <a:spLocks noChangeArrowheads="1"/>
              </p:cNvSpPr>
              <p:nvPr/>
            </p:nvSpPr>
            <p:spPr bwMode="auto">
              <a:xfrm>
                <a:off x="7707313" y="2840038"/>
                <a:ext cx="19050" cy="77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4" name="Freeform 26">
                <a:extLst>
                  <a:ext uri="{FF2B5EF4-FFF2-40B4-BE49-F238E27FC236}">
                    <a16:creationId xmlns:a16="http://schemas.microsoft.com/office/drawing/2014/main" id="{77382A0C-191D-4EF2-881C-78BEEA641AEE}"/>
                  </a:ext>
                </a:extLst>
              </p:cNvPr>
              <p:cNvSpPr>
                <a:spLocks noEditPoints="1"/>
              </p:cNvSpPr>
              <p:nvPr/>
            </p:nvSpPr>
            <p:spPr bwMode="auto">
              <a:xfrm>
                <a:off x="7742238" y="2840038"/>
                <a:ext cx="65088" cy="77788"/>
              </a:xfrm>
              <a:custGeom>
                <a:avLst/>
                <a:gdLst>
                  <a:gd name="T0" fmla="*/ 0 w 30"/>
                  <a:gd name="T1" fmla="*/ 0 h 36"/>
                  <a:gd name="T2" fmla="*/ 0 w 30"/>
                  <a:gd name="T3" fmla="*/ 36 h 36"/>
                  <a:gd name="T4" fmla="*/ 17 w 30"/>
                  <a:gd name="T5" fmla="*/ 36 h 36"/>
                  <a:gd name="T6" fmla="*/ 27 w 30"/>
                  <a:gd name="T7" fmla="*/ 34 h 36"/>
                  <a:gd name="T8" fmla="*/ 30 w 30"/>
                  <a:gd name="T9" fmla="*/ 26 h 36"/>
                  <a:gd name="T10" fmla="*/ 27 w 30"/>
                  <a:gd name="T11" fmla="*/ 20 h 36"/>
                  <a:gd name="T12" fmla="*/ 23 w 30"/>
                  <a:gd name="T13" fmla="*/ 17 h 36"/>
                  <a:gd name="T14" fmla="*/ 29 w 30"/>
                  <a:gd name="T15" fmla="*/ 9 h 36"/>
                  <a:gd name="T16" fmla="*/ 26 w 30"/>
                  <a:gd name="T17" fmla="*/ 2 h 36"/>
                  <a:gd name="T18" fmla="*/ 17 w 30"/>
                  <a:gd name="T19" fmla="*/ 0 h 36"/>
                  <a:gd name="T20" fmla="*/ 0 w 30"/>
                  <a:gd name="T21" fmla="*/ 0 h 36"/>
                  <a:gd name="T22" fmla="*/ 9 w 30"/>
                  <a:gd name="T23" fmla="*/ 6 h 36"/>
                  <a:gd name="T24" fmla="*/ 14 w 30"/>
                  <a:gd name="T25" fmla="*/ 6 h 36"/>
                  <a:gd name="T26" fmla="*/ 19 w 30"/>
                  <a:gd name="T27" fmla="*/ 7 h 36"/>
                  <a:gd name="T28" fmla="*/ 20 w 30"/>
                  <a:gd name="T29" fmla="*/ 10 h 36"/>
                  <a:gd name="T30" fmla="*/ 19 w 30"/>
                  <a:gd name="T31" fmla="*/ 13 h 36"/>
                  <a:gd name="T32" fmla="*/ 15 w 30"/>
                  <a:gd name="T33" fmla="*/ 14 h 36"/>
                  <a:gd name="T34" fmla="*/ 9 w 30"/>
                  <a:gd name="T35" fmla="*/ 14 h 36"/>
                  <a:gd name="T36" fmla="*/ 9 w 30"/>
                  <a:gd name="T37" fmla="*/ 6 h 36"/>
                  <a:gd name="T38" fmla="*/ 9 w 30"/>
                  <a:gd name="T39" fmla="*/ 21 h 36"/>
                  <a:gd name="T40" fmla="*/ 16 w 30"/>
                  <a:gd name="T41" fmla="*/ 21 h 36"/>
                  <a:gd name="T42" fmla="*/ 21 w 30"/>
                  <a:gd name="T43" fmla="*/ 25 h 36"/>
                  <a:gd name="T44" fmla="*/ 19 w 30"/>
                  <a:gd name="T45" fmla="*/ 29 h 36"/>
                  <a:gd name="T46" fmla="*/ 15 w 30"/>
                  <a:gd name="T47" fmla="*/ 30 h 36"/>
                  <a:gd name="T48" fmla="*/ 9 w 30"/>
                  <a:gd name="T49" fmla="*/ 30 h 36"/>
                  <a:gd name="T50" fmla="*/ 9 w 30"/>
                  <a:gd name="T51"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 h="36">
                    <a:moveTo>
                      <a:pt x="0" y="0"/>
                    </a:moveTo>
                    <a:cubicBezTo>
                      <a:pt x="0" y="36"/>
                      <a:pt x="0" y="36"/>
                      <a:pt x="0" y="36"/>
                    </a:cubicBezTo>
                    <a:cubicBezTo>
                      <a:pt x="17" y="36"/>
                      <a:pt x="17" y="36"/>
                      <a:pt x="17" y="36"/>
                    </a:cubicBezTo>
                    <a:cubicBezTo>
                      <a:pt x="22" y="36"/>
                      <a:pt x="25" y="36"/>
                      <a:pt x="27" y="34"/>
                    </a:cubicBezTo>
                    <a:cubicBezTo>
                      <a:pt x="29" y="32"/>
                      <a:pt x="30" y="29"/>
                      <a:pt x="30" y="26"/>
                    </a:cubicBezTo>
                    <a:cubicBezTo>
                      <a:pt x="30" y="24"/>
                      <a:pt x="29" y="21"/>
                      <a:pt x="27" y="20"/>
                    </a:cubicBezTo>
                    <a:cubicBezTo>
                      <a:pt x="26" y="18"/>
                      <a:pt x="25" y="18"/>
                      <a:pt x="23" y="17"/>
                    </a:cubicBezTo>
                    <a:cubicBezTo>
                      <a:pt x="27" y="16"/>
                      <a:pt x="29" y="13"/>
                      <a:pt x="29" y="9"/>
                    </a:cubicBezTo>
                    <a:cubicBezTo>
                      <a:pt x="29" y="6"/>
                      <a:pt x="28" y="4"/>
                      <a:pt x="26" y="2"/>
                    </a:cubicBezTo>
                    <a:cubicBezTo>
                      <a:pt x="24" y="0"/>
                      <a:pt x="21" y="0"/>
                      <a:pt x="17" y="0"/>
                    </a:cubicBezTo>
                    <a:lnTo>
                      <a:pt x="0" y="0"/>
                    </a:lnTo>
                    <a:close/>
                    <a:moveTo>
                      <a:pt x="9" y="6"/>
                    </a:moveTo>
                    <a:cubicBezTo>
                      <a:pt x="14" y="6"/>
                      <a:pt x="14" y="6"/>
                      <a:pt x="14" y="6"/>
                    </a:cubicBezTo>
                    <a:cubicBezTo>
                      <a:pt x="18" y="6"/>
                      <a:pt x="18" y="6"/>
                      <a:pt x="19" y="7"/>
                    </a:cubicBezTo>
                    <a:cubicBezTo>
                      <a:pt x="20" y="8"/>
                      <a:pt x="20" y="9"/>
                      <a:pt x="20" y="10"/>
                    </a:cubicBezTo>
                    <a:cubicBezTo>
                      <a:pt x="20" y="12"/>
                      <a:pt x="20" y="13"/>
                      <a:pt x="19" y="13"/>
                    </a:cubicBezTo>
                    <a:cubicBezTo>
                      <a:pt x="18" y="14"/>
                      <a:pt x="17" y="14"/>
                      <a:pt x="15" y="14"/>
                    </a:cubicBezTo>
                    <a:cubicBezTo>
                      <a:pt x="9" y="14"/>
                      <a:pt x="9" y="14"/>
                      <a:pt x="9" y="14"/>
                    </a:cubicBezTo>
                    <a:lnTo>
                      <a:pt x="9" y="6"/>
                    </a:lnTo>
                    <a:close/>
                    <a:moveTo>
                      <a:pt x="9" y="21"/>
                    </a:moveTo>
                    <a:cubicBezTo>
                      <a:pt x="16" y="21"/>
                      <a:pt x="16" y="21"/>
                      <a:pt x="16" y="21"/>
                    </a:cubicBezTo>
                    <a:cubicBezTo>
                      <a:pt x="19" y="21"/>
                      <a:pt x="21" y="22"/>
                      <a:pt x="21" y="25"/>
                    </a:cubicBezTo>
                    <a:cubicBezTo>
                      <a:pt x="21" y="27"/>
                      <a:pt x="20" y="28"/>
                      <a:pt x="19" y="29"/>
                    </a:cubicBezTo>
                    <a:cubicBezTo>
                      <a:pt x="18" y="29"/>
                      <a:pt x="17" y="30"/>
                      <a:pt x="15" y="30"/>
                    </a:cubicBezTo>
                    <a:cubicBezTo>
                      <a:pt x="9" y="30"/>
                      <a:pt x="9" y="30"/>
                      <a:pt x="9" y="30"/>
                    </a:cubicBezTo>
                    <a:lnTo>
                      <a:pt x="9" y="2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5" name="Freeform 27">
                <a:extLst>
                  <a:ext uri="{FF2B5EF4-FFF2-40B4-BE49-F238E27FC236}">
                    <a16:creationId xmlns:a16="http://schemas.microsoft.com/office/drawing/2014/main" id="{4EF5BC1E-DBC1-40E9-988F-A168296DCB25}"/>
                  </a:ext>
                </a:extLst>
              </p:cNvPr>
              <p:cNvSpPr>
                <a:spLocks noEditPoints="1"/>
              </p:cNvSpPr>
              <p:nvPr/>
            </p:nvSpPr>
            <p:spPr bwMode="auto">
              <a:xfrm>
                <a:off x="7812088" y="2814638"/>
                <a:ext cx="71438" cy="103188"/>
              </a:xfrm>
              <a:custGeom>
                <a:avLst/>
                <a:gdLst>
                  <a:gd name="T0" fmla="*/ 30 w 45"/>
                  <a:gd name="T1" fmla="*/ 16 h 65"/>
                  <a:gd name="T2" fmla="*/ 16 w 45"/>
                  <a:gd name="T3" fmla="*/ 16 h 65"/>
                  <a:gd name="T4" fmla="*/ 0 w 45"/>
                  <a:gd name="T5" fmla="*/ 65 h 65"/>
                  <a:gd name="T6" fmla="*/ 9 w 45"/>
                  <a:gd name="T7" fmla="*/ 65 h 65"/>
                  <a:gd name="T8" fmla="*/ 13 w 45"/>
                  <a:gd name="T9" fmla="*/ 56 h 65"/>
                  <a:gd name="T10" fmla="*/ 30 w 45"/>
                  <a:gd name="T11" fmla="*/ 56 h 65"/>
                  <a:gd name="T12" fmla="*/ 32 w 45"/>
                  <a:gd name="T13" fmla="*/ 65 h 65"/>
                  <a:gd name="T14" fmla="*/ 45 w 45"/>
                  <a:gd name="T15" fmla="*/ 65 h 65"/>
                  <a:gd name="T16" fmla="*/ 30 w 45"/>
                  <a:gd name="T17" fmla="*/ 16 h 65"/>
                  <a:gd name="T18" fmla="*/ 16 w 45"/>
                  <a:gd name="T19" fmla="*/ 46 h 65"/>
                  <a:gd name="T20" fmla="*/ 21 w 45"/>
                  <a:gd name="T21" fmla="*/ 28 h 65"/>
                  <a:gd name="T22" fmla="*/ 27 w 45"/>
                  <a:gd name="T23" fmla="*/ 46 h 65"/>
                  <a:gd name="T24" fmla="*/ 16 w 45"/>
                  <a:gd name="T25" fmla="*/ 46 h 65"/>
                  <a:gd name="T26" fmla="*/ 32 w 45"/>
                  <a:gd name="T27" fmla="*/ 0 h 65"/>
                  <a:gd name="T28" fmla="*/ 16 w 45"/>
                  <a:gd name="T29" fmla="*/ 8 h 65"/>
                  <a:gd name="T30" fmla="*/ 19 w 45"/>
                  <a:gd name="T31" fmla="*/ 12 h 65"/>
                  <a:gd name="T32" fmla="*/ 35 w 45"/>
                  <a:gd name="T33" fmla="*/ 7 h 65"/>
                  <a:gd name="T34" fmla="*/ 32 w 45"/>
                  <a:gd name="T3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 h="65">
                    <a:moveTo>
                      <a:pt x="30" y="16"/>
                    </a:moveTo>
                    <a:lnTo>
                      <a:pt x="16" y="16"/>
                    </a:lnTo>
                    <a:lnTo>
                      <a:pt x="0" y="65"/>
                    </a:lnTo>
                    <a:lnTo>
                      <a:pt x="9" y="65"/>
                    </a:lnTo>
                    <a:lnTo>
                      <a:pt x="13" y="56"/>
                    </a:lnTo>
                    <a:lnTo>
                      <a:pt x="30" y="56"/>
                    </a:lnTo>
                    <a:lnTo>
                      <a:pt x="32" y="65"/>
                    </a:lnTo>
                    <a:lnTo>
                      <a:pt x="45" y="65"/>
                    </a:lnTo>
                    <a:lnTo>
                      <a:pt x="30" y="16"/>
                    </a:lnTo>
                    <a:close/>
                    <a:moveTo>
                      <a:pt x="16" y="46"/>
                    </a:moveTo>
                    <a:lnTo>
                      <a:pt x="21" y="28"/>
                    </a:lnTo>
                    <a:lnTo>
                      <a:pt x="27" y="46"/>
                    </a:lnTo>
                    <a:lnTo>
                      <a:pt x="16" y="46"/>
                    </a:lnTo>
                    <a:close/>
                    <a:moveTo>
                      <a:pt x="32" y="0"/>
                    </a:moveTo>
                    <a:lnTo>
                      <a:pt x="16" y="8"/>
                    </a:lnTo>
                    <a:lnTo>
                      <a:pt x="19" y="12"/>
                    </a:lnTo>
                    <a:lnTo>
                      <a:pt x="35" y="7"/>
                    </a:lnTo>
                    <a:lnTo>
                      <a:pt x="3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6" name="Freeform 28">
                <a:extLst>
                  <a:ext uri="{FF2B5EF4-FFF2-40B4-BE49-F238E27FC236}">
                    <a16:creationId xmlns:a16="http://schemas.microsoft.com/office/drawing/2014/main" id="{A1A7BCFB-498E-4578-B93F-9F9D083F589C}"/>
                  </a:ext>
                </a:extLst>
              </p:cNvPr>
              <p:cNvSpPr>
                <a:spLocks noEditPoints="1"/>
              </p:cNvSpPr>
              <p:nvPr/>
            </p:nvSpPr>
            <p:spPr bwMode="auto">
              <a:xfrm>
                <a:off x="7891463" y="2816225"/>
                <a:ext cx="60325" cy="101600"/>
              </a:xfrm>
              <a:custGeom>
                <a:avLst/>
                <a:gdLst>
                  <a:gd name="T0" fmla="*/ 28 w 28"/>
                  <a:gd name="T1" fmla="*/ 11 h 47"/>
                  <a:gd name="T2" fmla="*/ 21 w 28"/>
                  <a:gd name="T3" fmla="*/ 11 h 47"/>
                  <a:gd name="T4" fmla="*/ 21 w 28"/>
                  <a:gd name="T5" fmla="*/ 30 h 47"/>
                  <a:gd name="T6" fmla="*/ 22 w 28"/>
                  <a:gd name="T7" fmla="*/ 32 h 47"/>
                  <a:gd name="T8" fmla="*/ 9 w 28"/>
                  <a:gd name="T9" fmla="*/ 11 h 47"/>
                  <a:gd name="T10" fmla="*/ 0 w 28"/>
                  <a:gd name="T11" fmla="*/ 11 h 47"/>
                  <a:gd name="T12" fmla="*/ 0 w 28"/>
                  <a:gd name="T13" fmla="*/ 47 h 47"/>
                  <a:gd name="T14" fmla="*/ 7 w 28"/>
                  <a:gd name="T15" fmla="*/ 47 h 47"/>
                  <a:gd name="T16" fmla="*/ 7 w 28"/>
                  <a:gd name="T17" fmla="*/ 26 h 47"/>
                  <a:gd name="T18" fmla="*/ 6 w 28"/>
                  <a:gd name="T19" fmla="*/ 24 h 47"/>
                  <a:gd name="T20" fmla="*/ 6 w 28"/>
                  <a:gd name="T21" fmla="*/ 23 h 47"/>
                  <a:gd name="T22" fmla="*/ 21 w 28"/>
                  <a:gd name="T23" fmla="*/ 47 h 47"/>
                  <a:gd name="T24" fmla="*/ 28 w 28"/>
                  <a:gd name="T25" fmla="*/ 47 h 47"/>
                  <a:gd name="T26" fmla="*/ 28 w 28"/>
                  <a:gd name="T27" fmla="*/ 11 h 47"/>
                  <a:gd name="T28" fmla="*/ 22 w 28"/>
                  <a:gd name="T29" fmla="*/ 0 h 47"/>
                  <a:gd name="T30" fmla="*/ 18 w 28"/>
                  <a:gd name="T31" fmla="*/ 3 h 47"/>
                  <a:gd name="T32" fmla="*/ 15 w 28"/>
                  <a:gd name="T33" fmla="*/ 2 h 47"/>
                  <a:gd name="T34" fmla="*/ 11 w 28"/>
                  <a:gd name="T35" fmla="*/ 1 h 47"/>
                  <a:gd name="T36" fmla="*/ 5 w 28"/>
                  <a:gd name="T37" fmla="*/ 4 h 47"/>
                  <a:gd name="T38" fmla="*/ 7 w 28"/>
                  <a:gd name="T39" fmla="*/ 7 h 47"/>
                  <a:gd name="T40" fmla="*/ 11 w 28"/>
                  <a:gd name="T41" fmla="*/ 5 h 47"/>
                  <a:gd name="T42" fmla="*/ 13 w 28"/>
                  <a:gd name="T43" fmla="*/ 5 h 47"/>
                  <a:gd name="T44" fmla="*/ 18 w 28"/>
                  <a:gd name="T45" fmla="*/ 7 h 47"/>
                  <a:gd name="T46" fmla="*/ 24 w 28"/>
                  <a:gd name="T47" fmla="*/ 3 h 47"/>
                  <a:gd name="T48" fmla="*/ 22 w 28"/>
                  <a:gd name="T4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47">
                    <a:moveTo>
                      <a:pt x="28" y="11"/>
                    </a:moveTo>
                    <a:cubicBezTo>
                      <a:pt x="21" y="11"/>
                      <a:pt x="21" y="11"/>
                      <a:pt x="21" y="11"/>
                    </a:cubicBezTo>
                    <a:cubicBezTo>
                      <a:pt x="21" y="30"/>
                      <a:pt x="21" y="30"/>
                      <a:pt x="21" y="30"/>
                    </a:cubicBezTo>
                    <a:cubicBezTo>
                      <a:pt x="21" y="31"/>
                      <a:pt x="21" y="31"/>
                      <a:pt x="22" y="32"/>
                    </a:cubicBezTo>
                    <a:cubicBezTo>
                      <a:pt x="9" y="11"/>
                      <a:pt x="9" y="11"/>
                      <a:pt x="9" y="11"/>
                    </a:cubicBezTo>
                    <a:cubicBezTo>
                      <a:pt x="0" y="11"/>
                      <a:pt x="0" y="11"/>
                      <a:pt x="0" y="11"/>
                    </a:cubicBezTo>
                    <a:cubicBezTo>
                      <a:pt x="0" y="47"/>
                      <a:pt x="0" y="47"/>
                      <a:pt x="0" y="47"/>
                    </a:cubicBezTo>
                    <a:cubicBezTo>
                      <a:pt x="7" y="47"/>
                      <a:pt x="7" y="47"/>
                      <a:pt x="7" y="47"/>
                    </a:cubicBezTo>
                    <a:cubicBezTo>
                      <a:pt x="7" y="26"/>
                      <a:pt x="7" y="26"/>
                      <a:pt x="7" y="26"/>
                    </a:cubicBezTo>
                    <a:cubicBezTo>
                      <a:pt x="6" y="24"/>
                      <a:pt x="6" y="24"/>
                      <a:pt x="6" y="24"/>
                    </a:cubicBezTo>
                    <a:cubicBezTo>
                      <a:pt x="6" y="23"/>
                      <a:pt x="6" y="23"/>
                      <a:pt x="6" y="23"/>
                    </a:cubicBezTo>
                    <a:cubicBezTo>
                      <a:pt x="21" y="47"/>
                      <a:pt x="21" y="47"/>
                      <a:pt x="21" y="47"/>
                    </a:cubicBezTo>
                    <a:cubicBezTo>
                      <a:pt x="28" y="47"/>
                      <a:pt x="28" y="47"/>
                      <a:pt x="28" y="47"/>
                    </a:cubicBezTo>
                    <a:lnTo>
                      <a:pt x="28" y="11"/>
                    </a:lnTo>
                    <a:close/>
                    <a:moveTo>
                      <a:pt x="22" y="0"/>
                    </a:moveTo>
                    <a:cubicBezTo>
                      <a:pt x="21" y="2"/>
                      <a:pt x="19" y="3"/>
                      <a:pt x="18" y="3"/>
                    </a:cubicBezTo>
                    <a:cubicBezTo>
                      <a:pt x="17" y="3"/>
                      <a:pt x="16" y="2"/>
                      <a:pt x="15" y="2"/>
                    </a:cubicBezTo>
                    <a:cubicBezTo>
                      <a:pt x="13" y="1"/>
                      <a:pt x="12" y="1"/>
                      <a:pt x="11" y="1"/>
                    </a:cubicBezTo>
                    <a:cubicBezTo>
                      <a:pt x="9" y="1"/>
                      <a:pt x="7" y="2"/>
                      <a:pt x="5" y="4"/>
                    </a:cubicBezTo>
                    <a:cubicBezTo>
                      <a:pt x="7" y="7"/>
                      <a:pt x="7" y="7"/>
                      <a:pt x="7" y="7"/>
                    </a:cubicBezTo>
                    <a:cubicBezTo>
                      <a:pt x="9" y="5"/>
                      <a:pt x="10" y="5"/>
                      <a:pt x="11" y="5"/>
                    </a:cubicBezTo>
                    <a:cubicBezTo>
                      <a:pt x="12" y="5"/>
                      <a:pt x="12" y="5"/>
                      <a:pt x="13" y="5"/>
                    </a:cubicBezTo>
                    <a:cubicBezTo>
                      <a:pt x="16" y="7"/>
                      <a:pt x="16" y="7"/>
                      <a:pt x="18" y="7"/>
                    </a:cubicBezTo>
                    <a:cubicBezTo>
                      <a:pt x="20" y="7"/>
                      <a:pt x="22" y="6"/>
                      <a:pt x="24" y="3"/>
                    </a:cubicBezTo>
                    <a:lnTo>
                      <a:pt x="2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7" name="Freeform 29">
                <a:extLst>
                  <a:ext uri="{FF2B5EF4-FFF2-40B4-BE49-F238E27FC236}">
                    <a16:creationId xmlns:a16="http://schemas.microsoft.com/office/drawing/2014/main" id="{8F927511-308C-432C-AA39-74974587760A}"/>
                  </a:ext>
                </a:extLst>
              </p:cNvPr>
              <p:cNvSpPr>
                <a:spLocks/>
              </p:cNvSpPr>
              <p:nvPr/>
            </p:nvSpPr>
            <p:spPr bwMode="auto">
              <a:xfrm>
                <a:off x="7967663" y="2840038"/>
                <a:ext cx="55563" cy="77788"/>
              </a:xfrm>
              <a:custGeom>
                <a:avLst/>
                <a:gdLst>
                  <a:gd name="T0" fmla="*/ 35 w 35"/>
                  <a:gd name="T1" fmla="*/ 10 h 49"/>
                  <a:gd name="T2" fmla="*/ 35 w 35"/>
                  <a:gd name="T3" fmla="*/ 0 h 49"/>
                  <a:gd name="T4" fmla="*/ 0 w 35"/>
                  <a:gd name="T5" fmla="*/ 0 h 49"/>
                  <a:gd name="T6" fmla="*/ 0 w 35"/>
                  <a:gd name="T7" fmla="*/ 49 h 49"/>
                  <a:gd name="T8" fmla="*/ 35 w 35"/>
                  <a:gd name="T9" fmla="*/ 49 h 49"/>
                  <a:gd name="T10" fmla="*/ 35 w 35"/>
                  <a:gd name="T11" fmla="*/ 40 h 49"/>
                  <a:gd name="T12" fmla="*/ 12 w 35"/>
                  <a:gd name="T13" fmla="*/ 40 h 49"/>
                  <a:gd name="T14" fmla="*/ 12 w 35"/>
                  <a:gd name="T15" fmla="*/ 29 h 49"/>
                  <a:gd name="T16" fmla="*/ 31 w 35"/>
                  <a:gd name="T17" fmla="*/ 29 h 49"/>
                  <a:gd name="T18" fmla="*/ 31 w 35"/>
                  <a:gd name="T19" fmla="*/ 19 h 49"/>
                  <a:gd name="T20" fmla="*/ 12 w 35"/>
                  <a:gd name="T21" fmla="*/ 19 h 49"/>
                  <a:gd name="T22" fmla="*/ 12 w 35"/>
                  <a:gd name="T23" fmla="*/ 10 h 49"/>
                  <a:gd name="T24" fmla="*/ 35 w 35"/>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49">
                    <a:moveTo>
                      <a:pt x="35" y="10"/>
                    </a:moveTo>
                    <a:lnTo>
                      <a:pt x="35" y="0"/>
                    </a:lnTo>
                    <a:lnTo>
                      <a:pt x="0" y="0"/>
                    </a:lnTo>
                    <a:lnTo>
                      <a:pt x="0" y="49"/>
                    </a:lnTo>
                    <a:lnTo>
                      <a:pt x="35" y="49"/>
                    </a:lnTo>
                    <a:lnTo>
                      <a:pt x="35" y="40"/>
                    </a:lnTo>
                    <a:lnTo>
                      <a:pt x="12" y="40"/>
                    </a:lnTo>
                    <a:lnTo>
                      <a:pt x="12" y="29"/>
                    </a:lnTo>
                    <a:lnTo>
                      <a:pt x="31" y="29"/>
                    </a:lnTo>
                    <a:lnTo>
                      <a:pt x="31" y="19"/>
                    </a:lnTo>
                    <a:lnTo>
                      <a:pt x="12" y="19"/>
                    </a:lnTo>
                    <a:lnTo>
                      <a:pt x="12" y="10"/>
                    </a:lnTo>
                    <a:lnTo>
                      <a:pt x="35"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8" name="Freeform 30">
                <a:extLst>
                  <a:ext uri="{FF2B5EF4-FFF2-40B4-BE49-F238E27FC236}">
                    <a16:creationId xmlns:a16="http://schemas.microsoft.com/office/drawing/2014/main" id="{C1B816ED-99AE-4F8C-AC0D-92077C2F28EB}"/>
                  </a:ext>
                </a:extLst>
              </p:cNvPr>
              <p:cNvSpPr>
                <a:spLocks/>
              </p:cNvSpPr>
              <p:nvPr/>
            </p:nvSpPr>
            <p:spPr bwMode="auto">
              <a:xfrm>
                <a:off x="8029575" y="2840038"/>
                <a:ext cx="63500" cy="77788"/>
              </a:xfrm>
              <a:custGeom>
                <a:avLst/>
                <a:gdLst>
                  <a:gd name="T0" fmla="*/ 40 w 40"/>
                  <a:gd name="T1" fmla="*/ 8 h 49"/>
                  <a:gd name="T2" fmla="*/ 40 w 40"/>
                  <a:gd name="T3" fmla="*/ 0 h 49"/>
                  <a:gd name="T4" fmla="*/ 2 w 40"/>
                  <a:gd name="T5" fmla="*/ 0 h 49"/>
                  <a:gd name="T6" fmla="*/ 2 w 40"/>
                  <a:gd name="T7" fmla="*/ 10 h 49"/>
                  <a:gd name="T8" fmla="*/ 25 w 40"/>
                  <a:gd name="T9" fmla="*/ 10 h 49"/>
                  <a:gd name="T10" fmla="*/ 0 w 40"/>
                  <a:gd name="T11" fmla="*/ 41 h 49"/>
                  <a:gd name="T12" fmla="*/ 0 w 40"/>
                  <a:gd name="T13" fmla="*/ 49 h 49"/>
                  <a:gd name="T14" fmla="*/ 40 w 40"/>
                  <a:gd name="T15" fmla="*/ 49 h 49"/>
                  <a:gd name="T16" fmla="*/ 40 w 40"/>
                  <a:gd name="T17" fmla="*/ 40 h 49"/>
                  <a:gd name="T18" fmla="*/ 14 w 40"/>
                  <a:gd name="T19" fmla="*/ 40 h 49"/>
                  <a:gd name="T20" fmla="*/ 40 w 40"/>
                  <a:gd name="T21"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49">
                    <a:moveTo>
                      <a:pt x="40" y="8"/>
                    </a:moveTo>
                    <a:lnTo>
                      <a:pt x="40" y="0"/>
                    </a:lnTo>
                    <a:lnTo>
                      <a:pt x="2" y="0"/>
                    </a:lnTo>
                    <a:lnTo>
                      <a:pt x="2" y="10"/>
                    </a:lnTo>
                    <a:lnTo>
                      <a:pt x="25" y="10"/>
                    </a:lnTo>
                    <a:lnTo>
                      <a:pt x="0" y="41"/>
                    </a:lnTo>
                    <a:lnTo>
                      <a:pt x="0" y="49"/>
                    </a:lnTo>
                    <a:lnTo>
                      <a:pt x="40" y="49"/>
                    </a:lnTo>
                    <a:lnTo>
                      <a:pt x="40" y="40"/>
                    </a:lnTo>
                    <a:lnTo>
                      <a:pt x="14" y="40"/>
                    </a:lnTo>
                    <a:lnTo>
                      <a:pt x="4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9" name="Freeform 31">
                <a:extLst>
                  <a:ext uri="{FF2B5EF4-FFF2-40B4-BE49-F238E27FC236}">
                    <a16:creationId xmlns:a16="http://schemas.microsoft.com/office/drawing/2014/main" id="{82F9B0CD-48C0-4D62-B3D9-5469A1967DFB}"/>
                  </a:ext>
                </a:extLst>
              </p:cNvPr>
              <p:cNvSpPr>
                <a:spLocks noEditPoints="1"/>
              </p:cNvSpPr>
              <p:nvPr/>
            </p:nvSpPr>
            <p:spPr bwMode="auto">
              <a:xfrm>
                <a:off x="6094413" y="2803525"/>
                <a:ext cx="314325" cy="123825"/>
              </a:xfrm>
              <a:custGeom>
                <a:avLst/>
                <a:gdLst>
                  <a:gd name="T0" fmla="*/ 135 w 145"/>
                  <a:gd name="T1" fmla="*/ 15 h 57"/>
                  <a:gd name="T2" fmla="*/ 24 w 145"/>
                  <a:gd name="T3" fmla="*/ 16 h 57"/>
                  <a:gd name="T4" fmla="*/ 10 w 145"/>
                  <a:gd name="T5" fmla="*/ 13 h 57"/>
                  <a:gd name="T6" fmla="*/ 142 w 145"/>
                  <a:gd name="T7" fmla="*/ 8 h 57"/>
                  <a:gd name="T8" fmla="*/ 120 w 145"/>
                  <a:gd name="T9" fmla="*/ 18 h 57"/>
                  <a:gd name="T10" fmla="*/ 42 w 145"/>
                  <a:gd name="T11" fmla="*/ 47 h 57"/>
                  <a:gd name="T12" fmla="*/ 11 w 145"/>
                  <a:gd name="T13" fmla="*/ 20 h 57"/>
                  <a:gd name="T14" fmla="*/ 127 w 145"/>
                  <a:gd name="T15" fmla="*/ 32 h 57"/>
                  <a:gd name="T16" fmla="*/ 98 w 145"/>
                  <a:gd name="T17" fmla="*/ 49 h 57"/>
                  <a:gd name="T18" fmla="*/ 85 w 145"/>
                  <a:gd name="T19" fmla="*/ 50 h 57"/>
                  <a:gd name="T20" fmla="*/ 70 w 145"/>
                  <a:gd name="T21" fmla="*/ 52 h 57"/>
                  <a:gd name="T22" fmla="*/ 97 w 145"/>
                  <a:gd name="T23" fmla="*/ 47 h 57"/>
                  <a:gd name="T24" fmla="*/ 92 w 145"/>
                  <a:gd name="T25" fmla="*/ 50 h 57"/>
                  <a:gd name="T26" fmla="*/ 0 w 145"/>
                  <a:gd name="T27" fmla="*/ 26 h 57"/>
                  <a:gd name="T28" fmla="*/ 138 w 145"/>
                  <a:gd name="T29" fmla="*/ 17 h 57"/>
                  <a:gd name="T30" fmla="*/ 82 w 145"/>
                  <a:gd name="T31" fmla="*/ 44 h 57"/>
                  <a:gd name="T32" fmla="*/ 64 w 145"/>
                  <a:gd name="T33" fmla="*/ 44 h 57"/>
                  <a:gd name="T34" fmla="*/ 13 w 145"/>
                  <a:gd name="T35" fmla="*/ 27 h 57"/>
                  <a:gd name="T36" fmla="*/ 13 w 145"/>
                  <a:gd name="T37" fmla="*/ 33 h 57"/>
                  <a:gd name="T38" fmla="*/ 17 w 145"/>
                  <a:gd name="T39" fmla="*/ 31 h 57"/>
                  <a:gd name="T40" fmla="*/ 18 w 145"/>
                  <a:gd name="T41" fmla="*/ 31 h 57"/>
                  <a:gd name="T42" fmla="*/ 19 w 145"/>
                  <a:gd name="T43" fmla="*/ 34 h 57"/>
                  <a:gd name="T44" fmla="*/ 18 w 145"/>
                  <a:gd name="T45" fmla="*/ 35 h 57"/>
                  <a:gd name="T46" fmla="*/ 26 w 145"/>
                  <a:gd name="T47" fmla="*/ 43 h 57"/>
                  <a:gd name="T48" fmla="*/ 22 w 145"/>
                  <a:gd name="T49" fmla="*/ 41 h 57"/>
                  <a:gd name="T50" fmla="*/ 28 w 145"/>
                  <a:gd name="T51" fmla="*/ 38 h 57"/>
                  <a:gd name="T52" fmla="*/ 27 w 145"/>
                  <a:gd name="T53" fmla="*/ 44 h 57"/>
                  <a:gd name="T54" fmla="*/ 31 w 145"/>
                  <a:gd name="T55" fmla="*/ 39 h 57"/>
                  <a:gd name="T56" fmla="*/ 35 w 145"/>
                  <a:gd name="T57" fmla="*/ 41 h 57"/>
                  <a:gd name="T58" fmla="*/ 39 w 145"/>
                  <a:gd name="T59" fmla="*/ 42 h 57"/>
                  <a:gd name="T60" fmla="*/ 41 w 145"/>
                  <a:gd name="T61" fmla="*/ 50 h 57"/>
                  <a:gd name="T62" fmla="*/ 39 w 145"/>
                  <a:gd name="T63" fmla="*/ 49 h 57"/>
                  <a:gd name="T64" fmla="*/ 44 w 145"/>
                  <a:gd name="T65" fmla="*/ 50 h 57"/>
                  <a:gd name="T66" fmla="*/ 46 w 145"/>
                  <a:gd name="T67" fmla="*/ 51 h 57"/>
                  <a:gd name="T68" fmla="*/ 49 w 145"/>
                  <a:gd name="T69" fmla="*/ 45 h 57"/>
                  <a:gd name="T70" fmla="*/ 62 w 145"/>
                  <a:gd name="T71" fmla="*/ 54 h 57"/>
                  <a:gd name="T72" fmla="*/ 61 w 145"/>
                  <a:gd name="T73" fmla="*/ 47 h 57"/>
                  <a:gd name="T74" fmla="*/ 66 w 145"/>
                  <a:gd name="T75" fmla="*/ 54 h 57"/>
                  <a:gd name="T76" fmla="*/ 65 w 145"/>
                  <a:gd name="T77" fmla="*/ 48 h 57"/>
                  <a:gd name="T78" fmla="*/ 69 w 145"/>
                  <a:gd name="T79" fmla="*/ 54 h 57"/>
                  <a:gd name="T80" fmla="*/ 74 w 145"/>
                  <a:gd name="T81" fmla="*/ 53 h 57"/>
                  <a:gd name="T82" fmla="*/ 74 w 145"/>
                  <a:gd name="T83" fmla="*/ 48 h 57"/>
                  <a:gd name="T84" fmla="*/ 77 w 145"/>
                  <a:gd name="T85" fmla="*/ 51 h 57"/>
                  <a:gd name="T86" fmla="*/ 77 w 145"/>
                  <a:gd name="T87" fmla="*/ 54 h 57"/>
                  <a:gd name="T88" fmla="*/ 83 w 145"/>
                  <a:gd name="T89" fmla="*/ 52 h 57"/>
                  <a:gd name="T90" fmla="*/ 80 w 145"/>
                  <a:gd name="T91" fmla="*/ 48 h 57"/>
                  <a:gd name="T92" fmla="*/ 87 w 145"/>
                  <a:gd name="T93" fmla="*/ 54 h 57"/>
                  <a:gd name="T94" fmla="*/ 92 w 145"/>
                  <a:gd name="T95" fmla="*/ 51 h 57"/>
                  <a:gd name="T96" fmla="*/ 89 w 145"/>
                  <a:gd name="T97" fmla="*/ 53 h 57"/>
                  <a:gd name="T98" fmla="*/ 97 w 145"/>
                  <a:gd name="T99" fmla="*/ 52 h 57"/>
                  <a:gd name="T100" fmla="*/ 99 w 145"/>
                  <a:gd name="T101" fmla="*/ 48 h 57"/>
                  <a:gd name="T102" fmla="*/ 101 w 145"/>
                  <a:gd name="T103" fmla="*/ 44 h 57"/>
                  <a:gd name="T104" fmla="*/ 111 w 145"/>
                  <a:gd name="T105" fmla="*/ 48 h 57"/>
                  <a:gd name="T106" fmla="*/ 105 w 145"/>
                  <a:gd name="T107" fmla="*/ 44 h 57"/>
                  <a:gd name="T108" fmla="*/ 109 w 145"/>
                  <a:gd name="T109" fmla="*/ 42 h 57"/>
                  <a:gd name="T110" fmla="*/ 115 w 145"/>
                  <a:gd name="T111" fmla="*/ 42 h 57"/>
                  <a:gd name="T112" fmla="*/ 121 w 145"/>
                  <a:gd name="T113" fmla="*/ 43 h 57"/>
                  <a:gd name="T114" fmla="*/ 119 w 145"/>
                  <a:gd name="T115" fmla="*/ 37 h 57"/>
                  <a:gd name="T116" fmla="*/ 124 w 145"/>
                  <a:gd name="T117" fmla="*/ 34 h 57"/>
                  <a:gd name="T118" fmla="*/ 135 w 145"/>
                  <a:gd name="T119" fmla="*/ 34 h 57"/>
                  <a:gd name="T120" fmla="*/ 132 w 145"/>
                  <a:gd name="T121" fmla="*/ 28 h 57"/>
                  <a:gd name="T122" fmla="*/ 137 w 145"/>
                  <a:gd name="T123" fmla="*/ 3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5" h="57">
                    <a:moveTo>
                      <a:pt x="135" y="15"/>
                    </a:moveTo>
                    <a:cubicBezTo>
                      <a:pt x="133" y="15"/>
                      <a:pt x="131" y="16"/>
                      <a:pt x="127" y="18"/>
                    </a:cubicBezTo>
                    <a:cubicBezTo>
                      <a:pt x="127" y="18"/>
                      <a:pt x="124" y="20"/>
                      <a:pt x="122" y="20"/>
                    </a:cubicBezTo>
                    <a:cubicBezTo>
                      <a:pt x="121" y="20"/>
                      <a:pt x="121" y="20"/>
                      <a:pt x="121" y="20"/>
                    </a:cubicBezTo>
                    <a:cubicBezTo>
                      <a:pt x="126" y="28"/>
                      <a:pt x="126" y="28"/>
                      <a:pt x="126" y="28"/>
                    </a:cubicBezTo>
                    <a:cubicBezTo>
                      <a:pt x="132" y="24"/>
                      <a:pt x="135" y="21"/>
                      <a:pt x="135" y="21"/>
                    </a:cubicBezTo>
                    <a:cubicBezTo>
                      <a:pt x="135" y="21"/>
                      <a:pt x="137" y="18"/>
                      <a:pt x="137" y="17"/>
                    </a:cubicBezTo>
                    <a:cubicBezTo>
                      <a:pt x="137" y="16"/>
                      <a:pt x="137" y="16"/>
                      <a:pt x="137" y="16"/>
                    </a:cubicBezTo>
                    <a:cubicBezTo>
                      <a:pt x="137" y="15"/>
                      <a:pt x="136" y="15"/>
                      <a:pt x="135" y="15"/>
                    </a:cubicBezTo>
                    <a:moveTo>
                      <a:pt x="7" y="16"/>
                    </a:moveTo>
                    <a:cubicBezTo>
                      <a:pt x="8" y="15"/>
                      <a:pt x="8" y="15"/>
                      <a:pt x="8" y="15"/>
                    </a:cubicBezTo>
                    <a:cubicBezTo>
                      <a:pt x="8" y="15"/>
                      <a:pt x="8" y="15"/>
                      <a:pt x="8" y="15"/>
                    </a:cubicBezTo>
                    <a:cubicBezTo>
                      <a:pt x="9" y="15"/>
                      <a:pt x="10" y="14"/>
                      <a:pt x="11" y="14"/>
                    </a:cubicBezTo>
                    <a:cubicBezTo>
                      <a:pt x="12" y="14"/>
                      <a:pt x="12" y="15"/>
                      <a:pt x="13" y="15"/>
                    </a:cubicBezTo>
                    <a:cubicBezTo>
                      <a:pt x="15" y="15"/>
                      <a:pt x="17" y="17"/>
                      <a:pt x="21" y="18"/>
                    </a:cubicBezTo>
                    <a:cubicBezTo>
                      <a:pt x="22" y="18"/>
                      <a:pt x="22" y="18"/>
                      <a:pt x="22" y="18"/>
                    </a:cubicBezTo>
                    <a:cubicBezTo>
                      <a:pt x="24" y="18"/>
                      <a:pt x="24" y="17"/>
                      <a:pt x="24" y="17"/>
                    </a:cubicBezTo>
                    <a:cubicBezTo>
                      <a:pt x="24" y="16"/>
                      <a:pt x="24" y="16"/>
                      <a:pt x="24" y="16"/>
                    </a:cubicBezTo>
                    <a:cubicBezTo>
                      <a:pt x="24" y="16"/>
                      <a:pt x="24" y="16"/>
                      <a:pt x="24" y="16"/>
                    </a:cubicBezTo>
                    <a:cubicBezTo>
                      <a:pt x="23" y="15"/>
                      <a:pt x="23" y="15"/>
                      <a:pt x="23" y="15"/>
                    </a:cubicBezTo>
                    <a:cubicBezTo>
                      <a:pt x="22" y="14"/>
                      <a:pt x="21" y="13"/>
                      <a:pt x="18" y="10"/>
                    </a:cubicBezTo>
                    <a:cubicBezTo>
                      <a:pt x="13" y="6"/>
                      <a:pt x="12" y="2"/>
                      <a:pt x="12" y="0"/>
                    </a:cubicBezTo>
                    <a:cubicBezTo>
                      <a:pt x="11" y="2"/>
                      <a:pt x="10" y="4"/>
                      <a:pt x="10" y="6"/>
                    </a:cubicBezTo>
                    <a:cubicBezTo>
                      <a:pt x="10" y="9"/>
                      <a:pt x="11" y="12"/>
                      <a:pt x="11" y="12"/>
                    </a:cubicBezTo>
                    <a:cubicBezTo>
                      <a:pt x="11" y="13"/>
                      <a:pt x="11" y="13"/>
                      <a:pt x="11" y="13"/>
                    </a:cubicBezTo>
                    <a:cubicBezTo>
                      <a:pt x="11" y="13"/>
                      <a:pt x="11" y="13"/>
                      <a:pt x="11" y="13"/>
                    </a:cubicBezTo>
                    <a:cubicBezTo>
                      <a:pt x="10" y="13"/>
                      <a:pt x="10" y="13"/>
                      <a:pt x="10" y="13"/>
                    </a:cubicBezTo>
                    <a:cubicBezTo>
                      <a:pt x="10" y="12"/>
                      <a:pt x="10" y="12"/>
                      <a:pt x="10" y="12"/>
                    </a:cubicBezTo>
                    <a:cubicBezTo>
                      <a:pt x="6" y="11"/>
                      <a:pt x="3" y="8"/>
                      <a:pt x="2" y="7"/>
                    </a:cubicBezTo>
                    <a:cubicBezTo>
                      <a:pt x="2" y="12"/>
                      <a:pt x="7" y="16"/>
                      <a:pt x="7" y="16"/>
                    </a:cubicBezTo>
                    <a:moveTo>
                      <a:pt x="122" y="19"/>
                    </a:moveTo>
                    <a:cubicBezTo>
                      <a:pt x="124" y="19"/>
                      <a:pt x="127" y="18"/>
                      <a:pt x="127" y="18"/>
                    </a:cubicBezTo>
                    <a:cubicBezTo>
                      <a:pt x="130" y="15"/>
                      <a:pt x="133" y="14"/>
                      <a:pt x="135" y="14"/>
                    </a:cubicBezTo>
                    <a:cubicBezTo>
                      <a:pt x="136" y="14"/>
                      <a:pt x="136" y="14"/>
                      <a:pt x="136" y="14"/>
                    </a:cubicBezTo>
                    <a:cubicBezTo>
                      <a:pt x="138" y="16"/>
                      <a:pt x="138" y="16"/>
                      <a:pt x="138" y="16"/>
                    </a:cubicBezTo>
                    <a:cubicBezTo>
                      <a:pt x="141" y="14"/>
                      <a:pt x="142" y="10"/>
                      <a:pt x="142" y="8"/>
                    </a:cubicBezTo>
                    <a:cubicBezTo>
                      <a:pt x="140" y="10"/>
                      <a:pt x="135" y="12"/>
                      <a:pt x="135" y="12"/>
                    </a:cubicBezTo>
                    <a:cubicBezTo>
                      <a:pt x="134" y="12"/>
                      <a:pt x="134" y="12"/>
                      <a:pt x="134" y="12"/>
                    </a:cubicBezTo>
                    <a:cubicBezTo>
                      <a:pt x="134" y="11"/>
                      <a:pt x="134" y="11"/>
                      <a:pt x="134" y="11"/>
                    </a:cubicBezTo>
                    <a:cubicBezTo>
                      <a:pt x="134" y="10"/>
                      <a:pt x="134" y="10"/>
                      <a:pt x="134" y="10"/>
                    </a:cubicBezTo>
                    <a:cubicBezTo>
                      <a:pt x="134" y="5"/>
                      <a:pt x="133" y="3"/>
                      <a:pt x="132" y="1"/>
                    </a:cubicBezTo>
                    <a:cubicBezTo>
                      <a:pt x="132" y="2"/>
                      <a:pt x="132" y="2"/>
                      <a:pt x="132" y="2"/>
                    </a:cubicBezTo>
                    <a:cubicBezTo>
                      <a:pt x="132" y="4"/>
                      <a:pt x="132" y="4"/>
                      <a:pt x="132" y="4"/>
                    </a:cubicBezTo>
                    <a:cubicBezTo>
                      <a:pt x="131" y="6"/>
                      <a:pt x="127" y="10"/>
                      <a:pt x="125" y="12"/>
                    </a:cubicBezTo>
                    <a:cubicBezTo>
                      <a:pt x="124" y="14"/>
                      <a:pt x="120" y="16"/>
                      <a:pt x="120" y="18"/>
                    </a:cubicBezTo>
                    <a:cubicBezTo>
                      <a:pt x="121" y="19"/>
                      <a:pt x="121" y="19"/>
                      <a:pt x="121" y="19"/>
                    </a:cubicBezTo>
                    <a:lnTo>
                      <a:pt x="122" y="19"/>
                    </a:lnTo>
                    <a:close/>
                    <a:moveTo>
                      <a:pt x="42" y="44"/>
                    </a:moveTo>
                    <a:cubicBezTo>
                      <a:pt x="42" y="44"/>
                      <a:pt x="42" y="44"/>
                      <a:pt x="42" y="44"/>
                    </a:cubicBezTo>
                    <a:cubicBezTo>
                      <a:pt x="42" y="44"/>
                      <a:pt x="42" y="44"/>
                      <a:pt x="42" y="44"/>
                    </a:cubicBezTo>
                    <a:cubicBezTo>
                      <a:pt x="40" y="46"/>
                      <a:pt x="40" y="46"/>
                      <a:pt x="40" y="46"/>
                    </a:cubicBezTo>
                    <a:cubicBezTo>
                      <a:pt x="40" y="46"/>
                      <a:pt x="40" y="46"/>
                      <a:pt x="40" y="46"/>
                    </a:cubicBezTo>
                    <a:cubicBezTo>
                      <a:pt x="40" y="46"/>
                      <a:pt x="40" y="46"/>
                      <a:pt x="40" y="46"/>
                    </a:cubicBezTo>
                    <a:cubicBezTo>
                      <a:pt x="42" y="47"/>
                      <a:pt x="42" y="47"/>
                      <a:pt x="42" y="47"/>
                    </a:cubicBezTo>
                    <a:cubicBezTo>
                      <a:pt x="42" y="47"/>
                      <a:pt x="42" y="47"/>
                      <a:pt x="42" y="47"/>
                    </a:cubicBezTo>
                    <a:cubicBezTo>
                      <a:pt x="42" y="46"/>
                      <a:pt x="42" y="46"/>
                      <a:pt x="42" y="46"/>
                    </a:cubicBezTo>
                    <a:lnTo>
                      <a:pt x="42" y="44"/>
                    </a:lnTo>
                    <a:close/>
                    <a:moveTo>
                      <a:pt x="21" y="18"/>
                    </a:moveTo>
                    <a:cubicBezTo>
                      <a:pt x="17" y="17"/>
                      <a:pt x="15" y="16"/>
                      <a:pt x="13" y="15"/>
                    </a:cubicBezTo>
                    <a:cubicBezTo>
                      <a:pt x="11" y="15"/>
                      <a:pt x="11" y="15"/>
                      <a:pt x="11" y="15"/>
                    </a:cubicBezTo>
                    <a:cubicBezTo>
                      <a:pt x="9" y="15"/>
                      <a:pt x="8" y="15"/>
                      <a:pt x="8" y="16"/>
                    </a:cubicBezTo>
                    <a:cubicBezTo>
                      <a:pt x="8" y="17"/>
                      <a:pt x="9" y="17"/>
                      <a:pt x="10" y="19"/>
                    </a:cubicBezTo>
                    <a:cubicBezTo>
                      <a:pt x="11" y="20"/>
                      <a:pt x="11" y="20"/>
                      <a:pt x="11" y="20"/>
                    </a:cubicBezTo>
                    <a:cubicBezTo>
                      <a:pt x="11" y="21"/>
                      <a:pt x="14" y="23"/>
                      <a:pt x="18" y="26"/>
                    </a:cubicBezTo>
                    <a:cubicBezTo>
                      <a:pt x="24" y="18"/>
                      <a:pt x="24" y="18"/>
                      <a:pt x="24" y="18"/>
                    </a:cubicBezTo>
                    <a:cubicBezTo>
                      <a:pt x="22" y="18"/>
                      <a:pt x="22" y="18"/>
                      <a:pt x="22" y="18"/>
                    </a:cubicBezTo>
                    <a:lnTo>
                      <a:pt x="21" y="18"/>
                    </a:lnTo>
                    <a:close/>
                    <a:moveTo>
                      <a:pt x="127" y="32"/>
                    </a:moveTo>
                    <a:cubicBezTo>
                      <a:pt x="126" y="33"/>
                      <a:pt x="126" y="34"/>
                      <a:pt x="127" y="35"/>
                    </a:cubicBezTo>
                    <a:cubicBezTo>
                      <a:pt x="127" y="37"/>
                      <a:pt x="129" y="38"/>
                      <a:pt x="131" y="37"/>
                    </a:cubicBezTo>
                    <a:cubicBezTo>
                      <a:pt x="132" y="36"/>
                      <a:pt x="132" y="35"/>
                      <a:pt x="131" y="33"/>
                    </a:cubicBezTo>
                    <a:cubicBezTo>
                      <a:pt x="130" y="32"/>
                      <a:pt x="128" y="31"/>
                      <a:pt x="127" y="32"/>
                    </a:cubicBezTo>
                    <a:moveTo>
                      <a:pt x="71" y="51"/>
                    </a:moveTo>
                    <a:cubicBezTo>
                      <a:pt x="71" y="51"/>
                      <a:pt x="71" y="51"/>
                      <a:pt x="71" y="51"/>
                    </a:cubicBezTo>
                    <a:cubicBezTo>
                      <a:pt x="72" y="50"/>
                      <a:pt x="72" y="50"/>
                      <a:pt x="72" y="50"/>
                    </a:cubicBezTo>
                    <a:cubicBezTo>
                      <a:pt x="72" y="49"/>
                      <a:pt x="72" y="49"/>
                      <a:pt x="71" y="49"/>
                    </a:cubicBezTo>
                    <a:cubicBezTo>
                      <a:pt x="70" y="49"/>
                      <a:pt x="70" y="49"/>
                      <a:pt x="70" y="49"/>
                    </a:cubicBezTo>
                    <a:cubicBezTo>
                      <a:pt x="70" y="51"/>
                      <a:pt x="70" y="51"/>
                      <a:pt x="70" y="51"/>
                    </a:cubicBezTo>
                    <a:lnTo>
                      <a:pt x="71" y="51"/>
                    </a:lnTo>
                    <a:close/>
                    <a:moveTo>
                      <a:pt x="98" y="48"/>
                    </a:moveTo>
                    <a:cubicBezTo>
                      <a:pt x="98" y="49"/>
                      <a:pt x="98" y="49"/>
                      <a:pt x="98" y="49"/>
                    </a:cubicBezTo>
                    <a:cubicBezTo>
                      <a:pt x="98" y="50"/>
                      <a:pt x="98" y="50"/>
                      <a:pt x="98" y="50"/>
                    </a:cubicBezTo>
                    <a:cubicBezTo>
                      <a:pt x="98" y="51"/>
                      <a:pt x="98" y="52"/>
                      <a:pt x="99" y="51"/>
                    </a:cubicBezTo>
                    <a:cubicBezTo>
                      <a:pt x="100" y="51"/>
                      <a:pt x="101" y="50"/>
                      <a:pt x="100" y="49"/>
                    </a:cubicBezTo>
                    <a:cubicBezTo>
                      <a:pt x="100" y="49"/>
                      <a:pt x="100" y="48"/>
                      <a:pt x="98" y="48"/>
                    </a:cubicBezTo>
                    <a:moveTo>
                      <a:pt x="83" y="48"/>
                    </a:moveTo>
                    <a:cubicBezTo>
                      <a:pt x="82" y="49"/>
                      <a:pt x="82" y="49"/>
                      <a:pt x="82" y="49"/>
                    </a:cubicBezTo>
                    <a:cubicBezTo>
                      <a:pt x="83" y="51"/>
                      <a:pt x="83" y="51"/>
                      <a:pt x="83" y="51"/>
                    </a:cubicBezTo>
                    <a:cubicBezTo>
                      <a:pt x="83" y="51"/>
                      <a:pt x="83" y="51"/>
                      <a:pt x="83" y="51"/>
                    </a:cubicBezTo>
                    <a:cubicBezTo>
                      <a:pt x="85" y="51"/>
                      <a:pt x="85" y="50"/>
                      <a:pt x="85" y="50"/>
                    </a:cubicBezTo>
                    <a:cubicBezTo>
                      <a:pt x="85" y="49"/>
                      <a:pt x="84" y="48"/>
                      <a:pt x="83" y="48"/>
                    </a:cubicBezTo>
                    <a:moveTo>
                      <a:pt x="26" y="38"/>
                    </a:moveTo>
                    <a:cubicBezTo>
                      <a:pt x="26" y="36"/>
                      <a:pt x="26" y="36"/>
                      <a:pt x="26" y="36"/>
                    </a:cubicBezTo>
                    <a:cubicBezTo>
                      <a:pt x="25" y="36"/>
                      <a:pt x="25" y="36"/>
                      <a:pt x="25" y="36"/>
                    </a:cubicBezTo>
                    <a:cubicBezTo>
                      <a:pt x="24" y="37"/>
                      <a:pt x="24" y="37"/>
                      <a:pt x="24" y="37"/>
                    </a:cubicBezTo>
                    <a:cubicBezTo>
                      <a:pt x="25" y="38"/>
                      <a:pt x="25" y="38"/>
                      <a:pt x="25" y="38"/>
                    </a:cubicBezTo>
                    <a:cubicBezTo>
                      <a:pt x="26" y="39"/>
                      <a:pt x="26" y="38"/>
                      <a:pt x="26" y="38"/>
                    </a:cubicBezTo>
                    <a:moveTo>
                      <a:pt x="70" y="52"/>
                    </a:moveTo>
                    <a:cubicBezTo>
                      <a:pt x="70" y="52"/>
                      <a:pt x="70" y="52"/>
                      <a:pt x="70" y="52"/>
                    </a:cubicBezTo>
                    <a:cubicBezTo>
                      <a:pt x="70" y="54"/>
                      <a:pt x="70" y="54"/>
                      <a:pt x="70" y="54"/>
                    </a:cubicBezTo>
                    <a:cubicBezTo>
                      <a:pt x="70" y="54"/>
                      <a:pt x="70" y="55"/>
                      <a:pt x="71" y="55"/>
                    </a:cubicBezTo>
                    <a:cubicBezTo>
                      <a:pt x="72" y="55"/>
                      <a:pt x="72" y="54"/>
                      <a:pt x="73" y="53"/>
                    </a:cubicBezTo>
                    <a:cubicBezTo>
                      <a:pt x="73" y="53"/>
                      <a:pt x="72" y="52"/>
                      <a:pt x="70" y="52"/>
                    </a:cubicBezTo>
                    <a:moveTo>
                      <a:pt x="98" y="48"/>
                    </a:moveTo>
                    <a:cubicBezTo>
                      <a:pt x="98" y="48"/>
                      <a:pt x="98" y="48"/>
                      <a:pt x="98" y="48"/>
                    </a:cubicBezTo>
                    <a:cubicBezTo>
                      <a:pt x="99" y="47"/>
                      <a:pt x="99" y="47"/>
                      <a:pt x="99" y="47"/>
                    </a:cubicBezTo>
                    <a:cubicBezTo>
                      <a:pt x="99" y="46"/>
                      <a:pt x="98" y="45"/>
                      <a:pt x="97" y="45"/>
                    </a:cubicBezTo>
                    <a:cubicBezTo>
                      <a:pt x="97" y="47"/>
                      <a:pt x="97" y="47"/>
                      <a:pt x="97" y="47"/>
                    </a:cubicBezTo>
                    <a:cubicBezTo>
                      <a:pt x="97" y="48"/>
                      <a:pt x="97" y="48"/>
                      <a:pt x="97" y="48"/>
                    </a:cubicBezTo>
                    <a:lnTo>
                      <a:pt x="98" y="48"/>
                    </a:lnTo>
                    <a:close/>
                    <a:moveTo>
                      <a:pt x="91" y="48"/>
                    </a:moveTo>
                    <a:cubicBezTo>
                      <a:pt x="91" y="48"/>
                      <a:pt x="91" y="48"/>
                      <a:pt x="91" y="48"/>
                    </a:cubicBezTo>
                    <a:cubicBezTo>
                      <a:pt x="90" y="48"/>
                      <a:pt x="90" y="48"/>
                      <a:pt x="90" y="48"/>
                    </a:cubicBezTo>
                    <a:cubicBezTo>
                      <a:pt x="90" y="50"/>
                      <a:pt x="90" y="50"/>
                      <a:pt x="90" y="50"/>
                    </a:cubicBezTo>
                    <a:cubicBezTo>
                      <a:pt x="90" y="51"/>
                      <a:pt x="90" y="51"/>
                      <a:pt x="90" y="51"/>
                    </a:cubicBezTo>
                    <a:cubicBezTo>
                      <a:pt x="90" y="51"/>
                      <a:pt x="90" y="51"/>
                      <a:pt x="90" y="51"/>
                    </a:cubicBezTo>
                    <a:cubicBezTo>
                      <a:pt x="92" y="50"/>
                      <a:pt x="92" y="50"/>
                      <a:pt x="92" y="50"/>
                    </a:cubicBezTo>
                    <a:cubicBezTo>
                      <a:pt x="92" y="50"/>
                      <a:pt x="92" y="50"/>
                      <a:pt x="92" y="50"/>
                    </a:cubicBezTo>
                    <a:cubicBezTo>
                      <a:pt x="92" y="50"/>
                      <a:pt x="92" y="50"/>
                      <a:pt x="92" y="50"/>
                    </a:cubicBezTo>
                    <a:lnTo>
                      <a:pt x="91" y="48"/>
                    </a:lnTo>
                    <a:close/>
                    <a:moveTo>
                      <a:pt x="11" y="21"/>
                    </a:moveTo>
                    <a:cubicBezTo>
                      <a:pt x="9" y="19"/>
                      <a:pt x="9" y="19"/>
                      <a:pt x="9" y="19"/>
                    </a:cubicBezTo>
                    <a:cubicBezTo>
                      <a:pt x="8" y="18"/>
                      <a:pt x="8" y="17"/>
                      <a:pt x="8" y="16"/>
                    </a:cubicBezTo>
                    <a:cubicBezTo>
                      <a:pt x="7" y="17"/>
                      <a:pt x="7" y="17"/>
                      <a:pt x="7" y="17"/>
                    </a:cubicBezTo>
                    <a:cubicBezTo>
                      <a:pt x="7" y="17"/>
                      <a:pt x="5" y="19"/>
                      <a:pt x="2" y="23"/>
                    </a:cubicBezTo>
                    <a:cubicBezTo>
                      <a:pt x="1" y="24"/>
                      <a:pt x="0" y="25"/>
                      <a:pt x="0" y="26"/>
                    </a:cubicBezTo>
                    <a:cubicBezTo>
                      <a:pt x="0" y="28"/>
                      <a:pt x="2" y="30"/>
                      <a:pt x="2" y="30"/>
                    </a:cubicBezTo>
                    <a:cubicBezTo>
                      <a:pt x="2" y="30"/>
                      <a:pt x="10" y="37"/>
                      <a:pt x="23" y="44"/>
                    </a:cubicBezTo>
                    <a:cubicBezTo>
                      <a:pt x="35" y="50"/>
                      <a:pt x="53" y="57"/>
                      <a:pt x="74" y="57"/>
                    </a:cubicBezTo>
                    <a:cubicBezTo>
                      <a:pt x="114" y="57"/>
                      <a:pt x="140" y="33"/>
                      <a:pt x="143" y="30"/>
                    </a:cubicBezTo>
                    <a:cubicBezTo>
                      <a:pt x="145" y="28"/>
                      <a:pt x="145" y="26"/>
                      <a:pt x="145" y="25"/>
                    </a:cubicBezTo>
                    <a:cubicBezTo>
                      <a:pt x="145" y="24"/>
                      <a:pt x="145" y="23"/>
                      <a:pt x="145" y="23"/>
                    </a:cubicBezTo>
                    <a:cubicBezTo>
                      <a:pt x="138" y="17"/>
                      <a:pt x="138" y="17"/>
                      <a:pt x="138" y="17"/>
                    </a:cubicBezTo>
                    <a:cubicBezTo>
                      <a:pt x="138" y="16"/>
                      <a:pt x="138" y="16"/>
                      <a:pt x="138" y="16"/>
                    </a:cubicBezTo>
                    <a:cubicBezTo>
                      <a:pt x="138" y="17"/>
                      <a:pt x="138" y="17"/>
                      <a:pt x="138" y="17"/>
                    </a:cubicBezTo>
                    <a:cubicBezTo>
                      <a:pt x="138" y="19"/>
                      <a:pt x="135" y="21"/>
                      <a:pt x="135" y="21"/>
                    </a:cubicBezTo>
                    <a:cubicBezTo>
                      <a:pt x="135" y="21"/>
                      <a:pt x="120" y="36"/>
                      <a:pt x="95" y="42"/>
                    </a:cubicBezTo>
                    <a:cubicBezTo>
                      <a:pt x="94" y="42"/>
                      <a:pt x="94" y="42"/>
                      <a:pt x="94" y="42"/>
                    </a:cubicBezTo>
                    <a:cubicBezTo>
                      <a:pt x="93" y="43"/>
                      <a:pt x="92" y="43"/>
                      <a:pt x="91" y="43"/>
                    </a:cubicBezTo>
                    <a:cubicBezTo>
                      <a:pt x="91" y="43"/>
                      <a:pt x="91" y="43"/>
                      <a:pt x="91" y="43"/>
                    </a:cubicBezTo>
                    <a:cubicBezTo>
                      <a:pt x="89" y="44"/>
                      <a:pt x="88" y="44"/>
                      <a:pt x="87" y="44"/>
                    </a:cubicBezTo>
                    <a:cubicBezTo>
                      <a:pt x="86" y="44"/>
                      <a:pt x="86" y="44"/>
                      <a:pt x="86" y="44"/>
                    </a:cubicBezTo>
                    <a:cubicBezTo>
                      <a:pt x="85" y="44"/>
                      <a:pt x="84" y="44"/>
                      <a:pt x="83" y="44"/>
                    </a:cubicBezTo>
                    <a:cubicBezTo>
                      <a:pt x="82" y="44"/>
                      <a:pt x="82" y="44"/>
                      <a:pt x="82" y="44"/>
                    </a:cubicBezTo>
                    <a:cubicBezTo>
                      <a:pt x="81" y="45"/>
                      <a:pt x="80" y="45"/>
                      <a:pt x="79" y="45"/>
                    </a:cubicBezTo>
                    <a:cubicBezTo>
                      <a:pt x="78" y="45"/>
                      <a:pt x="78" y="45"/>
                      <a:pt x="78" y="45"/>
                    </a:cubicBezTo>
                    <a:cubicBezTo>
                      <a:pt x="76" y="45"/>
                      <a:pt x="75" y="45"/>
                      <a:pt x="74" y="45"/>
                    </a:cubicBezTo>
                    <a:cubicBezTo>
                      <a:pt x="74" y="45"/>
                      <a:pt x="74" y="45"/>
                      <a:pt x="74" y="45"/>
                    </a:cubicBezTo>
                    <a:cubicBezTo>
                      <a:pt x="73" y="45"/>
                      <a:pt x="73" y="45"/>
                      <a:pt x="73" y="45"/>
                    </a:cubicBezTo>
                    <a:cubicBezTo>
                      <a:pt x="72" y="45"/>
                      <a:pt x="71" y="45"/>
                      <a:pt x="69" y="45"/>
                    </a:cubicBezTo>
                    <a:cubicBezTo>
                      <a:pt x="68" y="45"/>
                      <a:pt x="68" y="45"/>
                      <a:pt x="68" y="45"/>
                    </a:cubicBezTo>
                    <a:cubicBezTo>
                      <a:pt x="67" y="45"/>
                      <a:pt x="66" y="45"/>
                      <a:pt x="65" y="44"/>
                    </a:cubicBezTo>
                    <a:cubicBezTo>
                      <a:pt x="64" y="44"/>
                      <a:pt x="64" y="44"/>
                      <a:pt x="64" y="44"/>
                    </a:cubicBezTo>
                    <a:cubicBezTo>
                      <a:pt x="63" y="44"/>
                      <a:pt x="61" y="44"/>
                      <a:pt x="60" y="44"/>
                    </a:cubicBezTo>
                    <a:cubicBezTo>
                      <a:pt x="59" y="44"/>
                      <a:pt x="59" y="44"/>
                      <a:pt x="59" y="44"/>
                    </a:cubicBezTo>
                    <a:cubicBezTo>
                      <a:pt x="58" y="44"/>
                      <a:pt x="57" y="43"/>
                      <a:pt x="56" y="43"/>
                    </a:cubicBezTo>
                    <a:cubicBezTo>
                      <a:pt x="55" y="43"/>
                      <a:pt x="55" y="43"/>
                      <a:pt x="55" y="43"/>
                    </a:cubicBezTo>
                    <a:cubicBezTo>
                      <a:pt x="28" y="37"/>
                      <a:pt x="11" y="21"/>
                      <a:pt x="11" y="21"/>
                    </a:cubicBezTo>
                    <a:moveTo>
                      <a:pt x="11" y="34"/>
                    </a:moveTo>
                    <a:cubicBezTo>
                      <a:pt x="11" y="34"/>
                      <a:pt x="11" y="34"/>
                      <a:pt x="11" y="34"/>
                    </a:cubicBezTo>
                    <a:cubicBezTo>
                      <a:pt x="13" y="27"/>
                      <a:pt x="13" y="27"/>
                      <a:pt x="13" y="27"/>
                    </a:cubicBezTo>
                    <a:cubicBezTo>
                      <a:pt x="13" y="27"/>
                      <a:pt x="13" y="27"/>
                      <a:pt x="13" y="27"/>
                    </a:cubicBezTo>
                    <a:cubicBezTo>
                      <a:pt x="12" y="26"/>
                      <a:pt x="12" y="26"/>
                      <a:pt x="12" y="26"/>
                    </a:cubicBezTo>
                    <a:cubicBezTo>
                      <a:pt x="13" y="27"/>
                      <a:pt x="13" y="27"/>
                      <a:pt x="13" y="27"/>
                    </a:cubicBezTo>
                    <a:cubicBezTo>
                      <a:pt x="14" y="27"/>
                      <a:pt x="14" y="27"/>
                      <a:pt x="14" y="27"/>
                    </a:cubicBezTo>
                    <a:cubicBezTo>
                      <a:pt x="15" y="28"/>
                      <a:pt x="15" y="28"/>
                      <a:pt x="15" y="28"/>
                    </a:cubicBezTo>
                    <a:cubicBezTo>
                      <a:pt x="15" y="28"/>
                      <a:pt x="15" y="28"/>
                      <a:pt x="15" y="28"/>
                    </a:cubicBezTo>
                    <a:cubicBezTo>
                      <a:pt x="14" y="28"/>
                      <a:pt x="14" y="28"/>
                      <a:pt x="14" y="28"/>
                    </a:cubicBezTo>
                    <a:cubicBezTo>
                      <a:pt x="14" y="29"/>
                      <a:pt x="14" y="29"/>
                      <a:pt x="14" y="29"/>
                    </a:cubicBezTo>
                    <a:cubicBezTo>
                      <a:pt x="13" y="33"/>
                      <a:pt x="13" y="33"/>
                      <a:pt x="13" y="33"/>
                    </a:cubicBezTo>
                    <a:cubicBezTo>
                      <a:pt x="13" y="33"/>
                      <a:pt x="13" y="33"/>
                      <a:pt x="13" y="33"/>
                    </a:cubicBezTo>
                    <a:cubicBezTo>
                      <a:pt x="13" y="33"/>
                      <a:pt x="13" y="33"/>
                      <a:pt x="13" y="33"/>
                    </a:cubicBezTo>
                    <a:cubicBezTo>
                      <a:pt x="16" y="31"/>
                      <a:pt x="16" y="31"/>
                      <a:pt x="16" y="31"/>
                    </a:cubicBezTo>
                    <a:cubicBezTo>
                      <a:pt x="17" y="31"/>
                      <a:pt x="17" y="31"/>
                      <a:pt x="17" y="31"/>
                    </a:cubicBezTo>
                    <a:cubicBezTo>
                      <a:pt x="16" y="29"/>
                      <a:pt x="16" y="29"/>
                      <a:pt x="16" y="29"/>
                    </a:cubicBezTo>
                    <a:cubicBezTo>
                      <a:pt x="17" y="29"/>
                      <a:pt x="17" y="29"/>
                      <a:pt x="17" y="29"/>
                    </a:cubicBezTo>
                    <a:cubicBezTo>
                      <a:pt x="17" y="30"/>
                      <a:pt x="17" y="30"/>
                      <a:pt x="17" y="30"/>
                    </a:cubicBezTo>
                    <a:cubicBezTo>
                      <a:pt x="18" y="30"/>
                      <a:pt x="18" y="30"/>
                      <a:pt x="18" y="30"/>
                    </a:cubicBezTo>
                    <a:cubicBezTo>
                      <a:pt x="18" y="31"/>
                      <a:pt x="18" y="31"/>
                      <a:pt x="18" y="31"/>
                    </a:cubicBezTo>
                    <a:cubicBezTo>
                      <a:pt x="17" y="31"/>
                      <a:pt x="17" y="31"/>
                      <a:pt x="17" y="31"/>
                    </a:cubicBezTo>
                    <a:cubicBezTo>
                      <a:pt x="12" y="34"/>
                      <a:pt x="12" y="34"/>
                      <a:pt x="12" y="34"/>
                    </a:cubicBezTo>
                    <a:lnTo>
                      <a:pt x="11" y="34"/>
                    </a:lnTo>
                    <a:close/>
                    <a:moveTo>
                      <a:pt x="18" y="39"/>
                    </a:moveTo>
                    <a:cubicBezTo>
                      <a:pt x="17" y="38"/>
                      <a:pt x="17" y="38"/>
                      <a:pt x="16" y="37"/>
                    </a:cubicBezTo>
                    <a:cubicBezTo>
                      <a:pt x="15" y="37"/>
                      <a:pt x="15" y="37"/>
                      <a:pt x="15" y="37"/>
                    </a:cubicBezTo>
                    <a:cubicBezTo>
                      <a:pt x="15" y="37"/>
                      <a:pt x="15" y="37"/>
                      <a:pt x="15" y="37"/>
                    </a:cubicBezTo>
                    <a:cubicBezTo>
                      <a:pt x="15" y="36"/>
                      <a:pt x="16" y="37"/>
                      <a:pt x="16" y="36"/>
                    </a:cubicBezTo>
                    <a:cubicBezTo>
                      <a:pt x="19" y="32"/>
                      <a:pt x="19" y="32"/>
                      <a:pt x="19" y="32"/>
                    </a:cubicBezTo>
                    <a:cubicBezTo>
                      <a:pt x="18" y="31"/>
                      <a:pt x="18" y="31"/>
                      <a:pt x="18" y="31"/>
                    </a:cubicBezTo>
                    <a:cubicBezTo>
                      <a:pt x="19" y="31"/>
                      <a:pt x="19" y="31"/>
                      <a:pt x="19" y="31"/>
                    </a:cubicBezTo>
                    <a:cubicBezTo>
                      <a:pt x="19" y="31"/>
                      <a:pt x="20" y="31"/>
                      <a:pt x="21" y="32"/>
                    </a:cubicBezTo>
                    <a:cubicBezTo>
                      <a:pt x="23" y="33"/>
                      <a:pt x="23" y="33"/>
                      <a:pt x="23" y="33"/>
                    </a:cubicBezTo>
                    <a:cubicBezTo>
                      <a:pt x="23" y="34"/>
                      <a:pt x="23" y="34"/>
                      <a:pt x="23" y="34"/>
                    </a:cubicBezTo>
                    <a:cubicBezTo>
                      <a:pt x="22" y="34"/>
                      <a:pt x="22" y="34"/>
                      <a:pt x="22" y="34"/>
                    </a:cubicBezTo>
                    <a:cubicBezTo>
                      <a:pt x="22" y="35"/>
                      <a:pt x="22" y="35"/>
                      <a:pt x="22" y="35"/>
                    </a:cubicBezTo>
                    <a:cubicBezTo>
                      <a:pt x="22" y="34"/>
                      <a:pt x="23" y="34"/>
                      <a:pt x="21" y="33"/>
                    </a:cubicBezTo>
                    <a:cubicBezTo>
                      <a:pt x="20" y="32"/>
                      <a:pt x="20" y="32"/>
                      <a:pt x="20" y="33"/>
                    </a:cubicBezTo>
                    <a:cubicBezTo>
                      <a:pt x="19" y="34"/>
                      <a:pt x="19" y="34"/>
                      <a:pt x="19" y="34"/>
                    </a:cubicBezTo>
                    <a:cubicBezTo>
                      <a:pt x="19" y="35"/>
                      <a:pt x="19" y="35"/>
                      <a:pt x="19" y="35"/>
                    </a:cubicBezTo>
                    <a:cubicBezTo>
                      <a:pt x="20" y="35"/>
                      <a:pt x="20" y="35"/>
                      <a:pt x="20" y="35"/>
                    </a:cubicBezTo>
                    <a:cubicBezTo>
                      <a:pt x="21" y="35"/>
                      <a:pt x="21" y="35"/>
                      <a:pt x="21" y="35"/>
                    </a:cubicBezTo>
                    <a:cubicBezTo>
                      <a:pt x="21" y="35"/>
                      <a:pt x="21" y="35"/>
                      <a:pt x="21" y="35"/>
                    </a:cubicBezTo>
                    <a:cubicBezTo>
                      <a:pt x="20" y="37"/>
                      <a:pt x="20" y="37"/>
                      <a:pt x="20" y="37"/>
                    </a:cubicBezTo>
                    <a:cubicBezTo>
                      <a:pt x="20" y="37"/>
                      <a:pt x="20" y="37"/>
                      <a:pt x="20" y="37"/>
                    </a:cubicBezTo>
                    <a:cubicBezTo>
                      <a:pt x="20" y="35"/>
                      <a:pt x="20" y="35"/>
                      <a:pt x="20" y="35"/>
                    </a:cubicBezTo>
                    <a:cubicBezTo>
                      <a:pt x="19" y="35"/>
                      <a:pt x="19" y="35"/>
                      <a:pt x="19" y="35"/>
                    </a:cubicBezTo>
                    <a:cubicBezTo>
                      <a:pt x="18" y="35"/>
                      <a:pt x="18" y="35"/>
                      <a:pt x="18" y="35"/>
                    </a:cubicBezTo>
                    <a:cubicBezTo>
                      <a:pt x="17" y="37"/>
                      <a:pt x="17" y="37"/>
                      <a:pt x="17" y="37"/>
                    </a:cubicBezTo>
                    <a:cubicBezTo>
                      <a:pt x="18" y="38"/>
                      <a:pt x="18" y="38"/>
                      <a:pt x="18" y="38"/>
                    </a:cubicBezTo>
                    <a:cubicBezTo>
                      <a:pt x="20" y="39"/>
                      <a:pt x="20" y="38"/>
                      <a:pt x="21" y="38"/>
                    </a:cubicBezTo>
                    <a:cubicBezTo>
                      <a:pt x="21" y="38"/>
                      <a:pt x="21" y="38"/>
                      <a:pt x="21" y="38"/>
                    </a:cubicBezTo>
                    <a:lnTo>
                      <a:pt x="18" y="39"/>
                    </a:lnTo>
                    <a:close/>
                    <a:moveTo>
                      <a:pt x="26" y="42"/>
                    </a:moveTo>
                    <a:cubicBezTo>
                      <a:pt x="26" y="42"/>
                      <a:pt x="26" y="42"/>
                      <a:pt x="26" y="42"/>
                    </a:cubicBezTo>
                    <a:cubicBezTo>
                      <a:pt x="26" y="43"/>
                      <a:pt x="26" y="43"/>
                      <a:pt x="26" y="43"/>
                    </a:cubicBezTo>
                    <a:cubicBezTo>
                      <a:pt x="26" y="43"/>
                      <a:pt x="26" y="43"/>
                      <a:pt x="26" y="43"/>
                    </a:cubicBezTo>
                    <a:cubicBezTo>
                      <a:pt x="25" y="43"/>
                      <a:pt x="25" y="43"/>
                      <a:pt x="25" y="43"/>
                    </a:cubicBezTo>
                    <a:cubicBezTo>
                      <a:pt x="25" y="41"/>
                      <a:pt x="25" y="41"/>
                      <a:pt x="25" y="41"/>
                    </a:cubicBezTo>
                    <a:cubicBezTo>
                      <a:pt x="25" y="39"/>
                      <a:pt x="25" y="39"/>
                      <a:pt x="25" y="39"/>
                    </a:cubicBezTo>
                    <a:cubicBezTo>
                      <a:pt x="24" y="38"/>
                      <a:pt x="24" y="38"/>
                      <a:pt x="24" y="38"/>
                    </a:cubicBezTo>
                    <a:cubicBezTo>
                      <a:pt x="24" y="38"/>
                      <a:pt x="24" y="38"/>
                      <a:pt x="24" y="38"/>
                    </a:cubicBezTo>
                    <a:cubicBezTo>
                      <a:pt x="23" y="40"/>
                      <a:pt x="23" y="40"/>
                      <a:pt x="23" y="40"/>
                    </a:cubicBezTo>
                    <a:cubicBezTo>
                      <a:pt x="22" y="41"/>
                      <a:pt x="23" y="41"/>
                      <a:pt x="23" y="41"/>
                    </a:cubicBezTo>
                    <a:cubicBezTo>
                      <a:pt x="23" y="41"/>
                      <a:pt x="23" y="41"/>
                      <a:pt x="23" y="41"/>
                    </a:cubicBezTo>
                    <a:cubicBezTo>
                      <a:pt x="22" y="41"/>
                      <a:pt x="22" y="41"/>
                      <a:pt x="22" y="41"/>
                    </a:cubicBezTo>
                    <a:cubicBezTo>
                      <a:pt x="21" y="40"/>
                      <a:pt x="21" y="40"/>
                      <a:pt x="21" y="40"/>
                    </a:cubicBezTo>
                    <a:cubicBezTo>
                      <a:pt x="20" y="40"/>
                      <a:pt x="20" y="40"/>
                      <a:pt x="20" y="40"/>
                    </a:cubicBezTo>
                    <a:cubicBezTo>
                      <a:pt x="21" y="40"/>
                      <a:pt x="21" y="40"/>
                      <a:pt x="22" y="39"/>
                    </a:cubicBezTo>
                    <a:cubicBezTo>
                      <a:pt x="24" y="35"/>
                      <a:pt x="24" y="35"/>
                      <a:pt x="24" y="35"/>
                    </a:cubicBezTo>
                    <a:cubicBezTo>
                      <a:pt x="24" y="34"/>
                      <a:pt x="23" y="34"/>
                      <a:pt x="23" y="34"/>
                    </a:cubicBezTo>
                    <a:cubicBezTo>
                      <a:pt x="24" y="34"/>
                      <a:pt x="24" y="34"/>
                      <a:pt x="24" y="34"/>
                    </a:cubicBezTo>
                    <a:cubicBezTo>
                      <a:pt x="25" y="34"/>
                      <a:pt x="25" y="34"/>
                      <a:pt x="25" y="34"/>
                    </a:cubicBezTo>
                    <a:cubicBezTo>
                      <a:pt x="26" y="35"/>
                      <a:pt x="26" y="35"/>
                      <a:pt x="26" y="35"/>
                    </a:cubicBezTo>
                    <a:cubicBezTo>
                      <a:pt x="28" y="36"/>
                      <a:pt x="28" y="38"/>
                      <a:pt x="28" y="38"/>
                    </a:cubicBezTo>
                    <a:cubicBezTo>
                      <a:pt x="27" y="39"/>
                      <a:pt x="27" y="39"/>
                      <a:pt x="27" y="39"/>
                    </a:cubicBezTo>
                    <a:cubicBezTo>
                      <a:pt x="26" y="39"/>
                      <a:pt x="26" y="39"/>
                      <a:pt x="26" y="39"/>
                    </a:cubicBezTo>
                    <a:cubicBezTo>
                      <a:pt x="26" y="39"/>
                      <a:pt x="26" y="41"/>
                      <a:pt x="26" y="42"/>
                    </a:cubicBezTo>
                    <a:moveTo>
                      <a:pt x="31" y="39"/>
                    </a:moveTo>
                    <a:cubicBezTo>
                      <a:pt x="29" y="43"/>
                      <a:pt x="29" y="43"/>
                      <a:pt x="29" y="43"/>
                    </a:cubicBezTo>
                    <a:cubicBezTo>
                      <a:pt x="29" y="44"/>
                      <a:pt x="30" y="45"/>
                      <a:pt x="30" y="45"/>
                    </a:cubicBezTo>
                    <a:cubicBezTo>
                      <a:pt x="30" y="45"/>
                      <a:pt x="30" y="45"/>
                      <a:pt x="30" y="45"/>
                    </a:cubicBezTo>
                    <a:cubicBezTo>
                      <a:pt x="28" y="44"/>
                      <a:pt x="28" y="44"/>
                      <a:pt x="28" y="44"/>
                    </a:cubicBezTo>
                    <a:cubicBezTo>
                      <a:pt x="27" y="44"/>
                      <a:pt x="27" y="44"/>
                      <a:pt x="27" y="44"/>
                    </a:cubicBezTo>
                    <a:cubicBezTo>
                      <a:pt x="27" y="44"/>
                      <a:pt x="27" y="44"/>
                      <a:pt x="27" y="44"/>
                    </a:cubicBezTo>
                    <a:cubicBezTo>
                      <a:pt x="28" y="43"/>
                      <a:pt x="28" y="43"/>
                      <a:pt x="28" y="43"/>
                    </a:cubicBezTo>
                    <a:cubicBezTo>
                      <a:pt x="30" y="39"/>
                      <a:pt x="30" y="39"/>
                      <a:pt x="30" y="39"/>
                    </a:cubicBezTo>
                    <a:cubicBezTo>
                      <a:pt x="30" y="37"/>
                      <a:pt x="30" y="37"/>
                      <a:pt x="30" y="37"/>
                    </a:cubicBezTo>
                    <a:cubicBezTo>
                      <a:pt x="30" y="37"/>
                      <a:pt x="30" y="37"/>
                      <a:pt x="30" y="37"/>
                    </a:cubicBezTo>
                    <a:cubicBezTo>
                      <a:pt x="31" y="38"/>
                      <a:pt x="31" y="38"/>
                      <a:pt x="31" y="38"/>
                    </a:cubicBezTo>
                    <a:cubicBezTo>
                      <a:pt x="32" y="38"/>
                      <a:pt x="32" y="38"/>
                      <a:pt x="32" y="38"/>
                    </a:cubicBezTo>
                    <a:cubicBezTo>
                      <a:pt x="33" y="39"/>
                      <a:pt x="33" y="39"/>
                      <a:pt x="33" y="39"/>
                    </a:cubicBezTo>
                    <a:cubicBezTo>
                      <a:pt x="32" y="39"/>
                      <a:pt x="32" y="38"/>
                      <a:pt x="31" y="39"/>
                    </a:cubicBezTo>
                    <a:moveTo>
                      <a:pt x="36" y="41"/>
                    </a:moveTo>
                    <a:cubicBezTo>
                      <a:pt x="35" y="46"/>
                      <a:pt x="35" y="46"/>
                      <a:pt x="35" y="46"/>
                    </a:cubicBezTo>
                    <a:cubicBezTo>
                      <a:pt x="34" y="47"/>
                      <a:pt x="35" y="47"/>
                      <a:pt x="35" y="47"/>
                    </a:cubicBezTo>
                    <a:cubicBezTo>
                      <a:pt x="35" y="47"/>
                      <a:pt x="35" y="47"/>
                      <a:pt x="35" y="47"/>
                    </a:cubicBezTo>
                    <a:cubicBezTo>
                      <a:pt x="33" y="47"/>
                      <a:pt x="33" y="47"/>
                      <a:pt x="33" y="47"/>
                    </a:cubicBezTo>
                    <a:cubicBezTo>
                      <a:pt x="32" y="46"/>
                      <a:pt x="32" y="46"/>
                      <a:pt x="32" y="46"/>
                    </a:cubicBezTo>
                    <a:cubicBezTo>
                      <a:pt x="32" y="46"/>
                      <a:pt x="32" y="46"/>
                      <a:pt x="32" y="46"/>
                    </a:cubicBezTo>
                    <a:cubicBezTo>
                      <a:pt x="32" y="45"/>
                      <a:pt x="33" y="46"/>
                      <a:pt x="33" y="45"/>
                    </a:cubicBezTo>
                    <a:cubicBezTo>
                      <a:pt x="35" y="41"/>
                      <a:pt x="35" y="41"/>
                      <a:pt x="35" y="41"/>
                    </a:cubicBezTo>
                    <a:cubicBezTo>
                      <a:pt x="35" y="40"/>
                      <a:pt x="35" y="40"/>
                      <a:pt x="35" y="40"/>
                    </a:cubicBezTo>
                    <a:cubicBezTo>
                      <a:pt x="34" y="40"/>
                      <a:pt x="34" y="40"/>
                      <a:pt x="34" y="40"/>
                    </a:cubicBezTo>
                    <a:cubicBezTo>
                      <a:pt x="33" y="40"/>
                      <a:pt x="33" y="41"/>
                      <a:pt x="33" y="41"/>
                    </a:cubicBezTo>
                    <a:cubicBezTo>
                      <a:pt x="33" y="40"/>
                      <a:pt x="33" y="40"/>
                      <a:pt x="33" y="40"/>
                    </a:cubicBezTo>
                    <a:cubicBezTo>
                      <a:pt x="33" y="39"/>
                      <a:pt x="33" y="39"/>
                      <a:pt x="33" y="39"/>
                    </a:cubicBezTo>
                    <a:cubicBezTo>
                      <a:pt x="33" y="39"/>
                      <a:pt x="33" y="39"/>
                      <a:pt x="33" y="39"/>
                    </a:cubicBezTo>
                    <a:cubicBezTo>
                      <a:pt x="34" y="39"/>
                      <a:pt x="35" y="40"/>
                      <a:pt x="36" y="40"/>
                    </a:cubicBezTo>
                    <a:cubicBezTo>
                      <a:pt x="38" y="41"/>
                      <a:pt x="38" y="41"/>
                      <a:pt x="39" y="41"/>
                    </a:cubicBezTo>
                    <a:cubicBezTo>
                      <a:pt x="39" y="42"/>
                      <a:pt x="39" y="42"/>
                      <a:pt x="39" y="42"/>
                    </a:cubicBezTo>
                    <a:cubicBezTo>
                      <a:pt x="39" y="42"/>
                      <a:pt x="39" y="42"/>
                      <a:pt x="39" y="42"/>
                    </a:cubicBezTo>
                    <a:cubicBezTo>
                      <a:pt x="38" y="43"/>
                      <a:pt x="38" y="43"/>
                      <a:pt x="38" y="43"/>
                    </a:cubicBezTo>
                    <a:cubicBezTo>
                      <a:pt x="38" y="43"/>
                      <a:pt x="39" y="42"/>
                      <a:pt x="38" y="42"/>
                    </a:cubicBezTo>
                    <a:cubicBezTo>
                      <a:pt x="37" y="41"/>
                      <a:pt x="37" y="41"/>
                      <a:pt x="37" y="41"/>
                    </a:cubicBezTo>
                    <a:lnTo>
                      <a:pt x="36" y="41"/>
                    </a:lnTo>
                    <a:close/>
                    <a:moveTo>
                      <a:pt x="44" y="50"/>
                    </a:moveTo>
                    <a:cubicBezTo>
                      <a:pt x="44" y="50"/>
                      <a:pt x="44" y="50"/>
                      <a:pt x="44" y="50"/>
                    </a:cubicBezTo>
                    <a:cubicBezTo>
                      <a:pt x="42" y="50"/>
                      <a:pt x="42" y="50"/>
                      <a:pt x="42" y="50"/>
                    </a:cubicBezTo>
                    <a:cubicBezTo>
                      <a:pt x="41" y="50"/>
                      <a:pt x="41" y="50"/>
                      <a:pt x="41" y="50"/>
                    </a:cubicBezTo>
                    <a:cubicBezTo>
                      <a:pt x="41" y="49"/>
                      <a:pt x="41" y="49"/>
                      <a:pt x="41" y="49"/>
                    </a:cubicBezTo>
                    <a:cubicBezTo>
                      <a:pt x="42" y="49"/>
                      <a:pt x="42" y="49"/>
                      <a:pt x="42" y="49"/>
                    </a:cubicBezTo>
                    <a:cubicBezTo>
                      <a:pt x="42" y="48"/>
                      <a:pt x="42" y="48"/>
                      <a:pt x="42" y="48"/>
                    </a:cubicBezTo>
                    <a:cubicBezTo>
                      <a:pt x="42" y="47"/>
                      <a:pt x="42" y="47"/>
                      <a:pt x="42"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8" y="48"/>
                      <a:pt x="38" y="48"/>
                      <a:pt x="38" y="48"/>
                    </a:cubicBezTo>
                    <a:cubicBezTo>
                      <a:pt x="37" y="48"/>
                      <a:pt x="37" y="48"/>
                      <a:pt x="37" y="48"/>
                    </a:cubicBezTo>
                    <a:cubicBezTo>
                      <a:pt x="37" y="48"/>
                      <a:pt x="37" y="48"/>
                      <a:pt x="37" y="48"/>
                    </a:cubicBezTo>
                    <a:cubicBezTo>
                      <a:pt x="38" y="48"/>
                      <a:pt x="38" y="48"/>
                      <a:pt x="38" y="48"/>
                    </a:cubicBezTo>
                    <a:cubicBezTo>
                      <a:pt x="42" y="43"/>
                      <a:pt x="42" y="43"/>
                      <a:pt x="42" y="43"/>
                    </a:cubicBezTo>
                    <a:cubicBezTo>
                      <a:pt x="43" y="43"/>
                      <a:pt x="43" y="43"/>
                      <a:pt x="43" y="43"/>
                    </a:cubicBezTo>
                    <a:cubicBezTo>
                      <a:pt x="43" y="43"/>
                      <a:pt x="43" y="43"/>
                      <a:pt x="43" y="43"/>
                    </a:cubicBezTo>
                    <a:cubicBezTo>
                      <a:pt x="43" y="50"/>
                      <a:pt x="43" y="50"/>
                      <a:pt x="43" y="50"/>
                    </a:cubicBezTo>
                    <a:lnTo>
                      <a:pt x="44" y="50"/>
                    </a:lnTo>
                    <a:close/>
                    <a:moveTo>
                      <a:pt x="51" y="46"/>
                    </a:moveTo>
                    <a:cubicBezTo>
                      <a:pt x="50" y="47"/>
                      <a:pt x="50" y="47"/>
                      <a:pt x="50" y="47"/>
                    </a:cubicBezTo>
                    <a:cubicBezTo>
                      <a:pt x="50" y="47"/>
                      <a:pt x="50" y="47"/>
                      <a:pt x="50" y="47"/>
                    </a:cubicBezTo>
                    <a:cubicBezTo>
                      <a:pt x="50" y="47"/>
                      <a:pt x="50" y="45"/>
                      <a:pt x="49" y="45"/>
                    </a:cubicBezTo>
                    <a:cubicBezTo>
                      <a:pt x="47" y="46"/>
                      <a:pt x="47" y="46"/>
                      <a:pt x="47" y="46"/>
                    </a:cubicBezTo>
                    <a:cubicBezTo>
                      <a:pt x="47" y="46"/>
                      <a:pt x="48" y="47"/>
                      <a:pt x="49" y="47"/>
                    </a:cubicBezTo>
                    <a:cubicBezTo>
                      <a:pt x="50" y="48"/>
                      <a:pt x="50" y="49"/>
                      <a:pt x="50" y="50"/>
                    </a:cubicBezTo>
                    <a:cubicBezTo>
                      <a:pt x="49" y="51"/>
                      <a:pt x="48" y="52"/>
                      <a:pt x="47" y="51"/>
                    </a:cubicBezTo>
                    <a:cubicBezTo>
                      <a:pt x="46" y="51"/>
                      <a:pt x="46" y="51"/>
                      <a:pt x="46" y="51"/>
                    </a:cubicBezTo>
                    <a:cubicBezTo>
                      <a:pt x="45" y="50"/>
                      <a:pt x="45" y="50"/>
                      <a:pt x="45" y="50"/>
                    </a:cubicBezTo>
                    <a:cubicBezTo>
                      <a:pt x="45" y="49"/>
                      <a:pt x="45" y="49"/>
                      <a:pt x="45" y="49"/>
                    </a:cubicBezTo>
                    <a:cubicBezTo>
                      <a:pt x="46" y="48"/>
                      <a:pt x="46" y="48"/>
                      <a:pt x="46" y="48"/>
                    </a:cubicBezTo>
                    <a:cubicBezTo>
                      <a:pt x="46" y="49"/>
                      <a:pt x="46" y="49"/>
                      <a:pt x="46" y="49"/>
                    </a:cubicBezTo>
                    <a:cubicBezTo>
                      <a:pt x="46" y="50"/>
                      <a:pt x="46" y="51"/>
                      <a:pt x="47" y="51"/>
                    </a:cubicBezTo>
                    <a:cubicBezTo>
                      <a:pt x="49" y="50"/>
                      <a:pt x="49" y="50"/>
                      <a:pt x="49" y="50"/>
                    </a:cubicBezTo>
                    <a:cubicBezTo>
                      <a:pt x="49" y="49"/>
                      <a:pt x="49" y="49"/>
                      <a:pt x="47" y="48"/>
                    </a:cubicBezTo>
                    <a:cubicBezTo>
                      <a:pt x="47" y="47"/>
                      <a:pt x="46" y="47"/>
                      <a:pt x="46" y="46"/>
                    </a:cubicBezTo>
                    <a:cubicBezTo>
                      <a:pt x="47" y="45"/>
                      <a:pt x="48" y="44"/>
                      <a:pt x="49" y="45"/>
                    </a:cubicBezTo>
                    <a:cubicBezTo>
                      <a:pt x="50" y="45"/>
                      <a:pt x="50" y="45"/>
                      <a:pt x="50" y="45"/>
                    </a:cubicBezTo>
                    <a:cubicBezTo>
                      <a:pt x="51" y="45"/>
                      <a:pt x="51" y="45"/>
                      <a:pt x="51" y="45"/>
                    </a:cubicBezTo>
                    <a:lnTo>
                      <a:pt x="51" y="46"/>
                    </a:lnTo>
                    <a:close/>
                    <a:moveTo>
                      <a:pt x="55" y="49"/>
                    </a:moveTo>
                    <a:cubicBezTo>
                      <a:pt x="54" y="50"/>
                      <a:pt x="54" y="50"/>
                      <a:pt x="54" y="50"/>
                    </a:cubicBezTo>
                    <a:cubicBezTo>
                      <a:pt x="54" y="49"/>
                      <a:pt x="54" y="49"/>
                      <a:pt x="54" y="49"/>
                    </a:cubicBezTo>
                    <a:cubicBezTo>
                      <a:pt x="54" y="48"/>
                      <a:pt x="54" y="48"/>
                      <a:pt x="54" y="48"/>
                    </a:cubicBezTo>
                    <a:lnTo>
                      <a:pt x="55" y="49"/>
                    </a:lnTo>
                    <a:close/>
                    <a:moveTo>
                      <a:pt x="62" y="54"/>
                    </a:moveTo>
                    <a:cubicBezTo>
                      <a:pt x="60" y="54"/>
                      <a:pt x="59" y="54"/>
                      <a:pt x="59" y="54"/>
                    </a:cubicBezTo>
                    <a:cubicBezTo>
                      <a:pt x="58" y="54"/>
                      <a:pt x="58" y="54"/>
                      <a:pt x="58" y="54"/>
                    </a:cubicBezTo>
                    <a:cubicBezTo>
                      <a:pt x="58" y="54"/>
                      <a:pt x="58" y="54"/>
                      <a:pt x="58" y="54"/>
                    </a:cubicBezTo>
                    <a:cubicBezTo>
                      <a:pt x="58" y="53"/>
                      <a:pt x="58" y="54"/>
                      <a:pt x="58" y="53"/>
                    </a:cubicBezTo>
                    <a:cubicBezTo>
                      <a:pt x="59" y="48"/>
                      <a:pt x="59" y="48"/>
                      <a:pt x="59" y="48"/>
                    </a:cubicBezTo>
                    <a:cubicBezTo>
                      <a:pt x="58" y="47"/>
                      <a:pt x="58" y="47"/>
                      <a:pt x="58" y="47"/>
                    </a:cubicBezTo>
                    <a:cubicBezTo>
                      <a:pt x="59" y="47"/>
                      <a:pt x="59" y="47"/>
                      <a:pt x="59" y="47"/>
                    </a:cubicBezTo>
                    <a:cubicBezTo>
                      <a:pt x="60" y="47"/>
                      <a:pt x="60" y="47"/>
                      <a:pt x="60" y="47"/>
                    </a:cubicBezTo>
                    <a:cubicBezTo>
                      <a:pt x="61" y="47"/>
                      <a:pt x="61" y="47"/>
                      <a:pt x="61" y="47"/>
                    </a:cubicBezTo>
                    <a:cubicBezTo>
                      <a:pt x="61" y="47"/>
                      <a:pt x="61" y="47"/>
                      <a:pt x="61" y="47"/>
                    </a:cubicBezTo>
                    <a:cubicBezTo>
                      <a:pt x="60" y="48"/>
                      <a:pt x="60" y="48"/>
                      <a:pt x="60" y="48"/>
                    </a:cubicBezTo>
                    <a:cubicBezTo>
                      <a:pt x="60" y="53"/>
                      <a:pt x="60" y="53"/>
                      <a:pt x="60" y="53"/>
                    </a:cubicBezTo>
                    <a:cubicBezTo>
                      <a:pt x="60" y="54"/>
                      <a:pt x="60" y="54"/>
                      <a:pt x="60" y="54"/>
                    </a:cubicBezTo>
                    <a:cubicBezTo>
                      <a:pt x="63" y="54"/>
                      <a:pt x="63" y="53"/>
                      <a:pt x="63" y="53"/>
                    </a:cubicBezTo>
                    <a:cubicBezTo>
                      <a:pt x="63" y="53"/>
                      <a:pt x="63" y="53"/>
                      <a:pt x="63" y="53"/>
                    </a:cubicBezTo>
                    <a:lnTo>
                      <a:pt x="62" y="54"/>
                    </a:lnTo>
                    <a:close/>
                    <a:moveTo>
                      <a:pt x="66" y="49"/>
                    </a:moveTo>
                    <a:cubicBezTo>
                      <a:pt x="66" y="54"/>
                      <a:pt x="66" y="54"/>
                      <a:pt x="66" y="54"/>
                    </a:cubicBezTo>
                    <a:cubicBezTo>
                      <a:pt x="66" y="55"/>
                      <a:pt x="67" y="54"/>
                      <a:pt x="67" y="55"/>
                    </a:cubicBezTo>
                    <a:cubicBezTo>
                      <a:pt x="67" y="55"/>
                      <a:pt x="67" y="55"/>
                      <a:pt x="67" y="55"/>
                    </a:cubicBezTo>
                    <a:cubicBezTo>
                      <a:pt x="65" y="55"/>
                      <a:pt x="65" y="55"/>
                      <a:pt x="65" y="55"/>
                    </a:cubicBezTo>
                    <a:cubicBezTo>
                      <a:pt x="64" y="55"/>
                      <a:pt x="64" y="55"/>
                      <a:pt x="64" y="55"/>
                    </a:cubicBezTo>
                    <a:cubicBezTo>
                      <a:pt x="64" y="54"/>
                      <a:pt x="64" y="54"/>
                      <a:pt x="64" y="54"/>
                    </a:cubicBezTo>
                    <a:cubicBezTo>
                      <a:pt x="64" y="54"/>
                      <a:pt x="65" y="54"/>
                      <a:pt x="65" y="54"/>
                    </a:cubicBezTo>
                    <a:cubicBezTo>
                      <a:pt x="65" y="49"/>
                      <a:pt x="65" y="49"/>
                      <a:pt x="65" y="49"/>
                    </a:cubicBezTo>
                    <a:cubicBezTo>
                      <a:pt x="65" y="48"/>
                      <a:pt x="64" y="48"/>
                      <a:pt x="64" y="48"/>
                    </a:cubicBezTo>
                    <a:cubicBezTo>
                      <a:pt x="65" y="48"/>
                      <a:pt x="65" y="48"/>
                      <a:pt x="65" y="48"/>
                    </a:cubicBezTo>
                    <a:cubicBezTo>
                      <a:pt x="66" y="48"/>
                      <a:pt x="66" y="48"/>
                      <a:pt x="66" y="48"/>
                    </a:cubicBezTo>
                    <a:cubicBezTo>
                      <a:pt x="67" y="48"/>
                      <a:pt x="67" y="48"/>
                      <a:pt x="67" y="48"/>
                    </a:cubicBezTo>
                    <a:cubicBezTo>
                      <a:pt x="67" y="48"/>
                      <a:pt x="67" y="48"/>
                      <a:pt x="67" y="48"/>
                    </a:cubicBezTo>
                    <a:cubicBezTo>
                      <a:pt x="67" y="48"/>
                      <a:pt x="67" y="48"/>
                      <a:pt x="66" y="49"/>
                    </a:cubicBezTo>
                    <a:moveTo>
                      <a:pt x="71" y="55"/>
                    </a:moveTo>
                    <a:cubicBezTo>
                      <a:pt x="70" y="55"/>
                      <a:pt x="69" y="55"/>
                      <a:pt x="69" y="55"/>
                    </a:cubicBezTo>
                    <a:cubicBezTo>
                      <a:pt x="68" y="55"/>
                      <a:pt x="68" y="55"/>
                      <a:pt x="68" y="55"/>
                    </a:cubicBezTo>
                    <a:cubicBezTo>
                      <a:pt x="68" y="55"/>
                      <a:pt x="68" y="55"/>
                      <a:pt x="68" y="55"/>
                    </a:cubicBezTo>
                    <a:cubicBezTo>
                      <a:pt x="68" y="54"/>
                      <a:pt x="69" y="55"/>
                      <a:pt x="69" y="54"/>
                    </a:cubicBezTo>
                    <a:cubicBezTo>
                      <a:pt x="69" y="50"/>
                      <a:pt x="69" y="50"/>
                      <a:pt x="69" y="50"/>
                    </a:cubicBezTo>
                    <a:cubicBezTo>
                      <a:pt x="69" y="48"/>
                      <a:pt x="68" y="49"/>
                      <a:pt x="68" y="48"/>
                    </a:cubicBezTo>
                    <a:cubicBezTo>
                      <a:pt x="68" y="48"/>
                      <a:pt x="68" y="48"/>
                      <a:pt x="68" y="48"/>
                    </a:cubicBezTo>
                    <a:cubicBezTo>
                      <a:pt x="68" y="48"/>
                      <a:pt x="68" y="48"/>
                      <a:pt x="68" y="48"/>
                    </a:cubicBezTo>
                    <a:cubicBezTo>
                      <a:pt x="71" y="48"/>
                      <a:pt x="71" y="48"/>
                      <a:pt x="71" y="48"/>
                    </a:cubicBezTo>
                    <a:cubicBezTo>
                      <a:pt x="73" y="48"/>
                      <a:pt x="73" y="50"/>
                      <a:pt x="73" y="50"/>
                    </a:cubicBezTo>
                    <a:cubicBezTo>
                      <a:pt x="72" y="51"/>
                      <a:pt x="72" y="51"/>
                      <a:pt x="72" y="51"/>
                    </a:cubicBezTo>
                    <a:cubicBezTo>
                      <a:pt x="72" y="51"/>
                      <a:pt x="72" y="51"/>
                      <a:pt x="72" y="51"/>
                    </a:cubicBezTo>
                    <a:cubicBezTo>
                      <a:pt x="73" y="52"/>
                      <a:pt x="74" y="52"/>
                      <a:pt x="74" y="53"/>
                    </a:cubicBezTo>
                    <a:cubicBezTo>
                      <a:pt x="74" y="54"/>
                      <a:pt x="73" y="55"/>
                      <a:pt x="71" y="55"/>
                    </a:cubicBezTo>
                    <a:moveTo>
                      <a:pt x="79" y="55"/>
                    </a:moveTo>
                    <a:cubicBezTo>
                      <a:pt x="77" y="55"/>
                      <a:pt x="77" y="55"/>
                      <a:pt x="76" y="55"/>
                    </a:cubicBezTo>
                    <a:cubicBezTo>
                      <a:pt x="75" y="55"/>
                      <a:pt x="75" y="55"/>
                      <a:pt x="75" y="55"/>
                    </a:cubicBezTo>
                    <a:cubicBezTo>
                      <a:pt x="75" y="55"/>
                      <a:pt x="75" y="55"/>
                      <a:pt x="75" y="55"/>
                    </a:cubicBezTo>
                    <a:cubicBezTo>
                      <a:pt x="75" y="55"/>
                      <a:pt x="75" y="55"/>
                      <a:pt x="75" y="54"/>
                    </a:cubicBezTo>
                    <a:cubicBezTo>
                      <a:pt x="75" y="49"/>
                      <a:pt x="75" y="49"/>
                      <a:pt x="75" y="49"/>
                    </a:cubicBezTo>
                    <a:cubicBezTo>
                      <a:pt x="74" y="48"/>
                      <a:pt x="74" y="48"/>
                      <a:pt x="74" y="48"/>
                    </a:cubicBezTo>
                    <a:cubicBezTo>
                      <a:pt x="74" y="48"/>
                      <a:pt x="74" y="48"/>
                      <a:pt x="74" y="48"/>
                    </a:cubicBezTo>
                    <a:cubicBezTo>
                      <a:pt x="75" y="48"/>
                      <a:pt x="75" y="48"/>
                      <a:pt x="77" y="48"/>
                    </a:cubicBezTo>
                    <a:cubicBezTo>
                      <a:pt x="78" y="48"/>
                      <a:pt x="78" y="48"/>
                      <a:pt x="79" y="48"/>
                    </a:cubicBezTo>
                    <a:cubicBezTo>
                      <a:pt x="79" y="48"/>
                      <a:pt x="79" y="48"/>
                      <a:pt x="79" y="48"/>
                    </a:cubicBezTo>
                    <a:cubicBezTo>
                      <a:pt x="79" y="49"/>
                      <a:pt x="79" y="49"/>
                      <a:pt x="79" y="49"/>
                    </a:cubicBezTo>
                    <a:cubicBezTo>
                      <a:pt x="79" y="50"/>
                      <a:pt x="79" y="50"/>
                      <a:pt x="79" y="50"/>
                    </a:cubicBezTo>
                    <a:cubicBezTo>
                      <a:pt x="79" y="50"/>
                      <a:pt x="80" y="48"/>
                      <a:pt x="78" y="49"/>
                    </a:cubicBezTo>
                    <a:cubicBezTo>
                      <a:pt x="77" y="49"/>
                      <a:pt x="76" y="49"/>
                      <a:pt x="76" y="49"/>
                    </a:cubicBezTo>
                    <a:cubicBezTo>
                      <a:pt x="77" y="51"/>
                      <a:pt x="77" y="51"/>
                      <a:pt x="77" y="51"/>
                    </a:cubicBezTo>
                    <a:cubicBezTo>
                      <a:pt x="77" y="51"/>
                      <a:pt x="77" y="51"/>
                      <a:pt x="77" y="51"/>
                    </a:cubicBezTo>
                    <a:cubicBezTo>
                      <a:pt x="78" y="51"/>
                      <a:pt x="78" y="51"/>
                      <a:pt x="78" y="51"/>
                    </a:cubicBezTo>
                    <a:cubicBezTo>
                      <a:pt x="79" y="50"/>
                      <a:pt x="79" y="50"/>
                      <a:pt x="79" y="50"/>
                    </a:cubicBezTo>
                    <a:cubicBezTo>
                      <a:pt x="79" y="50"/>
                      <a:pt x="79" y="50"/>
                      <a:pt x="79" y="50"/>
                    </a:cubicBezTo>
                    <a:cubicBezTo>
                      <a:pt x="79" y="52"/>
                      <a:pt x="79" y="52"/>
                      <a:pt x="79" y="52"/>
                    </a:cubicBezTo>
                    <a:cubicBezTo>
                      <a:pt x="79" y="53"/>
                      <a:pt x="79" y="53"/>
                      <a:pt x="79" y="53"/>
                    </a:cubicBezTo>
                    <a:cubicBezTo>
                      <a:pt x="79" y="53"/>
                      <a:pt x="79" y="52"/>
                      <a:pt x="78" y="52"/>
                    </a:cubicBezTo>
                    <a:cubicBezTo>
                      <a:pt x="77" y="52"/>
                      <a:pt x="77" y="52"/>
                      <a:pt x="77" y="52"/>
                    </a:cubicBezTo>
                    <a:cubicBezTo>
                      <a:pt x="77" y="52"/>
                      <a:pt x="77" y="52"/>
                      <a:pt x="77" y="52"/>
                    </a:cubicBezTo>
                    <a:cubicBezTo>
                      <a:pt x="77" y="54"/>
                      <a:pt x="77" y="54"/>
                      <a:pt x="77" y="54"/>
                    </a:cubicBezTo>
                    <a:cubicBezTo>
                      <a:pt x="77" y="55"/>
                      <a:pt x="77" y="55"/>
                      <a:pt x="77" y="55"/>
                    </a:cubicBezTo>
                    <a:cubicBezTo>
                      <a:pt x="80" y="54"/>
                      <a:pt x="80" y="53"/>
                      <a:pt x="80" y="53"/>
                    </a:cubicBezTo>
                    <a:cubicBezTo>
                      <a:pt x="80" y="53"/>
                      <a:pt x="80" y="53"/>
                      <a:pt x="80" y="53"/>
                    </a:cubicBezTo>
                    <a:lnTo>
                      <a:pt x="79" y="55"/>
                    </a:lnTo>
                    <a:close/>
                    <a:moveTo>
                      <a:pt x="87" y="54"/>
                    </a:moveTo>
                    <a:cubicBezTo>
                      <a:pt x="85" y="53"/>
                      <a:pt x="85" y="53"/>
                      <a:pt x="85" y="53"/>
                    </a:cubicBezTo>
                    <a:cubicBezTo>
                      <a:pt x="84" y="52"/>
                      <a:pt x="84" y="52"/>
                      <a:pt x="84" y="52"/>
                    </a:cubicBezTo>
                    <a:cubicBezTo>
                      <a:pt x="83" y="51"/>
                      <a:pt x="83" y="51"/>
                      <a:pt x="83" y="51"/>
                    </a:cubicBezTo>
                    <a:cubicBezTo>
                      <a:pt x="83" y="52"/>
                      <a:pt x="83" y="52"/>
                      <a:pt x="83" y="52"/>
                    </a:cubicBezTo>
                    <a:cubicBezTo>
                      <a:pt x="83" y="54"/>
                      <a:pt x="83" y="54"/>
                      <a:pt x="83" y="54"/>
                    </a:cubicBezTo>
                    <a:cubicBezTo>
                      <a:pt x="83" y="55"/>
                      <a:pt x="84" y="54"/>
                      <a:pt x="84" y="54"/>
                    </a:cubicBezTo>
                    <a:cubicBezTo>
                      <a:pt x="84" y="55"/>
                      <a:pt x="84" y="55"/>
                      <a:pt x="84" y="55"/>
                    </a:cubicBezTo>
                    <a:cubicBezTo>
                      <a:pt x="83" y="55"/>
                      <a:pt x="83" y="55"/>
                      <a:pt x="83" y="55"/>
                    </a:cubicBezTo>
                    <a:cubicBezTo>
                      <a:pt x="81" y="55"/>
                      <a:pt x="81" y="55"/>
                      <a:pt x="81" y="55"/>
                    </a:cubicBezTo>
                    <a:cubicBezTo>
                      <a:pt x="81" y="55"/>
                      <a:pt x="81" y="55"/>
                      <a:pt x="81" y="55"/>
                    </a:cubicBezTo>
                    <a:cubicBezTo>
                      <a:pt x="81" y="54"/>
                      <a:pt x="82" y="55"/>
                      <a:pt x="82" y="53"/>
                    </a:cubicBezTo>
                    <a:cubicBezTo>
                      <a:pt x="81" y="49"/>
                      <a:pt x="81" y="49"/>
                      <a:pt x="81" y="49"/>
                    </a:cubicBezTo>
                    <a:cubicBezTo>
                      <a:pt x="81" y="48"/>
                      <a:pt x="80" y="48"/>
                      <a:pt x="80" y="48"/>
                    </a:cubicBezTo>
                    <a:cubicBezTo>
                      <a:pt x="80" y="48"/>
                      <a:pt x="80" y="48"/>
                      <a:pt x="80" y="48"/>
                    </a:cubicBezTo>
                    <a:cubicBezTo>
                      <a:pt x="81" y="48"/>
                      <a:pt x="81" y="48"/>
                      <a:pt x="81" y="48"/>
                    </a:cubicBezTo>
                    <a:cubicBezTo>
                      <a:pt x="83" y="48"/>
                      <a:pt x="83" y="48"/>
                      <a:pt x="83" y="48"/>
                    </a:cubicBezTo>
                    <a:cubicBezTo>
                      <a:pt x="86" y="47"/>
                      <a:pt x="86" y="49"/>
                      <a:pt x="86" y="49"/>
                    </a:cubicBezTo>
                    <a:cubicBezTo>
                      <a:pt x="85" y="50"/>
                      <a:pt x="85" y="50"/>
                      <a:pt x="85" y="50"/>
                    </a:cubicBezTo>
                    <a:cubicBezTo>
                      <a:pt x="85" y="51"/>
                      <a:pt x="85" y="51"/>
                      <a:pt x="85" y="51"/>
                    </a:cubicBezTo>
                    <a:cubicBezTo>
                      <a:pt x="85" y="51"/>
                      <a:pt x="86" y="52"/>
                      <a:pt x="87" y="54"/>
                    </a:cubicBezTo>
                    <a:cubicBezTo>
                      <a:pt x="87" y="54"/>
                      <a:pt x="87" y="54"/>
                      <a:pt x="87" y="54"/>
                    </a:cubicBezTo>
                    <a:cubicBezTo>
                      <a:pt x="87" y="54"/>
                      <a:pt x="87" y="54"/>
                      <a:pt x="87" y="54"/>
                    </a:cubicBezTo>
                    <a:cubicBezTo>
                      <a:pt x="88" y="54"/>
                      <a:pt x="88" y="54"/>
                      <a:pt x="88" y="54"/>
                    </a:cubicBezTo>
                    <a:lnTo>
                      <a:pt x="87" y="54"/>
                    </a:lnTo>
                    <a:close/>
                    <a:moveTo>
                      <a:pt x="95" y="53"/>
                    </a:moveTo>
                    <a:cubicBezTo>
                      <a:pt x="94" y="53"/>
                      <a:pt x="94" y="53"/>
                      <a:pt x="94" y="53"/>
                    </a:cubicBezTo>
                    <a:cubicBezTo>
                      <a:pt x="93" y="53"/>
                      <a:pt x="93" y="53"/>
                      <a:pt x="93" y="53"/>
                    </a:cubicBezTo>
                    <a:cubicBezTo>
                      <a:pt x="93" y="53"/>
                      <a:pt x="93" y="53"/>
                      <a:pt x="93" y="53"/>
                    </a:cubicBezTo>
                    <a:cubicBezTo>
                      <a:pt x="93" y="52"/>
                      <a:pt x="93" y="52"/>
                      <a:pt x="93" y="52"/>
                    </a:cubicBezTo>
                    <a:cubicBezTo>
                      <a:pt x="93" y="52"/>
                      <a:pt x="93" y="52"/>
                      <a:pt x="93" y="52"/>
                    </a:cubicBezTo>
                    <a:cubicBezTo>
                      <a:pt x="92" y="51"/>
                      <a:pt x="92" y="51"/>
                      <a:pt x="92" y="51"/>
                    </a:cubicBezTo>
                    <a:cubicBezTo>
                      <a:pt x="90" y="51"/>
                      <a:pt x="90" y="51"/>
                      <a:pt x="90" y="51"/>
                    </a:cubicBezTo>
                    <a:cubicBezTo>
                      <a:pt x="90" y="52"/>
                      <a:pt x="90" y="52"/>
                      <a:pt x="90" y="52"/>
                    </a:cubicBezTo>
                    <a:cubicBezTo>
                      <a:pt x="90" y="53"/>
                      <a:pt x="90" y="53"/>
                      <a:pt x="90" y="53"/>
                    </a:cubicBezTo>
                    <a:cubicBezTo>
                      <a:pt x="91" y="54"/>
                      <a:pt x="91" y="54"/>
                      <a:pt x="91" y="54"/>
                    </a:cubicBezTo>
                    <a:cubicBezTo>
                      <a:pt x="90" y="54"/>
                      <a:pt x="90" y="54"/>
                      <a:pt x="90" y="54"/>
                    </a:cubicBezTo>
                    <a:cubicBezTo>
                      <a:pt x="89" y="54"/>
                      <a:pt x="89" y="54"/>
                      <a:pt x="89" y="54"/>
                    </a:cubicBezTo>
                    <a:cubicBezTo>
                      <a:pt x="89" y="54"/>
                      <a:pt x="89" y="54"/>
                      <a:pt x="89" y="54"/>
                    </a:cubicBezTo>
                    <a:cubicBezTo>
                      <a:pt x="88" y="54"/>
                      <a:pt x="88" y="54"/>
                      <a:pt x="88" y="54"/>
                    </a:cubicBezTo>
                    <a:cubicBezTo>
                      <a:pt x="89" y="53"/>
                      <a:pt x="89" y="53"/>
                      <a:pt x="89" y="53"/>
                    </a:cubicBezTo>
                    <a:cubicBezTo>
                      <a:pt x="90" y="47"/>
                      <a:pt x="90" y="47"/>
                      <a:pt x="90" y="47"/>
                    </a:cubicBezTo>
                    <a:cubicBezTo>
                      <a:pt x="91" y="46"/>
                      <a:pt x="91" y="46"/>
                      <a:pt x="91" y="46"/>
                    </a:cubicBezTo>
                    <a:cubicBezTo>
                      <a:pt x="91" y="47"/>
                      <a:pt x="91" y="47"/>
                      <a:pt x="91" y="47"/>
                    </a:cubicBezTo>
                    <a:cubicBezTo>
                      <a:pt x="95" y="52"/>
                      <a:pt x="95" y="52"/>
                      <a:pt x="95" y="52"/>
                    </a:cubicBezTo>
                    <a:cubicBezTo>
                      <a:pt x="96" y="53"/>
                      <a:pt x="96" y="53"/>
                      <a:pt x="96" y="53"/>
                    </a:cubicBezTo>
                    <a:lnTo>
                      <a:pt x="95" y="53"/>
                    </a:lnTo>
                    <a:close/>
                    <a:moveTo>
                      <a:pt x="100" y="52"/>
                    </a:moveTo>
                    <a:cubicBezTo>
                      <a:pt x="98" y="52"/>
                      <a:pt x="98" y="52"/>
                      <a:pt x="97" y="52"/>
                    </a:cubicBezTo>
                    <a:cubicBezTo>
                      <a:pt x="97" y="52"/>
                      <a:pt x="97" y="52"/>
                      <a:pt x="97" y="52"/>
                    </a:cubicBezTo>
                    <a:cubicBezTo>
                      <a:pt x="96" y="52"/>
                      <a:pt x="96" y="52"/>
                      <a:pt x="96" y="52"/>
                    </a:cubicBezTo>
                    <a:cubicBezTo>
                      <a:pt x="96" y="52"/>
                      <a:pt x="97" y="52"/>
                      <a:pt x="97" y="51"/>
                    </a:cubicBezTo>
                    <a:cubicBezTo>
                      <a:pt x="96" y="47"/>
                      <a:pt x="96" y="47"/>
                      <a:pt x="96" y="47"/>
                    </a:cubicBezTo>
                    <a:cubicBezTo>
                      <a:pt x="95" y="46"/>
                      <a:pt x="94" y="46"/>
                      <a:pt x="94" y="46"/>
                    </a:cubicBezTo>
                    <a:cubicBezTo>
                      <a:pt x="94" y="46"/>
                      <a:pt x="94" y="46"/>
                      <a:pt x="94" y="46"/>
                    </a:cubicBezTo>
                    <a:cubicBezTo>
                      <a:pt x="95" y="46"/>
                      <a:pt x="95" y="46"/>
                      <a:pt x="95" y="46"/>
                    </a:cubicBezTo>
                    <a:cubicBezTo>
                      <a:pt x="97" y="45"/>
                      <a:pt x="97" y="45"/>
                      <a:pt x="97" y="45"/>
                    </a:cubicBezTo>
                    <a:cubicBezTo>
                      <a:pt x="100" y="44"/>
                      <a:pt x="100" y="46"/>
                      <a:pt x="100" y="46"/>
                    </a:cubicBezTo>
                    <a:cubicBezTo>
                      <a:pt x="99" y="48"/>
                      <a:pt x="99" y="48"/>
                      <a:pt x="99" y="48"/>
                    </a:cubicBezTo>
                    <a:cubicBezTo>
                      <a:pt x="101" y="48"/>
                      <a:pt x="101" y="48"/>
                      <a:pt x="101" y="49"/>
                    </a:cubicBezTo>
                    <a:cubicBezTo>
                      <a:pt x="102" y="50"/>
                      <a:pt x="101" y="51"/>
                      <a:pt x="100" y="52"/>
                    </a:cubicBezTo>
                    <a:moveTo>
                      <a:pt x="106" y="50"/>
                    </a:moveTo>
                    <a:cubicBezTo>
                      <a:pt x="104" y="50"/>
                      <a:pt x="104" y="50"/>
                      <a:pt x="104" y="50"/>
                    </a:cubicBezTo>
                    <a:cubicBezTo>
                      <a:pt x="103" y="50"/>
                      <a:pt x="103" y="50"/>
                      <a:pt x="103" y="50"/>
                    </a:cubicBezTo>
                    <a:cubicBezTo>
                      <a:pt x="103" y="50"/>
                      <a:pt x="103" y="50"/>
                      <a:pt x="103" y="50"/>
                    </a:cubicBezTo>
                    <a:cubicBezTo>
                      <a:pt x="103" y="49"/>
                      <a:pt x="103" y="49"/>
                      <a:pt x="103" y="49"/>
                    </a:cubicBezTo>
                    <a:cubicBezTo>
                      <a:pt x="102" y="45"/>
                      <a:pt x="102" y="45"/>
                      <a:pt x="102" y="45"/>
                    </a:cubicBezTo>
                    <a:cubicBezTo>
                      <a:pt x="101" y="44"/>
                      <a:pt x="101" y="44"/>
                      <a:pt x="101" y="44"/>
                    </a:cubicBezTo>
                    <a:cubicBezTo>
                      <a:pt x="101" y="44"/>
                      <a:pt x="101" y="44"/>
                      <a:pt x="101" y="44"/>
                    </a:cubicBezTo>
                    <a:cubicBezTo>
                      <a:pt x="102" y="44"/>
                      <a:pt x="102" y="44"/>
                      <a:pt x="102" y="44"/>
                    </a:cubicBezTo>
                    <a:cubicBezTo>
                      <a:pt x="103" y="43"/>
                      <a:pt x="103" y="43"/>
                      <a:pt x="103" y="43"/>
                    </a:cubicBezTo>
                    <a:cubicBezTo>
                      <a:pt x="104" y="43"/>
                      <a:pt x="104" y="43"/>
                      <a:pt x="104" y="43"/>
                    </a:cubicBezTo>
                    <a:cubicBezTo>
                      <a:pt x="103" y="44"/>
                      <a:pt x="103" y="44"/>
                      <a:pt x="103" y="44"/>
                    </a:cubicBezTo>
                    <a:cubicBezTo>
                      <a:pt x="105" y="49"/>
                      <a:pt x="105" y="49"/>
                      <a:pt x="105" y="49"/>
                    </a:cubicBezTo>
                    <a:cubicBezTo>
                      <a:pt x="105" y="50"/>
                      <a:pt x="106" y="49"/>
                      <a:pt x="106" y="49"/>
                    </a:cubicBezTo>
                    <a:lnTo>
                      <a:pt x="106" y="50"/>
                    </a:lnTo>
                    <a:close/>
                    <a:moveTo>
                      <a:pt x="111" y="48"/>
                    </a:moveTo>
                    <a:cubicBezTo>
                      <a:pt x="110" y="48"/>
                      <a:pt x="110" y="48"/>
                      <a:pt x="110" y="48"/>
                    </a:cubicBezTo>
                    <a:cubicBezTo>
                      <a:pt x="109" y="49"/>
                      <a:pt x="109" y="49"/>
                      <a:pt x="109" y="49"/>
                    </a:cubicBezTo>
                    <a:cubicBezTo>
                      <a:pt x="108" y="49"/>
                      <a:pt x="108" y="49"/>
                      <a:pt x="108" y="49"/>
                    </a:cubicBezTo>
                    <a:cubicBezTo>
                      <a:pt x="108" y="48"/>
                      <a:pt x="109" y="48"/>
                      <a:pt x="109" y="47"/>
                    </a:cubicBezTo>
                    <a:cubicBezTo>
                      <a:pt x="107" y="43"/>
                      <a:pt x="107" y="43"/>
                      <a:pt x="107" y="43"/>
                    </a:cubicBezTo>
                    <a:cubicBezTo>
                      <a:pt x="106" y="43"/>
                      <a:pt x="106" y="43"/>
                      <a:pt x="106" y="43"/>
                    </a:cubicBezTo>
                    <a:cubicBezTo>
                      <a:pt x="106" y="43"/>
                      <a:pt x="106" y="43"/>
                      <a:pt x="106" y="43"/>
                    </a:cubicBezTo>
                    <a:cubicBezTo>
                      <a:pt x="105" y="43"/>
                      <a:pt x="105" y="44"/>
                      <a:pt x="105" y="45"/>
                    </a:cubicBezTo>
                    <a:cubicBezTo>
                      <a:pt x="105" y="44"/>
                      <a:pt x="105" y="44"/>
                      <a:pt x="105" y="44"/>
                    </a:cubicBezTo>
                    <a:cubicBezTo>
                      <a:pt x="104" y="43"/>
                      <a:pt x="104" y="43"/>
                      <a:pt x="104" y="43"/>
                    </a:cubicBezTo>
                    <a:cubicBezTo>
                      <a:pt x="104" y="43"/>
                      <a:pt x="104" y="43"/>
                      <a:pt x="104" y="43"/>
                    </a:cubicBezTo>
                    <a:cubicBezTo>
                      <a:pt x="105" y="42"/>
                      <a:pt x="106" y="42"/>
                      <a:pt x="107" y="42"/>
                    </a:cubicBezTo>
                    <a:cubicBezTo>
                      <a:pt x="109" y="41"/>
                      <a:pt x="109" y="41"/>
                      <a:pt x="110" y="41"/>
                    </a:cubicBezTo>
                    <a:cubicBezTo>
                      <a:pt x="110" y="41"/>
                      <a:pt x="110" y="41"/>
                      <a:pt x="110" y="41"/>
                    </a:cubicBezTo>
                    <a:cubicBezTo>
                      <a:pt x="111" y="42"/>
                      <a:pt x="111" y="42"/>
                      <a:pt x="111" y="42"/>
                    </a:cubicBezTo>
                    <a:cubicBezTo>
                      <a:pt x="111" y="42"/>
                      <a:pt x="111" y="42"/>
                      <a:pt x="111" y="42"/>
                    </a:cubicBezTo>
                    <a:cubicBezTo>
                      <a:pt x="110" y="42"/>
                      <a:pt x="110" y="41"/>
                      <a:pt x="109" y="42"/>
                    </a:cubicBezTo>
                    <a:cubicBezTo>
                      <a:pt x="109" y="42"/>
                      <a:pt x="109" y="42"/>
                      <a:pt x="109" y="42"/>
                    </a:cubicBezTo>
                    <a:cubicBezTo>
                      <a:pt x="108" y="43"/>
                      <a:pt x="108" y="43"/>
                      <a:pt x="108" y="43"/>
                    </a:cubicBezTo>
                    <a:cubicBezTo>
                      <a:pt x="110" y="47"/>
                      <a:pt x="110" y="47"/>
                      <a:pt x="110" y="47"/>
                    </a:cubicBezTo>
                    <a:cubicBezTo>
                      <a:pt x="110" y="48"/>
                      <a:pt x="111" y="47"/>
                      <a:pt x="111" y="47"/>
                    </a:cubicBezTo>
                    <a:lnTo>
                      <a:pt x="111" y="48"/>
                    </a:lnTo>
                    <a:close/>
                    <a:moveTo>
                      <a:pt x="115" y="42"/>
                    </a:moveTo>
                    <a:cubicBezTo>
                      <a:pt x="114" y="42"/>
                      <a:pt x="114" y="42"/>
                      <a:pt x="114" y="42"/>
                    </a:cubicBezTo>
                    <a:cubicBezTo>
                      <a:pt x="115" y="41"/>
                      <a:pt x="115" y="41"/>
                      <a:pt x="115" y="41"/>
                    </a:cubicBezTo>
                    <a:cubicBezTo>
                      <a:pt x="116" y="41"/>
                      <a:pt x="116" y="41"/>
                      <a:pt x="116" y="41"/>
                    </a:cubicBezTo>
                    <a:lnTo>
                      <a:pt x="115" y="42"/>
                    </a:lnTo>
                    <a:close/>
                    <a:moveTo>
                      <a:pt x="126" y="40"/>
                    </a:moveTo>
                    <a:cubicBezTo>
                      <a:pt x="126" y="40"/>
                      <a:pt x="126" y="40"/>
                      <a:pt x="126" y="40"/>
                    </a:cubicBezTo>
                    <a:cubicBezTo>
                      <a:pt x="119" y="38"/>
                      <a:pt x="119" y="38"/>
                      <a:pt x="119" y="38"/>
                    </a:cubicBezTo>
                    <a:cubicBezTo>
                      <a:pt x="119" y="38"/>
                      <a:pt x="119" y="38"/>
                      <a:pt x="119" y="38"/>
                    </a:cubicBezTo>
                    <a:cubicBezTo>
                      <a:pt x="119" y="38"/>
                      <a:pt x="119" y="38"/>
                      <a:pt x="119" y="38"/>
                    </a:cubicBezTo>
                    <a:cubicBezTo>
                      <a:pt x="121" y="41"/>
                      <a:pt x="121" y="41"/>
                      <a:pt x="121" y="41"/>
                    </a:cubicBezTo>
                    <a:cubicBezTo>
                      <a:pt x="122" y="43"/>
                      <a:pt x="122" y="42"/>
                      <a:pt x="123" y="42"/>
                    </a:cubicBezTo>
                    <a:cubicBezTo>
                      <a:pt x="122" y="42"/>
                      <a:pt x="122" y="42"/>
                      <a:pt x="122" y="42"/>
                    </a:cubicBezTo>
                    <a:cubicBezTo>
                      <a:pt x="121" y="43"/>
                      <a:pt x="121" y="43"/>
                      <a:pt x="121" y="43"/>
                    </a:cubicBezTo>
                    <a:cubicBezTo>
                      <a:pt x="121" y="43"/>
                      <a:pt x="121" y="43"/>
                      <a:pt x="121" y="43"/>
                    </a:cubicBezTo>
                    <a:cubicBezTo>
                      <a:pt x="120" y="44"/>
                      <a:pt x="120" y="44"/>
                      <a:pt x="120" y="44"/>
                    </a:cubicBezTo>
                    <a:cubicBezTo>
                      <a:pt x="120" y="42"/>
                      <a:pt x="120" y="42"/>
                      <a:pt x="120" y="42"/>
                    </a:cubicBezTo>
                    <a:cubicBezTo>
                      <a:pt x="119" y="39"/>
                      <a:pt x="119" y="39"/>
                      <a:pt x="119" y="39"/>
                    </a:cubicBezTo>
                    <a:cubicBezTo>
                      <a:pt x="118" y="37"/>
                      <a:pt x="117" y="38"/>
                      <a:pt x="117" y="38"/>
                    </a:cubicBezTo>
                    <a:cubicBezTo>
                      <a:pt x="117" y="37"/>
                      <a:pt x="117" y="37"/>
                      <a:pt x="117" y="37"/>
                    </a:cubicBezTo>
                    <a:cubicBezTo>
                      <a:pt x="117" y="37"/>
                      <a:pt x="117" y="37"/>
                      <a:pt x="117" y="37"/>
                    </a:cubicBezTo>
                    <a:cubicBezTo>
                      <a:pt x="118" y="37"/>
                      <a:pt x="118" y="37"/>
                      <a:pt x="118" y="37"/>
                    </a:cubicBezTo>
                    <a:cubicBezTo>
                      <a:pt x="119" y="37"/>
                      <a:pt x="119" y="37"/>
                      <a:pt x="119" y="37"/>
                    </a:cubicBezTo>
                    <a:cubicBezTo>
                      <a:pt x="124" y="39"/>
                      <a:pt x="124" y="39"/>
                      <a:pt x="124" y="39"/>
                    </a:cubicBezTo>
                    <a:cubicBezTo>
                      <a:pt x="125" y="39"/>
                      <a:pt x="125" y="39"/>
                      <a:pt x="125" y="39"/>
                    </a:cubicBezTo>
                    <a:cubicBezTo>
                      <a:pt x="125" y="38"/>
                      <a:pt x="125" y="38"/>
                      <a:pt x="125" y="38"/>
                    </a:cubicBezTo>
                    <a:cubicBezTo>
                      <a:pt x="123" y="35"/>
                      <a:pt x="123" y="35"/>
                      <a:pt x="123" y="35"/>
                    </a:cubicBezTo>
                    <a:cubicBezTo>
                      <a:pt x="121" y="35"/>
                      <a:pt x="121" y="35"/>
                      <a:pt x="121" y="35"/>
                    </a:cubicBezTo>
                    <a:cubicBezTo>
                      <a:pt x="121" y="35"/>
                      <a:pt x="121" y="35"/>
                      <a:pt x="121" y="35"/>
                    </a:cubicBezTo>
                    <a:cubicBezTo>
                      <a:pt x="122" y="34"/>
                      <a:pt x="122" y="34"/>
                      <a:pt x="122" y="34"/>
                    </a:cubicBezTo>
                    <a:cubicBezTo>
                      <a:pt x="123" y="34"/>
                      <a:pt x="123" y="34"/>
                      <a:pt x="123" y="34"/>
                    </a:cubicBezTo>
                    <a:cubicBezTo>
                      <a:pt x="124" y="34"/>
                      <a:pt x="124" y="34"/>
                      <a:pt x="124" y="34"/>
                    </a:cubicBezTo>
                    <a:cubicBezTo>
                      <a:pt x="124" y="34"/>
                      <a:pt x="123" y="34"/>
                      <a:pt x="123" y="35"/>
                    </a:cubicBezTo>
                    <a:cubicBezTo>
                      <a:pt x="126" y="40"/>
                      <a:pt x="126" y="40"/>
                      <a:pt x="126" y="40"/>
                    </a:cubicBezTo>
                    <a:close/>
                    <a:moveTo>
                      <a:pt x="131" y="38"/>
                    </a:moveTo>
                    <a:cubicBezTo>
                      <a:pt x="129" y="39"/>
                      <a:pt x="127" y="38"/>
                      <a:pt x="126" y="37"/>
                    </a:cubicBezTo>
                    <a:cubicBezTo>
                      <a:pt x="125" y="35"/>
                      <a:pt x="125" y="33"/>
                      <a:pt x="127" y="31"/>
                    </a:cubicBezTo>
                    <a:cubicBezTo>
                      <a:pt x="128" y="30"/>
                      <a:pt x="130" y="31"/>
                      <a:pt x="132" y="32"/>
                    </a:cubicBezTo>
                    <a:cubicBezTo>
                      <a:pt x="132" y="33"/>
                      <a:pt x="133" y="36"/>
                      <a:pt x="131" y="38"/>
                    </a:cubicBezTo>
                    <a:moveTo>
                      <a:pt x="136" y="33"/>
                    </a:moveTo>
                    <a:cubicBezTo>
                      <a:pt x="135" y="34"/>
                      <a:pt x="135" y="34"/>
                      <a:pt x="135" y="34"/>
                    </a:cubicBezTo>
                    <a:cubicBezTo>
                      <a:pt x="134" y="34"/>
                      <a:pt x="134" y="34"/>
                      <a:pt x="134" y="34"/>
                    </a:cubicBezTo>
                    <a:cubicBezTo>
                      <a:pt x="133" y="33"/>
                      <a:pt x="133" y="33"/>
                      <a:pt x="133" y="33"/>
                    </a:cubicBezTo>
                    <a:cubicBezTo>
                      <a:pt x="133" y="33"/>
                      <a:pt x="133" y="33"/>
                      <a:pt x="133" y="33"/>
                    </a:cubicBezTo>
                    <a:cubicBezTo>
                      <a:pt x="134" y="33"/>
                      <a:pt x="134" y="33"/>
                      <a:pt x="134" y="33"/>
                    </a:cubicBezTo>
                    <a:cubicBezTo>
                      <a:pt x="136" y="33"/>
                      <a:pt x="136" y="33"/>
                      <a:pt x="136" y="33"/>
                    </a:cubicBezTo>
                    <a:cubicBezTo>
                      <a:pt x="137" y="31"/>
                      <a:pt x="137" y="31"/>
                      <a:pt x="137" y="31"/>
                    </a:cubicBezTo>
                    <a:cubicBezTo>
                      <a:pt x="136" y="30"/>
                      <a:pt x="135" y="31"/>
                      <a:pt x="134" y="31"/>
                    </a:cubicBezTo>
                    <a:cubicBezTo>
                      <a:pt x="132" y="31"/>
                      <a:pt x="132" y="31"/>
                      <a:pt x="132" y="31"/>
                    </a:cubicBezTo>
                    <a:cubicBezTo>
                      <a:pt x="131" y="30"/>
                      <a:pt x="131" y="29"/>
                      <a:pt x="132" y="28"/>
                    </a:cubicBezTo>
                    <a:cubicBezTo>
                      <a:pt x="133" y="27"/>
                      <a:pt x="133" y="27"/>
                      <a:pt x="133" y="27"/>
                    </a:cubicBezTo>
                    <a:cubicBezTo>
                      <a:pt x="134" y="27"/>
                      <a:pt x="134" y="27"/>
                      <a:pt x="134" y="27"/>
                    </a:cubicBezTo>
                    <a:cubicBezTo>
                      <a:pt x="134" y="27"/>
                      <a:pt x="134" y="27"/>
                      <a:pt x="134" y="27"/>
                    </a:cubicBezTo>
                    <a:cubicBezTo>
                      <a:pt x="135" y="28"/>
                      <a:pt x="135" y="28"/>
                      <a:pt x="135" y="28"/>
                    </a:cubicBezTo>
                    <a:cubicBezTo>
                      <a:pt x="135" y="28"/>
                      <a:pt x="135" y="28"/>
                      <a:pt x="135" y="28"/>
                    </a:cubicBezTo>
                    <a:cubicBezTo>
                      <a:pt x="135" y="29"/>
                      <a:pt x="133" y="27"/>
                      <a:pt x="132" y="28"/>
                    </a:cubicBezTo>
                    <a:cubicBezTo>
                      <a:pt x="132" y="30"/>
                      <a:pt x="132" y="30"/>
                      <a:pt x="132" y="30"/>
                    </a:cubicBezTo>
                    <a:cubicBezTo>
                      <a:pt x="132" y="30"/>
                      <a:pt x="133" y="30"/>
                      <a:pt x="134" y="30"/>
                    </a:cubicBezTo>
                    <a:cubicBezTo>
                      <a:pt x="135" y="29"/>
                      <a:pt x="136" y="29"/>
                      <a:pt x="137" y="30"/>
                    </a:cubicBezTo>
                    <a:cubicBezTo>
                      <a:pt x="138" y="31"/>
                      <a:pt x="138" y="33"/>
                      <a:pt x="136" y="3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0" name="Freeform 32">
                <a:extLst>
                  <a:ext uri="{FF2B5EF4-FFF2-40B4-BE49-F238E27FC236}">
                    <a16:creationId xmlns:a16="http://schemas.microsoft.com/office/drawing/2014/main" id="{6E10C40E-D65D-4FDF-B536-888A7296C8F3}"/>
                  </a:ext>
                </a:extLst>
              </p:cNvPr>
              <p:cNvSpPr>
                <a:spLocks noEditPoints="1"/>
              </p:cNvSpPr>
              <p:nvPr/>
            </p:nvSpPr>
            <p:spPr bwMode="auto">
              <a:xfrm>
                <a:off x="6111875" y="2517775"/>
                <a:ext cx="104775" cy="215900"/>
              </a:xfrm>
              <a:custGeom>
                <a:avLst/>
                <a:gdLst>
                  <a:gd name="T0" fmla="*/ 44 w 49"/>
                  <a:gd name="T1" fmla="*/ 10 h 100"/>
                  <a:gd name="T2" fmla="*/ 38 w 49"/>
                  <a:gd name="T3" fmla="*/ 26 h 100"/>
                  <a:gd name="T4" fmla="*/ 33 w 49"/>
                  <a:gd name="T5" fmla="*/ 21 h 100"/>
                  <a:gd name="T6" fmla="*/ 20 w 49"/>
                  <a:gd name="T7" fmla="*/ 15 h 100"/>
                  <a:gd name="T8" fmla="*/ 3 w 49"/>
                  <a:gd name="T9" fmla="*/ 2 h 100"/>
                  <a:gd name="T10" fmla="*/ 2 w 49"/>
                  <a:gd name="T11" fmla="*/ 43 h 100"/>
                  <a:gd name="T12" fmla="*/ 7 w 49"/>
                  <a:gd name="T13" fmla="*/ 38 h 100"/>
                  <a:gd name="T14" fmla="*/ 6 w 49"/>
                  <a:gd name="T15" fmla="*/ 82 h 100"/>
                  <a:gd name="T16" fmla="*/ 11 w 49"/>
                  <a:gd name="T17" fmla="*/ 86 h 100"/>
                  <a:gd name="T18" fmla="*/ 34 w 49"/>
                  <a:gd name="T19" fmla="*/ 79 h 100"/>
                  <a:gd name="T20" fmla="*/ 29 w 49"/>
                  <a:gd name="T21" fmla="*/ 52 h 100"/>
                  <a:gd name="T22" fmla="*/ 40 w 49"/>
                  <a:gd name="T23" fmla="*/ 58 h 100"/>
                  <a:gd name="T24" fmla="*/ 40 w 49"/>
                  <a:gd name="T25" fmla="*/ 50 h 100"/>
                  <a:gd name="T26" fmla="*/ 44 w 49"/>
                  <a:gd name="T27" fmla="*/ 26 h 100"/>
                  <a:gd name="T28" fmla="*/ 35 w 49"/>
                  <a:gd name="T29" fmla="*/ 21 h 100"/>
                  <a:gd name="T30" fmla="*/ 42 w 49"/>
                  <a:gd name="T31" fmla="*/ 14 h 100"/>
                  <a:gd name="T32" fmla="*/ 29 w 49"/>
                  <a:gd name="T33" fmla="*/ 20 h 100"/>
                  <a:gd name="T34" fmla="*/ 29 w 49"/>
                  <a:gd name="T35" fmla="*/ 15 h 100"/>
                  <a:gd name="T36" fmla="*/ 25 w 49"/>
                  <a:gd name="T37" fmla="*/ 15 h 100"/>
                  <a:gd name="T38" fmla="*/ 35 w 49"/>
                  <a:gd name="T39" fmla="*/ 35 h 100"/>
                  <a:gd name="T40" fmla="*/ 20 w 49"/>
                  <a:gd name="T41" fmla="*/ 26 h 100"/>
                  <a:gd name="T42" fmla="*/ 19 w 49"/>
                  <a:gd name="T43" fmla="*/ 24 h 100"/>
                  <a:gd name="T44" fmla="*/ 13 w 49"/>
                  <a:gd name="T45" fmla="*/ 1 h 100"/>
                  <a:gd name="T46" fmla="*/ 25 w 49"/>
                  <a:gd name="T47" fmla="*/ 40 h 100"/>
                  <a:gd name="T48" fmla="*/ 20 w 49"/>
                  <a:gd name="T49" fmla="*/ 44 h 100"/>
                  <a:gd name="T50" fmla="*/ 14 w 49"/>
                  <a:gd name="T51" fmla="*/ 42 h 100"/>
                  <a:gd name="T52" fmla="*/ 18 w 49"/>
                  <a:gd name="T53" fmla="*/ 42 h 100"/>
                  <a:gd name="T54" fmla="*/ 11 w 49"/>
                  <a:gd name="T55" fmla="*/ 36 h 100"/>
                  <a:gd name="T56" fmla="*/ 7 w 49"/>
                  <a:gd name="T57" fmla="*/ 28 h 100"/>
                  <a:gd name="T58" fmla="*/ 3 w 49"/>
                  <a:gd name="T59" fmla="*/ 3 h 100"/>
                  <a:gd name="T60" fmla="*/ 6 w 49"/>
                  <a:gd name="T61" fmla="*/ 22 h 100"/>
                  <a:gd name="T62" fmla="*/ 4 w 49"/>
                  <a:gd name="T63" fmla="*/ 30 h 100"/>
                  <a:gd name="T64" fmla="*/ 2 w 49"/>
                  <a:gd name="T65" fmla="*/ 48 h 100"/>
                  <a:gd name="T66" fmla="*/ 2 w 49"/>
                  <a:gd name="T67" fmla="*/ 50 h 100"/>
                  <a:gd name="T68" fmla="*/ 11 w 49"/>
                  <a:gd name="T69" fmla="*/ 36 h 100"/>
                  <a:gd name="T70" fmla="*/ 32 w 49"/>
                  <a:gd name="T71" fmla="*/ 77 h 100"/>
                  <a:gd name="T72" fmla="*/ 27 w 49"/>
                  <a:gd name="T73" fmla="*/ 78 h 100"/>
                  <a:gd name="T74" fmla="*/ 20 w 49"/>
                  <a:gd name="T75" fmla="*/ 62 h 100"/>
                  <a:gd name="T76" fmla="*/ 18 w 49"/>
                  <a:gd name="T77" fmla="*/ 57 h 100"/>
                  <a:gd name="T78" fmla="*/ 13 w 49"/>
                  <a:gd name="T79" fmla="*/ 96 h 100"/>
                  <a:gd name="T80" fmla="*/ 7 w 49"/>
                  <a:gd name="T81" fmla="*/ 88 h 100"/>
                  <a:gd name="T82" fmla="*/ 9 w 49"/>
                  <a:gd name="T83" fmla="*/ 75 h 100"/>
                  <a:gd name="T84" fmla="*/ 10 w 49"/>
                  <a:gd name="T85" fmla="*/ 43 h 100"/>
                  <a:gd name="T86" fmla="*/ 27 w 49"/>
                  <a:gd name="T87" fmla="*/ 49 h 100"/>
                  <a:gd name="T88" fmla="*/ 41 w 49"/>
                  <a:gd name="T89" fmla="*/ 48 h 100"/>
                  <a:gd name="T90" fmla="*/ 40 w 49"/>
                  <a:gd name="T91" fmla="*/ 52 h 100"/>
                  <a:gd name="T92" fmla="*/ 34 w 49"/>
                  <a:gd name="T93" fmla="*/ 53 h 100"/>
                  <a:gd name="T94" fmla="*/ 27 w 49"/>
                  <a:gd name="T95" fmla="*/ 48 h 100"/>
                  <a:gd name="T96" fmla="*/ 18 w 49"/>
                  <a:gd name="T97" fmla="*/ 38 h 100"/>
                  <a:gd name="T98" fmla="*/ 11 w 49"/>
                  <a:gd name="T99" fmla="*/ 28 h 100"/>
                  <a:gd name="T100" fmla="*/ 13 w 49"/>
                  <a:gd name="T101" fmla="*/ 19 h 100"/>
                  <a:gd name="T102" fmla="*/ 31 w 49"/>
                  <a:gd name="T103" fmla="*/ 39 h 100"/>
                  <a:gd name="T104" fmla="*/ 36 w 49"/>
                  <a:gd name="T105" fmla="*/ 42 h 100"/>
                  <a:gd name="T106" fmla="*/ 42 w 49"/>
                  <a:gd name="T107" fmla="*/ 28 h 100"/>
                  <a:gd name="T108" fmla="*/ 46 w 49"/>
                  <a:gd name="T109" fmla="*/ 26 h 100"/>
                  <a:gd name="T110" fmla="*/ 43 w 49"/>
                  <a:gd name="T111" fmla="*/ 14 h 100"/>
                  <a:gd name="T112" fmla="*/ 48 w 49"/>
                  <a:gd name="T113" fmla="*/ 13 h 100"/>
                  <a:gd name="T114" fmla="*/ 8 w 49"/>
                  <a:gd name="T115" fmla="*/ 83 h 100"/>
                  <a:gd name="T116" fmla="*/ 19 w 49"/>
                  <a:gd name="T117" fmla="*/ 34 h 100"/>
                  <a:gd name="T118" fmla="*/ 14 w 49"/>
                  <a:gd name="T119" fmla="*/ 24 h 100"/>
                  <a:gd name="T120" fmla="*/ 25 w 49"/>
                  <a:gd name="T121" fmla="*/ 2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 h="100">
                    <a:moveTo>
                      <a:pt x="11" y="71"/>
                    </a:moveTo>
                    <a:cubicBezTo>
                      <a:pt x="11" y="72"/>
                      <a:pt x="11" y="72"/>
                      <a:pt x="11" y="72"/>
                    </a:cubicBezTo>
                    <a:cubicBezTo>
                      <a:pt x="11" y="73"/>
                      <a:pt x="11" y="73"/>
                      <a:pt x="11" y="73"/>
                    </a:cubicBezTo>
                    <a:cubicBezTo>
                      <a:pt x="12" y="73"/>
                      <a:pt x="12" y="73"/>
                      <a:pt x="12" y="73"/>
                    </a:cubicBezTo>
                    <a:cubicBezTo>
                      <a:pt x="12" y="72"/>
                      <a:pt x="12" y="72"/>
                      <a:pt x="12" y="72"/>
                    </a:cubicBezTo>
                    <a:cubicBezTo>
                      <a:pt x="12" y="71"/>
                      <a:pt x="12" y="71"/>
                      <a:pt x="12" y="71"/>
                    </a:cubicBezTo>
                    <a:lnTo>
                      <a:pt x="11" y="71"/>
                    </a:lnTo>
                    <a:close/>
                    <a:moveTo>
                      <a:pt x="49" y="12"/>
                    </a:moveTo>
                    <a:cubicBezTo>
                      <a:pt x="49" y="12"/>
                      <a:pt x="49" y="12"/>
                      <a:pt x="49" y="12"/>
                    </a:cubicBezTo>
                    <a:cubicBezTo>
                      <a:pt x="49" y="12"/>
                      <a:pt x="49" y="12"/>
                      <a:pt x="49" y="12"/>
                    </a:cubicBezTo>
                    <a:cubicBezTo>
                      <a:pt x="48" y="12"/>
                      <a:pt x="48" y="12"/>
                      <a:pt x="48" y="12"/>
                    </a:cubicBezTo>
                    <a:cubicBezTo>
                      <a:pt x="47" y="13"/>
                      <a:pt x="47" y="13"/>
                      <a:pt x="47" y="13"/>
                    </a:cubicBezTo>
                    <a:cubicBezTo>
                      <a:pt x="47" y="13"/>
                      <a:pt x="47" y="13"/>
                      <a:pt x="47" y="13"/>
                    </a:cubicBezTo>
                    <a:cubicBezTo>
                      <a:pt x="46" y="13"/>
                      <a:pt x="46" y="13"/>
                      <a:pt x="46" y="13"/>
                    </a:cubicBezTo>
                    <a:cubicBezTo>
                      <a:pt x="45" y="14"/>
                      <a:pt x="45" y="14"/>
                      <a:pt x="45" y="14"/>
                    </a:cubicBezTo>
                    <a:cubicBezTo>
                      <a:pt x="45" y="14"/>
                      <a:pt x="45" y="14"/>
                      <a:pt x="45" y="14"/>
                    </a:cubicBezTo>
                    <a:cubicBezTo>
                      <a:pt x="45" y="14"/>
                      <a:pt x="45" y="14"/>
                      <a:pt x="45" y="14"/>
                    </a:cubicBezTo>
                    <a:cubicBezTo>
                      <a:pt x="45" y="12"/>
                      <a:pt x="45" y="12"/>
                      <a:pt x="45" y="12"/>
                    </a:cubicBezTo>
                    <a:cubicBezTo>
                      <a:pt x="44" y="12"/>
                      <a:pt x="44" y="12"/>
                      <a:pt x="44" y="12"/>
                    </a:cubicBezTo>
                    <a:cubicBezTo>
                      <a:pt x="44" y="12"/>
                      <a:pt x="44" y="12"/>
                      <a:pt x="44" y="12"/>
                    </a:cubicBezTo>
                    <a:cubicBezTo>
                      <a:pt x="44" y="11"/>
                      <a:pt x="45" y="10"/>
                      <a:pt x="45" y="10"/>
                    </a:cubicBezTo>
                    <a:cubicBezTo>
                      <a:pt x="45" y="10"/>
                      <a:pt x="45" y="10"/>
                      <a:pt x="45" y="10"/>
                    </a:cubicBezTo>
                    <a:cubicBezTo>
                      <a:pt x="45" y="10"/>
                      <a:pt x="45" y="10"/>
                      <a:pt x="45" y="10"/>
                    </a:cubicBezTo>
                    <a:cubicBezTo>
                      <a:pt x="44" y="10"/>
                      <a:pt x="44" y="10"/>
                      <a:pt x="44" y="10"/>
                    </a:cubicBezTo>
                    <a:cubicBezTo>
                      <a:pt x="43" y="10"/>
                      <a:pt x="43" y="11"/>
                      <a:pt x="43" y="12"/>
                    </a:cubicBezTo>
                    <a:cubicBezTo>
                      <a:pt x="43" y="12"/>
                      <a:pt x="43" y="12"/>
                      <a:pt x="43" y="12"/>
                    </a:cubicBezTo>
                    <a:cubicBezTo>
                      <a:pt x="42" y="13"/>
                      <a:pt x="42" y="13"/>
                      <a:pt x="42" y="13"/>
                    </a:cubicBezTo>
                    <a:cubicBezTo>
                      <a:pt x="43" y="12"/>
                      <a:pt x="43" y="12"/>
                      <a:pt x="43" y="12"/>
                    </a:cubicBezTo>
                    <a:cubicBezTo>
                      <a:pt x="43" y="12"/>
                      <a:pt x="43" y="12"/>
                      <a:pt x="43" y="12"/>
                    </a:cubicBezTo>
                    <a:cubicBezTo>
                      <a:pt x="43" y="11"/>
                      <a:pt x="43" y="11"/>
                      <a:pt x="43" y="11"/>
                    </a:cubicBezTo>
                    <a:cubicBezTo>
                      <a:pt x="43" y="11"/>
                      <a:pt x="43" y="11"/>
                      <a:pt x="43" y="11"/>
                    </a:cubicBezTo>
                    <a:cubicBezTo>
                      <a:pt x="43" y="11"/>
                      <a:pt x="43" y="11"/>
                      <a:pt x="43" y="11"/>
                    </a:cubicBezTo>
                    <a:cubicBezTo>
                      <a:pt x="42" y="11"/>
                      <a:pt x="42" y="11"/>
                      <a:pt x="42" y="11"/>
                    </a:cubicBezTo>
                    <a:cubicBezTo>
                      <a:pt x="41" y="13"/>
                      <a:pt x="41" y="13"/>
                      <a:pt x="41" y="13"/>
                    </a:cubicBezTo>
                    <a:cubicBezTo>
                      <a:pt x="41" y="13"/>
                      <a:pt x="41" y="13"/>
                      <a:pt x="41" y="13"/>
                    </a:cubicBezTo>
                    <a:cubicBezTo>
                      <a:pt x="41" y="15"/>
                      <a:pt x="41" y="15"/>
                      <a:pt x="41" y="15"/>
                    </a:cubicBezTo>
                    <a:cubicBezTo>
                      <a:pt x="41" y="15"/>
                      <a:pt x="41" y="15"/>
                      <a:pt x="41" y="15"/>
                    </a:cubicBezTo>
                    <a:cubicBezTo>
                      <a:pt x="41" y="16"/>
                      <a:pt x="42" y="17"/>
                      <a:pt x="42" y="17"/>
                    </a:cubicBezTo>
                    <a:cubicBezTo>
                      <a:pt x="43" y="18"/>
                      <a:pt x="43" y="19"/>
                      <a:pt x="43" y="20"/>
                    </a:cubicBezTo>
                    <a:cubicBezTo>
                      <a:pt x="43" y="21"/>
                      <a:pt x="43" y="21"/>
                      <a:pt x="43" y="21"/>
                    </a:cubicBezTo>
                    <a:cubicBezTo>
                      <a:pt x="43" y="22"/>
                      <a:pt x="42" y="24"/>
                      <a:pt x="42" y="25"/>
                    </a:cubicBezTo>
                    <a:cubicBezTo>
                      <a:pt x="41" y="27"/>
                      <a:pt x="41" y="27"/>
                      <a:pt x="41" y="27"/>
                    </a:cubicBezTo>
                    <a:cubicBezTo>
                      <a:pt x="41" y="27"/>
                      <a:pt x="41" y="27"/>
                      <a:pt x="41" y="27"/>
                    </a:cubicBezTo>
                    <a:cubicBezTo>
                      <a:pt x="41" y="28"/>
                      <a:pt x="41" y="28"/>
                      <a:pt x="41" y="28"/>
                    </a:cubicBezTo>
                    <a:cubicBezTo>
                      <a:pt x="40" y="26"/>
                      <a:pt x="39" y="25"/>
                      <a:pt x="39" y="25"/>
                    </a:cubicBezTo>
                    <a:cubicBezTo>
                      <a:pt x="38" y="25"/>
                      <a:pt x="38" y="25"/>
                      <a:pt x="38" y="25"/>
                    </a:cubicBezTo>
                    <a:cubicBezTo>
                      <a:pt x="38" y="26"/>
                      <a:pt x="38" y="26"/>
                      <a:pt x="38" y="26"/>
                    </a:cubicBezTo>
                    <a:cubicBezTo>
                      <a:pt x="38" y="26"/>
                      <a:pt x="38" y="26"/>
                      <a:pt x="38" y="26"/>
                    </a:cubicBezTo>
                    <a:cubicBezTo>
                      <a:pt x="38" y="27"/>
                      <a:pt x="38" y="28"/>
                      <a:pt x="38" y="29"/>
                    </a:cubicBezTo>
                    <a:cubicBezTo>
                      <a:pt x="38" y="30"/>
                      <a:pt x="38" y="30"/>
                      <a:pt x="37" y="31"/>
                    </a:cubicBezTo>
                    <a:cubicBezTo>
                      <a:pt x="36" y="33"/>
                      <a:pt x="36" y="33"/>
                      <a:pt x="36" y="33"/>
                    </a:cubicBezTo>
                    <a:cubicBezTo>
                      <a:pt x="35" y="32"/>
                      <a:pt x="35" y="31"/>
                      <a:pt x="34" y="30"/>
                    </a:cubicBezTo>
                    <a:cubicBezTo>
                      <a:pt x="33" y="28"/>
                      <a:pt x="31" y="27"/>
                      <a:pt x="30" y="26"/>
                    </a:cubicBezTo>
                    <a:cubicBezTo>
                      <a:pt x="28" y="25"/>
                      <a:pt x="27" y="24"/>
                      <a:pt x="27" y="23"/>
                    </a:cubicBezTo>
                    <a:cubicBezTo>
                      <a:pt x="27" y="23"/>
                      <a:pt x="27" y="23"/>
                      <a:pt x="27" y="23"/>
                    </a:cubicBezTo>
                    <a:cubicBezTo>
                      <a:pt x="27" y="22"/>
                      <a:pt x="27" y="22"/>
                      <a:pt x="27" y="22"/>
                    </a:cubicBezTo>
                    <a:cubicBezTo>
                      <a:pt x="29" y="22"/>
                      <a:pt x="29" y="22"/>
                      <a:pt x="29" y="22"/>
                    </a:cubicBezTo>
                    <a:cubicBezTo>
                      <a:pt x="29" y="22"/>
                      <a:pt x="29" y="22"/>
                      <a:pt x="29" y="22"/>
                    </a:cubicBezTo>
                    <a:cubicBezTo>
                      <a:pt x="30" y="22"/>
                      <a:pt x="31" y="23"/>
                      <a:pt x="32" y="23"/>
                    </a:cubicBezTo>
                    <a:cubicBezTo>
                      <a:pt x="32" y="23"/>
                      <a:pt x="32" y="23"/>
                      <a:pt x="32" y="23"/>
                    </a:cubicBezTo>
                    <a:cubicBezTo>
                      <a:pt x="33" y="23"/>
                      <a:pt x="33" y="23"/>
                      <a:pt x="33" y="23"/>
                    </a:cubicBezTo>
                    <a:cubicBezTo>
                      <a:pt x="33" y="23"/>
                      <a:pt x="33" y="23"/>
                      <a:pt x="33" y="23"/>
                    </a:cubicBezTo>
                    <a:cubicBezTo>
                      <a:pt x="35" y="22"/>
                      <a:pt x="35" y="22"/>
                      <a:pt x="35" y="22"/>
                    </a:cubicBezTo>
                    <a:cubicBezTo>
                      <a:pt x="35" y="22"/>
                      <a:pt x="35" y="22"/>
                      <a:pt x="35" y="22"/>
                    </a:cubicBezTo>
                    <a:cubicBezTo>
                      <a:pt x="35" y="22"/>
                      <a:pt x="35" y="22"/>
                      <a:pt x="35" y="22"/>
                    </a:cubicBezTo>
                    <a:cubicBezTo>
                      <a:pt x="35" y="22"/>
                      <a:pt x="35" y="22"/>
                      <a:pt x="35" y="22"/>
                    </a:cubicBezTo>
                    <a:cubicBezTo>
                      <a:pt x="35" y="21"/>
                      <a:pt x="35" y="21"/>
                      <a:pt x="35" y="21"/>
                    </a:cubicBezTo>
                    <a:cubicBezTo>
                      <a:pt x="35" y="21"/>
                      <a:pt x="35" y="21"/>
                      <a:pt x="35" y="21"/>
                    </a:cubicBezTo>
                    <a:cubicBezTo>
                      <a:pt x="35" y="21"/>
                      <a:pt x="35" y="21"/>
                      <a:pt x="35" y="21"/>
                    </a:cubicBezTo>
                    <a:cubicBezTo>
                      <a:pt x="35" y="21"/>
                      <a:pt x="35" y="21"/>
                      <a:pt x="35" y="21"/>
                    </a:cubicBezTo>
                    <a:cubicBezTo>
                      <a:pt x="34" y="21"/>
                      <a:pt x="34" y="21"/>
                      <a:pt x="34" y="21"/>
                    </a:cubicBezTo>
                    <a:cubicBezTo>
                      <a:pt x="33" y="21"/>
                      <a:pt x="33" y="21"/>
                      <a:pt x="33" y="21"/>
                    </a:cubicBezTo>
                    <a:cubicBezTo>
                      <a:pt x="32" y="20"/>
                      <a:pt x="32" y="20"/>
                      <a:pt x="32" y="20"/>
                    </a:cubicBezTo>
                    <a:cubicBezTo>
                      <a:pt x="31" y="19"/>
                      <a:pt x="31" y="19"/>
                      <a:pt x="31" y="19"/>
                    </a:cubicBezTo>
                    <a:cubicBezTo>
                      <a:pt x="32" y="19"/>
                      <a:pt x="32" y="19"/>
                      <a:pt x="32" y="19"/>
                    </a:cubicBezTo>
                    <a:cubicBezTo>
                      <a:pt x="33" y="18"/>
                      <a:pt x="33" y="18"/>
                      <a:pt x="33" y="18"/>
                    </a:cubicBezTo>
                    <a:cubicBezTo>
                      <a:pt x="33" y="18"/>
                      <a:pt x="33" y="18"/>
                      <a:pt x="33" y="18"/>
                    </a:cubicBezTo>
                    <a:cubicBezTo>
                      <a:pt x="34" y="19"/>
                      <a:pt x="34" y="19"/>
                      <a:pt x="34" y="19"/>
                    </a:cubicBezTo>
                    <a:cubicBezTo>
                      <a:pt x="35" y="19"/>
                      <a:pt x="35" y="19"/>
                      <a:pt x="35" y="19"/>
                    </a:cubicBezTo>
                    <a:cubicBezTo>
                      <a:pt x="35" y="19"/>
                      <a:pt x="35" y="19"/>
                      <a:pt x="35" y="19"/>
                    </a:cubicBezTo>
                    <a:cubicBezTo>
                      <a:pt x="35" y="18"/>
                      <a:pt x="35" y="18"/>
                      <a:pt x="35" y="18"/>
                    </a:cubicBezTo>
                    <a:cubicBezTo>
                      <a:pt x="35" y="17"/>
                      <a:pt x="35" y="14"/>
                      <a:pt x="32" y="14"/>
                    </a:cubicBezTo>
                    <a:cubicBezTo>
                      <a:pt x="29" y="14"/>
                      <a:pt x="29" y="14"/>
                      <a:pt x="29" y="14"/>
                    </a:cubicBezTo>
                    <a:cubicBezTo>
                      <a:pt x="29" y="14"/>
                      <a:pt x="29" y="13"/>
                      <a:pt x="27" y="13"/>
                    </a:cubicBezTo>
                    <a:cubicBezTo>
                      <a:pt x="26" y="13"/>
                      <a:pt x="26" y="13"/>
                      <a:pt x="25" y="13"/>
                    </a:cubicBezTo>
                    <a:cubicBezTo>
                      <a:pt x="25" y="13"/>
                      <a:pt x="25" y="13"/>
                      <a:pt x="25" y="13"/>
                    </a:cubicBezTo>
                    <a:cubicBezTo>
                      <a:pt x="25" y="13"/>
                      <a:pt x="25" y="13"/>
                      <a:pt x="25" y="13"/>
                    </a:cubicBezTo>
                    <a:cubicBezTo>
                      <a:pt x="22" y="13"/>
                      <a:pt x="22" y="13"/>
                      <a:pt x="22" y="13"/>
                    </a:cubicBezTo>
                    <a:cubicBezTo>
                      <a:pt x="22" y="13"/>
                      <a:pt x="22" y="13"/>
                      <a:pt x="22" y="13"/>
                    </a:cubicBezTo>
                    <a:cubicBezTo>
                      <a:pt x="22" y="13"/>
                      <a:pt x="22" y="13"/>
                      <a:pt x="22" y="13"/>
                    </a:cubicBezTo>
                    <a:cubicBezTo>
                      <a:pt x="22" y="14"/>
                      <a:pt x="22" y="14"/>
                      <a:pt x="22" y="14"/>
                    </a:cubicBezTo>
                    <a:cubicBezTo>
                      <a:pt x="21" y="14"/>
                      <a:pt x="21" y="14"/>
                      <a:pt x="21" y="14"/>
                    </a:cubicBezTo>
                    <a:cubicBezTo>
                      <a:pt x="21" y="13"/>
                      <a:pt x="21" y="13"/>
                      <a:pt x="21" y="13"/>
                    </a:cubicBezTo>
                    <a:cubicBezTo>
                      <a:pt x="20" y="12"/>
                      <a:pt x="20" y="12"/>
                      <a:pt x="20" y="12"/>
                    </a:cubicBezTo>
                    <a:cubicBezTo>
                      <a:pt x="20" y="13"/>
                      <a:pt x="20" y="13"/>
                      <a:pt x="20" y="13"/>
                    </a:cubicBezTo>
                    <a:cubicBezTo>
                      <a:pt x="20" y="15"/>
                      <a:pt x="20" y="15"/>
                      <a:pt x="20" y="15"/>
                    </a:cubicBezTo>
                    <a:cubicBezTo>
                      <a:pt x="19" y="16"/>
                      <a:pt x="19" y="16"/>
                      <a:pt x="19" y="16"/>
                    </a:cubicBezTo>
                    <a:cubicBezTo>
                      <a:pt x="20" y="16"/>
                      <a:pt x="20" y="16"/>
                      <a:pt x="20" y="16"/>
                    </a:cubicBezTo>
                    <a:cubicBezTo>
                      <a:pt x="20" y="16"/>
                      <a:pt x="20" y="16"/>
                      <a:pt x="20" y="16"/>
                    </a:cubicBezTo>
                    <a:cubicBezTo>
                      <a:pt x="20" y="16"/>
                      <a:pt x="20" y="16"/>
                      <a:pt x="20" y="16"/>
                    </a:cubicBezTo>
                    <a:cubicBezTo>
                      <a:pt x="20" y="16"/>
                      <a:pt x="19" y="17"/>
                      <a:pt x="19" y="19"/>
                    </a:cubicBezTo>
                    <a:cubicBezTo>
                      <a:pt x="18" y="18"/>
                      <a:pt x="18" y="18"/>
                      <a:pt x="18" y="18"/>
                    </a:cubicBezTo>
                    <a:cubicBezTo>
                      <a:pt x="17" y="17"/>
                      <a:pt x="17" y="16"/>
                      <a:pt x="17" y="16"/>
                    </a:cubicBezTo>
                    <a:cubicBezTo>
                      <a:pt x="17" y="15"/>
                      <a:pt x="17" y="15"/>
                      <a:pt x="17" y="15"/>
                    </a:cubicBezTo>
                    <a:cubicBezTo>
                      <a:pt x="16" y="15"/>
                      <a:pt x="16" y="15"/>
                      <a:pt x="16" y="15"/>
                    </a:cubicBezTo>
                    <a:cubicBezTo>
                      <a:pt x="16" y="16"/>
                      <a:pt x="16" y="16"/>
                      <a:pt x="16" y="16"/>
                    </a:cubicBezTo>
                    <a:cubicBezTo>
                      <a:pt x="15" y="14"/>
                      <a:pt x="15" y="11"/>
                      <a:pt x="15" y="11"/>
                    </a:cubicBezTo>
                    <a:cubicBezTo>
                      <a:pt x="15" y="10"/>
                      <a:pt x="15" y="10"/>
                      <a:pt x="15" y="10"/>
                    </a:cubicBezTo>
                    <a:cubicBezTo>
                      <a:pt x="15" y="10"/>
                      <a:pt x="15" y="10"/>
                      <a:pt x="15" y="10"/>
                    </a:cubicBezTo>
                    <a:cubicBezTo>
                      <a:pt x="14" y="12"/>
                      <a:pt x="14" y="12"/>
                      <a:pt x="14" y="12"/>
                    </a:cubicBezTo>
                    <a:cubicBezTo>
                      <a:pt x="13" y="11"/>
                      <a:pt x="13" y="9"/>
                      <a:pt x="13" y="8"/>
                    </a:cubicBezTo>
                    <a:cubicBezTo>
                      <a:pt x="13" y="4"/>
                      <a:pt x="14" y="0"/>
                      <a:pt x="14" y="0"/>
                    </a:cubicBezTo>
                    <a:cubicBezTo>
                      <a:pt x="14" y="0"/>
                      <a:pt x="14" y="0"/>
                      <a:pt x="14" y="0"/>
                    </a:cubicBezTo>
                    <a:cubicBezTo>
                      <a:pt x="13" y="0"/>
                      <a:pt x="13" y="0"/>
                      <a:pt x="13" y="0"/>
                    </a:cubicBezTo>
                    <a:cubicBezTo>
                      <a:pt x="11" y="0"/>
                      <a:pt x="9" y="6"/>
                      <a:pt x="9" y="9"/>
                    </a:cubicBezTo>
                    <a:cubicBezTo>
                      <a:pt x="9" y="9"/>
                      <a:pt x="9" y="9"/>
                      <a:pt x="9" y="9"/>
                    </a:cubicBezTo>
                    <a:cubicBezTo>
                      <a:pt x="9" y="10"/>
                      <a:pt x="9" y="10"/>
                      <a:pt x="9" y="10"/>
                    </a:cubicBezTo>
                    <a:cubicBezTo>
                      <a:pt x="8" y="11"/>
                      <a:pt x="8" y="11"/>
                      <a:pt x="8" y="11"/>
                    </a:cubicBezTo>
                    <a:cubicBezTo>
                      <a:pt x="8" y="10"/>
                      <a:pt x="6" y="8"/>
                      <a:pt x="5" y="6"/>
                    </a:cubicBezTo>
                    <a:cubicBezTo>
                      <a:pt x="4" y="4"/>
                      <a:pt x="3" y="2"/>
                      <a:pt x="3" y="2"/>
                    </a:cubicBezTo>
                    <a:cubicBezTo>
                      <a:pt x="3" y="1"/>
                      <a:pt x="3" y="1"/>
                      <a:pt x="3" y="1"/>
                    </a:cubicBezTo>
                    <a:cubicBezTo>
                      <a:pt x="2" y="2"/>
                      <a:pt x="2" y="2"/>
                      <a:pt x="2" y="2"/>
                    </a:cubicBezTo>
                    <a:cubicBezTo>
                      <a:pt x="1" y="3"/>
                      <a:pt x="1" y="4"/>
                      <a:pt x="1" y="5"/>
                    </a:cubicBezTo>
                    <a:cubicBezTo>
                      <a:pt x="1" y="9"/>
                      <a:pt x="4" y="13"/>
                      <a:pt x="5" y="15"/>
                    </a:cubicBezTo>
                    <a:cubicBezTo>
                      <a:pt x="4" y="14"/>
                      <a:pt x="2" y="12"/>
                      <a:pt x="2" y="12"/>
                    </a:cubicBezTo>
                    <a:cubicBezTo>
                      <a:pt x="1" y="12"/>
                      <a:pt x="1" y="12"/>
                      <a:pt x="1" y="12"/>
                    </a:cubicBezTo>
                    <a:cubicBezTo>
                      <a:pt x="1" y="12"/>
                      <a:pt x="1" y="12"/>
                      <a:pt x="1" y="12"/>
                    </a:cubicBezTo>
                    <a:cubicBezTo>
                      <a:pt x="1" y="14"/>
                      <a:pt x="1" y="14"/>
                      <a:pt x="1" y="14"/>
                    </a:cubicBezTo>
                    <a:cubicBezTo>
                      <a:pt x="1" y="17"/>
                      <a:pt x="3" y="20"/>
                      <a:pt x="5" y="21"/>
                    </a:cubicBezTo>
                    <a:cubicBezTo>
                      <a:pt x="3" y="21"/>
                      <a:pt x="2" y="20"/>
                      <a:pt x="2" y="20"/>
                    </a:cubicBezTo>
                    <a:cubicBezTo>
                      <a:pt x="2" y="20"/>
                      <a:pt x="2" y="20"/>
                      <a:pt x="2" y="20"/>
                    </a:cubicBezTo>
                    <a:cubicBezTo>
                      <a:pt x="1" y="21"/>
                      <a:pt x="1" y="21"/>
                      <a:pt x="1" y="21"/>
                    </a:cubicBezTo>
                    <a:cubicBezTo>
                      <a:pt x="1" y="21"/>
                      <a:pt x="1" y="21"/>
                      <a:pt x="1" y="21"/>
                    </a:cubicBezTo>
                    <a:cubicBezTo>
                      <a:pt x="1" y="24"/>
                      <a:pt x="4" y="27"/>
                      <a:pt x="5" y="28"/>
                    </a:cubicBezTo>
                    <a:cubicBezTo>
                      <a:pt x="4" y="28"/>
                      <a:pt x="3" y="29"/>
                      <a:pt x="3" y="29"/>
                    </a:cubicBezTo>
                    <a:cubicBezTo>
                      <a:pt x="3" y="29"/>
                      <a:pt x="3" y="29"/>
                      <a:pt x="3" y="29"/>
                    </a:cubicBezTo>
                    <a:cubicBezTo>
                      <a:pt x="3" y="29"/>
                      <a:pt x="3" y="29"/>
                      <a:pt x="3" y="29"/>
                    </a:cubicBezTo>
                    <a:cubicBezTo>
                      <a:pt x="3" y="31"/>
                      <a:pt x="5" y="32"/>
                      <a:pt x="6" y="33"/>
                    </a:cubicBezTo>
                    <a:cubicBezTo>
                      <a:pt x="6" y="33"/>
                      <a:pt x="6" y="33"/>
                      <a:pt x="6" y="33"/>
                    </a:cubicBezTo>
                    <a:cubicBezTo>
                      <a:pt x="5" y="33"/>
                      <a:pt x="5" y="33"/>
                      <a:pt x="5" y="33"/>
                    </a:cubicBezTo>
                    <a:cubicBezTo>
                      <a:pt x="3" y="33"/>
                      <a:pt x="0" y="35"/>
                      <a:pt x="0" y="38"/>
                    </a:cubicBezTo>
                    <a:cubicBezTo>
                      <a:pt x="0" y="38"/>
                      <a:pt x="0" y="38"/>
                      <a:pt x="0" y="38"/>
                    </a:cubicBezTo>
                    <a:cubicBezTo>
                      <a:pt x="0" y="41"/>
                      <a:pt x="2" y="42"/>
                      <a:pt x="2" y="43"/>
                    </a:cubicBezTo>
                    <a:cubicBezTo>
                      <a:pt x="2" y="43"/>
                      <a:pt x="2" y="43"/>
                      <a:pt x="2" y="43"/>
                    </a:cubicBezTo>
                    <a:cubicBezTo>
                      <a:pt x="1" y="44"/>
                      <a:pt x="1" y="44"/>
                      <a:pt x="0" y="48"/>
                    </a:cubicBezTo>
                    <a:cubicBezTo>
                      <a:pt x="0" y="49"/>
                      <a:pt x="0" y="49"/>
                      <a:pt x="0" y="49"/>
                    </a:cubicBezTo>
                    <a:cubicBezTo>
                      <a:pt x="0" y="51"/>
                      <a:pt x="2" y="51"/>
                      <a:pt x="3" y="51"/>
                    </a:cubicBezTo>
                    <a:cubicBezTo>
                      <a:pt x="4" y="51"/>
                      <a:pt x="4" y="51"/>
                      <a:pt x="4" y="51"/>
                    </a:cubicBezTo>
                    <a:cubicBezTo>
                      <a:pt x="4" y="51"/>
                      <a:pt x="4" y="51"/>
                      <a:pt x="4" y="51"/>
                    </a:cubicBezTo>
                    <a:cubicBezTo>
                      <a:pt x="5" y="51"/>
                      <a:pt x="5" y="51"/>
                      <a:pt x="5" y="51"/>
                    </a:cubicBezTo>
                    <a:cubicBezTo>
                      <a:pt x="4" y="51"/>
                      <a:pt x="4" y="51"/>
                      <a:pt x="4" y="51"/>
                    </a:cubicBezTo>
                    <a:cubicBezTo>
                      <a:pt x="4" y="51"/>
                      <a:pt x="3" y="49"/>
                      <a:pt x="3" y="48"/>
                    </a:cubicBezTo>
                    <a:cubicBezTo>
                      <a:pt x="3" y="48"/>
                      <a:pt x="3" y="48"/>
                      <a:pt x="3" y="48"/>
                    </a:cubicBezTo>
                    <a:cubicBezTo>
                      <a:pt x="3" y="47"/>
                      <a:pt x="5" y="45"/>
                      <a:pt x="6" y="43"/>
                    </a:cubicBezTo>
                    <a:cubicBezTo>
                      <a:pt x="6" y="42"/>
                      <a:pt x="6" y="42"/>
                      <a:pt x="6" y="42"/>
                    </a:cubicBezTo>
                    <a:cubicBezTo>
                      <a:pt x="6" y="40"/>
                      <a:pt x="4" y="39"/>
                      <a:pt x="3" y="39"/>
                    </a:cubicBezTo>
                    <a:cubicBezTo>
                      <a:pt x="3" y="38"/>
                      <a:pt x="3" y="38"/>
                      <a:pt x="3" y="38"/>
                    </a:cubicBezTo>
                    <a:cubicBezTo>
                      <a:pt x="3" y="38"/>
                      <a:pt x="3" y="38"/>
                      <a:pt x="3" y="38"/>
                    </a:cubicBezTo>
                    <a:cubicBezTo>
                      <a:pt x="3"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6" y="36"/>
                      <a:pt x="6" y="36"/>
                      <a:pt x="6" y="36"/>
                    </a:cubicBezTo>
                    <a:cubicBezTo>
                      <a:pt x="7" y="36"/>
                      <a:pt x="7" y="36"/>
                      <a:pt x="7" y="36"/>
                    </a:cubicBezTo>
                    <a:cubicBezTo>
                      <a:pt x="7" y="37"/>
                      <a:pt x="7" y="37"/>
                      <a:pt x="7" y="37"/>
                    </a:cubicBezTo>
                    <a:cubicBezTo>
                      <a:pt x="7" y="38"/>
                      <a:pt x="7" y="38"/>
                      <a:pt x="7" y="38"/>
                    </a:cubicBezTo>
                    <a:cubicBezTo>
                      <a:pt x="7" y="38"/>
                      <a:pt x="7" y="38"/>
                      <a:pt x="7" y="38"/>
                    </a:cubicBezTo>
                    <a:cubicBezTo>
                      <a:pt x="8" y="38"/>
                      <a:pt x="8" y="38"/>
                      <a:pt x="8" y="38"/>
                    </a:cubicBezTo>
                    <a:cubicBezTo>
                      <a:pt x="9" y="39"/>
                      <a:pt x="9" y="40"/>
                      <a:pt x="9" y="41"/>
                    </a:cubicBezTo>
                    <a:cubicBezTo>
                      <a:pt x="9" y="41"/>
                      <a:pt x="9" y="41"/>
                      <a:pt x="9" y="41"/>
                    </a:cubicBezTo>
                    <a:cubicBezTo>
                      <a:pt x="9" y="48"/>
                      <a:pt x="1" y="54"/>
                      <a:pt x="1" y="59"/>
                    </a:cubicBezTo>
                    <a:cubicBezTo>
                      <a:pt x="1" y="62"/>
                      <a:pt x="4" y="65"/>
                      <a:pt x="5" y="66"/>
                    </a:cubicBezTo>
                    <a:cubicBezTo>
                      <a:pt x="4" y="68"/>
                      <a:pt x="4" y="68"/>
                      <a:pt x="4" y="68"/>
                    </a:cubicBezTo>
                    <a:cubicBezTo>
                      <a:pt x="4" y="68"/>
                      <a:pt x="4" y="68"/>
                      <a:pt x="4" y="68"/>
                    </a:cubicBezTo>
                    <a:cubicBezTo>
                      <a:pt x="5" y="69"/>
                      <a:pt x="5" y="69"/>
                      <a:pt x="5" y="69"/>
                    </a:cubicBezTo>
                    <a:cubicBezTo>
                      <a:pt x="5" y="70"/>
                      <a:pt x="5" y="70"/>
                      <a:pt x="5" y="70"/>
                    </a:cubicBezTo>
                    <a:cubicBezTo>
                      <a:pt x="6" y="70"/>
                      <a:pt x="6" y="70"/>
                      <a:pt x="6" y="70"/>
                    </a:cubicBezTo>
                    <a:cubicBezTo>
                      <a:pt x="5" y="71"/>
                      <a:pt x="5" y="71"/>
                      <a:pt x="5" y="71"/>
                    </a:cubicBezTo>
                    <a:cubicBezTo>
                      <a:pt x="5" y="72"/>
                      <a:pt x="5" y="72"/>
                      <a:pt x="5" y="72"/>
                    </a:cubicBezTo>
                    <a:cubicBezTo>
                      <a:pt x="6" y="72"/>
                      <a:pt x="6" y="72"/>
                      <a:pt x="6" y="72"/>
                    </a:cubicBezTo>
                    <a:cubicBezTo>
                      <a:pt x="6" y="73"/>
                      <a:pt x="6" y="73"/>
                      <a:pt x="6" y="73"/>
                    </a:cubicBezTo>
                    <a:cubicBezTo>
                      <a:pt x="6" y="73"/>
                      <a:pt x="6" y="73"/>
                      <a:pt x="6" y="73"/>
                    </a:cubicBezTo>
                    <a:cubicBezTo>
                      <a:pt x="7" y="73"/>
                      <a:pt x="7" y="73"/>
                      <a:pt x="7" y="73"/>
                    </a:cubicBezTo>
                    <a:cubicBezTo>
                      <a:pt x="7" y="74"/>
                      <a:pt x="7" y="74"/>
                      <a:pt x="7" y="74"/>
                    </a:cubicBezTo>
                    <a:cubicBezTo>
                      <a:pt x="7" y="75"/>
                      <a:pt x="7" y="75"/>
                      <a:pt x="7" y="75"/>
                    </a:cubicBezTo>
                    <a:cubicBezTo>
                      <a:pt x="8" y="75"/>
                      <a:pt x="8" y="75"/>
                      <a:pt x="8" y="75"/>
                    </a:cubicBezTo>
                    <a:cubicBezTo>
                      <a:pt x="7" y="77"/>
                      <a:pt x="7" y="77"/>
                      <a:pt x="7" y="77"/>
                    </a:cubicBezTo>
                    <a:cubicBezTo>
                      <a:pt x="7" y="77"/>
                      <a:pt x="7" y="77"/>
                      <a:pt x="7" y="77"/>
                    </a:cubicBezTo>
                    <a:cubicBezTo>
                      <a:pt x="8" y="77"/>
                      <a:pt x="8" y="77"/>
                      <a:pt x="8" y="77"/>
                    </a:cubicBezTo>
                    <a:cubicBezTo>
                      <a:pt x="8" y="79"/>
                      <a:pt x="8" y="79"/>
                      <a:pt x="8" y="79"/>
                    </a:cubicBezTo>
                    <a:cubicBezTo>
                      <a:pt x="6" y="82"/>
                      <a:pt x="6" y="82"/>
                      <a:pt x="6" y="82"/>
                    </a:cubicBezTo>
                    <a:cubicBezTo>
                      <a:pt x="6" y="83"/>
                      <a:pt x="7" y="84"/>
                      <a:pt x="7" y="86"/>
                    </a:cubicBezTo>
                    <a:cubicBezTo>
                      <a:pt x="7" y="87"/>
                      <a:pt x="6" y="88"/>
                      <a:pt x="6" y="88"/>
                    </a:cubicBezTo>
                    <a:cubicBezTo>
                      <a:pt x="5" y="93"/>
                      <a:pt x="5" y="93"/>
                      <a:pt x="5" y="93"/>
                    </a:cubicBezTo>
                    <a:cubicBezTo>
                      <a:pt x="6" y="95"/>
                      <a:pt x="6" y="95"/>
                      <a:pt x="6" y="95"/>
                    </a:cubicBezTo>
                    <a:cubicBezTo>
                      <a:pt x="6" y="99"/>
                      <a:pt x="6" y="99"/>
                      <a:pt x="6" y="99"/>
                    </a:cubicBezTo>
                    <a:cubicBezTo>
                      <a:pt x="7" y="100"/>
                      <a:pt x="8" y="100"/>
                      <a:pt x="9" y="100"/>
                    </a:cubicBezTo>
                    <a:cubicBezTo>
                      <a:pt x="10" y="100"/>
                      <a:pt x="10" y="100"/>
                      <a:pt x="10" y="100"/>
                    </a:cubicBezTo>
                    <a:cubicBezTo>
                      <a:pt x="11" y="100"/>
                      <a:pt x="12" y="100"/>
                      <a:pt x="13" y="100"/>
                    </a:cubicBezTo>
                    <a:cubicBezTo>
                      <a:pt x="15" y="100"/>
                      <a:pt x="16" y="99"/>
                      <a:pt x="17" y="98"/>
                    </a:cubicBezTo>
                    <a:cubicBezTo>
                      <a:pt x="19" y="97"/>
                      <a:pt x="19" y="97"/>
                      <a:pt x="19" y="97"/>
                    </a:cubicBezTo>
                    <a:cubicBezTo>
                      <a:pt x="18" y="97"/>
                      <a:pt x="18" y="97"/>
                      <a:pt x="18" y="97"/>
                    </a:cubicBezTo>
                    <a:cubicBezTo>
                      <a:pt x="17" y="95"/>
                      <a:pt x="17" y="95"/>
                      <a:pt x="17" y="95"/>
                    </a:cubicBezTo>
                    <a:cubicBezTo>
                      <a:pt x="15" y="95"/>
                      <a:pt x="15" y="95"/>
                      <a:pt x="15" y="95"/>
                    </a:cubicBezTo>
                    <a:cubicBezTo>
                      <a:pt x="15" y="95"/>
                      <a:pt x="15" y="95"/>
                      <a:pt x="15" y="95"/>
                    </a:cubicBezTo>
                    <a:cubicBezTo>
                      <a:pt x="14" y="95"/>
                      <a:pt x="14" y="95"/>
                      <a:pt x="14" y="95"/>
                    </a:cubicBezTo>
                    <a:cubicBezTo>
                      <a:pt x="14" y="95"/>
                      <a:pt x="14" y="95"/>
                      <a:pt x="14" y="95"/>
                    </a:cubicBezTo>
                    <a:cubicBezTo>
                      <a:pt x="14" y="95"/>
                      <a:pt x="14" y="95"/>
                      <a:pt x="14" y="95"/>
                    </a:cubicBezTo>
                    <a:cubicBezTo>
                      <a:pt x="13" y="95"/>
                      <a:pt x="12" y="96"/>
                      <a:pt x="11" y="96"/>
                    </a:cubicBezTo>
                    <a:cubicBezTo>
                      <a:pt x="11" y="96"/>
                      <a:pt x="11" y="96"/>
                      <a:pt x="11" y="96"/>
                    </a:cubicBezTo>
                    <a:cubicBezTo>
                      <a:pt x="10" y="96"/>
                      <a:pt x="10" y="94"/>
                      <a:pt x="10" y="93"/>
                    </a:cubicBezTo>
                    <a:cubicBezTo>
                      <a:pt x="10" y="92"/>
                      <a:pt x="10" y="92"/>
                      <a:pt x="10" y="92"/>
                    </a:cubicBezTo>
                    <a:cubicBezTo>
                      <a:pt x="10" y="91"/>
                      <a:pt x="10" y="91"/>
                      <a:pt x="10" y="90"/>
                    </a:cubicBezTo>
                    <a:cubicBezTo>
                      <a:pt x="11" y="89"/>
                      <a:pt x="11" y="88"/>
                      <a:pt x="11" y="87"/>
                    </a:cubicBezTo>
                    <a:cubicBezTo>
                      <a:pt x="11" y="86"/>
                      <a:pt x="11" y="86"/>
                      <a:pt x="11" y="86"/>
                    </a:cubicBezTo>
                    <a:cubicBezTo>
                      <a:pt x="11" y="85"/>
                      <a:pt x="11" y="85"/>
                      <a:pt x="12" y="84"/>
                    </a:cubicBezTo>
                    <a:cubicBezTo>
                      <a:pt x="13" y="83"/>
                      <a:pt x="12" y="82"/>
                      <a:pt x="13" y="81"/>
                    </a:cubicBezTo>
                    <a:cubicBezTo>
                      <a:pt x="13" y="80"/>
                      <a:pt x="13" y="79"/>
                      <a:pt x="14" y="78"/>
                    </a:cubicBezTo>
                    <a:cubicBezTo>
                      <a:pt x="15" y="77"/>
                      <a:pt x="16" y="75"/>
                      <a:pt x="17" y="74"/>
                    </a:cubicBezTo>
                    <a:cubicBezTo>
                      <a:pt x="17" y="72"/>
                      <a:pt x="17" y="72"/>
                      <a:pt x="17" y="72"/>
                    </a:cubicBezTo>
                    <a:cubicBezTo>
                      <a:pt x="18" y="70"/>
                      <a:pt x="18" y="70"/>
                      <a:pt x="18" y="70"/>
                    </a:cubicBezTo>
                    <a:cubicBezTo>
                      <a:pt x="19" y="70"/>
                      <a:pt x="19" y="70"/>
                      <a:pt x="19" y="70"/>
                    </a:cubicBezTo>
                    <a:cubicBezTo>
                      <a:pt x="19" y="69"/>
                      <a:pt x="20" y="69"/>
                      <a:pt x="20" y="68"/>
                    </a:cubicBezTo>
                    <a:cubicBezTo>
                      <a:pt x="22" y="67"/>
                      <a:pt x="22" y="67"/>
                      <a:pt x="22" y="67"/>
                    </a:cubicBezTo>
                    <a:cubicBezTo>
                      <a:pt x="22" y="68"/>
                      <a:pt x="22" y="68"/>
                      <a:pt x="22" y="68"/>
                    </a:cubicBezTo>
                    <a:cubicBezTo>
                      <a:pt x="22" y="68"/>
                      <a:pt x="22" y="68"/>
                      <a:pt x="22" y="68"/>
                    </a:cubicBezTo>
                    <a:cubicBezTo>
                      <a:pt x="22" y="68"/>
                      <a:pt x="22" y="68"/>
                      <a:pt x="22" y="68"/>
                    </a:cubicBezTo>
                    <a:cubicBezTo>
                      <a:pt x="22" y="68"/>
                      <a:pt x="22" y="68"/>
                      <a:pt x="22" y="68"/>
                    </a:cubicBezTo>
                    <a:cubicBezTo>
                      <a:pt x="21" y="69"/>
                      <a:pt x="21" y="69"/>
                      <a:pt x="21" y="69"/>
                    </a:cubicBezTo>
                    <a:cubicBezTo>
                      <a:pt x="20" y="71"/>
                      <a:pt x="20" y="71"/>
                      <a:pt x="20" y="71"/>
                    </a:cubicBezTo>
                    <a:cubicBezTo>
                      <a:pt x="20" y="72"/>
                      <a:pt x="20" y="72"/>
                      <a:pt x="20" y="72"/>
                    </a:cubicBezTo>
                    <a:cubicBezTo>
                      <a:pt x="20" y="74"/>
                      <a:pt x="20" y="74"/>
                      <a:pt x="20" y="74"/>
                    </a:cubicBezTo>
                    <a:cubicBezTo>
                      <a:pt x="22" y="75"/>
                      <a:pt x="22" y="75"/>
                      <a:pt x="22" y="75"/>
                    </a:cubicBezTo>
                    <a:cubicBezTo>
                      <a:pt x="24" y="76"/>
                      <a:pt x="24" y="76"/>
                      <a:pt x="24" y="76"/>
                    </a:cubicBezTo>
                    <a:cubicBezTo>
                      <a:pt x="25" y="78"/>
                      <a:pt x="25" y="78"/>
                      <a:pt x="25" y="78"/>
                    </a:cubicBezTo>
                    <a:cubicBezTo>
                      <a:pt x="27" y="79"/>
                      <a:pt x="27" y="79"/>
                      <a:pt x="27" y="79"/>
                    </a:cubicBezTo>
                    <a:cubicBezTo>
                      <a:pt x="28" y="81"/>
                      <a:pt x="28" y="81"/>
                      <a:pt x="28" y="81"/>
                    </a:cubicBezTo>
                    <a:cubicBezTo>
                      <a:pt x="28" y="82"/>
                      <a:pt x="29" y="83"/>
                      <a:pt x="31" y="83"/>
                    </a:cubicBezTo>
                    <a:cubicBezTo>
                      <a:pt x="32" y="83"/>
                      <a:pt x="34" y="80"/>
                      <a:pt x="34" y="79"/>
                    </a:cubicBezTo>
                    <a:cubicBezTo>
                      <a:pt x="35" y="78"/>
                      <a:pt x="36" y="76"/>
                      <a:pt x="36" y="75"/>
                    </a:cubicBezTo>
                    <a:cubicBezTo>
                      <a:pt x="35" y="72"/>
                      <a:pt x="35" y="72"/>
                      <a:pt x="35" y="72"/>
                    </a:cubicBezTo>
                    <a:cubicBezTo>
                      <a:pt x="35" y="72"/>
                      <a:pt x="35" y="72"/>
                      <a:pt x="35" y="72"/>
                    </a:cubicBezTo>
                    <a:cubicBezTo>
                      <a:pt x="35" y="72"/>
                      <a:pt x="35" y="72"/>
                      <a:pt x="35" y="72"/>
                    </a:cubicBezTo>
                    <a:cubicBezTo>
                      <a:pt x="34" y="73"/>
                      <a:pt x="34" y="73"/>
                      <a:pt x="34" y="73"/>
                    </a:cubicBezTo>
                    <a:cubicBezTo>
                      <a:pt x="33" y="74"/>
                      <a:pt x="33" y="74"/>
                      <a:pt x="33" y="74"/>
                    </a:cubicBezTo>
                    <a:cubicBezTo>
                      <a:pt x="31" y="75"/>
                      <a:pt x="31" y="75"/>
                      <a:pt x="31" y="75"/>
                    </a:cubicBezTo>
                    <a:cubicBezTo>
                      <a:pt x="31" y="77"/>
                      <a:pt x="31" y="77"/>
                      <a:pt x="31" y="77"/>
                    </a:cubicBezTo>
                    <a:cubicBezTo>
                      <a:pt x="31" y="77"/>
                      <a:pt x="31" y="77"/>
                      <a:pt x="31" y="77"/>
                    </a:cubicBezTo>
                    <a:cubicBezTo>
                      <a:pt x="30" y="76"/>
                      <a:pt x="30" y="76"/>
                      <a:pt x="30" y="76"/>
                    </a:cubicBezTo>
                    <a:cubicBezTo>
                      <a:pt x="29" y="76"/>
                      <a:pt x="27" y="74"/>
                      <a:pt x="27" y="73"/>
                    </a:cubicBezTo>
                    <a:cubicBezTo>
                      <a:pt x="26" y="72"/>
                      <a:pt x="25" y="71"/>
                      <a:pt x="25" y="70"/>
                    </a:cubicBezTo>
                    <a:cubicBezTo>
                      <a:pt x="26" y="69"/>
                      <a:pt x="26" y="69"/>
                      <a:pt x="26" y="69"/>
                    </a:cubicBezTo>
                    <a:cubicBezTo>
                      <a:pt x="27" y="68"/>
                      <a:pt x="29" y="66"/>
                      <a:pt x="30" y="65"/>
                    </a:cubicBezTo>
                    <a:cubicBezTo>
                      <a:pt x="31" y="64"/>
                      <a:pt x="31" y="64"/>
                      <a:pt x="31" y="64"/>
                    </a:cubicBezTo>
                    <a:cubicBezTo>
                      <a:pt x="31" y="63"/>
                      <a:pt x="31" y="63"/>
                      <a:pt x="31" y="63"/>
                    </a:cubicBezTo>
                    <a:cubicBezTo>
                      <a:pt x="31" y="62"/>
                      <a:pt x="32" y="61"/>
                      <a:pt x="32" y="61"/>
                    </a:cubicBezTo>
                    <a:cubicBezTo>
                      <a:pt x="31" y="57"/>
                      <a:pt x="29" y="56"/>
                      <a:pt x="27" y="56"/>
                    </a:cubicBezTo>
                    <a:cubicBezTo>
                      <a:pt x="25" y="56"/>
                      <a:pt x="25" y="56"/>
                      <a:pt x="25" y="56"/>
                    </a:cubicBezTo>
                    <a:cubicBezTo>
                      <a:pt x="25" y="56"/>
                      <a:pt x="25" y="56"/>
                      <a:pt x="25" y="56"/>
                    </a:cubicBezTo>
                    <a:cubicBezTo>
                      <a:pt x="27" y="54"/>
                      <a:pt x="27" y="54"/>
                      <a:pt x="27" y="54"/>
                    </a:cubicBezTo>
                    <a:cubicBezTo>
                      <a:pt x="28" y="53"/>
                      <a:pt x="28" y="53"/>
                      <a:pt x="28" y="53"/>
                    </a:cubicBezTo>
                    <a:cubicBezTo>
                      <a:pt x="29" y="52"/>
                      <a:pt x="29" y="52"/>
                      <a:pt x="29" y="52"/>
                    </a:cubicBezTo>
                    <a:cubicBezTo>
                      <a:pt x="29" y="52"/>
                      <a:pt x="29" y="52"/>
                      <a:pt x="29" y="52"/>
                    </a:cubicBezTo>
                    <a:cubicBezTo>
                      <a:pt x="29" y="52"/>
                      <a:pt x="29" y="52"/>
                      <a:pt x="29" y="52"/>
                    </a:cubicBezTo>
                    <a:cubicBezTo>
                      <a:pt x="29" y="51"/>
                      <a:pt x="29" y="51"/>
                      <a:pt x="29" y="51"/>
                    </a:cubicBezTo>
                    <a:cubicBezTo>
                      <a:pt x="31" y="52"/>
                      <a:pt x="32" y="56"/>
                      <a:pt x="32" y="56"/>
                    </a:cubicBezTo>
                    <a:cubicBezTo>
                      <a:pt x="32" y="57"/>
                      <a:pt x="32" y="57"/>
                      <a:pt x="32" y="57"/>
                    </a:cubicBezTo>
                    <a:cubicBezTo>
                      <a:pt x="33" y="56"/>
                      <a:pt x="33" y="56"/>
                      <a:pt x="33" y="56"/>
                    </a:cubicBezTo>
                    <a:cubicBezTo>
                      <a:pt x="33" y="55"/>
                      <a:pt x="34" y="54"/>
                      <a:pt x="34" y="53"/>
                    </a:cubicBezTo>
                    <a:cubicBezTo>
                      <a:pt x="35" y="54"/>
                      <a:pt x="35" y="54"/>
                      <a:pt x="35" y="54"/>
                    </a:cubicBezTo>
                    <a:cubicBezTo>
                      <a:pt x="36" y="54"/>
                      <a:pt x="37" y="54"/>
                      <a:pt x="38" y="55"/>
                    </a:cubicBezTo>
                    <a:cubicBezTo>
                      <a:pt x="39" y="55"/>
                      <a:pt x="39" y="55"/>
                      <a:pt x="39" y="56"/>
                    </a:cubicBezTo>
                    <a:cubicBezTo>
                      <a:pt x="39" y="57"/>
                      <a:pt x="39" y="57"/>
                      <a:pt x="39" y="57"/>
                    </a:cubicBezTo>
                    <a:cubicBezTo>
                      <a:pt x="38" y="58"/>
                      <a:pt x="38" y="58"/>
                      <a:pt x="38" y="58"/>
                    </a:cubicBezTo>
                    <a:cubicBezTo>
                      <a:pt x="37" y="60"/>
                      <a:pt x="37" y="60"/>
                      <a:pt x="37" y="60"/>
                    </a:cubicBezTo>
                    <a:cubicBezTo>
                      <a:pt x="37" y="60"/>
                      <a:pt x="37" y="60"/>
                      <a:pt x="37" y="60"/>
                    </a:cubicBezTo>
                    <a:cubicBezTo>
                      <a:pt x="37" y="61"/>
                      <a:pt x="37" y="61"/>
                      <a:pt x="37" y="61"/>
                    </a:cubicBezTo>
                    <a:cubicBezTo>
                      <a:pt x="38" y="62"/>
                      <a:pt x="38" y="62"/>
                      <a:pt x="38" y="62"/>
                    </a:cubicBezTo>
                    <a:cubicBezTo>
                      <a:pt x="38" y="63"/>
                      <a:pt x="38" y="63"/>
                      <a:pt x="38" y="63"/>
                    </a:cubicBezTo>
                    <a:cubicBezTo>
                      <a:pt x="39" y="63"/>
                      <a:pt x="39" y="63"/>
                      <a:pt x="39" y="63"/>
                    </a:cubicBezTo>
                    <a:cubicBezTo>
                      <a:pt x="39" y="63"/>
                      <a:pt x="39" y="63"/>
                      <a:pt x="39" y="63"/>
                    </a:cubicBezTo>
                    <a:cubicBezTo>
                      <a:pt x="39" y="62"/>
                      <a:pt x="39" y="62"/>
                      <a:pt x="39" y="62"/>
                    </a:cubicBezTo>
                    <a:cubicBezTo>
                      <a:pt x="39" y="62"/>
                      <a:pt x="39" y="62"/>
                      <a:pt x="39" y="62"/>
                    </a:cubicBezTo>
                    <a:cubicBezTo>
                      <a:pt x="39" y="61"/>
                      <a:pt x="39" y="61"/>
                      <a:pt x="39" y="61"/>
                    </a:cubicBezTo>
                    <a:cubicBezTo>
                      <a:pt x="39" y="61"/>
                      <a:pt x="39" y="61"/>
                      <a:pt x="39" y="61"/>
                    </a:cubicBezTo>
                    <a:cubicBezTo>
                      <a:pt x="40" y="61"/>
                      <a:pt x="40" y="61"/>
                      <a:pt x="40" y="61"/>
                    </a:cubicBezTo>
                    <a:cubicBezTo>
                      <a:pt x="40" y="58"/>
                      <a:pt x="40" y="58"/>
                      <a:pt x="40" y="58"/>
                    </a:cubicBezTo>
                    <a:cubicBezTo>
                      <a:pt x="41" y="55"/>
                      <a:pt x="41" y="55"/>
                      <a:pt x="41" y="55"/>
                    </a:cubicBezTo>
                    <a:cubicBezTo>
                      <a:pt x="42" y="54"/>
                      <a:pt x="43" y="52"/>
                      <a:pt x="43" y="52"/>
                    </a:cubicBezTo>
                    <a:cubicBezTo>
                      <a:pt x="43" y="49"/>
                      <a:pt x="43" y="49"/>
                      <a:pt x="43" y="49"/>
                    </a:cubicBezTo>
                    <a:cubicBezTo>
                      <a:pt x="44" y="47"/>
                      <a:pt x="44" y="47"/>
                      <a:pt x="44" y="47"/>
                    </a:cubicBezTo>
                    <a:cubicBezTo>
                      <a:pt x="44" y="46"/>
                      <a:pt x="44" y="46"/>
                      <a:pt x="44" y="46"/>
                    </a:cubicBezTo>
                    <a:cubicBezTo>
                      <a:pt x="44" y="46"/>
                      <a:pt x="44" y="46"/>
                      <a:pt x="44" y="46"/>
                    </a:cubicBezTo>
                    <a:cubicBezTo>
                      <a:pt x="44" y="46"/>
                      <a:pt x="44" y="46"/>
                      <a:pt x="44" y="46"/>
                    </a:cubicBezTo>
                    <a:cubicBezTo>
                      <a:pt x="44" y="46"/>
                      <a:pt x="44" y="46"/>
                      <a:pt x="44" y="46"/>
                    </a:cubicBezTo>
                    <a:cubicBezTo>
                      <a:pt x="45" y="46"/>
                      <a:pt x="45" y="46"/>
                      <a:pt x="45" y="46"/>
                    </a:cubicBezTo>
                    <a:cubicBezTo>
                      <a:pt x="44" y="45"/>
                      <a:pt x="44" y="45"/>
                      <a:pt x="44" y="45"/>
                    </a:cubicBezTo>
                    <a:cubicBezTo>
                      <a:pt x="43" y="45"/>
                      <a:pt x="43" y="45"/>
                      <a:pt x="43" y="45"/>
                    </a:cubicBezTo>
                    <a:cubicBezTo>
                      <a:pt x="43" y="45"/>
                      <a:pt x="43" y="45"/>
                      <a:pt x="43" y="45"/>
                    </a:cubicBezTo>
                    <a:cubicBezTo>
                      <a:pt x="43" y="45"/>
                      <a:pt x="43" y="45"/>
                      <a:pt x="43" y="45"/>
                    </a:cubicBezTo>
                    <a:cubicBezTo>
                      <a:pt x="41" y="45"/>
                      <a:pt x="41" y="45"/>
                      <a:pt x="41" y="45"/>
                    </a:cubicBezTo>
                    <a:cubicBezTo>
                      <a:pt x="41" y="45"/>
                      <a:pt x="41" y="45"/>
                      <a:pt x="41" y="45"/>
                    </a:cubicBezTo>
                    <a:cubicBezTo>
                      <a:pt x="40" y="47"/>
                      <a:pt x="40" y="47"/>
                      <a:pt x="40" y="47"/>
                    </a:cubicBezTo>
                    <a:cubicBezTo>
                      <a:pt x="40" y="47"/>
                      <a:pt x="40" y="47"/>
                      <a:pt x="40"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9" y="49"/>
                      <a:pt x="39" y="49"/>
                      <a:pt x="39" y="49"/>
                    </a:cubicBezTo>
                    <a:cubicBezTo>
                      <a:pt x="40" y="50"/>
                      <a:pt x="40" y="50"/>
                      <a:pt x="40" y="50"/>
                    </a:cubicBezTo>
                    <a:cubicBezTo>
                      <a:pt x="40" y="52"/>
                      <a:pt x="40" y="52"/>
                      <a:pt x="40" y="52"/>
                    </a:cubicBezTo>
                    <a:cubicBezTo>
                      <a:pt x="40" y="52"/>
                      <a:pt x="40" y="52"/>
                      <a:pt x="40" y="52"/>
                    </a:cubicBezTo>
                    <a:cubicBezTo>
                      <a:pt x="39" y="52"/>
                      <a:pt x="39" y="52"/>
                      <a:pt x="39" y="52"/>
                    </a:cubicBezTo>
                    <a:cubicBezTo>
                      <a:pt x="39" y="52"/>
                      <a:pt x="39" y="52"/>
                      <a:pt x="39" y="52"/>
                    </a:cubicBezTo>
                    <a:cubicBezTo>
                      <a:pt x="39" y="52"/>
                      <a:pt x="39" y="52"/>
                      <a:pt x="39" y="52"/>
                    </a:cubicBezTo>
                    <a:cubicBezTo>
                      <a:pt x="38" y="52"/>
                      <a:pt x="38" y="52"/>
                      <a:pt x="38" y="52"/>
                    </a:cubicBezTo>
                    <a:cubicBezTo>
                      <a:pt x="38" y="52"/>
                      <a:pt x="36" y="51"/>
                      <a:pt x="35" y="50"/>
                    </a:cubicBezTo>
                    <a:cubicBezTo>
                      <a:pt x="35" y="49"/>
                      <a:pt x="35" y="49"/>
                      <a:pt x="35" y="49"/>
                    </a:cubicBezTo>
                    <a:cubicBezTo>
                      <a:pt x="36" y="47"/>
                      <a:pt x="36" y="47"/>
                      <a:pt x="36" y="47"/>
                    </a:cubicBezTo>
                    <a:cubicBezTo>
                      <a:pt x="37" y="47"/>
                      <a:pt x="37" y="47"/>
                      <a:pt x="37" y="47"/>
                    </a:cubicBezTo>
                    <a:cubicBezTo>
                      <a:pt x="36" y="47"/>
                      <a:pt x="36" y="47"/>
                      <a:pt x="36" y="47"/>
                    </a:cubicBezTo>
                    <a:cubicBezTo>
                      <a:pt x="36" y="47"/>
                      <a:pt x="36" y="47"/>
                      <a:pt x="36" y="47"/>
                    </a:cubicBezTo>
                    <a:cubicBezTo>
                      <a:pt x="35" y="47"/>
                      <a:pt x="34" y="47"/>
                      <a:pt x="33" y="47"/>
                    </a:cubicBezTo>
                    <a:cubicBezTo>
                      <a:pt x="34" y="46"/>
                      <a:pt x="35" y="45"/>
                      <a:pt x="36" y="43"/>
                    </a:cubicBezTo>
                    <a:cubicBezTo>
                      <a:pt x="37" y="40"/>
                      <a:pt x="37" y="40"/>
                      <a:pt x="37" y="40"/>
                    </a:cubicBezTo>
                    <a:cubicBezTo>
                      <a:pt x="40" y="38"/>
                      <a:pt x="40" y="38"/>
                      <a:pt x="40" y="38"/>
                    </a:cubicBezTo>
                    <a:cubicBezTo>
                      <a:pt x="41" y="38"/>
                      <a:pt x="41" y="37"/>
                      <a:pt x="41" y="36"/>
                    </a:cubicBezTo>
                    <a:cubicBezTo>
                      <a:pt x="41" y="35"/>
                      <a:pt x="41" y="33"/>
                      <a:pt x="42" y="33"/>
                    </a:cubicBezTo>
                    <a:cubicBezTo>
                      <a:pt x="43" y="32"/>
                      <a:pt x="43" y="32"/>
                      <a:pt x="43" y="32"/>
                    </a:cubicBezTo>
                    <a:cubicBezTo>
                      <a:pt x="44" y="32"/>
                      <a:pt x="45" y="34"/>
                      <a:pt x="45" y="34"/>
                    </a:cubicBezTo>
                    <a:cubicBezTo>
                      <a:pt x="45" y="34"/>
                      <a:pt x="45" y="34"/>
                      <a:pt x="45" y="34"/>
                    </a:cubicBezTo>
                    <a:cubicBezTo>
                      <a:pt x="45" y="31"/>
                      <a:pt x="44" y="30"/>
                      <a:pt x="43" y="30"/>
                    </a:cubicBezTo>
                    <a:cubicBezTo>
                      <a:pt x="43" y="29"/>
                      <a:pt x="43" y="29"/>
                      <a:pt x="43" y="29"/>
                    </a:cubicBezTo>
                    <a:cubicBezTo>
                      <a:pt x="43" y="28"/>
                      <a:pt x="44" y="27"/>
                      <a:pt x="44" y="26"/>
                    </a:cubicBezTo>
                    <a:cubicBezTo>
                      <a:pt x="45" y="24"/>
                      <a:pt x="45" y="24"/>
                      <a:pt x="45" y="24"/>
                    </a:cubicBezTo>
                    <a:cubicBezTo>
                      <a:pt x="45" y="24"/>
                      <a:pt x="45" y="24"/>
                      <a:pt x="45" y="24"/>
                    </a:cubicBezTo>
                    <a:cubicBezTo>
                      <a:pt x="45" y="26"/>
                      <a:pt x="45" y="26"/>
                      <a:pt x="45" y="26"/>
                    </a:cubicBezTo>
                    <a:cubicBezTo>
                      <a:pt x="46" y="28"/>
                      <a:pt x="46" y="28"/>
                      <a:pt x="46" y="28"/>
                    </a:cubicBezTo>
                    <a:cubicBezTo>
                      <a:pt x="46" y="28"/>
                      <a:pt x="46" y="28"/>
                      <a:pt x="46" y="28"/>
                    </a:cubicBezTo>
                    <a:cubicBezTo>
                      <a:pt x="48" y="29"/>
                      <a:pt x="48" y="29"/>
                      <a:pt x="48" y="29"/>
                    </a:cubicBezTo>
                    <a:cubicBezTo>
                      <a:pt x="48" y="29"/>
                      <a:pt x="48" y="29"/>
                      <a:pt x="48" y="29"/>
                    </a:cubicBezTo>
                    <a:cubicBezTo>
                      <a:pt x="48" y="29"/>
                      <a:pt x="48" y="29"/>
                      <a:pt x="48" y="29"/>
                    </a:cubicBezTo>
                    <a:cubicBezTo>
                      <a:pt x="48" y="28"/>
                      <a:pt x="48" y="28"/>
                      <a:pt x="48" y="28"/>
                    </a:cubicBezTo>
                    <a:cubicBezTo>
                      <a:pt x="48" y="28"/>
                      <a:pt x="48" y="28"/>
                      <a:pt x="48" y="28"/>
                    </a:cubicBezTo>
                    <a:cubicBezTo>
                      <a:pt x="48" y="28"/>
                      <a:pt x="48" y="28"/>
                      <a:pt x="48" y="28"/>
                    </a:cubicBezTo>
                    <a:cubicBezTo>
                      <a:pt x="48" y="27"/>
                      <a:pt x="48" y="27"/>
                      <a:pt x="48" y="27"/>
                    </a:cubicBezTo>
                    <a:cubicBezTo>
                      <a:pt x="48" y="27"/>
                      <a:pt x="48" y="27"/>
                      <a:pt x="48" y="27"/>
                    </a:cubicBezTo>
                    <a:cubicBezTo>
                      <a:pt x="47" y="25"/>
                      <a:pt x="47" y="25"/>
                      <a:pt x="47" y="25"/>
                    </a:cubicBezTo>
                    <a:cubicBezTo>
                      <a:pt x="46" y="21"/>
                      <a:pt x="46" y="21"/>
                      <a:pt x="46" y="21"/>
                    </a:cubicBezTo>
                    <a:cubicBezTo>
                      <a:pt x="46" y="20"/>
                      <a:pt x="46" y="20"/>
                      <a:pt x="46" y="20"/>
                    </a:cubicBezTo>
                    <a:cubicBezTo>
                      <a:pt x="46" y="19"/>
                      <a:pt x="47" y="18"/>
                      <a:pt x="47" y="18"/>
                    </a:cubicBezTo>
                    <a:cubicBezTo>
                      <a:pt x="48" y="15"/>
                      <a:pt x="48" y="15"/>
                      <a:pt x="48" y="15"/>
                    </a:cubicBezTo>
                    <a:cubicBezTo>
                      <a:pt x="48" y="14"/>
                      <a:pt x="48" y="14"/>
                      <a:pt x="48" y="14"/>
                    </a:cubicBezTo>
                    <a:cubicBezTo>
                      <a:pt x="48" y="13"/>
                      <a:pt x="48" y="13"/>
                      <a:pt x="48" y="13"/>
                    </a:cubicBezTo>
                    <a:cubicBezTo>
                      <a:pt x="48" y="13"/>
                      <a:pt x="48" y="13"/>
                      <a:pt x="48" y="13"/>
                    </a:cubicBezTo>
                    <a:lnTo>
                      <a:pt x="49" y="12"/>
                    </a:lnTo>
                    <a:close/>
                    <a:moveTo>
                      <a:pt x="35" y="21"/>
                    </a:moveTo>
                    <a:cubicBezTo>
                      <a:pt x="35" y="21"/>
                      <a:pt x="35" y="21"/>
                      <a:pt x="35" y="21"/>
                    </a:cubicBezTo>
                    <a:cubicBezTo>
                      <a:pt x="35" y="22"/>
                      <a:pt x="35" y="22"/>
                      <a:pt x="35" y="22"/>
                    </a:cubicBezTo>
                    <a:lnTo>
                      <a:pt x="35" y="21"/>
                    </a:lnTo>
                    <a:close/>
                    <a:moveTo>
                      <a:pt x="44" y="10"/>
                    </a:moveTo>
                    <a:cubicBezTo>
                      <a:pt x="45" y="10"/>
                      <a:pt x="45" y="10"/>
                      <a:pt x="45" y="10"/>
                    </a:cubicBezTo>
                    <a:cubicBezTo>
                      <a:pt x="44" y="12"/>
                      <a:pt x="44" y="12"/>
                      <a:pt x="44" y="12"/>
                    </a:cubicBezTo>
                    <a:cubicBezTo>
                      <a:pt x="44" y="12"/>
                      <a:pt x="44" y="12"/>
                      <a:pt x="44" y="12"/>
                    </a:cubicBezTo>
                    <a:cubicBezTo>
                      <a:pt x="44" y="12"/>
                      <a:pt x="44" y="12"/>
                      <a:pt x="44" y="12"/>
                    </a:cubicBezTo>
                    <a:cubicBezTo>
                      <a:pt x="43" y="12"/>
                      <a:pt x="43" y="12"/>
                      <a:pt x="43" y="12"/>
                    </a:cubicBezTo>
                    <a:cubicBezTo>
                      <a:pt x="43" y="12"/>
                      <a:pt x="43" y="12"/>
                      <a:pt x="43" y="12"/>
                    </a:cubicBezTo>
                    <a:lnTo>
                      <a:pt x="44" y="10"/>
                    </a:lnTo>
                    <a:close/>
                    <a:moveTo>
                      <a:pt x="42" y="12"/>
                    </a:moveTo>
                    <a:cubicBezTo>
                      <a:pt x="42" y="12"/>
                      <a:pt x="42" y="12"/>
                      <a:pt x="42" y="12"/>
                    </a:cubicBezTo>
                    <a:cubicBezTo>
                      <a:pt x="42" y="13"/>
                      <a:pt x="42" y="13"/>
                      <a:pt x="42" y="13"/>
                    </a:cubicBezTo>
                    <a:cubicBezTo>
                      <a:pt x="42" y="13"/>
                      <a:pt x="42" y="13"/>
                      <a:pt x="42" y="13"/>
                    </a:cubicBezTo>
                    <a:cubicBezTo>
                      <a:pt x="41" y="13"/>
                      <a:pt x="41" y="13"/>
                      <a:pt x="41" y="13"/>
                    </a:cubicBezTo>
                    <a:lnTo>
                      <a:pt x="42" y="12"/>
                    </a:lnTo>
                    <a:close/>
                    <a:moveTo>
                      <a:pt x="43" y="17"/>
                    </a:moveTo>
                    <a:cubicBezTo>
                      <a:pt x="42" y="16"/>
                      <a:pt x="41" y="15"/>
                      <a:pt x="41" y="15"/>
                    </a:cubicBezTo>
                    <a:cubicBezTo>
                      <a:pt x="41" y="15"/>
                      <a:pt x="41" y="15"/>
                      <a:pt x="41" y="15"/>
                    </a:cubicBezTo>
                    <a:cubicBezTo>
                      <a:pt x="42" y="13"/>
                      <a:pt x="42" y="13"/>
                      <a:pt x="42" y="13"/>
                    </a:cubicBezTo>
                    <a:cubicBezTo>
                      <a:pt x="42" y="13"/>
                      <a:pt x="42" y="13"/>
                      <a:pt x="42" y="13"/>
                    </a:cubicBezTo>
                    <a:cubicBezTo>
                      <a:pt x="42" y="13"/>
                      <a:pt x="42" y="13"/>
                      <a:pt x="42" y="13"/>
                    </a:cubicBezTo>
                    <a:cubicBezTo>
                      <a:pt x="42" y="13"/>
                      <a:pt x="42" y="13"/>
                      <a:pt x="42" y="13"/>
                    </a:cubicBezTo>
                    <a:cubicBezTo>
                      <a:pt x="42" y="14"/>
                      <a:pt x="42" y="14"/>
                      <a:pt x="42" y="14"/>
                    </a:cubicBezTo>
                    <a:cubicBezTo>
                      <a:pt x="42" y="14"/>
                      <a:pt x="42" y="14"/>
                      <a:pt x="42" y="14"/>
                    </a:cubicBezTo>
                    <a:cubicBezTo>
                      <a:pt x="42" y="15"/>
                      <a:pt x="43" y="15"/>
                      <a:pt x="43" y="16"/>
                    </a:cubicBezTo>
                    <a:cubicBezTo>
                      <a:pt x="43" y="18"/>
                      <a:pt x="43" y="18"/>
                      <a:pt x="43" y="18"/>
                    </a:cubicBezTo>
                    <a:cubicBezTo>
                      <a:pt x="43" y="18"/>
                      <a:pt x="43" y="18"/>
                      <a:pt x="43" y="18"/>
                    </a:cubicBezTo>
                    <a:lnTo>
                      <a:pt x="43" y="17"/>
                    </a:lnTo>
                    <a:close/>
                    <a:moveTo>
                      <a:pt x="29" y="21"/>
                    </a:moveTo>
                    <a:cubicBezTo>
                      <a:pt x="29" y="21"/>
                      <a:pt x="29" y="21"/>
                      <a:pt x="29" y="21"/>
                    </a:cubicBezTo>
                    <a:cubicBezTo>
                      <a:pt x="27" y="22"/>
                      <a:pt x="27" y="22"/>
                      <a:pt x="27" y="22"/>
                    </a:cubicBezTo>
                    <a:cubicBezTo>
                      <a:pt x="27" y="21"/>
                      <a:pt x="27" y="21"/>
                      <a:pt x="27" y="21"/>
                    </a:cubicBezTo>
                    <a:cubicBezTo>
                      <a:pt x="27" y="20"/>
                      <a:pt x="27" y="20"/>
                      <a:pt x="27" y="20"/>
                    </a:cubicBezTo>
                    <a:cubicBezTo>
                      <a:pt x="27" y="20"/>
                      <a:pt x="27" y="20"/>
                      <a:pt x="27" y="20"/>
                    </a:cubicBezTo>
                    <a:cubicBezTo>
                      <a:pt x="27" y="20"/>
                      <a:pt x="27" y="20"/>
                      <a:pt x="27" y="20"/>
                    </a:cubicBezTo>
                    <a:cubicBezTo>
                      <a:pt x="29" y="20"/>
                      <a:pt x="29" y="20"/>
                      <a:pt x="29" y="20"/>
                    </a:cubicBezTo>
                    <a:cubicBezTo>
                      <a:pt x="29" y="21"/>
                      <a:pt x="29" y="21"/>
                      <a:pt x="29" y="21"/>
                    </a:cubicBezTo>
                    <a:cubicBezTo>
                      <a:pt x="30" y="22"/>
                      <a:pt x="30" y="22"/>
                      <a:pt x="30" y="22"/>
                    </a:cubicBezTo>
                    <a:cubicBezTo>
                      <a:pt x="31" y="22"/>
                      <a:pt x="31" y="22"/>
                      <a:pt x="31" y="22"/>
                    </a:cubicBezTo>
                    <a:lnTo>
                      <a:pt x="29" y="21"/>
                    </a:lnTo>
                    <a:close/>
                    <a:moveTo>
                      <a:pt x="27" y="20"/>
                    </a:moveTo>
                    <a:cubicBezTo>
                      <a:pt x="27" y="20"/>
                      <a:pt x="27" y="20"/>
                      <a:pt x="27" y="20"/>
                    </a:cubicBezTo>
                    <a:cubicBezTo>
                      <a:pt x="28" y="19"/>
                      <a:pt x="28" y="19"/>
                      <a:pt x="28" y="19"/>
                    </a:cubicBezTo>
                    <a:cubicBezTo>
                      <a:pt x="29" y="19"/>
                      <a:pt x="29" y="19"/>
                      <a:pt x="29" y="19"/>
                    </a:cubicBezTo>
                    <a:cubicBezTo>
                      <a:pt x="30" y="20"/>
                      <a:pt x="30" y="20"/>
                      <a:pt x="30" y="20"/>
                    </a:cubicBezTo>
                    <a:cubicBezTo>
                      <a:pt x="30" y="20"/>
                      <a:pt x="30" y="20"/>
                      <a:pt x="30" y="20"/>
                    </a:cubicBezTo>
                    <a:cubicBezTo>
                      <a:pt x="29" y="20"/>
                      <a:pt x="29" y="20"/>
                      <a:pt x="29" y="20"/>
                    </a:cubicBezTo>
                    <a:cubicBezTo>
                      <a:pt x="27" y="20"/>
                      <a:pt x="27" y="20"/>
                      <a:pt x="27" y="20"/>
                    </a:cubicBezTo>
                    <a:close/>
                    <a:moveTo>
                      <a:pt x="32" y="21"/>
                    </a:moveTo>
                    <a:cubicBezTo>
                      <a:pt x="34" y="22"/>
                      <a:pt x="34" y="22"/>
                      <a:pt x="34" y="22"/>
                    </a:cubicBezTo>
                    <a:cubicBezTo>
                      <a:pt x="34" y="22"/>
                      <a:pt x="34" y="22"/>
                      <a:pt x="34" y="22"/>
                    </a:cubicBezTo>
                    <a:cubicBezTo>
                      <a:pt x="33" y="22"/>
                      <a:pt x="33" y="22"/>
                      <a:pt x="33" y="22"/>
                    </a:cubicBezTo>
                    <a:cubicBezTo>
                      <a:pt x="33" y="22"/>
                      <a:pt x="33" y="22"/>
                      <a:pt x="33" y="22"/>
                    </a:cubicBezTo>
                    <a:cubicBezTo>
                      <a:pt x="33" y="22"/>
                      <a:pt x="33" y="22"/>
                      <a:pt x="33" y="22"/>
                    </a:cubicBezTo>
                    <a:cubicBezTo>
                      <a:pt x="31" y="21"/>
                      <a:pt x="31" y="21"/>
                      <a:pt x="31" y="21"/>
                    </a:cubicBezTo>
                    <a:cubicBezTo>
                      <a:pt x="30" y="20"/>
                      <a:pt x="30" y="20"/>
                      <a:pt x="30" y="20"/>
                    </a:cubicBezTo>
                    <a:cubicBezTo>
                      <a:pt x="30" y="20"/>
                      <a:pt x="30" y="20"/>
                      <a:pt x="30" y="20"/>
                    </a:cubicBezTo>
                    <a:cubicBezTo>
                      <a:pt x="31" y="20"/>
                      <a:pt x="31" y="20"/>
                      <a:pt x="31" y="20"/>
                    </a:cubicBezTo>
                    <a:cubicBezTo>
                      <a:pt x="31" y="20"/>
                      <a:pt x="31" y="20"/>
                      <a:pt x="31" y="20"/>
                    </a:cubicBezTo>
                    <a:lnTo>
                      <a:pt x="32" y="21"/>
                    </a:lnTo>
                    <a:close/>
                    <a:moveTo>
                      <a:pt x="32" y="15"/>
                    </a:moveTo>
                    <a:cubicBezTo>
                      <a:pt x="33" y="15"/>
                      <a:pt x="34" y="15"/>
                      <a:pt x="34" y="16"/>
                    </a:cubicBezTo>
                    <a:cubicBezTo>
                      <a:pt x="34" y="18"/>
                      <a:pt x="34" y="18"/>
                      <a:pt x="34" y="18"/>
                    </a:cubicBezTo>
                    <a:cubicBezTo>
                      <a:pt x="33" y="17"/>
                      <a:pt x="33" y="17"/>
                      <a:pt x="33" y="17"/>
                    </a:cubicBezTo>
                    <a:cubicBezTo>
                      <a:pt x="33" y="17"/>
                      <a:pt x="33" y="17"/>
                      <a:pt x="33" y="17"/>
                    </a:cubicBezTo>
                    <a:cubicBezTo>
                      <a:pt x="31" y="18"/>
                      <a:pt x="31" y="18"/>
                      <a:pt x="31" y="18"/>
                    </a:cubicBezTo>
                    <a:cubicBezTo>
                      <a:pt x="31" y="19"/>
                      <a:pt x="31" y="19"/>
                      <a:pt x="31" y="19"/>
                    </a:cubicBezTo>
                    <a:cubicBezTo>
                      <a:pt x="29" y="19"/>
                      <a:pt x="29" y="19"/>
                      <a:pt x="29" y="19"/>
                    </a:cubicBezTo>
                    <a:cubicBezTo>
                      <a:pt x="28" y="19"/>
                      <a:pt x="28" y="19"/>
                      <a:pt x="28" y="19"/>
                    </a:cubicBezTo>
                    <a:cubicBezTo>
                      <a:pt x="28" y="17"/>
                      <a:pt x="28" y="17"/>
                      <a:pt x="28" y="17"/>
                    </a:cubicBezTo>
                    <a:cubicBezTo>
                      <a:pt x="29" y="15"/>
                      <a:pt x="29" y="15"/>
                      <a:pt x="29" y="15"/>
                    </a:cubicBezTo>
                    <a:lnTo>
                      <a:pt x="32" y="15"/>
                    </a:lnTo>
                    <a:close/>
                    <a:moveTo>
                      <a:pt x="28" y="15"/>
                    </a:moveTo>
                    <a:cubicBezTo>
                      <a:pt x="28" y="15"/>
                      <a:pt x="28" y="15"/>
                      <a:pt x="28" y="15"/>
                    </a:cubicBezTo>
                    <a:cubicBezTo>
                      <a:pt x="28" y="15"/>
                      <a:pt x="28" y="15"/>
                      <a:pt x="28" y="15"/>
                    </a:cubicBezTo>
                    <a:close/>
                    <a:moveTo>
                      <a:pt x="22" y="13"/>
                    </a:moveTo>
                    <a:cubicBezTo>
                      <a:pt x="23" y="14"/>
                      <a:pt x="23" y="14"/>
                      <a:pt x="23" y="14"/>
                    </a:cubicBezTo>
                    <a:cubicBezTo>
                      <a:pt x="22" y="14"/>
                      <a:pt x="22" y="14"/>
                      <a:pt x="22" y="14"/>
                    </a:cubicBezTo>
                    <a:lnTo>
                      <a:pt x="22" y="13"/>
                    </a:lnTo>
                    <a:close/>
                    <a:moveTo>
                      <a:pt x="21" y="16"/>
                    </a:moveTo>
                    <a:cubicBezTo>
                      <a:pt x="21" y="16"/>
                      <a:pt x="21" y="16"/>
                      <a:pt x="21" y="16"/>
                    </a:cubicBezTo>
                    <a:cubicBezTo>
                      <a:pt x="20" y="16"/>
                      <a:pt x="20" y="16"/>
                      <a:pt x="20" y="16"/>
                    </a:cubicBezTo>
                    <a:cubicBezTo>
                      <a:pt x="21" y="14"/>
                      <a:pt x="21" y="14"/>
                      <a:pt x="21" y="14"/>
                    </a:cubicBezTo>
                    <a:cubicBezTo>
                      <a:pt x="21" y="14"/>
                      <a:pt x="21" y="14"/>
                      <a:pt x="21" y="14"/>
                    </a:cubicBezTo>
                    <a:cubicBezTo>
                      <a:pt x="22" y="14"/>
                      <a:pt x="22" y="14"/>
                      <a:pt x="22" y="14"/>
                    </a:cubicBezTo>
                    <a:cubicBezTo>
                      <a:pt x="22" y="14"/>
                      <a:pt x="22" y="14"/>
                      <a:pt x="22" y="14"/>
                    </a:cubicBezTo>
                    <a:cubicBezTo>
                      <a:pt x="24" y="14"/>
                      <a:pt x="24" y="14"/>
                      <a:pt x="24" y="14"/>
                    </a:cubicBezTo>
                    <a:cubicBezTo>
                      <a:pt x="25" y="14"/>
                      <a:pt x="25" y="14"/>
                      <a:pt x="25" y="14"/>
                    </a:cubicBezTo>
                    <a:cubicBezTo>
                      <a:pt x="26" y="14"/>
                      <a:pt x="26" y="13"/>
                      <a:pt x="27" y="13"/>
                    </a:cubicBezTo>
                    <a:cubicBezTo>
                      <a:pt x="29" y="15"/>
                      <a:pt x="29" y="15"/>
                      <a:pt x="29" y="15"/>
                    </a:cubicBezTo>
                    <a:cubicBezTo>
                      <a:pt x="29" y="15"/>
                      <a:pt x="29" y="15"/>
                      <a:pt x="29" y="15"/>
                    </a:cubicBezTo>
                    <a:cubicBezTo>
                      <a:pt x="27" y="14"/>
                      <a:pt x="27" y="14"/>
                      <a:pt x="27" y="14"/>
                    </a:cubicBezTo>
                    <a:cubicBezTo>
                      <a:pt x="27" y="14"/>
                      <a:pt x="27" y="14"/>
                      <a:pt x="27" y="14"/>
                    </a:cubicBezTo>
                    <a:cubicBezTo>
                      <a:pt x="26" y="14"/>
                      <a:pt x="26" y="14"/>
                      <a:pt x="26" y="14"/>
                    </a:cubicBezTo>
                    <a:cubicBezTo>
                      <a:pt x="25" y="15"/>
                      <a:pt x="25" y="15"/>
                      <a:pt x="25" y="15"/>
                    </a:cubicBezTo>
                    <a:cubicBezTo>
                      <a:pt x="24" y="15"/>
                      <a:pt x="24" y="15"/>
                      <a:pt x="24" y="15"/>
                    </a:cubicBezTo>
                    <a:cubicBezTo>
                      <a:pt x="23" y="15"/>
                      <a:pt x="23" y="15"/>
                      <a:pt x="23" y="15"/>
                    </a:cubicBezTo>
                    <a:cubicBezTo>
                      <a:pt x="25" y="16"/>
                      <a:pt x="25" y="16"/>
                      <a:pt x="25" y="16"/>
                    </a:cubicBezTo>
                    <a:cubicBezTo>
                      <a:pt x="25" y="16"/>
                      <a:pt x="25" y="16"/>
                      <a:pt x="25" y="16"/>
                    </a:cubicBezTo>
                    <a:cubicBezTo>
                      <a:pt x="24" y="17"/>
                      <a:pt x="24" y="17"/>
                      <a:pt x="24" y="17"/>
                    </a:cubicBezTo>
                    <a:cubicBezTo>
                      <a:pt x="24" y="17"/>
                      <a:pt x="24" y="17"/>
                      <a:pt x="24" y="17"/>
                    </a:cubicBezTo>
                    <a:cubicBezTo>
                      <a:pt x="24" y="18"/>
                      <a:pt x="24" y="18"/>
                      <a:pt x="24" y="18"/>
                    </a:cubicBezTo>
                    <a:cubicBezTo>
                      <a:pt x="24" y="18"/>
                      <a:pt x="24" y="18"/>
                      <a:pt x="24" y="18"/>
                    </a:cubicBezTo>
                    <a:cubicBezTo>
                      <a:pt x="26" y="17"/>
                      <a:pt x="26" y="17"/>
                      <a:pt x="26" y="17"/>
                    </a:cubicBezTo>
                    <a:cubicBezTo>
                      <a:pt x="27" y="18"/>
                      <a:pt x="27" y="18"/>
                      <a:pt x="27" y="18"/>
                    </a:cubicBezTo>
                    <a:cubicBezTo>
                      <a:pt x="28" y="17"/>
                      <a:pt x="28" y="17"/>
                      <a:pt x="28" y="17"/>
                    </a:cubicBezTo>
                    <a:cubicBezTo>
                      <a:pt x="27" y="19"/>
                      <a:pt x="27" y="19"/>
                      <a:pt x="27" y="19"/>
                    </a:cubicBezTo>
                    <a:cubicBezTo>
                      <a:pt x="27" y="19"/>
                      <a:pt x="27" y="19"/>
                      <a:pt x="27" y="19"/>
                    </a:cubicBezTo>
                    <a:cubicBezTo>
                      <a:pt x="26" y="20"/>
                      <a:pt x="26" y="20"/>
                      <a:pt x="26" y="20"/>
                    </a:cubicBezTo>
                    <a:cubicBezTo>
                      <a:pt x="27" y="22"/>
                      <a:pt x="27" y="22"/>
                      <a:pt x="27" y="22"/>
                    </a:cubicBezTo>
                    <a:cubicBezTo>
                      <a:pt x="27" y="23"/>
                      <a:pt x="27" y="23"/>
                      <a:pt x="27" y="23"/>
                    </a:cubicBezTo>
                    <a:cubicBezTo>
                      <a:pt x="27" y="23"/>
                      <a:pt x="27" y="23"/>
                      <a:pt x="27" y="23"/>
                    </a:cubicBezTo>
                    <a:cubicBezTo>
                      <a:pt x="27" y="24"/>
                      <a:pt x="28" y="25"/>
                      <a:pt x="29" y="26"/>
                    </a:cubicBezTo>
                    <a:cubicBezTo>
                      <a:pt x="31" y="27"/>
                      <a:pt x="32" y="29"/>
                      <a:pt x="34" y="30"/>
                    </a:cubicBezTo>
                    <a:cubicBezTo>
                      <a:pt x="35" y="32"/>
                      <a:pt x="35" y="34"/>
                      <a:pt x="36" y="35"/>
                    </a:cubicBezTo>
                    <a:cubicBezTo>
                      <a:pt x="38" y="36"/>
                      <a:pt x="38" y="36"/>
                      <a:pt x="38" y="36"/>
                    </a:cubicBezTo>
                    <a:cubicBezTo>
                      <a:pt x="37" y="36"/>
                      <a:pt x="37" y="36"/>
                      <a:pt x="37" y="36"/>
                    </a:cubicBezTo>
                    <a:cubicBezTo>
                      <a:pt x="37" y="36"/>
                      <a:pt x="37" y="36"/>
                      <a:pt x="37" y="36"/>
                    </a:cubicBezTo>
                    <a:cubicBezTo>
                      <a:pt x="35" y="35"/>
                      <a:pt x="35" y="35"/>
                      <a:pt x="35" y="35"/>
                    </a:cubicBezTo>
                    <a:cubicBezTo>
                      <a:pt x="34" y="34"/>
                      <a:pt x="33" y="34"/>
                      <a:pt x="33" y="34"/>
                    </a:cubicBezTo>
                    <a:cubicBezTo>
                      <a:pt x="31" y="35"/>
                      <a:pt x="31" y="35"/>
                      <a:pt x="31" y="35"/>
                    </a:cubicBezTo>
                    <a:cubicBezTo>
                      <a:pt x="31" y="36"/>
                      <a:pt x="31" y="36"/>
                      <a:pt x="31" y="36"/>
                    </a:cubicBezTo>
                    <a:cubicBezTo>
                      <a:pt x="30" y="35"/>
                      <a:pt x="30" y="35"/>
                      <a:pt x="30" y="35"/>
                    </a:cubicBezTo>
                    <a:cubicBezTo>
                      <a:pt x="29" y="33"/>
                      <a:pt x="29" y="33"/>
                      <a:pt x="29" y="33"/>
                    </a:cubicBezTo>
                    <a:cubicBezTo>
                      <a:pt x="29" y="33"/>
                      <a:pt x="29" y="33"/>
                      <a:pt x="29" y="33"/>
                    </a:cubicBezTo>
                    <a:cubicBezTo>
                      <a:pt x="29" y="33"/>
                      <a:pt x="29" y="33"/>
                      <a:pt x="29" y="33"/>
                    </a:cubicBezTo>
                    <a:cubicBezTo>
                      <a:pt x="28" y="34"/>
                      <a:pt x="28" y="34"/>
                      <a:pt x="28" y="34"/>
                    </a:cubicBezTo>
                    <a:cubicBezTo>
                      <a:pt x="27" y="35"/>
                      <a:pt x="27" y="35"/>
                      <a:pt x="27" y="35"/>
                    </a:cubicBezTo>
                    <a:cubicBezTo>
                      <a:pt x="27" y="35"/>
                      <a:pt x="27" y="35"/>
                      <a:pt x="27" y="35"/>
                    </a:cubicBezTo>
                    <a:cubicBezTo>
                      <a:pt x="27" y="35"/>
                      <a:pt x="27" y="35"/>
                      <a:pt x="27" y="35"/>
                    </a:cubicBezTo>
                    <a:cubicBezTo>
                      <a:pt x="25" y="33"/>
                      <a:pt x="25" y="33"/>
                      <a:pt x="25" y="33"/>
                    </a:cubicBezTo>
                    <a:cubicBezTo>
                      <a:pt x="25" y="33"/>
                      <a:pt x="25" y="33"/>
                      <a:pt x="25" y="33"/>
                    </a:cubicBezTo>
                    <a:cubicBezTo>
                      <a:pt x="25" y="33"/>
                      <a:pt x="25" y="33"/>
                      <a:pt x="25" y="33"/>
                    </a:cubicBezTo>
                    <a:cubicBezTo>
                      <a:pt x="24" y="34"/>
                      <a:pt x="24" y="34"/>
                      <a:pt x="24" y="34"/>
                    </a:cubicBezTo>
                    <a:cubicBezTo>
                      <a:pt x="24" y="35"/>
                      <a:pt x="24" y="35"/>
                      <a:pt x="24" y="35"/>
                    </a:cubicBezTo>
                    <a:cubicBezTo>
                      <a:pt x="23" y="35"/>
                      <a:pt x="23" y="35"/>
                      <a:pt x="23" y="35"/>
                    </a:cubicBezTo>
                    <a:cubicBezTo>
                      <a:pt x="20" y="33"/>
                      <a:pt x="20" y="33"/>
                      <a:pt x="20" y="33"/>
                    </a:cubicBezTo>
                    <a:cubicBezTo>
                      <a:pt x="20" y="32"/>
                      <a:pt x="21" y="32"/>
                      <a:pt x="21" y="31"/>
                    </a:cubicBezTo>
                    <a:cubicBezTo>
                      <a:pt x="21" y="30"/>
                      <a:pt x="21" y="30"/>
                      <a:pt x="21" y="30"/>
                    </a:cubicBezTo>
                    <a:cubicBezTo>
                      <a:pt x="21" y="29"/>
                      <a:pt x="20" y="28"/>
                      <a:pt x="20" y="26"/>
                    </a:cubicBezTo>
                    <a:cubicBezTo>
                      <a:pt x="20" y="26"/>
                      <a:pt x="20" y="26"/>
                      <a:pt x="20" y="26"/>
                    </a:cubicBezTo>
                    <a:cubicBezTo>
                      <a:pt x="20" y="26"/>
                      <a:pt x="20" y="26"/>
                      <a:pt x="20" y="26"/>
                    </a:cubicBezTo>
                    <a:cubicBezTo>
                      <a:pt x="20" y="26"/>
                      <a:pt x="20" y="26"/>
                      <a:pt x="20" y="26"/>
                    </a:cubicBezTo>
                    <a:cubicBezTo>
                      <a:pt x="19" y="25"/>
                      <a:pt x="19" y="25"/>
                      <a:pt x="19" y="25"/>
                    </a:cubicBezTo>
                    <a:cubicBezTo>
                      <a:pt x="19" y="23"/>
                      <a:pt x="19" y="23"/>
                      <a:pt x="19" y="23"/>
                    </a:cubicBezTo>
                    <a:cubicBezTo>
                      <a:pt x="19" y="21"/>
                      <a:pt x="19" y="21"/>
                      <a:pt x="19" y="21"/>
                    </a:cubicBezTo>
                    <a:cubicBezTo>
                      <a:pt x="19" y="18"/>
                      <a:pt x="20" y="17"/>
                      <a:pt x="21" y="16"/>
                    </a:cubicBezTo>
                    <a:moveTo>
                      <a:pt x="20" y="31"/>
                    </a:moveTo>
                    <a:cubicBezTo>
                      <a:pt x="20" y="32"/>
                      <a:pt x="20" y="32"/>
                      <a:pt x="20" y="32"/>
                    </a:cubicBezTo>
                    <a:cubicBezTo>
                      <a:pt x="20" y="32"/>
                      <a:pt x="20" y="32"/>
                      <a:pt x="20" y="32"/>
                    </a:cubicBezTo>
                    <a:cubicBezTo>
                      <a:pt x="17" y="32"/>
                      <a:pt x="17" y="31"/>
                      <a:pt x="17" y="29"/>
                    </a:cubicBezTo>
                    <a:cubicBezTo>
                      <a:pt x="17" y="28"/>
                      <a:pt x="17" y="28"/>
                      <a:pt x="17" y="28"/>
                    </a:cubicBezTo>
                    <a:cubicBezTo>
                      <a:pt x="18" y="28"/>
                      <a:pt x="19" y="27"/>
                      <a:pt x="19" y="27"/>
                    </a:cubicBezTo>
                    <a:cubicBezTo>
                      <a:pt x="20" y="28"/>
                      <a:pt x="20" y="30"/>
                      <a:pt x="20" y="30"/>
                    </a:cubicBezTo>
                    <a:lnTo>
                      <a:pt x="20" y="31"/>
                    </a:lnTo>
                    <a:close/>
                    <a:moveTo>
                      <a:pt x="16" y="18"/>
                    </a:moveTo>
                    <a:cubicBezTo>
                      <a:pt x="16" y="18"/>
                      <a:pt x="16" y="18"/>
                      <a:pt x="16" y="18"/>
                    </a:cubicBezTo>
                    <a:cubicBezTo>
                      <a:pt x="16" y="17"/>
                      <a:pt x="16" y="17"/>
                      <a:pt x="16" y="17"/>
                    </a:cubicBezTo>
                    <a:cubicBezTo>
                      <a:pt x="16" y="16"/>
                      <a:pt x="16" y="16"/>
                      <a:pt x="16" y="16"/>
                    </a:cubicBezTo>
                    <a:cubicBezTo>
                      <a:pt x="17" y="18"/>
                      <a:pt x="17" y="18"/>
                      <a:pt x="17" y="18"/>
                    </a:cubicBezTo>
                    <a:cubicBezTo>
                      <a:pt x="17" y="19"/>
                      <a:pt x="18" y="20"/>
                      <a:pt x="18" y="20"/>
                    </a:cubicBezTo>
                    <a:cubicBezTo>
                      <a:pt x="18" y="20"/>
                      <a:pt x="18" y="20"/>
                      <a:pt x="18" y="20"/>
                    </a:cubicBezTo>
                    <a:cubicBezTo>
                      <a:pt x="18" y="21"/>
                      <a:pt x="18" y="21"/>
                      <a:pt x="18" y="21"/>
                    </a:cubicBezTo>
                    <a:cubicBezTo>
                      <a:pt x="18" y="21"/>
                      <a:pt x="18" y="21"/>
                      <a:pt x="18" y="21"/>
                    </a:cubicBezTo>
                    <a:cubicBezTo>
                      <a:pt x="18" y="22"/>
                      <a:pt x="18" y="22"/>
                      <a:pt x="18" y="22"/>
                    </a:cubicBezTo>
                    <a:cubicBezTo>
                      <a:pt x="18" y="23"/>
                      <a:pt x="18" y="23"/>
                      <a:pt x="18" y="23"/>
                    </a:cubicBezTo>
                    <a:cubicBezTo>
                      <a:pt x="19" y="24"/>
                      <a:pt x="19" y="24"/>
                      <a:pt x="19" y="24"/>
                    </a:cubicBezTo>
                    <a:cubicBezTo>
                      <a:pt x="16" y="22"/>
                      <a:pt x="16" y="22"/>
                      <a:pt x="16" y="22"/>
                    </a:cubicBezTo>
                    <a:cubicBezTo>
                      <a:pt x="16" y="21"/>
                      <a:pt x="16" y="21"/>
                      <a:pt x="16" y="21"/>
                    </a:cubicBezTo>
                    <a:cubicBezTo>
                      <a:pt x="16" y="21"/>
                      <a:pt x="16" y="21"/>
                      <a:pt x="16" y="21"/>
                    </a:cubicBezTo>
                    <a:cubicBezTo>
                      <a:pt x="15" y="20"/>
                      <a:pt x="15" y="20"/>
                      <a:pt x="15" y="20"/>
                    </a:cubicBezTo>
                    <a:lnTo>
                      <a:pt x="16" y="18"/>
                    </a:lnTo>
                    <a:close/>
                    <a:moveTo>
                      <a:pt x="13" y="13"/>
                    </a:moveTo>
                    <a:cubicBezTo>
                      <a:pt x="14" y="13"/>
                      <a:pt x="14" y="13"/>
                      <a:pt x="14" y="13"/>
                    </a:cubicBezTo>
                    <a:cubicBezTo>
                      <a:pt x="14" y="13"/>
                      <a:pt x="14" y="13"/>
                      <a:pt x="14" y="13"/>
                    </a:cubicBezTo>
                    <a:cubicBezTo>
                      <a:pt x="14" y="11"/>
                      <a:pt x="14" y="11"/>
                      <a:pt x="14" y="11"/>
                    </a:cubicBezTo>
                    <a:cubicBezTo>
                      <a:pt x="15" y="12"/>
                      <a:pt x="15" y="16"/>
                      <a:pt x="15" y="17"/>
                    </a:cubicBezTo>
                    <a:cubicBezTo>
                      <a:pt x="15" y="18"/>
                      <a:pt x="15" y="19"/>
                      <a:pt x="15" y="20"/>
                    </a:cubicBezTo>
                    <a:cubicBezTo>
                      <a:pt x="15" y="20"/>
                      <a:pt x="15" y="20"/>
                      <a:pt x="15" y="20"/>
                    </a:cubicBezTo>
                    <a:cubicBezTo>
                      <a:pt x="14" y="18"/>
                      <a:pt x="14" y="18"/>
                      <a:pt x="14" y="18"/>
                    </a:cubicBezTo>
                    <a:cubicBezTo>
                      <a:pt x="13" y="16"/>
                      <a:pt x="13" y="16"/>
                      <a:pt x="13" y="16"/>
                    </a:cubicBezTo>
                    <a:cubicBezTo>
                      <a:pt x="13" y="16"/>
                      <a:pt x="13" y="16"/>
                      <a:pt x="13" y="16"/>
                    </a:cubicBezTo>
                    <a:cubicBezTo>
                      <a:pt x="13" y="16"/>
                      <a:pt x="13" y="16"/>
                      <a:pt x="13" y="16"/>
                    </a:cubicBezTo>
                    <a:cubicBezTo>
                      <a:pt x="13" y="15"/>
                      <a:pt x="13" y="14"/>
                      <a:pt x="13" y="13"/>
                    </a:cubicBezTo>
                    <a:moveTo>
                      <a:pt x="13" y="1"/>
                    </a:moveTo>
                    <a:cubicBezTo>
                      <a:pt x="13" y="2"/>
                      <a:pt x="13" y="5"/>
                      <a:pt x="13" y="8"/>
                    </a:cubicBezTo>
                    <a:cubicBezTo>
                      <a:pt x="13" y="9"/>
                      <a:pt x="13" y="11"/>
                      <a:pt x="13" y="12"/>
                    </a:cubicBezTo>
                    <a:cubicBezTo>
                      <a:pt x="13" y="12"/>
                      <a:pt x="13" y="13"/>
                      <a:pt x="13" y="14"/>
                    </a:cubicBezTo>
                    <a:cubicBezTo>
                      <a:pt x="13" y="14"/>
                      <a:pt x="13" y="14"/>
                      <a:pt x="13" y="14"/>
                    </a:cubicBezTo>
                    <a:cubicBezTo>
                      <a:pt x="12" y="14"/>
                      <a:pt x="11" y="10"/>
                      <a:pt x="11" y="7"/>
                    </a:cubicBezTo>
                    <a:cubicBezTo>
                      <a:pt x="11" y="5"/>
                      <a:pt x="11" y="3"/>
                      <a:pt x="13" y="1"/>
                    </a:cubicBezTo>
                    <a:moveTo>
                      <a:pt x="12" y="2"/>
                    </a:moveTo>
                    <a:cubicBezTo>
                      <a:pt x="11" y="4"/>
                      <a:pt x="10" y="5"/>
                      <a:pt x="10" y="7"/>
                    </a:cubicBezTo>
                    <a:cubicBezTo>
                      <a:pt x="10" y="11"/>
                      <a:pt x="12" y="15"/>
                      <a:pt x="12" y="15"/>
                    </a:cubicBezTo>
                    <a:cubicBezTo>
                      <a:pt x="12" y="15"/>
                      <a:pt x="12" y="15"/>
                      <a:pt x="12" y="15"/>
                    </a:cubicBezTo>
                    <a:cubicBezTo>
                      <a:pt x="12" y="16"/>
                      <a:pt x="12" y="16"/>
                      <a:pt x="12" y="16"/>
                    </a:cubicBezTo>
                    <a:cubicBezTo>
                      <a:pt x="11" y="15"/>
                      <a:pt x="11" y="15"/>
                      <a:pt x="11" y="15"/>
                    </a:cubicBezTo>
                    <a:cubicBezTo>
                      <a:pt x="10" y="12"/>
                      <a:pt x="10" y="12"/>
                      <a:pt x="10" y="12"/>
                    </a:cubicBezTo>
                    <a:cubicBezTo>
                      <a:pt x="9" y="10"/>
                      <a:pt x="9" y="10"/>
                      <a:pt x="9" y="10"/>
                    </a:cubicBezTo>
                    <a:cubicBezTo>
                      <a:pt x="9" y="10"/>
                      <a:pt x="9" y="10"/>
                      <a:pt x="9" y="10"/>
                    </a:cubicBezTo>
                    <a:cubicBezTo>
                      <a:pt x="9" y="10"/>
                      <a:pt x="9" y="10"/>
                      <a:pt x="9" y="10"/>
                    </a:cubicBezTo>
                    <a:cubicBezTo>
                      <a:pt x="9" y="10"/>
                      <a:pt x="9" y="10"/>
                      <a:pt x="9" y="10"/>
                    </a:cubicBezTo>
                    <a:cubicBezTo>
                      <a:pt x="9" y="9"/>
                      <a:pt x="9" y="9"/>
                      <a:pt x="9" y="9"/>
                    </a:cubicBezTo>
                    <a:cubicBezTo>
                      <a:pt x="9" y="7"/>
                      <a:pt x="10" y="4"/>
                      <a:pt x="12" y="2"/>
                    </a:cubicBezTo>
                    <a:moveTo>
                      <a:pt x="9" y="12"/>
                    </a:moveTo>
                    <a:cubicBezTo>
                      <a:pt x="9" y="11"/>
                      <a:pt x="9" y="11"/>
                      <a:pt x="9" y="11"/>
                    </a:cubicBezTo>
                    <a:cubicBezTo>
                      <a:pt x="9" y="13"/>
                      <a:pt x="11" y="16"/>
                      <a:pt x="12" y="17"/>
                    </a:cubicBezTo>
                    <a:cubicBezTo>
                      <a:pt x="11" y="18"/>
                      <a:pt x="11" y="18"/>
                      <a:pt x="11" y="18"/>
                    </a:cubicBezTo>
                    <a:cubicBezTo>
                      <a:pt x="12" y="20"/>
                      <a:pt x="12" y="20"/>
                      <a:pt x="12" y="20"/>
                    </a:cubicBezTo>
                    <a:cubicBezTo>
                      <a:pt x="11" y="20"/>
                      <a:pt x="11" y="20"/>
                      <a:pt x="11" y="20"/>
                    </a:cubicBezTo>
                    <a:cubicBezTo>
                      <a:pt x="10" y="20"/>
                      <a:pt x="9" y="16"/>
                      <a:pt x="9" y="12"/>
                    </a:cubicBezTo>
                    <a:close/>
                    <a:moveTo>
                      <a:pt x="22" y="44"/>
                    </a:moveTo>
                    <a:cubicBezTo>
                      <a:pt x="22" y="41"/>
                      <a:pt x="22" y="41"/>
                      <a:pt x="22" y="41"/>
                    </a:cubicBezTo>
                    <a:cubicBezTo>
                      <a:pt x="23" y="41"/>
                      <a:pt x="23" y="41"/>
                      <a:pt x="23" y="41"/>
                    </a:cubicBezTo>
                    <a:cubicBezTo>
                      <a:pt x="25" y="40"/>
                      <a:pt x="25" y="40"/>
                      <a:pt x="25" y="40"/>
                    </a:cubicBezTo>
                    <a:cubicBezTo>
                      <a:pt x="25" y="41"/>
                      <a:pt x="25" y="41"/>
                      <a:pt x="25" y="41"/>
                    </a:cubicBezTo>
                    <a:cubicBezTo>
                      <a:pt x="26" y="41"/>
                      <a:pt x="26" y="41"/>
                      <a:pt x="26" y="41"/>
                    </a:cubicBezTo>
                    <a:cubicBezTo>
                      <a:pt x="26" y="41"/>
                      <a:pt x="26" y="41"/>
                      <a:pt x="26" y="41"/>
                    </a:cubicBezTo>
                    <a:cubicBezTo>
                      <a:pt x="26" y="41"/>
                      <a:pt x="26" y="41"/>
                      <a:pt x="26" y="41"/>
                    </a:cubicBezTo>
                    <a:cubicBezTo>
                      <a:pt x="26" y="41"/>
                      <a:pt x="26" y="41"/>
                      <a:pt x="26" y="41"/>
                    </a:cubicBezTo>
                    <a:cubicBezTo>
                      <a:pt x="25" y="42"/>
                      <a:pt x="24" y="43"/>
                      <a:pt x="22" y="44"/>
                    </a:cubicBezTo>
                    <a:moveTo>
                      <a:pt x="22" y="44"/>
                    </a:moveTo>
                    <a:cubicBezTo>
                      <a:pt x="19" y="48"/>
                      <a:pt x="19" y="48"/>
                      <a:pt x="19" y="48"/>
                    </a:cubicBezTo>
                    <a:cubicBezTo>
                      <a:pt x="20" y="47"/>
                      <a:pt x="20" y="47"/>
                      <a:pt x="20" y="47"/>
                    </a:cubicBezTo>
                    <a:cubicBezTo>
                      <a:pt x="20" y="46"/>
                      <a:pt x="20" y="45"/>
                      <a:pt x="20" y="44"/>
                    </a:cubicBezTo>
                    <a:cubicBezTo>
                      <a:pt x="20" y="44"/>
                      <a:pt x="20" y="44"/>
                      <a:pt x="20" y="44"/>
                    </a:cubicBezTo>
                    <a:cubicBezTo>
                      <a:pt x="21" y="44"/>
                      <a:pt x="21" y="44"/>
                      <a:pt x="21" y="44"/>
                    </a:cubicBezTo>
                    <a:lnTo>
                      <a:pt x="22" y="44"/>
                    </a:lnTo>
                    <a:close/>
                    <a:moveTo>
                      <a:pt x="21" y="44"/>
                    </a:moveTo>
                    <a:cubicBezTo>
                      <a:pt x="20" y="42"/>
                      <a:pt x="20" y="42"/>
                      <a:pt x="20" y="42"/>
                    </a:cubicBezTo>
                    <a:cubicBezTo>
                      <a:pt x="20" y="42"/>
                      <a:pt x="20" y="42"/>
                      <a:pt x="20" y="42"/>
                    </a:cubicBezTo>
                    <a:cubicBezTo>
                      <a:pt x="22" y="41"/>
                      <a:pt x="22" y="41"/>
                      <a:pt x="22" y="41"/>
                    </a:cubicBezTo>
                    <a:lnTo>
                      <a:pt x="21" y="44"/>
                    </a:lnTo>
                    <a:close/>
                    <a:moveTo>
                      <a:pt x="20" y="44"/>
                    </a:moveTo>
                    <a:cubicBezTo>
                      <a:pt x="20" y="44"/>
                      <a:pt x="20" y="44"/>
                      <a:pt x="20" y="44"/>
                    </a:cubicBezTo>
                    <a:cubicBezTo>
                      <a:pt x="20" y="44"/>
                      <a:pt x="18" y="45"/>
                      <a:pt x="16" y="45"/>
                    </a:cubicBezTo>
                    <a:cubicBezTo>
                      <a:pt x="18" y="45"/>
                      <a:pt x="18" y="43"/>
                      <a:pt x="18" y="42"/>
                    </a:cubicBezTo>
                    <a:cubicBezTo>
                      <a:pt x="20" y="42"/>
                      <a:pt x="20" y="42"/>
                      <a:pt x="20" y="42"/>
                    </a:cubicBezTo>
                    <a:lnTo>
                      <a:pt x="20" y="44"/>
                    </a:lnTo>
                    <a:close/>
                    <a:moveTo>
                      <a:pt x="11" y="34"/>
                    </a:moveTo>
                    <a:cubicBezTo>
                      <a:pt x="11" y="34"/>
                      <a:pt x="11" y="34"/>
                      <a:pt x="11" y="34"/>
                    </a:cubicBezTo>
                    <a:cubicBezTo>
                      <a:pt x="11" y="34"/>
                      <a:pt x="11" y="34"/>
                      <a:pt x="11" y="34"/>
                    </a:cubicBezTo>
                    <a:cubicBezTo>
                      <a:pt x="11" y="34"/>
                      <a:pt x="11" y="34"/>
                      <a:pt x="11" y="34"/>
                    </a:cubicBezTo>
                    <a:cubicBezTo>
                      <a:pt x="11" y="34"/>
                      <a:pt x="11" y="34"/>
                      <a:pt x="11" y="34"/>
                    </a:cubicBezTo>
                    <a:cubicBezTo>
                      <a:pt x="10" y="34"/>
                      <a:pt x="10" y="34"/>
                      <a:pt x="10" y="34"/>
                    </a:cubicBezTo>
                    <a:cubicBezTo>
                      <a:pt x="10" y="34"/>
                      <a:pt x="10" y="34"/>
                      <a:pt x="10" y="34"/>
                    </a:cubicBezTo>
                    <a:cubicBezTo>
                      <a:pt x="12" y="32"/>
                      <a:pt x="12" y="32"/>
                      <a:pt x="12" y="32"/>
                    </a:cubicBezTo>
                    <a:cubicBezTo>
                      <a:pt x="11" y="34"/>
                      <a:pt x="11" y="34"/>
                      <a:pt x="11" y="34"/>
                    </a:cubicBezTo>
                    <a:cubicBezTo>
                      <a:pt x="11" y="34"/>
                      <a:pt x="11" y="34"/>
                      <a:pt x="11" y="34"/>
                    </a:cubicBezTo>
                    <a:close/>
                    <a:moveTo>
                      <a:pt x="11" y="38"/>
                    </a:moveTo>
                    <a:cubicBezTo>
                      <a:pt x="12" y="39"/>
                      <a:pt x="13" y="39"/>
                      <a:pt x="14" y="39"/>
                    </a:cubicBezTo>
                    <a:cubicBezTo>
                      <a:pt x="13" y="40"/>
                      <a:pt x="13" y="40"/>
                      <a:pt x="13" y="40"/>
                    </a:cubicBezTo>
                    <a:cubicBezTo>
                      <a:pt x="11" y="42"/>
                      <a:pt x="11" y="42"/>
                      <a:pt x="11" y="42"/>
                    </a:cubicBezTo>
                    <a:cubicBezTo>
                      <a:pt x="11" y="41"/>
                      <a:pt x="11" y="39"/>
                      <a:pt x="11" y="38"/>
                    </a:cubicBezTo>
                    <a:moveTo>
                      <a:pt x="14" y="40"/>
                    </a:moveTo>
                    <a:cubicBezTo>
                      <a:pt x="15" y="41"/>
                      <a:pt x="15" y="42"/>
                      <a:pt x="15" y="42"/>
                    </a:cubicBezTo>
                    <a:cubicBezTo>
                      <a:pt x="15" y="42"/>
                      <a:pt x="15" y="42"/>
                      <a:pt x="15" y="42"/>
                    </a:cubicBezTo>
                    <a:cubicBezTo>
                      <a:pt x="15" y="42"/>
                      <a:pt x="15" y="42"/>
                      <a:pt x="15" y="42"/>
                    </a:cubicBezTo>
                    <a:cubicBezTo>
                      <a:pt x="16" y="42"/>
                      <a:pt x="17" y="42"/>
                      <a:pt x="18" y="42"/>
                    </a:cubicBezTo>
                    <a:cubicBezTo>
                      <a:pt x="18" y="43"/>
                      <a:pt x="17" y="45"/>
                      <a:pt x="15" y="45"/>
                    </a:cubicBezTo>
                    <a:cubicBezTo>
                      <a:pt x="15" y="45"/>
                      <a:pt x="15" y="43"/>
                      <a:pt x="15" y="42"/>
                    </a:cubicBezTo>
                    <a:cubicBezTo>
                      <a:pt x="15" y="42"/>
                      <a:pt x="15" y="42"/>
                      <a:pt x="15" y="42"/>
                    </a:cubicBezTo>
                    <a:cubicBezTo>
                      <a:pt x="14" y="42"/>
                      <a:pt x="14" y="42"/>
                      <a:pt x="14" y="42"/>
                    </a:cubicBezTo>
                    <a:cubicBezTo>
                      <a:pt x="13" y="43"/>
                      <a:pt x="13" y="43"/>
                      <a:pt x="13" y="43"/>
                    </a:cubicBezTo>
                    <a:cubicBezTo>
                      <a:pt x="11" y="42"/>
                      <a:pt x="11" y="42"/>
                      <a:pt x="11" y="42"/>
                    </a:cubicBezTo>
                    <a:cubicBezTo>
                      <a:pt x="13" y="42"/>
                      <a:pt x="14" y="40"/>
                      <a:pt x="14" y="40"/>
                    </a:cubicBezTo>
                    <a:moveTo>
                      <a:pt x="12" y="44"/>
                    </a:moveTo>
                    <a:cubicBezTo>
                      <a:pt x="12" y="43"/>
                      <a:pt x="12" y="43"/>
                      <a:pt x="12" y="43"/>
                    </a:cubicBezTo>
                    <a:cubicBezTo>
                      <a:pt x="13" y="43"/>
                      <a:pt x="13" y="43"/>
                      <a:pt x="13" y="43"/>
                    </a:cubicBezTo>
                    <a:cubicBezTo>
                      <a:pt x="14" y="43"/>
                      <a:pt x="14" y="43"/>
                      <a:pt x="14" y="43"/>
                    </a:cubicBezTo>
                    <a:cubicBezTo>
                      <a:pt x="14" y="44"/>
                      <a:pt x="14" y="45"/>
                      <a:pt x="14" y="46"/>
                    </a:cubicBezTo>
                    <a:cubicBezTo>
                      <a:pt x="14" y="46"/>
                      <a:pt x="14" y="46"/>
                      <a:pt x="14" y="46"/>
                    </a:cubicBezTo>
                    <a:cubicBezTo>
                      <a:pt x="14" y="46"/>
                      <a:pt x="14" y="46"/>
                      <a:pt x="14" y="46"/>
                    </a:cubicBezTo>
                    <a:cubicBezTo>
                      <a:pt x="14" y="46"/>
                      <a:pt x="14" y="46"/>
                      <a:pt x="14" y="46"/>
                    </a:cubicBezTo>
                    <a:cubicBezTo>
                      <a:pt x="15" y="46"/>
                      <a:pt x="15" y="46"/>
                      <a:pt x="15" y="46"/>
                    </a:cubicBezTo>
                    <a:cubicBezTo>
                      <a:pt x="16" y="46"/>
                      <a:pt x="16" y="46"/>
                      <a:pt x="16" y="46"/>
                    </a:cubicBezTo>
                    <a:cubicBezTo>
                      <a:pt x="16" y="47"/>
                      <a:pt x="16" y="47"/>
                      <a:pt x="16" y="47"/>
                    </a:cubicBezTo>
                    <a:cubicBezTo>
                      <a:pt x="16" y="48"/>
                      <a:pt x="16" y="48"/>
                      <a:pt x="15" y="50"/>
                    </a:cubicBezTo>
                    <a:cubicBezTo>
                      <a:pt x="15" y="52"/>
                      <a:pt x="12" y="54"/>
                      <a:pt x="11" y="55"/>
                    </a:cubicBezTo>
                    <a:cubicBezTo>
                      <a:pt x="9" y="57"/>
                      <a:pt x="9" y="58"/>
                      <a:pt x="8" y="60"/>
                    </a:cubicBezTo>
                    <a:cubicBezTo>
                      <a:pt x="7" y="61"/>
                      <a:pt x="7" y="61"/>
                      <a:pt x="7" y="61"/>
                    </a:cubicBezTo>
                    <a:cubicBezTo>
                      <a:pt x="7" y="61"/>
                      <a:pt x="7" y="61"/>
                      <a:pt x="7" y="61"/>
                    </a:cubicBezTo>
                    <a:cubicBezTo>
                      <a:pt x="7" y="61"/>
                      <a:pt x="7" y="61"/>
                      <a:pt x="7" y="61"/>
                    </a:cubicBezTo>
                    <a:cubicBezTo>
                      <a:pt x="5" y="61"/>
                      <a:pt x="5" y="59"/>
                      <a:pt x="5" y="59"/>
                    </a:cubicBezTo>
                    <a:cubicBezTo>
                      <a:pt x="5" y="58"/>
                      <a:pt x="5" y="58"/>
                      <a:pt x="5" y="58"/>
                    </a:cubicBezTo>
                    <a:cubicBezTo>
                      <a:pt x="5" y="54"/>
                      <a:pt x="10" y="52"/>
                      <a:pt x="12" y="44"/>
                    </a:cubicBezTo>
                    <a:moveTo>
                      <a:pt x="18" y="42"/>
                    </a:moveTo>
                    <a:cubicBezTo>
                      <a:pt x="16" y="42"/>
                      <a:pt x="16" y="42"/>
                      <a:pt x="16" y="42"/>
                    </a:cubicBezTo>
                    <a:cubicBezTo>
                      <a:pt x="17" y="41"/>
                      <a:pt x="18" y="40"/>
                      <a:pt x="18" y="39"/>
                    </a:cubicBezTo>
                    <a:cubicBezTo>
                      <a:pt x="18" y="40"/>
                      <a:pt x="18" y="40"/>
                      <a:pt x="18" y="40"/>
                    </a:cubicBezTo>
                    <a:cubicBezTo>
                      <a:pt x="19" y="42"/>
                      <a:pt x="19" y="42"/>
                      <a:pt x="19" y="42"/>
                    </a:cubicBezTo>
                    <a:lnTo>
                      <a:pt x="18" y="42"/>
                    </a:lnTo>
                    <a:close/>
                    <a:moveTo>
                      <a:pt x="15" y="41"/>
                    </a:moveTo>
                    <a:cubicBezTo>
                      <a:pt x="15" y="39"/>
                      <a:pt x="15" y="39"/>
                      <a:pt x="15" y="39"/>
                    </a:cubicBezTo>
                    <a:cubicBezTo>
                      <a:pt x="15" y="39"/>
                      <a:pt x="15" y="39"/>
                      <a:pt x="15" y="39"/>
                    </a:cubicBezTo>
                    <a:cubicBezTo>
                      <a:pt x="15" y="39"/>
                      <a:pt x="15" y="39"/>
                      <a:pt x="15" y="39"/>
                    </a:cubicBezTo>
                    <a:cubicBezTo>
                      <a:pt x="15" y="39"/>
                      <a:pt x="15" y="39"/>
                      <a:pt x="15" y="39"/>
                    </a:cubicBezTo>
                    <a:cubicBezTo>
                      <a:pt x="15" y="39"/>
                      <a:pt x="13" y="39"/>
                      <a:pt x="12" y="38"/>
                    </a:cubicBezTo>
                    <a:cubicBezTo>
                      <a:pt x="14" y="36"/>
                      <a:pt x="14" y="36"/>
                      <a:pt x="14" y="36"/>
                    </a:cubicBezTo>
                    <a:cubicBezTo>
                      <a:pt x="14" y="38"/>
                      <a:pt x="14" y="38"/>
                      <a:pt x="14" y="38"/>
                    </a:cubicBezTo>
                    <a:cubicBezTo>
                      <a:pt x="14" y="38"/>
                      <a:pt x="14" y="38"/>
                      <a:pt x="14" y="38"/>
                    </a:cubicBezTo>
                    <a:cubicBezTo>
                      <a:pt x="14" y="38"/>
                      <a:pt x="14" y="38"/>
                      <a:pt x="14" y="38"/>
                    </a:cubicBezTo>
                    <a:cubicBezTo>
                      <a:pt x="14" y="38"/>
                      <a:pt x="15" y="38"/>
                      <a:pt x="16" y="38"/>
                    </a:cubicBezTo>
                    <a:cubicBezTo>
                      <a:pt x="17" y="39"/>
                      <a:pt x="17" y="39"/>
                      <a:pt x="17" y="39"/>
                    </a:cubicBezTo>
                    <a:cubicBezTo>
                      <a:pt x="17" y="39"/>
                      <a:pt x="17" y="39"/>
                      <a:pt x="17" y="39"/>
                    </a:cubicBezTo>
                    <a:cubicBezTo>
                      <a:pt x="17" y="39"/>
                      <a:pt x="17" y="41"/>
                      <a:pt x="15" y="41"/>
                    </a:cubicBezTo>
                    <a:moveTo>
                      <a:pt x="14" y="35"/>
                    </a:moveTo>
                    <a:cubicBezTo>
                      <a:pt x="14" y="35"/>
                      <a:pt x="14" y="35"/>
                      <a:pt x="14" y="35"/>
                    </a:cubicBezTo>
                    <a:cubicBezTo>
                      <a:pt x="14" y="36"/>
                      <a:pt x="14" y="36"/>
                      <a:pt x="14" y="36"/>
                    </a:cubicBezTo>
                    <a:cubicBezTo>
                      <a:pt x="14" y="36"/>
                      <a:pt x="12" y="37"/>
                      <a:pt x="11" y="38"/>
                    </a:cubicBezTo>
                    <a:cubicBezTo>
                      <a:pt x="11" y="36"/>
                      <a:pt x="11" y="36"/>
                      <a:pt x="11" y="36"/>
                    </a:cubicBezTo>
                    <a:cubicBezTo>
                      <a:pt x="11" y="36"/>
                      <a:pt x="11" y="36"/>
                      <a:pt x="11" y="36"/>
                    </a:cubicBezTo>
                    <a:cubicBezTo>
                      <a:pt x="11" y="34"/>
                      <a:pt x="11" y="34"/>
                      <a:pt x="11" y="34"/>
                    </a:cubicBezTo>
                    <a:cubicBezTo>
                      <a:pt x="11" y="34"/>
                      <a:pt x="11" y="34"/>
                      <a:pt x="11" y="34"/>
                    </a:cubicBezTo>
                    <a:cubicBezTo>
                      <a:pt x="11" y="34"/>
                      <a:pt x="11" y="34"/>
                      <a:pt x="11" y="34"/>
                    </a:cubicBezTo>
                    <a:cubicBezTo>
                      <a:pt x="12" y="34"/>
                      <a:pt x="12" y="34"/>
                      <a:pt x="12" y="34"/>
                    </a:cubicBezTo>
                    <a:cubicBezTo>
                      <a:pt x="12" y="35"/>
                      <a:pt x="12" y="35"/>
                      <a:pt x="12" y="35"/>
                    </a:cubicBezTo>
                    <a:cubicBezTo>
                      <a:pt x="12" y="35"/>
                      <a:pt x="12" y="35"/>
                      <a:pt x="12" y="35"/>
                    </a:cubicBezTo>
                    <a:cubicBezTo>
                      <a:pt x="13" y="35"/>
                      <a:pt x="13" y="35"/>
                      <a:pt x="13" y="35"/>
                    </a:cubicBezTo>
                    <a:cubicBezTo>
                      <a:pt x="14" y="35"/>
                      <a:pt x="14" y="35"/>
                      <a:pt x="14" y="35"/>
                    </a:cubicBezTo>
                    <a:close/>
                    <a:moveTo>
                      <a:pt x="9" y="34"/>
                    </a:moveTo>
                    <a:cubicBezTo>
                      <a:pt x="9" y="32"/>
                      <a:pt x="9" y="32"/>
                      <a:pt x="9" y="32"/>
                    </a:cubicBezTo>
                    <a:cubicBezTo>
                      <a:pt x="10" y="31"/>
                      <a:pt x="10" y="31"/>
                      <a:pt x="10" y="31"/>
                    </a:cubicBezTo>
                    <a:cubicBezTo>
                      <a:pt x="10" y="30"/>
                      <a:pt x="10" y="30"/>
                      <a:pt x="10" y="30"/>
                    </a:cubicBezTo>
                    <a:cubicBezTo>
                      <a:pt x="9" y="30"/>
                      <a:pt x="9" y="30"/>
                      <a:pt x="9" y="30"/>
                    </a:cubicBezTo>
                    <a:cubicBezTo>
                      <a:pt x="8" y="29"/>
                      <a:pt x="8" y="29"/>
                      <a:pt x="8" y="29"/>
                    </a:cubicBezTo>
                    <a:cubicBezTo>
                      <a:pt x="8" y="28"/>
                      <a:pt x="8" y="28"/>
                      <a:pt x="8" y="28"/>
                    </a:cubicBezTo>
                    <a:cubicBezTo>
                      <a:pt x="10" y="28"/>
                      <a:pt x="10" y="28"/>
                      <a:pt x="10" y="28"/>
                    </a:cubicBezTo>
                    <a:cubicBezTo>
                      <a:pt x="10" y="29"/>
                      <a:pt x="10" y="30"/>
                      <a:pt x="10" y="30"/>
                    </a:cubicBezTo>
                    <a:cubicBezTo>
                      <a:pt x="10" y="30"/>
                      <a:pt x="10" y="30"/>
                      <a:pt x="10" y="30"/>
                    </a:cubicBezTo>
                    <a:cubicBezTo>
                      <a:pt x="10" y="30"/>
                      <a:pt x="10" y="30"/>
                      <a:pt x="10" y="30"/>
                    </a:cubicBezTo>
                    <a:cubicBezTo>
                      <a:pt x="12" y="32"/>
                      <a:pt x="12" y="32"/>
                      <a:pt x="12" y="32"/>
                    </a:cubicBezTo>
                    <a:lnTo>
                      <a:pt x="9" y="34"/>
                    </a:lnTo>
                    <a:close/>
                    <a:moveTo>
                      <a:pt x="10" y="27"/>
                    </a:moveTo>
                    <a:cubicBezTo>
                      <a:pt x="10" y="27"/>
                      <a:pt x="8" y="27"/>
                      <a:pt x="7" y="28"/>
                    </a:cubicBezTo>
                    <a:cubicBezTo>
                      <a:pt x="8" y="27"/>
                      <a:pt x="8" y="27"/>
                      <a:pt x="8" y="27"/>
                    </a:cubicBezTo>
                    <a:cubicBezTo>
                      <a:pt x="9" y="25"/>
                      <a:pt x="9" y="25"/>
                      <a:pt x="9" y="25"/>
                    </a:cubicBezTo>
                    <a:cubicBezTo>
                      <a:pt x="9" y="25"/>
                      <a:pt x="9" y="25"/>
                      <a:pt x="9" y="25"/>
                    </a:cubicBezTo>
                    <a:cubicBezTo>
                      <a:pt x="9" y="25"/>
                      <a:pt x="9" y="25"/>
                      <a:pt x="9" y="25"/>
                    </a:cubicBezTo>
                    <a:cubicBezTo>
                      <a:pt x="10" y="27"/>
                      <a:pt x="10" y="27"/>
                      <a:pt x="10" y="27"/>
                    </a:cubicBezTo>
                    <a:close/>
                    <a:moveTo>
                      <a:pt x="9" y="25"/>
                    </a:moveTo>
                    <a:cubicBezTo>
                      <a:pt x="9" y="25"/>
                      <a:pt x="9" y="25"/>
                      <a:pt x="9" y="25"/>
                    </a:cubicBezTo>
                    <a:cubicBezTo>
                      <a:pt x="9" y="25"/>
                      <a:pt x="9" y="25"/>
                      <a:pt x="9" y="25"/>
                    </a:cubicBezTo>
                    <a:cubicBezTo>
                      <a:pt x="9" y="25"/>
                      <a:pt x="9" y="25"/>
                      <a:pt x="9" y="25"/>
                    </a:cubicBezTo>
                    <a:cubicBezTo>
                      <a:pt x="9" y="25"/>
                      <a:pt x="9" y="25"/>
                      <a:pt x="9" y="25"/>
                    </a:cubicBezTo>
                    <a:cubicBezTo>
                      <a:pt x="8" y="25"/>
                      <a:pt x="7" y="24"/>
                      <a:pt x="7" y="23"/>
                    </a:cubicBezTo>
                    <a:cubicBezTo>
                      <a:pt x="8" y="23"/>
                      <a:pt x="8" y="23"/>
                      <a:pt x="8" y="23"/>
                    </a:cubicBezTo>
                    <a:cubicBezTo>
                      <a:pt x="10" y="23"/>
                      <a:pt x="10" y="23"/>
                      <a:pt x="10" y="23"/>
                    </a:cubicBezTo>
                    <a:cubicBezTo>
                      <a:pt x="10" y="23"/>
                      <a:pt x="10" y="23"/>
                      <a:pt x="10" y="23"/>
                    </a:cubicBezTo>
                    <a:cubicBezTo>
                      <a:pt x="9" y="25"/>
                      <a:pt x="9" y="25"/>
                      <a:pt x="9" y="25"/>
                    </a:cubicBezTo>
                    <a:close/>
                    <a:moveTo>
                      <a:pt x="10" y="23"/>
                    </a:moveTo>
                    <a:cubicBezTo>
                      <a:pt x="10" y="22"/>
                      <a:pt x="9" y="22"/>
                      <a:pt x="8" y="22"/>
                    </a:cubicBezTo>
                    <a:cubicBezTo>
                      <a:pt x="10" y="21"/>
                      <a:pt x="10" y="21"/>
                      <a:pt x="10" y="21"/>
                    </a:cubicBezTo>
                    <a:cubicBezTo>
                      <a:pt x="10" y="21"/>
                      <a:pt x="10" y="21"/>
                      <a:pt x="10" y="21"/>
                    </a:cubicBezTo>
                    <a:lnTo>
                      <a:pt x="10" y="23"/>
                    </a:lnTo>
                    <a:close/>
                    <a:moveTo>
                      <a:pt x="3" y="3"/>
                    </a:moveTo>
                    <a:cubicBezTo>
                      <a:pt x="4" y="5"/>
                      <a:pt x="7" y="10"/>
                      <a:pt x="8" y="12"/>
                    </a:cubicBezTo>
                    <a:cubicBezTo>
                      <a:pt x="8" y="13"/>
                      <a:pt x="8" y="14"/>
                      <a:pt x="8" y="15"/>
                    </a:cubicBezTo>
                    <a:cubicBezTo>
                      <a:pt x="7" y="13"/>
                      <a:pt x="3" y="7"/>
                      <a:pt x="3" y="3"/>
                    </a:cubicBezTo>
                    <a:close/>
                    <a:moveTo>
                      <a:pt x="2" y="2"/>
                    </a:moveTo>
                    <a:cubicBezTo>
                      <a:pt x="3" y="3"/>
                      <a:pt x="3" y="3"/>
                      <a:pt x="3" y="3"/>
                    </a:cubicBezTo>
                    <a:cubicBezTo>
                      <a:pt x="2" y="2"/>
                      <a:pt x="2" y="2"/>
                      <a:pt x="2" y="2"/>
                    </a:cubicBezTo>
                    <a:close/>
                    <a:moveTo>
                      <a:pt x="2" y="5"/>
                    </a:moveTo>
                    <a:cubicBezTo>
                      <a:pt x="2" y="3"/>
                      <a:pt x="2" y="3"/>
                      <a:pt x="2" y="3"/>
                    </a:cubicBezTo>
                    <a:cubicBezTo>
                      <a:pt x="2" y="3"/>
                      <a:pt x="2" y="3"/>
                      <a:pt x="2" y="3"/>
                    </a:cubicBezTo>
                    <a:cubicBezTo>
                      <a:pt x="2" y="9"/>
                      <a:pt x="9" y="16"/>
                      <a:pt x="9" y="16"/>
                    </a:cubicBezTo>
                    <a:cubicBezTo>
                      <a:pt x="9" y="17"/>
                      <a:pt x="9" y="19"/>
                      <a:pt x="10" y="20"/>
                    </a:cubicBezTo>
                    <a:cubicBezTo>
                      <a:pt x="9" y="19"/>
                      <a:pt x="8" y="18"/>
                      <a:pt x="7" y="16"/>
                    </a:cubicBezTo>
                    <a:cubicBezTo>
                      <a:pt x="6" y="16"/>
                      <a:pt x="6" y="16"/>
                      <a:pt x="6" y="16"/>
                    </a:cubicBezTo>
                    <a:cubicBezTo>
                      <a:pt x="6" y="16"/>
                      <a:pt x="2" y="10"/>
                      <a:pt x="2" y="5"/>
                    </a:cubicBezTo>
                    <a:moveTo>
                      <a:pt x="6" y="16"/>
                    </a:moveTo>
                    <a:cubicBezTo>
                      <a:pt x="7" y="18"/>
                      <a:pt x="9" y="20"/>
                      <a:pt x="10" y="20"/>
                    </a:cubicBezTo>
                    <a:cubicBezTo>
                      <a:pt x="9" y="21"/>
                      <a:pt x="9" y="21"/>
                      <a:pt x="9" y="21"/>
                    </a:cubicBezTo>
                    <a:cubicBezTo>
                      <a:pt x="8" y="21"/>
                      <a:pt x="7" y="19"/>
                      <a:pt x="6" y="18"/>
                    </a:cubicBezTo>
                    <a:cubicBezTo>
                      <a:pt x="4" y="17"/>
                      <a:pt x="3" y="15"/>
                      <a:pt x="2" y="13"/>
                    </a:cubicBezTo>
                    <a:cubicBezTo>
                      <a:pt x="3" y="14"/>
                      <a:pt x="5" y="16"/>
                      <a:pt x="6" y="16"/>
                    </a:cubicBezTo>
                    <a:moveTo>
                      <a:pt x="6" y="22"/>
                    </a:moveTo>
                    <a:cubicBezTo>
                      <a:pt x="6" y="22"/>
                      <a:pt x="6" y="22"/>
                      <a:pt x="6" y="22"/>
                    </a:cubicBezTo>
                    <a:cubicBezTo>
                      <a:pt x="6" y="22"/>
                      <a:pt x="1" y="18"/>
                      <a:pt x="1" y="14"/>
                    </a:cubicBezTo>
                    <a:cubicBezTo>
                      <a:pt x="2" y="14"/>
                      <a:pt x="2" y="14"/>
                      <a:pt x="2" y="14"/>
                    </a:cubicBezTo>
                    <a:cubicBezTo>
                      <a:pt x="3" y="17"/>
                      <a:pt x="7" y="20"/>
                      <a:pt x="8" y="21"/>
                    </a:cubicBezTo>
                    <a:cubicBezTo>
                      <a:pt x="7" y="22"/>
                      <a:pt x="7" y="22"/>
                      <a:pt x="7" y="22"/>
                    </a:cubicBezTo>
                    <a:cubicBezTo>
                      <a:pt x="6" y="22"/>
                      <a:pt x="6" y="22"/>
                      <a:pt x="6" y="22"/>
                    </a:cubicBezTo>
                    <a:cubicBezTo>
                      <a:pt x="7" y="22"/>
                      <a:pt x="7" y="22"/>
                      <a:pt x="7" y="22"/>
                    </a:cubicBezTo>
                    <a:cubicBezTo>
                      <a:pt x="7" y="24"/>
                      <a:pt x="8" y="25"/>
                      <a:pt x="8" y="25"/>
                    </a:cubicBezTo>
                    <a:cubicBezTo>
                      <a:pt x="8" y="26"/>
                      <a:pt x="8" y="26"/>
                      <a:pt x="8" y="26"/>
                    </a:cubicBezTo>
                    <a:cubicBezTo>
                      <a:pt x="8" y="25"/>
                      <a:pt x="6" y="25"/>
                      <a:pt x="5" y="24"/>
                    </a:cubicBezTo>
                    <a:cubicBezTo>
                      <a:pt x="4" y="23"/>
                      <a:pt x="3" y="22"/>
                      <a:pt x="2" y="21"/>
                    </a:cubicBezTo>
                    <a:cubicBezTo>
                      <a:pt x="3" y="21"/>
                      <a:pt x="5" y="21"/>
                      <a:pt x="6" y="22"/>
                    </a:cubicBezTo>
                    <a:moveTo>
                      <a:pt x="4" y="26"/>
                    </a:moveTo>
                    <a:cubicBezTo>
                      <a:pt x="3" y="25"/>
                      <a:pt x="2" y="23"/>
                      <a:pt x="2" y="22"/>
                    </a:cubicBezTo>
                    <a:cubicBezTo>
                      <a:pt x="3" y="24"/>
                      <a:pt x="7" y="26"/>
                      <a:pt x="8" y="26"/>
                    </a:cubicBezTo>
                    <a:cubicBezTo>
                      <a:pt x="7" y="28"/>
                      <a:pt x="7" y="28"/>
                      <a:pt x="7" y="28"/>
                    </a:cubicBezTo>
                    <a:cubicBezTo>
                      <a:pt x="7" y="28"/>
                      <a:pt x="7" y="28"/>
                      <a:pt x="7" y="28"/>
                    </a:cubicBezTo>
                    <a:cubicBezTo>
                      <a:pt x="6" y="28"/>
                      <a:pt x="6" y="28"/>
                      <a:pt x="6" y="28"/>
                    </a:cubicBezTo>
                    <a:cubicBezTo>
                      <a:pt x="6" y="28"/>
                      <a:pt x="5" y="27"/>
                      <a:pt x="4" y="26"/>
                    </a:cubicBezTo>
                    <a:moveTo>
                      <a:pt x="4" y="29"/>
                    </a:moveTo>
                    <a:cubicBezTo>
                      <a:pt x="4" y="29"/>
                      <a:pt x="5" y="28"/>
                      <a:pt x="6" y="28"/>
                    </a:cubicBezTo>
                    <a:cubicBezTo>
                      <a:pt x="6" y="28"/>
                      <a:pt x="6" y="28"/>
                      <a:pt x="6" y="28"/>
                    </a:cubicBezTo>
                    <a:cubicBezTo>
                      <a:pt x="6" y="28"/>
                      <a:pt x="6" y="28"/>
                      <a:pt x="6" y="28"/>
                    </a:cubicBezTo>
                    <a:cubicBezTo>
                      <a:pt x="6" y="29"/>
                      <a:pt x="6" y="29"/>
                      <a:pt x="6" y="29"/>
                    </a:cubicBezTo>
                    <a:cubicBezTo>
                      <a:pt x="6" y="29"/>
                      <a:pt x="6" y="29"/>
                      <a:pt x="6" y="29"/>
                    </a:cubicBezTo>
                    <a:cubicBezTo>
                      <a:pt x="7" y="29"/>
                      <a:pt x="7" y="29"/>
                      <a:pt x="7" y="29"/>
                    </a:cubicBezTo>
                    <a:cubicBezTo>
                      <a:pt x="9" y="30"/>
                      <a:pt x="9" y="30"/>
                      <a:pt x="9" y="30"/>
                    </a:cubicBezTo>
                    <a:cubicBezTo>
                      <a:pt x="7" y="30"/>
                      <a:pt x="7" y="30"/>
                      <a:pt x="7" y="30"/>
                    </a:cubicBezTo>
                    <a:cubicBezTo>
                      <a:pt x="5" y="30"/>
                      <a:pt x="4" y="29"/>
                      <a:pt x="4" y="29"/>
                    </a:cubicBezTo>
                    <a:close/>
                    <a:moveTo>
                      <a:pt x="4" y="30"/>
                    </a:moveTo>
                    <a:cubicBezTo>
                      <a:pt x="5" y="31"/>
                      <a:pt x="8" y="31"/>
                      <a:pt x="9" y="31"/>
                    </a:cubicBezTo>
                    <a:cubicBezTo>
                      <a:pt x="9" y="32"/>
                      <a:pt x="9" y="32"/>
                      <a:pt x="9" y="32"/>
                    </a:cubicBezTo>
                    <a:cubicBezTo>
                      <a:pt x="9" y="34"/>
                      <a:pt x="9" y="34"/>
                      <a:pt x="9" y="34"/>
                    </a:cubicBezTo>
                    <a:cubicBezTo>
                      <a:pt x="8" y="34"/>
                      <a:pt x="8" y="34"/>
                      <a:pt x="8" y="34"/>
                    </a:cubicBezTo>
                    <a:cubicBezTo>
                      <a:pt x="8" y="34"/>
                      <a:pt x="8" y="34"/>
                      <a:pt x="8" y="34"/>
                    </a:cubicBezTo>
                    <a:cubicBezTo>
                      <a:pt x="7" y="33"/>
                      <a:pt x="7" y="33"/>
                      <a:pt x="7" y="33"/>
                    </a:cubicBezTo>
                    <a:cubicBezTo>
                      <a:pt x="6" y="33"/>
                      <a:pt x="5" y="32"/>
                      <a:pt x="4" y="30"/>
                    </a:cubicBezTo>
                    <a:moveTo>
                      <a:pt x="6" y="35"/>
                    </a:moveTo>
                    <a:cubicBezTo>
                      <a:pt x="5" y="35"/>
                      <a:pt x="5" y="35"/>
                      <a:pt x="5" y="35"/>
                    </a:cubicBezTo>
                    <a:cubicBezTo>
                      <a:pt x="5" y="35"/>
                      <a:pt x="5" y="35"/>
                      <a:pt x="5" y="35"/>
                    </a:cubicBezTo>
                    <a:cubicBezTo>
                      <a:pt x="5" y="35"/>
                      <a:pt x="5" y="35"/>
                      <a:pt x="5" y="35"/>
                    </a:cubicBezTo>
                    <a:cubicBezTo>
                      <a:pt x="4" y="35"/>
                      <a:pt x="2" y="36"/>
                      <a:pt x="2" y="38"/>
                    </a:cubicBezTo>
                    <a:cubicBezTo>
                      <a:pt x="2" y="38"/>
                      <a:pt x="2" y="38"/>
                      <a:pt x="2" y="38"/>
                    </a:cubicBezTo>
                    <a:cubicBezTo>
                      <a:pt x="3" y="40"/>
                      <a:pt x="3" y="40"/>
                      <a:pt x="3" y="40"/>
                    </a:cubicBezTo>
                    <a:cubicBezTo>
                      <a:pt x="3" y="40"/>
                      <a:pt x="3" y="40"/>
                      <a:pt x="3" y="40"/>
                    </a:cubicBezTo>
                    <a:cubicBezTo>
                      <a:pt x="3" y="40"/>
                      <a:pt x="6" y="40"/>
                      <a:pt x="6" y="42"/>
                    </a:cubicBezTo>
                    <a:cubicBezTo>
                      <a:pt x="6" y="43"/>
                      <a:pt x="6" y="43"/>
                      <a:pt x="6" y="43"/>
                    </a:cubicBezTo>
                    <a:cubicBezTo>
                      <a:pt x="5" y="45"/>
                      <a:pt x="3" y="46"/>
                      <a:pt x="3" y="48"/>
                    </a:cubicBezTo>
                    <a:cubicBezTo>
                      <a:pt x="3" y="48"/>
                      <a:pt x="3" y="48"/>
                      <a:pt x="3" y="48"/>
                    </a:cubicBezTo>
                    <a:cubicBezTo>
                      <a:pt x="3" y="49"/>
                      <a:pt x="3" y="50"/>
                      <a:pt x="4" y="51"/>
                    </a:cubicBezTo>
                    <a:cubicBezTo>
                      <a:pt x="4" y="51"/>
                      <a:pt x="4" y="51"/>
                      <a:pt x="4" y="51"/>
                    </a:cubicBezTo>
                    <a:cubicBezTo>
                      <a:pt x="3" y="51"/>
                      <a:pt x="3" y="51"/>
                      <a:pt x="3" y="51"/>
                    </a:cubicBezTo>
                    <a:cubicBezTo>
                      <a:pt x="3" y="51"/>
                      <a:pt x="3" y="50"/>
                      <a:pt x="3" y="49"/>
                    </a:cubicBezTo>
                    <a:cubicBezTo>
                      <a:pt x="2" y="48"/>
                      <a:pt x="2" y="48"/>
                      <a:pt x="2" y="48"/>
                    </a:cubicBezTo>
                    <a:cubicBezTo>
                      <a:pt x="3" y="46"/>
                      <a:pt x="3" y="46"/>
                      <a:pt x="3" y="46"/>
                    </a:cubicBezTo>
                    <a:cubicBezTo>
                      <a:pt x="3" y="45"/>
                      <a:pt x="4" y="44"/>
                      <a:pt x="5" y="43"/>
                    </a:cubicBezTo>
                    <a:cubicBezTo>
                      <a:pt x="5" y="42"/>
                      <a:pt x="5" y="42"/>
                      <a:pt x="5" y="42"/>
                    </a:cubicBezTo>
                    <a:cubicBezTo>
                      <a:pt x="5" y="41"/>
                      <a:pt x="3" y="40"/>
                      <a:pt x="3" y="40"/>
                    </a:cubicBezTo>
                    <a:cubicBezTo>
                      <a:pt x="3" y="40"/>
                      <a:pt x="3" y="40"/>
                      <a:pt x="3" y="40"/>
                    </a:cubicBezTo>
                    <a:cubicBezTo>
                      <a:pt x="3" y="40"/>
                      <a:pt x="4" y="41"/>
                      <a:pt x="4" y="42"/>
                    </a:cubicBezTo>
                    <a:cubicBezTo>
                      <a:pt x="4" y="43"/>
                      <a:pt x="4" y="43"/>
                      <a:pt x="4" y="43"/>
                    </a:cubicBezTo>
                    <a:cubicBezTo>
                      <a:pt x="4" y="44"/>
                      <a:pt x="3" y="45"/>
                      <a:pt x="2" y="46"/>
                    </a:cubicBezTo>
                    <a:cubicBezTo>
                      <a:pt x="2" y="48"/>
                      <a:pt x="2" y="48"/>
                      <a:pt x="2" y="48"/>
                    </a:cubicBezTo>
                    <a:cubicBezTo>
                      <a:pt x="2" y="49"/>
                      <a:pt x="2" y="49"/>
                      <a:pt x="2" y="49"/>
                    </a:cubicBezTo>
                    <a:cubicBezTo>
                      <a:pt x="2" y="50"/>
                      <a:pt x="2" y="50"/>
                      <a:pt x="2" y="50"/>
                    </a:cubicBezTo>
                    <a:cubicBezTo>
                      <a:pt x="2" y="49"/>
                      <a:pt x="2" y="49"/>
                      <a:pt x="2" y="49"/>
                    </a:cubicBezTo>
                    <a:cubicBezTo>
                      <a:pt x="2" y="49"/>
                      <a:pt x="2" y="49"/>
                      <a:pt x="2" y="48"/>
                    </a:cubicBezTo>
                    <a:cubicBezTo>
                      <a:pt x="2" y="48"/>
                      <a:pt x="2" y="48"/>
                      <a:pt x="2" y="48"/>
                    </a:cubicBezTo>
                    <a:cubicBezTo>
                      <a:pt x="2" y="47"/>
                      <a:pt x="3" y="43"/>
                      <a:pt x="3" y="43"/>
                    </a:cubicBezTo>
                    <a:cubicBezTo>
                      <a:pt x="3" y="42"/>
                      <a:pt x="3" y="42"/>
                      <a:pt x="3" y="42"/>
                    </a:cubicBezTo>
                    <a:cubicBezTo>
                      <a:pt x="3" y="41"/>
                      <a:pt x="2" y="40"/>
                      <a:pt x="2" y="40"/>
                    </a:cubicBezTo>
                    <a:cubicBezTo>
                      <a:pt x="1" y="41"/>
                      <a:pt x="1" y="41"/>
                      <a:pt x="1" y="41"/>
                    </a:cubicBezTo>
                    <a:cubicBezTo>
                      <a:pt x="2" y="41"/>
                      <a:pt x="2" y="41"/>
                      <a:pt x="2" y="41"/>
                    </a:cubicBezTo>
                    <a:cubicBezTo>
                      <a:pt x="3" y="42"/>
                      <a:pt x="3" y="42"/>
                      <a:pt x="3" y="42"/>
                    </a:cubicBezTo>
                    <a:cubicBezTo>
                      <a:pt x="3" y="43"/>
                      <a:pt x="3" y="43"/>
                      <a:pt x="3" y="43"/>
                    </a:cubicBezTo>
                    <a:cubicBezTo>
                      <a:pt x="2" y="43"/>
                      <a:pt x="1" y="46"/>
                      <a:pt x="1" y="48"/>
                    </a:cubicBezTo>
                    <a:cubicBezTo>
                      <a:pt x="1" y="48"/>
                      <a:pt x="1" y="48"/>
                      <a:pt x="1" y="48"/>
                    </a:cubicBezTo>
                    <a:cubicBezTo>
                      <a:pt x="2" y="50"/>
                      <a:pt x="2" y="50"/>
                      <a:pt x="2" y="50"/>
                    </a:cubicBezTo>
                    <a:cubicBezTo>
                      <a:pt x="3" y="51"/>
                      <a:pt x="3" y="51"/>
                      <a:pt x="3" y="51"/>
                    </a:cubicBezTo>
                    <a:cubicBezTo>
                      <a:pt x="2" y="51"/>
                      <a:pt x="1" y="50"/>
                      <a:pt x="1" y="49"/>
                    </a:cubicBezTo>
                    <a:cubicBezTo>
                      <a:pt x="1" y="48"/>
                      <a:pt x="1" y="48"/>
                      <a:pt x="1" y="48"/>
                    </a:cubicBezTo>
                    <a:cubicBezTo>
                      <a:pt x="2" y="44"/>
                      <a:pt x="2" y="44"/>
                      <a:pt x="2" y="43"/>
                    </a:cubicBezTo>
                    <a:cubicBezTo>
                      <a:pt x="2" y="43"/>
                      <a:pt x="2" y="43"/>
                      <a:pt x="2" y="43"/>
                    </a:cubicBezTo>
                    <a:cubicBezTo>
                      <a:pt x="2" y="42"/>
                      <a:pt x="1" y="41"/>
                      <a:pt x="1" y="38"/>
                    </a:cubicBezTo>
                    <a:cubicBezTo>
                      <a:pt x="1" y="38"/>
                      <a:pt x="1" y="38"/>
                      <a:pt x="1" y="38"/>
                    </a:cubicBezTo>
                    <a:cubicBezTo>
                      <a:pt x="1" y="35"/>
                      <a:pt x="3" y="34"/>
                      <a:pt x="5" y="34"/>
                    </a:cubicBezTo>
                    <a:cubicBezTo>
                      <a:pt x="6" y="34"/>
                      <a:pt x="6" y="34"/>
                      <a:pt x="6" y="34"/>
                    </a:cubicBezTo>
                    <a:cubicBezTo>
                      <a:pt x="7" y="34"/>
                      <a:pt x="7" y="34"/>
                      <a:pt x="7" y="34"/>
                    </a:cubicBezTo>
                    <a:cubicBezTo>
                      <a:pt x="8" y="34"/>
                      <a:pt x="8" y="34"/>
                      <a:pt x="8" y="34"/>
                    </a:cubicBezTo>
                    <a:cubicBezTo>
                      <a:pt x="7" y="35"/>
                      <a:pt x="7" y="35"/>
                      <a:pt x="7" y="35"/>
                    </a:cubicBezTo>
                    <a:lnTo>
                      <a:pt x="6" y="35"/>
                    </a:lnTo>
                    <a:close/>
                    <a:moveTo>
                      <a:pt x="9" y="34"/>
                    </a:moveTo>
                    <a:cubicBezTo>
                      <a:pt x="9" y="34"/>
                      <a:pt x="9" y="34"/>
                      <a:pt x="9" y="34"/>
                    </a:cubicBezTo>
                    <a:cubicBezTo>
                      <a:pt x="9" y="34"/>
                      <a:pt x="9" y="34"/>
                      <a:pt x="9" y="34"/>
                    </a:cubicBezTo>
                    <a:cubicBezTo>
                      <a:pt x="9" y="34"/>
                      <a:pt x="9" y="34"/>
                      <a:pt x="9" y="34"/>
                    </a:cubicBezTo>
                    <a:cubicBezTo>
                      <a:pt x="9" y="35"/>
                      <a:pt x="9" y="35"/>
                      <a:pt x="9" y="35"/>
                    </a:cubicBezTo>
                    <a:cubicBezTo>
                      <a:pt x="10" y="35"/>
                      <a:pt x="10" y="35"/>
                      <a:pt x="10" y="35"/>
                    </a:cubicBezTo>
                    <a:cubicBezTo>
                      <a:pt x="8" y="37"/>
                      <a:pt x="8" y="37"/>
                      <a:pt x="8" y="37"/>
                    </a:cubicBezTo>
                    <a:lnTo>
                      <a:pt x="9" y="34"/>
                    </a:lnTo>
                    <a:close/>
                    <a:moveTo>
                      <a:pt x="8" y="37"/>
                    </a:moveTo>
                    <a:cubicBezTo>
                      <a:pt x="9" y="37"/>
                      <a:pt x="10" y="36"/>
                      <a:pt x="11" y="35"/>
                    </a:cubicBezTo>
                    <a:cubicBezTo>
                      <a:pt x="11" y="36"/>
                      <a:pt x="11" y="36"/>
                      <a:pt x="11" y="36"/>
                    </a:cubicBezTo>
                    <a:cubicBezTo>
                      <a:pt x="11" y="36"/>
                      <a:pt x="11" y="36"/>
                      <a:pt x="11" y="36"/>
                    </a:cubicBezTo>
                    <a:cubicBezTo>
                      <a:pt x="11" y="38"/>
                      <a:pt x="11" y="38"/>
                      <a:pt x="11" y="38"/>
                    </a:cubicBezTo>
                    <a:cubicBezTo>
                      <a:pt x="10" y="38"/>
                      <a:pt x="9" y="37"/>
                      <a:pt x="8" y="37"/>
                    </a:cubicBezTo>
                    <a:moveTo>
                      <a:pt x="27" y="57"/>
                    </a:moveTo>
                    <a:cubicBezTo>
                      <a:pt x="29" y="57"/>
                      <a:pt x="31" y="57"/>
                      <a:pt x="31" y="61"/>
                    </a:cubicBezTo>
                    <a:cubicBezTo>
                      <a:pt x="30" y="63"/>
                      <a:pt x="30" y="63"/>
                      <a:pt x="30" y="63"/>
                    </a:cubicBezTo>
                    <a:cubicBezTo>
                      <a:pt x="30" y="63"/>
                      <a:pt x="30" y="63"/>
                      <a:pt x="30" y="63"/>
                    </a:cubicBezTo>
                    <a:cubicBezTo>
                      <a:pt x="30" y="64"/>
                      <a:pt x="30" y="64"/>
                      <a:pt x="30" y="64"/>
                    </a:cubicBezTo>
                    <a:cubicBezTo>
                      <a:pt x="30" y="64"/>
                      <a:pt x="30" y="64"/>
                      <a:pt x="30" y="64"/>
                    </a:cubicBezTo>
                    <a:cubicBezTo>
                      <a:pt x="30" y="65"/>
                      <a:pt x="30" y="65"/>
                      <a:pt x="30" y="65"/>
                    </a:cubicBezTo>
                    <a:cubicBezTo>
                      <a:pt x="29" y="66"/>
                      <a:pt x="27" y="68"/>
                      <a:pt x="25" y="69"/>
                    </a:cubicBezTo>
                    <a:cubicBezTo>
                      <a:pt x="25" y="70"/>
                      <a:pt x="25" y="70"/>
                      <a:pt x="25" y="70"/>
                    </a:cubicBezTo>
                    <a:cubicBezTo>
                      <a:pt x="25" y="71"/>
                      <a:pt x="26" y="72"/>
                      <a:pt x="26" y="73"/>
                    </a:cubicBezTo>
                    <a:cubicBezTo>
                      <a:pt x="27" y="74"/>
                      <a:pt x="28" y="76"/>
                      <a:pt x="29" y="77"/>
                    </a:cubicBezTo>
                    <a:cubicBezTo>
                      <a:pt x="30" y="78"/>
                      <a:pt x="30" y="78"/>
                      <a:pt x="30" y="78"/>
                    </a:cubicBezTo>
                    <a:cubicBezTo>
                      <a:pt x="30" y="78"/>
                      <a:pt x="30" y="78"/>
                      <a:pt x="30" y="78"/>
                    </a:cubicBezTo>
                    <a:cubicBezTo>
                      <a:pt x="30" y="78"/>
                      <a:pt x="30" y="78"/>
                      <a:pt x="30" y="78"/>
                    </a:cubicBezTo>
                    <a:cubicBezTo>
                      <a:pt x="30" y="80"/>
                      <a:pt x="30" y="80"/>
                      <a:pt x="30" y="80"/>
                    </a:cubicBezTo>
                    <a:cubicBezTo>
                      <a:pt x="30" y="80"/>
                      <a:pt x="30" y="80"/>
                      <a:pt x="30" y="80"/>
                    </a:cubicBezTo>
                    <a:cubicBezTo>
                      <a:pt x="31" y="79"/>
                      <a:pt x="31" y="79"/>
                      <a:pt x="31" y="79"/>
                    </a:cubicBezTo>
                    <a:cubicBezTo>
                      <a:pt x="31" y="78"/>
                      <a:pt x="31" y="78"/>
                      <a:pt x="31" y="78"/>
                    </a:cubicBezTo>
                    <a:cubicBezTo>
                      <a:pt x="31" y="78"/>
                      <a:pt x="31" y="78"/>
                      <a:pt x="31" y="78"/>
                    </a:cubicBezTo>
                    <a:cubicBezTo>
                      <a:pt x="31" y="78"/>
                      <a:pt x="31" y="78"/>
                      <a:pt x="31" y="78"/>
                    </a:cubicBezTo>
                    <a:cubicBezTo>
                      <a:pt x="32" y="77"/>
                      <a:pt x="32" y="77"/>
                      <a:pt x="32" y="77"/>
                    </a:cubicBezTo>
                    <a:cubicBezTo>
                      <a:pt x="33" y="76"/>
                      <a:pt x="33" y="76"/>
                      <a:pt x="33" y="76"/>
                    </a:cubicBezTo>
                    <a:cubicBezTo>
                      <a:pt x="33" y="76"/>
                      <a:pt x="33" y="76"/>
                      <a:pt x="33" y="76"/>
                    </a:cubicBezTo>
                    <a:cubicBezTo>
                      <a:pt x="34" y="76"/>
                      <a:pt x="34" y="76"/>
                      <a:pt x="34" y="76"/>
                    </a:cubicBezTo>
                    <a:cubicBezTo>
                      <a:pt x="34" y="76"/>
                      <a:pt x="34" y="76"/>
                      <a:pt x="34" y="76"/>
                    </a:cubicBezTo>
                    <a:cubicBezTo>
                      <a:pt x="35" y="76"/>
                      <a:pt x="35" y="76"/>
                      <a:pt x="35" y="76"/>
                    </a:cubicBezTo>
                    <a:cubicBezTo>
                      <a:pt x="33" y="75"/>
                      <a:pt x="33" y="75"/>
                      <a:pt x="33" y="75"/>
                    </a:cubicBezTo>
                    <a:cubicBezTo>
                      <a:pt x="33" y="75"/>
                      <a:pt x="33" y="75"/>
                      <a:pt x="33" y="75"/>
                    </a:cubicBezTo>
                    <a:cubicBezTo>
                      <a:pt x="32" y="76"/>
                      <a:pt x="32" y="76"/>
                      <a:pt x="32" y="76"/>
                    </a:cubicBezTo>
                    <a:cubicBezTo>
                      <a:pt x="31" y="77"/>
                      <a:pt x="31" y="77"/>
                      <a:pt x="31" y="77"/>
                    </a:cubicBezTo>
                    <a:cubicBezTo>
                      <a:pt x="32" y="75"/>
                      <a:pt x="32" y="75"/>
                      <a:pt x="32" y="75"/>
                    </a:cubicBezTo>
                    <a:cubicBezTo>
                      <a:pt x="33" y="74"/>
                      <a:pt x="33" y="74"/>
                      <a:pt x="33" y="74"/>
                    </a:cubicBezTo>
                    <a:cubicBezTo>
                      <a:pt x="33" y="74"/>
                      <a:pt x="33" y="74"/>
                      <a:pt x="33" y="74"/>
                    </a:cubicBezTo>
                    <a:cubicBezTo>
                      <a:pt x="34" y="74"/>
                      <a:pt x="34" y="74"/>
                      <a:pt x="34" y="74"/>
                    </a:cubicBezTo>
                    <a:cubicBezTo>
                      <a:pt x="35" y="75"/>
                      <a:pt x="35" y="75"/>
                      <a:pt x="35" y="75"/>
                    </a:cubicBezTo>
                    <a:cubicBezTo>
                      <a:pt x="35" y="74"/>
                      <a:pt x="35" y="74"/>
                      <a:pt x="35" y="74"/>
                    </a:cubicBezTo>
                    <a:cubicBezTo>
                      <a:pt x="34" y="74"/>
                      <a:pt x="34" y="74"/>
                      <a:pt x="34" y="74"/>
                    </a:cubicBezTo>
                    <a:cubicBezTo>
                      <a:pt x="34" y="74"/>
                      <a:pt x="34" y="74"/>
                      <a:pt x="34" y="74"/>
                    </a:cubicBezTo>
                    <a:cubicBezTo>
                      <a:pt x="34" y="73"/>
                      <a:pt x="34" y="73"/>
                      <a:pt x="34" y="73"/>
                    </a:cubicBezTo>
                    <a:cubicBezTo>
                      <a:pt x="35" y="73"/>
                      <a:pt x="35" y="73"/>
                      <a:pt x="35" y="73"/>
                    </a:cubicBezTo>
                    <a:cubicBezTo>
                      <a:pt x="35" y="75"/>
                      <a:pt x="35" y="75"/>
                      <a:pt x="35" y="75"/>
                    </a:cubicBezTo>
                    <a:cubicBezTo>
                      <a:pt x="34" y="79"/>
                      <a:pt x="34" y="79"/>
                      <a:pt x="34" y="79"/>
                    </a:cubicBezTo>
                    <a:cubicBezTo>
                      <a:pt x="33" y="80"/>
                      <a:pt x="31" y="82"/>
                      <a:pt x="31" y="82"/>
                    </a:cubicBezTo>
                    <a:cubicBezTo>
                      <a:pt x="29" y="82"/>
                      <a:pt x="29" y="82"/>
                      <a:pt x="28" y="81"/>
                    </a:cubicBezTo>
                    <a:cubicBezTo>
                      <a:pt x="28" y="80"/>
                      <a:pt x="27" y="78"/>
                      <a:pt x="27" y="78"/>
                    </a:cubicBezTo>
                    <a:cubicBezTo>
                      <a:pt x="27" y="78"/>
                      <a:pt x="27" y="78"/>
                      <a:pt x="27" y="78"/>
                    </a:cubicBezTo>
                    <a:cubicBezTo>
                      <a:pt x="27" y="78"/>
                      <a:pt x="27" y="78"/>
                      <a:pt x="27" y="78"/>
                    </a:cubicBezTo>
                    <a:cubicBezTo>
                      <a:pt x="26" y="78"/>
                      <a:pt x="26" y="78"/>
                      <a:pt x="26" y="78"/>
                    </a:cubicBezTo>
                    <a:cubicBezTo>
                      <a:pt x="24" y="76"/>
                      <a:pt x="24" y="76"/>
                      <a:pt x="24" y="76"/>
                    </a:cubicBezTo>
                    <a:cubicBezTo>
                      <a:pt x="24" y="75"/>
                      <a:pt x="23" y="75"/>
                      <a:pt x="22" y="74"/>
                    </a:cubicBezTo>
                    <a:cubicBezTo>
                      <a:pt x="21" y="73"/>
                      <a:pt x="21" y="73"/>
                      <a:pt x="21" y="73"/>
                    </a:cubicBezTo>
                    <a:cubicBezTo>
                      <a:pt x="21" y="72"/>
                      <a:pt x="21" y="72"/>
                      <a:pt x="21" y="72"/>
                    </a:cubicBezTo>
                    <a:cubicBezTo>
                      <a:pt x="21" y="72"/>
                      <a:pt x="21" y="72"/>
                      <a:pt x="21" y="72"/>
                    </a:cubicBezTo>
                    <a:cubicBezTo>
                      <a:pt x="22" y="69"/>
                      <a:pt x="22" y="69"/>
                      <a:pt x="22" y="69"/>
                    </a:cubicBezTo>
                    <a:cubicBezTo>
                      <a:pt x="22" y="68"/>
                      <a:pt x="22" y="68"/>
                      <a:pt x="22" y="68"/>
                    </a:cubicBezTo>
                    <a:cubicBezTo>
                      <a:pt x="22" y="68"/>
                      <a:pt x="22" y="68"/>
                      <a:pt x="22" y="68"/>
                    </a:cubicBezTo>
                    <a:cubicBezTo>
                      <a:pt x="22" y="67"/>
                      <a:pt x="22" y="67"/>
                      <a:pt x="22" y="67"/>
                    </a:cubicBezTo>
                    <a:cubicBezTo>
                      <a:pt x="22" y="65"/>
                      <a:pt x="23" y="64"/>
                      <a:pt x="23" y="63"/>
                    </a:cubicBezTo>
                    <a:cubicBezTo>
                      <a:pt x="23" y="62"/>
                      <a:pt x="25" y="62"/>
                      <a:pt x="25" y="62"/>
                    </a:cubicBezTo>
                    <a:cubicBezTo>
                      <a:pt x="25" y="61"/>
                      <a:pt x="25" y="61"/>
                      <a:pt x="25" y="61"/>
                    </a:cubicBezTo>
                    <a:cubicBezTo>
                      <a:pt x="24" y="61"/>
                      <a:pt x="24" y="61"/>
                      <a:pt x="24" y="61"/>
                    </a:cubicBezTo>
                    <a:cubicBezTo>
                      <a:pt x="24" y="62"/>
                      <a:pt x="24" y="62"/>
                      <a:pt x="24" y="62"/>
                    </a:cubicBezTo>
                    <a:cubicBezTo>
                      <a:pt x="23" y="63"/>
                      <a:pt x="23" y="63"/>
                      <a:pt x="23" y="63"/>
                    </a:cubicBezTo>
                    <a:cubicBezTo>
                      <a:pt x="22" y="64"/>
                      <a:pt x="22" y="65"/>
                      <a:pt x="22" y="67"/>
                    </a:cubicBezTo>
                    <a:cubicBezTo>
                      <a:pt x="20" y="68"/>
                      <a:pt x="20" y="68"/>
                      <a:pt x="20" y="68"/>
                    </a:cubicBezTo>
                    <a:cubicBezTo>
                      <a:pt x="19" y="69"/>
                      <a:pt x="19" y="69"/>
                      <a:pt x="19" y="69"/>
                    </a:cubicBezTo>
                    <a:cubicBezTo>
                      <a:pt x="20" y="67"/>
                      <a:pt x="20" y="65"/>
                      <a:pt x="20" y="64"/>
                    </a:cubicBezTo>
                    <a:cubicBezTo>
                      <a:pt x="20" y="64"/>
                      <a:pt x="20" y="64"/>
                      <a:pt x="20" y="64"/>
                    </a:cubicBezTo>
                    <a:cubicBezTo>
                      <a:pt x="20" y="62"/>
                      <a:pt x="20" y="62"/>
                      <a:pt x="20" y="62"/>
                    </a:cubicBezTo>
                    <a:cubicBezTo>
                      <a:pt x="20" y="62"/>
                      <a:pt x="20" y="62"/>
                      <a:pt x="20" y="62"/>
                    </a:cubicBezTo>
                    <a:cubicBezTo>
                      <a:pt x="20" y="62"/>
                      <a:pt x="21" y="61"/>
                      <a:pt x="21" y="61"/>
                    </a:cubicBezTo>
                    <a:cubicBezTo>
                      <a:pt x="23" y="60"/>
                      <a:pt x="23" y="60"/>
                      <a:pt x="23" y="60"/>
                    </a:cubicBezTo>
                    <a:cubicBezTo>
                      <a:pt x="23" y="60"/>
                      <a:pt x="23" y="60"/>
                      <a:pt x="23" y="60"/>
                    </a:cubicBezTo>
                    <a:cubicBezTo>
                      <a:pt x="23" y="60"/>
                      <a:pt x="23" y="60"/>
                      <a:pt x="23" y="60"/>
                    </a:cubicBezTo>
                    <a:cubicBezTo>
                      <a:pt x="24" y="59"/>
                      <a:pt x="24" y="59"/>
                      <a:pt x="24" y="59"/>
                    </a:cubicBezTo>
                    <a:cubicBezTo>
                      <a:pt x="24" y="57"/>
                      <a:pt x="24" y="57"/>
                      <a:pt x="24" y="57"/>
                    </a:cubicBezTo>
                    <a:cubicBezTo>
                      <a:pt x="25" y="57"/>
                      <a:pt x="26" y="57"/>
                      <a:pt x="27" y="57"/>
                    </a:cubicBezTo>
                    <a:moveTo>
                      <a:pt x="28" y="52"/>
                    </a:moveTo>
                    <a:cubicBezTo>
                      <a:pt x="28" y="52"/>
                      <a:pt x="28" y="52"/>
                      <a:pt x="28" y="52"/>
                    </a:cubicBezTo>
                    <a:cubicBezTo>
                      <a:pt x="28" y="53"/>
                      <a:pt x="25" y="54"/>
                      <a:pt x="25" y="55"/>
                    </a:cubicBezTo>
                    <a:cubicBezTo>
                      <a:pt x="24" y="57"/>
                      <a:pt x="24" y="57"/>
                      <a:pt x="24" y="57"/>
                    </a:cubicBezTo>
                    <a:cubicBezTo>
                      <a:pt x="24" y="57"/>
                      <a:pt x="24" y="57"/>
                      <a:pt x="24" y="57"/>
                    </a:cubicBezTo>
                    <a:cubicBezTo>
                      <a:pt x="24" y="57"/>
                      <a:pt x="24" y="57"/>
                      <a:pt x="24" y="57"/>
                    </a:cubicBezTo>
                    <a:cubicBezTo>
                      <a:pt x="24" y="57"/>
                      <a:pt x="24" y="57"/>
                      <a:pt x="24" y="57"/>
                    </a:cubicBezTo>
                    <a:cubicBezTo>
                      <a:pt x="24" y="57"/>
                      <a:pt x="24" y="57"/>
                      <a:pt x="24" y="57"/>
                    </a:cubicBezTo>
                    <a:cubicBezTo>
                      <a:pt x="23" y="59"/>
                      <a:pt x="23" y="59"/>
                      <a:pt x="23" y="59"/>
                    </a:cubicBezTo>
                    <a:cubicBezTo>
                      <a:pt x="23" y="59"/>
                      <a:pt x="23" y="59"/>
                      <a:pt x="23" y="59"/>
                    </a:cubicBezTo>
                    <a:cubicBezTo>
                      <a:pt x="21" y="60"/>
                      <a:pt x="21" y="60"/>
                      <a:pt x="21" y="60"/>
                    </a:cubicBezTo>
                    <a:cubicBezTo>
                      <a:pt x="19" y="62"/>
                      <a:pt x="19" y="62"/>
                      <a:pt x="19" y="62"/>
                    </a:cubicBezTo>
                    <a:cubicBezTo>
                      <a:pt x="19" y="61"/>
                      <a:pt x="18" y="60"/>
                      <a:pt x="18" y="60"/>
                    </a:cubicBezTo>
                    <a:cubicBezTo>
                      <a:pt x="18" y="59"/>
                      <a:pt x="18" y="59"/>
                      <a:pt x="18" y="59"/>
                    </a:cubicBezTo>
                    <a:cubicBezTo>
                      <a:pt x="19" y="57"/>
                      <a:pt x="19" y="57"/>
                      <a:pt x="19" y="57"/>
                    </a:cubicBezTo>
                    <a:cubicBezTo>
                      <a:pt x="18" y="57"/>
                      <a:pt x="18" y="57"/>
                      <a:pt x="18" y="57"/>
                    </a:cubicBezTo>
                    <a:cubicBezTo>
                      <a:pt x="18" y="57"/>
                      <a:pt x="18" y="58"/>
                      <a:pt x="18" y="59"/>
                    </a:cubicBezTo>
                    <a:cubicBezTo>
                      <a:pt x="18" y="60"/>
                      <a:pt x="18" y="60"/>
                      <a:pt x="18" y="60"/>
                    </a:cubicBezTo>
                    <a:cubicBezTo>
                      <a:pt x="18" y="60"/>
                      <a:pt x="19" y="61"/>
                      <a:pt x="19" y="62"/>
                    </a:cubicBezTo>
                    <a:cubicBezTo>
                      <a:pt x="19" y="63"/>
                      <a:pt x="19" y="63"/>
                      <a:pt x="19" y="63"/>
                    </a:cubicBezTo>
                    <a:cubicBezTo>
                      <a:pt x="19" y="63"/>
                      <a:pt x="19" y="63"/>
                      <a:pt x="19" y="63"/>
                    </a:cubicBezTo>
                    <a:cubicBezTo>
                      <a:pt x="19" y="64"/>
                      <a:pt x="19" y="64"/>
                      <a:pt x="19" y="64"/>
                    </a:cubicBezTo>
                    <a:cubicBezTo>
                      <a:pt x="19" y="64"/>
                      <a:pt x="19" y="64"/>
                      <a:pt x="19" y="64"/>
                    </a:cubicBezTo>
                    <a:cubicBezTo>
                      <a:pt x="19" y="66"/>
                      <a:pt x="19" y="68"/>
                      <a:pt x="18" y="70"/>
                    </a:cubicBezTo>
                    <a:cubicBezTo>
                      <a:pt x="17" y="71"/>
                      <a:pt x="17" y="71"/>
                      <a:pt x="17" y="71"/>
                    </a:cubicBezTo>
                    <a:cubicBezTo>
                      <a:pt x="17" y="71"/>
                      <a:pt x="17" y="71"/>
                      <a:pt x="17" y="71"/>
                    </a:cubicBezTo>
                    <a:cubicBezTo>
                      <a:pt x="17" y="71"/>
                      <a:pt x="17" y="71"/>
                      <a:pt x="17" y="71"/>
                    </a:cubicBezTo>
                    <a:cubicBezTo>
                      <a:pt x="16" y="74"/>
                      <a:pt x="16" y="74"/>
                      <a:pt x="16" y="74"/>
                    </a:cubicBezTo>
                    <a:cubicBezTo>
                      <a:pt x="16" y="74"/>
                      <a:pt x="15" y="77"/>
                      <a:pt x="14" y="78"/>
                    </a:cubicBezTo>
                    <a:cubicBezTo>
                      <a:pt x="12" y="79"/>
                      <a:pt x="12" y="80"/>
                      <a:pt x="12" y="81"/>
                    </a:cubicBezTo>
                    <a:cubicBezTo>
                      <a:pt x="12" y="82"/>
                      <a:pt x="12" y="83"/>
                      <a:pt x="11" y="83"/>
                    </a:cubicBezTo>
                    <a:cubicBezTo>
                      <a:pt x="11" y="85"/>
                      <a:pt x="10" y="85"/>
                      <a:pt x="10" y="86"/>
                    </a:cubicBezTo>
                    <a:cubicBezTo>
                      <a:pt x="10" y="87"/>
                      <a:pt x="10" y="87"/>
                      <a:pt x="10" y="87"/>
                    </a:cubicBezTo>
                    <a:cubicBezTo>
                      <a:pt x="10" y="88"/>
                      <a:pt x="10" y="88"/>
                      <a:pt x="10" y="89"/>
                    </a:cubicBezTo>
                    <a:cubicBezTo>
                      <a:pt x="9" y="90"/>
                      <a:pt x="9" y="91"/>
                      <a:pt x="9" y="92"/>
                    </a:cubicBezTo>
                    <a:cubicBezTo>
                      <a:pt x="9" y="93"/>
                      <a:pt x="9" y="93"/>
                      <a:pt x="9" y="93"/>
                    </a:cubicBezTo>
                    <a:cubicBezTo>
                      <a:pt x="9" y="94"/>
                      <a:pt x="9" y="96"/>
                      <a:pt x="11" y="96"/>
                    </a:cubicBezTo>
                    <a:cubicBezTo>
                      <a:pt x="11" y="96"/>
                      <a:pt x="11" y="96"/>
                      <a:pt x="11" y="96"/>
                    </a:cubicBezTo>
                    <a:cubicBezTo>
                      <a:pt x="13" y="96"/>
                      <a:pt x="13" y="96"/>
                      <a:pt x="13" y="96"/>
                    </a:cubicBezTo>
                    <a:cubicBezTo>
                      <a:pt x="13" y="96"/>
                      <a:pt x="13" y="96"/>
                      <a:pt x="13" y="96"/>
                    </a:cubicBezTo>
                    <a:cubicBezTo>
                      <a:pt x="14" y="97"/>
                      <a:pt x="14" y="97"/>
                      <a:pt x="14" y="97"/>
                    </a:cubicBezTo>
                    <a:cubicBezTo>
                      <a:pt x="15" y="98"/>
                      <a:pt x="15" y="98"/>
                      <a:pt x="15" y="98"/>
                    </a:cubicBezTo>
                    <a:cubicBezTo>
                      <a:pt x="15" y="98"/>
                      <a:pt x="15" y="98"/>
                      <a:pt x="15" y="98"/>
                    </a:cubicBezTo>
                    <a:cubicBezTo>
                      <a:pt x="15" y="98"/>
                      <a:pt x="15" y="98"/>
                      <a:pt x="15" y="98"/>
                    </a:cubicBezTo>
                    <a:cubicBezTo>
                      <a:pt x="15" y="98"/>
                      <a:pt x="15" y="98"/>
                      <a:pt x="15" y="98"/>
                    </a:cubicBezTo>
                    <a:cubicBezTo>
                      <a:pt x="15" y="97"/>
                      <a:pt x="15" y="97"/>
                      <a:pt x="15" y="97"/>
                    </a:cubicBezTo>
                    <a:cubicBezTo>
                      <a:pt x="13" y="96"/>
                      <a:pt x="13" y="96"/>
                      <a:pt x="13" y="96"/>
                    </a:cubicBezTo>
                    <a:cubicBezTo>
                      <a:pt x="13" y="96"/>
                      <a:pt x="13" y="96"/>
                      <a:pt x="13" y="96"/>
                    </a:cubicBezTo>
                    <a:cubicBezTo>
                      <a:pt x="14" y="96"/>
                      <a:pt x="14" y="96"/>
                      <a:pt x="14" y="96"/>
                    </a:cubicBezTo>
                    <a:cubicBezTo>
                      <a:pt x="15" y="96"/>
                      <a:pt x="15" y="96"/>
                      <a:pt x="15" y="96"/>
                    </a:cubicBezTo>
                    <a:cubicBezTo>
                      <a:pt x="16" y="96"/>
                      <a:pt x="16" y="96"/>
                      <a:pt x="16" y="96"/>
                    </a:cubicBezTo>
                    <a:cubicBezTo>
                      <a:pt x="17" y="97"/>
                      <a:pt x="17" y="97"/>
                      <a:pt x="17" y="97"/>
                    </a:cubicBezTo>
                    <a:cubicBezTo>
                      <a:pt x="17" y="97"/>
                      <a:pt x="17" y="97"/>
                      <a:pt x="17" y="97"/>
                    </a:cubicBezTo>
                    <a:cubicBezTo>
                      <a:pt x="17" y="96"/>
                      <a:pt x="17" y="96"/>
                      <a:pt x="17" y="96"/>
                    </a:cubicBezTo>
                    <a:cubicBezTo>
                      <a:pt x="18" y="97"/>
                      <a:pt x="18" y="97"/>
                      <a:pt x="18" y="97"/>
                    </a:cubicBezTo>
                    <a:cubicBezTo>
                      <a:pt x="18" y="97"/>
                      <a:pt x="18" y="97"/>
                      <a:pt x="18" y="97"/>
                    </a:cubicBezTo>
                    <a:cubicBezTo>
                      <a:pt x="17" y="98"/>
                      <a:pt x="17" y="98"/>
                      <a:pt x="17" y="98"/>
                    </a:cubicBezTo>
                    <a:cubicBezTo>
                      <a:pt x="16" y="99"/>
                      <a:pt x="14" y="99"/>
                      <a:pt x="13" y="100"/>
                    </a:cubicBezTo>
                    <a:cubicBezTo>
                      <a:pt x="12" y="100"/>
                      <a:pt x="11" y="100"/>
                      <a:pt x="10" y="100"/>
                    </a:cubicBezTo>
                    <a:cubicBezTo>
                      <a:pt x="9" y="100"/>
                      <a:pt x="9" y="100"/>
                      <a:pt x="9" y="100"/>
                    </a:cubicBezTo>
                    <a:cubicBezTo>
                      <a:pt x="7" y="98"/>
                      <a:pt x="7" y="98"/>
                      <a:pt x="7" y="98"/>
                    </a:cubicBezTo>
                    <a:cubicBezTo>
                      <a:pt x="7" y="95"/>
                      <a:pt x="7" y="95"/>
                      <a:pt x="7" y="95"/>
                    </a:cubicBezTo>
                    <a:cubicBezTo>
                      <a:pt x="6" y="93"/>
                      <a:pt x="6" y="93"/>
                      <a:pt x="6" y="93"/>
                    </a:cubicBezTo>
                    <a:cubicBezTo>
                      <a:pt x="7" y="88"/>
                      <a:pt x="7" y="88"/>
                      <a:pt x="7" y="88"/>
                    </a:cubicBezTo>
                    <a:cubicBezTo>
                      <a:pt x="7" y="88"/>
                      <a:pt x="7" y="87"/>
                      <a:pt x="7" y="86"/>
                    </a:cubicBezTo>
                    <a:cubicBezTo>
                      <a:pt x="7" y="84"/>
                      <a:pt x="7" y="83"/>
                      <a:pt x="7" y="82"/>
                    </a:cubicBezTo>
                    <a:cubicBezTo>
                      <a:pt x="8" y="79"/>
                      <a:pt x="8" y="79"/>
                      <a:pt x="8" y="79"/>
                    </a:cubicBezTo>
                    <a:cubicBezTo>
                      <a:pt x="9" y="77"/>
                      <a:pt x="9" y="77"/>
                      <a:pt x="9" y="77"/>
                    </a:cubicBezTo>
                    <a:cubicBezTo>
                      <a:pt x="9" y="78"/>
                      <a:pt x="9" y="78"/>
                      <a:pt x="9" y="78"/>
                    </a:cubicBezTo>
                    <a:cubicBezTo>
                      <a:pt x="10" y="77"/>
                      <a:pt x="10" y="77"/>
                      <a:pt x="10" y="77"/>
                    </a:cubicBezTo>
                    <a:cubicBezTo>
                      <a:pt x="11" y="75"/>
                      <a:pt x="11" y="75"/>
                      <a:pt x="11" y="75"/>
                    </a:cubicBezTo>
                    <a:cubicBezTo>
                      <a:pt x="11" y="75"/>
                      <a:pt x="11" y="75"/>
                      <a:pt x="11" y="75"/>
                    </a:cubicBezTo>
                    <a:cubicBezTo>
                      <a:pt x="11" y="74"/>
                      <a:pt x="10" y="73"/>
                      <a:pt x="9" y="72"/>
                    </a:cubicBezTo>
                    <a:cubicBezTo>
                      <a:pt x="9" y="70"/>
                      <a:pt x="8" y="67"/>
                      <a:pt x="7" y="66"/>
                    </a:cubicBezTo>
                    <a:cubicBezTo>
                      <a:pt x="7" y="66"/>
                      <a:pt x="7" y="66"/>
                      <a:pt x="7" y="66"/>
                    </a:cubicBezTo>
                    <a:cubicBezTo>
                      <a:pt x="7" y="65"/>
                      <a:pt x="9" y="62"/>
                      <a:pt x="9" y="62"/>
                    </a:cubicBezTo>
                    <a:cubicBezTo>
                      <a:pt x="8" y="62"/>
                      <a:pt x="8" y="62"/>
                      <a:pt x="8" y="62"/>
                    </a:cubicBezTo>
                    <a:cubicBezTo>
                      <a:pt x="8" y="62"/>
                      <a:pt x="7" y="64"/>
                      <a:pt x="7" y="66"/>
                    </a:cubicBezTo>
                    <a:cubicBezTo>
                      <a:pt x="7" y="66"/>
                      <a:pt x="7" y="66"/>
                      <a:pt x="7" y="66"/>
                    </a:cubicBezTo>
                    <a:cubicBezTo>
                      <a:pt x="7" y="67"/>
                      <a:pt x="8" y="71"/>
                      <a:pt x="9" y="72"/>
                    </a:cubicBezTo>
                    <a:cubicBezTo>
                      <a:pt x="10" y="73"/>
                      <a:pt x="10" y="75"/>
                      <a:pt x="10" y="75"/>
                    </a:cubicBezTo>
                    <a:cubicBezTo>
                      <a:pt x="10" y="75"/>
                      <a:pt x="10" y="75"/>
                      <a:pt x="10" y="75"/>
                    </a:cubicBezTo>
                    <a:cubicBezTo>
                      <a:pt x="9" y="77"/>
                      <a:pt x="9" y="77"/>
                      <a:pt x="9" y="77"/>
                    </a:cubicBezTo>
                    <a:cubicBezTo>
                      <a:pt x="9" y="77"/>
                      <a:pt x="9" y="77"/>
                      <a:pt x="9" y="77"/>
                    </a:cubicBezTo>
                    <a:cubicBezTo>
                      <a:pt x="9" y="77"/>
                      <a:pt x="9" y="77"/>
                      <a:pt x="9" y="77"/>
                    </a:cubicBezTo>
                    <a:cubicBezTo>
                      <a:pt x="8" y="76"/>
                      <a:pt x="8" y="76"/>
                      <a:pt x="8" y="76"/>
                    </a:cubicBezTo>
                    <a:cubicBezTo>
                      <a:pt x="8" y="76"/>
                      <a:pt x="8" y="76"/>
                      <a:pt x="8" y="76"/>
                    </a:cubicBezTo>
                    <a:cubicBezTo>
                      <a:pt x="9" y="75"/>
                      <a:pt x="9" y="75"/>
                      <a:pt x="9" y="75"/>
                    </a:cubicBezTo>
                    <a:cubicBezTo>
                      <a:pt x="10" y="74"/>
                      <a:pt x="10" y="74"/>
                      <a:pt x="10" y="74"/>
                    </a:cubicBezTo>
                    <a:cubicBezTo>
                      <a:pt x="7" y="74"/>
                      <a:pt x="7" y="74"/>
                      <a:pt x="7" y="74"/>
                    </a:cubicBezTo>
                    <a:cubicBezTo>
                      <a:pt x="8" y="73"/>
                      <a:pt x="8" y="73"/>
                      <a:pt x="8" y="73"/>
                    </a:cubicBezTo>
                    <a:cubicBezTo>
                      <a:pt x="8" y="72"/>
                      <a:pt x="8" y="72"/>
                      <a:pt x="8" y="72"/>
                    </a:cubicBezTo>
                    <a:cubicBezTo>
                      <a:pt x="7" y="72"/>
                      <a:pt x="7" y="72"/>
                      <a:pt x="7" y="72"/>
                    </a:cubicBezTo>
                    <a:cubicBezTo>
                      <a:pt x="7" y="71"/>
                      <a:pt x="7" y="71"/>
                      <a:pt x="7" y="71"/>
                    </a:cubicBezTo>
                    <a:cubicBezTo>
                      <a:pt x="7" y="71"/>
                      <a:pt x="7" y="71"/>
                      <a:pt x="7" y="71"/>
                    </a:cubicBezTo>
                    <a:cubicBezTo>
                      <a:pt x="6" y="71"/>
                      <a:pt x="6" y="71"/>
                      <a:pt x="6" y="71"/>
                    </a:cubicBezTo>
                    <a:cubicBezTo>
                      <a:pt x="6" y="70"/>
                      <a:pt x="6" y="70"/>
                      <a:pt x="6" y="70"/>
                    </a:cubicBezTo>
                    <a:cubicBezTo>
                      <a:pt x="7" y="69"/>
                      <a:pt x="7" y="69"/>
                      <a:pt x="7" y="69"/>
                    </a:cubicBezTo>
                    <a:cubicBezTo>
                      <a:pt x="5" y="70"/>
                      <a:pt x="5" y="70"/>
                      <a:pt x="5" y="70"/>
                    </a:cubicBezTo>
                    <a:cubicBezTo>
                      <a:pt x="6" y="68"/>
                      <a:pt x="6" y="68"/>
                      <a:pt x="6" y="68"/>
                    </a:cubicBezTo>
                    <a:cubicBezTo>
                      <a:pt x="6" y="68"/>
                      <a:pt x="6" y="68"/>
                      <a:pt x="6" y="68"/>
                    </a:cubicBezTo>
                    <a:cubicBezTo>
                      <a:pt x="5" y="68"/>
                      <a:pt x="5" y="68"/>
                      <a:pt x="5" y="68"/>
                    </a:cubicBezTo>
                    <a:cubicBezTo>
                      <a:pt x="6" y="66"/>
                      <a:pt x="6" y="66"/>
                      <a:pt x="6" y="66"/>
                    </a:cubicBezTo>
                    <a:cubicBezTo>
                      <a:pt x="6" y="66"/>
                      <a:pt x="6" y="66"/>
                      <a:pt x="6" y="66"/>
                    </a:cubicBezTo>
                    <a:cubicBezTo>
                      <a:pt x="6" y="65"/>
                      <a:pt x="6" y="65"/>
                      <a:pt x="6" y="65"/>
                    </a:cubicBezTo>
                    <a:cubicBezTo>
                      <a:pt x="6" y="65"/>
                      <a:pt x="2" y="62"/>
                      <a:pt x="2" y="59"/>
                    </a:cubicBezTo>
                    <a:cubicBezTo>
                      <a:pt x="2" y="55"/>
                      <a:pt x="9" y="48"/>
                      <a:pt x="9" y="41"/>
                    </a:cubicBezTo>
                    <a:cubicBezTo>
                      <a:pt x="9" y="41"/>
                      <a:pt x="9" y="41"/>
                      <a:pt x="9" y="41"/>
                    </a:cubicBezTo>
                    <a:cubicBezTo>
                      <a:pt x="9" y="40"/>
                      <a:pt x="9" y="39"/>
                      <a:pt x="9" y="38"/>
                    </a:cubicBezTo>
                    <a:cubicBezTo>
                      <a:pt x="11" y="38"/>
                      <a:pt x="11" y="38"/>
                      <a:pt x="11" y="38"/>
                    </a:cubicBezTo>
                    <a:cubicBezTo>
                      <a:pt x="10" y="40"/>
                      <a:pt x="10" y="42"/>
                      <a:pt x="10" y="42"/>
                    </a:cubicBezTo>
                    <a:cubicBezTo>
                      <a:pt x="10" y="43"/>
                      <a:pt x="10" y="43"/>
                      <a:pt x="10" y="43"/>
                    </a:cubicBezTo>
                    <a:cubicBezTo>
                      <a:pt x="10" y="43"/>
                      <a:pt x="10" y="43"/>
                      <a:pt x="10" y="43"/>
                    </a:cubicBezTo>
                    <a:cubicBezTo>
                      <a:pt x="10" y="43"/>
                      <a:pt x="10" y="43"/>
                      <a:pt x="10" y="43"/>
                    </a:cubicBezTo>
                    <a:cubicBezTo>
                      <a:pt x="10" y="43"/>
                      <a:pt x="10" y="43"/>
                      <a:pt x="10" y="43"/>
                    </a:cubicBezTo>
                    <a:cubicBezTo>
                      <a:pt x="10" y="43"/>
                      <a:pt x="10" y="43"/>
                      <a:pt x="10" y="43"/>
                    </a:cubicBezTo>
                    <a:cubicBezTo>
                      <a:pt x="11" y="43"/>
                      <a:pt x="11" y="43"/>
                      <a:pt x="11" y="43"/>
                    </a:cubicBezTo>
                    <a:cubicBezTo>
                      <a:pt x="11" y="44"/>
                      <a:pt x="11" y="44"/>
                      <a:pt x="11" y="44"/>
                    </a:cubicBezTo>
                    <a:cubicBezTo>
                      <a:pt x="9" y="51"/>
                      <a:pt x="4" y="53"/>
                      <a:pt x="4" y="58"/>
                    </a:cubicBezTo>
                    <a:cubicBezTo>
                      <a:pt x="4" y="59"/>
                      <a:pt x="4" y="59"/>
                      <a:pt x="4" y="59"/>
                    </a:cubicBezTo>
                    <a:cubicBezTo>
                      <a:pt x="4" y="59"/>
                      <a:pt x="5" y="62"/>
                      <a:pt x="6" y="62"/>
                    </a:cubicBezTo>
                    <a:cubicBezTo>
                      <a:pt x="7" y="62"/>
                      <a:pt x="7" y="62"/>
                      <a:pt x="7" y="62"/>
                    </a:cubicBezTo>
                    <a:cubicBezTo>
                      <a:pt x="7" y="62"/>
                      <a:pt x="7" y="62"/>
                      <a:pt x="7" y="62"/>
                    </a:cubicBezTo>
                    <a:cubicBezTo>
                      <a:pt x="8" y="61"/>
                      <a:pt x="8" y="61"/>
                      <a:pt x="8" y="61"/>
                    </a:cubicBezTo>
                    <a:cubicBezTo>
                      <a:pt x="9" y="60"/>
                      <a:pt x="9" y="60"/>
                      <a:pt x="9" y="60"/>
                    </a:cubicBezTo>
                    <a:cubicBezTo>
                      <a:pt x="9" y="58"/>
                      <a:pt x="10" y="57"/>
                      <a:pt x="11" y="56"/>
                    </a:cubicBezTo>
                    <a:cubicBezTo>
                      <a:pt x="13" y="54"/>
                      <a:pt x="15" y="52"/>
                      <a:pt x="16" y="50"/>
                    </a:cubicBezTo>
                    <a:cubicBezTo>
                      <a:pt x="17" y="49"/>
                      <a:pt x="17" y="48"/>
                      <a:pt x="17" y="47"/>
                    </a:cubicBezTo>
                    <a:cubicBezTo>
                      <a:pt x="17" y="46"/>
                      <a:pt x="17" y="46"/>
                      <a:pt x="17" y="46"/>
                    </a:cubicBezTo>
                    <a:cubicBezTo>
                      <a:pt x="18" y="46"/>
                      <a:pt x="19" y="45"/>
                      <a:pt x="19" y="45"/>
                    </a:cubicBezTo>
                    <a:cubicBezTo>
                      <a:pt x="19" y="47"/>
                      <a:pt x="19" y="49"/>
                      <a:pt x="19" y="49"/>
                    </a:cubicBezTo>
                    <a:cubicBezTo>
                      <a:pt x="19" y="49"/>
                      <a:pt x="19" y="49"/>
                      <a:pt x="19" y="49"/>
                    </a:cubicBezTo>
                    <a:cubicBezTo>
                      <a:pt x="19" y="49"/>
                      <a:pt x="19" y="49"/>
                      <a:pt x="19" y="49"/>
                    </a:cubicBezTo>
                    <a:cubicBezTo>
                      <a:pt x="22" y="49"/>
                      <a:pt x="24" y="46"/>
                      <a:pt x="25" y="46"/>
                    </a:cubicBezTo>
                    <a:cubicBezTo>
                      <a:pt x="25" y="46"/>
                      <a:pt x="25" y="46"/>
                      <a:pt x="25" y="46"/>
                    </a:cubicBezTo>
                    <a:cubicBezTo>
                      <a:pt x="27" y="49"/>
                      <a:pt x="27" y="49"/>
                      <a:pt x="27" y="49"/>
                    </a:cubicBezTo>
                    <a:cubicBezTo>
                      <a:pt x="28" y="51"/>
                      <a:pt x="28" y="51"/>
                      <a:pt x="28" y="51"/>
                    </a:cubicBezTo>
                    <a:cubicBezTo>
                      <a:pt x="28" y="51"/>
                      <a:pt x="28" y="51"/>
                      <a:pt x="28" y="51"/>
                    </a:cubicBezTo>
                    <a:cubicBezTo>
                      <a:pt x="28" y="51"/>
                      <a:pt x="28" y="51"/>
                      <a:pt x="28" y="51"/>
                    </a:cubicBezTo>
                    <a:lnTo>
                      <a:pt x="28" y="52"/>
                    </a:lnTo>
                    <a:close/>
                    <a:moveTo>
                      <a:pt x="39" y="62"/>
                    </a:moveTo>
                    <a:cubicBezTo>
                      <a:pt x="38" y="62"/>
                      <a:pt x="38" y="62"/>
                      <a:pt x="38" y="62"/>
                    </a:cubicBezTo>
                    <a:cubicBezTo>
                      <a:pt x="38" y="62"/>
                      <a:pt x="38" y="62"/>
                      <a:pt x="38" y="62"/>
                    </a:cubicBezTo>
                    <a:cubicBezTo>
                      <a:pt x="38" y="62"/>
                      <a:pt x="38" y="62"/>
                      <a:pt x="38" y="62"/>
                    </a:cubicBezTo>
                    <a:cubicBezTo>
                      <a:pt x="38" y="62"/>
                      <a:pt x="38" y="62"/>
                      <a:pt x="38" y="62"/>
                    </a:cubicBezTo>
                    <a:cubicBezTo>
                      <a:pt x="39" y="61"/>
                      <a:pt x="39" y="61"/>
                      <a:pt x="39" y="61"/>
                    </a:cubicBezTo>
                    <a:cubicBezTo>
                      <a:pt x="39" y="62"/>
                      <a:pt x="39" y="62"/>
                      <a:pt x="39" y="62"/>
                    </a:cubicBezTo>
                    <a:close/>
                    <a:moveTo>
                      <a:pt x="44" y="45"/>
                    </a:moveTo>
                    <a:cubicBezTo>
                      <a:pt x="44" y="46"/>
                      <a:pt x="44" y="46"/>
                      <a:pt x="44" y="46"/>
                    </a:cubicBezTo>
                    <a:cubicBezTo>
                      <a:pt x="44" y="46"/>
                      <a:pt x="44" y="46"/>
                      <a:pt x="44" y="46"/>
                    </a:cubicBezTo>
                    <a:cubicBezTo>
                      <a:pt x="44" y="46"/>
                      <a:pt x="44" y="46"/>
                      <a:pt x="44" y="46"/>
                    </a:cubicBezTo>
                    <a:cubicBezTo>
                      <a:pt x="43" y="45"/>
                      <a:pt x="43" y="45"/>
                      <a:pt x="43" y="45"/>
                    </a:cubicBezTo>
                    <a:lnTo>
                      <a:pt x="44" y="45"/>
                    </a:lnTo>
                    <a:close/>
                    <a:moveTo>
                      <a:pt x="40" y="48"/>
                    </a:moveTo>
                    <a:cubicBezTo>
                      <a:pt x="40" y="47"/>
                      <a:pt x="40" y="47"/>
                      <a:pt x="40" y="47"/>
                    </a:cubicBezTo>
                    <a:cubicBezTo>
                      <a:pt x="40" y="47"/>
                      <a:pt x="40" y="47"/>
                      <a:pt x="40" y="47"/>
                    </a:cubicBezTo>
                    <a:cubicBezTo>
                      <a:pt x="40" y="47"/>
                      <a:pt x="40" y="47"/>
                      <a:pt x="40" y="47"/>
                    </a:cubicBezTo>
                    <a:cubicBezTo>
                      <a:pt x="41" y="46"/>
                      <a:pt x="41" y="46"/>
                      <a:pt x="41" y="46"/>
                    </a:cubicBezTo>
                    <a:cubicBezTo>
                      <a:pt x="41" y="46"/>
                      <a:pt x="41" y="46"/>
                      <a:pt x="41" y="46"/>
                    </a:cubicBezTo>
                    <a:cubicBezTo>
                      <a:pt x="41" y="48"/>
                      <a:pt x="41" y="48"/>
                      <a:pt x="41" y="48"/>
                    </a:cubicBezTo>
                    <a:cubicBezTo>
                      <a:pt x="41" y="50"/>
                      <a:pt x="41" y="50"/>
                      <a:pt x="41" y="50"/>
                    </a:cubicBezTo>
                    <a:cubicBezTo>
                      <a:pt x="41" y="50"/>
                      <a:pt x="41" y="50"/>
                      <a:pt x="41" y="50"/>
                    </a:cubicBezTo>
                    <a:cubicBezTo>
                      <a:pt x="41" y="51"/>
                      <a:pt x="41" y="51"/>
                      <a:pt x="41" y="51"/>
                    </a:cubicBezTo>
                    <a:cubicBezTo>
                      <a:pt x="41" y="51"/>
                      <a:pt x="41" y="51"/>
                      <a:pt x="41" y="51"/>
                    </a:cubicBezTo>
                    <a:cubicBezTo>
                      <a:pt x="41" y="50"/>
                      <a:pt x="41" y="50"/>
                      <a:pt x="41" y="50"/>
                    </a:cubicBezTo>
                    <a:cubicBezTo>
                      <a:pt x="40" y="48"/>
                      <a:pt x="40" y="48"/>
                      <a:pt x="40" y="48"/>
                    </a:cubicBezTo>
                    <a:cubicBezTo>
                      <a:pt x="40" y="48"/>
                      <a:pt x="40" y="48"/>
                      <a:pt x="40" y="48"/>
                    </a:cubicBezTo>
                    <a:close/>
                    <a:moveTo>
                      <a:pt x="40" y="49"/>
                    </a:moveTo>
                    <a:cubicBezTo>
                      <a:pt x="40" y="49"/>
                      <a:pt x="40" y="49"/>
                      <a:pt x="40" y="49"/>
                    </a:cubicBezTo>
                    <a:cubicBezTo>
                      <a:pt x="40" y="49"/>
                      <a:pt x="40" y="49"/>
                      <a:pt x="40" y="49"/>
                    </a:cubicBezTo>
                    <a:cubicBezTo>
                      <a:pt x="40" y="48"/>
                      <a:pt x="40" y="48"/>
                      <a:pt x="40" y="48"/>
                    </a:cubicBezTo>
                    <a:cubicBezTo>
                      <a:pt x="40" y="48"/>
                      <a:pt x="40" y="48"/>
                      <a:pt x="40" y="48"/>
                    </a:cubicBezTo>
                    <a:cubicBezTo>
                      <a:pt x="40" y="48"/>
                      <a:pt x="40" y="48"/>
                      <a:pt x="40" y="48"/>
                    </a:cubicBezTo>
                    <a:cubicBezTo>
                      <a:pt x="40" y="50"/>
                      <a:pt x="40" y="50"/>
                      <a:pt x="40" y="50"/>
                    </a:cubicBezTo>
                    <a:cubicBezTo>
                      <a:pt x="40" y="50"/>
                      <a:pt x="40" y="50"/>
                      <a:pt x="40" y="50"/>
                    </a:cubicBezTo>
                    <a:cubicBezTo>
                      <a:pt x="40" y="50"/>
                      <a:pt x="40" y="50"/>
                      <a:pt x="40" y="50"/>
                    </a:cubicBezTo>
                    <a:lnTo>
                      <a:pt x="40" y="49"/>
                    </a:lnTo>
                    <a:close/>
                    <a:moveTo>
                      <a:pt x="36" y="51"/>
                    </a:moveTo>
                    <a:cubicBezTo>
                      <a:pt x="35" y="51"/>
                      <a:pt x="35" y="51"/>
                      <a:pt x="35" y="51"/>
                    </a:cubicBezTo>
                    <a:cubicBezTo>
                      <a:pt x="36" y="52"/>
                      <a:pt x="37" y="52"/>
                      <a:pt x="38" y="52"/>
                    </a:cubicBezTo>
                    <a:cubicBezTo>
                      <a:pt x="39" y="53"/>
                      <a:pt x="39" y="53"/>
                      <a:pt x="39" y="53"/>
                    </a:cubicBezTo>
                    <a:cubicBezTo>
                      <a:pt x="39" y="53"/>
                      <a:pt x="39" y="53"/>
                      <a:pt x="39" y="53"/>
                    </a:cubicBezTo>
                    <a:cubicBezTo>
                      <a:pt x="40" y="53"/>
                      <a:pt x="40" y="53"/>
                      <a:pt x="40" y="53"/>
                    </a:cubicBezTo>
                    <a:cubicBezTo>
                      <a:pt x="40" y="52"/>
                      <a:pt x="40" y="52"/>
                      <a:pt x="40" y="52"/>
                    </a:cubicBezTo>
                    <a:cubicBezTo>
                      <a:pt x="41" y="52"/>
                      <a:pt x="41" y="52"/>
                      <a:pt x="41" y="52"/>
                    </a:cubicBezTo>
                    <a:cubicBezTo>
                      <a:pt x="41" y="51"/>
                      <a:pt x="41" y="51"/>
                      <a:pt x="41" y="51"/>
                    </a:cubicBezTo>
                    <a:cubicBezTo>
                      <a:pt x="42" y="50"/>
                      <a:pt x="42" y="50"/>
                      <a:pt x="42" y="50"/>
                    </a:cubicBezTo>
                    <a:cubicBezTo>
                      <a:pt x="42" y="50"/>
                      <a:pt x="42" y="50"/>
                      <a:pt x="42" y="50"/>
                    </a:cubicBezTo>
                    <a:cubicBezTo>
                      <a:pt x="42" y="48"/>
                      <a:pt x="42" y="48"/>
                      <a:pt x="42" y="48"/>
                    </a:cubicBezTo>
                    <a:cubicBezTo>
                      <a:pt x="42" y="46"/>
                      <a:pt x="42" y="46"/>
                      <a:pt x="42" y="46"/>
                    </a:cubicBezTo>
                    <a:cubicBezTo>
                      <a:pt x="43" y="45"/>
                      <a:pt x="43" y="45"/>
                      <a:pt x="43" y="45"/>
                    </a:cubicBezTo>
                    <a:cubicBezTo>
                      <a:pt x="43" y="45"/>
                      <a:pt x="43" y="45"/>
                      <a:pt x="43" y="45"/>
                    </a:cubicBezTo>
                    <a:cubicBezTo>
                      <a:pt x="44" y="46"/>
                      <a:pt x="44" y="46"/>
                      <a:pt x="44" y="46"/>
                    </a:cubicBezTo>
                    <a:cubicBezTo>
                      <a:pt x="43" y="49"/>
                      <a:pt x="43" y="49"/>
                      <a:pt x="43" y="49"/>
                    </a:cubicBezTo>
                    <a:cubicBezTo>
                      <a:pt x="42" y="52"/>
                      <a:pt x="42" y="52"/>
                      <a:pt x="42" y="52"/>
                    </a:cubicBezTo>
                    <a:cubicBezTo>
                      <a:pt x="41" y="55"/>
                      <a:pt x="41" y="55"/>
                      <a:pt x="41" y="55"/>
                    </a:cubicBezTo>
                    <a:cubicBezTo>
                      <a:pt x="40" y="56"/>
                      <a:pt x="40" y="57"/>
                      <a:pt x="40" y="58"/>
                    </a:cubicBezTo>
                    <a:cubicBezTo>
                      <a:pt x="39" y="60"/>
                      <a:pt x="39" y="60"/>
                      <a:pt x="39" y="60"/>
                    </a:cubicBezTo>
                    <a:cubicBezTo>
                      <a:pt x="38" y="61"/>
                      <a:pt x="38" y="61"/>
                      <a:pt x="38" y="61"/>
                    </a:cubicBezTo>
                    <a:cubicBezTo>
                      <a:pt x="38" y="60"/>
                      <a:pt x="38" y="60"/>
                      <a:pt x="38" y="60"/>
                    </a:cubicBezTo>
                    <a:cubicBezTo>
                      <a:pt x="38" y="60"/>
                      <a:pt x="38" y="60"/>
                      <a:pt x="38" y="60"/>
                    </a:cubicBezTo>
                    <a:cubicBezTo>
                      <a:pt x="38" y="59"/>
                      <a:pt x="38" y="59"/>
                      <a:pt x="38" y="59"/>
                    </a:cubicBezTo>
                    <a:cubicBezTo>
                      <a:pt x="39" y="57"/>
                      <a:pt x="39" y="57"/>
                      <a:pt x="39" y="57"/>
                    </a:cubicBezTo>
                    <a:cubicBezTo>
                      <a:pt x="40" y="56"/>
                      <a:pt x="40" y="56"/>
                      <a:pt x="40" y="56"/>
                    </a:cubicBezTo>
                    <a:cubicBezTo>
                      <a:pt x="40" y="55"/>
                      <a:pt x="40" y="55"/>
                      <a:pt x="40" y="55"/>
                    </a:cubicBezTo>
                    <a:cubicBezTo>
                      <a:pt x="39" y="55"/>
                      <a:pt x="39" y="55"/>
                      <a:pt x="38" y="54"/>
                    </a:cubicBezTo>
                    <a:cubicBezTo>
                      <a:pt x="37" y="54"/>
                      <a:pt x="36" y="53"/>
                      <a:pt x="36" y="53"/>
                    </a:cubicBezTo>
                    <a:cubicBezTo>
                      <a:pt x="34" y="53"/>
                      <a:pt x="34" y="53"/>
                      <a:pt x="34" y="53"/>
                    </a:cubicBezTo>
                    <a:cubicBezTo>
                      <a:pt x="34" y="52"/>
                      <a:pt x="34" y="52"/>
                      <a:pt x="34" y="52"/>
                    </a:cubicBezTo>
                    <a:cubicBezTo>
                      <a:pt x="34" y="52"/>
                      <a:pt x="34" y="52"/>
                      <a:pt x="34" y="52"/>
                    </a:cubicBezTo>
                    <a:cubicBezTo>
                      <a:pt x="34" y="52"/>
                      <a:pt x="34" y="52"/>
                      <a:pt x="34" y="52"/>
                    </a:cubicBezTo>
                    <a:lnTo>
                      <a:pt x="36" y="51"/>
                    </a:lnTo>
                    <a:close/>
                    <a:moveTo>
                      <a:pt x="36" y="47"/>
                    </a:moveTo>
                    <a:cubicBezTo>
                      <a:pt x="34" y="49"/>
                      <a:pt x="34" y="49"/>
                      <a:pt x="34" y="49"/>
                    </a:cubicBezTo>
                    <a:cubicBezTo>
                      <a:pt x="34" y="49"/>
                      <a:pt x="34" y="49"/>
                      <a:pt x="34" y="49"/>
                    </a:cubicBezTo>
                    <a:cubicBezTo>
                      <a:pt x="34" y="49"/>
                      <a:pt x="34" y="49"/>
                      <a:pt x="34" y="49"/>
                    </a:cubicBezTo>
                    <a:cubicBezTo>
                      <a:pt x="35" y="51"/>
                      <a:pt x="35" y="51"/>
                      <a:pt x="35" y="51"/>
                    </a:cubicBezTo>
                    <a:cubicBezTo>
                      <a:pt x="34" y="52"/>
                      <a:pt x="34" y="52"/>
                      <a:pt x="34" y="52"/>
                    </a:cubicBezTo>
                    <a:cubicBezTo>
                      <a:pt x="33" y="52"/>
                      <a:pt x="33" y="52"/>
                      <a:pt x="33" y="52"/>
                    </a:cubicBezTo>
                    <a:cubicBezTo>
                      <a:pt x="33" y="52"/>
                      <a:pt x="33" y="52"/>
                      <a:pt x="33" y="52"/>
                    </a:cubicBezTo>
                    <a:cubicBezTo>
                      <a:pt x="33" y="52"/>
                      <a:pt x="33" y="52"/>
                      <a:pt x="33" y="52"/>
                    </a:cubicBezTo>
                    <a:cubicBezTo>
                      <a:pt x="33" y="52"/>
                      <a:pt x="33" y="52"/>
                      <a:pt x="33" y="52"/>
                    </a:cubicBezTo>
                    <a:cubicBezTo>
                      <a:pt x="33" y="53"/>
                      <a:pt x="33" y="54"/>
                      <a:pt x="33" y="55"/>
                    </a:cubicBezTo>
                    <a:cubicBezTo>
                      <a:pt x="32" y="54"/>
                      <a:pt x="31" y="51"/>
                      <a:pt x="28" y="50"/>
                    </a:cubicBezTo>
                    <a:cubicBezTo>
                      <a:pt x="28" y="50"/>
                      <a:pt x="28" y="50"/>
                      <a:pt x="28" y="50"/>
                    </a:cubicBezTo>
                    <a:cubicBezTo>
                      <a:pt x="28" y="50"/>
                      <a:pt x="28" y="50"/>
                      <a:pt x="28" y="50"/>
                    </a:cubicBezTo>
                    <a:cubicBezTo>
                      <a:pt x="28" y="48"/>
                      <a:pt x="28" y="48"/>
                      <a:pt x="28" y="48"/>
                    </a:cubicBezTo>
                    <a:cubicBezTo>
                      <a:pt x="28" y="47"/>
                      <a:pt x="28" y="47"/>
                      <a:pt x="28" y="47"/>
                    </a:cubicBezTo>
                    <a:cubicBezTo>
                      <a:pt x="27" y="45"/>
                      <a:pt x="27" y="45"/>
                      <a:pt x="27" y="45"/>
                    </a:cubicBezTo>
                    <a:cubicBezTo>
                      <a:pt x="27" y="45"/>
                      <a:pt x="27" y="45"/>
                      <a:pt x="27" y="45"/>
                    </a:cubicBezTo>
                    <a:cubicBezTo>
                      <a:pt x="27" y="47"/>
                      <a:pt x="27" y="47"/>
                      <a:pt x="27" y="47"/>
                    </a:cubicBezTo>
                    <a:cubicBezTo>
                      <a:pt x="27" y="48"/>
                      <a:pt x="27" y="48"/>
                      <a:pt x="27" y="48"/>
                    </a:cubicBezTo>
                    <a:cubicBezTo>
                      <a:pt x="26" y="46"/>
                      <a:pt x="26" y="46"/>
                      <a:pt x="26" y="46"/>
                    </a:cubicBezTo>
                    <a:cubicBezTo>
                      <a:pt x="25" y="45"/>
                      <a:pt x="25" y="45"/>
                      <a:pt x="25" y="45"/>
                    </a:cubicBezTo>
                    <a:cubicBezTo>
                      <a:pt x="25" y="45"/>
                      <a:pt x="25" y="45"/>
                      <a:pt x="25" y="45"/>
                    </a:cubicBezTo>
                    <a:cubicBezTo>
                      <a:pt x="24" y="45"/>
                      <a:pt x="24" y="45"/>
                      <a:pt x="24" y="45"/>
                    </a:cubicBezTo>
                    <a:cubicBezTo>
                      <a:pt x="24" y="45"/>
                      <a:pt x="22" y="47"/>
                      <a:pt x="20" y="48"/>
                    </a:cubicBezTo>
                    <a:cubicBezTo>
                      <a:pt x="23" y="44"/>
                      <a:pt x="23" y="44"/>
                      <a:pt x="23" y="44"/>
                    </a:cubicBezTo>
                    <a:cubicBezTo>
                      <a:pt x="25" y="43"/>
                      <a:pt x="27" y="41"/>
                      <a:pt x="27" y="41"/>
                    </a:cubicBezTo>
                    <a:cubicBezTo>
                      <a:pt x="27" y="41"/>
                      <a:pt x="27" y="41"/>
                      <a:pt x="27" y="41"/>
                    </a:cubicBezTo>
                    <a:cubicBezTo>
                      <a:pt x="27" y="41"/>
                      <a:pt x="27" y="41"/>
                      <a:pt x="27" y="41"/>
                    </a:cubicBezTo>
                    <a:cubicBezTo>
                      <a:pt x="27" y="41"/>
                      <a:pt x="27" y="41"/>
                      <a:pt x="27" y="41"/>
                    </a:cubicBezTo>
                    <a:cubicBezTo>
                      <a:pt x="26" y="41"/>
                      <a:pt x="26" y="41"/>
                      <a:pt x="26" y="41"/>
                    </a:cubicBezTo>
                    <a:cubicBezTo>
                      <a:pt x="26" y="41"/>
                      <a:pt x="26" y="41"/>
                      <a:pt x="26" y="41"/>
                    </a:cubicBezTo>
                    <a:cubicBezTo>
                      <a:pt x="25" y="40"/>
                      <a:pt x="25" y="40"/>
                      <a:pt x="25" y="40"/>
                    </a:cubicBezTo>
                    <a:cubicBezTo>
                      <a:pt x="25" y="40"/>
                      <a:pt x="25" y="40"/>
                      <a:pt x="25" y="40"/>
                    </a:cubicBezTo>
                    <a:cubicBezTo>
                      <a:pt x="25" y="40"/>
                      <a:pt x="25" y="40"/>
                      <a:pt x="25" y="40"/>
                    </a:cubicBezTo>
                    <a:cubicBezTo>
                      <a:pt x="24" y="40"/>
                      <a:pt x="24" y="40"/>
                      <a:pt x="24" y="40"/>
                    </a:cubicBezTo>
                    <a:cubicBezTo>
                      <a:pt x="24" y="40"/>
                      <a:pt x="24" y="40"/>
                      <a:pt x="24" y="40"/>
                    </a:cubicBezTo>
                    <a:cubicBezTo>
                      <a:pt x="23" y="41"/>
                      <a:pt x="23" y="41"/>
                      <a:pt x="23" y="41"/>
                    </a:cubicBezTo>
                    <a:cubicBezTo>
                      <a:pt x="22" y="41"/>
                      <a:pt x="21" y="41"/>
                      <a:pt x="20" y="41"/>
                    </a:cubicBezTo>
                    <a:cubicBezTo>
                      <a:pt x="20" y="41"/>
                      <a:pt x="20" y="41"/>
                      <a:pt x="20" y="41"/>
                    </a:cubicBezTo>
                    <a:cubicBezTo>
                      <a:pt x="20" y="41"/>
                      <a:pt x="20" y="41"/>
                      <a:pt x="20" y="41"/>
                    </a:cubicBezTo>
                    <a:cubicBezTo>
                      <a:pt x="20" y="41"/>
                      <a:pt x="20" y="41"/>
                      <a:pt x="20" y="41"/>
                    </a:cubicBezTo>
                    <a:cubicBezTo>
                      <a:pt x="19" y="40"/>
                      <a:pt x="19" y="40"/>
                      <a:pt x="19" y="40"/>
                    </a:cubicBezTo>
                    <a:cubicBezTo>
                      <a:pt x="18" y="38"/>
                      <a:pt x="18" y="38"/>
                      <a:pt x="18" y="38"/>
                    </a:cubicBezTo>
                    <a:cubicBezTo>
                      <a:pt x="18" y="38"/>
                      <a:pt x="18" y="38"/>
                      <a:pt x="18" y="38"/>
                    </a:cubicBezTo>
                    <a:cubicBezTo>
                      <a:pt x="18" y="38"/>
                      <a:pt x="18" y="38"/>
                      <a:pt x="18" y="38"/>
                    </a:cubicBezTo>
                    <a:cubicBezTo>
                      <a:pt x="17" y="38"/>
                      <a:pt x="17" y="38"/>
                      <a:pt x="17" y="38"/>
                    </a:cubicBezTo>
                    <a:cubicBezTo>
                      <a:pt x="16" y="38"/>
                      <a:pt x="16" y="38"/>
                      <a:pt x="16" y="38"/>
                    </a:cubicBezTo>
                    <a:cubicBezTo>
                      <a:pt x="15" y="38"/>
                      <a:pt x="15" y="38"/>
                      <a:pt x="15" y="38"/>
                    </a:cubicBezTo>
                    <a:cubicBezTo>
                      <a:pt x="15" y="38"/>
                      <a:pt x="15" y="38"/>
                      <a:pt x="15" y="38"/>
                    </a:cubicBezTo>
                    <a:cubicBezTo>
                      <a:pt x="15" y="35"/>
                      <a:pt x="15" y="35"/>
                      <a:pt x="15" y="35"/>
                    </a:cubicBezTo>
                    <a:cubicBezTo>
                      <a:pt x="15" y="35"/>
                      <a:pt x="15" y="35"/>
                      <a:pt x="15" y="35"/>
                    </a:cubicBezTo>
                    <a:cubicBezTo>
                      <a:pt x="15" y="34"/>
                      <a:pt x="15" y="34"/>
                      <a:pt x="15" y="34"/>
                    </a:cubicBezTo>
                    <a:cubicBezTo>
                      <a:pt x="15" y="34"/>
                      <a:pt x="15" y="34"/>
                      <a:pt x="15" y="34"/>
                    </a:cubicBezTo>
                    <a:cubicBezTo>
                      <a:pt x="14" y="34"/>
                      <a:pt x="14" y="34"/>
                      <a:pt x="14" y="34"/>
                    </a:cubicBezTo>
                    <a:cubicBezTo>
                      <a:pt x="13" y="34"/>
                      <a:pt x="13" y="34"/>
                      <a:pt x="13" y="34"/>
                    </a:cubicBezTo>
                    <a:cubicBezTo>
                      <a:pt x="12" y="34"/>
                      <a:pt x="12" y="34"/>
                      <a:pt x="12" y="34"/>
                    </a:cubicBezTo>
                    <a:cubicBezTo>
                      <a:pt x="12" y="34"/>
                      <a:pt x="12" y="34"/>
                      <a:pt x="12" y="34"/>
                    </a:cubicBezTo>
                    <a:cubicBezTo>
                      <a:pt x="12" y="32"/>
                      <a:pt x="12" y="32"/>
                      <a:pt x="12" y="32"/>
                    </a:cubicBezTo>
                    <a:cubicBezTo>
                      <a:pt x="12" y="32"/>
                      <a:pt x="12" y="32"/>
                      <a:pt x="12" y="32"/>
                    </a:cubicBezTo>
                    <a:cubicBezTo>
                      <a:pt x="13" y="32"/>
                      <a:pt x="13" y="32"/>
                      <a:pt x="13" y="32"/>
                    </a:cubicBezTo>
                    <a:cubicBezTo>
                      <a:pt x="13" y="32"/>
                      <a:pt x="13" y="32"/>
                      <a:pt x="13" y="32"/>
                    </a:cubicBezTo>
                    <a:cubicBezTo>
                      <a:pt x="13" y="31"/>
                      <a:pt x="13" y="31"/>
                      <a:pt x="13" y="31"/>
                    </a:cubicBezTo>
                    <a:cubicBezTo>
                      <a:pt x="12" y="31"/>
                      <a:pt x="12" y="31"/>
                      <a:pt x="12" y="31"/>
                    </a:cubicBezTo>
                    <a:cubicBezTo>
                      <a:pt x="12" y="31"/>
                      <a:pt x="12" y="31"/>
                      <a:pt x="12" y="31"/>
                    </a:cubicBezTo>
                    <a:cubicBezTo>
                      <a:pt x="10" y="30"/>
                      <a:pt x="10" y="30"/>
                      <a:pt x="10" y="30"/>
                    </a:cubicBezTo>
                    <a:cubicBezTo>
                      <a:pt x="11" y="28"/>
                      <a:pt x="11" y="28"/>
                      <a:pt x="11" y="28"/>
                    </a:cubicBezTo>
                    <a:cubicBezTo>
                      <a:pt x="11" y="28"/>
                      <a:pt x="11" y="28"/>
                      <a:pt x="11" y="28"/>
                    </a:cubicBezTo>
                    <a:cubicBezTo>
                      <a:pt x="12" y="28"/>
                      <a:pt x="12" y="28"/>
                      <a:pt x="12" y="28"/>
                    </a:cubicBezTo>
                    <a:cubicBezTo>
                      <a:pt x="12" y="28"/>
                      <a:pt x="12" y="28"/>
                      <a:pt x="12" y="28"/>
                    </a:cubicBezTo>
                    <a:cubicBezTo>
                      <a:pt x="11" y="26"/>
                      <a:pt x="11" y="26"/>
                      <a:pt x="11" y="26"/>
                    </a:cubicBezTo>
                    <a:cubicBezTo>
                      <a:pt x="11" y="26"/>
                      <a:pt x="11" y="26"/>
                      <a:pt x="11" y="26"/>
                    </a:cubicBezTo>
                    <a:cubicBezTo>
                      <a:pt x="11" y="27"/>
                      <a:pt x="11" y="27"/>
                      <a:pt x="11" y="27"/>
                    </a:cubicBezTo>
                    <a:cubicBezTo>
                      <a:pt x="9" y="25"/>
                      <a:pt x="9" y="25"/>
                      <a:pt x="9" y="25"/>
                    </a:cubicBezTo>
                    <a:cubicBezTo>
                      <a:pt x="11" y="24"/>
                      <a:pt x="11" y="24"/>
                      <a:pt x="11" y="24"/>
                    </a:cubicBezTo>
                    <a:cubicBezTo>
                      <a:pt x="11" y="24"/>
                      <a:pt x="11" y="24"/>
                      <a:pt x="11" y="24"/>
                    </a:cubicBezTo>
                    <a:cubicBezTo>
                      <a:pt x="12" y="25"/>
                      <a:pt x="12" y="25"/>
                      <a:pt x="12" y="25"/>
                    </a:cubicBezTo>
                    <a:cubicBezTo>
                      <a:pt x="12" y="23"/>
                      <a:pt x="12" y="23"/>
                      <a:pt x="12" y="23"/>
                    </a:cubicBezTo>
                    <a:cubicBezTo>
                      <a:pt x="11" y="23"/>
                      <a:pt x="11" y="23"/>
                      <a:pt x="11" y="23"/>
                    </a:cubicBezTo>
                    <a:cubicBezTo>
                      <a:pt x="11" y="23"/>
                      <a:pt x="11" y="23"/>
                      <a:pt x="11" y="23"/>
                    </a:cubicBezTo>
                    <a:cubicBezTo>
                      <a:pt x="11" y="21"/>
                      <a:pt x="11" y="21"/>
                      <a:pt x="11" y="21"/>
                    </a:cubicBezTo>
                    <a:cubicBezTo>
                      <a:pt x="11" y="21"/>
                      <a:pt x="11" y="21"/>
                      <a:pt x="11" y="21"/>
                    </a:cubicBezTo>
                    <a:cubicBezTo>
                      <a:pt x="10" y="21"/>
                      <a:pt x="10" y="21"/>
                      <a:pt x="10" y="21"/>
                    </a:cubicBezTo>
                    <a:cubicBezTo>
                      <a:pt x="11" y="21"/>
                      <a:pt x="11" y="21"/>
                      <a:pt x="11" y="21"/>
                    </a:cubicBezTo>
                    <a:cubicBezTo>
                      <a:pt x="11" y="21"/>
                      <a:pt x="11" y="21"/>
                      <a:pt x="11" y="21"/>
                    </a:cubicBezTo>
                    <a:cubicBezTo>
                      <a:pt x="11" y="21"/>
                      <a:pt x="11" y="21"/>
                      <a:pt x="11" y="21"/>
                    </a:cubicBezTo>
                    <a:cubicBezTo>
                      <a:pt x="12" y="20"/>
                      <a:pt x="12" y="20"/>
                      <a:pt x="12" y="20"/>
                    </a:cubicBezTo>
                    <a:cubicBezTo>
                      <a:pt x="12" y="20"/>
                      <a:pt x="12" y="20"/>
                      <a:pt x="12" y="20"/>
                    </a:cubicBezTo>
                    <a:cubicBezTo>
                      <a:pt x="12" y="20"/>
                      <a:pt x="12" y="19"/>
                      <a:pt x="12" y="18"/>
                    </a:cubicBezTo>
                    <a:cubicBezTo>
                      <a:pt x="12" y="16"/>
                      <a:pt x="12" y="16"/>
                      <a:pt x="12" y="16"/>
                    </a:cubicBezTo>
                    <a:cubicBezTo>
                      <a:pt x="12" y="16"/>
                      <a:pt x="12" y="16"/>
                      <a:pt x="12" y="16"/>
                    </a:cubicBezTo>
                    <a:cubicBezTo>
                      <a:pt x="12" y="17"/>
                      <a:pt x="13" y="18"/>
                      <a:pt x="13" y="19"/>
                    </a:cubicBezTo>
                    <a:cubicBezTo>
                      <a:pt x="14" y="20"/>
                      <a:pt x="14" y="21"/>
                      <a:pt x="16" y="22"/>
                    </a:cubicBezTo>
                    <a:cubicBezTo>
                      <a:pt x="17" y="23"/>
                      <a:pt x="18" y="24"/>
                      <a:pt x="19" y="25"/>
                    </a:cubicBezTo>
                    <a:cubicBezTo>
                      <a:pt x="19" y="25"/>
                      <a:pt x="19" y="25"/>
                      <a:pt x="19" y="25"/>
                    </a:cubicBezTo>
                    <a:cubicBezTo>
                      <a:pt x="19" y="26"/>
                      <a:pt x="19" y="26"/>
                      <a:pt x="19" y="26"/>
                    </a:cubicBezTo>
                    <a:cubicBezTo>
                      <a:pt x="19" y="26"/>
                      <a:pt x="18" y="28"/>
                      <a:pt x="17" y="28"/>
                    </a:cubicBezTo>
                    <a:cubicBezTo>
                      <a:pt x="17" y="28"/>
                      <a:pt x="17" y="28"/>
                      <a:pt x="17" y="28"/>
                    </a:cubicBezTo>
                    <a:cubicBezTo>
                      <a:pt x="17" y="28"/>
                      <a:pt x="17" y="28"/>
                      <a:pt x="17" y="28"/>
                    </a:cubicBezTo>
                    <a:cubicBezTo>
                      <a:pt x="16" y="28"/>
                      <a:pt x="16" y="28"/>
                      <a:pt x="16" y="28"/>
                    </a:cubicBezTo>
                    <a:cubicBezTo>
                      <a:pt x="16" y="29"/>
                      <a:pt x="16" y="29"/>
                      <a:pt x="16" y="29"/>
                    </a:cubicBezTo>
                    <a:cubicBezTo>
                      <a:pt x="16" y="31"/>
                      <a:pt x="17" y="33"/>
                      <a:pt x="19" y="33"/>
                    </a:cubicBezTo>
                    <a:cubicBezTo>
                      <a:pt x="20" y="33"/>
                      <a:pt x="20" y="33"/>
                      <a:pt x="20" y="33"/>
                    </a:cubicBezTo>
                    <a:cubicBezTo>
                      <a:pt x="20" y="33"/>
                      <a:pt x="22" y="35"/>
                      <a:pt x="23" y="35"/>
                    </a:cubicBezTo>
                    <a:cubicBezTo>
                      <a:pt x="24" y="35"/>
                      <a:pt x="24" y="35"/>
                      <a:pt x="24" y="35"/>
                    </a:cubicBezTo>
                    <a:cubicBezTo>
                      <a:pt x="25" y="35"/>
                      <a:pt x="25" y="35"/>
                      <a:pt x="25" y="35"/>
                    </a:cubicBezTo>
                    <a:cubicBezTo>
                      <a:pt x="25" y="34"/>
                      <a:pt x="25" y="34"/>
                      <a:pt x="25" y="34"/>
                    </a:cubicBezTo>
                    <a:cubicBezTo>
                      <a:pt x="27" y="36"/>
                      <a:pt x="27" y="36"/>
                      <a:pt x="27" y="36"/>
                    </a:cubicBezTo>
                    <a:cubicBezTo>
                      <a:pt x="27" y="36"/>
                      <a:pt x="27" y="36"/>
                      <a:pt x="27" y="36"/>
                    </a:cubicBezTo>
                    <a:cubicBezTo>
                      <a:pt x="28" y="34"/>
                      <a:pt x="28" y="34"/>
                      <a:pt x="28" y="34"/>
                    </a:cubicBezTo>
                    <a:cubicBezTo>
                      <a:pt x="28" y="34"/>
                      <a:pt x="28" y="34"/>
                      <a:pt x="28" y="34"/>
                    </a:cubicBezTo>
                    <a:cubicBezTo>
                      <a:pt x="29" y="33"/>
                      <a:pt x="29" y="33"/>
                      <a:pt x="29" y="33"/>
                    </a:cubicBezTo>
                    <a:cubicBezTo>
                      <a:pt x="29" y="35"/>
                      <a:pt x="29" y="35"/>
                      <a:pt x="29" y="35"/>
                    </a:cubicBezTo>
                    <a:cubicBezTo>
                      <a:pt x="31" y="36"/>
                      <a:pt x="31" y="36"/>
                      <a:pt x="31" y="36"/>
                    </a:cubicBezTo>
                    <a:cubicBezTo>
                      <a:pt x="31" y="38"/>
                      <a:pt x="31" y="38"/>
                      <a:pt x="31" y="38"/>
                    </a:cubicBezTo>
                    <a:cubicBezTo>
                      <a:pt x="31" y="39"/>
                      <a:pt x="31" y="39"/>
                      <a:pt x="31" y="39"/>
                    </a:cubicBezTo>
                    <a:cubicBezTo>
                      <a:pt x="31" y="41"/>
                      <a:pt x="31" y="43"/>
                      <a:pt x="30" y="44"/>
                    </a:cubicBezTo>
                    <a:cubicBezTo>
                      <a:pt x="30" y="45"/>
                      <a:pt x="30" y="45"/>
                      <a:pt x="30" y="45"/>
                    </a:cubicBezTo>
                    <a:cubicBezTo>
                      <a:pt x="30" y="46"/>
                      <a:pt x="32" y="48"/>
                      <a:pt x="32" y="48"/>
                    </a:cubicBezTo>
                    <a:cubicBezTo>
                      <a:pt x="32" y="49"/>
                      <a:pt x="32" y="49"/>
                      <a:pt x="32" y="49"/>
                    </a:cubicBezTo>
                    <a:cubicBezTo>
                      <a:pt x="32" y="48"/>
                      <a:pt x="32" y="48"/>
                      <a:pt x="32" y="48"/>
                    </a:cubicBezTo>
                    <a:cubicBezTo>
                      <a:pt x="32" y="48"/>
                      <a:pt x="32" y="48"/>
                      <a:pt x="32" y="48"/>
                    </a:cubicBezTo>
                    <a:cubicBezTo>
                      <a:pt x="33" y="48"/>
                      <a:pt x="34" y="48"/>
                      <a:pt x="36" y="47"/>
                    </a:cubicBezTo>
                    <a:moveTo>
                      <a:pt x="11" y="27"/>
                    </a:moveTo>
                    <a:cubicBezTo>
                      <a:pt x="11" y="27"/>
                      <a:pt x="11" y="27"/>
                      <a:pt x="11" y="27"/>
                    </a:cubicBezTo>
                    <a:cubicBezTo>
                      <a:pt x="11" y="27"/>
                      <a:pt x="11" y="27"/>
                      <a:pt x="11" y="27"/>
                    </a:cubicBezTo>
                    <a:close/>
                    <a:moveTo>
                      <a:pt x="36" y="42"/>
                    </a:moveTo>
                    <a:cubicBezTo>
                      <a:pt x="34" y="45"/>
                      <a:pt x="33" y="47"/>
                      <a:pt x="32" y="48"/>
                    </a:cubicBezTo>
                    <a:cubicBezTo>
                      <a:pt x="32" y="47"/>
                      <a:pt x="31" y="46"/>
                      <a:pt x="31" y="45"/>
                    </a:cubicBezTo>
                    <a:cubicBezTo>
                      <a:pt x="31" y="44"/>
                      <a:pt x="31" y="44"/>
                      <a:pt x="31" y="44"/>
                    </a:cubicBezTo>
                    <a:cubicBezTo>
                      <a:pt x="31" y="43"/>
                      <a:pt x="32" y="41"/>
                      <a:pt x="32" y="39"/>
                    </a:cubicBezTo>
                    <a:cubicBezTo>
                      <a:pt x="32" y="38"/>
                      <a:pt x="32" y="38"/>
                      <a:pt x="32" y="38"/>
                    </a:cubicBezTo>
                    <a:cubicBezTo>
                      <a:pt x="31" y="37"/>
                      <a:pt x="31" y="37"/>
                      <a:pt x="31" y="37"/>
                    </a:cubicBezTo>
                    <a:cubicBezTo>
                      <a:pt x="31" y="36"/>
                      <a:pt x="31" y="36"/>
                      <a:pt x="31" y="36"/>
                    </a:cubicBezTo>
                    <a:cubicBezTo>
                      <a:pt x="32" y="35"/>
                      <a:pt x="32" y="35"/>
                      <a:pt x="32" y="35"/>
                    </a:cubicBezTo>
                    <a:cubicBezTo>
                      <a:pt x="33" y="34"/>
                      <a:pt x="33" y="34"/>
                      <a:pt x="33" y="34"/>
                    </a:cubicBezTo>
                    <a:cubicBezTo>
                      <a:pt x="34" y="36"/>
                      <a:pt x="34" y="36"/>
                      <a:pt x="34" y="36"/>
                    </a:cubicBezTo>
                    <a:cubicBezTo>
                      <a:pt x="36" y="37"/>
                      <a:pt x="36" y="37"/>
                      <a:pt x="36" y="37"/>
                    </a:cubicBezTo>
                    <a:cubicBezTo>
                      <a:pt x="37" y="39"/>
                      <a:pt x="37" y="39"/>
                      <a:pt x="37" y="39"/>
                    </a:cubicBezTo>
                    <a:cubicBezTo>
                      <a:pt x="37" y="40"/>
                      <a:pt x="36" y="41"/>
                      <a:pt x="36" y="42"/>
                    </a:cubicBezTo>
                    <a:moveTo>
                      <a:pt x="44" y="32"/>
                    </a:moveTo>
                    <a:cubicBezTo>
                      <a:pt x="43" y="32"/>
                      <a:pt x="43" y="32"/>
                      <a:pt x="43" y="32"/>
                    </a:cubicBezTo>
                    <a:cubicBezTo>
                      <a:pt x="42" y="32"/>
                      <a:pt x="42" y="32"/>
                      <a:pt x="42" y="32"/>
                    </a:cubicBezTo>
                    <a:cubicBezTo>
                      <a:pt x="41" y="33"/>
                      <a:pt x="40" y="35"/>
                      <a:pt x="40" y="36"/>
                    </a:cubicBezTo>
                    <a:cubicBezTo>
                      <a:pt x="40" y="37"/>
                      <a:pt x="40" y="37"/>
                      <a:pt x="40" y="37"/>
                    </a:cubicBezTo>
                    <a:cubicBezTo>
                      <a:pt x="40" y="38"/>
                      <a:pt x="40" y="38"/>
                      <a:pt x="40" y="38"/>
                    </a:cubicBezTo>
                    <a:cubicBezTo>
                      <a:pt x="37" y="39"/>
                      <a:pt x="37" y="39"/>
                      <a:pt x="37" y="39"/>
                    </a:cubicBezTo>
                    <a:cubicBezTo>
                      <a:pt x="37" y="39"/>
                      <a:pt x="37" y="39"/>
                      <a:pt x="37" y="39"/>
                    </a:cubicBezTo>
                    <a:cubicBezTo>
                      <a:pt x="37" y="37"/>
                      <a:pt x="37" y="37"/>
                      <a:pt x="37" y="37"/>
                    </a:cubicBezTo>
                    <a:cubicBezTo>
                      <a:pt x="37" y="37"/>
                      <a:pt x="37" y="37"/>
                      <a:pt x="37" y="37"/>
                    </a:cubicBezTo>
                    <a:cubicBezTo>
                      <a:pt x="38" y="37"/>
                      <a:pt x="38" y="37"/>
                      <a:pt x="38" y="37"/>
                    </a:cubicBezTo>
                    <a:cubicBezTo>
                      <a:pt x="38" y="37"/>
                      <a:pt x="38" y="37"/>
                      <a:pt x="38" y="37"/>
                    </a:cubicBezTo>
                    <a:cubicBezTo>
                      <a:pt x="39" y="37"/>
                      <a:pt x="39" y="37"/>
                      <a:pt x="39" y="37"/>
                    </a:cubicBezTo>
                    <a:cubicBezTo>
                      <a:pt x="38" y="36"/>
                      <a:pt x="38" y="36"/>
                      <a:pt x="38" y="36"/>
                    </a:cubicBezTo>
                    <a:cubicBezTo>
                      <a:pt x="36" y="34"/>
                      <a:pt x="36" y="34"/>
                      <a:pt x="36" y="34"/>
                    </a:cubicBezTo>
                    <a:cubicBezTo>
                      <a:pt x="36" y="34"/>
                      <a:pt x="36" y="34"/>
                      <a:pt x="36" y="34"/>
                    </a:cubicBezTo>
                    <a:cubicBezTo>
                      <a:pt x="37" y="31"/>
                      <a:pt x="37" y="31"/>
                      <a:pt x="37" y="31"/>
                    </a:cubicBezTo>
                    <a:cubicBezTo>
                      <a:pt x="38" y="31"/>
                      <a:pt x="38" y="30"/>
                      <a:pt x="38" y="29"/>
                    </a:cubicBezTo>
                    <a:cubicBezTo>
                      <a:pt x="39" y="28"/>
                      <a:pt x="39" y="27"/>
                      <a:pt x="39" y="26"/>
                    </a:cubicBezTo>
                    <a:cubicBezTo>
                      <a:pt x="39" y="27"/>
                      <a:pt x="40" y="28"/>
                      <a:pt x="40" y="29"/>
                    </a:cubicBezTo>
                    <a:cubicBezTo>
                      <a:pt x="40" y="29"/>
                      <a:pt x="40" y="29"/>
                      <a:pt x="40" y="29"/>
                    </a:cubicBezTo>
                    <a:cubicBezTo>
                      <a:pt x="40" y="30"/>
                      <a:pt x="40" y="30"/>
                      <a:pt x="40" y="30"/>
                    </a:cubicBezTo>
                    <a:cubicBezTo>
                      <a:pt x="41" y="29"/>
                      <a:pt x="41" y="29"/>
                      <a:pt x="41" y="29"/>
                    </a:cubicBezTo>
                    <a:cubicBezTo>
                      <a:pt x="42" y="28"/>
                      <a:pt x="42" y="28"/>
                      <a:pt x="42" y="28"/>
                    </a:cubicBezTo>
                    <a:cubicBezTo>
                      <a:pt x="42" y="30"/>
                      <a:pt x="42" y="30"/>
                      <a:pt x="42" y="30"/>
                    </a:cubicBezTo>
                    <a:cubicBezTo>
                      <a:pt x="42" y="30"/>
                      <a:pt x="42" y="30"/>
                      <a:pt x="42" y="30"/>
                    </a:cubicBezTo>
                    <a:cubicBezTo>
                      <a:pt x="42" y="31"/>
                      <a:pt x="42" y="31"/>
                      <a:pt x="42" y="31"/>
                    </a:cubicBezTo>
                    <a:cubicBezTo>
                      <a:pt x="42" y="31"/>
                      <a:pt x="42" y="31"/>
                      <a:pt x="42" y="31"/>
                    </a:cubicBezTo>
                    <a:cubicBezTo>
                      <a:pt x="43" y="30"/>
                      <a:pt x="43" y="30"/>
                      <a:pt x="43" y="30"/>
                    </a:cubicBezTo>
                    <a:cubicBezTo>
                      <a:pt x="43" y="30"/>
                      <a:pt x="44" y="31"/>
                      <a:pt x="44" y="32"/>
                    </a:cubicBezTo>
                    <a:moveTo>
                      <a:pt x="48" y="29"/>
                    </a:moveTo>
                    <a:cubicBezTo>
                      <a:pt x="48" y="29"/>
                      <a:pt x="48" y="29"/>
                      <a:pt x="48" y="29"/>
                    </a:cubicBezTo>
                    <a:cubicBezTo>
                      <a:pt x="48" y="29"/>
                      <a:pt x="48" y="29"/>
                      <a:pt x="48" y="29"/>
                    </a:cubicBezTo>
                    <a:cubicBezTo>
                      <a:pt x="47" y="28"/>
                      <a:pt x="47" y="28"/>
                      <a:pt x="47" y="28"/>
                    </a:cubicBezTo>
                    <a:cubicBezTo>
                      <a:pt x="47" y="28"/>
                      <a:pt x="47" y="28"/>
                      <a:pt x="47" y="28"/>
                    </a:cubicBezTo>
                    <a:cubicBezTo>
                      <a:pt x="47" y="28"/>
                      <a:pt x="47" y="28"/>
                      <a:pt x="47" y="28"/>
                    </a:cubicBezTo>
                    <a:lnTo>
                      <a:pt x="48" y="29"/>
                    </a:lnTo>
                    <a:close/>
                    <a:moveTo>
                      <a:pt x="47" y="15"/>
                    </a:moveTo>
                    <a:cubicBezTo>
                      <a:pt x="46" y="18"/>
                      <a:pt x="46" y="18"/>
                      <a:pt x="46" y="18"/>
                    </a:cubicBezTo>
                    <a:cubicBezTo>
                      <a:pt x="46" y="18"/>
                      <a:pt x="46" y="19"/>
                      <a:pt x="46" y="20"/>
                    </a:cubicBezTo>
                    <a:cubicBezTo>
                      <a:pt x="46" y="21"/>
                      <a:pt x="46" y="21"/>
                      <a:pt x="46" y="21"/>
                    </a:cubicBezTo>
                    <a:cubicBezTo>
                      <a:pt x="47" y="25"/>
                      <a:pt x="47" y="25"/>
                      <a:pt x="47" y="25"/>
                    </a:cubicBezTo>
                    <a:cubicBezTo>
                      <a:pt x="47" y="27"/>
                      <a:pt x="47" y="27"/>
                      <a:pt x="47" y="27"/>
                    </a:cubicBezTo>
                    <a:cubicBezTo>
                      <a:pt x="47" y="27"/>
                      <a:pt x="47" y="27"/>
                      <a:pt x="47" y="27"/>
                    </a:cubicBezTo>
                    <a:cubicBezTo>
                      <a:pt x="47" y="28"/>
                      <a:pt x="47" y="28"/>
                      <a:pt x="47" y="28"/>
                    </a:cubicBezTo>
                    <a:cubicBezTo>
                      <a:pt x="47" y="28"/>
                      <a:pt x="47" y="28"/>
                      <a:pt x="47" y="28"/>
                    </a:cubicBezTo>
                    <a:cubicBezTo>
                      <a:pt x="46" y="27"/>
                      <a:pt x="46" y="27"/>
                      <a:pt x="46" y="27"/>
                    </a:cubicBezTo>
                    <a:cubicBezTo>
                      <a:pt x="46" y="26"/>
                      <a:pt x="46" y="26"/>
                      <a:pt x="46" y="26"/>
                    </a:cubicBezTo>
                    <a:cubicBezTo>
                      <a:pt x="46" y="24"/>
                      <a:pt x="46" y="24"/>
                      <a:pt x="46" y="24"/>
                    </a:cubicBezTo>
                    <a:cubicBezTo>
                      <a:pt x="45" y="23"/>
                      <a:pt x="45" y="23"/>
                      <a:pt x="45" y="23"/>
                    </a:cubicBezTo>
                    <a:cubicBezTo>
                      <a:pt x="45" y="23"/>
                      <a:pt x="45" y="23"/>
                      <a:pt x="45" y="23"/>
                    </a:cubicBezTo>
                    <a:cubicBezTo>
                      <a:pt x="45" y="23"/>
                      <a:pt x="45" y="23"/>
                      <a:pt x="45" y="23"/>
                    </a:cubicBezTo>
                    <a:cubicBezTo>
                      <a:pt x="45" y="22"/>
                      <a:pt x="45" y="22"/>
                      <a:pt x="45" y="22"/>
                    </a:cubicBezTo>
                    <a:cubicBezTo>
                      <a:pt x="45" y="23"/>
                      <a:pt x="45" y="23"/>
                      <a:pt x="45" y="23"/>
                    </a:cubicBezTo>
                    <a:cubicBezTo>
                      <a:pt x="45" y="23"/>
                      <a:pt x="45" y="23"/>
                      <a:pt x="45" y="23"/>
                    </a:cubicBezTo>
                    <a:cubicBezTo>
                      <a:pt x="45" y="23"/>
                      <a:pt x="45" y="23"/>
                      <a:pt x="45" y="23"/>
                    </a:cubicBezTo>
                    <a:cubicBezTo>
                      <a:pt x="45" y="23"/>
                      <a:pt x="45" y="23"/>
                      <a:pt x="45" y="23"/>
                    </a:cubicBezTo>
                    <a:cubicBezTo>
                      <a:pt x="45" y="23"/>
                      <a:pt x="44" y="25"/>
                      <a:pt x="44" y="26"/>
                    </a:cubicBezTo>
                    <a:cubicBezTo>
                      <a:pt x="43" y="28"/>
                      <a:pt x="43" y="28"/>
                      <a:pt x="43" y="28"/>
                    </a:cubicBezTo>
                    <a:cubicBezTo>
                      <a:pt x="43" y="30"/>
                      <a:pt x="43" y="30"/>
                      <a:pt x="43" y="30"/>
                    </a:cubicBezTo>
                    <a:cubicBezTo>
                      <a:pt x="42" y="28"/>
                      <a:pt x="42" y="28"/>
                      <a:pt x="42" y="28"/>
                    </a:cubicBezTo>
                    <a:cubicBezTo>
                      <a:pt x="42" y="27"/>
                      <a:pt x="42" y="27"/>
                      <a:pt x="42" y="27"/>
                    </a:cubicBezTo>
                    <a:cubicBezTo>
                      <a:pt x="42" y="27"/>
                      <a:pt x="42" y="27"/>
                      <a:pt x="42" y="27"/>
                    </a:cubicBezTo>
                    <a:cubicBezTo>
                      <a:pt x="42" y="26"/>
                      <a:pt x="42" y="26"/>
                      <a:pt x="42" y="26"/>
                    </a:cubicBezTo>
                    <a:cubicBezTo>
                      <a:pt x="43" y="24"/>
                      <a:pt x="43" y="22"/>
                      <a:pt x="43" y="21"/>
                    </a:cubicBezTo>
                    <a:cubicBezTo>
                      <a:pt x="43" y="20"/>
                      <a:pt x="43" y="20"/>
                      <a:pt x="43" y="20"/>
                    </a:cubicBezTo>
                    <a:cubicBezTo>
                      <a:pt x="43" y="18"/>
                      <a:pt x="43" y="18"/>
                      <a:pt x="43" y="18"/>
                    </a:cubicBezTo>
                    <a:cubicBezTo>
                      <a:pt x="44" y="19"/>
                      <a:pt x="44" y="19"/>
                      <a:pt x="44" y="19"/>
                    </a:cubicBezTo>
                    <a:cubicBezTo>
                      <a:pt x="44" y="18"/>
                      <a:pt x="44" y="18"/>
                      <a:pt x="44" y="18"/>
                    </a:cubicBezTo>
                    <a:cubicBezTo>
                      <a:pt x="44" y="16"/>
                      <a:pt x="44" y="16"/>
                      <a:pt x="44" y="16"/>
                    </a:cubicBezTo>
                    <a:cubicBezTo>
                      <a:pt x="44" y="15"/>
                      <a:pt x="43" y="14"/>
                      <a:pt x="43" y="14"/>
                    </a:cubicBezTo>
                    <a:cubicBezTo>
                      <a:pt x="43" y="14"/>
                      <a:pt x="43" y="14"/>
                      <a:pt x="43" y="14"/>
                    </a:cubicBezTo>
                    <a:cubicBezTo>
                      <a:pt x="43" y="13"/>
                      <a:pt x="43" y="13"/>
                      <a:pt x="43" y="13"/>
                    </a:cubicBezTo>
                    <a:cubicBezTo>
                      <a:pt x="43" y="12"/>
                      <a:pt x="43" y="12"/>
                      <a:pt x="43" y="12"/>
                    </a:cubicBezTo>
                    <a:cubicBezTo>
                      <a:pt x="44" y="12"/>
                      <a:pt x="44" y="12"/>
                      <a:pt x="44" y="12"/>
                    </a:cubicBezTo>
                    <a:cubicBezTo>
                      <a:pt x="44" y="12"/>
                      <a:pt x="44" y="12"/>
                      <a:pt x="44" y="12"/>
                    </a:cubicBezTo>
                    <a:cubicBezTo>
                      <a:pt x="45" y="14"/>
                      <a:pt x="45" y="14"/>
                      <a:pt x="45" y="14"/>
                    </a:cubicBezTo>
                    <a:cubicBezTo>
                      <a:pt x="45" y="14"/>
                      <a:pt x="45" y="14"/>
                      <a:pt x="45" y="14"/>
                    </a:cubicBezTo>
                    <a:cubicBezTo>
                      <a:pt x="45" y="14"/>
                      <a:pt x="45" y="14"/>
                      <a:pt x="45" y="14"/>
                    </a:cubicBezTo>
                    <a:cubicBezTo>
                      <a:pt x="45" y="15"/>
                      <a:pt x="45" y="15"/>
                      <a:pt x="45" y="15"/>
                    </a:cubicBezTo>
                    <a:cubicBezTo>
                      <a:pt x="44" y="16"/>
                      <a:pt x="44" y="16"/>
                      <a:pt x="44" y="16"/>
                    </a:cubicBezTo>
                    <a:cubicBezTo>
                      <a:pt x="44" y="16"/>
                      <a:pt x="44" y="16"/>
                      <a:pt x="44" y="16"/>
                    </a:cubicBezTo>
                    <a:cubicBezTo>
                      <a:pt x="44" y="17"/>
                      <a:pt x="44" y="17"/>
                      <a:pt x="44" y="17"/>
                    </a:cubicBezTo>
                    <a:cubicBezTo>
                      <a:pt x="44" y="19"/>
                      <a:pt x="44" y="19"/>
                      <a:pt x="44" y="19"/>
                    </a:cubicBezTo>
                    <a:cubicBezTo>
                      <a:pt x="45" y="19"/>
                      <a:pt x="45" y="19"/>
                      <a:pt x="45" y="19"/>
                    </a:cubicBezTo>
                    <a:cubicBezTo>
                      <a:pt x="45" y="17"/>
                      <a:pt x="45" y="17"/>
                      <a:pt x="45" y="17"/>
                    </a:cubicBezTo>
                    <a:cubicBezTo>
                      <a:pt x="45" y="16"/>
                      <a:pt x="45" y="16"/>
                      <a:pt x="45" y="16"/>
                    </a:cubicBezTo>
                    <a:cubicBezTo>
                      <a:pt x="45" y="16"/>
                      <a:pt x="45" y="16"/>
                      <a:pt x="45" y="16"/>
                    </a:cubicBezTo>
                    <a:cubicBezTo>
                      <a:pt x="45" y="15"/>
                      <a:pt x="45" y="15"/>
                      <a:pt x="45" y="15"/>
                    </a:cubicBezTo>
                    <a:cubicBezTo>
                      <a:pt x="45" y="15"/>
                      <a:pt x="45" y="15"/>
                      <a:pt x="45" y="15"/>
                    </a:cubicBezTo>
                    <a:cubicBezTo>
                      <a:pt x="47" y="13"/>
                      <a:pt x="47" y="13"/>
                      <a:pt x="47" y="13"/>
                    </a:cubicBezTo>
                    <a:cubicBezTo>
                      <a:pt x="47" y="13"/>
                      <a:pt x="47" y="13"/>
                      <a:pt x="47" y="13"/>
                    </a:cubicBezTo>
                    <a:cubicBezTo>
                      <a:pt x="47" y="13"/>
                      <a:pt x="47" y="13"/>
                      <a:pt x="47" y="13"/>
                    </a:cubicBezTo>
                    <a:cubicBezTo>
                      <a:pt x="48" y="14"/>
                      <a:pt x="48" y="14"/>
                      <a:pt x="48" y="14"/>
                    </a:cubicBezTo>
                    <a:lnTo>
                      <a:pt x="47" y="15"/>
                    </a:lnTo>
                    <a:close/>
                    <a:moveTo>
                      <a:pt x="48" y="13"/>
                    </a:moveTo>
                    <a:cubicBezTo>
                      <a:pt x="47" y="13"/>
                      <a:pt x="47" y="13"/>
                      <a:pt x="47" y="13"/>
                    </a:cubicBezTo>
                    <a:cubicBezTo>
                      <a:pt x="47" y="13"/>
                      <a:pt x="47" y="13"/>
                      <a:pt x="47" y="13"/>
                    </a:cubicBezTo>
                    <a:cubicBezTo>
                      <a:pt x="48" y="12"/>
                      <a:pt x="48" y="12"/>
                      <a:pt x="48" y="12"/>
                    </a:cubicBezTo>
                    <a:cubicBezTo>
                      <a:pt x="48" y="12"/>
                      <a:pt x="48" y="12"/>
                      <a:pt x="48" y="12"/>
                    </a:cubicBezTo>
                    <a:lnTo>
                      <a:pt x="48" y="13"/>
                    </a:lnTo>
                    <a:close/>
                    <a:moveTo>
                      <a:pt x="11" y="78"/>
                    </a:moveTo>
                    <a:cubicBezTo>
                      <a:pt x="11" y="79"/>
                      <a:pt x="11" y="79"/>
                      <a:pt x="11" y="79"/>
                    </a:cubicBezTo>
                    <a:cubicBezTo>
                      <a:pt x="10" y="80"/>
                      <a:pt x="10" y="80"/>
                      <a:pt x="10" y="80"/>
                    </a:cubicBezTo>
                    <a:cubicBezTo>
                      <a:pt x="10" y="81"/>
                      <a:pt x="10" y="81"/>
                      <a:pt x="10" y="81"/>
                    </a:cubicBezTo>
                    <a:cubicBezTo>
                      <a:pt x="11" y="81"/>
                      <a:pt x="11" y="81"/>
                      <a:pt x="11" y="81"/>
                    </a:cubicBezTo>
                    <a:cubicBezTo>
                      <a:pt x="11" y="80"/>
                      <a:pt x="11" y="80"/>
                      <a:pt x="11" y="80"/>
                    </a:cubicBezTo>
                    <a:cubicBezTo>
                      <a:pt x="11" y="80"/>
                      <a:pt x="11" y="80"/>
                      <a:pt x="11" y="80"/>
                    </a:cubicBezTo>
                    <a:cubicBezTo>
                      <a:pt x="12" y="78"/>
                      <a:pt x="12" y="78"/>
                      <a:pt x="12" y="78"/>
                    </a:cubicBezTo>
                    <a:lnTo>
                      <a:pt x="11" y="78"/>
                    </a:lnTo>
                    <a:close/>
                    <a:moveTo>
                      <a:pt x="26" y="52"/>
                    </a:moveTo>
                    <a:cubicBezTo>
                      <a:pt x="26" y="52"/>
                      <a:pt x="24" y="53"/>
                      <a:pt x="23" y="54"/>
                    </a:cubicBezTo>
                    <a:cubicBezTo>
                      <a:pt x="21" y="55"/>
                      <a:pt x="20" y="55"/>
                      <a:pt x="20" y="56"/>
                    </a:cubicBezTo>
                    <a:cubicBezTo>
                      <a:pt x="19" y="57"/>
                      <a:pt x="19" y="57"/>
                      <a:pt x="19" y="57"/>
                    </a:cubicBezTo>
                    <a:cubicBezTo>
                      <a:pt x="20" y="57"/>
                      <a:pt x="20" y="57"/>
                      <a:pt x="20" y="57"/>
                    </a:cubicBezTo>
                    <a:cubicBezTo>
                      <a:pt x="20" y="56"/>
                      <a:pt x="20" y="56"/>
                      <a:pt x="20" y="56"/>
                    </a:cubicBezTo>
                    <a:cubicBezTo>
                      <a:pt x="20" y="55"/>
                      <a:pt x="21" y="55"/>
                      <a:pt x="23" y="54"/>
                    </a:cubicBezTo>
                    <a:cubicBezTo>
                      <a:pt x="25" y="54"/>
                      <a:pt x="26" y="52"/>
                      <a:pt x="26" y="52"/>
                    </a:cubicBezTo>
                    <a:close/>
                    <a:moveTo>
                      <a:pt x="8" y="82"/>
                    </a:moveTo>
                    <a:cubicBezTo>
                      <a:pt x="8" y="83"/>
                      <a:pt x="8" y="83"/>
                      <a:pt x="8" y="83"/>
                    </a:cubicBezTo>
                    <a:cubicBezTo>
                      <a:pt x="8" y="83"/>
                      <a:pt x="8" y="83"/>
                      <a:pt x="8" y="83"/>
                    </a:cubicBezTo>
                    <a:cubicBezTo>
                      <a:pt x="8" y="83"/>
                      <a:pt x="8" y="83"/>
                      <a:pt x="8" y="83"/>
                    </a:cubicBezTo>
                    <a:cubicBezTo>
                      <a:pt x="9" y="84"/>
                      <a:pt x="9" y="84"/>
                      <a:pt x="9" y="84"/>
                    </a:cubicBezTo>
                    <a:cubicBezTo>
                      <a:pt x="9" y="85"/>
                      <a:pt x="9" y="85"/>
                      <a:pt x="9" y="85"/>
                    </a:cubicBezTo>
                    <a:cubicBezTo>
                      <a:pt x="8" y="85"/>
                      <a:pt x="9" y="86"/>
                      <a:pt x="8" y="86"/>
                    </a:cubicBezTo>
                    <a:cubicBezTo>
                      <a:pt x="7" y="88"/>
                      <a:pt x="7" y="88"/>
                      <a:pt x="7" y="88"/>
                    </a:cubicBezTo>
                    <a:cubicBezTo>
                      <a:pt x="7" y="89"/>
                      <a:pt x="7" y="89"/>
                      <a:pt x="7" y="89"/>
                    </a:cubicBezTo>
                    <a:cubicBezTo>
                      <a:pt x="7" y="90"/>
                      <a:pt x="7" y="91"/>
                      <a:pt x="7" y="92"/>
                    </a:cubicBezTo>
                    <a:cubicBezTo>
                      <a:pt x="7" y="95"/>
                      <a:pt x="7" y="95"/>
                      <a:pt x="7" y="95"/>
                    </a:cubicBezTo>
                    <a:cubicBezTo>
                      <a:pt x="7" y="95"/>
                      <a:pt x="7" y="95"/>
                      <a:pt x="7" y="95"/>
                    </a:cubicBezTo>
                    <a:cubicBezTo>
                      <a:pt x="8" y="96"/>
                      <a:pt x="8" y="96"/>
                      <a:pt x="8" y="96"/>
                    </a:cubicBezTo>
                    <a:cubicBezTo>
                      <a:pt x="8" y="96"/>
                      <a:pt x="8" y="96"/>
                      <a:pt x="8" y="96"/>
                    </a:cubicBezTo>
                    <a:cubicBezTo>
                      <a:pt x="8" y="95"/>
                      <a:pt x="8" y="95"/>
                      <a:pt x="8" y="95"/>
                    </a:cubicBezTo>
                    <a:cubicBezTo>
                      <a:pt x="8" y="95"/>
                      <a:pt x="8" y="95"/>
                      <a:pt x="8" y="95"/>
                    </a:cubicBezTo>
                    <a:cubicBezTo>
                      <a:pt x="8" y="92"/>
                      <a:pt x="8" y="92"/>
                      <a:pt x="8" y="92"/>
                    </a:cubicBezTo>
                    <a:cubicBezTo>
                      <a:pt x="8" y="91"/>
                      <a:pt x="8" y="90"/>
                      <a:pt x="8" y="89"/>
                    </a:cubicBezTo>
                    <a:cubicBezTo>
                      <a:pt x="8" y="89"/>
                      <a:pt x="8" y="89"/>
                      <a:pt x="8" y="89"/>
                    </a:cubicBezTo>
                    <a:cubicBezTo>
                      <a:pt x="9" y="87"/>
                      <a:pt x="9" y="87"/>
                      <a:pt x="9" y="87"/>
                    </a:cubicBezTo>
                    <a:cubicBezTo>
                      <a:pt x="9" y="85"/>
                      <a:pt x="9" y="85"/>
                      <a:pt x="9" y="85"/>
                    </a:cubicBezTo>
                    <a:cubicBezTo>
                      <a:pt x="9" y="84"/>
                      <a:pt x="9" y="84"/>
                      <a:pt x="9" y="84"/>
                    </a:cubicBezTo>
                    <a:cubicBezTo>
                      <a:pt x="9" y="83"/>
                      <a:pt x="8" y="83"/>
                      <a:pt x="8" y="82"/>
                    </a:cubicBezTo>
                    <a:close/>
                    <a:moveTo>
                      <a:pt x="21" y="34"/>
                    </a:moveTo>
                    <a:cubicBezTo>
                      <a:pt x="20" y="34"/>
                      <a:pt x="20" y="34"/>
                      <a:pt x="20" y="34"/>
                    </a:cubicBezTo>
                    <a:cubicBezTo>
                      <a:pt x="19" y="34"/>
                      <a:pt x="19" y="34"/>
                      <a:pt x="19" y="34"/>
                    </a:cubicBezTo>
                    <a:cubicBezTo>
                      <a:pt x="18" y="34"/>
                      <a:pt x="18" y="34"/>
                      <a:pt x="18" y="34"/>
                    </a:cubicBezTo>
                    <a:cubicBezTo>
                      <a:pt x="18" y="33"/>
                      <a:pt x="18" y="33"/>
                      <a:pt x="18" y="33"/>
                    </a:cubicBezTo>
                    <a:cubicBezTo>
                      <a:pt x="18" y="32"/>
                      <a:pt x="17" y="32"/>
                      <a:pt x="16" y="32"/>
                    </a:cubicBezTo>
                    <a:cubicBezTo>
                      <a:pt x="15" y="31"/>
                      <a:pt x="15" y="31"/>
                      <a:pt x="15" y="30"/>
                    </a:cubicBezTo>
                    <a:cubicBezTo>
                      <a:pt x="15" y="30"/>
                      <a:pt x="15" y="30"/>
                      <a:pt x="15" y="30"/>
                    </a:cubicBezTo>
                    <a:cubicBezTo>
                      <a:pt x="15" y="29"/>
                      <a:pt x="15" y="29"/>
                      <a:pt x="15" y="29"/>
                    </a:cubicBezTo>
                    <a:cubicBezTo>
                      <a:pt x="15" y="29"/>
                      <a:pt x="15" y="29"/>
                      <a:pt x="15" y="29"/>
                    </a:cubicBezTo>
                    <a:cubicBezTo>
                      <a:pt x="15" y="27"/>
                      <a:pt x="15" y="27"/>
                      <a:pt x="15" y="27"/>
                    </a:cubicBezTo>
                    <a:cubicBezTo>
                      <a:pt x="14" y="25"/>
                      <a:pt x="14" y="25"/>
                      <a:pt x="14" y="25"/>
                    </a:cubicBezTo>
                    <a:cubicBezTo>
                      <a:pt x="15" y="26"/>
                      <a:pt x="15" y="26"/>
                      <a:pt x="15" y="26"/>
                    </a:cubicBezTo>
                    <a:cubicBezTo>
                      <a:pt x="15" y="26"/>
                      <a:pt x="15" y="26"/>
                      <a:pt x="15" y="26"/>
                    </a:cubicBezTo>
                    <a:cubicBezTo>
                      <a:pt x="16" y="25"/>
                      <a:pt x="16" y="25"/>
                      <a:pt x="16" y="25"/>
                    </a:cubicBezTo>
                    <a:cubicBezTo>
                      <a:pt x="16" y="25"/>
                      <a:pt x="16" y="25"/>
                      <a:pt x="16" y="25"/>
                    </a:cubicBezTo>
                    <a:cubicBezTo>
                      <a:pt x="16" y="23"/>
                      <a:pt x="16" y="23"/>
                      <a:pt x="16" y="23"/>
                    </a:cubicBezTo>
                    <a:cubicBezTo>
                      <a:pt x="14" y="22"/>
                      <a:pt x="14" y="22"/>
                      <a:pt x="14" y="22"/>
                    </a:cubicBezTo>
                    <a:cubicBezTo>
                      <a:pt x="14" y="22"/>
                      <a:pt x="14" y="22"/>
                      <a:pt x="14" y="22"/>
                    </a:cubicBezTo>
                    <a:cubicBezTo>
                      <a:pt x="15" y="23"/>
                      <a:pt x="15" y="23"/>
                      <a:pt x="15" y="23"/>
                    </a:cubicBezTo>
                    <a:cubicBezTo>
                      <a:pt x="15" y="23"/>
                      <a:pt x="15" y="23"/>
                      <a:pt x="15" y="23"/>
                    </a:cubicBezTo>
                    <a:cubicBezTo>
                      <a:pt x="16" y="25"/>
                      <a:pt x="16" y="25"/>
                      <a:pt x="16" y="25"/>
                    </a:cubicBezTo>
                    <a:cubicBezTo>
                      <a:pt x="16" y="25"/>
                      <a:pt x="16" y="25"/>
                      <a:pt x="16" y="25"/>
                    </a:cubicBezTo>
                    <a:cubicBezTo>
                      <a:pt x="15" y="25"/>
                      <a:pt x="15" y="25"/>
                      <a:pt x="15" y="25"/>
                    </a:cubicBezTo>
                    <a:cubicBezTo>
                      <a:pt x="15" y="25"/>
                      <a:pt x="15" y="25"/>
                      <a:pt x="15" y="25"/>
                    </a:cubicBezTo>
                    <a:cubicBezTo>
                      <a:pt x="14" y="25"/>
                      <a:pt x="14" y="25"/>
                      <a:pt x="14" y="25"/>
                    </a:cubicBezTo>
                    <a:cubicBezTo>
                      <a:pt x="14" y="24"/>
                      <a:pt x="14" y="24"/>
                      <a:pt x="14" y="24"/>
                    </a:cubicBezTo>
                    <a:cubicBezTo>
                      <a:pt x="14" y="25"/>
                      <a:pt x="14" y="25"/>
                      <a:pt x="14" y="25"/>
                    </a:cubicBezTo>
                    <a:cubicBezTo>
                      <a:pt x="14" y="27"/>
                      <a:pt x="14" y="27"/>
                      <a:pt x="14" y="27"/>
                    </a:cubicBezTo>
                    <a:cubicBezTo>
                      <a:pt x="15" y="29"/>
                      <a:pt x="15" y="29"/>
                      <a:pt x="15" y="29"/>
                    </a:cubicBezTo>
                    <a:cubicBezTo>
                      <a:pt x="15" y="29"/>
                      <a:pt x="15" y="29"/>
                      <a:pt x="15" y="29"/>
                    </a:cubicBezTo>
                    <a:cubicBezTo>
                      <a:pt x="14" y="30"/>
                      <a:pt x="14" y="30"/>
                      <a:pt x="14" y="30"/>
                    </a:cubicBezTo>
                    <a:cubicBezTo>
                      <a:pt x="14" y="31"/>
                      <a:pt x="14" y="31"/>
                      <a:pt x="14" y="31"/>
                    </a:cubicBezTo>
                    <a:cubicBezTo>
                      <a:pt x="14" y="31"/>
                      <a:pt x="14" y="32"/>
                      <a:pt x="16" y="32"/>
                    </a:cubicBezTo>
                    <a:cubicBezTo>
                      <a:pt x="17" y="33"/>
                      <a:pt x="18" y="33"/>
                      <a:pt x="18" y="33"/>
                    </a:cubicBezTo>
                    <a:cubicBezTo>
                      <a:pt x="18" y="34"/>
                      <a:pt x="18" y="34"/>
                      <a:pt x="18" y="34"/>
                    </a:cubicBezTo>
                    <a:cubicBezTo>
                      <a:pt x="19" y="35"/>
                      <a:pt x="19" y="35"/>
                      <a:pt x="19" y="35"/>
                    </a:cubicBezTo>
                    <a:cubicBezTo>
                      <a:pt x="20" y="34"/>
                      <a:pt x="20" y="34"/>
                      <a:pt x="20" y="34"/>
                    </a:cubicBezTo>
                    <a:cubicBezTo>
                      <a:pt x="20" y="34"/>
                      <a:pt x="20" y="34"/>
                      <a:pt x="20" y="34"/>
                    </a:cubicBezTo>
                    <a:cubicBezTo>
                      <a:pt x="21" y="35"/>
                      <a:pt x="22" y="36"/>
                      <a:pt x="22" y="37"/>
                    </a:cubicBezTo>
                    <a:cubicBezTo>
                      <a:pt x="22" y="37"/>
                      <a:pt x="22" y="37"/>
                      <a:pt x="22" y="37"/>
                    </a:cubicBezTo>
                    <a:cubicBezTo>
                      <a:pt x="23" y="37"/>
                      <a:pt x="23" y="37"/>
                      <a:pt x="23" y="37"/>
                    </a:cubicBezTo>
                    <a:cubicBezTo>
                      <a:pt x="23" y="37"/>
                      <a:pt x="23" y="37"/>
                      <a:pt x="23" y="37"/>
                    </a:cubicBezTo>
                    <a:cubicBezTo>
                      <a:pt x="23" y="36"/>
                      <a:pt x="22" y="34"/>
                      <a:pt x="21" y="34"/>
                    </a:cubicBezTo>
                    <a:moveTo>
                      <a:pt x="26" y="23"/>
                    </a:moveTo>
                    <a:cubicBezTo>
                      <a:pt x="26" y="20"/>
                      <a:pt x="26" y="20"/>
                      <a:pt x="26" y="20"/>
                    </a:cubicBezTo>
                    <a:cubicBezTo>
                      <a:pt x="27" y="19"/>
                      <a:pt x="27" y="19"/>
                      <a:pt x="27" y="19"/>
                    </a:cubicBezTo>
                    <a:cubicBezTo>
                      <a:pt x="26" y="19"/>
                      <a:pt x="26" y="19"/>
                      <a:pt x="26" y="19"/>
                    </a:cubicBezTo>
                    <a:cubicBezTo>
                      <a:pt x="26" y="20"/>
                      <a:pt x="26" y="20"/>
                      <a:pt x="26" y="20"/>
                    </a:cubicBezTo>
                    <a:cubicBezTo>
                      <a:pt x="25" y="20"/>
                      <a:pt x="25" y="20"/>
                      <a:pt x="25" y="20"/>
                    </a:cubicBezTo>
                    <a:cubicBezTo>
                      <a:pt x="25" y="20"/>
                      <a:pt x="25" y="20"/>
                      <a:pt x="25" y="20"/>
                    </a:cubicBezTo>
                    <a:cubicBezTo>
                      <a:pt x="25" y="22"/>
                      <a:pt x="25" y="22"/>
                      <a:pt x="25" y="22"/>
                    </a:cubicBezTo>
                    <a:lnTo>
                      <a:pt x="26" y="23"/>
                    </a:lnTo>
                    <a:close/>
                    <a:moveTo>
                      <a:pt x="23" y="73"/>
                    </a:moveTo>
                    <a:cubicBezTo>
                      <a:pt x="23" y="73"/>
                      <a:pt x="23" y="73"/>
                      <a:pt x="23" y="73"/>
                    </a:cubicBezTo>
                    <a:cubicBezTo>
                      <a:pt x="23" y="74"/>
                      <a:pt x="23" y="74"/>
                      <a:pt x="23" y="74"/>
                    </a:cubicBezTo>
                    <a:cubicBezTo>
                      <a:pt x="23" y="74"/>
                      <a:pt x="23" y="74"/>
                      <a:pt x="23" y="74"/>
                    </a:cubicBezTo>
                    <a:cubicBezTo>
                      <a:pt x="23" y="74"/>
                      <a:pt x="23" y="74"/>
                      <a:pt x="23" y="74"/>
                    </a:cubicBezTo>
                    <a:cubicBezTo>
                      <a:pt x="23" y="74"/>
                      <a:pt x="23" y="74"/>
                      <a:pt x="23" y="74"/>
                    </a:cubicBezTo>
                    <a:cubicBezTo>
                      <a:pt x="24" y="74"/>
                      <a:pt x="24" y="74"/>
                      <a:pt x="24" y="74"/>
                    </a:cubicBezTo>
                    <a:cubicBezTo>
                      <a:pt x="25" y="75"/>
                      <a:pt x="25" y="75"/>
                      <a:pt x="25" y="75"/>
                    </a:cubicBezTo>
                    <a:cubicBezTo>
                      <a:pt x="25" y="75"/>
                      <a:pt x="26" y="77"/>
                      <a:pt x="27" y="78"/>
                    </a:cubicBezTo>
                    <a:cubicBezTo>
                      <a:pt x="28" y="79"/>
                      <a:pt x="28" y="79"/>
                      <a:pt x="28" y="79"/>
                    </a:cubicBezTo>
                    <a:cubicBezTo>
                      <a:pt x="28" y="79"/>
                      <a:pt x="28" y="79"/>
                      <a:pt x="28" y="79"/>
                    </a:cubicBezTo>
                    <a:cubicBezTo>
                      <a:pt x="29" y="79"/>
                      <a:pt x="29" y="79"/>
                      <a:pt x="29" y="79"/>
                    </a:cubicBezTo>
                    <a:cubicBezTo>
                      <a:pt x="28" y="78"/>
                      <a:pt x="28" y="78"/>
                      <a:pt x="28" y="78"/>
                    </a:cubicBezTo>
                    <a:cubicBezTo>
                      <a:pt x="27" y="77"/>
                      <a:pt x="27" y="77"/>
                      <a:pt x="27" y="77"/>
                    </a:cubicBezTo>
                    <a:cubicBezTo>
                      <a:pt x="25" y="74"/>
                      <a:pt x="25" y="74"/>
                      <a:pt x="25" y="74"/>
                    </a:cubicBezTo>
                    <a:cubicBezTo>
                      <a:pt x="24" y="73"/>
                      <a:pt x="24" y="73"/>
                      <a:pt x="24" y="73"/>
                    </a:cubicBezTo>
                    <a:cubicBezTo>
                      <a:pt x="25" y="72"/>
                      <a:pt x="25" y="72"/>
                      <a:pt x="25" y="72"/>
                    </a:cubicBezTo>
                    <a:cubicBezTo>
                      <a:pt x="24" y="72"/>
                      <a:pt x="24" y="72"/>
                      <a:pt x="24" y="72"/>
                    </a:cubicBezTo>
                    <a:cubicBezTo>
                      <a:pt x="24" y="72"/>
                      <a:pt x="24" y="72"/>
                      <a:pt x="23" y="7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1" name="Freeform 33">
                <a:extLst>
                  <a:ext uri="{FF2B5EF4-FFF2-40B4-BE49-F238E27FC236}">
                    <a16:creationId xmlns:a16="http://schemas.microsoft.com/office/drawing/2014/main" id="{A2F2A63F-3645-455C-A196-604BE806128E}"/>
                  </a:ext>
                </a:extLst>
              </p:cNvPr>
              <p:cNvSpPr>
                <a:spLocks noEditPoints="1"/>
              </p:cNvSpPr>
              <p:nvPr/>
            </p:nvSpPr>
            <p:spPr bwMode="auto">
              <a:xfrm>
                <a:off x="6288088" y="2517775"/>
                <a:ext cx="104775" cy="215900"/>
              </a:xfrm>
              <a:custGeom>
                <a:avLst/>
                <a:gdLst>
                  <a:gd name="T0" fmla="*/ 4 w 48"/>
                  <a:gd name="T1" fmla="*/ 10 h 100"/>
                  <a:gd name="T2" fmla="*/ 10 w 48"/>
                  <a:gd name="T3" fmla="*/ 26 h 100"/>
                  <a:gd name="T4" fmla="*/ 14 w 48"/>
                  <a:gd name="T5" fmla="*/ 21 h 100"/>
                  <a:gd name="T6" fmla="*/ 28 w 48"/>
                  <a:gd name="T7" fmla="*/ 13 h 100"/>
                  <a:gd name="T8" fmla="*/ 43 w 48"/>
                  <a:gd name="T9" fmla="*/ 6 h 100"/>
                  <a:gd name="T10" fmla="*/ 47 w 48"/>
                  <a:gd name="T11" fmla="*/ 43 h 100"/>
                  <a:gd name="T12" fmla="*/ 42 w 48"/>
                  <a:gd name="T13" fmla="*/ 38 h 100"/>
                  <a:gd name="T14" fmla="*/ 41 w 48"/>
                  <a:gd name="T15" fmla="*/ 79 h 100"/>
                  <a:gd name="T16" fmla="*/ 38 w 48"/>
                  <a:gd name="T17" fmla="*/ 87 h 100"/>
                  <a:gd name="T18" fmla="*/ 18 w 48"/>
                  <a:gd name="T19" fmla="*/ 83 h 100"/>
                  <a:gd name="T20" fmla="*/ 20 w 48"/>
                  <a:gd name="T21" fmla="*/ 52 h 100"/>
                  <a:gd name="T22" fmla="*/ 10 w 48"/>
                  <a:gd name="T23" fmla="*/ 61 h 100"/>
                  <a:gd name="T24" fmla="*/ 9 w 48"/>
                  <a:gd name="T25" fmla="*/ 49 h 100"/>
                  <a:gd name="T26" fmla="*/ 5 w 48"/>
                  <a:gd name="T27" fmla="*/ 30 h 100"/>
                  <a:gd name="T28" fmla="*/ 0 w 48"/>
                  <a:gd name="T29" fmla="*/ 12 h 100"/>
                  <a:gd name="T30" fmla="*/ 6 w 48"/>
                  <a:gd name="T31" fmla="*/ 13 h 100"/>
                  <a:gd name="T32" fmla="*/ 19 w 48"/>
                  <a:gd name="T33" fmla="*/ 20 h 100"/>
                  <a:gd name="T34" fmla="*/ 21 w 48"/>
                  <a:gd name="T35" fmla="*/ 19 h 100"/>
                  <a:gd name="T36" fmla="*/ 22 w 48"/>
                  <a:gd name="T37" fmla="*/ 14 h 100"/>
                  <a:gd name="T38" fmla="*/ 11 w 48"/>
                  <a:gd name="T39" fmla="*/ 36 h 100"/>
                  <a:gd name="T40" fmla="*/ 29 w 48"/>
                  <a:gd name="T41" fmla="*/ 26 h 100"/>
                  <a:gd name="T42" fmla="*/ 30 w 48"/>
                  <a:gd name="T43" fmla="*/ 22 h 100"/>
                  <a:gd name="T44" fmla="*/ 38 w 48"/>
                  <a:gd name="T45" fmla="*/ 7 h 100"/>
                  <a:gd name="T46" fmla="*/ 26 w 48"/>
                  <a:gd name="T47" fmla="*/ 41 h 100"/>
                  <a:gd name="T48" fmla="*/ 29 w 48"/>
                  <a:gd name="T49" fmla="*/ 42 h 100"/>
                  <a:gd name="T50" fmla="*/ 34 w 48"/>
                  <a:gd name="T51" fmla="*/ 42 h 100"/>
                  <a:gd name="T52" fmla="*/ 37 w 48"/>
                  <a:gd name="T53" fmla="*/ 44 h 100"/>
                  <a:gd name="T54" fmla="*/ 37 w 48"/>
                  <a:gd name="T55" fmla="*/ 38 h 100"/>
                  <a:gd name="T56" fmla="*/ 39 w 48"/>
                  <a:gd name="T57" fmla="*/ 34 h 100"/>
                  <a:gd name="T58" fmla="*/ 38 w 48"/>
                  <a:gd name="T59" fmla="*/ 23 h 100"/>
                  <a:gd name="T60" fmla="*/ 47 w 48"/>
                  <a:gd name="T61" fmla="*/ 14 h 100"/>
                  <a:gd name="T62" fmla="*/ 42 w 48"/>
                  <a:gd name="T63" fmla="*/ 29 h 100"/>
                  <a:gd name="T64" fmla="*/ 45 w 48"/>
                  <a:gd name="T65" fmla="*/ 51 h 100"/>
                  <a:gd name="T66" fmla="*/ 46 w 48"/>
                  <a:gd name="T67" fmla="*/ 43 h 100"/>
                  <a:gd name="T68" fmla="*/ 40 w 48"/>
                  <a:gd name="T69" fmla="*/ 34 h 100"/>
                  <a:gd name="T70" fmla="*/ 18 w 48"/>
                  <a:gd name="T71" fmla="*/ 78 h 100"/>
                  <a:gd name="T72" fmla="*/ 18 w 48"/>
                  <a:gd name="T73" fmla="*/ 82 h 100"/>
                  <a:gd name="T74" fmla="*/ 29 w 48"/>
                  <a:gd name="T75" fmla="*/ 64 h 100"/>
                  <a:gd name="T76" fmla="*/ 30 w 48"/>
                  <a:gd name="T77" fmla="*/ 59 h 100"/>
                  <a:gd name="T78" fmla="*/ 37 w 48"/>
                  <a:gd name="T79" fmla="*/ 96 h 100"/>
                  <a:gd name="T80" fmla="*/ 42 w 48"/>
                  <a:gd name="T81" fmla="*/ 98 h 100"/>
                  <a:gd name="T82" fmla="*/ 40 w 48"/>
                  <a:gd name="T83" fmla="*/ 77 h 100"/>
                  <a:gd name="T84" fmla="*/ 40 w 48"/>
                  <a:gd name="T85" fmla="*/ 38 h 100"/>
                  <a:gd name="T86" fmla="*/ 29 w 48"/>
                  <a:gd name="T87" fmla="*/ 49 h 100"/>
                  <a:gd name="T88" fmla="*/ 8 w 48"/>
                  <a:gd name="T89" fmla="*/ 47 h 100"/>
                  <a:gd name="T90" fmla="*/ 11 w 48"/>
                  <a:gd name="T91" fmla="*/ 52 h 100"/>
                  <a:gd name="T92" fmla="*/ 9 w 48"/>
                  <a:gd name="T93" fmla="*/ 57 h 100"/>
                  <a:gd name="T94" fmla="*/ 20 w 48"/>
                  <a:gd name="T95" fmla="*/ 48 h 100"/>
                  <a:gd name="T96" fmla="*/ 28 w 48"/>
                  <a:gd name="T97" fmla="*/ 41 h 100"/>
                  <a:gd name="T98" fmla="*/ 36 w 48"/>
                  <a:gd name="T99" fmla="*/ 31 h 100"/>
                  <a:gd name="T100" fmla="*/ 36 w 48"/>
                  <a:gd name="T101" fmla="*/ 20 h 100"/>
                  <a:gd name="T102" fmla="*/ 20 w 48"/>
                  <a:gd name="T103" fmla="*/ 34 h 100"/>
                  <a:gd name="T104" fmla="*/ 17 w 48"/>
                  <a:gd name="T105" fmla="*/ 35 h 100"/>
                  <a:gd name="T106" fmla="*/ 10 w 48"/>
                  <a:gd name="T107" fmla="*/ 26 h 100"/>
                  <a:gd name="T108" fmla="*/ 1 w 48"/>
                  <a:gd name="T109" fmla="*/ 27 h 100"/>
                  <a:gd name="T110" fmla="*/ 5 w 48"/>
                  <a:gd name="T111" fmla="*/ 18 h 100"/>
                  <a:gd name="T112" fmla="*/ 2 w 48"/>
                  <a:gd name="T113" fmla="*/ 13 h 100"/>
                  <a:gd name="T114" fmla="*/ 28 w 48"/>
                  <a:gd name="T115" fmla="*/ 56 h 100"/>
                  <a:gd name="T116" fmla="*/ 39 w 48"/>
                  <a:gd name="T117" fmla="*/ 85 h 100"/>
                  <a:gd name="T118" fmla="*/ 33 w 48"/>
                  <a:gd name="T119" fmla="*/ 23 h 100"/>
                  <a:gd name="T120" fmla="*/ 23 w 48"/>
                  <a:gd name="T121" fmla="*/ 23 h 100"/>
                  <a:gd name="T122" fmla="*/ 24 w 48"/>
                  <a:gd name="T123" fmla="*/ 7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 h="100">
                    <a:moveTo>
                      <a:pt x="35" y="22"/>
                    </a:moveTo>
                    <a:cubicBezTo>
                      <a:pt x="35" y="22"/>
                      <a:pt x="35" y="22"/>
                      <a:pt x="35" y="22"/>
                    </a:cubicBezTo>
                    <a:close/>
                    <a:moveTo>
                      <a:pt x="37" y="71"/>
                    </a:moveTo>
                    <a:cubicBezTo>
                      <a:pt x="37" y="72"/>
                      <a:pt x="37" y="72"/>
                      <a:pt x="37" y="72"/>
                    </a:cubicBezTo>
                    <a:cubicBezTo>
                      <a:pt x="37" y="73"/>
                      <a:pt x="37" y="73"/>
                      <a:pt x="37" y="73"/>
                    </a:cubicBezTo>
                    <a:cubicBezTo>
                      <a:pt x="37" y="73"/>
                      <a:pt x="37" y="73"/>
                      <a:pt x="37" y="73"/>
                    </a:cubicBezTo>
                    <a:cubicBezTo>
                      <a:pt x="37" y="72"/>
                      <a:pt x="37" y="72"/>
                      <a:pt x="37" y="72"/>
                    </a:cubicBezTo>
                    <a:cubicBezTo>
                      <a:pt x="37" y="71"/>
                      <a:pt x="37" y="71"/>
                      <a:pt x="37" y="71"/>
                    </a:cubicBezTo>
                    <a:close/>
                    <a:moveTo>
                      <a:pt x="0" y="12"/>
                    </a:moveTo>
                    <a:cubicBezTo>
                      <a:pt x="0" y="12"/>
                      <a:pt x="0" y="12"/>
                      <a:pt x="0" y="12"/>
                    </a:cubicBezTo>
                    <a:cubicBezTo>
                      <a:pt x="0" y="12"/>
                      <a:pt x="0" y="12"/>
                      <a:pt x="0" y="12"/>
                    </a:cubicBezTo>
                    <a:cubicBezTo>
                      <a:pt x="1" y="12"/>
                      <a:pt x="1" y="12"/>
                      <a:pt x="1" y="12"/>
                    </a:cubicBezTo>
                    <a:cubicBezTo>
                      <a:pt x="2" y="13"/>
                      <a:pt x="2" y="13"/>
                      <a:pt x="2" y="13"/>
                    </a:cubicBezTo>
                    <a:cubicBezTo>
                      <a:pt x="2" y="13"/>
                      <a:pt x="2" y="13"/>
                      <a:pt x="2" y="13"/>
                    </a:cubicBezTo>
                    <a:cubicBezTo>
                      <a:pt x="2" y="13"/>
                      <a:pt x="2" y="13"/>
                      <a:pt x="2" y="13"/>
                    </a:cubicBezTo>
                    <a:cubicBezTo>
                      <a:pt x="3" y="14"/>
                      <a:pt x="3" y="14"/>
                      <a:pt x="3" y="14"/>
                    </a:cubicBezTo>
                    <a:cubicBezTo>
                      <a:pt x="3" y="14"/>
                      <a:pt x="3" y="14"/>
                      <a:pt x="3" y="14"/>
                    </a:cubicBezTo>
                    <a:cubicBezTo>
                      <a:pt x="3" y="14"/>
                      <a:pt x="3" y="14"/>
                      <a:pt x="3" y="14"/>
                    </a:cubicBezTo>
                    <a:cubicBezTo>
                      <a:pt x="4" y="12"/>
                      <a:pt x="4" y="12"/>
                      <a:pt x="4" y="12"/>
                    </a:cubicBezTo>
                    <a:cubicBezTo>
                      <a:pt x="4" y="12"/>
                      <a:pt x="4" y="12"/>
                      <a:pt x="4" y="12"/>
                    </a:cubicBezTo>
                    <a:cubicBezTo>
                      <a:pt x="4" y="12"/>
                      <a:pt x="4" y="12"/>
                      <a:pt x="4" y="12"/>
                    </a:cubicBezTo>
                    <a:cubicBezTo>
                      <a:pt x="4" y="11"/>
                      <a:pt x="3" y="10"/>
                      <a:pt x="3" y="10"/>
                    </a:cubicBezTo>
                    <a:cubicBezTo>
                      <a:pt x="3" y="10"/>
                      <a:pt x="3" y="10"/>
                      <a:pt x="3" y="10"/>
                    </a:cubicBezTo>
                    <a:cubicBezTo>
                      <a:pt x="4" y="10"/>
                      <a:pt x="4" y="10"/>
                      <a:pt x="4" y="10"/>
                    </a:cubicBezTo>
                    <a:cubicBezTo>
                      <a:pt x="4" y="10"/>
                      <a:pt x="4" y="10"/>
                      <a:pt x="4" y="10"/>
                    </a:cubicBezTo>
                    <a:cubicBezTo>
                      <a:pt x="5" y="10"/>
                      <a:pt x="5" y="11"/>
                      <a:pt x="5" y="12"/>
                    </a:cubicBezTo>
                    <a:cubicBezTo>
                      <a:pt x="5" y="12"/>
                      <a:pt x="5" y="12"/>
                      <a:pt x="5" y="12"/>
                    </a:cubicBezTo>
                    <a:cubicBezTo>
                      <a:pt x="6" y="13"/>
                      <a:pt x="6" y="13"/>
                      <a:pt x="6" y="13"/>
                    </a:cubicBezTo>
                    <a:cubicBezTo>
                      <a:pt x="6" y="12"/>
                      <a:pt x="6" y="12"/>
                      <a:pt x="6" y="12"/>
                    </a:cubicBezTo>
                    <a:cubicBezTo>
                      <a:pt x="6" y="12"/>
                      <a:pt x="6" y="12"/>
                      <a:pt x="6" y="12"/>
                    </a:cubicBezTo>
                    <a:cubicBezTo>
                      <a:pt x="6" y="11"/>
                      <a:pt x="6" y="11"/>
                      <a:pt x="6" y="11"/>
                    </a:cubicBezTo>
                    <a:cubicBezTo>
                      <a:pt x="6" y="11"/>
                      <a:pt x="6" y="11"/>
                      <a:pt x="6" y="11"/>
                    </a:cubicBezTo>
                    <a:cubicBezTo>
                      <a:pt x="6" y="11"/>
                      <a:pt x="6" y="11"/>
                      <a:pt x="6" y="11"/>
                    </a:cubicBezTo>
                    <a:cubicBezTo>
                      <a:pt x="6" y="11"/>
                      <a:pt x="6" y="11"/>
                      <a:pt x="6" y="11"/>
                    </a:cubicBezTo>
                    <a:cubicBezTo>
                      <a:pt x="7" y="13"/>
                      <a:pt x="7" y="13"/>
                      <a:pt x="7" y="13"/>
                    </a:cubicBezTo>
                    <a:cubicBezTo>
                      <a:pt x="7" y="13"/>
                      <a:pt x="7" y="13"/>
                      <a:pt x="7" y="13"/>
                    </a:cubicBezTo>
                    <a:cubicBezTo>
                      <a:pt x="8" y="15"/>
                      <a:pt x="8" y="15"/>
                      <a:pt x="8" y="15"/>
                    </a:cubicBezTo>
                    <a:cubicBezTo>
                      <a:pt x="8" y="15"/>
                      <a:pt x="8" y="15"/>
                      <a:pt x="8" y="15"/>
                    </a:cubicBezTo>
                    <a:cubicBezTo>
                      <a:pt x="8" y="16"/>
                      <a:pt x="7" y="17"/>
                      <a:pt x="6" y="17"/>
                    </a:cubicBezTo>
                    <a:cubicBezTo>
                      <a:pt x="6" y="18"/>
                      <a:pt x="6" y="19"/>
                      <a:pt x="6" y="20"/>
                    </a:cubicBezTo>
                    <a:cubicBezTo>
                      <a:pt x="6" y="21"/>
                      <a:pt x="6" y="21"/>
                      <a:pt x="6" y="21"/>
                    </a:cubicBezTo>
                    <a:cubicBezTo>
                      <a:pt x="6" y="22"/>
                      <a:pt x="6" y="24"/>
                      <a:pt x="7" y="25"/>
                    </a:cubicBezTo>
                    <a:cubicBezTo>
                      <a:pt x="7" y="27"/>
                      <a:pt x="7" y="27"/>
                      <a:pt x="7" y="27"/>
                    </a:cubicBezTo>
                    <a:cubicBezTo>
                      <a:pt x="7" y="27"/>
                      <a:pt x="7" y="27"/>
                      <a:pt x="7" y="27"/>
                    </a:cubicBezTo>
                    <a:cubicBezTo>
                      <a:pt x="8" y="28"/>
                      <a:pt x="8" y="28"/>
                      <a:pt x="8" y="28"/>
                    </a:cubicBezTo>
                    <a:cubicBezTo>
                      <a:pt x="8" y="26"/>
                      <a:pt x="10" y="25"/>
                      <a:pt x="10" y="25"/>
                    </a:cubicBezTo>
                    <a:cubicBezTo>
                      <a:pt x="10" y="25"/>
                      <a:pt x="10" y="25"/>
                      <a:pt x="10" y="25"/>
                    </a:cubicBezTo>
                    <a:cubicBezTo>
                      <a:pt x="10" y="26"/>
                      <a:pt x="10" y="26"/>
                      <a:pt x="10" y="26"/>
                    </a:cubicBezTo>
                    <a:cubicBezTo>
                      <a:pt x="10" y="26"/>
                      <a:pt x="10" y="26"/>
                      <a:pt x="10" y="26"/>
                    </a:cubicBezTo>
                    <a:cubicBezTo>
                      <a:pt x="10" y="27"/>
                      <a:pt x="11" y="28"/>
                      <a:pt x="11" y="29"/>
                    </a:cubicBezTo>
                    <a:cubicBezTo>
                      <a:pt x="11" y="30"/>
                      <a:pt x="11" y="30"/>
                      <a:pt x="12" y="31"/>
                    </a:cubicBezTo>
                    <a:cubicBezTo>
                      <a:pt x="13" y="33"/>
                      <a:pt x="13" y="33"/>
                      <a:pt x="13" y="33"/>
                    </a:cubicBezTo>
                    <a:cubicBezTo>
                      <a:pt x="13" y="32"/>
                      <a:pt x="14" y="31"/>
                      <a:pt x="14" y="30"/>
                    </a:cubicBezTo>
                    <a:cubicBezTo>
                      <a:pt x="16" y="28"/>
                      <a:pt x="18" y="27"/>
                      <a:pt x="19" y="26"/>
                    </a:cubicBezTo>
                    <a:cubicBezTo>
                      <a:pt x="20" y="25"/>
                      <a:pt x="21" y="24"/>
                      <a:pt x="21" y="23"/>
                    </a:cubicBezTo>
                    <a:cubicBezTo>
                      <a:pt x="21" y="23"/>
                      <a:pt x="21" y="23"/>
                      <a:pt x="21" y="23"/>
                    </a:cubicBezTo>
                    <a:cubicBezTo>
                      <a:pt x="21" y="22"/>
                      <a:pt x="21" y="22"/>
                      <a:pt x="21" y="22"/>
                    </a:cubicBezTo>
                    <a:cubicBezTo>
                      <a:pt x="20" y="22"/>
                      <a:pt x="20" y="22"/>
                      <a:pt x="20" y="22"/>
                    </a:cubicBezTo>
                    <a:cubicBezTo>
                      <a:pt x="19" y="22"/>
                      <a:pt x="19" y="22"/>
                      <a:pt x="19" y="22"/>
                    </a:cubicBezTo>
                    <a:cubicBezTo>
                      <a:pt x="19" y="22"/>
                      <a:pt x="18" y="23"/>
                      <a:pt x="17" y="23"/>
                    </a:cubicBezTo>
                    <a:cubicBezTo>
                      <a:pt x="17" y="23"/>
                      <a:pt x="17" y="23"/>
                      <a:pt x="17" y="23"/>
                    </a:cubicBezTo>
                    <a:cubicBezTo>
                      <a:pt x="15" y="23"/>
                      <a:pt x="15" y="23"/>
                      <a:pt x="15" y="23"/>
                    </a:cubicBezTo>
                    <a:cubicBezTo>
                      <a:pt x="15" y="23"/>
                      <a:pt x="15" y="23"/>
                      <a:pt x="15" y="23"/>
                    </a:cubicBezTo>
                    <a:cubicBezTo>
                      <a:pt x="14" y="22"/>
                      <a:pt x="14" y="22"/>
                      <a:pt x="14" y="22"/>
                    </a:cubicBezTo>
                    <a:cubicBezTo>
                      <a:pt x="14" y="22"/>
                      <a:pt x="14" y="22"/>
                      <a:pt x="14" y="22"/>
                    </a:cubicBezTo>
                    <a:cubicBezTo>
                      <a:pt x="14" y="22"/>
                      <a:pt x="14" y="22"/>
                      <a:pt x="14" y="22"/>
                    </a:cubicBezTo>
                    <a:cubicBezTo>
                      <a:pt x="13" y="22"/>
                      <a:pt x="13" y="22"/>
                      <a:pt x="13" y="22"/>
                    </a:cubicBezTo>
                    <a:cubicBezTo>
                      <a:pt x="13" y="21"/>
                      <a:pt x="13" y="21"/>
                      <a:pt x="13" y="21"/>
                    </a:cubicBezTo>
                    <a:cubicBezTo>
                      <a:pt x="14" y="21"/>
                      <a:pt x="14" y="21"/>
                      <a:pt x="14" y="21"/>
                    </a:cubicBezTo>
                    <a:cubicBezTo>
                      <a:pt x="14" y="21"/>
                      <a:pt x="14" y="21"/>
                      <a:pt x="14" y="21"/>
                    </a:cubicBezTo>
                    <a:cubicBezTo>
                      <a:pt x="14" y="21"/>
                      <a:pt x="14" y="21"/>
                      <a:pt x="14" y="21"/>
                    </a:cubicBezTo>
                    <a:cubicBezTo>
                      <a:pt x="14" y="21"/>
                      <a:pt x="14" y="21"/>
                      <a:pt x="14" y="21"/>
                    </a:cubicBezTo>
                    <a:cubicBezTo>
                      <a:pt x="16" y="21"/>
                      <a:pt x="16" y="21"/>
                      <a:pt x="16" y="21"/>
                    </a:cubicBezTo>
                    <a:cubicBezTo>
                      <a:pt x="17" y="20"/>
                      <a:pt x="17" y="20"/>
                      <a:pt x="17" y="20"/>
                    </a:cubicBezTo>
                    <a:cubicBezTo>
                      <a:pt x="17" y="19"/>
                      <a:pt x="17" y="19"/>
                      <a:pt x="17" y="19"/>
                    </a:cubicBezTo>
                    <a:cubicBezTo>
                      <a:pt x="17" y="19"/>
                      <a:pt x="17" y="19"/>
                      <a:pt x="17" y="19"/>
                    </a:cubicBezTo>
                    <a:cubicBezTo>
                      <a:pt x="16" y="18"/>
                      <a:pt x="16" y="18"/>
                      <a:pt x="16" y="18"/>
                    </a:cubicBezTo>
                    <a:cubicBezTo>
                      <a:pt x="16" y="18"/>
                      <a:pt x="16" y="18"/>
                      <a:pt x="16" y="18"/>
                    </a:cubicBezTo>
                    <a:cubicBezTo>
                      <a:pt x="14" y="19"/>
                      <a:pt x="14" y="19"/>
                      <a:pt x="14" y="19"/>
                    </a:cubicBezTo>
                    <a:cubicBezTo>
                      <a:pt x="14" y="19"/>
                      <a:pt x="14" y="19"/>
                      <a:pt x="14" y="19"/>
                    </a:cubicBezTo>
                    <a:cubicBezTo>
                      <a:pt x="14" y="19"/>
                      <a:pt x="14" y="19"/>
                      <a:pt x="14" y="19"/>
                    </a:cubicBezTo>
                    <a:cubicBezTo>
                      <a:pt x="14" y="18"/>
                      <a:pt x="14" y="18"/>
                      <a:pt x="14" y="18"/>
                    </a:cubicBezTo>
                    <a:cubicBezTo>
                      <a:pt x="14" y="17"/>
                      <a:pt x="14" y="14"/>
                      <a:pt x="16" y="14"/>
                    </a:cubicBezTo>
                    <a:cubicBezTo>
                      <a:pt x="19" y="14"/>
                      <a:pt x="19" y="14"/>
                      <a:pt x="19" y="14"/>
                    </a:cubicBezTo>
                    <a:cubicBezTo>
                      <a:pt x="19" y="14"/>
                      <a:pt x="20" y="13"/>
                      <a:pt x="21" y="13"/>
                    </a:cubicBezTo>
                    <a:cubicBezTo>
                      <a:pt x="22" y="13"/>
                      <a:pt x="23" y="13"/>
                      <a:pt x="24" y="13"/>
                    </a:cubicBezTo>
                    <a:cubicBezTo>
                      <a:pt x="24" y="13"/>
                      <a:pt x="24" y="13"/>
                      <a:pt x="24" y="13"/>
                    </a:cubicBezTo>
                    <a:cubicBezTo>
                      <a:pt x="24" y="13"/>
                      <a:pt x="24" y="13"/>
                      <a:pt x="24" y="13"/>
                    </a:cubicBezTo>
                    <a:cubicBezTo>
                      <a:pt x="26" y="13"/>
                      <a:pt x="26" y="13"/>
                      <a:pt x="26" y="13"/>
                    </a:cubicBezTo>
                    <a:cubicBezTo>
                      <a:pt x="26" y="13"/>
                      <a:pt x="26" y="13"/>
                      <a:pt x="26" y="13"/>
                    </a:cubicBezTo>
                    <a:cubicBezTo>
                      <a:pt x="27" y="13"/>
                      <a:pt x="27" y="13"/>
                      <a:pt x="27" y="13"/>
                    </a:cubicBezTo>
                    <a:cubicBezTo>
                      <a:pt x="27" y="14"/>
                      <a:pt x="27" y="14"/>
                      <a:pt x="27" y="14"/>
                    </a:cubicBezTo>
                    <a:cubicBezTo>
                      <a:pt x="27" y="14"/>
                      <a:pt x="27" y="14"/>
                      <a:pt x="27" y="14"/>
                    </a:cubicBezTo>
                    <a:cubicBezTo>
                      <a:pt x="28" y="13"/>
                      <a:pt x="28" y="13"/>
                      <a:pt x="28" y="13"/>
                    </a:cubicBezTo>
                    <a:cubicBezTo>
                      <a:pt x="28" y="12"/>
                      <a:pt x="28" y="12"/>
                      <a:pt x="28" y="12"/>
                    </a:cubicBezTo>
                    <a:cubicBezTo>
                      <a:pt x="28" y="13"/>
                      <a:pt x="28" y="13"/>
                      <a:pt x="28" y="13"/>
                    </a:cubicBezTo>
                    <a:cubicBezTo>
                      <a:pt x="29" y="15"/>
                      <a:pt x="29" y="15"/>
                      <a:pt x="29" y="15"/>
                    </a:cubicBezTo>
                    <a:cubicBezTo>
                      <a:pt x="29" y="16"/>
                      <a:pt x="29" y="16"/>
                      <a:pt x="29" y="16"/>
                    </a:cubicBezTo>
                    <a:cubicBezTo>
                      <a:pt x="29" y="16"/>
                      <a:pt x="29" y="16"/>
                      <a:pt x="29" y="16"/>
                    </a:cubicBezTo>
                    <a:cubicBezTo>
                      <a:pt x="28" y="16"/>
                      <a:pt x="28" y="16"/>
                      <a:pt x="28" y="16"/>
                    </a:cubicBezTo>
                    <a:cubicBezTo>
                      <a:pt x="28" y="16"/>
                      <a:pt x="28" y="16"/>
                      <a:pt x="28" y="16"/>
                    </a:cubicBezTo>
                    <a:cubicBezTo>
                      <a:pt x="28" y="16"/>
                      <a:pt x="29" y="17"/>
                      <a:pt x="30" y="19"/>
                    </a:cubicBezTo>
                    <a:cubicBezTo>
                      <a:pt x="31" y="18"/>
                      <a:pt x="31" y="18"/>
                      <a:pt x="31" y="18"/>
                    </a:cubicBezTo>
                    <a:cubicBezTo>
                      <a:pt x="31" y="17"/>
                      <a:pt x="32" y="16"/>
                      <a:pt x="32" y="16"/>
                    </a:cubicBezTo>
                    <a:cubicBezTo>
                      <a:pt x="32" y="15"/>
                      <a:pt x="32" y="15"/>
                      <a:pt x="32" y="15"/>
                    </a:cubicBezTo>
                    <a:cubicBezTo>
                      <a:pt x="32" y="15"/>
                      <a:pt x="32" y="15"/>
                      <a:pt x="32" y="15"/>
                    </a:cubicBezTo>
                    <a:cubicBezTo>
                      <a:pt x="33" y="16"/>
                      <a:pt x="33" y="16"/>
                      <a:pt x="33" y="16"/>
                    </a:cubicBezTo>
                    <a:cubicBezTo>
                      <a:pt x="33" y="14"/>
                      <a:pt x="34" y="11"/>
                      <a:pt x="34" y="11"/>
                    </a:cubicBezTo>
                    <a:cubicBezTo>
                      <a:pt x="34" y="10"/>
                      <a:pt x="34" y="10"/>
                      <a:pt x="34" y="10"/>
                    </a:cubicBezTo>
                    <a:cubicBezTo>
                      <a:pt x="34" y="10"/>
                      <a:pt x="34" y="10"/>
                      <a:pt x="34" y="10"/>
                    </a:cubicBezTo>
                    <a:cubicBezTo>
                      <a:pt x="35" y="12"/>
                      <a:pt x="35" y="12"/>
                      <a:pt x="35" y="12"/>
                    </a:cubicBezTo>
                    <a:cubicBezTo>
                      <a:pt x="35" y="11"/>
                      <a:pt x="35" y="9"/>
                      <a:pt x="35" y="8"/>
                    </a:cubicBezTo>
                    <a:cubicBezTo>
                      <a:pt x="35" y="4"/>
                      <a:pt x="35" y="0"/>
                      <a:pt x="35" y="0"/>
                    </a:cubicBezTo>
                    <a:cubicBezTo>
                      <a:pt x="35" y="0"/>
                      <a:pt x="35" y="0"/>
                      <a:pt x="35" y="0"/>
                    </a:cubicBezTo>
                    <a:cubicBezTo>
                      <a:pt x="35" y="0"/>
                      <a:pt x="35" y="0"/>
                      <a:pt x="35" y="0"/>
                    </a:cubicBezTo>
                    <a:cubicBezTo>
                      <a:pt x="38" y="0"/>
                      <a:pt x="40" y="6"/>
                      <a:pt x="40" y="9"/>
                    </a:cubicBezTo>
                    <a:cubicBezTo>
                      <a:pt x="40" y="9"/>
                      <a:pt x="40" y="9"/>
                      <a:pt x="40" y="9"/>
                    </a:cubicBezTo>
                    <a:cubicBezTo>
                      <a:pt x="40" y="10"/>
                      <a:pt x="40" y="10"/>
                      <a:pt x="40" y="10"/>
                    </a:cubicBezTo>
                    <a:cubicBezTo>
                      <a:pt x="40" y="11"/>
                      <a:pt x="40" y="11"/>
                      <a:pt x="40" y="11"/>
                    </a:cubicBezTo>
                    <a:cubicBezTo>
                      <a:pt x="41" y="10"/>
                      <a:pt x="42" y="8"/>
                      <a:pt x="43" y="6"/>
                    </a:cubicBezTo>
                    <a:cubicBezTo>
                      <a:pt x="45" y="4"/>
                      <a:pt x="46" y="2"/>
                      <a:pt x="46" y="2"/>
                    </a:cubicBezTo>
                    <a:cubicBezTo>
                      <a:pt x="46" y="1"/>
                      <a:pt x="46" y="1"/>
                      <a:pt x="46" y="1"/>
                    </a:cubicBezTo>
                    <a:cubicBezTo>
                      <a:pt x="46" y="2"/>
                      <a:pt x="46" y="2"/>
                      <a:pt x="46" y="2"/>
                    </a:cubicBezTo>
                    <a:cubicBezTo>
                      <a:pt x="47" y="3"/>
                      <a:pt x="48" y="4"/>
                      <a:pt x="48" y="5"/>
                    </a:cubicBezTo>
                    <a:cubicBezTo>
                      <a:pt x="47" y="9"/>
                      <a:pt x="45" y="13"/>
                      <a:pt x="44" y="15"/>
                    </a:cubicBezTo>
                    <a:cubicBezTo>
                      <a:pt x="45" y="14"/>
                      <a:pt x="47" y="12"/>
                      <a:pt x="47" y="12"/>
                    </a:cubicBezTo>
                    <a:cubicBezTo>
                      <a:pt x="47" y="12"/>
                      <a:pt x="47" y="12"/>
                      <a:pt x="47" y="12"/>
                    </a:cubicBezTo>
                    <a:cubicBezTo>
                      <a:pt x="47" y="12"/>
                      <a:pt x="47" y="12"/>
                      <a:pt x="47" y="12"/>
                    </a:cubicBezTo>
                    <a:cubicBezTo>
                      <a:pt x="48" y="14"/>
                      <a:pt x="48" y="14"/>
                      <a:pt x="48" y="14"/>
                    </a:cubicBezTo>
                    <a:cubicBezTo>
                      <a:pt x="48" y="17"/>
                      <a:pt x="45" y="20"/>
                      <a:pt x="44" y="21"/>
                    </a:cubicBezTo>
                    <a:cubicBezTo>
                      <a:pt x="45" y="21"/>
                      <a:pt x="47" y="20"/>
                      <a:pt x="47" y="20"/>
                    </a:cubicBezTo>
                    <a:cubicBezTo>
                      <a:pt x="47" y="20"/>
                      <a:pt x="47" y="20"/>
                      <a:pt x="47" y="20"/>
                    </a:cubicBezTo>
                    <a:cubicBezTo>
                      <a:pt x="47" y="21"/>
                      <a:pt x="47" y="21"/>
                      <a:pt x="47" y="21"/>
                    </a:cubicBezTo>
                    <a:cubicBezTo>
                      <a:pt x="47" y="21"/>
                      <a:pt x="47" y="21"/>
                      <a:pt x="47" y="21"/>
                    </a:cubicBezTo>
                    <a:cubicBezTo>
                      <a:pt x="47" y="24"/>
                      <a:pt x="44" y="27"/>
                      <a:pt x="43" y="28"/>
                    </a:cubicBezTo>
                    <a:cubicBezTo>
                      <a:pt x="45" y="28"/>
                      <a:pt x="46" y="29"/>
                      <a:pt x="46" y="29"/>
                    </a:cubicBezTo>
                    <a:cubicBezTo>
                      <a:pt x="46" y="29"/>
                      <a:pt x="46" y="29"/>
                      <a:pt x="46" y="29"/>
                    </a:cubicBezTo>
                    <a:cubicBezTo>
                      <a:pt x="46" y="29"/>
                      <a:pt x="46" y="29"/>
                      <a:pt x="46" y="29"/>
                    </a:cubicBezTo>
                    <a:cubicBezTo>
                      <a:pt x="45" y="31"/>
                      <a:pt x="44" y="32"/>
                      <a:pt x="43" y="33"/>
                    </a:cubicBezTo>
                    <a:cubicBezTo>
                      <a:pt x="43" y="33"/>
                      <a:pt x="43" y="33"/>
                      <a:pt x="43" y="33"/>
                    </a:cubicBezTo>
                    <a:cubicBezTo>
                      <a:pt x="43" y="33"/>
                      <a:pt x="43" y="33"/>
                      <a:pt x="43" y="33"/>
                    </a:cubicBezTo>
                    <a:cubicBezTo>
                      <a:pt x="46" y="33"/>
                      <a:pt x="48" y="35"/>
                      <a:pt x="48" y="38"/>
                    </a:cubicBezTo>
                    <a:cubicBezTo>
                      <a:pt x="48" y="38"/>
                      <a:pt x="48" y="38"/>
                      <a:pt x="48" y="38"/>
                    </a:cubicBezTo>
                    <a:cubicBezTo>
                      <a:pt x="48" y="41"/>
                      <a:pt x="47" y="42"/>
                      <a:pt x="47" y="43"/>
                    </a:cubicBezTo>
                    <a:cubicBezTo>
                      <a:pt x="47" y="43"/>
                      <a:pt x="47" y="43"/>
                      <a:pt x="47" y="43"/>
                    </a:cubicBezTo>
                    <a:cubicBezTo>
                      <a:pt x="47" y="44"/>
                      <a:pt x="48" y="44"/>
                      <a:pt x="48" y="48"/>
                    </a:cubicBezTo>
                    <a:cubicBezTo>
                      <a:pt x="48" y="49"/>
                      <a:pt x="48" y="49"/>
                      <a:pt x="48" y="49"/>
                    </a:cubicBezTo>
                    <a:cubicBezTo>
                      <a:pt x="48" y="51"/>
                      <a:pt x="46" y="51"/>
                      <a:pt x="45" y="51"/>
                    </a:cubicBezTo>
                    <a:cubicBezTo>
                      <a:pt x="45" y="51"/>
                      <a:pt x="45" y="51"/>
                      <a:pt x="45" y="51"/>
                    </a:cubicBezTo>
                    <a:cubicBezTo>
                      <a:pt x="44" y="51"/>
                      <a:pt x="44" y="51"/>
                      <a:pt x="44" y="51"/>
                    </a:cubicBezTo>
                    <a:cubicBezTo>
                      <a:pt x="44" y="51"/>
                      <a:pt x="44" y="51"/>
                      <a:pt x="44" y="51"/>
                    </a:cubicBezTo>
                    <a:cubicBezTo>
                      <a:pt x="44" y="51"/>
                      <a:pt x="44" y="51"/>
                      <a:pt x="44" y="51"/>
                    </a:cubicBezTo>
                    <a:cubicBezTo>
                      <a:pt x="45" y="51"/>
                      <a:pt x="45" y="49"/>
                      <a:pt x="45" y="48"/>
                    </a:cubicBezTo>
                    <a:cubicBezTo>
                      <a:pt x="45" y="48"/>
                      <a:pt x="45" y="48"/>
                      <a:pt x="45" y="48"/>
                    </a:cubicBezTo>
                    <a:cubicBezTo>
                      <a:pt x="46" y="47"/>
                      <a:pt x="43" y="45"/>
                      <a:pt x="43" y="43"/>
                    </a:cubicBezTo>
                    <a:cubicBezTo>
                      <a:pt x="42" y="42"/>
                      <a:pt x="42" y="42"/>
                      <a:pt x="42" y="42"/>
                    </a:cubicBezTo>
                    <a:cubicBezTo>
                      <a:pt x="42" y="40"/>
                      <a:pt x="45" y="39"/>
                      <a:pt x="45" y="39"/>
                    </a:cubicBezTo>
                    <a:cubicBezTo>
                      <a:pt x="46" y="38"/>
                      <a:pt x="46" y="38"/>
                      <a:pt x="46" y="38"/>
                    </a:cubicBezTo>
                    <a:cubicBezTo>
                      <a:pt x="46" y="38"/>
                      <a:pt x="46" y="38"/>
                      <a:pt x="46" y="38"/>
                    </a:cubicBezTo>
                    <a:cubicBezTo>
                      <a:pt x="46" y="36"/>
                      <a:pt x="44" y="36"/>
                      <a:pt x="44" y="36"/>
                    </a:cubicBezTo>
                    <a:cubicBezTo>
                      <a:pt x="44" y="36"/>
                      <a:pt x="44" y="36"/>
                      <a:pt x="44" y="36"/>
                    </a:cubicBezTo>
                    <a:cubicBezTo>
                      <a:pt x="43" y="36"/>
                      <a:pt x="43" y="36"/>
                      <a:pt x="43" y="36"/>
                    </a:cubicBezTo>
                    <a:cubicBezTo>
                      <a:pt x="43" y="36"/>
                      <a:pt x="43" y="36"/>
                      <a:pt x="43" y="36"/>
                    </a:cubicBezTo>
                    <a:cubicBezTo>
                      <a:pt x="43" y="36"/>
                      <a:pt x="43" y="36"/>
                      <a:pt x="43" y="36"/>
                    </a:cubicBezTo>
                    <a:cubicBezTo>
                      <a:pt x="43" y="36"/>
                      <a:pt x="43" y="36"/>
                      <a:pt x="43" y="36"/>
                    </a:cubicBezTo>
                    <a:cubicBezTo>
                      <a:pt x="41" y="36"/>
                      <a:pt x="41" y="36"/>
                      <a:pt x="41" y="36"/>
                    </a:cubicBezTo>
                    <a:cubicBezTo>
                      <a:pt x="42" y="37"/>
                      <a:pt x="42" y="37"/>
                      <a:pt x="42" y="37"/>
                    </a:cubicBezTo>
                    <a:cubicBezTo>
                      <a:pt x="42" y="38"/>
                      <a:pt x="42" y="38"/>
                      <a:pt x="42" y="38"/>
                    </a:cubicBezTo>
                    <a:cubicBezTo>
                      <a:pt x="41" y="38"/>
                      <a:pt x="41" y="38"/>
                      <a:pt x="41" y="38"/>
                    </a:cubicBezTo>
                    <a:cubicBezTo>
                      <a:pt x="40" y="38"/>
                      <a:pt x="40" y="38"/>
                      <a:pt x="40" y="38"/>
                    </a:cubicBezTo>
                    <a:cubicBezTo>
                      <a:pt x="40" y="39"/>
                      <a:pt x="40" y="40"/>
                      <a:pt x="40" y="41"/>
                    </a:cubicBezTo>
                    <a:cubicBezTo>
                      <a:pt x="40" y="41"/>
                      <a:pt x="40" y="41"/>
                      <a:pt x="40" y="41"/>
                    </a:cubicBezTo>
                    <a:cubicBezTo>
                      <a:pt x="40" y="48"/>
                      <a:pt x="47" y="54"/>
                      <a:pt x="47" y="59"/>
                    </a:cubicBezTo>
                    <a:cubicBezTo>
                      <a:pt x="47" y="62"/>
                      <a:pt x="44" y="65"/>
                      <a:pt x="43" y="66"/>
                    </a:cubicBezTo>
                    <a:cubicBezTo>
                      <a:pt x="44" y="68"/>
                      <a:pt x="44" y="68"/>
                      <a:pt x="44" y="68"/>
                    </a:cubicBezTo>
                    <a:cubicBezTo>
                      <a:pt x="45" y="68"/>
                      <a:pt x="45" y="68"/>
                      <a:pt x="45" y="68"/>
                    </a:cubicBezTo>
                    <a:cubicBezTo>
                      <a:pt x="43" y="69"/>
                      <a:pt x="43" y="69"/>
                      <a:pt x="43" y="69"/>
                    </a:cubicBezTo>
                    <a:cubicBezTo>
                      <a:pt x="44" y="70"/>
                      <a:pt x="44" y="70"/>
                      <a:pt x="44" y="70"/>
                    </a:cubicBezTo>
                    <a:cubicBezTo>
                      <a:pt x="43" y="70"/>
                      <a:pt x="43" y="70"/>
                      <a:pt x="43" y="70"/>
                    </a:cubicBezTo>
                    <a:cubicBezTo>
                      <a:pt x="43" y="71"/>
                      <a:pt x="43" y="71"/>
                      <a:pt x="43" y="71"/>
                    </a:cubicBezTo>
                    <a:cubicBezTo>
                      <a:pt x="43" y="72"/>
                      <a:pt x="43" y="72"/>
                      <a:pt x="43" y="72"/>
                    </a:cubicBezTo>
                    <a:cubicBezTo>
                      <a:pt x="42" y="72"/>
                      <a:pt x="42" y="72"/>
                      <a:pt x="42" y="72"/>
                    </a:cubicBezTo>
                    <a:cubicBezTo>
                      <a:pt x="43" y="73"/>
                      <a:pt x="43" y="73"/>
                      <a:pt x="43" y="73"/>
                    </a:cubicBezTo>
                    <a:cubicBezTo>
                      <a:pt x="43" y="73"/>
                      <a:pt x="43" y="73"/>
                      <a:pt x="43" y="73"/>
                    </a:cubicBezTo>
                    <a:cubicBezTo>
                      <a:pt x="42" y="73"/>
                      <a:pt x="42" y="73"/>
                      <a:pt x="42" y="73"/>
                    </a:cubicBezTo>
                    <a:cubicBezTo>
                      <a:pt x="42" y="74"/>
                      <a:pt x="42" y="74"/>
                      <a:pt x="42" y="74"/>
                    </a:cubicBezTo>
                    <a:cubicBezTo>
                      <a:pt x="42" y="75"/>
                      <a:pt x="42" y="75"/>
                      <a:pt x="42" y="75"/>
                    </a:cubicBezTo>
                    <a:cubicBezTo>
                      <a:pt x="41" y="75"/>
                      <a:pt x="41" y="75"/>
                      <a:pt x="41" y="75"/>
                    </a:cubicBezTo>
                    <a:cubicBezTo>
                      <a:pt x="41" y="77"/>
                      <a:pt x="41" y="77"/>
                      <a:pt x="41" y="77"/>
                    </a:cubicBezTo>
                    <a:cubicBezTo>
                      <a:pt x="42" y="77"/>
                      <a:pt x="42" y="77"/>
                      <a:pt x="42" y="77"/>
                    </a:cubicBezTo>
                    <a:cubicBezTo>
                      <a:pt x="40" y="77"/>
                      <a:pt x="40" y="77"/>
                      <a:pt x="40" y="77"/>
                    </a:cubicBezTo>
                    <a:cubicBezTo>
                      <a:pt x="41" y="79"/>
                      <a:pt x="41" y="79"/>
                      <a:pt x="41" y="79"/>
                    </a:cubicBezTo>
                    <a:cubicBezTo>
                      <a:pt x="43" y="82"/>
                      <a:pt x="43" y="82"/>
                      <a:pt x="43" y="82"/>
                    </a:cubicBezTo>
                    <a:cubicBezTo>
                      <a:pt x="43" y="83"/>
                      <a:pt x="42" y="84"/>
                      <a:pt x="42" y="86"/>
                    </a:cubicBezTo>
                    <a:cubicBezTo>
                      <a:pt x="42" y="87"/>
                      <a:pt x="42" y="88"/>
                      <a:pt x="42" y="88"/>
                    </a:cubicBezTo>
                    <a:cubicBezTo>
                      <a:pt x="43" y="93"/>
                      <a:pt x="43" y="93"/>
                      <a:pt x="43" y="93"/>
                    </a:cubicBezTo>
                    <a:cubicBezTo>
                      <a:pt x="43" y="95"/>
                      <a:pt x="43" y="95"/>
                      <a:pt x="43" y="95"/>
                    </a:cubicBezTo>
                    <a:cubicBezTo>
                      <a:pt x="42" y="99"/>
                      <a:pt x="42" y="99"/>
                      <a:pt x="42" y="99"/>
                    </a:cubicBezTo>
                    <a:cubicBezTo>
                      <a:pt x="42" y="100"/>
                      <a:pt x="41" y="100"/>
                      <a:pt x="40" y="100"/>
                    </a:cubicBezTo>
                    <a:cubicBezTo>
                      <a:pt x="39" y="100"/>
                      <a:pt x="39" y="100"/>
                      <a:pt x="39" y="100"/>
                    </a:cubicBezTo>
                    <a:cubicBezTo>
                      <a:pt x="38" y="100"/>
                      <a:pt x="36" y="100"/>
                      <a:pt x="35" y="100"/>
                    </a:cubicBezTo>
                    <a:cubicBezTo>
                      <a:pt x="34" y="100"/>
                      <a:pt x="32" y="99"/>
                      <a:pt x="31" y="98"/>
                    </a:cubicBezTo>
                    <a:cubicBezTo>
                      <a:pt x="30" y="97"/>
                      <a:pt x="30" y="97"/>
                      <a:pt x="30" y="97"/>
                    </a:cubicBezTo>
                    <a:cubicBezTo>
                      <a:pt x="30" y="97"/>
                      <a:pt x="30" y="97"/>
                      <a:pt x="30" y="97"/>
                    </a:cubicBezTo>
                    <a:cubicBezTo>
                      <a:pt x="32" y="95"/>
                      <a:pt x="32" y="95"/>
                      <a:pt x="32" y="95"/>
                    </a:cubicBezTo>
                    <a:cubicBezTo>
                      <a:pt x="33" y="95"/>
                      <a:pt x="33" y="95"/>
                      <a:pt x="33" y="95"/>
                    </a:cubicBezTo>
                    <a:cubicBezTo>
                      <a:pt x="34" y="95"/>
                      <a:pt x="34" y="95"/>
                      <a:pt x="34" y="95"/>
                    </a:cubicBezTo>
                    <a:cubicBezTo>
                      <a:pt x="34" y="95"/>
                      <a:pt x="34" y="95"/>
                      <a:pt x="34" y="95"/>
                    </a:cubicBezTo>
                    <a:cubicBezTo>
                      <a:pt x="34" y="95"/>
                      <a:pt x="34" y="95"/>
                      <a:pt x="34" y="95"/>
                    </a:cubicBezTo>
                    <a:cubicBezTo>
                      <a:pt x="35" y="95"/>
                      <a:pt x="35" y="95"/>
                      <a:pt x="35" y="95"/>
                    </a:cubicBezTo>
                    <a:cubicBezTo>
                      <a:pt x="36" y="95"/>
                      <a:pt x="36" y="96"/>
                      <a:pt x="37" y="96"/>
                    </a:cubicBezTo>
                    <a:cubicBezTo>
                      <a:pt x="37" y="96"/>
                      <a:pt x="37" y="96"/>
                      <a:pt x="37" y="96"/>
                    </a:cubicBezTo>
                    <a:cubicBezTo>
                      <a:pt x="39" y="96"/>
                      <a:pt x="39" y="94"/>
                      <a:pt x="39" y="93"/>
                    </a:cubicBezTo>
                    <a:cubicBezTo>
                      <a:pt x="39" y="92"/>
                      <a:pt x="39" y="92"/>
                      <a:pt x="39" y="92"/>
                    </a:cubicBezTo>
                    <a:cubicBezTo>
                      <a:pt x="39" y="91"/>
                      <a:pt x="39" y="91"/>
                      <a:pt x="38" y="90"/>
                    </a:cubicBezTo>
                    <a:cubicBezTo>
                      <a:pt x="38" y="89"/>
                      <a:pt x="38" y="88"/>
                      <a:pt x="38" y="87"/>
                    </a:cubicBezTo>
                    <a:cubicBezTo>
                      <a:pt x="38" y="86"/>
                      <a:pt x="38" y="86"/>
                      <a:pt x="38" y="86"/>
                    </a:cubicBezTo>
                    <a:cubicBezTo>
                      <a:pt x="38" y="85"/>
                      <a:pt x="38" y="85"/>
                      <a:pt x="37" y="84"/>
                    </a:cubicBezTo>
                    <a:cubicBezTo>
                      <a:pt x="36" y="83"/>
                      <a:pt x="36" y="82"/>
                      <a:pt x="36" y="81"/>
                    </a:cubicBezTo>
                    <a:cubicBezTo>
                      <a:pt x="36" y="80"/>
                      <a:pt x="36" y="79"/>
                      <a:pt x="35" y="78"/>
                    </a:cubicBezTo>
                    <a:cubicBezTo>
                      <a:pt x="33" y="77"/>
                      <a:pt x="32" y="75"/>
                      <a:pt x="32" y="74"/>
                    </a:cubicBezTo>
                    <a:cubicBezTo>
                      <a:pt x="31" y="72"/>
                      <a:pt x="31" y="72"/>
                      <a:pt x="31" y="72"/>
                    </a:cubicBezTo>
                    <a:cubicBezTo>
                      <a:pt x="30" y="70"/>
                      <a:pt x="30" y="70"/>
                      <a:pt x="30" y="70"/>
                    </a:cubicBezTo>
                    <a:cubicBezTo>
                      <a:pt x="30" y="70"/>
                      <a:pt x="30" y="70"/>
                      <a:pt x="30" y="70"/>
                    </a:cubicBezTo>
                    <a:cubicBezTo>
                      <a:pt x="29" y="69"/>
                      <a:pt x="29" y="69"/>
                      <a:pt x="28" y="68"/>
                    </a:cubicBezTo>
                    <a:cubicBezTo>
                      <a:pt x="27" y="67"/>
                      <a:pt x="27" y="67"/>
                      <a:pt x="27" y="67"/>
                    </a:cubicBezTo>
                    <a:cubicBezTo>
                      <a:pt x="27" y="68"/>
                      <a:pt x="27" y="68"/>
                      <a:pt x="27" y="68"/>
                    </a:cubicBezTo>
                    <a:cubicBezTo>
                      <a:pt x="27" y="68"/>
                      <a:pt x="27" y="68"/>
                      <a:pt x="27" y="68"/>
                    </a:cubicBezTo>
                    <a:cubicBezTo>
                      <a:pt x="27" y="68"/>
                      <a:pt x="27" y="68"/>
                      <a:pt x="27" y="68"/>
                    </a:cubicBezTo>
                    <a:cubicBezTo>
                      <a:pt x="27" y="68"/>
                      <a:pt x="27" y="68"/>
                      <a:pt x="27" y="68"/>
                    </a:cubicBezTo>
                    <a:cubicBezTo>
                      <a:pt x="27" y="69"/>
                      <a:pt x="27" y="69"/>
                      <a:pt x="27" y="69"/>
                    </a:cubicBezTo>
                    <a:cubicBezTo>
                      <a:pt x="28" y="71"/>
                      <a:pt x="28" y="71"/>
                      <a:pt x="28" y="71"/>
                    </a:cubicBezTo>
                    <a:cubicBezTo>
                      <a:pt x="28" y="72"/>
                      <a:pt x="28" y="72"/>
                      <a:pt x="28" y="72"/>
                    </a:cubicBezTo>
                    <a:cubicBezTo>
                      <a:pt x="28" y="74"/>
                      <a:pt x="28" y="74"/>
                      <a:pt x="28" y="74"/>
                    </a:cubicBezTo>
                    <a:cubicBezTo>
                      <a:pt x="26" y="75"/>
                      <a:pt x="26" y="75"/>
                      <a:pt x="26" y="75"/>
                    </a:cubicBezTo>
                    <a:cubicBezTo>
                      <a:pt x="25" y="76"/>
                      <a:pt x="25" y="76"/>
                      <a:pt x="25" y="76"/>
                    </a:cubicBezTo>
                    <a:cubicBezTo>
                      <a:pt x="23" y="78"/>
                      <a:pt x="23" y="78"/>
                      <a:pt x="23" y="78"/>
                    </a:cubicBezTo>
                    <a:cubicBezTo>
                      <a:pt x="22" y="79"/>
                      <a:pt x="22" y="79"/>
                      <a:pt x="22" y="79"/>
                    </a:cubicBezTo>
                    <a:cubicBezTo>
                      <a:pt x="21" y="81"/>
                      <a:pt x="21" y="81"/>
                      <a:pt x="21" y="81"/>
                    </a:cubicBezTo>
                    <a:cubicBezTo>
                      <a:pt x="20" y="82"/>
                      <a:pt x="19" y="83"/>
                      <a:pt x="18" y="83"/>
                    </a:cubicBezTo>
                    <a:cubicBezTo>
                      <a:pt x="16" y="83"/>
                      <a:pt x="15" y="80"/>
                      <a:pt x="14" y="79"/>
                    </a:cubicBezTo>
                    <a:cubicBezTo>
                      <a:pt x="14" y="78"/>
                      <a:pt x="13" y="76"/>
                      <a:pt x="13" y="75"/>
                    </a:cubicBezTo>
                    <a:cubicBezTo>
                      <a:pt x="13" y="72"/>
                      <a:pt x="13" y="72"/>
                      <a:pt x="13" y="72"/>
                    </a:cubicBezTo>
                    <a:cubicBezTo>
                      <a:pt x="13" y="72"/>
                      <a:pt x="13" y="72"/>
                      <a:pt x="13" y="72"/>
                    </a:cubicBezTo>
                    <a:cubicBezTo>
                      <a:pt x="14" y="72"/>
                      <a:pt x="14" y="72"/>
                      <a:pt x="14" y="72"/>
                    </a:cubicBezTo>
                    <a:cubicBezTo>
                      <a:pt x="15" y="73"/>
                      <a:pt x="15" y="73"/>
                      <a:pt x="15" y="73"/>
                    </a:cubicBezTo>
                    <a:cubicBezTo>
                      <a:pt x="16" y="74"/>
                      <a:pt x="16" y="74"/>
                      <a:pt x="16" y="74"/>
                    </a:cubicBezTo>
                    <a:cubicBezTo>
                      <a:pt x="17" y="75"/>
                      <a:pt x="17" y="75"/>
                      <a:pt x="17" y="75"/>
                    </a:cubicBezTo>
                    <a:cubicBezTo>
                      <a:pt x="18" y="77"/>
                      <a:pt x="18" y="77"/>
                      <a:pt x="18" y="77"/>
                    </a:cubicBezTo>
                    <a:cubicBezTo>
                      <a:pt x="18" y="77"/>
                      <a:pt x="18" y="77"/>
                      <a:pt x="18" y="77"/>
                    </a:cubicBezTo>
                    <a:cubicBezTo>
                      <a:pt x="19" y="76"/>
                      <a:pt x="19" y="76"/>
                      <a:pt x="19" y="76"/>
                    </a:cubicBezTo>
                    <a:cubicBezTo>
                      <a:pt x="20" y="76"/>
                      <a:pt x="21" y="74"/>
                      <a:pt x="22" y="73"/>
                    </a:cubicBezTo>
                    <a:cubicBezTo>
                      <a:pt x="22" y="72"/>
                      <a:pt x="23" y="71"/>
                      <a:pt x="23" y="70"/>
                    </a:cubicBezTo>
                    <a:cubicBezTo>
                      <a:pt x="23" y="69"/>
                      <a:pt x="23" y="69"/>
                      <a:pt x="23" y="69"/>
                    </a:cubicBezTo>
                    <a:cubicBezTo>
                      <a:pt x="22" y="68"/>
                      <a:pt x="19" y="66"/>
                      <a:pt x="18" y="65"/>
                    </a:cubicBezTo>
                    <a:cubicBezTo>
                      <a:pt x="18" y="64"/>
                      <a:pt x="18" y="64"/>
                      <a:pt x="18" y="64"/>
                    </a:cubicBezTo>
                    <a:cubicBezTo>
                      <a:pt x="18" y="63"/>
                      <a:pt x="18" y="63"/>
                      <a:pt x="18" y="63"/>
                    </a:cubicBezTo>
                    <a:cubicBezTo>
                      <a:pt x="17" y="62"/>
                      <a:pt x="17" y="61"/>
                      <a:pt x="17" y="61"/>
                    </a:cubicBezTo>
                    <a:cubicBezTo>
                      <a:pt x="17" y="57"/>
                      <a:pt x="20" y="56"/>
                      <a:pt x="22" y="56"/>
                    </a:cubicBezTo>
                    <a:cubicBezTo>
                      <a:pt x="24" y="56"/>
                      <a:pt x="24" y="56"/>
                      <a:pt x="24" y="56"/>
                    </a:cubicBezTo>
                    <a:cubicBezTo>
                      <a:pt x="23" y="56"/>
                      <a:pt x="23" y="56"/>
                      <a:pt x="23" y="56"/>
                    </a:cubicBezTo>
                    <a:cubicBezTo>
                      <a:pt x="22" y="54"/>
                      <a:pt x="22" y="54"/>
                      <a:pt x="22" y="54"/>
                    </a:cubicBezTo>
                    <a:cubicBezTo>
                      <a:pt x="20" y="53"/>
                      <a:pt x="20" y="53"/>
                      <a:pt x="20" y="53"/>
                    </a:cubicBezTo>
                    <a:cubicBezTo>
                      <a:pt x="20" y="52"/>
                      <a:pt x="20" y="52"/>
                      <a:pt x="20" y="52"/>
                    </a:cubicBezTo>
                    <a:cubicBezTo>
                      <a:pt x="20" y="52"/>
                      <a:pt x="20" y="52"/>
                      <a:pt x="20" y="52"/>
                    </a:cubicBezTo>
                    <a:cubicBezTo>
                      <a:pt x="20" y="52"/>
                      <a:pt x="20" y="52"/>
                      <a:pt x="20" y="52"/>
                    </a:cubicBezTo>
                    <a:cubicBezTo>
                      <a:pt x="20" y="51"/>
                      <a:pt x="20" y="51"/>
                      <a:pt x="20" y="51"/>
                    </a:cubicBezTo>
                    <a:cubicBezTo>
                      <a:pt x="17" y="52"/>
                      <a:pt x="16" y="56"/>
                      <a:pt x="16" y="56"/>
                    </a:cubicBezTo>
                    <a:cubicBezTo>
                      <a:pt x="16" y="57"/>
                      <a:pt x="16" y="57"/>
                      <a:pt x="16" y="57"/>
                    </a:cubicBezTo>
                    <a:cubicBezTo>
                      <a:pt x="16" y="56"/>
                      <a:pt x="16" y="56"/>
                      <a:pt x="16" y="56"/>
                    </a:cubicBezTo>
                    <a:cubicBezTo>
                      <a:pt x="15" y="55"/>
                      <a:pt x="15" y="54"/>
                      <a:pt x="15" y="53"/>
                    </a:cubicBezTo>
                    <a:cubicBezTo>
                      <a:pt x="13" y="54"/>
                      <a:pt x="13" y="54"/>
                      <a:pt x="13" y="54"/>
                    </a:cubicBezTo>
                    <a:cubicBezTo>
                      <a:pt x="12" y="54"/>
                      <a:pt x="12" y="54"/>
                      <a:pt x="11" y="55"/>
                    </a:cubicBezTo>
                    <a:cubicBezTo>
                      <a:pt x="10" y="55"/>
                      <a:pt x="10" y="55"/>
                      <a:pt x="9" y="56"/>
                    </a:cubicBezTo>
                    <a:cubicBezTo>
                      <a:pt x="9" y="56"/>
                      <a:pt x="9" y="56"/>
                      <a:pt x="9" y="56"/>
                    </a:cubicBezTo>
                    <a:cubicBezTo>
                      <a:pt x="10" y="57"/>
                      <a:pt x="10" y="57"/>
                      <a:pt x="10" y="57"/>
                    </a:cubicBezTo>
                    <a:cubicBezTo>
                      <a:pt x="11" y="58"/>
                      <a:pt x="11" y="58"/>
                      <a:pt x="11" y="58"/>
                    </a:cubicBezTo>
                    <a:cubicBezTo>
                      <a:pt x="12" y="60"/>
                      <a:pt x="12" y="60"/>
                      <a:pt x="12" y="60"/>
                    </a:cubicBezTo>
                    <a:cubicBezTo>
                      <a:pt x="12" y="60"/>
                      <a:pt x="12" y="60"/>
                      <a:pt x="12" y="60"/>
                    </a:cubicBezTo>
                    <a:cubicBezTo>
                      <a:pt x="11" y="61"/>
                      <a:pt x="11" y="61"/>
                      <a:pt x="11" y="61"/>
                    </a:cubicBezTo>
                    <a:cubicBezTo>
                      <a:pt x="11" y="62"/>
                      <a:pt x="11" y="62"/>
                      <a:pt x="11" y="62"/>
                    </a:cubicBezTo>
                    <a:cubicBezTo>
                      <a:pt x="10" y="63"/>
                      <a:pt x="10" y="63"/>
                      <a:pt x="10" y="63"/>
                    </a:cubicBezTo>
                    <a:cubicBezTo>
                      <a:pt x="9" y="63"/>
                      <a:pt x="9" y="63"/>
                      <a:pt x="9" y="63"/>
                    </a:cubicBezTo>
                    <a:cubicBezTo>
                      <a:pt x="9" y="63"/>
                      <a:pt x="9" y="63"/>
                      <a:pt x="9" y="63"/>
                    </a:cubicBezTo>
                    <a:cubicBezTo>
                      <a:pt x="9" y="62"/>
                      <a:pt x="9" y="62"/>
                      <a:pt x="9" y="62"/>
                    </a:cubicBezTo>
                    <a:cubicBezTo>
                      <a:pt x="10" y="62"/>
                      <a:pt x="10" y="62"/>
                      <a:pt x="10" y="62"/>
                    </a:cubicBezTo>
                    <a:cubicBezTo>
                      <a:pt x="10" y="61"/>
                      <a:pt x="10" y="61"/>
                      <a:pt x="10" y="61"/>
                    </a:cubicBezTo>
                    <a:cubicBezTo>
                      <a:pt x="10" y="61"/>
                      <a:pt x="10" y="61"/>
                      <a:pt x="10" y="61"/>
                    </a:cubicBezTo>
                    <a:cubicBezTo>
                      <a:pt x="9" y="61"/>
                      <a:pt x="9" y="61"/>
                      <a:pt x="9" y="61"/>
                    </a:cubicBezTo>
                    <a:cubicBezTo>
                      <a:pt x="8" y="58"/>
                      <a:pt x="8" y="58"/>
                      <a:pt x="8" y="58"/>
                    </a:cubicBezTo>
                    <a:cubicBezTo>
                      <a:pt x="7" y="55"/>
                      <a:pt x="7" y="55"/>
                      <a:pt x="7" y="55"/>
                    </a:cubicBezTo>
                    <a:cubicBezTo>
                      <a:pt x="6" y="54"/>
                      <a:pt x="6" y="52"/>
                      <a:pt x="6" y="52"/>
                    </a:cubicBezTo>
                    <a:cubicBezTo>
                      <a:pt x="5" y="49"/>
                      <a:pt x="5" y="49"/>
                      <a:pt x="5" y="49"/>
                    </a:cubicBezTo>
                    <a:cubicBezTo>
                      <a:pt x="4" y="47"/>
                      <a:pt x="4" y="47"/>
                      <a:pt x="4" y="47"/>
                    </a:cubicBezTo>
                    <a:cubicBezTo>
                      <a:pt x="4" y="46"/>
                      <a:pt x="4" y="46"/>
                      <a:pt x="4" y="46"/>
                    </a:cubicBezTo>
                    <a:cubicBezTo>
                      <a:pt x="5" y="46"/>
                      <a:pt x="5" y="46"/>
                      <a:pt x="5" y="46"/>
                    </a:cubicBezTo>
                    <a:cubicBezTo>
                      <a:pt x="4" y="46"/>
                      <a:pt x="4" y="46"/>
                      <a:pt x="4" y="46"/>
                    </a:cubicBezTo>
                    <a:cubicBezTo>
                      <a:pt x="4" y="46"/>
                      <a:pt x="4" y="46"/>
                      <a:pt x="4" y="46"/>
                    </a:cubicBezTo>
                    <a:cubicBezTo>
                      <a:pt x="4" y="46"/>
                      <a:pt x="4" y="46"/>
                      <a:pt x="4" y="46"/>
                    </a:cubicBezTo>
                    <a:cubicBezTo>
                      <a:pt x="5" y="45"/>
                      <a:pt x="5" y="45"/>
                      <a:pt x="5" y="45"/>
                    </a:cubicBezTo>
                    <a:cubicBezTo>
                      <a:pt x="5" y="45"/>
                      <a:pt x="5" y="45"/>
                      <a:pt x="5" y="45"/>
                    </a:cubicBezTo>
                    <a:cubicBezTo>
                      <a:pt x="5" y="45"/>
                      <a:pt x="5" y="45"/>
                      <a:pt x="5" y="45"/>
                    </a:cubicBezTo>
                    <a:cubicBezTo>
                      <a:pt x="6" y="45"/>
                      <a:pt x="6" y="45"/>
                      <a:pt x="6" y="45"/>
                    </a:cubicBezTo>
                    <a:cubicBezTo>
                      <a:pt x="7" y="45"/>
                      <a:pt x="7" y="45"/>
                      <a:pt x="7" y="45"/>
                    </a:cubicBezTo>
                    <a:cubicBezTo>
                      <a:pt x="8" y="45"/>
                      <a:pt x="8" y="45"/>
                      <a:pt x="8" y="45"/>
                    </a:cubicBezTo>
                    <a:cubicBezTo>
                      <a:pt x="9" y="47"/>
                      <a:pt x="9" y="47"/>
                      <a:pt x="9" y="47"/>
                    </a:cubicBezTo>
                    <a:cubicBezTo>
                      <a:pt x="9" y="47"/>
                      <a:pt x="9" y="47"/>
                      <a:pt x="9" y="47"/>
                    </a:cubicBezTo>
                    <a:cubicBezTo>
                      <a:pt x="9" y="47"/>
                      <a:pt x="9" y="47"/>
                      <a:pt x="9" y="47"/>
                    </a:cubicBezTo>
                    <a:cubicBezTo>
                      <a:pt x="9" y="47"/>
                      <a:pt x="9" y="47"/>
                      <a:pt x="9" y="47"/>
                    </a:cubicBezTo>
                    <a:cubicBezTo>
                      <a:pt x="10" y="48"/>
                      <a:pt x="10" y="48"/>
                      <a:pt x="10" y="48"/>
                    </a:cubicBezTo>
                    <a:cubicBezTo>
                      <a:pt x="9" y="49"/>
                      <a:pt x="9" y="49"/>
                      <a:pt x="9" y="49"/>
                    </a:cubicBezTo>
                    <a:cubicBezTo>
                      <a:pt x="9" y="49"/>
                      <a:pt x="9" y="49"/>
                      <a:pt x="9" y="49"/>
                    </a:cubicBezTo>
                    <a:cubicBezTo>
                      <a:pt x="9" y="49"/>
                      <a:pt x="9" y="49"/>
                      <a:pt x="9" y="49"/>
                    </a:cubicBezTo>
                    <a:cubicBezTo>
                      <a:pt x="9" y="50"/>
                      <a:pt x="9" y="50"/>
                      <a:pt x="9" y="50"/>
                    </a:cubicBezTo>
                    <a:cubicBezTo>
                      <a:pt x="9" y="52"/>
                      <a:pt x="9" y="52"/>
                      <a:pt x="9" y="52"/>
                    </a:cubicBezTo>
                    <a:cubicBezTo>
                      <a:pt x="9" y="52"/>
                      <a:pt x="9" y="52"/>
                      <a:pt x="9" y="52"/>
                    </a:cubicBezTo>
                    <a:cubicBezTo>
                      <a:pt x="9" y="52"/>
                      <a:pt x="9" y="52"/>
                      <a:pt x="9" y="52"/>
                    </a:cubicBezTo>
                    <a:cubicBezTo>
                      <a:pt x="9" y="52"/>
                      <a:pt x="9" y="52"/>
                      <a:pt x="9" y="52"/>
                    </a:cubicBezTo>
                    <a:cubicBezTo>
                      <a:pt x="9" y="52"/>
                      <a:pt x="9" y="52"/>
                      <a:pt x="9" y="52"/>
                    </a:cubicBezTo>
                    <a:cubicBezTo>
                      <a:pt x="11" y="52"/>
                      <a:pt x="11" y="52"/>
                      <a:pt x="11" y="52"/>
                    </a:cubicBezTo>
                    <a:cubicBezTo>
                      <a:pt x="11" y="52"/>
                      <a:pt x="13" y="51"/>
                      <a:pt x="14" y="50"/>
                    </a:cubicBezTo>
                    <a:cubicBezTo>
                      <a:pt x="14" y="49"/>
                      <a:pt x="14" y="49"/>
                      <a:pt x="14" y="49"/>
                    </a:cubicBezTo>
                    <a:cubicBezTo>
                      <a:pt x="12" y="47"/>
                      <a:pt x="12" y="47"/>
                      <a:pt x="12" y="47"/>
                    </a:cubicBezTo>
                    <a:cubicBezTo>
                      <a:pt x="12" y="47"/>
                      <a:pt x="12" y="47"/>
                      <a:pt x="12" y="47"/>
                    </a:cubicBezTo>
                    <a:cubicBezTo>
                      <a:pt x="12" y="47"/>
                      <a:pt x="12" y="47"/>
                      <a:pt x="12" y="47"/>
                    </a:cubicBezTo>
                    <a:cubicBezTo>
                      <a:pt x="13" y="47"/>
                      <a:pt x="13" y="47"/>
                      <a:pt x="13" y="47"/>
                    </a:cubicBezTo>
                    <a:cubicBezTo>
                      <a:pt x="14" y="47"/>
                      <a:pt x="15" y="47"/>
                      <a:pt x="16" y="47"/>
                    </a:cubicBezTo>
                    <a:cubicBezTo>
                      <a:pt x="15" y="46"/>
                      <a:pt x="14" y="45"/>
                      <a:pt x="12" y="43"/>
                    </a:cubicBezTo>
                    <a:cubicBezTo>
                      <a:pt x="11" y="40"/>
                      <a:pt x="11" y="40"/>
                      <a:pt x="11" y="40"/>
                    </a:cubicBezTo>
                    <a:cubicBezTo>
                      <a:pt x="8" y="38"/>
                      <a:pt x="8" y="38"/>
                      <a:pt x="8" y="38"/>
                    </a:cubicBezTo>
                    <a:cubicBezTo>
                      <a:pt x="8" y="38"/>
                      <a:pt x="8" y="37"/>
                      <a:pt x="8" y="36"/>
                    </a:cubicBezTo>
                    <a:cubicBezTo>
                      <a:pt x="8" y="35"/>
                      <a:pt x="7" y="33"/>
                      <a:pt x="6" y="33"/>
                    </a:cubicBezTo>
                    <a:cubicBezTo>
                      <a:pt x="5" y="32"/>
                      <a:pt x="5" y="32"/>
                      <a:pt x="5" y="32"/>
                    </a:cubicBezTo>
                    <a:cubicBezTo>
                      <a:pt x="4" y="32"/>
                      <a:pt x="4" y="34"/>
                      <a:pt x="4" y="34"/>
                    </a:cubicBezTo>
                    <a:cubicBezTo>
                      <a:pt x="3" y="34"/>
                      <a:pt x="3" y="34"/>
                      <a:pt x="3" y="34"/>
                    </a:cubicBezTo>
                    <a:cubicBezTo>
                      <a:pt x="4" y="31"/>
                      <a:pt x="5" y="30"/>
                      <a:pt x="5" y="30"/>
                    </a:cubicBezTo>
                    <a:cubicBezTo>
                      <a:pt x="5" y="29"/>
                      <a:pt x="5" y="29"/>
                      <a:pt x="5" y="29"/>
                    </a:cubicBezTo>
                    <a:cubicBezTo>
                      <a:pt x="5" y="28"/>
                      <a:pt x="4" y="27"/>
                      <a:pt x="4" y="26"/>
                    </a:cubicBezTo>
                    <a:cubicBezTo>
                      <a:pt x="4" y="24"/>
                      <a:pt x="4" y="24"/>
                      <a:pt x="4" y="24"/>
                    </a:cubicBezTo>
                    <a:cubicBezTo>
                      <a:pt x="3" y="24"/>
                      <a:pt x="3" y="24"/>
                      <a:pt x="3" y="24"/>
                    </a:cubicBezTo>
                    <a:cubicBezTo>
                      <a:pt x="3" y="26"/>
                      <a:pt x="3" y="26"/>
                      <a:pt x="3" y="26"/>
                    </a:cubicBezTo>
                    <a:cubicBezTo>
                      <a:pt x="3" y="28"/>
                      <a:pt x="3" y="28"/>
                      <a:pt x="3" y="28"/>
                    </a:cubicBezTo>
                    <a:cubicBezTo>
                      <a:pt x="2" y="28"/>
                      <a:pt x="2" y="28"/>
                      <a:pt x="2" y="28"/>
                    </a:cubicBezTo>
                    <a:cubicBezTo>
                      <a:pt x="1" y="29"/>
                      <a:pt x="1" y="29"/>
                      <a:pt x="1" y="29"/>
                    </a:cubicBezTo>
                    <a:cubicBezTo>
                      <a:pt x="1" y="29"/>
                      <a:pt x="1" y="29"/>
                      <a:pt x="1" y="29"/>
                    </a:cubicBezTo>
                    <a:cubicBezTo>
                      <a:pt x="0" y="29"/>
                      <a:pt x="0" y="29"/>
                      <a:pt x="0" y="29"/>
                    </a:cubicBezTo>
                    <a:cubicBezTo>
                      <a:pt x="0" y="28"/>
                      <a:pt x="0" y="28"/>
                      <a:pt x="0" y="28"/>
                    </a:cubicBezTo>
                    <a:cubicBezTo>
                      <a:pt x="0" y="28"/>
                      <a:pt x="0" y="28"/>
                      <a:pt x="0" y="28"/>
                    </a:cubicBezTo>
                    <a:cubicBezTo>
                      <a:pt x="1" y="28"/>
                      <a:pt x="1" y="28"/>
                      <a:pt x="1" y="28"/>
                    </a:cubicBezTo>
                    <a:cubicBezTo>
                      <a:pt x="1" y="27"/>
                      <a:pt x="1" y="27"/>
                      <a:pt x="1" y="27"/>
                    </a:cubicBezTo>
                    <a:cubicBezTo>
                      <a:pt x="1" y="27"/>
                      <a:pt x="1" y="27"/>
                      <a:pt x="1" y="27"/>
                    </a:cubicBezTo>
                    <a:cubicBezTo>
                      <a:pt x="1" y="25"/>
                      <a:pt x="1" y="25"/>
                      <a:pt x="1" y="25"/>
                    </a:cubicBezTo>
                    <a:cubicBezTo>
                      <a:pt x="2" y="21"/>
                      <a:pt x="2" y="21"/>
                      <a:pt x="2" y="21"/>
                    </a:cubicBezTo>
                    <a:cubicBezTo>
                      <a:pt x="2" y="20"/>
                      <a:pt x="2" y="20"/>
                      <a:pt x="2" y="20"/>
                    </a:cubicBezTo>
                    <a:cubicBezTo>
                      <a:pt x="2" y="19"/>
                      <a:pt x="2" y="18"/>
                      <a:pt x="2" y="18"/>
                    </a:cubicBezTo>
                    <a:cubicBezTo>
                      <a:pt x="1" y="15"/>
                      <a:pt x="1" y="15"/>
                      <a:pt x="1" y="15"/>
                    </a:cubicBezTo>
                    <a:cubicBezTo>
                      <a:pt x="0" y="14"/>
                      <a:pt x="0" y="14"/>
                      <a:pt x="0" y="14"/>
                    </a:cubicBezTo>
                    <a:cubicBezTo>
                      <a:pt x="1" y="13"/>
                      <a:pt x="1" y="13"/>
                      <a:pt x="1" y="13"/>
                    </a:cubicBezTo>
                    <a:cubicBezTo>
                      <a:pt x="1" y="13"/>
                      <a:pt x="1" y="13"/>
                      <a:pt x="1" y="13"/>
                    </a:cubicBezTo>
                    <a:lnTo>
                      <a:pt x="0" y="12"/>
                    </a:lnTo>
                    <a:close/>
                    <a:moveTo>
                      <a:pt x="13" y="21"/>
                    </a:moveTo>
                    <a:cubicBezTo>
                      <a:pt x="13" y="21"/>
                      <a:pt x="13" y="21"/>
                      <a:pt x="13" y="21"/>
                    </a:cubicBezTo>
                    <a:cubicBezTo>
                      <a:pt x="14" y="22"/>
                      <a:pt x="14" y="22"/>
                      <a:pt x="14" y="22"/>
                    </a:cubicBezTo>
                    <a:lnTo>
                      <a:pt x="13" y="21"/>
                    </a:lnTo>
                    <a:close/>
                    <a:moveTo>
                      <a:pt x="4" y="10"/>
                    </a:moveTo>
                    <a:cubicBezTo>
                      <a:pt x="4" y="10"/>
                      <a:pt x="4" y="10"/>
                      <a:pt x="4" y="10"/>
                    </a:cubicBezTo>
                    <a:cubicBezTo>
                      <a:pt x="5" y="12"/>
                      <a:pt x="5" y="12"/>
                      <a:pt x="5" y="12"/>
                    </a:cubicBezTo>
                    <a:cubicBezTo>
                      <a:pt x="5" y="12"/>
                      <a:pt x="5" y="12"/>
                      <a:pt x="5" y="12"/>
                    </a:cubicBezTo>
                    <a:cubicBezTo>
                      <a:pt x="5" y="12"/>
                      <a:pt x="5" y="12"/>
                      <a:pt x="5" y="12"/>
                    </a:cubicBezTo>
                    <a:cubicBezTo>
                      <a:pt x="5" y="12"/>
                      <a:pt x="5" y="12"/>
                      <a:pt x="5" y="12"/>
                    </a:cubicBezTo>
                    <a:lnTo>
                      <a:pt x="4" y="10"/>
                    </a:lnTo>
                    <a:close/>
                    <a:moveTo>
                      <a:pt x="6" y="12"/>
                    </a:moveTo>
                    <a:cubicBezTo>
                      <a:pt x="6" y="12"/>
                      <a:pt x="6" y="12"/>
                      <a:pt x="6" y="12"/>
                    </a:cubicBezTo>
                    <a:cubicBezTo>
                      <a:pt x="6" y="13"/>
                      <a:pt x="6" y="13"/>
                      <a:pt x="6" y="13"/>
                    </a:cubicBezTo>
                    <a:cubicBezTo>
                      <a:pt x="7" y="13"/>
                      <a:pt x="7" y="13"/>
                      <a:pt x="7" y="13"/>
                    </a:cubicBezTo>
                    <a:cubicBezTo>
                      <a:pt x="7" y="13"/>
                      <a:pt x="7" y="13"/>
                      <a:pt x="7" y="13"/>
                    </a:cubicBezTo>
                    <a:lnTo>
                      <a:pt x="6" y="12"/>
                    </a:lnTo>
                    <a:close/>
                    <a:moveTo>
                      <a:pt x="6" y="17"/>
                    </a:moveTo>
                    <a:cubicBezTo>
                      <a:pt x="7" y="16"/>
                      <a:pt x="7" y="15"/>
                      <a:pt x="7" y="15"/>
                    </a:cubicBezTo>
                    <a:cubicBezTo>
                      <a:pt x="7" y="15"/>
                      <a:pt x="7" y="15"/>
                      <a:pt x="7" y="15"/>
                    </a:cubicBezTo>
                    <a:cubicBezTo>
                      <a:pt x="7" y="13"/>
                      <a:pt x="7" y="13"/>
                      <a:pt x="7" y="13"/>
                    </a:cubicBezTo>
                    <a:cubicBezTo>
                      <a:pt x="7" y="13"/>
                      <a:pt x="7" y="13"/>
                      <a:pt x="7" y="13"/>
                    </a:cubicBezTo>
                    <a:cubicBezTo>
                      <a:pt x="7" y="13"/>
                      <a:pt x="7" y="13"/>
                      <a:pt x="7" y="13"/>
                    </a:cubicBezTo>
                    <a:cubicBezTo>
                      <a:pt x="6" y="13"/>
                      <a:pt x="6" y="13"/>
                      <a:pt x="6" y="13"/>
                    </a:cubicBezTo>
                    <a:cubicBezTo>
                      <a:pt x="6" y="14"/>
                      <a:pt x="6" y="14"/>
                      <a:pt x="6" y="14"/>
                    </a:cubicBezTo>
                    <a:cubicBezTo>
                      <a:pt x="6" y="14"/>
                      <a:pt x="6" y="14"/>
                      <a:pt x="6" y="14"/>
                    </a:cubicBezTo>
                    <a:cubicBezTo>
                      <a:pt x="6" y="15"/>
                      <a:pt x="6" y="15"/>
                      <a:pt x="5" y="16"/>
                    </a:cubicBezTo>
                    <a:cubicBezTo>
                      <a:pt x="5" y="18"/>
                      <a:pt x="5" y="18"/>
                      <a:pt x="5" y="18"/>
                    </a:cubicBezTo>
                    <a:cubicBezTo>
                      <a:pt x="5" y="18"/>
                      <a:pt x="5" y="18"/>
                      <a:pt x="5" y="18"/>
                    </a:cubicBezTo>
                    <a:lnTo>
                      <a:pt x="6" y="17"/>
                    </a:lnTo>
                    <a:close/>
                    <a:moveTo>
                      <a:pt x="19" y="21"/>
                    </a:moveTo>
                    <a:cubicBezTo>
                      <a:pt x="20" y="21"/>
                      <a:pt x="20" y="21"/>
                      <a:pt x="20" y="21"/>
                    </a:cubicBezTo>
                    <a:cubicBezTo>
                      <a:pt x="21" y="22"/>
                      <a:pt x="21" y="22"/>
                      <a:pt x="21" y="22"/>
                    </a:cubicBezTo>
                    <a:cubicBezTo>
                      <a:pt x="21" y="21"/>
                      <a:pt x="21" y="21"/>
                      <a:pt x="21" y="21"/>
                    </a:cubicBezTo>
                    <a:cubicBezTo>
                      <a:pt x="21" y="20"/>
                      <a:pt x="21" y="20"/>
                      <a:pt x="21" y="20"/>
                    </a:cubicBezTo>
                    <a:cubicBezTo>
                      <a:pt x="21" y="20"/>
                      <a:pt x="21" y="20"/>
                      <a:pt x="21" y="20"/>
                    </a:cubicBezTo>
                    <a:cubicBezTo>
                      <a:pt x="21" y="20"/>
                      <a:pt x="21" y="20"/>
                      <a:pt x="21" y="20"/>
                    </a:cubicBezTo>
                    <a:cubicBezTo>
                      <a:pt x="20" y="20"/>
                      <a:pt x="20" y="20"/>
                      <a:pt x="20" y="20"/>
                    </a:cubicBezTo>
                    <a:cubicBezTo>
                      <a:pt x="19" y="21"/>
                      <a:pt x="19" y="21"/>
                      <a:pt x="19" y="21"/>
                    </a:cubicBezTo>
                    <a:cubicBezTo>
                      <a:pt x="18" y="22"/>
                      <a:pt x="18" y="22"/>
                      <a:pt x="18" y="22"/>
                    </a:cubicBezTo>
                    <a:cubicBezTo>
                      <a:pt x="17" y="22"/>
                      <a:pt x="17" y="22"/>
                      <a:pt x="17" y="22"/>
                    </a:cubicBezTo>
                    <a:lnTo>
                      <a:pt x="19" y="21"/>
                    </a:lnTo>
                    <a:close/>
                    <a:moveTo>
                      <a:pt x="21" y="20"/>
                    </a:moveTo>
                    <a:cubicBezTo>
                      <a:pt x="21" y="20"/>
                      <a:pt x="21" y="20"/>
                      <a:pt x="21" y="20"/>
                    </a:cubicBezTo>
                    <a:cubicBezTo>
                      <a:pt x="21" y="19"/>
                      <a:pt x="21" y="19"/>
                      <a:pt x="21" y="19"/>
                    </a:cubicBezTo>
                    <a:cubicBezTo>
                      <a:pt x="20" y="19"/>
                      <a:pt x="20" y="19"/>
                      <a:pt x="20" y="19"/>
                    </a:cubicBezTo>
                    <a:cubicBezTo>
                      <a:pt x="19" y="20"/>
                      <a:pt x="19" y="20"/>
                      <a:pt x="19" y="20"/>
                    </a:cubicBezTo>
                    <a:cubicBezTo>
                      <a:pt x="19" y="20"/>
                      <a:pt x="19" y="20"/>
                      <a:pt x="19" y="20"/>
                    </a:cubicBezTo>
                    <a:cubicBezTo>
                      <a:pt x="20" y="20"/>
                      <a:pt x="20" y="20"/>
                      <a:pt x="20" y="20"/>
                    </a:cubicBezTo>
                    <a:cubicBezTo>
                      <a:pt x="20" y="20"/>
                      <a:pt x="20" y="20"/>
                      <a:pt x="20" y="20"/>
                    </a:cubicBezTo>
                    <a:cubicBezTo>
                      <a:pt x="21" y="20"/>
                      <a:pt x="21" y="20"/>
                      <a:pt x="21" y="20"/>
                    </a:cubicBezTo>
                    <a:close/>
                    <a:moveTo>
                      <a:pt x="16" y="21"/>
                    </a:moveTo>
                    <a:cubicBezTo>
                      <a:pt x="14" y="22"/>
                      <a:pt x="14" y="22"/>
                      <a:pt x="14" y="22"/>
                    </a:cubicBezTo>
                    <a:cubicBezTo>
                      <a:pt x="14" y="22"/>
                      <a:pt x="14" y="22"/>
                      <a:pt x="14" y="22"/>
                    </a:cubicBezTo>
                    <a:cubicBezTo>
                      <a:pt x="15" y="22"/>
                      <a:pt x="15" y="22"/>
                      <a:pt x="15" y="22"/>
                    </a:cubicBezTo>
                    <a:cubicBezTo>
                      <a:pt x="15" y="22"/>
                      <a:pt x="15" y="22"/>
                      <a:pt x="15" y="22"/>
                    </a:cubicBezTo>
                    <a:cubicBezTo>
                      <a:pt x="16" y="22"/>
                      <a:pt x="16" y="22"/>
                      <a:pt x="16" y="22"/>
                    </a:cubicBezTo>
                    <a:cubicBezTo>
                      <a:pt x="18" y="21"/>
                      <a:pt x="18" y="21"/>
                      <a:pt x="18" y="21"/>
                    </a:cubicBezTo>
                    <a:cubicBezTo>
                      <a:pt x="19" y="20"/>
                      <a:pt x="19" y="20"/>
                      <a:pt x="19" y="20"/>
                    </a:cubicBezTo>
                    <a:cubicBezTo>
                      <a:pt x="19" y="20"/>
                      <a:pt x="19" y="20"/>
                      <a:pt x="19" y="20"/>
                    </a:cubicBezTo>
                    <a:cubicBezTo>
                      <a:pt x="18" y="20"/>
                      <a:pt x="18" y="20"/>
                      <a:pt x="18" y="20"/>
                    </a:cubicBezTo>
                    <a:cubicBezTo>
                      <a:pt x="17" y="20"/>
                      <a:pt x="17" y="20"/>
                      <a:pt x="17" y="20"/>
                    </a:cubicBezTo>
                    <a:lnTo>
                      <a:pt x="16" y="21"/>
                    </a:lnTo>
                    <a:close/>
                    <a:moveTo>
                      <a:pt x="16" y="15"/>
                    </a:moveTo>
                    <a:cubicBezTo>
                      <a:pt x="15" y="15"/>
                      <a:pt x="15" y="15"/>
                      <a:pt x="15" y="16"/>
                    </a:cubicBezTo>
                    <a:cubicBezTo>
                      <a:pt x="14" y="18"/>
                      <a:pt x="14" y="18"/>
                      <a:pt x="14" y="18"/>
                    </a:cubicBezTo>
                    <a:cubicBezTo>
                      <a:pt x="16" y="17"/>
                      <a:pt x="16" y="17"/>
                      <a:pt x="16" y="17"/>
                    </a:cubicBezTo>
                    <a:cubicBezTo>
                      <a:pt x="16" y="17"/>
                      <a:pt x="16" y="17"/>
                      <a:pt x="16" y="17"/>
                    </a:cubicBezTo>
                    <a:cubicBezTo>
                      <a:pt x="17" y="18"/>
                      <a:pt x="17" y="18"/>
                      <a:pt x="17" y="18"/>
                    </a:cubicBezTo>
                    <a:cubicBezTo>
                      <a:pt x="18" y="19"/>
                      <a:pt x="18" y="19"/>
                      <a:pt x="18" y="19"/>
                    </a:cubicBezTo>
                    <a:cubicBezTo>
                      <a:pt x="20" y="19"/>
                      <a:pt x="20" y="19"/>
                      <a:pt x="20" y="19"/>
                    </a:cubicBezTo>
                    <a:cubicBezTo>
                      <a:pt x="21" y="19"/>
                      <a:pt x="21" y="19"/>
                      <a:pt x="21" y="19"/>
                    </a:cubicBezTo>
                    <a:cubicBezTo>
                      <a:pt x="20" y="17"/>
                      <a:pt x="20" y="17"/>
                      <a:pt x="20" y="17"/>
                    </a:cubicBezTo>
                    <a:cubicBezTo>
                      <a:pt x="19" y="15"/>
                      <a:pt x="19" y="15"/>
                      <a:pt x="19" y="15"/>
                    </a:cubicBezTo>
                    <a:lnTo>
                      <a:pt x="16" y="15"/>
                    </a:lnTo>
                    <a:close/>
                    <a:moveTo>
                      <a:pt x="20" y="15"/>
                    </a:moveTo>
                    <a:cubicBezTo>
                      <a:pt x="20" y="15"/>
                      <a:pt x="20" y="15"/>
                      <a:pt x="20" y="15"/>
                    </a:cubicBezTo>
                    <a:cubicBezTo>
                      <a:pt x="20" y="15"/>
                      <a:pt x="20" y="15"/>
                      <a:pt x="20" y="15"/>
                    </a:cubicBezTo>
                    <a:close/>
                    <a:moveTo>
                      <a:pt x="26" y="13"/>
                    </a:moveTo>
                    <a:cubicBezTo>
                      <a:pt x="26" y="14"/>
                      <a:pt x="26" y="14"/>
                      <a:pt x="26" y="14"/>
                    </a:cubicBezTo>
                    <a:cubicBezTo>
                      <a:pt x="26" y="14"/>
                      <a:pt x="26" y="14"/>
                      <a:pt x="26" y="14"/>
                    </a:cubicBezTo>
                    <a:lnTo>
                      <a:pt x="26" y="13"/>
                    </a:lnTo>
                    <a:close/>
                    <a:moveTo>
                      <a:pt x="28" y="16"/>
                    </a:moveTo>
                    <a:cubicBezTo>
                      <a:pt x="28" y="16"/>
                      <a:pt x="28" y="16"/>
                      <a:pt x="28" y="16"/>
                    </a:cubicBezTo>
                    <a:cubicBezTo>
                      <a:pt x="28" y="16"/>
                      <a:pt x="28" y="16"/>
                      <a:pt x="28" y="16"/>
                    </a:cubicBezTo>
                    <a:cubicBezTo>
                      <a:pt x="28" y="14"/>
                      <a:pt x="28" y="14"/>
                      <a:pt x="28" y="14"/>
                    </a:cubicBezTo>
                    <a:cubicBezTo>
                      <a:pt x="27" y="14"/>
                      <a:pt x="27" y="14"/>
                      <a:pt x="27" y="14"/>
                    </a:cubicBezTo>
                    <a:cubicBezTo>
                      <a:pt x="27" y="14"/>
                      <a:pt x="27" y="14"/>
                      <a:pt x="27" y="14"/>
                    </a:cubicBezTo>
                    <a:cubicBezTo>
                      <a:pt x="26" y="14"/>
                      <a:pt x="26" y="14"/>
                      <a:pt x="26" y="14"/>
                    </a:cubicBezTo>
                    <a:cubicBezTo>
                      <a:pt x="25" y="14"/>
                      <a:pt x="25" y="14"/>
                      <a:pt x="25" y="14"/>
                    </a:cubicBezTo>
                    <a:cubicBezTo>
                      <a:pt x="24" y="14"/>
                      <a:pt x="24" y="14"/>
                      <a:pt x="24" y="14"/>
                    </a:cubicBezTo>
                    <a:cubicBezTo>
                      <a:pt x="22" y="14"/>
                      <a:pt x="22" y="13"/>
                      <a:pt x="21" y="13"/>
                    </a:cubicBezTo>
                    <a:cubicBezTo>
                      <a:pt x="20" y="15"/>
                      <a:pt x="20" y="15"/>
                      <a:pt x="20" y="15"/>
                    </a:cubicBezTo>
                    <a:cubicBezTo>
                      <a:pt x="20" y="15"/>
                      <a:pt x="20" y="15"/>
                      <a:pt x="20" y="15"/>
                    </a:cubicBezTo>
                    <a:cubicBezTo>
                      <a:pt x="21" y="14"/>
                      <a:pt x="21" y="14"/>
                      <a:pt x="21" y="14"/>
                    </a:cubicBezTo>
                    <a:cubicBezTo>
                      <a:pt x="22" y="14"/>
                      <a:pt x="22" y="14"/>
                      <a:pt x="22" y="14"/>
                    </a:cubicBezTo>
                    <a:cubicBezTo>
                      <a:pt x="23" y="14"/>
                      <a:pt x="23" y="14"/>
                      <a:pt x="23" y="14"/>
                    </a:cubicBezTo>
                    <a:cubicBezTo>
                      <a:pt x="24" y="15"/>
                      <a:pt x="24" y="15"/>
                      <a:pt x="24" y="15"/>
                    </a:cubicBezTo>
                    <a:cubicBezTo>
                      <a:pt x="24" y="15"/>
                      <a:pt x="24" y="15"/>
                      <a:pt x="24" y="15"/>
                    </a:cubicBezTo>
                    <a:cubicBezTo>
                      <a:pt x="25" y="15"/>
                      <a:pt x="25" y="15"/>
                      <a:pt x="25" y="15"/>
                    </a:cubicBezTo>
                    <a:cubicBezTo>
                      <a:pt x="24" y="16"/>
                      <a:pt x="24" y="16"/>
                      <a:pt x="24" y="16"/>
                    </a:cubicBezTo>
                    <a:cubicBezTo>
                      <a:pt x="24" y="16"/>
                      <a:pt x="24" y="16"/>
                      <a:pt x="24" y="16"/>
                    </a:cubicBezTo>
                    <a:cubicBezTo>
                      <a:pt x="25" y="17"/>
                      <a:pt x="25" y="17"/>
                      <a:pt x="25" y="17"/>
                    </a:cubicBezTo>
                    <a:cubicBezTo>
                      <a:pt x="25" y="17"/>
                      <a:pt x="25" y="17"/>
                      <a:pt x="25" y="17"/>
                    </a:cubicBezTo>
                    <a:cubicBezTo>
                      <a:pt x="25" y="18"/>
                      <a:pt x="25" y="18"/>
                      <a:pt x="25" y="18"/>
                    </a:cubicBezTo>
                    <a:cubicBezTo>
                      <a:pt x="25" y="18"/>
                      <a:pt x="25" y="18"/>
                      <a:pt x="25" y="18"/>
                    </a:cubicBezTo>
                    <a:cubicBezTo>
                      <a:pt x="23" y="17"/>
                      <a:pt x="23" y="17"/>
                      <a:pt x="23" y="17"/>
                    </a:cubicBezTo>
                    <a:cubicBezTo>
                      <a:pt x="22" y="18"/>
                      <a:pt x="22" y="18"/>
                      <a:pt x="22" y="18"/>
                    </a:cubicBezTo>
                    <a:cubicBezTo>
                      <a:pt x="21" y="17"/>
                      <a:pt x="21" y="17"/>
                      <a:pt x="21" y="17"/>
                    </a:cubicBezTo>
                    <a:cubicBezTo>
                      <a:pt x="22" y="19"/>
                      <a:pt x="22" y="19"/>
                      <a:pt x="22" y="19"/>
                    </a:cubicBezTo>
                    <a:cubicBezTo>
                      <a:pt x="22" y="19"/>
                      <a:pt x="22" y="19"/>
                      <a:pt x="22" y="19"/>
                    </a:cubicBezTo>
                    <a:cubicBezTo>
                      <a:pt x="22" y="20"/>
                      <a:pt x="22" y="20"/>
                      <a:pt x="22" y="20"/>
                    </a:cubicBezTo>
                    <a:cubicBezTo>
                      <a:pt x="22" y="22"/>
                      <a:pt x="22" y="22"/>
                      <a:pt x="22" y="22"/>
                    </a:cubicBezTo>
                    <a:cubicBezTo>
                      <a:pt x="22" y="23"/>
                      <a:pt x="22" y="23"/>
                      <a:pt x="22" y="23"/>
                    </a:cubicBezTo>
                    <a:cubicBezTo>
                      <a:pt x="22" y="23"/>
                      <a:pt x="22" y="23"/>
                      <a:pt x="22" y="23"/>
                    </a:cubicBezTo>
                    <a:cubicBezTo>
                      <a:pt x="22" y="24"/>
                      <a:pt x="21" y="25"/>
                      <a:pt x="19" y="26"/>
                    </a:cubicBezTo>
                    <a:cubicBezTo>
                      <a:pt x="18" y="27"/>
                      <a:pt x="16" y="29"/>
                      <a:pt x="15" y="30"/>
                    </a:cubicBezTo>
                    <a:cubicBezTo>
                      <a:pt x="13" y="32"/>
                      <a:pt x="13" y="34"/>
                      <a:pt x="13" y="35"/>
                    </a:cubicBezTo>
                    <a:cubicBezTo>
                      <a:pt x="11" y="36"/>
                      <a:pt x="11" y="36"/>
                      <a:pt x="11" y="36"/>
                    </a:cubicBezTo>
                    <a:cubicBezTo>
                      <a:pt x="11" y="36"/>
                      <a:pt x="11" y="36"/>
                      <a:pt x="11" y="36"/>
                    </a:cubicBezTo>
                    <a:cubicBezTo>
                      <a:pt x="11" y="36"/>
                      <a:pt x="11" y="36"/>
                      <a:pt x="11" y="36"/>
                    </a:cubicBezTo>
                    <a:cubicBezTo>
                      <a:pt x="14" y="35"/>
                      <a:pt x="14" y="35"/>
                      <a:pt x="14" y="35"/>
                    </a:cubicBezTo>
                    <a:cubicBezTo>
                      <a:pt x="16" y="34"/>
                      <a:pt x="16" y="34"/>
                      <a:pt x="16" y="34"/>
                    </a:cubicBezTo>
                    <a:cubicBezTo>
                      <a:pt x="17" y="35"/>
                      <a:pt x="17" y="35"/>
                      <a:pt x="17" y="35"/>
                    </a:cubicBezTo>
                    <a:cubicBezTo>
                      <a:pt x="18" y="36"/>
                      <a:pt x="18" y="36"/>
                      <a:pt x="18" y="36"/>
                    </a:cubicBezTo>
                    <a:cubicBezTo>
                      <a:pt x="19" y="35"/>
                      <a:pt x="19" y="35"/>
                      <a:pt x="19" y="35"/>
                    </a:cubicBezTo>
                    <a:cubicBezTo>
                      <a:pt x="19" y="33"/>
                      <a:pt x="19" y="33"/>
                      <a:pt x="19" y="33"/>
                    </a:cubicBezTo>
                    <a:cubicBezTo>
                      <a:pt x="20" y="33"/>
                      <a:pt x="20" y="33"/>
                      <a:pt x="20" y="33"/>
                    </a:cubicBezTo>
                    <a:cubicBezTo>
                      <a:pt x="20" y="33"/>
                      <a:pt x="20" y="33"/>
                      <a:pt x="20" y="33"/>
                    </a:cubicBezTo>
                    <a:cubicBezTo>
                      <a:pt x="21" y="34"/>
                      <a:pt x="21" y="34"/>
                      <a:pt x="21" y="34"/>
                    </a:cubicBezTo>
                    <a:cubicBezTo>
                      <a:pt x="21" y="35"/>
                      <a:pt x="21" y="35"/>
                      <a:pt x="21" y="35"/>
                    </a:cubicBezTo>
                    <a:cubicBezTo>
                      <a:pt x="22" y="35"/>
                      <a:pt x="22" y="35"/>
                      <a:pt x="22" y="35"/>
                    </a:cubicBezTo>
                    <a:cubicBezTo>
                      <a:pt x="22" y="35"/>
                      <a:pt x="22" y="35"/>
                      <a:pt x="22" y="35"/>
                    </a:cubicBezTo>
                    <a:cubicBezTo>
                      <a:pt x="23" y="33"/>
                      <a:pt x="23" y="33"/>
                      <a:pt x="23" y="33"/>
                    </a:cubicBezTo>
                    <a:cubicBezTo>
                      <a:pt x="24" y="33"/>
                      <a:pt x="24" y="33"/>
                      <a:pt x="24" y="33"/>
                    </a:cubicBezTo>
                    <a:cubicBezTo>
                      <a:pt x="24" y="33"/>
                      <a:pt x="24" y="33"/>
                      <a:pt x="24" y="33"/>
                    </a:cubicBezTo>
                    <a:cubicBezTo>
                      <a:pt x="24" y="34"/>
                      <a:pt x="24" y="34"/>
                      <a:pt x="24" y="34"/>
                    </a:cubicBezTo>
                    <a:cubicBezTo>
                      <a:pt x="25" y="35"/>
                      <a:pt x="25" y="35"/>
                      <a:pt x="25" y="35"/>
                    </a:cubicBezTo>
                    <a:cubicBezTo>
                      <a:pt x="25" y="35"/>
                      <a:pt x="25" y="35"/>
                      <a:pt x="25" y="35"/>
                    </a:cubicBezTo>
                    <a:cubicBezTo>
                      <a:pt x="28" y="33"/>
                      <a:pt x="28" y="33"/>
                      <a:pt x="28" y="33"/>
                    </a:cubicBezTo>
                    <a:cubicBezTo>
                      <a:pt x="28" y="32"/>
                      <a:pt x="28" y="32"/>
                      <a:pt x="28" y="31"/>
                    </a:cubicBezTo>
                    <a:cubicBezTo>
                      <a:pt x="28" y="30"/>
                      <a:pt x="28" y="30"/>
                      <a:pt x="28" y="30"/>
                    </a:cubicBezTo>
                    <a:cubicBezTo>
                      <a:pt x="28" y="29"/>
                      <a:pt x="29" y="28"/>
                      <a:pt x="29" y="26"/>
                    </a:cubicBezTo>
                    <a:cubicBezTo>
                      <a:pt x="29" y="26"/>
                      <a:pt x="29" y="26"/>
                      <a:pt x="29" y="26"/>
                    </a:cubicBezTo>
                    <a:cubicBezTo>
                      <a:pt x="29" y="26"/>
                      <a:pt x="29" y="26"/>
                      <a:pt x="29" y="26"/>
                    </a:cubicBezTo>
                    <a:cubicBezTo>
                      <a:pt x="29" y="26"/>
                      <a:pt x="29" y="26"/>
                      <a:pt x="29" y="26"/>
                    </a:cubicBezTo>
                    <a:cubicBezTo>
                      <a:pt x="29" y="25"/>
                      <a:pt x="29" y="25"/>
                      <a:pt x="29" y="25"/>
                    </a:cubicBezTo>
                    <a:cubicBezTo>
                      <a:pt x="30" y="23"/>
                      <a:pt x="30" y="23"/>
                      <a:pt x="30" y="23"/>
                    </a:cubicBezTo>
                    <a:cubicBezTo>
                      <a:pt x="30" y="21"/>
                      <a:pt x="30" y="21"/>
                      <a:pt x="30" y="21"/>
                    </a:cubicBezTo>
                    <a:cubicBezTo>
                      <a:pt x="30" y="18"/>
                      <a:pt x="28" y="17"/>
                      <a:pt x="28" y="16"/>
                    </a:cubicBezTo>
                    <a:moveTo>
                      <a:pt x="29" y="31"/>
                    </a:moveTo>
                    <a:cubicBezTo>
                      <a:pt x="29" y="32"/>
                      <a:pt x="29" y="32"/>
                      <a:pt x="29" y="32"/>
                    </a:cubicBezTo>
                    <a:cubicBezTo>
                      <a:pt x="29" y="32"/>
                      <a:pt x="29" y="32"/>
                      <a:pt x="29" y="32"/>
                    </a:cubicBezTo>
                    <a:cubicBezTo>
                      <a:pt x="31" y="32"/>
                      <a:pt x="32" y="31"/>
                      <a:pt x="32" y="29"/>
                    </a:cubicBezTo>
                    <a:cubicBezTo>
                      <a:pt x="32" y="28"/>
                      <a:pt x="32" y="28"/>
                      <a:pt x="32" y="28"/>
                    </a:cubicBezTo>
                    <a:cubicBezTo>
                      <a:pt x="31" y="28"/>
                      <a:pt x="30" y="27"/>
                      <a:pt x="29" y="27"/>
                    </a:cubicBezTo>
                    <a:cubicBezTo>
                      <a:pt x="29" y="28"/>
                      <a:pt x="29" y="30"/>
                      <a:pt x="29" y="30"/>
                    </a:cubicBezTo>
                    <a:lnTo>
                      <a:pt x="29" y="31"/>
                    </a:lnTo>
                    <a:close/>
                    <a:moveTo>
                      <a:pt x="33" y="18"/>
                    </a:moveTo>
                    <a:cubicBezTo>
                      <a:pt x="33" y="18"/>
                      <a:pt x="33" y="18"/>
                      <a:pt x="33" y="18"/>
                    </a:cubicBezTo>
                    <a:cubicBezTo>
                      <a:pt x="33" y="17"/>
                      <a:pt x="33" y="17"/>
                      <a:pt x="33" y="17"/>
                    </a:cubicBezTo>
                    <a:cubicBezTo>
                      <a:pt x="32" y="16"/>
                      <a:pt x="32" y="16"/>
                      <a:pt x="32" y="16"/>
                    </a:cubicBezTo>
                    <a:cubicBezTo>
                      <a:pt x="31" y="18"/>
                      <a:pt x="31" y="18"/>
                      <a:pt x="31" y="18"/>
                    </a:cubicBezTo>
                    <a:cubicBezTo>
                      <a:pt x="31" y="19"/>
                      <a:pt x="31" y="20"/>
                      <a:pt x="30" y="20"/>
                    </a:cubicBezTo>
                    <a:cubicBezTo>
                      <a:pt x="30" y="20"/>
                      <a:pt x="30" y="20"/>
                      <a:pt x="30" y="20"/>
                    </a:cubicBezTo>
                    <a:cubicBezTo>
                      <a:pt x="30" y="21"/>
                      <a:pt x="30" y="21"/>
                      <a:pt x="30" y="21"/>
                    </a:cubicBezTo>
                    <a:cubicBezTo>
                      <a:pt x="30" y="21"/>
                      <a:pt x="30" y="21"/>
                      <a:pt x="30" y="21"/>
                    </a:cubicBezTo>
                    <a:cubicBezTo>
                      <a:pt x="30" y="22"/>
                      <a:pt x="30" y="22"/>
                      <a:pt x="30" y="22"/>
                    </a:cubicBezTo>
                    <a:cubicBezTo>
                      <a:pt x="30" y="23"/>
                      <a:pt x="30" y="23"/>
                      <a:pt x="30" y="23"/>
                    </a:cubicBezTo>
                    <a:cubicBezTo>
                      <a:pt x="30" y="24"/>
                      <a:pt x="30" y="24"/>
                      <a:pt x="30" y="24"/>
                    </a:cubicBezTo>
                    <a:cubicBezTo>
                      <a:pt x="32" y="22"/>
                      <a:pt x="32" y="22"/>
                      <a:pt x="32" y="22"/>
                    </a:cubicBezTo>
                    <a:cubicBezTo>
                      <a:pt x="33" y="21"/>
                      <a:pt x="33" y="21"/>
                      <a:pt x="33" y="21"/>
                    </a:cubicBezTo>
                    <a:cubicBezTo>
                      <a:pt x="33" y="21"/>
                      <a:pt x="33" y="21"/>
                      <a:pt x="33" y="21"/>
                    </a:cubicBezTo>
                    <a:cubicBezTo>
                      <a:pt x="33" y="20"/>
                      <a:pt x="33" y="20"/>
                      <a:pt x="33" y="20"/>
                    </a:cubicBezTo>
                    <a:lnTo>
                      <a:pt x="33" y="18"/>
                    </a:lnTo>
                    <a:close/>
                    <a:moveTo>
                      <a:pt x="35" y="13"/>
                    </a:moveTo>
                    <a:cubicBezTo>
                      <a:pt x="35" y="13"/>
                      <a:pt x="35" y="13"/>
                      <a:pt x="35" y="13"/>
                    </a:cubicBezTo>
                    <a:cubicBezTo>
                      <a:pt x="35" y="13"/>
                      <a:pt x="35" y="13"/>
                      <a:pt x="35" y="13"/>
                    </a:cubicBezTo>
                    <a:cubicBezTo>
                      <a:pt x="34" y="11"/>
                      <a:pt x="34" y="11"/>
                      <a:pt x="34" y="11"/>
                    </a:cubicBezTo>
                    <a:cubicBezTo>
                      <a:pt x="34" y="12"/>
                      <a:pt x="34" y="16"/>
                      <a:pt x="33" y="17"/>
                    </a:cubicBezTo>
                    <a:cubicBezTo>
                      <a:pt x="33" y="18"/>
                      <a:pt x="34" y="19"/>
                      <a:pt x="34" y="20"/>
                    </a:cubicBezTo>
                    <a:cubicBezTo>
                      <a:pt x="34" y="20"/>
                      <a:pt x="34" y="20"/>
                      <a:pt x="34" y="20"/>
                    </a:cubicBezTo>
                    <a:cubicBezTo>
                      <a:pt x="35" y="18"/>
                      <a:pt x="35" y="18"/>
                      <a:pt x="35" y="18"/>
                    </a:cubicBezTo>
                    <a:cubicBezTo>
                      <a:pt x="36" y="16"/>
                      <a:pt x="36" y="16"/>
                      <a:pt x="36" y="16"/>
                    </a:cubicBezTo>
                    <a:cubicBezTo>
                      <a:pt x="36" y="16"/>
                      <a:pt x="36" y="16"/>
                      <a:pt x="36" y="16"/>
                    </a:cubicBezTo>
                    <a:cubicBezTo>
                      <a:pt x="36" y="16"/>
                      <a:pt x="36" y="16"/>
                      <a:pt x="36" y="16"/>
                    </a:cubicBezTo>
                    <a:cubicBezTo>
                      <a:pt x="36" y="15"/>
                      <a:pt x="35" y="14"/>
                      <a:pt x="35" y="13"/>
                    </a:cubicBezTo>
                    <a:moveTo>
                      <a:pt x="36" y="1"/>
                    </a:moveTo>
                    <a:cubicBezTo>
                      <a:pt x="36" y="2"/>
                      <a:pt x="36" y="5"/>
                      <a:pt x="36" y="8"/>
                    </a:cubicBezTo>
                    <a:cubicBezTo>
                      <a:pt x="36" y="9"/>
                      <a:pt x="36" y="11"/>
                      <a:pt x="35" y="12"/>
                    </a:cubicBezTo>
                    <a:cubicBezTo>
                      <a:pt x="35" y="12"/>
                      <a:pt x="36" y="13"/>
                      <a:pt x="36" y="14"/>
                    </a:cubicBezTo>
                    <a:cubicBezTo>
                      <a:pt x="36" y="14"/>
                      <a:pt x="38" y="10"/>
                      <a:pt x="38" y="7"/>
                    </a:cubicBezTo>
                    <a:cubicBezTo>
                      <a:pt x="38" y="5"/>
                      <a:pt x="37" y="3"/>
                      <a:pt x="36" y="1"/>
                    </a:cubicBezTo>
                    <a:moveTo>
                      <a:pt x="37" y="2"/>
                    </a:moveTo>
                    <a:cubicBezTo>
                      <a:pt x="38" y="4"/>
                      <a:pt x="38" y="5"/>
                      <a:pt x="38" y="7"/>
                    </a:cubicBezTo>
                    <a:cubicBezTo>
                      <a:pt x="38" y="11"/>
                      <a:pt x="36" y="15"/>
                      <a:pt x="36" y="15"/>
                    </a:cubicBezTo>
                    <a:cubicBezTo>
                      <a:pt x="36" y="15"/>
                      <a:pt x="36" y="15"/>
                      <a:pt x="36" y="15"/>
                    </a:cubicBezTo>
                    <a:cubicBezTo>
                      <a:pt x="37" y="16"/>
                      <a:pt x="37" y="16"/>
                      <a:pt x="37" y="16"/>
                    </a:cubicBezTo>
                    <a:cubicBezTo>
                      <a:pt x="37" y="15"/>
                      <a:pt x="37" y="15"/>
                      <a:pt x="37" y="15"/>
                    </a:cubicBezTo>
                    <a:cubicBezTo>
                      <a:pt x="39" y="12"/>
                      <a:pt x="39" y="12"/>
                      <a:pt x="39" y="12"/>
                    </a:cubicBezTo>
                    <a:cubicBezTo>
                      <a:pt x="39" y="10"/>
                      <a:pt x="39" y="10"/>
                      <a:pt x="39" y="10"/>
                    </a:cubicBezTo>
                    <a:cubicBezTo>
                      <a:pt x="39" y="10"/>
                      <a:pt x="39" y="10"/>
                      <a:pt x="39" y="10"/>
                    </a:cubicBezTo>
                    <a:cubicBezTo>
                      <a:pt x="39" y="10"/>
                      <a:pt x="39" y="10"/>
                      <a:pt x="39" y="10"/>
                    </a:cubicBezTo>
                    <a:cubicBezTo>
                      <a:pt x="39" y="10"/>
                      <a:pt x="39" y="10"/>
                      <a:pt x="39" y="10"/>
                    </a:cubicBezTo>
                    <a:cubicBezTo>
                      <a:pt x="39" y="9"/>
                      <a:pt x="39" y="9"/>
                      <a:pt x="39" y="9"/>
                    </a:cubicBezTo>
                    <a:cubicBezTo>
                      <a:pt x="39" y="7"/>
                      <a:pt x="38" y="4"/>
                      <a:pt x="37" y="2"/>
                    </a:cubicBezTo>
                    <a:moveTo>
                      <a:pt x="40" y="12"/>
                    </a:moveTo>
                    <a:cubicBezTo>
                      <a:pt x="40" y="11"/>
                      <a:pt x="40" y="11"/>
                      <a:pt x="40" y="11"/>
                    </a:cubicBezTo>
                    <a:cubicBezTo>
                      <a:pt x="39" y="13"/>
                      <a:pt x="37" y="16"/>
                      <a:pt x="37" y="17"/>
                    </a:cubicBezTo>
                    <a:cubicBezTo>
                      <a:pt x="37" y="18"/>
                      <a:pt x="37" y="18"/>
                      <a:pt x="37" y="18"/>
                    </a:cubicBezTo>
                    <a:cubicBezTo>
                      <a:pt x="37" y="20"/>
                      <a:pt x="37" y="20"/>
                      <a:pt x="37" y="20"/>
                    </a:cubicBezTo>
                    <a:cubicBezTo>
                      <a:pt x="38" y="20"/>
                      <a:pt x="38" y="20"/>
                      <a:pt x="38" y="20"/>
                    </a:cubicBezTo>
                    <a:cubicBezTo>
                      <a:pt x="38" y="20"/>
                      <a:pt x="40" y="16"/>
                      <a:pt x="40" y="12"/>
                    </a:cubicBezTo>
                    <a:close/>
                    <a:moveTo>
                      <a:pt x="27" y="44"/>
                    </a:moveTo>
                    <a:cubicBezTo>
                      <a:pt x="26" y="41"/>
                      <a:pt x="26" y="41"/>
                      <a:pt x="26" y="41"/>
                    </a:cubicBezTo>
                    <a:cubicBezTo>
                      <a:pt x="26" y="41"/>
                      <a:pt x="26" y="41"/>
                      <a:pt x="26" y="41"/>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1"/>
                      <a:pt x="23" y="41"/>
                      <a:pt x="23" y="41"/>
                    </a:cubicBezTo>
                    <a:cubicBezTo>
                      <a:pt x="23" y="42"/>
                      <a:pt x="25" y="43"/>
                      <a:pt x="27" y="44"/>
                    </a:cubicBezTo>
                    <a:moveTo>
                      <a:pt x="27" y="44"/>
                    </a:moveTo>
                    <a:cubicBezTo>
                      <a:pt x="29" y="48"/>
                      <a:pt x="29" y="48"/>
                      <a:pt x="29" y="48"/>
                    </a:cubicBezTo>
                    <a:cubicBezTo>
                      <a:pt x="29" y="47"/>
                      <a:pt x="29" y="47"/>
                      <a:pt x="29" y="47"/>
                    </a:cubicBezTo>
                    <a:cubicBezTo>
                      <a:pt x="29" y="46"/>
                      <a:pt x="28" y="45"/>
                      <a:pt x="28" y="44"/>
                    </a:cubicBezTo>
                    <a:cubicBezTo>
                      <a:pt x="28" y="44"/>
                      <a:pt x="28" y="44"/>
                      <a:pt x="28" y="44"/>
                    </a:cubicBezTo>
                    <a:cubicBezTo>
                      <a:pt x="28" y="44"/>
                      <a:pt x="28" y="44"/>
                      <a:pt x="28" y="44"/>
                    </a:cubicBezTo>
                    <a:lnTo>
                      <a:pt x="27" y="44"/>
                    </a:lnTo>
                    <a:close/>
                    <a:moveTo>
                      <a:pt x="28" y="44"/>
                    </a:moveTo>
                    <a:cubicBezTo>
                      <a:pt x="28" y="42"/>
                      <a:pt x="28" y="42"/>
                      <a:pt x="28" y="42"/>
                    </a:cubicBezTo>
                    <a:cubicBezTo>
                      <a:pt x="28" y="42"/>
                      <a:pt x="28" y="42"/>
                      <a:pt x="28" y="42"/>
                    </a:cubicBezTo>
                    <a:cubicBezTo>
                      <a:pt x="27" y="41"/>
                      <a:pt x="27" y="41"/>
                      <a:pt x="27" y="41"/>
                    </a:cubicBezTo>
                    <a:lnTo>
                      <a:pt x="28" y="44"/>
                    </a:lnTo>
                    <a:close/>
                    <a:moveTo>
                      <a:pt x="28" y="44"/>
                    </a:moveTo>
                    <a:cubicBezTo>
                      <a:pt x="28" y="44"/>
                      <a:pt x="28" y="44"/>
                      <a:pt x="28" y="44"/>
                    </a:cubicBezTo>
                    <a:cubicBezTo>
                      <a:pt x="29" y="44"/>
                      <a:pt x="30" y="45"/>
                      <a:pt x="33" y="45"/>
                    </a:cubicBezTo>
                    <a:cubicBezTo>
                      <a:pt x="31" y="45"/>
                      <a:pt x="30" y="43"/>
                      <a:pt x="30" y="42"/>
                    </a:cubicBezTo>
                    <a:cubicBezTo>
                      <a:pt x="29" y="42"/>
                      <a:pt x="29" y="42"/>
                      <a:pt x="29" y="42"/>
                    </a:cubicBezTo>
                    <a:lnTo>
                      <a:pt x="28" y="44"/>
                    </a:lnTo>
                    <a:close/>
                    <a:moveTo>
                      <a:pt x="37" y="34"/>
                    </a:moveTo>
                    <a:cubicBezTo>
                      <a:pt x="38" y="34"/>
                      <a:pt x="38" y="34"/>
                      <a:pt x="38" y="34"/>
                    </a:cubicBezTo>
                    <a:cubicBezTo>
                      <a:pt x="38" y="34"/>
                      <a:pt x="38" y="34"/>
                      <a:pt x="38" y="34"/>
                    </a:cubicBezTo>
                    <a:cubicBezTo>
                      <a:pt x="38" y="34"/>
                      <a:pt x="38" y="34"/>
                      <a:pt x="38" y="34"/>
                    </a:cubicBezTo>
                    <a:cubicBezTo>
                      <a:pt x="38" y="34"/>
                      <a:pt x="38" y="34"/>
                      <a:pt x="38" y="34"/>
                    </a:cubicBezTo>
                    <a:cubicBezTo>
                      <a:pt x="38" y="34"/>
                      <a:pt x="38" y="34"/>
                      <a:pt x="38" y="34"/>
                    </a:cubicBezTo>
                    <a:cubicBezTo>
                      <a:pt x="39" y="34"/>
                      <a:pt x="39" y="34"/>
                      <a:pt x="39" y="34"/>
                    </a:cubicBezTo>
                    <a:cubicBezTo>
                      <a:pt x="37" y="32"/>
                      <a:pt x="37" y="32"/>
                      <a:pt x="37" y="32"/>
                    </a:cubicBezTo>
                    <a:cubicBezTo>
                      <a:pt x="37" y="34"/>
                      <a:pt x="37" y="34"/>
                      <a:pt x="37" y="34"/>
                    </a:cubicBezTo>
                    <a:cubicBezTo>
                      <a:pt x="37" y="34"/>
                      <a:pt x="37" y="34"/>
                      <a:pt x="37" y="34"/>
                    </a:cubicBezTo>
                    <a:close/>
                    <a:moveTo>
                      <a:pt x="37" y="38"/>
                    </a:moveTo>
                    <a:cubicBezTo>
                      <a:pt x="36" y="39"/>
                      <a:pt x="35" y="39"/>
                      <a:pt x="35" y="39"/>
                    </a:cubicBezTo>
                    <a:cubicBezTo>
                      <a:pt x="36" y="40"/>
                      <a:pt x="36" y="40"/>
                      <a:pt x="36" y="40"/>
                    </a:cubicBezTo>
                    <a:cubicBezTo>
                      <a:pt x="38" y="42"/>
                      <a:pt x="38" y="42"/>
                      <a:pt x="38" y="42"/>
                    </a:cubicBezTo>
                    <a:cubicBezTo>
                      <a:pt x="38" y="41"/>
                      <a:pt x="38" y="39"/>
                      <a:pt x="37" y="38"/>
                    </a:cubicBezTo>
                    <a:moveTo>
                      <a:pt x="34" y="40"/>
                    </a:moveTo>
                    <a:cubicBezTo>
                      <a:pt x="34" y="41"/>
                      <a:pt x="34" y="42"/>
                      <a:pt x="34" y="42"/>
                    </a:cubicBezTo>
                    <a:cubicBezTo>
                      <a:pt x="33" y="42"/>
                      <a:pt x="33" y="42"/>
                      <a:pt x="33" y="42"/>
                    </a:cubicBezTo>
                    <a:cubicBezTo>
                      <a:pt x="33" y="42"/>
                      <a:pt x="33" y="42"/>
                      <a:pt x="33" y="42"/>
                    </a:cubicBezTo>
                    <a:cubicBezTo>
                      <a:pt x="32" y="42"/>
                      <a:pt x="31" y="42"/>
                      <a:pt x="31" y="42"/>
                    </a:cubicBezTo>
                    <a:cubicBezTo>
                      <a:pt x="31" y="43"/>
                      <a:pt x="32" y="45"/>
                      <a:pt x="34" y="45"/>
                    </a:cubicBezTo>
                    <a:cubicBezTo>
                      <a:pt x="34" y="45"/>
                      <a:pt x="34" y="43"/>
                      <a:pt x="33" y="42"/>
                    </a:cubicBezTo>
                    <a:cubicBezTo>
                      <a:pt x="34" y="42"/>
                      <a:pt x="34" y="42"/>
                      <a:pt x="34" y="42"/>
                    </a:cubicBezTo>
                    <a:cubicBezTo>
                      <a:pt x="34" y="42"/>
                      <a:pt x="34" y="42"/>
                      <a:pt x="34" y="42"/>
                    </a:cubicBezTo>
                    <a:cubicBezTo>
                      <a:pt x="36" y="43"/>
                      <a:pt x="36" y="43"/>
                      <a:pt x="36" y="43"/>
                    </a:cubicBezTo>
                    <a:cubicBezTo>
                      <a:pt x="37" y="42"/>
                      <a:pt x="37" y="42"/>
                      <a:pt x="37" y="42"/>
                    </a:cubicBezTo>
                    <a:cubicBezTo>
                      <a:pt x="36" y="42"/>
                      <a:pt x="35" y="40"/>
                      <a:pt x="34" y="40"/>
                    </a:cubicBezTo>
                    <a:moveTo>
                      <a:pt x="37" y="44"/>
                    </a:moveTo>
                    <a:cubicBezTo>
                      <a:pt x="37" y="43"/>
                      <a:pt x="37" y="43"/>
                      <a:pt x="37" y="43"/>
                    </a:cubicBezTo>
                    <a:cubicBezTo>
                      <a:pt x="36" y="43"/>
                      <a:pt x="36" y="43"/>
                      <a:pt x="36" y="43"/>
                    </a:cubicBezTo>
                    <a:cubicBezTo>
                      <a:pt x="34" y="43"/>
                      <a:pt x="34" y="43"/>
                      <a:pt x="34" y="43"/>
                    </a:cubicBezTo>
                    <a:cubicBezTo>
                      <a:pt x="34" y="44"/>
                      <a:pt x="35" y="45"/>
                      <a:pt x="35" y="46"/>
                    </a:cubicBezTo>
                    <a:cubicBezTo>
                      <a:pt x="35" y="46"/>
                      <a:pt x="35" y="46"/>
                      <a:pt x="35" y="46"/>
                    </a:cubicBezTo>
                    <a:cubicBezTo>
                      <a:pt x="34" y="46"/>
                      <a:pt x="34" y="46"/>
                      <a:pt x="34" y="46"/>
                    </a:cubicBezTo>
                    <a:cubicBezTo>
                      <a:pt x="34" y="46"/>
                      <a:pt x="34" y="46"/>
                      <a:pt x="34" y="46"/>
                    </a:cubicBezTo>
                    <a:cubicBezTo>
                      <a:pt x="33" y="46"/>
                      <a:pt x="33" y="46"/>
                      <a:pt x="33" y="46"/>
                    </a:cubicBezTo>
                    <a:cubicBezTo>
                      <a:pt x="32" y="46"/>
                      <a:pt x="32" y="46"/>
                      <a:pt x="32" y="46"/>
                    </a:cubicBezTo>
                    <a:cubicBezTo>
                      <a:pt x="32" y="47"/>
                      <a:pt x="32" y="47"/>
                      <a:pt x="32" y="47"/>
                    </a:cubicBezTo>
                    <a:cubicBezTo>
                      <a:pt x="32" y="48"/>
                      <a:pt x="33" y="48"/>
                      <a:pt x="33" y="50"/>
                    </a:cubicBezTo>
                    <a:cubicBezTo>
                      <a:pt x="34" y="52"/>
                      <a:pt x="36" y="54"/>
                      <a:pt x="38" y="55"/>
                    </a:cubicBezTo>
                    <a:cubicBezTo>
                      <a:pt x="39" y="57"/>
                      <a:pt x="40" y="58"/>
                      <a:pt x="41" y="60"/>
                    </a:cubicBezTo>
                    <a:cubicBezTo>
                      <a:pt x="41" y="61"/>
                      <a:pt x="41" y="61"/>
                      <a:pt x="41" y="61"/>
                    </a:cubicBezTo>
                    <a:cubicBezTo>
                      <a:pt x="42" y="61"/>
                      <a:pt x="42" y="61"/>
                      <a:pt x="42" y="61"/>
                    </a:cubicBezTo>
                    <a:cubicBezTo>
                      <a:pt x="42" y="61"/>
                      <a:pt x="42" y="61"/>
                      <a:pt x="42" y="61"/>
                    </a:cubicBezTo>
                    <a:cubicBezTo>
                      <a:pt x="43" y="61"/>
                      <a:pt x="44" y="59"/>
                      <a:pt x="44" y="59"/>
                    </a:cubicBezTo>
                    <a:cubicBezTo>
                      <a:pt x="44" y="58"/>
                      <a:pt x="44" y="58"/>
                      <a:pt x="44" y="58"/>
                    </a:cubicBezTo>
                    <a:cubicBezTo>
                      <a:pt x="44" y="54"/>
                      <a:pt x="39" y="52"/>
                      <a:pt x="37" y="44"/>
                    </a:cubicBezTo>
                    <a:moveTo>
                      <a:pt x="31" y="42"/>
                    </a:moveTo>
                    <a:cubicBezTo>
                      <a:pt x="32" y="42"/>
                      <a:pt x="32" y="42"/>
                      <a:pt x="32" y="42"/>
                    </a:cubicBezTo>
                    <a:cubicBezTo>
                      <a:pt x="31" y="41"/>
                      <a:pt x="31" y="40"/>
                      <a:pt x="31" y="39"/>
                    </a:cubicBezTo>
                    <a:cubicBezTo>
                      <a:pt x="30" y="40"/>
                      <a:pt x="30" y="40"/>
                      <a:pt x="30" y="40"/>
                    </a:cubicBezTo>
                    <a:cubicBezTo>
                      <a:pt x="29" y="42"/>
                      <a:pt x="29" y="42"/>
                      <a:pt x="29" y="42"/>
                    </a:cubicBezTo>
                    <a:lnTo>
                      <a:pt x="31" y="42"/>
                    </a:lnTo>
                    <a:close/>
                    <a:moveTo>
                      <a:pt x="33" y="41"/>
                    </a:moveTo>
                    <a:cubicBezTo>
                      <a:pt x="34" y="39"/>
                      <a:pt x="34" y="39"/>
                      <a:pt x="34" y="39"/>
                    </a:cubicBezTo>
                    <a:cubicBezTo>
                      <a:pt x="34" y="39"/>
                      <a:pt x="34" y="39"/>
                      <a:pt x="34" y="39"/>
                    </a:cubicBezTo>
                    <a:cubicBezTo>
                      <a:pt x="34" y="39"/>
                      <a:pt x="34" y="39"/>
                      <a:pt x="34" y="39"/>
                    </a:cubicBezTo>
                    <a:cubicBezTo>
                      <a:pt x="34" y="39"/>
                      <a:pt x="34" y="39"/>
                      <a:pt x="34" y="39"/>
                    </a:cubicBezTo>
                    <a:cubicBezTo>
                      <a:pt x="34" y="39"/>
                      <a:pt x="35" y="39"/>
                      <a:pt x="37" y="38"/>
                    </a:cubicBezTo>
                    <a:cubicBezTo>
                      <a:pt x="36" y="38"/>
                      <a:pt x="35" y="37"/>
                      <a:pt x="35" y="36"/>
                    </a:cubicBezTo>
                    <a:cubicBezTo>
                      <a:pt x="34" y="38"/>
                      <a:pt x="34" y="38"/>
                      <a:pt x="34" y="38"/>
                    </a:cubicBezTo>
                    <a:cubicBezTo>
                      <a:pt x="34" y="38"/>
                      <a:pt x="34" y="38"/>
                      <a:pt x="34" y="38"/>
                    </a:cubicBezTo>
                    <a:cubicBezTo>
                      <a:pt x="34" y="38"/>
                      <a:pt x="34" y="38"/>
                      <a:pt x="34" y="38"/>
                    </a:cubicBezTo>
                    <a:cubicBezTo>
                      <a:pt x="34" y="38"/>
                      <a:pt x="34" y="38"/>
                      <a:pt x="33" y="38"/>
                    </a:cubicBezTo>
                    <a:cubicBezTo>
                      <a:pt x="31" y="39"/>
                      <a:pt x="31" y="39"/>
                      <a:pt x="31" y="39"/>
                    </a:cubicBezTo>
                    <a:cubicBezTo>
                      <a:pt x="31" y="39"/>
                      <a:pt x="31" y="39"/>
                      <a:pt x="31" y="39"/>
                    </a:cubicBezTo>
                    <a:cubicBezTo>
                      <a:pt x="31" y="39"/>
                      <a:pt x="32" y="41"/>
                      <a:pt x="33" y="41"/>
                    </a:cubicBezTo>
                    <a:moveTo>
                      <a:pt x="35" y="35"/>
                    </a:moveTo>
                    <a:cubicBezTo>
                      <a:pt x="35" y="35"/>
                      <a:pt x="35" y="35"/>
                      <a:pt x="35" y="35"/>
                    </a:cubicBezTo>
                    <a:cubicBezTo>
                      <a:pt x="35" y="36"/>
                      <a:pt x="35" y="36"/>
                      <a:pt x="35" y="36"/>
                    </a:cubicBezTo>
                    <a:cubicBezTo>
                      <a:pt x="35" y="36"/>
                      <a:pt x="36" y="37"/>
                      <a:pt x="37" y="38"/>
                    </a:cubicBezTo>
                    <a:cubicBezTo>
                      <a:pt x="37" y="36"/>
                      <a:pt x="37" y="36"/>
                      <a:pt x="37" y="36"/>
                    </a:cubicBezTo>
                    <a:cubicBezTo>
                      <a:pt x="37" y="36"/>
                      <a:pt x="37" y="36"/>
                      <a:pt x="37" y="36"/>
                    </a:cubicBezTo>
                    <a:cubicBezTo>
                      <a:pt x="37" y="34"/>
                      <a:pt x="37" y="34"/>
                      <a:pt x="37" y="34"/>
                    </a:cubicBezTo>
                    <a:cubicBezTo>
                      <a:pt x="37" y="34"/>
                      <a:pt x="37" y="34"/>
                      <a:pt x="37" y="34"/>
                    </a:cubicBezTo>
                    <a:cubicBezTo>
                      <a:pt x="37" y="34"/>
                      <a:pt x="37" y="34"/>
                      <a:pt x="37" y="34"/>
                    </a:cubicBezTo>
                    <a:cubicBezTo>
                      <a:pt x="37" y="34"/>
                      <a:pt x="37" y="34"/>
                      <a:pt x="37" y="34"/>
                    </a:cubicBezTo>
                    <a:cubicBezTo>
                      <a:pt x="37" y="35"/>
                      <a:pt x="37" y="35"/>
                      <a:pt x="37" y="35"/>
                    </a:cubicBezTo>
                    <a:cubicBezTo>
                      <a:pt x="37" y="35"/>
                      <a:pt x="37" y="35"/>
                      <a:pt x="37" y="35"/>
                    </a:cubicBezTo>
                    <a:cubicBezTo>
                      <a:pt x="36" y="35"/>
                      <a:pt x="36" y="35"/>
                      <a:pt x="36" y="35"/>
                    </a:cubicBezTo>
                    <a:cubicBezTo>
                      <a:pt x="35" y="35"/>
                      <a:pt x="35" y="35"/>
                      <a:pt x="35" y="35"/>
                    </a:cubicBezTo>
                    <a:close/>
                    <a:moveTo>
                      <a:pt x="39" y="34"/>
                    </a:moveTo>
                    <a:cubicBezTo>
                      <a:pt x="39" y="32"/>
                      <a:pt x="39" y="32"/>
                      <a:pt x="39" y="32"/>
                    </a:cubicBezTo>
                    <a:cubicBezTo>
                      <a:pt x="39" y="31"/>
                      <a:pt x="39" y="31"/>
                      <a:pt x="39" y="31"/>
                    </a:cubicBezTo>
                    <a:cubicBezTo>
                      <a:pt x="39" y="30"/>
                      <a:pt x="39" y="30"/>
                      <a:pt x="39" y="30"/>
                    </a:cubicBezTo>
                    <a:cubicBezTo>
                      <a:pt x="39" y="30"/>
                      <a:pt x="39" y="30"/>
                      <a:pt x="39" y="30"/>
                    </a:cubicBezTo>
                    <a:cubicBezTo>
                      <a:pt x="41" y="29"/>
                      <a:pt x="41" y="29"/>
                      <a:pt x="41" y="29"/>
                    </a:cubicBezTo>
                    <a:cubicBezTo>
                      <a:pt x="41" y="28"/>
                      <a:pt x="41" y="28"/>
                      <a:pt x="41" y="28"/>
                    </a:cubicBezTo>
                    <a:cubicBezTo>
                      <a:pt x="41" y="28"/>
                      <a:pt x="41" y="28"/>
                      <a:pt x="41" y="28"/>
                    </a:cubicBezTo>
                    <a:cubicBezTo>
                      <a:pt x="38" y="28"/>
                      <a:pt x="38" y="28"/>
                      <a:pt x="38" y="28"/>
                    </a:cubicBezTo>
                    <a:cubicBezTo>
                      <a:pt x="39" y="29"/>
                      <a:pt x="39" y="30"/>
                      <a:pt x="39" y="30"/>
                    </a:cubicBezTo>
                    <a:cubicBezTo>
                      <a:pt x="39" y="30"/>
                      <a:pt x="39" y="30"/>
                      <a:pt x="39" y="30"/>
                    </a:cubicBezTo>
                    <a:cubicBezTo>
                      <a:pt x="39" y="30"/>
                      <a:pt x="39" y="30"/>
                      <a:pt x="39" y="30"/>
                    </a:cubicBezTo>
                    <a:cubicBezTo>
                      <a:pt x="37" y="32"/>
                      <a:pt x="37" y="32"/>
                      <a:pt x="37" y="32"/>
                    </a:cubicBezTo>
                    <a:lnTo>
                      <a:pt x="39" y="34"/>
                    </a:lnTo>
                    <a:close/>
                    <a:moveTo>
                      <a:pt x="38" y="27"/>
                    </a:moveTo>
                    <a:cubicBezTo>
                      <a:pt x="39" y="27"/>
                      <a:pt x="40" y="27"/>
                      <a:pt x="41" y="28"/>
                    </a:cubicBezTo>
                    <a:cubicBezTo>
                      <a:pt x="41" y="27"/>
                      <a:pt x="41" y="27"/>
                      <a:pt x="41" y="27"/>
                    </a:cubicBezTo>
                    <a:cubicBezTo>
                      <a:pt x="40" y="25"/>
                      <a:pt x="40" y="25"/>
                      <a:pt x="40" y="25"/>
                    </a:cubicBezTo>
                    <a:cubicBezTo>
                      <a:pt x="40" y="25"/>
                      <a:pt x="40" y="25"/>
                      <a:pt x="40" y="25"/>
                    </a:cubicBezTo>
                    <a:cubicBezTo>
                      <a:pt x="40" y="25"/>
                      <a:pt x="40" y="25"/>
                      <a:pt x="40" y="25"/>
                    </a:cubicBezTo>
                    <a:cubicBezTo>
                      <a:pt x="38" y="27"/>
                      <a:pt x="38" y="27"/>
                      <a:pt x="38" y="27"/>
                    </a:cubicBezTo>
                    <a:close/>
                    <a:moveTo>
                      <a:pt x="40" y="25"/>
                    </a:move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1" y="24"/>
                      <a:pt x="41" y="23"/>
                    </a:cubicBezTo>
                    <a:cubicBezTo>
                      <a:pt x="41" y="23"/>
                      <a:pt x="41" y="23"/>
                      <a:pt x="41" y="23"/>
                    </a:cubicBezTo>
                    <a:cubicBezTo>
                      <a:pt x="39" y="23"/>
                      <a:pt x="39" y="23"/>
                      <a:pt x="39" y="23"/>
                    </a:cubicBezTo>
                    <a:cubicBezTo>
                      <a:pt x="38" y="23"/>
                      <a:pt x="38" y="23"/>
                      <a:pt x="38" y="23"/>
                    </a:cubicBezTo>
                    <a:cubicBezTo>
                      <a:pt x="39" y="25"/>
                      <a:pt x="39" y="25"/>
                      <a:pt x="39" y="25"/>
                    </a:cubicBezTo>
                    <a:lnTo>
                      <a:pt x="40" y="25"/>
                    </a:lnTo>
                    <a:close/>
                    <a:moveTo>
                      <a:pt x="38" y="23"/>
                    </a:moveTo>
                    <a:cubicBezTo>
                      <a:pt x="39" y="22"/>
                      <a:pt x="40" y="22"/>
                      <a:pt x="41" y="22"/>
                    </a:cubicBezTo>
                    <a:cubicBezTo>
                      <a:pt x="39" y="21"/>
                      <a:pt x="39" y="21"/>
                      <a:pt x="39" y="21"/>
                    </a:cubicBezTo>
                    <a:cubicBezTo>
                      <a:pt x="39" y="21"/>
                      <a:pt x="39" y="21"/>
                      <a:pt x="39" y="21"/>
                    </a:cubicBezTo>
                    <a:lnTo>
                      <a:pt x="38" y="23"/>
                    </a:lnTo>
                    <a:close/>
                    <a:moveTo>
                      <a:pt x="46" y="3"/>
                    </a:moveTo>
                    <a:cubicBezTo>
                      <a:pt x="45" y="5"/>
                      <a:pt x="42" y="10"/>
                      <a:pt x="40" y="12"/>
                    </a:cubicBezTo>
                    <a:cubicBezTo>
                      <a:pt x="40" y="13"/>
                      <a:pt x="40" y="14"/>
                      <a:pt x="40" y="15"/>
                    </a:cubicBezTo>
                    <a:cubicBezTo>
                      <a:pt x="42" y="13"/>
                      <a:pt x="46" y="7"/>
                      <a:pt x="46" y="3"/>
                    </a:cubicBezTo>
                    <a:close/>
                    <a:moveTo>
                      <a:pt x="46" y="2"/>
                    </a:moveTo>
                    <a:cubicBezTo>
                      <a:pt x="46" y="3"/>
                      <a:pt x="46" y="3"/>
                      <a:pt x="46" y="3"/>
                    </a:cubicBezTo>
                    <a:cubicBezTo>
                      <a:pt x="46" y="2"/>
                      <a:pt x="46" y="2"/>
                      <a:pt x="46" y="2"/>
                    </a:cubicBezTo>
                    <a:close/>
                    <a:moveTo>
                      <a:pt x="47" y="5"/>
                    </a:moveTo>
                    <a:cubicBezTo>
                      <a:pt x="47" y="3"/>
                      <a:pt x="47" y="3"/>
                      <a:pt x="47" y="3"/>
                    </a:cubicBezTo>
                    <a:cubicBezTo>
                      <a:pt x="47" y="3"/>
                      <a:pt x="47" y="3"/>
                      <a:pt x="47" y="3"/>
                    </a:cubicBezTo>
                    <a:cubicBezTo>
                      <a:pt x="47" y="9"/>
                      <a:pt x="40" y="16"/>
                      <a:pt x="40" y="16"/>
                    </a:cubicBezTo>
                    <a:cubicBezTo>
                      <a:pt x="40" y="17"/>
                      <a:pt x="39" y="19"/>
                      <a:pt x="39" y="20"/>
                    </a:cubicBezTo>
                    <a:cubicBezTo>
                      <a:pt x="40" y="19"/>
                      <a:pt x="41" y="18"/>
                      <a:pt x="42" y="16"/>
                    </a:cubicBezTo>
                    <a:cubicBezTo>
                      <a:pt x="42" y="16"/>
                      <a:pt x="42" y="16"/>
                      <a:pt x="42" y="16"/>
                    </a:cubicBezTo>
                    <a:cubicBezTo>
                      <a:pt x="42" y="16"/>
                      <a:pt x="47" y="10"/>
                      <a:pt x="47" y="5"/>
                    </a:cubicBezTo>
                    <a:moveTo>
                      <a:pt x="43" y="16"/>
                    </a:moveTo>
                    <a:cubicBezTo>
                      <a:pt x="41" y="18"/>
                      <a:pt x="39" y="20"/>
                      <a:pt x="39" y="20"/>
                    </a:cubicBezTo>
                    <a:cubicBezTo>
                      <a:pt x="40" y="21"/>
                      <a:pt x="40" y="21"/>
                      <a:pt x="40" y="21"/>
                    </a:cubicBezTo>
                    <a:cubicBezTo>
                      <a:pt x="40" y="21"/>
                      <a:pt x="42" y="19"/>
                      <a:pt x="43" y="18"/>
                    </a:cubicBezTo>
                    <a:cubicBezTo>
                      <a:pt x="44" y="17"/>
                      <a:pt x="46" y="15"/>
                      <a:pt x="47" y="13"/>
                    </a:cubicBezTo>
                    <a:cubicBezTo>
                      <a:pt x="46" y="14"/>
                      <a:pt x="44" y="16"/>
                      <a:pt x="43" y="16"/>
                    </a:cubicBezTo>
                    <a:moveTo>
                      <a:pt x="43" y="22"/>
                    </a:moveTo>
                    <a:cubicBezTo>
                      <a:pt x="42" y="22"/>
                      <a:pt x="42" y="22"/>
                      <a:pt x="42" y="22"/>
                    </a:cubicBezTo>
                    <a:cubicBezTo>
                      <a:pt x="42" y="22"/>
                      <a:pt x="47" y="18"/>
                      <a:pt x="47" y="14"/>
                    </a:cubicBezTo>
                    <a:cubicBezTo>
                      <a:pt x="47" y="14"/>
                      <a:pt x="47" y="14"/>
                      <a:pt x="47" y="14"/>
                    </a:cubicBezTo>
                    <a:cubicBezTo>
                      <a:pt x="46" y="17"/>
                      <a:pt x="41" y="20"/>
                      <a:pt x="40" y="21"/>
                    </a:cubicBezTo>
                    <a:cubicBezTo>
                      <a:pt x="42" y="22"/>
                      <a:pt x="42" y="22"/>
                      <a:pt x="42" y="22"/>
                    </a:cubicBezTo>
                    <a:cubicBezTo>
                      <a:pt x="42" y="22"/>
                      <a:pt x="42" y="22"/>
                      <a:pt x="42" y="22"/>
                    </a:cubicBezTo>
                    <a:cubicBezTo>
                      <a:pt x="42" y="22"/>
                      <a:pt x="42" y="22"/>
                      <a:pt x="42" y="22"/>
                    </a:cubicBezTo>
                    <a:cubicBezTo>
                      <a:pt x="42" y="24"/>
                      <a:pt x="41" y="25"/>
                      <a:pt x="40" y="25"/>
                    </a:cubicBezTo>
                    <a:cubicBezTo>
                      <a:pt x="41" y="26"/>
                      <a:pt x="41" y="26"/>
                      <a:pt x="41" y="26"/>
                    </a:cubicBezTo>
                    <a:cubicBezTo>
                      <a:pt x="41" y="25"/>
                      <a:pt x="42" y="25"/>
                      <a:pt x="43" y="24"/>
                    </a:cubicBezTo>
                    <a:cubicBezTo>
                      <a:pt x="45" y="23"/>
                      <a:pt x="46" y="22"/>
                      <a:pt x="46" y="21"/>
                    </a:cubicBezTo>
                    <a:cubicBezTo>
                      <a:pt x="45" y="21"/>
                      <a:pt x="44" y="21"/>
                      <a:pt x="43" y="22"/>
                    </a:cubicBezTo>
                    <a:moveTo>
                      <a:pt x="44" y="26"/>
                    </a:moveTo>
                    <a:cubicBezTo>
                      <a:pt x="45" y="25"/>
                      <a:pt x="46" y="23"/>
                      <a:pt x="47" y="22"/>
                    </a:cubicBezTo>
                    <a:cubicBezTo>
                      <a:pt x="45" y="24"/>
                      <a:pt x="42" y="26"/>
                      <a:pt x="41" y="26"/>
                    </a:cubicBezTo>
                    <a:cubicBezTo>
                      <a:pt x="42" y="28"/>
                      <a:pt x="42" y="28"/>
                      <a:pt x="42" y="28"/>
                    </a:cubicBezTo>
                    <a:cubicBezTo>
                      <a:pt x="42" y="28"/>
                      <a:pt x="42" y="28"/>
                      <a:pt x="42" y="28"/>
                    </a:cubicBezTo>
                    <a:cubicBezTo>
                      <a:pt x="42" y="28"/>
                      <a:pt x="42" y="28"/>
                      <a:pt x="42" y="28"/>
                    </a:cubicBezTo>
                    <a:cubicBezTo>
                      <a:pt x="43" y="28"/>
                      <a:pt x="44" y="27"/>
                      <a:pt x="44" y="26"/>
                    </a:cubicBezTo>
                    <a:moveTo>
                      <a:pt x="45" y="29"/>
                    </a:moveTo>
                    <a:cubicBezTo>
                      <a:pt x="44" y="29"/>
                      <a:pt x="44" y="28"/>
                      <a:pt x="43" y="28"/>
                    </a:cubicBezTo>
                    <a:cubicBezTo>
                      <a:pt x="43" y="28"/>
                      <a:pt x="43" y="28"/>
                      <a:pt x="43" y="28"/>
                    </a:cubicBezTo>
                    <a:cubicBezTo>
                      <a:pt x="43" y="28"/>
                      <a:pt x="43" y="28"/>
                      <a:pt x="43" y="28"/>
                    </a:cubicBezTo>
                    <a:cubicBezTo>
                      <a:pt x="42" y="29"/>
                      <a:pt x="42" y="29"/>
                      <a:pt x="42" y="29"/>
                    </a:cubicBezTo>
                    <a:cubicBezTo>
                      <a:pt x="42" y="29"/>
                      <a:pt x="42" y="29"/>
                      <a:pt x="42" y="29"/>
                    </a:cubicBezTo>
                    <a:cubicBezTo>
                      <a:pt x="42" y="29"/>
                      <a:pt x="42" y="29"/>
                      <a:pt x="42" y="29"/>
                    </a:cubicBezTo>
                    <a:cubicBezTo>
                      <a:pt x="40" y="30"/>
                      <a:pt x="40" y="30"/>
                      <a:pt x="40" y="30"/>
                    </a:cubicBezTo>
                    <a:cubicBezTo>
                      <a:pt x="42" y="30"/>
                      <a:pt x="42" y="30"/>
                      <a:pt x="42" y="30"/>
                    </a:cubicBezTo>
                    <a:cubicBezTo>
                      <a:pt x="43" y="30"/>
                      <a:pt x="45" y="29"/>
                      <a:pt x="45" y="29"/>
                    </a:cubicBezTo>
                    <a:close/>
                    <a:moveTo>
                      <a:pt x="45" y="30"/>
                    </a:moveTo>
                    <a:cubicBezTo>
                      <a:pt x="43" y="31"/>
                      <a:pt x="41" y="31"/>
                      <a:pt x="40" y="31"/>
                    </a:cubicBezTo>
                    <a:cubicBezTo>
                      <a:pt x="40" y="32"/>
                      <a:pt x="40" y="32"/>
                      <a:pt x="40" y="32"/>
                    </a:cubicBezTo>
                    <a:cubicBezTo>
                      <a:pt x="40" y="34"/>
                      <a:pt x="40" y="34"/>
                      <a:pt x="40" y="34"/>
                    </a:cubicBezTo>
                    <a:cubicBezTo>
                      <a:pt x="40" y="34"/>
                      <a:pt x="40" y="34"/>
                      <a:pt x="40" y="34"/>
                    </a:cubicBezTo>
                    <a:cubicBezTo>
                      <a:pt x="40" y="34"/>
                      <a:pt x="40" y="34"/>
                      <a:pt x="40" y="34"/>
                    </a:cubicBezTo>
                    <a:cubicBezTo>
                      <a:pt x="41" y="33"/>
                      <a:pt x="41" y="33"/>
                      <a:pt x="41" y="33"/>
                    </a:cubicBezTo>
                    <a:cubicBezTo>
                      <a:pt x="42" y="33"/>
                      <a:pt x="44" y="32"/>
                      <a:pt x="45" y="30"/>
                    </a:cubicBezTo>
                    <a:moveTo>
                      <a:pt x="43" y="35"/>
                    </a:moveTo>
                    <a:cubicBezTo>
                      <a:pt x="43" y="35"/>
                      <a:pt x="43" y="35"/>
                      <a:pt x="43" y="35"/>
                    </a:cubicBezTo>
                    <a:cubicBezTo>
                      <a:pt x="44" y="35"/>
                      <a:pt x="44" y="35"/>
                      <a:pt x="44" y="35"/>
                    </a:cubicBezTo>
                    <a:cubicBezTo>
                      <a:pt x="44" y="35"/>
                      <a:pt x="46" y="36"/>
                      <a:pt x="46" y="38"/>
                    </a:cubicBezTo>
                    <a:cubicBezTo>
                      <a:pt x="46" y="38"/>
                      <a:pt x="46" y="38"/>
                      <a:pt x="46" y="38"/>
                    </a:cubicBezTo>
                    <a:cubicBezTo>
                      <a:pt x="46" y="40"/>
                      <a:pt x="46" y="40"/>
                      <a:pt x="46" y="40"/>
                    </a:cubicBezTo>
                    <a:cubicBezTo>
                      <a:pt x="45" y="40"/>
                      <a:pt x="45" y="40"/>
                      <a:pt x="45" y="40"/>
                    </a:cubicBezTo>
                    <a:cubicBezTo>
                      <a:pt x="45" y="40"/>
                      <a:pt x="43" y="40"/>
                      <a:pt x="43" y="42"/>
                    </a:cubicBezTo>
                    <a:cubicBezTo>
                      <a:pt x="43" y="43"/>
                      <a:pt x="43" y="43"/>
                      <a:pt x="43" y="43"/>
                    </a:cubicBezTo>
                    <a:cubicBezTo>
                      <a:pt x="44" y="45"/>
                      <a:pt x="46" y="46"/>
                      <a:pt x="46" y="48"/>
                    </a:cubicBezTo>
                    <a:cubicBezTo>
                      <a:pt x="46" y="48"/>
                      <a:pt x="46" y="48"/>
                      <a:pt x="46" y="48"/>
                    </a:cubicBezTo>
                    <a:cubicBezTo>
                      <a:pt x="46" y="49"/>
                      <a:pt x="45" y="50"/>
                      <a:pt x="45" y="51"/>
                    </a:cubicBezTo>
                    <a:cubicBezTo>
                      <a:pt x="45" y="51"/>
                      <a:pt x="45" y="51"/>
                      <a:pt x="45" y="51"/>
                    </a:cubicBezTo>
                    <a:cubicBezTo>
                      <a:pt x="45" y="51"/>
                      <a:pt x="45" y="51"/>
                      <a:pt x="45" y="51"/>
                    </a:cubicBezTo>
                    <a:cubicBezTo>
                      <a:pt x="45" y="51"/>
                      <a:pt x="46" y="50"/>
                      <a:pt x="46" y="49"/>
                    </a:cubicBezTo>
                    <a:cubicBezTo>
                      <a:pt x="46" y="48"/>
                      <a:pt x="46" y="48"/>
                      <a:pt x="46" y="48"/>
                    </a:cubicBezTo>
                    <a:cubicBezTo>
                      <a:pt x="46" y="46"/>
                      <a:pt x="46" y="46"/>
                      <a:pt x="46" y="46"/>
                    </a:cubicBezTo>
                    <a:cubicBezTo>
                      <a:pt x="45" y="45"/>
                      <a:pt x="44" y="44"/>
                      <a:pt x="44" y="43"/>
                    </a:cubicBezTo>
                    <a:cubicBezTo>
                      <a:pt x="44" y="42"/>
                      <a:pt x="44" y="42"/>
                      <a:pt x="44" y="42"/>
                    </a:cubicBezTo>
                    <a:cubicBezTo>
                      <a:pt x="44" y="41"/>
                      <a:pt x="46" y="40"/>
                      <a:pt x="46" y="40"/>
                    </a:cubicBezTo>
                    <a:cubicBezTo>
                      <a:pt x="46" y="40"/>
                      <a:pt x="46" y="40"/>
                      <a:pt x="46" y="40"/>
                    </a:cubicBezTo>
                    <a:cubicBezTo>
                      <a:pt x="46" y="40"/>
                      <a:pt x="45" y="41"/>
                      <a:pt x="45" y="42"/>
                    </a:cubicBezTo>
                    <a:cubicBezTo>
                      <a:pt x="45" y="43"/>
                      <a:pt x="45" y="43"/>
                      <a:pt x="45" y="43"/>
                    </a:cubicBezTo>
                    <a:cubicBezTo>
                      <a:pt x="45" y="44"/>
                      <a:pt x="46" y="45"/>
                      <a:pt x="46" y="46"/>
                    </a:cubicBezTo>
                    <a:cubicBezTo>
                      <a:pt x="47" y="48"/>
                      <a:pt x="47" y="48"/>
                      <a:pt x="47" y="48"/>
                    </a:cubicBezTo>
                    <a:cubicBezTo>
                      <a:pt x="47" y="49"/>
                      <a:pt x="47" y="49"/>
                      <a:pt x="47" y="49"/>
                    </a:cubicBezTo>
                    <a:cubicBezTo>
                      <a:pt x="46" y="50"/>
                      <a:pt x="46" y="50"/>
                      <a:pt x="46" y="50"/>
                    </a:cubicBezTo>
                    <a:cubicBezTo>
                      <a:pt x="47" y="49"/>
                      <a:pt x="47" y="49"/>
                      <a:pt x="47" y="49"/>
                    </a:cubicBezTo>
                    <a:cubicBezTo>
                      <a:pt x="47" y="49"/>
                      <a:pt x="47" y="49"/>
                      <a:pt x="47" y="48"/>
                    </a:cubicBezTo>
                    <a:cubicBezTo>
                      <a:pt x="47" y="48"/>
                      <a:pt x="47" y="48"/>
                      <a:pt x="47" y="48"/>
                    </a:cubicBezTo>
                    <a:cubicBezTo>
                      <a:pt x="47" y="47"/>
                      <a:pt x="46" y="43"/>
                      <a:pt x="45" y="43"/>
                    </a:cubicBezTo>
                    <a:cubicBezTo>
                      <a:pt x="45" y="42"/>
                      <a:pt x="45" y="42"/>
                      <a:pt x="45" y="42"/>
                    </a:cubicBezTo>
                    <a:cubicBezTo>
                      <a:pt x="45" y="41"/>
                      <a:pt x="47" y="40"/>
                      <a:pt x="47" y="40"/>
                    </a:cubicBezTo>
                    <a:cubicBezTo>
                      <a:pt x="47" y="41"/>
                      <a:pt x="47" y="41"/>
                      <a:pt x="47" y="41"/>
                    </a:cubicBezTo>
                    <a:cubicBezTo>
                      <a:pt x="47" y="41"/>
                      <a:pt x="47" y="41"/>
                      <a:pt x="47" y="41"/>
                    </a:cubicBezTo>
                    <a:cubicBezTo>
                      <a:pt x="46" y="42"/>
                      <a:pt x="46" y="42"/>
                      <a:pt x="46" y="42"/>
                    </a:cubicBezTo>
                    <a:cubicBezTo>
                      <a:pt x="46" y="43"/>
                      <a:pt x="46" y="43"/>
                      <a:pt x="46" y="43"/>
                    </a:cubicBezTo>
                    <a:cubicBezTo>
                      <a:pt x="46" y="43"/>
                      <a:pt x="47" y="46"/>
                      <a:pt x="47" y="48"/>
                    </a:cubicBezTo>
                    <a:cubicBezTo>
                      <a:pt x="47" y="48"/>
                      <a:pt x="47" y="48"/>
                      <a:pt x="47" y="48"/>
                    </a:cubicBezTo>
                    <a:cubicBezTo>
                      <a:pt x="47" y="50"/>
                      <a:pt x="47" y="50"/>
                      <a:pt x="47" y="50"/>
                    </a:cubicBezTo>
                    <a:cubicBezTo>
                      <a:pt x="46" y="51"/>
                      <a:pt x="46" y="51"/>
                      <a:pt x="46" y="51"/>
                    </a:cubicBezTo>
                    <a:cubicBezTo>
                      <a:pt x="47" y="51"/>
                      <a:pt x="48" y="50"/>
                      <a:pt x="48" y="49"/>
                    </a:cubicBezTo>
                    <a:cubicBezTo>
                      <a:pt x="48" y="48"/>
                      <a:pt x="48" y="48"/>
                      <a:pt x="48" y="48"/>
                    </a:cubicBezTo>
                    <a:cubicBezTo>
                      <a:pt x="47" y="44"/>
                      <a:pt x="47" y="44"/>
                      <a:pt x="46" y="43"/>
                    </a:cubicBezTo>
                    <a:cubicBezTo>
                      <a:pt x="46" y="43"/>
                      <a:pt x="46" y="43"/>
                      <a:pt x="46" y="43"/>
                    </a:cubicBezTo>
                    <a:cubicBezTo>
                      <a:pt x="47" y="42"/>
                      <a:pt x="48" y="41"/>
                      <a:pt x="48" y="38"/>
                    </a:cubicBezTo>
                    <a:cubicBezTo>
                      <a:pt x="48" y="38"/>
                      <a:pt x="48" y="38"/>
                      <a:pt x="48" y="38"/>
                    </a:cubicBezTo>
                    <a:cubicBezTo>
                      <a:pt x="48" y="35"/>
                      <a:pt x="46" y="34"/>
                      <a:pt x="43" y="34"/>
                    </a:cubicBezTo>
                    <a:cubicBezTo>
                      <a:pt x="43" y="34"/>
                      <a:pt x="43" y="34"/>
                      <a:pt x="43" y="34"/>
                    </a:cubicBezTo>
                    <a:cubicBezTo>
                      <a:pt x="41" y="34"/>
                      <a:pt x="41" y="34"/>
                      <a:pt x="41" y="34"/>
                    </a:cubicBezTo>
                    <a:cubicBezTo>
                      <a:pt x="41" y="34"/>
                      <a:pt x="41" y="34"/>
                      <a:pt x="41" y="34"/>
                    </a:cubicBezTo>
                    <a:cubicBezTo>
                      <a:pt x="41" y="35"/>
                      <a:pt x="41" y="35"/>
                      <a:pt x="41" y="35"/>
                    </a:cubicBezTo>
                    <a:lnTo>
                      <a:pt x="43" y="35"/>
                    </a:lnTo>
                    <a:close/>
                    <a:moveTo>
                      <a:pt x="40" y="34"/>
                    </a:moveTo>
                    <a:cubicBezTo>
                      <a:pt x="40" y="34"/>
                      <a:pt x="40" y="34"/>
                      <a:pt x="40" y="34"/>
                    </a:cubicBezTo>
                    <a:cubicBezTo>
                      <a:pt x="40" y="34"/>
                      <a:pt x="40" y="34"/>
                      <a:pt x="40" y="34"/>
                    </a:cubicBezTo>
                    <a:cubicBezTo>
                      <a:pt x="40" y="34"/>
                      <a:pt x="40" y="34"/>
                      <a:pt x="40" y="34"/>
                    </a:cubicBezTo>
                    <a:cubicBezTo>
                      <a:pt x="40" y="35"/>
                      <a:pt x="40" y="35"/>
                      <a:pt x="40" y="35"/>
                    </a:cubicBezTo>
                    <a:cubicBezTo>
                      <a:pt x="38" y="35"/>
                      <a:pt x="38" y="35"/>
                      <a:pt x="38" y="35"/>
                    </a:cubicBezTo>
                    <a:cubicBezTo>
                      <a:pt x="41" y="37"/>
                      <a:pt x="41" y="37"/>
                      <a:pt x="41" y="37"/>
                    </a:cubicBezTo>
                    <a:lnTo>
                      <a:pt x="40" y="34"/>
                    </a:lnTo>
                    <a:close/>
                    <a:moveTo>
                      <a:pt x="41" y="37"/>
                    </a:moveTo>
                    <a:cubicBezTo>
                      <a:pt x="40" y="37"/>
                      <a:pt x="38" y="36"/>
                      <a:pt x="38" y="35"/>
                    </a:cubicBezTo>
                    <a:cubicBezTo>
                      <a:pt x="38" y="36"/>
                      <a:pt x="38" y="36"/>
                      <a:pt x="38" y="36"/>
                    </a:cubicBezTo>
                    <a:cubicBezTo>
                      <a:pt x="38" y="36"/>
                      <a:pt x="38" y="36"/>
                      <a:pt x="38" y="36"/>
                    </a:cubicBezTo>
                    <a:cubicBezTo>
                      <a:pt x="38" y="38"/>
                      <a:pt x="38" y="38"/>
                      <a:pt x="38" y="38"/>
                    </a:cubicBezTo>
                    <a:cubicBezTo>
                      <a:pt x="38" y="38"/>
                      <a:pt x="40" y="37"/>
                      <a:pt x="41" y="37"/>
                    </a:cubicBezTo>
                    <a:moveTo>
                      <a:pt x="22" y="57"/>
                    </a:moveTo>
                    <a:cubicBezTo>
                      <a:pt x="20" y="57"/>
                      <a:pt x="18" y="57"/>
                      <a:pt x="17" y="61"/>
                    </a:cubicBezTo>
                    <a:cubicBezTo>
                      <a:pt x="19" y="63"/>
                      <a:pt x="19" y="63"/>
                      <a:pt x="19" y="63"/>
                    </a:cubicBezTo>
                    <a:cubicBezTo>
                      <a:pt x="19" y="63"/>
                      <a:pt x="19" y="63"/>
                      <a:pt x="19" y="63"/>
                    </a:cubicBezTo>
                    <a:cubicBezTo>
                      <a:pt x="19" y="64"/>
                      <a:pt x="19" y="64"/>
                      <a:pt x="19" y="64"/>
                    </a:cubicBezTo>
                    <a:cubicBezTo>
                      <a:pt x="18" y="64"/>
                      <a:pt x="18" y="64"/>
                      <a:pt x="18" y="64"/>
                    </a:cubicBezTo>
                    <a:cubicBezTo>
                      <a:pt x="19" y="65"/>
                      <a:pt x="19" y="65"/>
                      <a:pt x="19" y="65"/>
                    </a:cubicBezTo>
                    <a:cubicBezTo>
                      <a:pt x="20" y="66"/>
                      <a:pt x="22" y="68"/>
                      <a:pt x="23" y="69"/>
                    </a:cubicBezTo>
                    <a:cubicBezTo>
                      <a:pt x="24" y="70"/>
                      <a:pt x="24" y="70"/>
                      <a:pt x="24" y="70"/>
                    </a:cubicBezTo>
                    <a:cubicBezTo>
                      <a:pt x="24" y="71"/>
                      <a:pt x="23" y="72"/>
                      <a:pt x="22" y="73"/>
                    </a:cubicBezTo>
                    <a:cubicBezTo>
                      <a:pt x="22" y="74"/>
                      <a:pt x="20" y="76"/>
                      <a:pt x="19" y="77"/>
                    </a:cubicBezTo>
                    <a:cubicBezTo>
                      <a:pt x="18" y="78"/>
                      <a:pt x="18" y="78"/>
                      <a:pt x="18" y="78"/>
                    </a:cubicBezTo>
                    <a:cubicBezTo>
                      <a:pt x="18" y="78"/>
                      <a:pt x="18" y="78"/>
                      <a:pt x="18" y="78"/>
                    </a:cubicBezTo>
                    <a:cubicBezTo>
                      <a:pt x="18" y="78"/>
                      <a:pt x="18" y="78"/>
                      <a:pt x="18" y="78"/>
                    </a:cubicBezTo>
                    <a:cubicBezTo>
                      <a:pt x="19" y="80"/>
                      <a:pt x="19" y="80"/>
                      <a:pt x="19" y="80"/>
                    </a:cubicBezTo>
                    <a:cubicBezTo>
                      <a:pt x="18" y="80"/>
                      <a:pt x="18" y="80"/>
                      <a:pt x="18" y="80"/>
                    </a:cubicBezTo>
                    <a:cubicBezTo>
                      <a:pt x="18" y="79"/>
                      <a:pt x="18" y="79"/>
                      <a:pt x="18" y="79"/>
                    </a:cubicBezTo>
                    <a:cubicBezTo>
                      <a:pt x="18" y="78"/>
                      <a:pt x="18" y="78"/>
                      <a:pt x="18" y="78"/>
                    </a:cubicBezTo>
                    <a:cubicBezTo>
                      <a:pt x="17" y="78"/>
                      <a:pt x="17" y="78"/>
                      <a:pt x="17" y="78"/>
                    </a:cubicBezTo>
                    <a:cubicBezTo>
                      <a:pt x="17" y="77"/>
                      <a:pt x="17" y="77"/>
                      <a:pt x="17" y="77"/>
                    </a:cubicBezTo>
                    <a:cubicBezTo>
                      <a:pt x="16" y="76"/>
                      <a:pt x="16" y="76"/>
                      <a:pt x="16" y="76"/>
                    </a:cubicBezTo>
                    <a:cubicBezTo>
                      <a:pt x="16" y="76"/>
                      <a:pt x="16" y="76"/>
                      <a:pt x="16" y="76"/>
                    </a:cubicBezTo>
                    <a:cubicBezTo>
                      <a:pt x="15" y="76"/>
                      <a:pt x="15" y="76"/>
                      <a:pt x="15" y="76"/>
                    </a:cubicBezTo>
                    <a:cubicBezTo>
                      <a:pt x="14" y="76"/>
                      <a:pt x="14" y="76"/>
                      <a:pt x="14" y="76"/>
                    </a:cubicBezTo>
                    <a:cubicBezTo>
                      <a:pt x="14" y="76"/>
                      <a:pt x="14" y="76"/>
                      <a:pt x="14" y="76"/>
                    </a:cubicBezTo>
                    <a:cubicBezTo>
                      <a:pt x="16" y="75"/>
                      <a:pt x="16" y="75"/>
                      <a:pt x="16" y="75"/>
                    </a:cubicBezTo>
                    <a:cubicBezTo>
                      <a:pt x="16" y="75"/>
                      <a:pt x="16" y="75"/>
                      <a:pt x="16" y="75"/>
                    </a:cubicBezTo>
                    <a:cubicBezTo>
                      <a:pt x="17" y="76"/>
                      <a:pt x="17" y="76"/>
                      <a:pt x="17" y="76"/>
                    </a:cubicBezTo>
                    <a:cubicBezTo>
                      <a:pt x="17" y="77"/>
                      <a:pt x="17" y="77"/>
                      <a:pt x="17" y="77"/>
                    </a:cubicBezTo>
                    <a:cubicBezTo>
                      <a:pt x="17" y="75"/>
                      <a:pt x="17" y="75"/>
                      <a:pt x="17" y="75"/>
                    </a:cubicBezTo>
                    <a:cubicBezTo>
                      <a:pt x="16" y="74"/>
                      <a:pt x="16" y="74"/>
                      <a:pt x="16" y="74"/>
                    </a:cubicBezTo>
                    <a:cubicBezTo>
                      <a:pt x="15" y="74"/>
                      <a:pt x="15" y="74"/>
                      <a:pt x="15" y="74"/>
                    </a:cubicBezTo>
                    <a:cubicBezTo>
                      <a:pt x="15" y="74"/>
                      <a:pt x="15" y="74"/>
                      <a:pt x="15" y="74"/>
                    </a:cubicBezTo>
                    <a:cubicBezTo>
                      <a:pt x="14" y="75"/>
                      <a:pt x="14" y="75"/>
                      <a:pt x="14" y="75"/>
                    </a:cubicBezTo>
                    <a:cubicBezTo>
                      <a:pt x="14" y="74"/>
                      <a:pt x="14" y="74"/>
                      <a:pt x="14" y="74"/>
                    </a:cubicBezTo>
                    <a:cubicBezTo>
                      <a:pt x="14" y="74"/>
                      <a:pt x="14" y="74"/>
                      <a:pt x="14" y="74"/>
                    </a:cubicBezTo>
                    <a:cubicBezTo>
                      <a:pt x="15" y="74"/>
                      <a:pt x="15" y="74"/>
                      <a:pt x="15" y="74"/>
                    </a:cubicBezTo>
                    <a:cubicBezTo>
                      <a:pt x="14" y="73"/>
                      <a:pt x="14" y="73"/>
                      <a:pt x="14" y="73"/>
                    </a:cubicBezTo>
                    <a:cubicBezTo>
                      <a:pt x="14" y="73"/>
                      <a:pt x="14" y="73"/>
                      <a:pt x="14" y="73"/>
                    </a:cubicBezTo>
                    <a:cubicBezTo>
                      <a:pt x="14" y="75"/>
                      <a:pt x="14" y="75"/>
                      <a:pt x="14" y="75"/>
                    </a:cubicBezTo>
                    <a:cubicBezTo>
                      <a:pt x="15" y="79"/>
                      <a:pt x="15" y="79"/>
                      <a:pt x="15" y="79"/>
                    </a:cubicBezTo>
                    <a:cubicBezTo>
                      <a:pt x="15" y="80"/>
                      <a:pt x="17" y="82"/>
                      <a:pt x="18" y="82"/>
                    </a:cubicBezTo>
                    <a:cubicBezTo>
                      <a:pt x="19" y="82"/>
                      <a:pt x="20" y="82"/>
                      <a:pt x="20" y="81"/>
                    </a:cubicBezTo>
                    <a:cubicBezTo>
                      <a:pt x="21" y="80"/>
                      <a:pt x="21" y="78"/>
                      <a:pt x="21" y="78"/>
                    </a:cubicBezTo>
                    <a:cubicBezTo>
                      <a:pt x="21" y="78"/>
                      <a:pt x="21" y="78"/>
                      <a:pt x="21" y="78"/>
                    </a:cubicBezTo>
                    <a:cubicBezTo>
                      <a:pt x="22" y="78"/>
                      <a:pt x="22" y="78"/>
                      <a:pt x="22" y="78"/>
                    </a:cubicBezTo>
                    <a:cubicBezTo>
                      <a:pt x="23" y="78"/>
                      <a:pt x="23" y="78"/>
                      <a:pt x="23" y="78"/>
                    </a:cubicBezTo>
                    <a:cubicBezTo>
                      <a:pt x="24" y="76"/>
                      <a:pt x="24" y="76"/>
                      <a:pt x="24" y="76"/>
                    </a:cubicBezTo>
                    <a:cubicBezTo>
                      <a:pt x="26" y="74"/>
                      <a:pt x="26" y="74"/>
                      <a:pt x="26" y="74"/>
                    </a:cubicBezTo>
                    <a:cubicBezTo>
                      <a:pt x="28" y="73"/>
                      <a:pt x="28" y="73"/>
                      <a:pt x="28" y="73"/>
                    </a:cubicBezTo>
                    <a:cubicBezTo>
                      <a:pt x="28" y="72"/>
                      <a:pt x="28" y="72"/>
                      <a:pt x="28" y="72"/>
                    </a:cubicBezTo>
                    <a:cubicBezTo>
                      <a:pt x="28" y="72"/>
                      <a:pt x="28" y="72"/>
                      <a:pt x="28" y="72"/>
                    </a:cubicBezTo>
                    <a:cubicBezTo>
                      <a:pt x="27" y="69"/>
                      <a:pt x="27" y="69"/>
                      <a:pt x="27" y="69"/>
                    </a:cubicBezTo>
                    <a:cubicBezTo>
                      <a:pt x="26" y="68"/>
                      <a:pt x="26" y="68"/>
                      <a:pt x="26" y="68"/>
                    </a:cubicBezTo>
                    <a:cubicBezTo>
                      <a:pt x="26" y="68"/>
                      <a:pt x="26" y="68"/>
                      <a:pt x="26" y="68"/>
                    </a:cubicBezTo>
                    <a:cubicBezTo>
                      <a:pt x="26" y="67"/>
                      <a:pt x="26" y="67"/>
                      <a:pt x="26" y="67"/>
                    </a:cubicBezTo>
                    <a:cubicBezTo>
                      <a:pt x="26" y="65"/>
                      <a:pt x="26" y="64"/>
                      <a:pt x="25" y="63"/>
                    </a:cubicBezTo>
                    <a:cubicBezTo>
                      <a:pt x="25" y="62"/>
                      <a:pt x="23" y="62"/>
                      <a:pt x="23" y="62"/>
                    </a:cubicBezTo>
                    <a:cubicBezTo>
                      <a:pt x="24" y="61"/>
                      <a:pt x="24" y="61"/>
                      <a:pt x="24" y="61"/>
                    </a:cubicBezTo>
                    <a:cubicBezTo>
                      <a:pt x="25" y="61"/>
                      <a:pt x="25" y="61"/>
                      <a:pt x="25" y="61"/>
                    </a:cubicBezTo>
                    <a:cubicBezTo>
                      <a:pt x="25" y="62"/>
                      <a:pt x="25" y="62"/>
                      <a:pt x="25" y="62"/>
                    </a:cubicBezTo>
                    <a:cubicBezTo>
                      <a:pt x="26" y="63"/>
                      <a:pt x="26" y="63"/>
                      <a:pt x="26" y="63"/>
                    </a:cubicBezTo>
                    <a:cubicBezTo>
                      <a:pt x="26" y="64"/>
                      <a:pt x="27" y="65"/>
                      <a:pt x="27" y="67"/>
                    </a:cubicBezTo>
                    <a:cubicBezTo>
                      <a:pt x="28" y="68"/>
                      <a:pt x="28" y="68"/>
                      <a:pt x="28" y="68"/>
                    </a:cubicBezTo>
                    <a:cubicBezTo>
                      <a:pt x="30" y="69"/>
                      <a:pt x="30" y="69"/>
                      <a:pt x="30" y="69"/>
                    </a:cubicBezTo>
                    <a:cubicBezTo>
                      <a:pt x="29" y="67"/>
                      <a:pt x="29" y="65"/>
                      <a:pt x="29" y="64"/>
                    </a:cubicBezTo>
                    <a:cubicBezTo>
                      <a:pt x="29" y="64"/>
                      <a:pt x="29" y="64"/>
                      <a:pt x="29" y="64"/>
                    </a:cubicBezTo>
                    <a:cubicBezTo>
                      <a:pt x="29" y="62"/>
                      <a:pt x="29" y="62"/>
                      <a:pt x="29" y="62"/>
                    </a:cubicBezTo>
                    <a:cubicBezTo>
                      <a:pt x="29" y="62"/>
                      <a:pt x="29" y="62"/>
                      <a:pt x="29" y="62"/>
                    </a:cubicBezTo>
                    <a:cubicBezTo>
                      <a:pt x="29" y="62"/>
                      <a:pt x="28" y="61"/>
                      <a:pt x="27" y="61"/>
                    </a:cubicBezTo>
                    <a:cubicBezTo>
                      <a:pt x="26" y="60"/>
                      <a:pt x="26" y="60"/>
                      <a:pt x="26" y="60"/>
                    </a:cubicBezTo>
                    <a:cubicBezTo>
                      <a:pt x="25" y="60"/>
                      <a:pt x="25" y="60"/>
                      <a:pt x="25" y="60"/>
                    </a:cubicBezTo>
                    <a:cubicBezTo>
                      <a:pt x="25" y="60"/>
                      <a:pt x="25" y="60"/>
                      <a:pt x="25" y="60"/>
                    </a:cubicBezTo>
                    <a:cubicBezTo>
                      <a:pt x="25" y="59"/>
                      <a:pt x="25" y="59"/>
                      <a:pt x="25" y="59"/>
                    </a:cubicBezTo>
                    <a:cubicBezTo>
                      <a:pt x="25" y="57"/>
                      <a:pt x="25" y="57"/>
                      <a:pt x="25" y="57"/>
                    </a:cubicBezTo>
                    <a:cubicBezTo>
                      <a:pt x="24" y="57"/>
                      <a:pt x="23" y="57"/>
                      <a:pt x="22" y="57"/>
                    </a:cubicBezTo>
                    <a:moveTo>
                      <a:pt x="21" y="52"/>
                    </a:moveTo>
                    <a:cubicBezTo>
                      <a:pt x="21" y="52"/>
                      <a:pt x="21" y="52"/>
                      <a:pt x="21" y="52"/>
                    </a:cubicBezTo>
                    <a:cubicBezTo>
                      <a:pt x="21" y="53"/>
                      <a:pt x="23" y="54"/>
                      <a:pt x="24" y="55"/>
                    </a:cubicBezTo>
                    <a:cubicBezTo>
                      <a:pt x="25" y="57"/>
                      <a:pt x="25" y="57"/>
                      <a:pt x="25" y="57"/>
                    </a:cubicBezTo>
                    <a:cubicBezTo>
                      <a:pt x="25" y="57"/>
                      <a:pt x="25" y="57"/>
                      <a:pt x="25" y="57"/>
                    </a:cubicBezTo>
                    <a:cubicBezTo>
                      <a:pt x="25" y="57"/>
                      <a:pt x="25" y="57"/>
                      <a:pt x="25" y="57"/>
                    </a:cubicBezTo>
                    <a:cubicBezTo>
                      <a:pt x="25" y="57"/>
                      <a:pt x="25" y="57"/>
                      <a:pt x="25" y="57"/>
                    </a:cubicBezTo>
                    <a:cubicBezTo>
                      <a:pt x="25" y="57"/>
                      <a:pt x="25" y="57"/>
                      <a:pt x="25" y="57"/>
                    </a:cubicBezTo>
                    <a:cubicBezTo>
                      <a:pt x="26" y="59"/>
                      <a:pt x="26" y="59"/>
                      <a:pt x="26" y="59"/>
                    </a:cubicBezTo>
                    <a:cubicBezTo>
                      <a:pt x="26" y="59"/>
                      <a:pt x="26" y="59"/>
                      <a:pt x="26" y="59"/>
                    </a:cubicBezTo>
                    <a:cubicBezTo>
                      <a:pt x="28" y="60"/>
                      <a:pt x="28" y="60"/>
                      <a:pt x="28" y="60"/>
                    </a:cubicBezTo>
                    <a:cubicBezTo>
                      <a:pt x="29" y="62"/>
                      <a:pt x="29" y="62"/>
                      <a:pt x="29" y="62"/>
                    </a:cubicBezTo>
                    <a:cubicBezTo>
                      <a:pt x="30" y="61"/>
                      <a:pt x="30" y="60"/>
                      <a:pt x="30" y="60"/>
                    </a:cubicBezTo>
                    <a:cubicBezTo>
                      <a:pt x="30" y="59"/>
                      <a:pt x="30" y="59"/>
                      <a:pt x="30" y="59"/>
                    </a:cubicBezTo>
                    <a:cubicBezTo>
                      <a:pt x="30" y="57"/>
                      <a:pt x="30" y="57"/>
                      <a:pt x="30" y="57"/>
                    </a:cubicBezTo>
                    <a:cubicBezTo>
                      <a:pt x="30" y="57"/>
                      <a:pt x="30" y="57"/>
                      <a:pt x="30" y="57"/>
                    </a:cubicBezTo>
                    <a:cubicBezTo>
                      <a:pt x="30" y="57"/>
                      <a:pt x="31" y="58"/>
                      <a:pt x="31" y="59"/>
                    </a:cubicBezTo>
                    <a:cubicBezTo>
                      <a:pt x="31" y="60"/>
                      <a:pt x="31" y="60"/>
                      <a:pt x="31" y="60"/>
                    </a:cubicBezTo>
                    <a:cubicBezTo>
                      <a:pt x="31" y="60"/>
                      <a:pt x="30" y="61"/>
                      <a:pt x="30" y="62"/>
                    </a:cubicBezTo>
                    <a:cubicBezTo>
                      <a:pt x="30" y="63"/>
                      <a:pt x="30" y="63"/>
                      <a:pt x="30" y="63"/>
                    </a:cubicBezTo>
                    <a:cubicBezTo>
                      <a:pt x="30" y="63"/>
                      <a:pt x="30" y="63"/>
                      <a:pt x="30" y="63"/>
                    </a:cubicBezTo>
                    <a:cubicBezTo>
                      <a:pt x="29" y="64"/>
                      <a:pt x="29" y="64"/>
                      <a:pt x="29" y="64"/>
                    </a:cubicBezTo>
                    <a:cubicBezTo>
                      <a:pt x="29" y="64"/>
                      <a:pt x="29" y="64"/>
                      <a:pt x="29" y="64"/>
                    </a:cubicBezTo>
                    <a:cubicBezTo>
                      <a:pt x="30" y="66"/>
                      <a:pt x="30" y="68"/>
                      <a:pt x="31" y="70"/>
                    </a:cubicBezTo>
                    <a:cubicBezTo>
                      <a:pt x="32" y="71"/>
                      <a:pt x="32" y="71"/>
                      <a:pt x="32" y="71"/>
                    </a:cubicBezTo>
                    <a:cubicBezTo>
                      <a:pt x="32" y="71"/>
                      <a:pt x="32" y="71"/>
                      <a:pt x="32" y="71"/>
                    </a:cubicBezTo>
                    <a:cubicBezTo>
                      <a:pt x="32" y="71"/>
                      <a:pt x="32" y="71"/>
                      <a:pt x="32" y="71"/>
                    </a:cubicBezTo>
                    <a:cubicBezTo>
                      <a:pt x="32" y="74"/>
                      <a:pt x="32" y="74"/>
                      <a:pt x="32" y="74"/>
                    </a:cubicBezTo>
                    <a:cubicBezTo>
                      <a:pt x="33" y="74"/>
                      <a:pt x="34" y="77"/>
                      <a:pt x="35" y="78"/>
                    </a:cubicBezTo>
                    <a:cubicBezTo>
                      <a:pt x="36" y="79"/>
                      <a:pt x="36" y="80"/>
                      <a:pt x="37" y="81"/>
                    </a:cubicBezTo>
                    <a:cubicBezTo>
                      <a:pt x="37" y="82"/>
                      <a:pt x="36" y="83"/>
                      <a:pt x="37" y="83"/>
                    </a:cubicBezTo>
                    <a:cubicBezTo>
                      <a:pt x="38" y="85"/>
                      <a:pt x="38" y="85"/>
                      <a:pt x="38" y="86"/>
                    </a:cubicBezTo>
                    <a:cubicBezTo>
                      <a:pt x="38" y="87"/>
                      <a:pt x="38" y="87"/>
                      <a:pt x="38" y="87"/>
                    </a:cubicBezTo>
                    <a:cubicBezTo>
                      <a:pt x="38" y="88"/>
                      <a:pt x="38" y="88"/>
                      <a:pt x="39" y="89"/>
                    </a:cubicBezTo>
                    <a:cubicBezTo>
                      <a:pt x="39" y="90"/>
                      <a:pt x="40" y="91"/>
                      <a:pt x="40" y="92"/>
                    </a:cubicBezTo>
                    <a:cubicBezTo>
                      <a:pt x="39" y="93"/>
                      <a:pt x="39" y="93"/>
                      <a:pt x="39" y="93"/>
                    </a:cubicBezTo>
                    <a:cubicBezTo>
                      <a:pt x="39" y="94"/>
                      <a:pt x="39" y="96"/>
                      <a:pt x="38" y="96"/>
                    </a:cubicBezTo>
                    <a:cubicBezTo>
                      <a:pt x="37" y="96"/>
                      <a:pt x="37" y="96"/>
                      <a:pt x="37" y="96"/>
                    </a:cubicBezTo>
                    <a:cubicBezTo>
                      <a:pt x="36" y="96"/>
                      <a:pt x="36" y="96"/>
                      <a:pt x="36" y="96"/>
                    </a:cubicBezTo>
                    <a:cubicBezTo>
                      <a:pt x="36" y="96"/>
                      <a:pt x="36" y="96"/>
                      <a:pt x="36" y="96"/>
                    </a:cubicBezTo>
                    <a:cubicBezTo>
                      <a:pt x="35" y="96"/>
                      <a:pt x="35" y="96"/>
                      <a:pt x="35" y="96"/>
                    </a:cubicBezTo>
                    <a:cubicBezTo>
                      <a:pt x="34" y="97"/>
                      <a:pt x="34" y="97"/>
                      <a:pt x="34" y="97"/>
                    </a:cubicBezTo>
                    <a:cubicBezTo>
                      <a:pt x="34" y="98"/>
                      <a:pt x="34" y="98"/>
                      <a:pt x="34" y="98"/>
                    </a:cubicBezTo>
                    <a:cubicBezTo>
                      <a:pt x="34" y="98"/>
                      <a:pt x="34" y="98"/>
                      <a:pt x="34" y="98"/>
                    </a:cubicBezTo>
                    <a:cubicBezTo>
                      <a:pt x="33" y="98"/>
                      <a:pt x="33" y="98"/>
                      <a:pt x="33" y="98"/>
                    </a:cubicBezTo>
                    <a:cubicBezTo>
                      <a:pt x="33" y="98"/>
                      <a:pt x="33" y="98"/>
                      <a:pt x="33" y="98"/>
                    </a:cubicBezTo>
                    <a:cubicBezTo>
                      <a:pt x="34" y="97"/>
                      <a:pt x="34" y="97"/>
                      <a:pt x="34" y="97"/>
                    </a:cubicBezTo>
                    <a:cubicBezTo>
                      <a:pt x="35" y="96"/>
                      <a:pt x="35" y="96"/>
                      <a:pt x="35" y="96"/>
                    </a:cubicBezTo>
                    <a:cubicBezTo>
                      <a:pt x="35" y="96"/>
                      <a:pt x="35" y="96"/>
                      <a:pt x="35" y="96"/>
                    </a:cubicBezTo>
                    <a:cubicBezTo>
                      <a:pt x="35" y="96"/>
                      <a:pt x="35" y="96"/>
                      <a:pt x="35" y="96"/>
                    </a:cubicBezTo>
                    <a:cubicBezTo>
                      <a:pt x="34" y="96"/>
                      <a:pt x="34" y="96"/>
                      <a:pt x="34" y="96"/>
                    </a:cubicBezTo>
                    <a:cubicBezTo>
                      <a:pt x="33" y="96"/>
                      <a:pt x="33" y="96"/>
                      <a:pt x="33" y="96"/>
                    </a:cubicBezTo>
                    <a:cubicBezTo>
                      <a:pt x="32" y="97"/>
                      <a:pt x="32" y="97"/>
                      <a:pt x="32" y="97"/>
                    </a:cubicBezTo>
                    <a:cubicBezTo>
                      <a:pt x="31" y="97"/>
                      <a:pt x="31" y="97"/>
                      <a:pt x="31" y="97"/>
                    </a:cubicBezTo>
                    <a:cubicBezTo>
                      <a:pt x="32" y="96"/>
                      <a:pt x="32" y="96"/>
                      <a:pt x="32" y="96"/>
                    </a:cubicBezTo>
                    <a:cubicBezTo>
                      <a:pt x="31" y="97"/>
                      <a:pt x="31" y="97"/>
                      <a:pt x="31" y="97"/>
                    </a:cubicBezTo>
                    <a:cubicBezTo>
                      <a:pt x="31" y="97"/>
                      <a:pt x="31" y="97"/>
                      <a:pt x="31" y="97"/>
                    </a:cubicBezTo>
                    <a:cubicBezTo>
                      <a:pt x="32" y="98"/>
                      <a:pt x="32" y="98"/>
                      <a:pt x="32" y="98"/>
                    </a:cubicBezTo>
                    <a:cubicBezTo>
                      <a:pt x="33" y="99"/>
                      <a:pt x="34" y="99"/>
                      <a:pt x="35" y="100"/>
                    </a:cubicBezTo>
                    <a:cubicBezTo>
                      <a:pt x="36" y="100"/>
                      <a:pt x="38" y="100"/>
                      <a:pt x="39" y="100"/>
                    </a:cubicBezTo>
                    <a:cubicBezTo>
                      <a:pt x="40" y="100"/>
                      <a:pt x="40" y="100"/>
                      <a:pt x="40" y="100"/>
                    </a:cubicBezTo>
                    <a:cubicBezTo>
                      <a:pt x="42" y="98"/>
                      <a:pt x="42" y="98"/>
                      <a:pt x="42" y="98"/>
                    </a:cubicBezTo>
                    <a:cubicBezTo>
                      <a:pt x="42" y="95"/>
                      <a:pt x="42" y="95"/>
                      <a:pt x="42" y="95"/>
                    </a:cubicBezTo>
                    <a:cubicBezTo>
                      <a:pt x="43" y="93"/>
                      <a:pt x="43" y="93"/>
                      <a:pt x="43" y="93"/>
                    </a:cubicBezTo>
                    <a:cubicBezTo>
                      <a:pt x="42" y="88"/>
                      <a:pt x="42" y="88"/>
                      <a:pt x="42" y="88"/>
                    </a:cubicBezTo>
                    <a:cubicBezTo>
                      <a:pt x="42" y="88"/>
                      <a:pt x="41" y="87"/>
                      <a:pt x="41" y="86"/>
                    </a:cubicBezTo>
                    <a:cubicBezTo>
                      <a:pt x="41" y="84"/>
                      <a:pt x="42" y="83"/>
                      <a:pt x="42" y="82"/>
                    </a:cubicBezTo>
                    <a:cubicBezTo>
                      <a:pt x="40" y="79"/>
                      <a:pt x="40" y="79"/>
                      <a:pt x="40" y="79"/>
                    </a:cubicBezTo>
                    <a:cubicBezTo>
                      <a:pt x="40" y="77"/>
                      <a:pt x="40" y="77"/>
                      <a:pt x="40" y="77"/>
                    </a:cubicBezTo>
                    <a:cubicBezTo>
                      <a:pt x="40" y="78"/>
                      <a:pt x="40" y="78"/>
                      <a:pt x="40" y="78"/>
                    </a:cubicBezTo>
                    <a:cubicBezTo>
                      <a:pt x="39" y="77"/>
                      <a:pt x="39" y="77"/>
                      <a:pt x="39" y="77"/>
                    </a:cubicBezTo>
                    <a:cubicBezTo>
                      <a:pt x="38" y="75"/>
                      <a:pt x="38" y="75"/>
                      <a:pt x="38" y="75"/>
                    </a:cubicBezTo>
                    <a:cubicBezTo>
                      <a:pt x="38" y="75"/>
                      <a:pt x="38" y="75"/>
                      <a:pt x="38" y="75"/>
                    </a:cubicBezTo>
                    <a:cubicBezTo>
                      <a:pt x="38" y="74"/>
                      <a:pt x="38" y="73"/>
                      <a:pt x="39" y="72"/>
                    </a:cubicBezTo>
                    <a:cubicBezTo>
                      <a:pt x="40" y="70"/>
                      <a:pt x="41" y="67"/>
                      <a:pt x="41" y="66"/>
                    </a:cubicBezTo>
                    <a:cubicBezTo>
                      <a:pt x="41" y="66"/>
                      <a:pt x="41" y="66"/>
                      <a:pt x="41" y="66"/>
                    </a:cubicBezTo>
                    <a:cubicBezTo>
                      <a:pt x="41" y="65"/>
                      <a:pt x="40" y="62"/>
                      <a:pt x="40" y="62"/>
                    </a:cubicBezTo>
                    <a:cubicBezTo>
                      <a:pt x="40" y="62"/>
                      <a:pt x="40" y="62"/>
                      <a:pt x="40" y="62"/>
                    </a:cubicBezTo>
                    <a:cubicBezTo>
                      <a:pt x="40" y="62"/>
                      <a:pt x="42" y="64"/>
                      <a:pt x="42" y="66"/>
                    </a:cubicBezTo>
                    <a:cubicBezTo>
                      <a:pt x="42" y="66"/>
                      <a:pt x="42" y="66"/>
                      <a:pt x="42" y="66"/>
                    </a:cubicBezTo>
                    <a:cubicBezTo>
                      <a:pt x="41" y="67"/>
                      <a:pt x="40" y="71"/>
                      <a:pt x="40" y="72"/>
                    </a:cubicBezTo>
                    <a:cubicBezTo>
                      <a:pt x="39" y="73"/>
                      <a:pt x="38" y="75"/>
                      <a:pt x="38" y="75"/>
                    </a:cubicBezTo>
                    <a:cubicBezTo>
                      <a:pt x="38" y="75"/>
                      <a:pt x="38" y="75"/>
                      <a:pt x="38" y="75"/>
                    </a:cubicBezTo>
                    <a:cubicBezTo>
                      <a:pt x="39" y="77"/>
                      <a:pt x="39" y="77"/>
                      <a:pt x="39" y="77"/>
                    </a:cubicBezTo>
                    <a:cubicBezTo>
                      <a:pt x="40" y="77"/>
                      <a:pt x="40" y="77"/>
                      <a:pt x="40" y="77"/>
                    </a:cubicBezTo>
                    <a:cubicBezTo>
                      <a:pt x="40" y="77"/>
                      <a:pt x="40" y="77"/>
                      <a:pt x="40" y="77"/>
                    </a:cubicBezTo>
                    <a:cubicBezTo>
                      <a:pt x="41" y="76"/>
                      <a:pt x="41" y="76"/>
                      <a:pt x="41" y="76"/>
                    </a:cubicBezTo>
                    <a:cubicBezTo>
                      <a:pt x="40" y="76"/>
                      <a:pt x="40" y="76"/>
                      <a:pt x="40" y="76"/>
                    </a:cubicBezTo>
                    <a:cubicBezTo>
                      <a:pt x="40" y="75"/>
                      <a:pt x="40" y="75"/>
                      <a:pt x="40" y="75"/>
                    </a:cubicBezTo>
                    <a:cubicBezTo>
                      <a:pt x="39" y="74"/>
                      <a:pt x="39" y="74"/>
                      <a:pt x="39" y="74"/>
                    </a:cubicBezTo>
                    <a:cubicBezTo>
                      <a:pt x="41" y="74"/>
                      <a:pt x="41" y="74"/>
                      <a:pt x="41" y="74"/>
                    </a:cubicBezTo>
                    <a:cubicBezTo>
                      <a:pt x="41" y="73"/>
                      <a:pt x="41" y="73"/>
                      <a:pt x="41" y="73"/>
                    </a:cubicBezTo>
                    <a:cubicBezTo>
                      <a:pt x="41" y="72"/>
                      <a:pt x="41" y="72"/>
                      <a:pt x="41" y="72"/>
                    </a:cubicBezTo>
                    <a:cubicBezTo>
                      <a:pt x="42" y="72"/>
                      <a:pt x="42" y="72"/>
                      <a:pt x="42" y="72"/>
                    </a:cubicBezTo>
                    <a:cubicBezTo>
                      <a:pt x="42" y="71"/>
                      <a:pt x="42" y="71"/>
                      <a:pt x="42" y="71"/>
                    </a:cubicBezTo>
                    <a:cubicBezTo>
                      <a:pt x="42" y="71"/>
                      <a:pt x="42" y="71"/>
                      <a:pt x="42" y="71"/>
                    </a:cubicBezTo>
                    <a:cubicBezTo>
                      <a:pt x="43" y="71"/>
                      <a:pt x="43" y="71"/>
                      <a:pt x="43" y="71"/>
                    </a:cubicBezTo>
                    <a:cubicBezTo>
                      <a:pt x="42" y="70"/>
                      <a:pt x="42" y="70"/>
                      <a:pt x="42" y="70"/>
                    </a:cubicBezTo>
                    <a:cubicBezTo>
                      <a:pt x="42" y="69"/>
                      <a:pt x="42" y="69"/>
                      <a:pt x="42" y="69"/>
                    </a:cubicBezTo>
                    <a:cubicBezTo>
                      <a:pt x="43" y="70"/>
                      <a:pt x="43" y="70"/>
                      <a:pt x="43" y="70"/>
                    </a:cubicBezTo>
                    <a:cubicBezTo>
                      <a:pt x="43" y="68"/>
                      <a:pt x="43" y="68"/>
                      <a:pt x="43" y="68"/>
                    </a:cubicBezTo>
                    <a:cubicBezTo>
                      <a:pt x="43" y="68"/>
                      <a:pt x="43" y="68"/>
                      <a:pt x="43" y="68"/>
                    </a:cubicBezTo>
                    <a:cubicBezTo>
                      <a:pt x="44" y="68"/>
                      <a:pt x="44" y="68"/>
                      <a:pt x="44" y="68"/>
                    </a:cubicBezTo>
                    <a:cubicBezTo>
                      <a:pt x="43" y="66"/>
                      <a:pt x="43" y="66"/>
                      <a:pt x="43" y="66"/>
                    </a:cubicBezTo>
                    <a:cubicBezTo>
                      <a:pt x="43" y="66"/>
                      <a:pt x="43" y="66"/>
                      <a:pt x="43" y="66"/>
                    </a:cubicBezTo>
                    <a:cubicBezTo>
                      <a:pt x="43" y="65"/>
                      <a:pt x="43" y="65"/>
                      <a:pt x="43" y="65"/>
                    </a:cubicBezTo>
                    <a:cubicBezTo>
                      <a:pt x="43" y="65"/>
                      <a:pt x="47" y="62"/>
                      <a:pt x="47" y="59"/>
                    </a:cubicBezTo>
                    <a:cubicBezTo>
                      <a:pt x="47" y="55"/>
                      <a:pt x="39" y="48"/>
                      <a:pt x="39" y="41"/>
                    </a:cubicBezTo>
                    <a:cubicBezTo>
                      <a:pt x="39" y="41"/>
                      <a:pt x="39" y="41"/>
                      <a:pt x="39" y="41"/>
                    </a:cubicBezTo>
                    <a:cubicBezTo>
                      <a:pt x="39" y="40"/>
                      <a:pt x="39" y="39"/>
                      <a:pt x="40" y="38"/>
                    </a:cubicBezTo>
                    <a:cubicBezTo>
                      <a:pt x="38" y="38"/>
                      <a:pt x="38" y="38"/>
                      <a:pt x="38" y="38"/>
                    </a:cubicBezTo>
                    <a:cubicBezTo>
                      <a:pt x="38" y="40"/>
                      <a:pt x="38" y="42"/>
                      <a:pt x="38" y="42"/>
                    </a:cubicBezTo>
                    <a:cubicBezTo>
                      <a:pt x="38" y="43"/>
                      <a:pt x="38" y="43"/>
                      <a:pt x="38" y="43"/>
                    </a:cubicBezTo>
                    <a:cubicBezTo>
                      <a:pt x="38" y="43"/>
                      <a:pt x="38" y="43"/>
                      <a:pt x="38" y="43"/>
                    </a:cubicBezTo>
                    <a:cubicBezTo>
                      <a:pt x="38" y="43"/>
                      <a:pt x="38" y="43"/>
                      <a:pt x="38" y="43"/>
                    </a:cubicBezTo>
                    <a:cubicBezTo>
                      <a:pt x="38" y="43"/>
                      <a:pt x="38" y="43"/>
                      <a:pt x="38" y="43"/>
                    </a:cubicBezTo>
                    <a:cubicBezTo>
                      <a:pt x="38" y="43"/>
                      <a:pt x="38" y="43"/>
                      <a:pt x="38" y="43"/>
                    </a:cubicBezTo>
                    <a:cubicBezTo>
                      <a:pt x="37" y="43"/>
                      <a:pt x="37" y="43"/>
                      <a:pt x="37" y="43"/>
                    </a:cubicBezTo>
                    <a:cubicBezTo>
                      <a:pt x="38" y="44"/>
                      <a:pt x="38" y="44"/>
                      <a:pt x="38" y="44"/>
                    </a:cubicBezTo>
                    <a:cubicBezTo>
                      <a:pt x="39" y="51"/>
                      <a:pt x="45" y="53"/>
                      <a:pt x="45" y="58"/>
                    </a:cubicBezTo>
                    <a:cubicBezTo>
                      <a:pt x="45" y="59"/>
                      <a:pt x="45" y="59"/>
                      <a:pt x="45" y="59"/>
                    </a:cubicBezTo>
                    <a:cubicBezTo>
                      <a:pt x="45" y="59"/>
                      <a:pt x="44" y="62"/>
                      <a:pt x="42" y="62"/>
                    </a:cubicBezTo>
                    <a:cubicBezTo>
                      <a:pt x="42" y="62"/>
                      <a:pt x="42" y="62"/>
                      <a:pt x="42" y="62"/>
                    </a:cubicBezTo>
                    <a:cubicBezTo>
                      <a:pt x="42" y="62"/>
                      <a:pt x="42" y="62"/>
                      <a:pt x="42" y="62"/>
                    </a:cubicBezTo>
                    <a:cubicBezTo>
                      <a:pt x="41" y="61"/>
                      <a:pt x="41" y="61"/>
                      <a:pt x="41" y="61"/>
                    </a:cubicBezTo>
                    <a:cubicBezTo>
                      <a:pt x="40" y="60"/>
                      <a:pt x="40" y="60"/>
                      <a:pt x="40" y="60"/>
                    </a:cubicBezTo>
                    <a:cubicBezTo>
                      <a:pt x="39" y="58"/>
                      <a:pt x="39" y="57"/>
                      <a:pt x="37" y="56"/>
                    </a:cubicBezTo>
                    <a:cubicBezTo>
                      <a:pt x="36" y="54"/>
                      <a:pt x="33" y="52"/>
                      <a:pt x="33" y="50"/>
                    </a:cubicBezTo>
                    <a:cubicBezTo>
                      <a:pt x="32" y="49"/>
                      <a:pt x="31" y="48"/>
                      <a:pt x="31" y="47"/>
                    </a:cubicBezTo>
                    <a:cubicBezTo>
                      <a:pt x="31" y="46"/>
                      <a:pt x="31" y="46"/>
                      <a:pt x="31" y="46"/>
                    </a:cubicBezTo>
                    <a:cubicBezTo>
                      <a:pt x="30" y="46"/>
                      <a:pt x="30" y="45"/>
                      <a:pt x="29" y="45"/>
                    </a:cubicBezTo>
                    <a:cubicBezTo>
                      <a:pt x="30" y="47"/>
                      <a:pt x="30" y="49"/>
                      <a:pt x="30" y="49"/>
                    </a:cubicBezTo>
                    <a:cubicBezTo>
                      <a:pt x="30" y="49"/>
                      <a:pt x="30" y="49"/>
                      <a:pt x="30" y="49"/>
                    </a:cubicBezTo>
                    <a:cubicBezTo>
                      <a:pt x="29" y="49"/>
                      <a:pt x="29" y="49"/>
                      <a:pt x="29" y="49"/>
                    </a:cubicBezTo>
                    <a:cubicBezTo>
                      <a:pt x="27" y="49"/>
                      <a:pt x="25" y="46"/>
                      <a:pt x="24" y="46"/>
                    </a:cubicBezTo>
                    <a:cubicBezTo>
                      <a:pt x="24" y="46"/>
                      <a:pt x="24" y="46"/>
                      <a:pt x="24" y="46"/>
                    </a:cubicBezTo>
                    <a:cubicBezTo>
                      <a:pt x="21" y="49"/>
                      <a:pt x="21" y="49"/>
                      <a:pt x="21" y="49"/>
                    </a:cubicBezTo>
                    <a:cubicBezTo>
                      <a:pt x="21" y="51"/>
                      <a:pt x="21" y="51"/>
                      <a:pt x="21" y="51"/>
                    </a:cubicBezTo>
                    <a:cubicBezTo>
                      <a:pt x="21" y="51"/>
                      <a:pt x="21" y="51"/>
                      <a:pt x="21" y="51"/>
                    </a:cubicBezTo>
                    <a:cubicBezTo>
                      <a:pt x="20" y="51"/>
                      <a:pt x="20" y="51"/>
                      <a:pt x="20" y="51"/>
                    </a:cubicBezTo>
                    <a:lnTo>
                      <a:pt x="21" y="52"/>
                    </a:lnTo>
                    <a:close/>
                    <a:moveTo>
                      <a:pt x="9" y="62"/>
                    </a:moveTo>
                    <a:cubicBezTo>
                      <a:pt x="10" y="62"/>
                      <a:pt x="10" y="62"/>
                      <a:pt x="10" y="62"/>
                    </a:cubicBezTo>
                    <a:cubicBezTo>
                      <a:pt x="11" y="62"/>
                      <a:pt x="11" y="62"/>
                      <a:pt x="11" y="62"/>
                    </a:cubicBezTo>
                    <a:cubicBezTo>
                      <a:pt x="11" y="62"/>
                      <a:pt x="11" y="62"/>
                      <a:pt x="11" y="62"/>
                    </a:cubicBezTo>
                    <a:cubicBezTo>
                      <a:pt x="11" y="62"/>
                      <a:pt x="11" y="62"/>
                      <a:pt x="11" y="62"/>
                    </a:cubicBezTo>
                    <a:cubicBezTo>
                      <a:pt x="10" y="61"/>
                      <a:pt x="10" y="61"/>
                      <a:pt x="10" y="61"/>
                    </a:cubicBezTo>
                    <a:cubicBezTo>
                      <a:pt x="10" y="62"/>
                      <a:pt x="10" y="62"/>
                      <a:pt x="10" y="62"/>
                    </a:cubicBezTo>
                    <a:lnTo>
                      <a:pt x="9" y="62"/>
                    </a:lnTo>
                    <a:close/>
                    <a:moveTo>
                      <a:pt x="5" y="45"/>
                    </a:moveTo>
                    <a:cubicBezTo>
                      <a:pt x="4" y="46"/>
                      <a:pt x="4" y="46"/>
                      <a:pt x="4" y="46"/>
                    </a:cubicBezTo>
                    <a:cubicBezTo>
                      <a:pt x="5" y="46"/>
                      <a:pt x="5" y="46"/>
                      <a:pt x="5" y="46"/>
                    </a:cubicBezTo>
                    <a:cubicBezTo>
                      <a:pt x="5" y="46"/>
                      <a:pt x="5" y="46"/>
                      <a:pt x="5" y="46"/>
                    </a:cubicBezTo>
                    <a:cubicBezTo>
                      <a:pt x="5" y="46"/>
                      <a:pt x="5" y="46"/>
                      <a:pt x="5" y="46"/>
                    </a:cubicBezTo>
                    <a:cubicBezTo>
                      <a:pt x="5" y="45"/>
                      <a:pt x="5" y="45"/>
                      <a:pt x="5" y="45"/>
                    </a:cubicBezTo>
                    <a:close/>
                    <a:moveTo>
                      <a:pt x="8" y="48"/>
                    </a:moveTo>
                    <a:cubicBezTo>
                      <a:pt x="8" y="47"/>
                      <a:pt x="8" y="47"/>
                      <a:pt x="8" y="47"/>
                    </a:cubicBezTo>
                    <a:cubicBezTo>
                      <a:pt x="8" y="47"/>
                      <a:pt x="8" y="47"/>
                      <a:pt x="8" y="47"/>
                    </a:cubicBezTo>
                    <a:cubicBezTo>
                      <a:pt x="8" y="47"/>
                      <a:pt x="8" y="47"/>
                      <a:pt x="8" y="47"/>
                    </a:cubicBezTo>
                    <a:cubicBezTo>
                      <a:pt x="8" y="46"/>
                      <a:pt x="8" y="46"/>
                      <a:pt x="8" y="46"/>
                    </a:cubicBezTo>
                    <a:cubicBezTo>
                      <a:pt x="7" y="46"/>
                      <a:pt x="7" y="46"/>
                      <a:pt x="7" y="46"/>
                    </a:cubicBezTo>
                    <a:cubicBezTo>
                      <a:pt x="8" y="48"/>
                      <a:pt x="8" y="48"/>
                      <a:pt x="8" y="48"/>
                    </a:cubicBezTo>
                    <a:cubicBezTo>
                      <a:pt x="8" y="50"/>
                      <a:pt x="8" y="50"/>
                      <a:pt x="8" y="50"/>
                    </a:cubicBezTo>
                    <a:cubicBezTo>
                      <a:pt x="8" y="50"/>
                      <a:pt x="8" y="50"/>
                      <a:pt x="8" y="50"/>
                    </a:cubicBezTo>
                    <a:cubicBezTo>
                      <a:pt x="8" y="51"/>
                      <a:pt x="8" y="51"/>
                      <a:pt x="8" y="51"/>
                    </a:cubicBezTo>
                    <a:cubicBezTo>
                      <a:pt x="8" y="51"/>
                      <a:pt x="8" y="51"/>
                      <a:pt x="8" y="51"/>
                    </a:cubicBezTo>
                    <a:cubicBezTo>
                      <a:pt x="8" y="50"/>
                      <a:pt x="8" y="50"/>
                      <a:pt x="8" y="50"/>
                    </a:cubicBezTo>
                    <a:cubicBezTo>
                      <a:pt x="8" y="48"/>
                      <a:pt x="8" y="48"/>
                      <a:pt x="8" y="48"/>
                    </a:cubicBezTo>
                    <a:cubicBezTo>
                      <a:pt x="8" y="48"/>
                      <a:pt x="8" y="48"/>
                      <a:pt x="8" y="48"/>
                    </a:cubicBezTo>
                    <a:close/>
                    <a:moveTo>
                      <a:pt x="9" y="49"/>
                    </a:moveTo>
                    <a:cubicBezTo>
                      <a:pt x="9" y="49"/>
                      <a:pt x="9" y="49"/>
                      <a:pt x="9" y="49"/>
                    </a:cubicBezTo>
                    <a:cubicBezTo>
                      <a:pt x="9" y="49"/>
                      <a:pt x="9" y="49"/>
                      <a:pt x="9" y="49"/>
                    </a:cubicBezTo>
                    <a:cubicBezTo>
                      <a:pt x="9" y="48"/>
                      <a:pt x="9" y="48"/>
                      <a:pt x="9" y="48"/>
                    </a:cubicBezTo>
                    <a:cubicBezTo>
                      <a:pt x="9" y="48"/>
                      <a:pt x="9" y="48"/>
                      <a:pt x="9" y="48"/>
                    </a:cubicBezTo>
                    <a:cubicBezTo>
                      <a:pt x="9" y="48"/>
                      <a:pt x="9" y="48"/>
                      <a:pt x="9" y="48"/>
                    </a:cubicBezTo>
                    <a:cubicBezTo>
                      <a:pt x="8" y="50"/>
                      <a:pt x="8" y="50"/>
                      <a:pt x="8" y="50"/>
                    </a:cubicBezTo>
                    <a:cubicBezTo>
                      <a:pt x="8" y="50"/>
                      <a:pt x="8" y="50"/>
                      <a:pt x="8" y="50"/>
                    </a:cubicBezTo>
                    <a:cubicBezTo>
                      <a:pt x="9" y="50"/>
                      <a:pt x="9" y="50"/>
                      <a:pt x="9" y="50"/>
                    </a:cubicBezTo>
                    <a:lnTo>
                      <a:pt x="9" y="49"/>
                    </a:lnTo>
                    <a:close/>
                    <a:moveTo>
                      <a:pt x="13" y="51"/>
                    </a:moveTo>
                    <a:cubicBezTo>
                      <a:pt x="13" y="51"/>
                      <a:pt x="13" y="51"/>
                      <a:pt x="13" y="51"/>
                    </a:cubicBezTo>
                    <a:cubicBezTo>
                      <a:pt x="12" y="52"/>
                      <a:pt x="11" y="52"/>
                      <a:pt x="11" y="52"/>
                    </a:cubicBezTo>
                    <a:cubicBezTo>
                      <a:pt x="9" y="53"/>
                      <a:pt x="9" y="53"/>
                      <a:pt x="9" y="53"/>
                    </a:cubicBezTo>
                    <a:cubicBezTo>
                      <a:pt x="9" y="53"/>
                      <a:pt x="9" y="53"/>
                      <a:pt x="9" y="53"/>
                    </a:cubicBezTo>
                    <a:cubicBezTo>
                      <a:pt x="9" y="53"/>
                      <a:pt x="9" y="53"/>
                      <a:pt x="9" y="53"/>
                    </a:cubicBezTo>
                    <a:cubicBezTo>
                      <a:pt x="9" y="53"/>
                      <a:pt x="9" y="53"/>
                      <a:pt x="9" y="53"/>
                    </a:cubicBezTo>
                    <a:cubicBezTo>
                      <a:pt x="8" y="52"/>
                      <a:pt x="8" y="52"/>
                      <a:pt x="8" y="52"/>
                    </a:cubicBezTo>
                    <a:cubicBezTo>
                      <a:pt x="8" y="52"/>
                      <a:pt x="8" y="52"/>
                      <a:pt x="8" y="52"/>
                    </a:cubicBezTo>
                    <a:cubicBezTo>
                      <a:pt x="8" y="51"/>
                      <a:pt x="8" y="51"/>
                      <a:pt x="8" y="51"/>
                    </a:cubicBezTo>
                    <a:cubicBezTo>
                      <a:pt x="7" y="50"/>
                      <a:pt x="7" y="50"/>
                      <a:pt x="7" y="50"/>
                    </a:cubicBezTo>
                    <a:cubicBezTo>
                      <a:pt x="7" y="50"/>
                      <a:pt x="7" y="50"/>
                      <a:pt x="7" y="50"/>
                    </a:cubicBezTo>
                    <a:cubicBezTo>
                      <a:pt x="7" y="48"/>
                      <a:pt x="7" y="48"/>
                      <a:pt x="7" y="48"/>
                    </a:cubicBezTo>
                    <a:cubicBezTo>
                      <a:pt x="7" y="46"/>
                      <a:pt x="7" y="46"/>
                      <a:pt x="7" y="46"/>
                    </a:cubicBezTo>
                    <a:cubicBezTo>
                      <a:pt x="6" y="45"/>
                      <a:pt x="6" y="45"/>
                      <a:pt x="6" y="45"/>
                    </a:cubicBezTo>
                    <a:cubicBezTo>
                      <a:pt x="6" y="45"/>
                      <a:pt x="6" y="45"/>
                      <a:pt x="6" y="45"/>
                    </a:cubicBezTo>
                    <a:cubicBezTo>
                      <a:pt x="5" y="46"/>
                      <a:pt x="5" y="46"/>
                      <a:pt x="5" y="46"/>
                    </a:cubicBezTo>
                    <a:cubicBezTo>
                      <a:pt x="6" y="49"/>
                      <a:pt x="6" y="49"/>
                      <a:pt x="6" y="49"/>
                    </a:cubicBezTo>
                    <a:cubicBezTo>
                      <a:pt x="7" y="52"/>
                      <a:pt x="7" y="52"/>
                      <a:pt x="7" y="52"/>
                    </a:cubicBezTo>
                    <a:cubicBezTo>
                      <a:pt x="8" y="55"/>
                      <a:pt x="8" y="55"/>
                      <a:pt x="8" y="55"/>
                    </a:cubicBezTo>
                    <a:cubicBezTo>
                      <a:pt x="8" y="56"/>
                      <a:pt x="9" y="57"/>
                      <a:pt x="9" y="58"/>
                    </a:cubicBezTo>
                    <a:cubicBezTo>
                      <a:pt x="9" y="60"/>
                      <a:pt x="9" y="60"/>
                      <a:pt x="9" y="60"/>
                    </a:cubicBezTo>
                    <a:cubicBezTo>
                      <a:pt x="11" y="61"/>
                      <a:pt x="11" y="61"/>
                      <a:pt x="11" y="61"/>
                    </a:cubicBezTo>
                    <a:cubicBezTo>
                      <a:pt x="11" y="60"/>
                      <a:pt x="11" y="60"/>
                      <a:pt x="11" y="60"/>
                    </a:cubicBezTo>
                    <a:cubicBezTo>
                      <a:pt x="11" y="60"/>
                      <a:pt x="11" y="60"/>
                      <a:pt x="11" y="60"/>
                    </a:cubicBezTo>
                    <a:cubicBezTo>
                      <a:pt x="11" y="59"/>
                      <a:pt x="11" y="59"/>
                      <a:pt x="11" y="59"/>
                    </a:cubicBezTo>
                    <a:cubicBezTo>
                      <a:pt x="9" y="57"/>
                      <a:pt x="9" y="57"/>
                      <a:pt x="9" y="57"/>
                    </a:cubicBezTo>
                    <a:cubicBezTo>
                      <a:pt x="9" y="56"/>
                      <a:pt x="9" y="56"/>
                      <a:pt x="9" y="56"/>
                    </a:cubicBezTo>
                    <a:cubicBezTo>
                      <a:pt x="9" y="55"/>
                      <a:pt x="9" y="55"/>
                      <a:pt x="9" y="55"/>
                    </a:cubicBezTo>
                    <a:cubicBezTo>
                      <a:pt x="9" y="55"/>
                      <a:pt x="10" y="55"/>
                      <a:pt x="11" y="54"/>
                    </a:cubicBezTo>
                    <a:cubicBezTo>
                      <a:pt x="12" y="54"/>
                      <a:pt x="12" y="53"/>
                      <a:pt x="13" y="53"/>
                    </a:cubicBezTo>
                    <a:cubicBezTo>
                      <a:pt x="15" y="53"/>
                      <a:pt x="15" y="53"/>
                      <a:pt x="15" y="53"/>
                    </a:cubicBezTo>
                    <a:cubicBezTo>
                      <a:pt x="15" y="52"/>
                      <a:pt x="15" y="52"/>
                      <a:pt x="15" y="52"/>
                    </a:cubicBezTo>
                    <a:cubicBezTo>
                      <a:pt x="15" y="52"/>
                      <a:pt x="15" y="52"/>
                      <a:pt x="15" y="52"/>
                    </a:cubicBezTo>
                    <a:cubicBezTo>
                      <a:pt x="14" y="52"/>
                      <a:pt x="14" y="52"/>
                      <a:pt x="14" y="52"/>
                    </a:cubicBezTo>
                    <a:lnTo>
                      <a:pt x="13" y="51"/>
                    </a:lnTo>
                    <a:close/>
                    <a:moveTo>
                      <a:pt x="13" y="47"/>
                    </a:moveTo>
                    <a:cubicBezTo>
                      <a:pt x="14" y="49"/>
                      <a:pt x="14" y="49"/>
                      <a:pt x="14" y="49"/>
                    </a:cubicBezTo>
                    <a:cubicBezTo>
                      <a:pt x="15" y="49"/>
                      <a:pt x="15" y="49"/>
                      <a:pt x="15" y="49"/>
                    </a:cubicBezTo>
                    <a:cubicBezTo>
                      <a:pt x="14" y="49"/>
                      <a:pt x="14" y="49"/>
                      <a:pt x="14" y="49"/>
                    </a:cubicBezTo>
                    <a:cubicBezTo>
                      <a:pt x="14" y="51"/>
                      <a:pt x="14" y="51"/>
                      <a:pt x="14" y="51"/>
                    </a:cubicBezTo>
                    <a:cubicBezTo>
                      <a:pt x="14" y="52"/>
                      <a:pt x="14" y="52"/>
                      <a:pt x="14" y="52"/>
                    </a:cubicBezTo>
                    <a:cubicBezTo>
                      <a:pt x="15" y="52"/>
                      <a:pt x="15" y="52"/>
                      <a:pt x="15" y="52"/>
                    </a:cubicBezTo>
                    <a:cubicBezTo>
                      <a:pt x="15" y="52"/>
                      <a:pt x="15" y="52"/>
                      <a:pt x="15" y="52"/>
                    </a:cubicBezTo>
                    <a:cubicBezTo>
                      <a:pt x="15" y="52"/>
                      <a:pt x="15" y="52"/>
                      <a:pt x="15" y="52"/>
                    </a:cubicBezTo>
                    <a:cubicBezTo>
                      <a:pt x="15" y="52"/>
                      <a:pt x="15" y="52"/>
                      <a:pt x="15" y="52"/>
                    </a:cubicBezTo>
                    <a:cubicBezTo>
                      <a:pt x="15" y="53"/>
                      <a:pt x="15" y="54"/>
                      <a:pt x="16" y="55"/>
                    </a:cubicBezTo>
                    <a:cubicBezTo>
                      <a:pt x="16" y="54"/>
                      <a:pt x="18" y="51"/>
                      <a:pt x="20" y="50"/>
                    </a:cubicBezTo>
                    <a:cubicBezTo>
                      <a:pt x="20" y="50"/>
                      <a:pt x="20" y="50"/>
                      <a:pt x="20" y="50"/>
                    </a:cubicBezTo>
                    <a:cubicBezTo>
                      <a:pt x="20" y="50"/>
                      <a:pt x="20" y="50"/>
                      <a:pt x="20" y="50"/>
                    </a:cubicBezTo>
                    <a:cubicBezTo>
                      <a:pt x="20" y="48"/>
                      <a:pt x="20" y="48"/>
                      <a:pt x="20" y="48"/>
                    </a:cubicBezTo>
                    <a:cubicBezTo>
                      <a:pt x="21" y="47"/>
                      <a:pt x="21" y="47"/>
                      <a:pt x="21" y="47"/>
                    </a:cubicBezTo>
                    <a:cubicBezTo>
                      <a:pt x="21" y="45"/>
                      <a:pt x="21" y="45"/>
                      <a:pt x="21" y="45"/>
                    </a:cubicBezTo>
                    <a:cubicBezTo>
                      <a:pt x="22" y="45"/>
                      <a:pt x="22" y="45"/>
                      <a:pt x="22" y="45"/>
                    </a:cubicBezTo>
                    <a:cubicBezTo>
                      <a:pt x="21" y="47"/>
                      <a:pt x="21" y="47"/>
                      <a:pt x="21" y="47"/>
                    </a:cubicBezTo>
                    <a:cubicBezTo>
                      <a:pt x="21" y="48"/>
                      <a:pt x="21" y="48"/>
                      <a:pt x="21" y="48"/>
                    </a:cubicBezTo>
                    <a:cubicBezTo>
                      <a:pt x="23" y="46"/>
                      <a:pt x="23" y="46"/>
                      <a:pt x="23" y="46"/>
                    </a:cubicBezTo>
                    <a:cubicBezTo>
                      <a:pt x="24" y="45"/>
                      <a:pt x="24" y="45"/>
                      <a:pt x="24" y="45"/>
                    </a:cubicBezTo>
                    <a:cubicBezTo>
                      <a:pt x="24" y="45"/>
                      <a:pt x="24" y="45"/>
                      <a:pt x="24" y="45"/>
                    </a:cubicBezTo>
                    <a:cubicBezTo>
                      <a:pt x="24" y="45"/>
                      <a:pt x="24" y="45"/>
                      <a:pt x="24" y="45"/>
                    </a:cubicBezTo>
                    <a:cubicBezTo>
                      <a:pt x="24" y="45"/>
                      <a:pt x="26" y="47"/>
                      <a:pt x="29" y="48"/>
                    </a:cubicBezTo>
                    <a:cubicBezTo>
                      <a:pt x="26" y="44"/>
                      <a:pt x="26" y="44"/>
                      <a:pt x="26" y="44"/>
                    </a:cubicBezTo>
                    <a:cubicBezTo>
                      <a:pt x="23" y="43"/>
                      <a:pt x="22" y="41"/>
                      <a:pt x="22" y="41"/>
                    </a:cubicBezTo>
                    <a:cubicBezTo>
                      <a:pt x="22" y="41"/>
                      <a:pt x="22" y="41"/>
                      <a:pt x="22" y="41"/>
                    </a:cubicBezTo>
                    <a:cubicBezTo>
                      <a:pt x="21" y="41"/>
                      <a:pt x="21" y="41"/>
                      <a:pt x="21" y="41"/>
                    </a:cubicBezTo>
                    <a:cubicBezTo>
                      <a:pt x="21" y="41"/>
                      <a:pt x="21" y="41"/>
                      <a:pt x="21" y="41"/>
                    </a:cubicBezTo>
                    <a:cubicBezTo>
                      <a:pt x="23" y="41"/>
                      <a:pt x="23" y="41"/>
                      <a:pt x="23" y="41"/>
                    </a:cubicBezTo>
                    <a:cubicBezTo>
                      <a:pt x="23" y="41"/>
                      <a:pt x="23" y="41"/>
                      <a:pt x="23" y="41"/>
                    </a:cubicBezTo>
                    <a:cubicBezTo>
                      <a:pt x="23" y="40"/>
                      <a:pt x="23" y="40"/>
                      <a:pt x="23" y="40"/>
                    </a:cubicBezTo>
                    <a:cubicBezTo>
                      <a:pt x="24" y="40"/>
                      <a:pt x="24" y="40"/>
                      <a:pt x="24" y="40"/>
                    </a:cubicBezTo>
                    <a:cubicBezTo>
                      <a:pt x="24" y="40"/>
                      <a:pt x="24" y="40"/>
                      <a:pt x="24" y="40"/>
                    </a:cubicBezTo>
                    <a:cubicBezTo>
                      <a:pt x="24" y="40"/>
                      <a:pt x="24" y="40"/>
                      <a:pt x="24" y="40"/>
                    </a:cubicBezTo>
                    <a:cubicBezTo>
                      <a:pt x="25" y="40"/>
                      <a:pt x="25" y="40"/>
                      <a:pt x="25" y="40"/>
                    </a:cubicBezTo>
                    <a:cubicBezTo>
                      <a:pt x="26" y="41"/>
                      <a:pt x="26" y="41"/>
                      <a:pt x="26" y="41"/>
                    </a:cubicBezTo>
                    <a:cubicBezTo>
                      <a:pt x="27" y="41"/>
                      <a:pt x="28" y="41"/>
                      <a:pt x="28" y="41"/>
                    </a:cubicBezTo>
                    <a:cubicBezTo>
                      <a:pt x="28" y="41"/>
                      <a:pt x="28" y="41"/>
                      <a:pt x="28" y="41"/>
                    </a:cubicBezTo>
                    <a:cubicBezTo>
                      <a:pt x="29" y="41"/>
                      <a:pt x="29" y="41"/>
                      <a:pt x="29" y="41"/>
                    </a:cubicBezTo>
                    <a:cubicBezTo>
                      <a:pt x="29" y="41"/>
                      <a:pt x="29" y="41"/>
                      <a:pt x="29" y="41"/>
                    </a:cubicBezTo>
                    <a:cubicBezTo>
                      <a:pt x="30" y="40"/>
                      <a:pt x="30" y="40"/>
                      <a:pt x="30" y="40"/>
                    </a:cubicBezTo>
                    <a:cubicBezTo>
                      <a:pt x="30" y="38"/>
                      <a:pt x="30" y="38"/>
                      <a:pt x="30" y="38"/>
                    </a:cubicBezTo>
                    <a:cubicBezTo>
                      <a:pt x="31" y="38"/>
                      <a:pt x="31" y="38"/>
                      <a:pt x="31" y="38"/>
                    </a:cubicBezTo>
                    <a:cubicBezTo>
                      <a:pt x="31" y="38"/>
                      <a:pt x="31" y="38"/>
                      <a:pt x="31" y="38"/>
                    </a:cubicBezTo>
                    <a:cubicBezTo>
                      <a:pt x="31" y="38"/>
                      <a:pt x="31" y="38"/>
                      <a:pt x="31" y="38"/>
                    </a:cubicBezTo>
                    <a:cubicBezTo>
                      <a:pt x="33" y="38"/>
                      <a:pt x="33" y="38"/>
                      <a:pt x="33" y="38"/>
                    </a:cubicBezTo>
                    <a:cubicBezTo>
                      <a:pt x="34" y="38"/>
                      <a:pt x="34" y="38"/>
                      <a:pt x="34" y="38"/>
                    </a:cubicBezTo>
                    <a:cubicBezTo>
                      <a:pt x="34" y="38"/>
                      <a:pt x="34" y="38"/>
                      <a:pt x="34" y="38"/>
                    </a:cubicBezTo>
                    <a:cubicBezTo>
                      <a:pt x="34" y="35"/>
                      <a:pt x="34" y="35"/>
                      <a:pt x="34" y="35"/>
                    </a:cubicBezTo>
                    <a:cubicBezTo>
                      <a:pt x="34" y="35"/>
                      <a:pt x="34" y="35"/>
                      <a:pt x="34" y="35"/>
                    </a:cubicBezTo>
                    <a:cubicBezTo>
                      <a:pt x="34" y="34"/>
                      <a:pt x="34" y="34"/>
                      <a:pt x="34" y="34"/>
                    </a:cubicBezTo>
                    <a:cubicBezTo>
                      <a:pt x="34" y="34"/>
                      <a:pt x="34" y="34"/>
                      <a:pt x="34" y="34"/>
                    </a:cubicBezTo>
                    <a:cubicBezTo>
                      <a:pt x="34" y="34"/>
                      <a:pt x="34" y="34"/>
                      <a:pt x="34" y="34"/>
                    </a:cubicBezTo>
                    <a:cubicBezTo>
                      <a:pt x="36" y="34"/>
                      <a:pt x="36" y="34"/>
                      <a:pt x="36" y="34"/>
                    </a:cubicBezTo>
                    <a:cubicBezTo>
                      <a:pt x="36" y="34"/>
                      <a:pt x="36" y="34"/>
                      <a:pt x="36" y="34"/>
                    </a:cubicBezTo>
                    <a:cubicBezTo>
                      <a:pt x="36" y="34"/>
                      <a:pt x="36" y="34"/>
                      <a:pt x="36" y="34"/>
                    </a:cubicBezTo>
                    <a:cubicBezTo>
                      <a:pt x="36" y="32"/>
                      <a:pt x="36" y="32"/>
                      <a:pt x="36" y="32"/>
                    </a:cubicBezTo>
                    <a:cubicBezTo>
                      <a:pt x="36" y="32"/>
                      <a:pt x="36" y="32"/>
                      <a:pt x="36" y="32"/>
                    </a:cubicBezTo>
                    <a:cubicBezTo>
                      <a:pt x="36" y="32"/>
                      <a:pt x="36" y="32"/>
                      <a:pt x="36" y="32"/>
                    </a:cubicBezTo>
                    <a:cubicBezTo>
                      <a:pt x="35" y="32"/>
                      <a:pt x="35" y="32"/>
                      <a:pt x="35" y="32"/>
                    </a:cubicBezTo>
                    <a:cubicBezTo>
                      <a:pt x="36" y="31"/>
                      <a:pt x="36" y="31"/>
                      <a:pt x="36" y="31"/>
                    </a:cubicBezTo>
                    <a:cubicBezTo>
                      <a:pt x="36" y="31"/>
                      <a:pt x="36" y="31"/>
                      <a:pt x="36" y="31"/>
                    </a:cubicBezTo>
                    <a:cubicBezTo>
                      <a:pt x="36" y="31"/>
                      <a:pt x="36" y="31"/>
                      <a:pt x="36" y="31"/>
                    </a:cubicBezTo>
                    <a:cubicBezTo>
                      <a:pt x="38" y="30"/>
                      <a:pt x="38" y="30"/>
                      <a:pt x="38" y="30"/>
                    </a:cubicBezTo>
                    <a:cubicBezTo>
                      <a:pt x="38" y="28"/>
                      <a:pt x="38" y="28"/>
                      <a:pt x="38" y="28"/>
                    </a:cubicBezTo>
                    <a:cubicBezTo>
                      <a:pt x="38" y="28"/>
                      <a:pt x="38" y="28"/>
                      <a:pt x="38" y="28"/>
                    </a:cubicBezTo>
                    <a:cubicBezTo>
                      <a:pt x="37" y="28"/>
                      <a:pt x="37" y="28"/>
                      <a:pt x="37" y="28"/>
                    </a:cubicBezTo>
                    <a:cubicBezTo>
                      <a:pt x="36" y="28"/>
                      <a:pt x="36" y="28"/>
                      <a:pt x="36" y="28"/>
                    </a:cubicBezTo>
                    <a:cubicBezTo>
                      <a:pt x="37" y="26"/>
                      <a:pt x="37" y="26"/>
                      <a:pt x="37" y="26"/>
                    </a:cubicBezTo>
                    <a:cubicBezTo>
                      <a:pt x="37" y="26"/>
                      <a:pt x="37" y="26"/>
                      <a:pt x="37" y="26"/>
                    </a:cubicBezTo>
                    <a:cubicBezTo>
                      <a:pt x="38" y="27"/>
                      <a:pt x="38" y="27"/>
                      <a:pt x="38" y="27"/>
                    </a:cubicBezTo>
                    <a:cubicBezTo>
                      <a:pt x="39" y="25"/>
                      <a:pt x="39" y="25"/>
                      <a:pt x="39" y="25"/>
                    </a:cubicBezTo>
                    <a:cubicBezTo>
                      <a:pt x="38" y="24"/>
                      <a:pt x="38" y="24"/>
                      <a:pt x="38" y="24"/>
                    </a:cubicBezTo>
                    <a:cubicBezTo>
                      <a:pt x="37" y="24"/>
                      <a:pt x="37" y="24"/>
                      <a:pt x="37" y="24"/>
                    </a:cubicBezTo>
                    <a:cubicBezTo>
                      <a:pt x="37" y="25"/>
                      <a:pt x="37" y="25"/>
                      <a:pt x="37" y="25"/>
                    </a:cubicBezTo>
                    <a:cubicBezTo>
                      <a:pt x="37" y="23"/>
                      <a:pt x="37" y="23"/>
                      <a:pt x="37" y="23"/>
                    </a:cubicBezTo>
                    <a:cubicBezTo>
                      <a:pt x="37" y="23"/>
                      <a:pt x="37" y="23"/>
                      <a:pt x="37" y="23"/>
                    </a:cubicBezTo>
                    <a:cubicBezTo>
                      <a:pt x="37" y="23"/>
                      <a:pt x="37" y="23"/>
                      <a:pt x="37" y="23"/>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6" y="20"/>
                      <a:pt x="36" y="20"/>
                      <a:pt x="36" y="20"/>
                    </a:cubicBezTo>
                    <a:cubicBezTo>
                      <a:pt x="36" y="20"/>
                      <a:pt x="36" y="20"/>
                      <a:pt x="36" y="20"/>
                    </a:cubicBezTo>
                    <a:cubicBezTo>
                      <a:pt x="36" y="20"/>
                      <a:pt x="37" y="19"/>
                      <a:pt x="37" y="18"/>
                    </a:cubicBezTo>
                    <a:cubicBezTo>
                      <a:pt x="36" y="16"/>
                      <a:pt x="36" y="16"/>
                      <a:pt x="36" y="16"/>
                    </a:cubicBezTo>
                    <a:cubicBezTo>
                      <a:pt x="36" y="16"/>
                      <a:pt x="36" y="16"/>
                      <a:pt x="36" y="16"/>
                    </a:cubicBezTo>
                    <a:cubicBezTo>
                      <a:pt x="36" y="17"/>
                      <a:pt x="36" y="18"/>
                      <a:pt x="35" y="19"/>
                    </a:cubicBezTo>
                    <a:cubicBezTo>
                      <a:pt x="35" y="20"/>
                      <a:pt x="34" y="21"/>
                      <a:pt x="32" y="22"/>
                    </a:cubicBezTo>
                    <a:cubicBezTo>
                      <a:pt x="31" y="23"/>
                      <a:pt x="30" y="24"/>
                      <a:pt x="30" y="25"/>
                    </a:cubicBezTo>
                    <a:cubicBezTo>
                      <a:pt x="30" y="25"/>
                      <a:pt x="30" y="25"/>
                      <a:pt x="30" y="25"/>
                    </a:cubicBezTo>
                    <a:cubicBezTo>
                      <a:pt x="30" y="26"/>
                      <a:pt x="30" y="26"/>
                      <a:pt x="30" y="26"/>
                    </a:cubicBezTo>
                    <a:cubicBezTo>
                      <a:pt x="30" y="26"/>
                      <a:pt x="31" y="28"/>
                      <a:pt x="32" y="28"/>
                    </a:cubicBezTo>
                    <a:cubicBezTo>
                      <a:pt x="32" y="28"/>
                      <a:pt x="32" y="28"/>
                      <a:pt x="32" y="28"/>
                    </a:cubicBezTo>
                    <a:cubicBezTo>
                      <a:pt x="32" y="28"/>
                      <a:pt x="32" y="28"/>
                      <a:pt x="32" y="28"/>
                    </a:cubicBezTo>
                    <a:cubicBezTo>
                      <a:pt x="32" y="28"/>
                      <a:pt x="32" y="28"/>
                      <a:pt x="32" y="28"/>
                    </a:cubicBezTo>
                    <a:cubicBezTo>
                      <a:pt x="32" y="29"/>
                      <a:pt x="32" y="29"/>
                      <a:pt x="32" y="29"/>
                    </a:cubicBezTo>
                    <a:cubicBezTo>
                      <a:pt x="32" y="31"/>
                      <a:pt x="32" y="33"/>
                      <a:pt x="29" y="33"/>
                    </a:cubicBezTo>
                    <a:cubicBezTo>
                      <a:pt x="29" y="33"/>
                      <a:pt x="29" y="33"/>
                      <a:pt x="29" y="33"/>
                    </a:cubicBezTo>
                    <a:cubicBezTo>
                      <a:pt x="29" y="33"/>
                      <a:pt x="26" y="35"/>
                      <a:pt x="25" y="35"/>
                    </a:cubicBezTo>
                    <a:cubicBezTo>
                      <a:pt x="25" y="35"/>
                      <a:pt x="25" y="35"/>
                      <a:pt x="25" y="35"/>
                    </a:cubicBezTo>
                    <a:cubicBezTo>
                      <a:pt x="24" y="35"/>
                      <a:pt x="24" y="35"/>
                      <a:pt x="24" y="35"/>
                    </a:cubicBezTo>
                    <a:cubicBezTo>
                      <a:pt x="23" y="34"/>
                      <a:pt x="23" y="34"/>
                      <a:pt x="23" y="34"/>
                    </a:cubicBezTo>
                    <a:cubicBezTo>
                      <a:pt x="22" y="36"/>
                      <a:pt x="22" y="36"/>
                      <a:pt x="22" y="36"/>
                    </a:cubicBezTo>
                    <a:cubicBezTo>
                      <a:pt x="21" y="36"/>
                      <a:pt x="21" y="36"/>
                      <a:pt x="21" y="36"/>
                    </a:cubicBezTo>
                    <a:cubicBezTo>
                      <a:pt x="21" y="34"/>
                      <a:pt x="21" y="34"/>
                      <a:pt x="21" y="34"/>
                    </a:cubicBezTo>
                    <a:cubicBezTo>
                      <a:pt x="20" y="34"/>
                      <a:pt x="20" y="34"/>
                      <a:pt x="20" y="34"/>
                    </a:cubicBezTo>
                    <a:cubicBezTo>
                      <a:pt x="20" y="33"/>
                      <a:pt x="20" y="33"/>
                      <a:pt x="20" y="33"/>
                    </a:cubicBezTo>
                    <a:cubicBezTo>
                      <a:pt x="19" y="35"/>
                      <a:pt x="19" y="35"/>
                      <a:pt x="19" y="35"/>
                    </a:cubicBezTo>
                    <a:cubicBezTo>
                      <a:pt x="18" y="36"/>
                      <a:pt x="18" y="36"/>
                      <a:pt x="18" y="36"/>
                    </a:cubicBezTo>
                    <a:cubicBezTo>
                      <a:pt x="18" y="38"/>
                      <a:pt x="18" y="38"/>
                      <a:pt x="18" y="38"/>
                    </a:cubicBezTo>
                    <a:cubicBezTo>
                      <a:pt x="17" y="39"/>
                      <a:pt x="17" y="39"/>
                      <a:pt x="17" y="39"/>
                    </a:cubicBezTo>
                    <a:cubicBezTo>
                      <a:pt x="17" y="41"/>
                      <a:pt x="18" y="43"/>
                      <a:pt x="18" y="44"/>
                    </a:cubicBezTo>
                    <a:cubicBezTo>
                      <a:pt x="18" y="45"/>
                      <a:pt x="18" y="45"/>
                      <a:pt x="18" y="45"/>
                    </a:cubicBezTo>
                    <a:cubicBezTo>
                      <a:pt x="18" y="46"/>
                      <a:pt x="17" y="48"/>
                      <a:pt x="17" y="48"/>
                    </a:cubicBezTo>
                    <a:cubicBezTo>
                      <a:pt x="17" y="49"/>
                      <a:pt x="17" y="49"/>
                      <a:pt x="17" y="49"/>
                    </a:cubicBezTo>
                    <a:cubicBezTo>
                      <a:pt x="16" y="48"/>
                      <a:pt x="16" y="48"/>
                      <a:pt x="16" y="48"/>
                    </a:cubicBezTo>
                    <a:cubicBezTo>
                      <a:pt x="16" y="48"/>
                      <a:pt x="16" y="48"/>
                      <a:pt x="16" y="48"/>
                    </a:cubicBezTo>
                    <a:cubicBezTo>
                      <a:pt x="16" y="48"/>
                      <a:pt x="15" y="48"/>
                      <a:pt x="13" y="47"/>
                    </a:cubicBezTo>
                    <a:moveTo>
                      <a:pt x="37" y="27"/>
                    </a:moveTo>
                    <a:cubicBezTo>
                      <a:pt x="37" y="27"/>
                      <a:pt x="37" y="27"/>
                      <a:pt x="37" y="27"/>
                    </a:cubicBezTo>
                    <a:cubicBezTo>
                      <a:pt x="37" y="27"/>
                      <a:pt x="37" y="27"/>
                      <a:pt x="37" y="27"/>
                    </a:cubicBezTo>
                    <a:close/>
                    <a:moveTo>
                      <a:pt x="13" y="42"/>
                    </a:moveTo>
                    <a:cubicBezTo>
                      <a:pt x="14" y="45"/>
                      <a:pt x="16" y="47"/>
                      <a:pt x="17" y="48"/>
                    </a:cubicBezTo>
                    <a:cubicBezTo>
                      <a:pt x="17" y="47"/>
                      <a:pt x="18" y="46"/>
                      <a:pt x="18" y="45"/>
                    </a:cubicBezTo>
                    <a:cubicBezTo>
                      <a:pt x="18" y="44"/>
                      <a:pt x="18" y="44"/>
                      <a:pt x="18" y="44"/>
                    </a:cubicBezTo>
                    <a:cubicBezTo>
                      <a:pt x="18" y="43"/>
                      <a:pt x="17" y="41"/>
                      <a:pt x="17" y="39"/>
                    </a:cubicBezTo>
                    <a:cubicBezTo>
                      <a:pt x="17" y="38"/>
                      <a:pt x="17" y="38"/>
                      <a:pt x="17" y="38"/>
                    </a:cubicBezTo>
                    <a:cubicBezTo>
                      <a:pt x="17" y="37"/>
                      <a:pt x="17" y="37"/>
                      <a:pt x="17" y="37"/>
                    </a:cubicBezTo>
                    <a:cubicBezTo>
                      <a:pt x="17" y="36"/>
                      <a:pt x="17" y="36"/>
                      <a:pt x="17" y="36"/>
                    </a:cubicBezTo>
                    <a:cubicBezTo>
                      <a:pt x="17" y="35"/>
                      <a:pt x="17" y="35"/>
                      <a:pt x="17" y="35"/>
                    </a:cubicBezTo>
                    <a:cubicBezTo>
                      <a:pt x="16" y="34"/>
                      <a:pt x="16" y="34"/>
                      <a:pt x="16" y="34"/>
                    </a:cubicBezTo>
                    <a:cubicBezTo>
                      <a:pt x="14" y="36"/>
                      <a:pt x="14" y="36"/>
                      <a:pt x="14" y="36"/>
                    </a:cubicBezTo>
                    <a:cubicBezTo>
                      <a:pt x="12" y="37"/>
                      <a:pt x="12" y="37"/>
                      <a:pt x="12" y="37"/>
                    </a:cubicBezTo>
                    <a:cubicBezTo>
                      <a:pt x="12" y="39"/>
                      <a:pt x="12" y="39"/>
                      <a:pt x="12" y="39"/>
                    </a:cubicBezTo>
                    <a:cubicBezTo>
                      <a:pt x="12" y="40"/>
                      <a:pt x="12" y="41"/>
                      <a:pt x="13" y="42"/>
                    </a:cubicBezTo>
                    <a:moveTo>
                      <a:pt x="4" y="32"/>
                    </a:moveTo>
                    <a:cubicBezTo>
                      <a:pt x="5" y="32"/>
                      <a:pt x="5" y="32"/>
                      <a:pt x="5" y="32"/>
                    </a:cubicBezTo>
                    <a:cubicBezTo>
                      <a:pt x="7" y="32"/>
                      <a:pt x="7" y="32"/>
                      <a:pt x="7" y="32"/>
                    </a:cubicBezTo>
                    <a:cubicBezTo>
                      <a:pt x="8" y="33"/>
                      <a:pt x="8" y="35"/>
                      <a:pt x="8" y="36"/>
                    </a:cubicBezTo>
                    <a:cubicBezTo>
                      <a:pt x="8" y="37"/>
                      <a:pt x="8" y="37"/>
                      <a:pt x="8" y="37"/>
                    </a:cubicBezTo>
                    <a:cubicBezTo>
                      <a:pt x="9" y="38"/>
                      <a:pt x="9" y="38"/>
                      <a:pt x="9" y="38"/>
                    </a:cubicBezTo>
                    <a:cubicBezTo>
                      <a:pt x="11" y="39"/>
                      <a:pt x="11" y="39"/>
                      <a:pt x="11" y="39"/>
                    </a:cubicBezTo>
                    <a:cubicBezTo>
                      <a:pt x="11" y="39"/>
                      <a:pt x="11" y="39"/>
                      <a:pt x="11" y="39"/>
                    </a:cubicBezTo>
                    <a:cubicBezTo>
                      <a:pt x="12" y="37"/>
                      <a:pt x="12" y="37"/>
                      <a:pt x="12" y="37"/>
                    </a:cubicBezTo>
                    <a:cubicBezTo>
                      <a:pt x="11" y="37"/>
                      <a:pt x="11" y="37"/>
                      <a:pt x="11" y="37"/>
                    </a:cubicBezTo>
                    <a:cubicBezTo>
                      <a:pt x="11" y="37"/>
                      <a:pt x="11" y="37"/>
                      <a:pt x="11" y="37"/>
                    </a:cubicBezTo>
                    <a:cubicBezTo>
                      <a:pt x="10" y="37"/>
                      <a:pt x="10" y="37"/>
                      <a:pt x="10" y="37"/>
                    </a:cubicBezTo>
                    <a:cubicBezTo>
                      <a:pt x="10" y="37"/>
                      <a:pt x="10" y="37"/>
                      <a:pt x="10" y="37"/>
                    </a:cubicBezTo>
                    <a:cubicBezTo>
                      <a:pt x="10" y="36"/>
                      <a:pt x="10" y="36"/>
                      <a:pt x="10" y="36"/>
                    </a:cubicBezTo>
                    <a:cubicBezTo>
                      <a:pt x="12" y="34"/>
                      <a:pt x="12" y="34"/>
                      <a:pt x="12" y="34"/>
                    </a:cubicBezTo>
                    <a:cubicBezTo>
                      <a:pt x="12" y="34"/>
                      <a:pt x="12" y="34"/>
                      <a:pt x="12" y="34"/>
                    </a:cubicBezTo>
                    <a:cubicBezTo>
                      <a:pt x="11" y="31"/>
                      <a:pt x="11" y="31"/>
                      <a:pt x="11" y="31"/>
                    </a:cubicBezTo>
                    <a:cubicBezTo>
                      <a:pt x="11" y="31"/>
                      <a:pt x="10" y="30"/>
                      <a:pt x="10" y="29"/>
                    </a:cubicBezTo>
                    <a:cubicBezTo>
                      <a:pt x="10" y="28"/>
                      <a:pt x="10" y="27"/>
                      <a:pt x="10" y="26"/>
                    </a:cubicBezTo>
                    <a:cubicBezTo>
                      <a:pt x="9" y="27"/>
                      <a:pt x="8" y="28"/>
                      <a:pt x="8" y="29"/>
                    </a:cubicBezTo>
                    <a:cubicBezTo>
                      <a:pt x="8" y="29"/>
                      <a:pt x="8" y="29"/>
                      <a:pt x="8" y="29"/>
                    </a:cubicBezTo>
                    <a:cubicBezTo>
                      <a:pt x="8" y="30"/>
                      <a:pt x="8" y="30"/>
                      <a:pt x="8" y="30"/>
                    </a:cubicBezTo>
                    <a:cubicBezTo>
                      <a:pt x="8" y="29"/>
                      <a:pt x="8" y="29"/>
                      <a:pt x="8" y="29"/>
                    </a:cubicBezTo>
                    <a:cubicBezTo>
                      <a:pt x="7" y="28"/>
                      <a:pt x="7" y="28"/>
                      <a:pt x="7" y="28"/>
                    </a:cubicBezTo>
                    <a:cubicBezTo>
                      <a:pt x="7" y="30"/>
                      <a:pt x="7" y="30"/>
                      <a:pt x="7" y="30"/>
                    </a:cubicBezTo>
                    <a:cubicBezTo>
                      <a:pt x="7" y="30"/>
                      <a:pt x="7" y="30"/>
                      <a:pt x="7" y="30"/>
                    </a:cubicBezTo>
                    <a:cubicBezTo>
                      <a:pt x="7" y="31"/>
                      <a:pt x="7" y="31"/>
                      <a:pt x="7" y="31"/>
                    </a:cubicBezTo>
                    <a:cubicBezTo>
                      <a:pt x="6" y="31"/>
                      <a:pt x="6" y="31"/>
                      <a:pt x="6" y="31"/>
                    </a:cubicBezTo>
                    <a:cubicBezTo>
                      <a:pt x="5" y="30"/>
                      <a:pt x="5" y="30"/>
                      <a:pt x="5" y="30"/>
                    </a:cubicBezTo>
                    <a:cubicBezTo>
                      <a:pt x="5" y="30"/>
                      <a:pt x="5" y="31"/>
                      <a:pt x="4" y="32"/>
                    </a:cubicBezTo>
                    <a:moveTo>
                      <a:pt x="1" y="29"/>
                    </a:moveTo>
                    <a:cubicBezTo>
                      <a:pt x="1" y="29"/>
                      <a:pt x="1" y="29"/>
                      <a:pt x="1" y="29"/>
                    </a:cubicBezTo>
                    <a:cubicBezTo>
                      <a:pt x="1" y="29"/>
                      <a:pt x="1" y="29"/>
                      <a:pt x="1" y="29"/>
                    </a:cubicBezTo>
                    <a:cubicBezTo>
                      <a:pt x="2" y="28"/>
                      <a:pt x="2" y="28"/>
                      <a:pt x="2" y="28"/>
                    </a:cubicBezTo>
                    <a:cubicBezTo>
                      <a:pt x="1" y="28"/>
                      <a:pt x="1" y="28"/>
                      <a:pt x="1" y="28"/>
                    </a:cubicBezTo>
                    <a:cubicBezTo>
                      <a:pt x="1" y="28"/>
                      <a:pt x="1" y="28"/>
                      <a:pt x="1" y="28"/>
                    </a:cubicBezTo>
                    <a:lnTo>
                      <a:pt x="1" y="29"/>
                    </a:lnTo>
                    <a:close/>
                    <a:moveTo>
                      <a:pt x="1" y="15"/>
                    </a:moveTo>
                    <a:cubicBezTo>
                      <a:pt x="3" y="18"/>
                      <a:pt x="3" y="18"/>
                      <a:pt x="3" y="18"/>
                    </a:cubicBezTo>
                    <a:cubicBezTo>
                      <a:pt x="3" y="18"/>
                      <a:pt x="3" y="19"/>
                      <a:pt x="3" y="20"/>
                    </a:cubicBezTo>
                    <a:cubicBezTo>
                      <a:pt x="3" y="21"/>
                      <a:pt x="3" y="21"/>
                      <a:pt x="3" y="21"/>
                    </a:cubicBezTo>
                    <a:cubicBezTo>
                      <a:pt x="2" y="25"/>
                      <a:pt x="2" y="25"/>
                      <a:pt x="2" y="25"/>
                    </a:cubicBezTo>
                    <a:cubicBezTo>
                      <a:pt x="1" y="27"/>
                      <a:pt x="1" y="27"/>
                      <a:pt x="1" y="27"/>
                    </a:cubicBezTo>
                    <a:cubicBezTo>
                      <a:pt x="1" y="27"/>
                      <a:pt x="1" y="27"/>
                      <a:pt x="1" y="27"/>
                    </a:cubicBezTo>
                    <a:cubicBezTo>
                      <a:pt x="2" y="28"/>
                      <a:pt x="2" y="28"/>
                      <a:pt x="2" y="28"/>
                    </a:cubicBezTo>
                    <a:cubicBezTo>
                      <a:pt x="2" y="28"/>
                      <a:pt x="2" y="28"/>
                      <a:pt x="2" y="28"/>
                    </a:cubicBezTo>
                    <a:cubicBezTo>
                      <a:pt x="2" y="27"/>
                      <a:pt x="2" y="27"/>
                      <a:pt x="2" y="27"/>
                    </a:cubicBezTo>
                    <a:cubicBezTo>
                      <a:pt x="3" y="26"/>
                      <a:pt x="3" y="26"/>
                      <a:pt x="3" y="26"/>
                    </a:cubicBezTo>
                    <a:cubicBezTo>
                      <a:pt x="3" y="24"/>
                      <a:pt x="3" y="24"/>
                      <a:pt x="3" y="24"/>
                    </a:cubicBezTo>
                    <a:cubicBezTo>
                      <a:pt x="3" y="23"/>
                      <a:pt x="3" y="23"/>
                      <a:pt x="3" y="23"/>
                    </a:cubicBezTo>
                    <a:cubicBezTo>
                      <a:pt x="3" y="23"/>
                      <a:pt x="3" y="23"/>
                      <a:pt x="3" y="23"/>
                    </a:cubicBezTo>
                    <a:cubicBezTo>
                      <a:pt x="3" y="23"/>
                      <a:pt x="3" y="23"/>
                      <a:pt x="3" y="23"/>
                    </a:cubicBezTo>
                    <a:cubicBezTo>
                      <a:pt x="3" y="22"/>
                      <a:pt x="3" y="22"/>
                      <a:pt x="3" y="22"/>
                    </a:cubicBezTo>
                    <a:cubicBezTo>
                      <a:pt x="4" y="23"/>
                      <a:pt x="4" y="23"/>
                      <a:pt x="4" y="23"/>
                    </a:cubicBezTo>
                    <a:cubicBezTo>
                      <a:pt x="4" y="23"/>
                      <a:pt x="4" y="23"/>
                      <a:pt x="4" y="23"/>
                    </a:cubicBezTo>
                    <a:cubicBezTo>
                      <a:pt x="4" y="23"/>
                      <a:pt x="4" y="23"/>
                      <a:pt x="4" y="23"/>
                    </a:cubicBezTo>
                    <a:cubicBezTo>
                      <a:pt x="4" y="23"/>
                      <a:pt x="4" y="23"/>
                      <a:pt x="4" y="23"/>
                    </a:cubicBezTo>
                    <a:cubicBezTo>
                      <a:pt x="4" y="23"/>
                      <a:pt x="5" y="25"/>
                      <a:pt x="5" y="26"/>
                    </a:cubicBezTo>
                    <a:cubicBezTo>
                      <a:pt x="6" y="28"/>
                      <a:pt x="6" y="28"/>
                      <a:pt x="6" y="28"/>
                    </a:cubicBezTo>
                    <a:cubicBezTo>
                      <a:pt x="6" y="30"/>
                      <a:pt x="6" y="30"/>
                      <a:pt x="6" y="30"/>
                    </a:cubicBezTo>
                    <a:cubicBezTo>
                      <a:pt x="6" y="28"/>
                      <a:pt x="6" y="28"/>
                      <a:pt x="6" y="28"/>
                    </a:cubicBezTo>
                    <a:cubicBezTo>
                      <a:pt x="7" y="27"/>
                      <a:pt x="7" y="27"/>
                      <a:pt x="7" y="27"/>
                    </a:cubicBezTo>
                    <a:cubicBezTo>
                      <a:pt x="7" y="27"/>
                      <a:pt x="7" y="27"/>
                      <a:pt x="7" y="27"/>
                    </a:cubicBezTo>
                    <a:cubicBezTo>
                      <a:pt x="6" y="26"/>
                      <a:pt x="6" y="26"/>
                      <a:pt x="6" y="26"/>
                    </a:cubicBezTo>
                    <a:cubicBezTo>
                      <a:pt x="6" y="24"/>
                      <a:pt x="5" y="22"/>
                      <a:pt x="5" y="21"/>
                    </a:cubicBezTo>
                    <a:cubicBezTo>
                      <a:pt x="5" y="20"/>
                      <a:pt x="5" y="20"/>
                      <a:pt x="5" y="20"/>
                    </a:cubicBezTo>
                    <a:cubicBezTo>
                      <a:pt x="5" y="18"/>
                      <a:pt x="5" y="18"/>
                      <a:pt x="5" y="18"/>
                    </a:cubicBezTo>
                    <a:cubicBezTo>
                      <a:pt x="5" y="19"/>
                      <a:pt x="5" y="19"/>
                      <a:pt x="5" y="19"/>
                    </a:cubicBezTo>
                    <a:cubicBezTo>
                      <a:pt x="5" y="18"/>
                      <a:pt x="5" y="18"/>
                      <a:pt x="5" y="18"/>
                    </a:cubicBezTo>
                    <a:cubicBezTo>
                      <a:pt x="5" y="16"/>
                      <a:pt x="5" y="16"/>
                      <a:pt x="5" y="16"/>
                    </a:cubicBezTo>
                    <a:cubicBezTo>
                      <a:pt x="5" y="15"/>
                      <a:pt x="6" y="14"/>
                      <a:pt x="6" y="14"/>
                    </a:cubicBezTo>
                    <a:cubicBezTo>
                      <a:pt x="6" y="14"/>
                      <a:pt x="6" y="14"/>
                      <a:pt x="6" y="14"/>
                    </a:cubicBezTo>
                    <a:cubicBezTo>
                      <a:pt x="6" y="13"/>
                      <a:pt x="6" y="13"/>
                      <a:pt x="6" y="13"/>
                    </a:cubicBezTo>
                    <a:cubicBezTo>
                      <a:pt x="5" y="12"/>
                      <a:pt x="5" y="12"/>
                      <a:pt x="5" y="12"/>
                    </a:cubicBezTo>
                    <a:cubicBezTo>
                      <a:pt x="5" y="12"/>
                      <a:pt x="5" y="12"/>
                      <a:pt x="5" y="12"/>
                    </a:cubicBezTo>
                    <a:cubicBezTo>
                      <a:pt x="4" y="12"/>
                      <a:pt x="4" y="12"/>
                      <a:pt x="4" y="12"/>
                    </a:cubicBezTo>
                    <a:cubicBezTo>
                      <a:pt x="4" y="14"/>
                      <a:pt x="4" y="14"/>
                      <a:pt x="4" y="14"/>
                    </a:cubicBezTo>
                    <a:cubicBezTo>
                      <a:pt x="4" y="14"/>
                      <a:pt x="4" y="14"/>
                      <a:pt x="4" y="14"/>
                    </a:cubicBezTo>
                    <a:cubicBezTo>
                      <a:pt x="4" y="14"/>
                      <a:pt x="4" y="14"/>
                      <a:pt x="4" y="14"/>
                    </a:cubicBezTo>
                    <a:cubicBezTo>
                      <a:pt x="4" y="15"/>
                      <a:pt x="4" y="15"/>
                      <a:pt x="4" y="15"/>
                    </a:cubicBezTo>
                    <a:cubicBezTo>
                      <a:pt x="4" y="16"/>
                      <a:pt x="4" y="16"/>
                      <a:pt x="4" y="16"/>
                    </a:cubicBezTo>
                    <a:cubicBezTo>
                      <a:pt x="4" y="16"/>
                      <a:pt x="4" y="16"/>
                      <a:pt x="4" y="16"/>
                    </a:cubicBezTo>
                    <a:cubicBezTo>
                      <a:pt x="4" y="17"/>
                      <a:pt x="4" y="17"/>
                      <a:pt x="4" y="17"/>
                    </a:cubicBezTo>
                    <a:cubicBezTo>
                      <a:pt x="4" y="19"/>
                      <a:pt x="4" y="19"/>
                      <a:pt x="4" y="19"/>
                    </a:cubicBezTo>
                    <a:cubicBezTo>
                      <a:pt x="4" y="19"/>
                      <a:pt x="4" y="19"/>
                      <a:pt x="4" y="19"/>
                    </a:cubicBezTo>
                    <a:cubicBezTo>
                      <a:pt x="4" y="17"/>
                      <a:pt x="4" y="17"/>
                      <a:pt x="4" y="17"/>
                    </a:cubicBezTo>
                    <a:cubicBezTo>
                      <a:pt x="4" y="16"/>
                      <a:pt x="4" y="16"/>
                      <a:pt x="4" y="16"/>
                    </a:cubicBezTo>
                    <a:cubicBezTo>
                      <a:pt x="4" y="16"/>
                      <a:pt x="4" y="16"/>
                      <a:pt x="4" y="16"/>
                    </a:cubicBezTo>
                    <a:cubicBezTo>
                      <a:pt x="3" y="15"/>
                      <a:pt x="3" y="15"/>
                      <a:pt x="3" y="15"/>
                    </a:cubicBezTo>
                    <a:cubicBezTo>
                      <a:pt x="3" y="15"/>
                      <a:pt x="3" y="15"/>
                      <a:pt x="3" y="15"/>
                    </a:cubicBezTo>
                    <a:cubicBezTo>
                      <a:pt x="2" y="13"/>
                      <a:pt x="2" y="13"/>
                      <a:pt x="2" y="13"/>
                    </a:cubicBezTo>
                    <a:cubicBezTo>
                      <a:pt x="1" y="13"/>
                      <a:pt x="1" y="13"/>
                      <a:pt x="1" y="13"/>
                    </a:cubicBezTo>
                    <a:cubicBezTo>
                      <a:pt x="1" y="13"/>
                      <a:pt x="1" y="13"/>
                      <a:pt x="1" y="13"/>
                    </a:cubicBezTo>
                    <a:cubicBezTo>
                      <a:pt x="1" y="14"/>
                      <a:pt x="1" y="14"/>
                      <a:pt x="1" y="14"/>
                    </a:cubicBezTo>
                    <a:lnTo>
                      <a:pt x="1" y="15"/>
                    </a:lnTo>
                    <a:close/>
                    <a:moveTo>
                      <a:pt x="1" y="13"/>
                    </a:moveTo>
                    <a:cubicBezTo>
                      <a:pt x="1" y="13"/>
                      <a:pt x="1" y="13"/>
                      <a:pt x="1" y="13"/>
                    </a:cubicBezTo>
                    <a:cubicBezTo>
                      <a:pt x="2" y="13"/>
                      <a:pt x="2" y="13"/>
                      <a:pt x="2" y="13"/>
                    </a:cubicBezTo>
                    <a:cubicBezTo>
                      <a:pt x="1" y="12"/>
                      <a:pt x="1" y="12"/>
                      <a:pt x="1" y="12"/>
                    </a:cubicBezTo>
                    <a:cubicBezTo>
                      <a:pt x="0" y="12"/>
                      <a:pt x="0" y="12"/>
                      <a:pt x="0" y="12"/>
                    </a:cubicBezTo>
                    <a:lnTo>
                      <a:pt x="1" y="13"/>
                    </a:lnTo>
                    <a:close/>
                    <a:moveTo>
                      <a:pt x="37" y="78"/>
                    </a:moveTo>
                    <a:cubicBezTo>
                      <a:pt x="38" y="79"/>
                      <a:pt x="38" y="79"/>
                      <a:pt x="38" y="79"/>
                    </a:cubicBezTo>
                    <a:cubicBezTo>
                      <a:pt x="38" y="80"/>
                      <a:pt x="38" y="80"/>
                      <a:pt x="38" y="80"/>
                    </a:cubicBezTo>
                    <a:cubicBezTo>
                      <a:pt x="38" y="81"/>
                      <a:pt x="38" y="81"/>
                      <a:pt x="38" y="81"/>
                    </a:cubicBezTo>
                    <a:cubicBezTo>
                      <a:pt x="38" y="81"/>
                      <a:pt x="38" y="81"/>
                      <a:pt x="38" y="81"/>
                    </a:cubicBezTo>
                    <a:cubicBezTo>
                      <a:pt x="38" y="80"/>
                      <a:pt x="38" y="80"/>
                      <a:pt x="38" y="80"/>
                    </a:cubicBezTo>
                    <a:cubicBezTo>
                      <a:pt x="37" y="80"/>
                      <a:pt x="37" y="80"/>
                      <a:pt x="37" y="80"/>
                    </a:cubicBezTo>
                    <a:cubicBezTo>
                      <a:pt x="37" y="78"/>
                      <a:pt x="37" y="78"/>
                      <a:pt x="37" y="78"/>
                    </a:cubicBezTo>
                    <a:close/>
                    <a:moveTo>
                      <a:pt x="23" y="52"/>
                    </a:moveTo>
                    <a:cubicBezTo>
                      <a:pt x="23" y="52"/>
                      <a:pt x="24" y="53"/>
                      <a:pt x="26" y="54"/>
                    </a:cubicBezTo>
                    <a:cubicBezTo>
                      <a:pt x="28" y="55"/>
                      <a:pt x="29" y="55"/>
                      <a:pt x="29" y="56"/>
                    </a:cubicBezTo>
                    <a:cubicBezTo>
                      <a:pt x="29" y="57"/>
                      <a:pt x="29" y="57"/>
                      <a:pt x="29" y="57"/>
                    </a:cubicBezTo>
                    <a:cubicBezTo>
                      <a:pt x="29" y="57"/>
                      <a:pt x="29" y="57"/>
                      <a:pt x="29" y="57"/>
                    </a:cubicBezTo>
                    <a:cubicBezTo>
                      <a:pt x="28" y="56"/>
                      <a:pt x="28" y="56"/>
                      <a:pt x="28" y="56"/>
                    </a:cubicBezTo>
                    <a:cubicBezTo>
                      <a:pt x="28" y="55"/>
                      <a:pt x="28" y="55"/>
                      <a:pt x="26" y="54"/>
                    </a:cubicBezTo>
                    <a:cubicBezTo>
                      <a:pt x="24" y="54"/>
                      <a:pt x="22" y="52"/>
                      <a:pt x="22" y="52"/>
                    </a:cubicBezTo>
                    <a:lnTo>
                      <a:pt x="23" y="52"/>
                    </a:lnTo>
                    <a:close/>
                    <a:moveTo>
                      <a:pt x="41" y="82"/>
                    </a:moveTo>
                    <a:cubicBezTo>
                      <a:pt x="41" y="83"/>
                      <a:pt x="41" y="83"/>
                      <a:pt x="41" y="83"/>
                    </a:cubicBezTo>
                    <a:cubicBezTo>
                      <a:pt x="41" y="83"/>
                      <a:pt x="41" y="83"/>
                      <a:pt x="41" y="83"/>
                    </a:cubicBezTo>
                    <a:cubicBezTo>
                      <a:pt x="41" y="83"/>
                      <a:pt x="41" y="83"/>
                      <a:pt x="41" y="83"/>
                    </a:cubicBezTo>
                    <a:cubicBezTo>
                      <a:pt x="40" y="84"/>
                      <a:pt x="40" y="84"/>
                      <a:pt x="40" y="84"/>
                    </a:cubicBezTo>
                    <a:cubicBezTo>
                      <a:pt x="40" y="85"/>
                      <a:pt x="40" y="85"/>
                      <a:pt x="40" y="85"/>
                    </a:cubicBezTo>
                    <a:cubicBezTo>
                      <a:pt x="40" y="85"/>
                      <a:pt x="40" y="86"/>
                      <a:pt x="40" y="86"/>
                    </a:cubicBezTo>
                    <a:cubicBezTo>
                      <a:pt x="41" y="88"/>
                      <a:pt x="41" y="88"/>
                      <a:pt x="41" y="88"/>
                    </a:cubicBezTo>
                    <a:cubicBezTo>
                      <a:pt x="42" y="89"/>
                      <a:pt x="42" y="89"/>
                      <a:pt x="42" y="89"/>
                    </a:cubicBezTo>
                    <a:cubicBezTo>
                      <a:pt x="42" y="90"/>
                      <a:pt x="41" y="91"/>
                      <a:pt x="41" y="92"/>
                    </a:cubicBezTo>
                    <a:cubicBezTo>
                      <a:pt x="42" y="95"/>
                      <a:pt x="42" y="95"/>
                      <a:pt x="42" y="95"/>
                    </a:cubicBezTo>
                    <a:cubicBezTo>
                      <a:pt x="41" y="95"/>
                      <a:pt x="41" y="95"/>
                      <a:pt x="41" y="95"/>
                    </a:cubicBezTo>
                    <a:cubicBezTo>
                      <a:pt x="41" y="96"/>
                      <a:pt x="41" y="96"/>
                      <a:pt x="41" y="96"/>
                    </a:cubicBezTo>
                    <a:cubicBezTo>
                      <a:pt x="40" y="96"/>
                      <a:pt x="40" y="96"/>
                      <a:pt x="40" y="96"/>
                    </a:cubicBezTo>
                    <a:cubicBezTo>
                      <a:pt x="41" y="95"/>
                      <a:pt x="41" y="95"/>
                      <a:pt x="41" y="95"/>
                    </a:cubicBezTo>
                    <a:cubicBezTo>
                      <a:pt x="41" y="95"/>
                      <a:pt x="41" y="95"/>
                      <a:pt x="41" y="95"/>
                    </a:cubicBezTo>
                    <a:cubicBezTo>
                      <a:pt x="41" y="92"/>
                      <a:pt x="41" y="92"/>
                      <a:pt x="41" y="92"/>
                    </a:cubicBezTo>
                    <a:cubicBezTo>
                      <a:pt x="41" y="91"/>
                      <a:pt x="41" y="90"/>
                      <a:pt x="41" y="89"/>
                    </a:cubicBezTo>
                    <a:cubicBezTo>
                      <a:pt x="41" y="89"/>
                      <a:pt x="41" y="89"/>
                      <a:pt x="41" y="89"/>
                    </a:cubicBezTo>
                    <a:cubicBezTo>
                      <a:pt x="40" y="87"/>
                      <a:pt x="40" y="87"/>
                      <a:pt x="40" y="87"/>
                    </a:cubicBezTo>
                    <a:cubicBezTo>
                      <a:pt x="39" y="85"/>
                      <a:pt x="39" y="85"/>
                      <a:pt x="39" y="85"/>
                    </a:cubicBezTo>
                    <a:cubicBezTo>
                      <a:pt x="39" y="84"/>
                      <a:pt x="39" y="84"/>
                      <a:pt x="39" y="84"/>
                    </a:cubicBezTo>
                    <a:cubicBezTo>
                      <a:pt x="39" y="83"/>
                      <a:pt x="40" y="83"/>
                      <a:pt x="40" y="82"/>
                    </a:cubicBezTo>
                    <a:lnTo>
                      <a:pt x="41" y="82"/>
                    </a:lnTo>
                    <a:close/>
                    <a:moveTo>
                      <a:pt x="28" y="34"/>
                    </a:moveTo>
                    <a:cubicBezTo>
                      <a:pt x="29" y="34"/>
                      <a:pt x="29" y="34"/>
                      <a:pt x="29" y="34"/>
                    </a:cubicBezTo>
                    <a:cubicBezTo>
                      <a:pt x="30" y="34"/>
                      <a:pt x="30" y="34"/>
                      <a:pt x="30" y="34"/>
                    </a:cubicBezTo>
                    <a:cubicBezTo>
                      <a:pt x="30" y="34"/>
                      <a:pt x="30" y="34"/>
                      <a:pt x="30" y="34"/>
                    </a:cubicBezTo>
                    <a:cubicBezTo>
                      <a:pt x="30" y="33"/>
                      <a:pt x="30" y="33"/>
                      <a:pt x="30" y="33"/>
                    </a:cubicBezTo>
                    <a:cubicBezTo>
                      <a:pt x="31" y="32"/>
                      <a:pt x="31" y="32"/>
                      <a:pt x="33" y="32"/>
                    </a:cubicBezTo>
                    <a:cubicBezTo>
                      <a:pt x="34" y="31"/>
                      <a:pt x="34" y="31"/>
                      <a:pt x="34" y="30"/>
                    </a:cubicBezTo>
                    <a:cubicBezTo>
                      <a:pt x="34" y="30"/>
                      <a:pt x="34" y="30"/>
                      <a:pt x="34" y="30"/>
                    </a:cubicBezTo>
                    <a:cubicBezTo>
                      <a:pt x="33" y="29"/>
                      <a:pt x="33" y="29"/>
                      <a:pt x="33" y="29"/>
                    </a:cubicBezTo>
                    <a:cubicBezTo>
                      <a:pt x="33" y="29"/>
                      <a:pt x="33" y="29"/>
                      <a:pt x="33" y="29"/>
                    </a:cubicBezTo>
                    <a:cubicBezTo>
                      <a:pt x="34" y="27"/>
                      <a:pt x="34" y="27"/>
                      <a:pt x="34" y="27"/>
                    </a:cubicBezTo>
                    <a:cubicBezTo>
                      <a:pt x="34" y="25"/>
                      <a:pt x="34" y="25"/>
                      <a:pt x="34" y="25"/>
                    </a:cubicBezTo>
                    <a:cubicBezTo>
                      <a:pt x="34" y="26"/>
                      <a:pt x="34" y="26"/>
                      <a:pt x="34" y="26"/>
                    </a:cubicBezTo>
                    <a:cubicBezTo>
                      <a:pt x="33" y="26"/>
                      <a:pt x="33" y="26"/>
                      <a:pt x="33" y="26"/>
                    </a:cubicBezTo>
                    <a:cubicBezTo>
                      <a:pt x="32" y="25"/>
                      <a:pt x="32" y="25"/>
                      <a:pt x="32" y="25"/>
                    </a:cubicBezTo>
                    <a:cubicBezTo>
                      <a:pt x="32" y="25"/>
                      <a:pt x="32" y="25"/>
                      <a:pt x="32" y="25"/>
                    </a:cubicBezTo>
                    <a:cubicBezTo>
                      <a:pt x="33" y="23"/>
                      <a:pt x="33" y="23"/>
                      <a:pt x="33" y="23"/>
                    </a:cubicBezTo>
                    <a:cubicBezTo>
                      <a:pt x="34" y="22"/>
                      <a:pt x="34" y="22"/>
                      <a:pt x="34" y="22"/>
                    </a:cubicBezTo>
                    <a:cubicBezTo>
                      <a:pt x="35" y="22"/>
                      <a:pt x="35" y="22"/>
                      <a:pt x="35" y="22"/>
                    </a:cubicBezTo>
                    <a:cubicBezTo>
                      <a:pt x="34" y="23"/>
                      <a:pt x="34" y="23"/>
                      <a:pt x="34" y="23"/>
                    </a:cubicBezTo>
                    <a:cubicBezTo>
                      <a:pt x="33" y="23"/>
                      <a:pt x="33" y="23"/>
                      <a:pt x="33" y="23"/>
                    </a:cubicBezTo>
                    <a:cubicBezTo>
                      <a:pt x="33" y="25"/>
                      <a:pt x="33" y="25"/>
                      <a:pt x="33" y="25"/>
                    </a:cubicBezTo>
                    <a:cubicBezTo>
                      <a:pt x="33" y="25"/>
                      <a:pt x="33" y="25"/>
                      <a:pt x="33" y="25"/>
                    </a:cubicBezTo>
                    <a:cubicBezTo>
                      <a:pt x="33" y="25"/>
                      <a:pt x="33" y="25"/>
                      <a:pt x="33" y="25"/>
                    </a:cubicBezTo>
                    <a:cubicBezTo>
                      <a:pt x="33" y="25"/>
                      <a:pt x="33" y="25"/>
                      <a:pt x="33" y="25"/>
                    </a:cubicBezTo>
                    <a:cubicBezTo>
                      <a:pt x="34" y="25"/>
                      <a:pt x="34" y="25"/>
                      <a:pt x="34" y="25"/>
                    </a:cubicBezTo>
                    <a:cubicBezTo>
                      <a:pt x="35" y="24"/>
                      <a:pt x="35" y="24"/>
                      <a:pt x="35" y="24"/>
                    </a:cubicBezTo>
                    <a:cubicBezTo>
                      <a:pt x="35" y="25"/>
                      <a:pt x="35" y="25"/>
                      <a:pt x="35" y="25"/>
                    </a:cubicBezTo>
                    <a:cubicBezTo>
                      <a:pt x="35" y="27"/>
                      <a:pt x="35" y="27"/>
                      <a:pt x="35" y="27"/>
                    </a:cubicBezTo>
                    <a:cubicBezTo>
                      <a:pt x="34" y="29"/>
                      <a:pt x="34" y="29"/>
                      <a:pt x="34" y="29"/>
                    </a:cubicBezTo>
                    <a:cubicBezTo>
                      <a:pt x="34" y="29"/>
                      <a:pt x="34" y="29"/>
                      <a:pt x="34" y="29"/>
                    </a:cubicBezTo>
                    <a:cubicBezTo>
                      <a:pt x="34" y="30"/>
                      <a:pt x="34" y="30"/>
                      <a:pt x="34" y="30"/>
                    </a:cubicBezTo>
                    <a:cubicBezTo>
                      <a:pt x="34" y="31"/>
                      <a:pt x="34" y="31"/>
                      <a:pt x="34" y="31"/>
                    </a:cubicBezTo>
                    <a:cubicBezTo>
                      <a:pt x="34" y="31"/>
                      <a:pt x="34" y="32"/>
                      <a:pt x="33" y="32"/>
                    </a:cubicBezTo>
                    <a:cubicBezTo>
                      <a:pt x="31" y="33"/>
                      <a:pt x="31" y="33"/>
                      <a:pt x="31" y="33"/>
                    </a:cubicBezTo>
                    <a:cubicBezTo>
                      <a:pt x="31" y="34"/>
                      <a:pt x="31" y="34"/>
                      <a:pt x="31" y="34"/>
                    </a:cubicBezTo>
                    <a:cubicBezTo>
                      <a:pt x="30" y="35"/>
                      <a:pt x="30" y="35"/>
                      <a:pt x="30" y="35"/>
                    </a:cubicBezTo>
                    <a:cubicBezTo>
                      <a:pt x="29" y="34"/>
                      <a:pt x="29" y="34"/>
                      <a:pt x="29" y="34"/>
                    </a:cubicBezTo>
                    <a:cubicBezTo>
                      <a:pt x="28" y="34"/>
                      <a:pt x="28" y="34"/>
                      <a:pt x="28" y="34"/>
                    </a:cubicBezTo>
                    <a:cubicBezTo>
                      <a:pt x="27" y="35"/>
                      <a:pt x="26" y="36"/>
                      <a:pt x="26" y="37"/>
                    </a:cubicBezTo>
                    <a:cubicBezTo>
                      <a:pt x="26" y="37"/>
                      <a:pt x="26" y="37"/>
                      <a:pt x="26" y="37"/>
                    </a:cubicBezTo>
                    <a:cubicBezTo>
                      <a:pt x="26" y="37"/>
                      <a:pt x="26" y="37"/>
                      <a:pt x="26" y="37"/>
                    </a:cubicBezTo>
                    <a:cubicBezTo>
                      <a:pt x="26" y="37"/>
                      <a:pt x="26" y="37"/>
                      <a:pt x="26" y="37"/>
                    </a:cubicBezTo>
                    <a:cubicBezTo>
                      <a:pt x="26" y="36"/>
                      <a:pt x="27" y="34"/>
                      <a:pt x="28" y="34"/>
                    </a:cubicBezTo>
                    <a:moveTo>
                      <a:pt x="23" y="23"/>
                    </a:moveTo>
                    <a:cubicBezTo>
                      <a:pt x="23" y="20"/>
                      <a:pt x="23" y="20"/>
                      <a:pt x="23" y="20"/>
                    </a:cubicBezTo>
                    <a:cubicBezTo>
                      <a:pt x="22" y="19"/>
                      <a:pt x="22" y="19"/>
                      <a:pt x="22" y="19"/>
                    </a:cubicBezTo>
                    <a:cubicBezTo>
                      <a:pt x="22" y="19"/>
                      <a:pt x="22" y="19"/>
                      <a:pt x="22" y="19"/>
                    </a:cubicBezTo>
                    <a:cubicBezTo>
                      <a:pt x="23" y="20"/>
                      <a:pt x="23" y="20"/>
                      <a:pt x="23" y="20"/>
                    </a:cubicBezTo>
                    <a:cubicBezTo>
                      <a:pt x="23" y="20"/>
                      <a:pt x="23" y="20"/>
                      <a:pt x="23" y="20"/>
                    </a:cubicBezTo>
                    <a:cubicBezTo>
                      <a:pt x="23" y="20"/>
                      <a:pt x="23" y="20"/>
                      <a:pt x="23" y="20"/>
                    </a:cubicBezTo>
                    <a:cubicBezTo>
                      <a:pt x="23" y="22"/>
                      <a:pt x="23" y="22"/>
                      <a:pt x="23" y="22"/>
                    </a:cubicBezTo>
                    <a:lnTo>
                      <a:pt x="23" y="23"/>
                    </a:lnTo>
                    <a:close/>
                    <a:moveTo>
                      <a:pt x="26" y="73"/>
                    </a:moveTo>
                    <a:cubicBezTo>
                      <a:pt x="26" y="73"/>
                      <a:pt x="26" y="73"/>
                      <a:pt x="26" y="73"/>
                    </a:cubicBezTo>
                    <a:cubicBezTo>
                      <a:pt x="26" y="74"/>
                      <a:pt x="26" y="74"/>
                      <a:pt x="26" y="74"/>
                    </a:cubicBezTo>
                    <a:cubicBezTo>
                      <a:pt x="26" y="74"/>
                      <a:pt x="26" y="74"/>
                      <a:pt x="26" y="74"/>
                    </a:cubicBezTo>
                    <a:cubicBezTo>
                      <a:pt x="26" y="74"/>
                      <a:pt x="26" y="74"/>
                      <a:pt x="26" y="74"/>
                    </a:cubicBezTo>
                    <a:cubicBezTo>
                      <a:pt x="25" y="74"/>
                      <a:pt x="25" y="74"/>
                      <a:pt x="25" y="74"/>
                    </a:cubicBezTo>
                    <a:cubicBezTo>
                      <a:pt x="25" y="74"/>
                      <a:pt x="25" y="74"/>
                      <a:pt x="25" y="74"/>
                    </a:cubicBezTo>
                    <a:cubicBezTo>
                      <a:pt x="24" y="75"/>
                      <a:pt x="24" y="75"/>
                      <a:pt x="24" y="75"/>
                    </a:cubicBezTo>
                    <a:cubicBezTo>
                      <a:pt x="23" y="75"/>
                      <a:pt x="23" y="77"/>
                      <a:pt x="22" y="78"/>
                    </a:cubicBezTo>
                    <a:cubicBezTo>
                      <a:pt x="21" y="78"/>
                      <a:pt x="21" y="79"/>
                      <a:pt x="20" y="79"/>
                    </a:cubicBezTo>
                    <a:cubicBezTo>
                      <a:pt x="20" y="79"/>
                      <a:pt x="20" y="79"/>
                      <a:pt x="20" y="79"/>
                    </a:cubicBezTo>
                    <a:cubicBezTo>
                      <a:pt x="20" y="79"/>
                      <a:pt x="20" y="79"/>
                      <a:pt x="20" y="79"/>
                    </a:cubicBezTo>
                    <a:cubicBezTo>
                      <a:pt x="20" y="78"/>
                      <a:pt x="20" y="78"/>
                      <a:pt x="20" y="78"/>
                    </a:cubicBezTo>
                    <a:cubicBezTo>
                      <a:pt x="21" y="77"/>
                      <a:pt x="21" y="77"/>
                      <a:pt x="21" y="77"/>
                    </a:cubicBezTo>
                    <a:cubicBezTo>
                      <a:pt x="24" y="74"/>
                      <a:pt x="24" y="74"/>
                      <a:pt x="24" y="74"/>
                    </a:cubicBezTo>
                    <a:cubicBezTo>
                      <a:pt x="24" y="74"/>
                      <a:pt x="24" y="74"/>
                      <a:pt x="24" y="74"/>
                    </a:cubicBezTo>
                    <a:cubicBezTo>
                      <a:pt x="25" y="73"/>
                      <a:pt x="25" y="73"/>
                      <a:pt x="25" y="73"/>
                    </a:cubicBezTo>
                    <a:cubicBezTo>
                      <a:pt x="24" y="72"/>
                      <a:pt x="24" y="72"/>
                      <a:pt x="24" y="72"/>
                    </a:cubicBezTo>
                    <a:cubicBezTo>
                      <a:pt x="24" y="72"/>
                      <a:pt x="24" y="72"/>
                      <a:pt x="24" y="72"/>
                    </a:cubicBezTo>
                    <a:cubicBezTo>
                      <a:pt x="24" y="72"/>
                      <a:pt x="25" y="72"/>
                      <a:pt x="26" y="7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2" name="Freeform 34">
                <a:extLst>
                  <a:ext uri="{FF2B5EF4-FFF2-40B4-BE49-F238E27FC236}">
                    <a16:creationId xmlns:a16="http://schemas.microsoft.com/office/drawing/2014/main" id="{3B122198-1065-410F-BC3C-CF9569E696AC}"/>
                  </a:ext>
                </a:extLst>
              </p:cNvPr>
              <p:cNvSpPr>
                <a:spLocks noEditPoints="1"/>
              </p:cNvSpPr>
              <p:nvPr/>
            </p:nvSpPr>
            <p:spPr bwMode="auto">
              <a:xfrm>
                <a:off x="6108700" y="2516188"/>
                <a:ext cx="288925" cy="365125"/>
              </a:xfrm>
              <a:custGeom>
                <a:avLst/>
                <a:gdLst>
                  <a:gd name="T0" fmla="*/ 127 w 133"/>
                  <a:gd name="T1" fmla="*/ 60 h 169"/>
                  <a:gd name="T2" fmla="*/ 60 w 133"/>
                  <a:gd name="T3" fmla="*/ 165 h 169"/>
                  <a:gd name="T4" fmla="*/ 79 w 133"/>
                  <a:gd name="T5" fmla="*/ 158 h 169"/>
                  <a:gd name="T6" fmla="*/ 60 w 133"/>
                  <a:gd name="T7" fmla="*/ 157 h 169"/>
                  <a:gd name="T8" fmla="*/ 79 w 133"/>
                  <a:gd name="T9" fmla="*/ 154 h 169"/>
                  <a:gd name="T10" fmla="*/ 42 w 133"/>
                  <a:gd name="T11" fmla="*/ 151 h 169"/>
                  <a:gd name="T12" fmla="*/ 66 w 133"/>
                  <a:gd name="T13" fmla="*/ 164 h 169"/>
                  <a:gd name="T14" fmla="*/ 123 w 133"/>
                  <a:gd name="T15" fmla="*/ 35 h 169"/>
                  <a:gd name="T16" fmla="*/ 86 w 133"/>
                  <a:gd name="T17" fmla="*/ 152 h 169"/>
                  <a:gd name="T18" fmla="*/ 53 w 133"/>
                  <a:gd name="T19" fmla="*/ 150 h 169"/>
                  <a:gd name="T20" fmla="*/ 85 w 133"/>
                  <a:gd name="T21" fmla="*/ 153 h 169"/>
                  <a:gd name="T22" fmla="*/ 39 w 133"/>
                  <a:gd name="T23" fmla="*/ 62 h 169"/>
                  <a:gd name="T24" fmla="*/ 29 w 133"/>
                  <a:gd name="T25" fmla="*/ 53 h 169"/>
                  <a:gd name="T26" fmla="*/ 32 w 133"/>
                  <a:gd name="T27" fmla="*/ 78 h 169"/>
                  <a:gd name="T28" fmla="*/ 27 w 133"/>
                  <a:gd name="T29" fmla="*/ 79 h 169"/>
                  <a:gd name="T30" fmla="*/ 18 w 133"/>
                  <a:gd name="T31" fmla="*/ 72 h 169"/>
                  <a:gd name="T32" fmla="*/ 17 w 133"/>
                  <a:gd name="T33" fmla="*/ 96 h 169"/>
                  <a:gd name="T34" fmla="*/ 7 w 133"/>
                  <a:gd name="T35" fmla="*/ 83 h 169"/>
                  <a:gd name="T36" fmla="*/ 7 w 133"/>
                  <a:gd name="T37" fmla="*/ 71 h 169"/>
                  <a:gd name="T38" fmla="*/ 6 w 133"/>
                  <a:gd name="T39" fmla="*/ 37 h 169"/>
                  <a:gd name="T40" fmla="*/ 8 w 133"/>
                  <a:gd name="T41" fmla="*/ 35 h 169"/>
                  <a:gd name="T42" fmla="*/ 10 w 133"/>
                  <a:gd name="T43" fmla="*/ 11 h 169"/>
                  <a:gd name="T44" fmla="*/ 21 w 133"/>
                  <a:gd name="T45" fmla="*/ 14 h 169"/>
                  <a:gd name="T46" fmla="*/ 33 w 133"/>
                  <a:gd name="T47" fmla="*/ 16 h 169"/>
                  <a:gd name="T48" fmla="*/ 30 w 133"/>
                  <a:gd name="T49" fmla="*/ 23 h 169"/>
                  <a:gd name="T50" fmla="*/ 41 w 133"/>
                  <a:gd name="T51" fmla="*/ 30 h 169"/>
                  <a:gd name="T52" fmla="*/ 44 w 133"/>
                  <a:gd name="T53" fmla="*/ 12 h 169"/>
                  <a:gd name="T54" fmla="*/ 46 w 133"/>
                  <a:gd name="T55" fmla="*/ 16 h 169"/>
                  <a:gd name="T56" fmla="*/ 47 w 133"/>
                  <a:gd name="T57" fmla="*/ 22 h 169"/>
                  <a:gd name="T58" fmla="*/ 47 w 133"/>
                  <a:gd name="T59" fmla="*/ 27 h 169"/>
                  <a:gd name="T60" fmla="*/ 37 w 133"/>
                  <a:gd name="T61" fmla="*/ 43 h 169"/>
                  <a:gd name="T62" fmla="*/ 40 w 133"/>
                  <a:gd name="T63" fmla="*/ 50 h 169"/>
                  <a:gd name="T64" fmla="*/ 0 w 133"/>
                  <a:gd name="T65" fmla="*/ 82 h 169"/>
                  <a:gd name="T66" fmla="*/ 12 w 133"/>
                  <a:gd name="T67" fmla="*/ 45 h 169"/>
                  <a:gd name="T68" fmla="*/ 12 w 133"/>
                  <a:gd name="T69" fmla="*/ 44 h 169"/>
                  <a:gd name="T70" fmla="*/ 44 w 133"/>
                  <a:gd name="T71" fmla="*/ 50 h 169"/>
                  <a:gd name="T72" fmla="*/ 40 w 133"/>
                  <a:gd name="T73" fmla="*/ 62 h 169"/>
                  <a:gd name="T74" fmla="*/ 132 w 133"/>
                  <a:gd name="T75" fmla="*/ 0 h 169"/>
                  <a:gd name="T76" fmla="*/ 124 w 133"/>
                  <a:gd name="T77" fmla="*/ 38 h 169"/>
                  <a:gd name="T78" fmla="*/ 125 w 133"/>
                  <a:gd name="T79" fmla="*/ 72 h 169"/>
                  <a:gd name="T80" fmla="*/ 125 w 133"/>
                  <a:gd name="T81" fmla="*/ 89 h 169"/>
                  <a:gd name="T82" fmla="*/ 121 w 133"/>
                  <a:gd name="T83" fmla="*/ 97 h 169"/>
                  <a:gd name="T84" fmla="*/ 111 w 133"/>
                  <a:gd name="T85" fmla="*/ 69 h 169"/>
                  <a:gd name="T86" fmla="*/ 103 w 133"/>
                  <a:gd name="T87" fmla="*/ 82 h 169"/>
                  <a:gd name="T88" fmla="*/ 102 w 133"/>
                  <a:gd name="T89" fmla="*/ 78 h 169"/>
                  <a:gd name="T90" fmla="*/ 99 w 133"/>
                  <a:gd name="T91" fmla="*/ 57 h 169"/>
                  <a:gd name="T92" fmla="*/ 92 w 133"/>
                  <a:gd name="T93" fmla="*/ 63 h 169"/>
                  <a:gd name="T94" fmla="*/ 88 w 133"/>
                  <a:gd name="T95" fmla="*/ 47 h 169"/>
                  <a:gd name="T96" fmla="*/ 91 w 133"/>
                  <a:gd name="T97" fmla="*/ 53 h 169"/>
                  <a:gd name="T98" fmla="*/ 92 w 133"/>
                  <a:gd name="T99" fmla="*/ 39 h 169"/>
                  <a:gd name="T100" fmla="*/ 85 w 133"/>
                  <a:gd name="T101" fmla="*/ 29 h 169"/>
                  <a:gd name="T102" fmla="*/ 84 w 133"/>
                  <a:gd name="T103" fmla="*/ 16 h 169"/>
                  <a:gd name="T104" fmla="*/ 87 w 133"/>
                  <a:gd name="T105" fmla="*/ 13 h 169"/>
                  <a:gd name="T106" fmla="*/ 90 w 133"/>
                  <a:gd name="T107" fmla="*/ 14 h 169"/>
                  <a:gd name="T108" fmla="*/ 93 w 133"/>
                  <a:gd name="T109" fmla="*/ 30 h 169"/>
                  <a:gd name="T110" fmla="*/ 97 w 133"/>
                  <a:gd name="T111" fmla="*/ 23 h 169"/>
                  <a:gd name="T112" fmla="*/ 107 w 133"/>
                  <a:gd name="T113" fmla="*/ 14 h 169"/>
                  <a:gd name="T114" fmla="*/ 113 w 133"/>
                  <a:gd name="T115" fmla="*/ 22 h 169"/>
                  <a:gd name="T116" fmla="*/ 129 w 133"/>
                  <a:gd name="T117" fmla="*/ 3 h 169"/>
                  <a:gd name="T118" fmla="*/ 130 w 133"/>
                  <a:gd name="T119" fmla="*/ 44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3" h="169">
                    <a:moveTo>
                      <a:pt x="120" y="44"/>
                    </a:moveTo>
                    <a:cubicBezTo>
                      <a:pt x="118" y="44"/>
                      <a:pt x="117" y="43"/>
                      <a:pt x="117" y="43"/>
                    </a:cubicBezTo>
                    <a:cubicBezTo>
                      <a:pt x="117" y="45"/>
                      <a:pt x="117" y="47"/>
                      <a:pt x="117" y="47"/>
                    </a:cubicBezTo>
                    <a:cubicBezTo>
                      <a:pt x="116" y="47"/>
                      <a:pt x="116" y="47"/>
                      <a:pt x="115" y="47"/>
                    </a:cubicBezTo>
                    <a:cubicBezTo>
                      <a:pt x="115" y="48"/>
                      <a:pt x="115" y="48"/>
                      <a:pt x="115" y="48"/>
                    </a:cubicBezTo>
                    <a:cubicBezTo>
                      <a:pt x="115" y="49"/>
                      <a:pt x="115" y="50"/>
                      <a:pt x="116" y="51"/>
                    </a:cubicBezTo>
                    <a:cubicBezTo>
                      <a:pt x="116" y="53"/>
                      <a:pt x="119" y="55"/>
                      <a:pt x="121" y="56"/>
                    </a:cubicBezTo>
                    <a:cubicBezTo>
                      <a:pt x="122" y="58"/>
                      <a:pt x="123" y="59"/>
                      <a:pt x="123" y="61"/>
                    </a:cubicBezTo>
                    <a:cubicBezTo>
                      <a:pt x="124" y="62"/>
                      <a:pt x="123" y="63"/>
                      <a:pt x="125" y="63"/>
                    </a:cubicBezTo>
                    <a:cubicBezTo>
                      <a:pt x="127" y="62"/>
                      <a:pt x="127" y="60"/>
                      <a:pt x="127" y="60"/>
                    </a:cubicBezTo>
                    <a:cubicBezTo>
                      <a:pt x="128" y="54"/>
                      <a:pt x="122" y="53"/>
                      <a:pt x="120" y="45"/>
                    </a:cubicBezTo>
                    <a:lnTo>
                      <a:pt x="120" y="44"/>
                    </a:lnTo>
                    <a:close/>
                    <a:moveTo>
                      <a:pt x="112" y="26"/>
                    </a:moveTo>
                    <a:cubicBezTo>
                      <a:pt x="113" y="24"/>
                      <a:pt x="113" y="24"/>
                      <a:pt x="113" y="24"/>
                    </a:cubicBezTo>
                    <a:lnTo>
                      <a:pt x="112" y="26"/>
                    </a:lnTo>
                    <a:close/>
                    <a:moveTo>
                      <a:pt x="67" y="169"/>
                    </a:moveTo>
                    <a:cubicBezTo>
                      <a:pt x="67" y="169"/>
                      <a:pt x="72" y="167"/>
                      <a:pt x="79" y="163"/>
                    </a:cubicBezTo>
                    <a:cubicBezTo>
                      <a:pt x="76" y="163"/>
                      <a:pt x="76" y="165"/>
                      <a:pt x="73" y="165"/>
                    </a:cubicBezTo>
                    <a:cubicBezTo>
                      <a:pt x="70" y="165"/>
                      <a:pt x="69" y="163"/>
                      <a:pt x="66" y="163"/>
                    </a:cubicBezTo>
                    <a:cubicBezTo>
                      <a:pt x="62" y="163"/>
                      <a:pt x="62" y="165"/>
                      <a:pt x="60" y="165"/>
                    </a:cubicBezTo>
                    <a:cubicBezTo>
                      <a:pt x="57" y="165"/>
                      <a:pt x="56" y="164"/>
                      <a:pt x="55" y="163"/>
                    </a:cubicBezTo>
                    <a:cubicBezTo>
                      <a:pt x="49" y="160"/>
                      <a:pt x="49" y="160"/>
                      <a:pt x="49" y="160"/>
                    </a:cubicBezTo>
                    <a:cubicBezTo>
                      <a:pt x="50" y="160"/>
                      <a:pt x="51" y="159"/>
                      <a:pt x="53" y="159"/>
                    </a:cubicBezTo>
                    <a:cubicBezTo>
                      <a:pt x="56" y="159"/>
                      <a:pt x="57" y="161"/>
                      <a:pt x="60" y="161"/>
                    </a:cubicBezTo>
                    <a:cubicBezTo>
                      <a:pt x="62" y="161"/>
                      <a:pt x="62" y="159"/>
                      <a:pt x="66" y="159"/>
                    </a:cubicBezTo>
                    <a:cubicBezTo>
                      <a:pt x="69" y="159"/>
                      <a:pt x="70" y="161"/>
                      <a:pt x="73" y="161"/>
                    </a:cubicBezTo>
                    <a:cubicBezTo>
                      <a:pt x="76" y="161"/>
                      <a:pt x="76" y="159"/>
                      <a:pt x="79" y="159"/>
                    </a:cubicBezTo>
                    <a:cubicBezTo>
                      <a:pt x="82" y="159"/>
                      <a:pt x="82" y="160"/>
                      <a:pt x="84" y="161"/>
                    </a:cubicBezTo>
                    <a:cubicBezTo>
                      <a:pt x="85" y="160"/>
                      <a:pt x="85" y="160"/>
                      <a:pt x="85" y="160"/>
                    </a:cubicBezTo>
                    <a:cubicBezTo>
                      <a:pt x="83" y="160"/>
                      <a:pt x="82" y="158"/>
                      <a:pt x="79" y="158"/>
                    </a:cubicBezTo>
                    <a:cubicBezTo>
                      <a:pt x="76" y="158"/>
                      <a:pt x="76" y="160"/>
                      <a:pt x="73" y="160"/>
                    </a:cubicBezTo>
                    <a:cubicBezTo>
                      <a:pt x="70" y="160"/>
                      <a:pt x="69" y="158"/>
                      <a:pt x="66" y="158"/>
                    </a:cubicBezTo>
                    <a:cubicBezTo>
                      <a:pt x="62" y="158"/>
                      <a:pt x="62" y="160"/>
                      <a:pt x="60" y="160"/>
                    </a:cubicBezTo>
                    <a:cubicBezTo>
                      <a:pt x="57" y="160"/>
                      <a:pt x="56" y="158"/>
                      <a:pt x="53" y="158"/>
                    </a:cubicBezTo>
                    <a:cubicBezTo>
                      <a:pt x="50" y="158"/>
                      <a:pt x="50" y="159"/>
                      <a:pt x="48" y="160"/>
                    </a:cubicBezTo>
                    <a:cubicBezTo>
                      <a:pt x="41" y="155"/>
                      <a:pt x="41" y="155"/>
                      <a:pt x="41" y="155"/>
                    </a:cubicBezTo>
                    <a:cubicBezTo>
                      <a:pt x="42" y="155"/>
                      <a:pt x="42" y="155"/>
                      <a:pt x="42" y="155"/>
                    </a:cubicBezTo>
                    <a:cubicBezTo>
                      <a:pt x="46" y="155"/>
                      <a:pt x="47" y="157"/>
                      <a:pt x="47" y="157"/>
                    </a:cubicBezTo>
                    <a:cubicBezTo>
                      <a:pt x="50" y="157"/>
                      <a:pt x="50" y="155"/>
                      <a:pt x="53" y="155"/>
                    </a:cubicBezTo>
                    <a:cubicBezTo>
                      <a:pt x="56" y="155"/>
                      <a:pt x="57" y="157"/>
                      <a:pt x="60" y="157"/>
                    </a:cubicBezTo>
                    <a:cubicBezTo>
                      <a:pt x="62" y="157"/>
                      <a:pt x="62" y="155"/>
                      <a:pt x="66" y="155"/>
                    </a:cubicBezTo>
                    <a:cubicBezTo>
                      <a:pt x="69" y="155"/>
                      <a:pt x="70" y="157"/>
                      <a:pt x="73" y="157"/>
                    </a:cubicBezTo>
                    <a:cubicBezTo>
                      <a:pt x="76" y="156"/>
                      <a:pt x="76" y="155"/>
                      <a:pt x="79" y="155"/>
                    </a:cubicBezTo>
                    <a:cubicBezTo>
                      <a:pt x="82" y="155"/>
                      <a:pt x="83" y="157"/>
                      <a:pt x="85" y="157"/>
                    </a:cubicBezTo>
                    <a:cubicBezTo>
                      <a:pt x="88" y="157"/>
                      <a:pt x="88" y="155"/>
                      <a:pt x="92" y="155"/>
                    </a:cubicBezTo>
                    <a:cubicBezTo>
                      <a:pt x="92" y="155"/>
                      <a:pt x="92" y="155"/>
                      <a:pt x="92" y="155"/>
                    </a:cubicBezTo>
                    <a:cubicBezTo>
                      <a:pt x="94" y="154"/>
                      <a:pt x="94" y="154"/>
                      <a:pt x="94" y="154"/>
                    </a:cubicBezTo>
                    <a:cubicBezTo>
                      <a:pt x="93" y="154"/>
                      <a:pt x="93" y="154"/>
                      <a:pt x="92" y="154"/>
                    </a:cubicBezTo>
                    <a:cubicBezTo>
                      <a:pt x="88" y="154"/>
                      <a:pt x="88" y="156"/>
                      <a:pt x="85" y="156"/>
                    </a:cubicBezTo>
                    <a:cubicBezTo>
                      <a:pt x="83" y="156"/>
                      <a:pt x="82" y="154"/>
                      <a:pt x="79" y="154"/>
                    </a:cubicBezTo>
                    <a:cubicBezTo>
                      <a:pt x="76" y="154"/>
                      <a:pt x="76" y="156"/>
                      <a:pt x="73" y="156"/>
                    </a:cubicBezTo>
                    <a:cubicBezTo>
                      <a:pt x="70" y="156"/>
                      <a:pt x="69" y="154"/>
                      <a:pt x="66" y="154"/>
                    </a:cubicBezTo>
                    <a:cubicBezTo>
                      <a:pt x="62" y="154"/>
                      <a:pt x="62" y="156"/>
                      <a:pt x="60" y="156"/>
                    </a:cubicBezTo>
                    <a:cubicBezTo>
                      <a:pt x="57" y="156"/>
                      <a:pt x="56" y="154"/>
                      <a:pt x="53" y="154"/>
                    </a:cubicBezTo>
                    <a:cubicBezTo>
                      <a:pt x="50" y="154"/>
                      <a:pt x="50" y="155"/>
                      <a:pt x="47" y="156"/>
                    </a:cubicBezTo>
                    <a:cubicBezTo>
                      <a:pt x="47" y="156"/>
                      <a:pt x="46" y="154"/>
                      <a:pt x="42" y="154"/>
                    </a:cubicBezTo>
                    <a:cubicBezTo>
                      <a:pt x="41" y="154"/>
                      <a:pt x="40" y="154"/>
                      <a:pt x="40" y="154"/>
                    </a:cubicBezTo>
                    <a:cubicBezTo>
                      <a:pt x="37" y="152"/>
                      <a:pt x="37" y="152"/>
                      <a:pt x="37" y="152"/>
                    </a:cubicBezTo>
                    <a:cubicBezTo>
                      <a:pt x="39" y="152"/>
                      <a:pt x="39" y="151"/>
                      <a:pt x="42" y="151"/>
                    </a:cubicBezTo>
                    <a:cubicBezTo>
                      <a:pt x="42" y="151"/>
                      <a:pt x="42" y="151"/>
                      <a:pt x="42" y="151"/>
                    </a:cubicBezTo>
                    <a:cubicBezTo>
                      <a:pt x="41" y="150"/>
                      <a:pt x="41" y="149"/>
                      <a:pt x="41" y="149"/>
                    </a:cubicBezTo>
                    <a:cubicBezTo>
                      <a:pt x="41" y="149"/>
                      <a:pt x="41" y="149"/>
                      <a:pt x="41" y="149"/>
                    </a:cubicBezTo>
                    <a:cubicBezTo>
                      <a:pt x="41" y="149"/>
                      <a:pt x="41" y="149"/>
                      <a:pt x="41" y="149"/>
                    </a:cubicBezTo>
                    <a:cubicBezTo>
                      <a:pt x="41" y="149"/>
                      <a:pt x="42" y="147"/>
                      <a:pt x="44" y="146"/>
                    </a:cubicBezTo>
                    <a:cubicBezTo>
                      <a:pt x="45" y="145"/>
                      <a:pt x="45" y="144"/>
                      <a:pt x="46" y="144"/>
                    </a:cubicBezTo>
                    <a:cubicBezTo>
                      <a:pt x="48" y="142"/>
                      <a:pt x="48" y="142"/>
                      <a:pt x="48" y="142"/>
                    </a:cubicBezTo>
                    <a:cubicBezTo>
                      <a:pt x="49" y="135"/>
                      <a:pt x="49" y="135"/>
                      <a:pt x="49" y="135"/>
                    </a:cubicBezTo>
                    <a:cubicBezTo>
                      <a:pt x="19" y="135"/>
                      <a:pt x="19" y="135"/>
                      <a:pt x="19" y="135"/>
                    </a:cubicBezTo>
                    <a:cubicBezTo>
                      <a:pt x="39" y="160"/>
                      <a:pt x="67" y="169"/>
                      <a:pt x="67" y="169"/>
                    </a:cubicBezTo>
                    <a:moveTo>
                      <a:pt x="66" y="164"/>
                    </a:moveTo>
                    <a:cubicBezTo>
                      <a:pt x="69" y="164"/>
                      <a:pt x="70" y="166"/>
                      <a:pt x="73" y="166"/>
                    </a:cubicBezTo>
                    <a:cubicBezTo>
                      <a:pt x="67" y="169"/>
                      <a:pt x="67" y="169"/>
                      <a:pt x="67" y="169"/>
                    </a:cubicBezTo>
                    <a:cubicBezTo>
                      <a:pt x="60" y="166"/>
                      <a:pt x="60" y="166"/>
                      <a:pt x="60" y="166"/>
                    </a:cubicBezTo>
                    <a:cubicBezTo>
                      <a:pt x="62" y="166"/>
                      <a:pt x="62" y="164"/>
                      <a:pt x="66" y="164"/>
                    </a:cubicBezTo>
                    <a:moveTo>
                      <a:pt x="59" y="0"/>
                    </a:moveTo>
                    <a:cubicBezTo>
                      <a:pt x="72" y="0"/>
                      <a:pt x="72" y="0"/>
                      <a:pt x="72" y="0"/>
                    </a:cubicBezTo>
                    <a:cubicBezTo>
                      <a:pt x="72" y="0"/>
                      <a:pt x="72" y="0"/>
                      <a:pt x="72" y="0"/>
                    </a:cubicBezTo>
                    <a:cubicBezTo>
                      <a:pt x="59" y="0"/>
                      <a:pt x="59" y="0"/>
                      <a:pt x="59" y="0"/>
                    </a:cubicBezTo>
                    <a:close/>
                    <a:moveTo>
                      <a:pt x="123" y="35"/>
                    </a:moveTo>
                    <a:cubicBezTo>
                      <a:pt x="123" y="35"/>
                      <a:pt x="123" y="35"/>
                      <a:pt x="123" y="35"/>
                    </a:cubicBezTo>
                    <a:cubicBezTo>
                      <a:pt x="123" y="35"/>
                      <a:pt x="123" y="35"/>
                      <a:pt x="123" y="35"/>
                    </a:cubicBezTo>
                    <a:close/>
                    <a:moveTo>
                      <a:pt x="85" y="142"/>
                    </a:moveTo>
                    <a:cubicBezTo>
                      <a:pt x="85" y="143"/>
                      <a:pt x="85" y="143"/>
                      <a:pt x="85" y="143"/>
                    </a:cubicBezTo>
                    <a:cubicBezTo>
                      <a:pt x="87" y="144"/>
                      <a:pt x="87" y="144"/>
                      <a:pt x="87" y="144"/>
                    </a:cubicBezTo>
                    <a:cubicBezTo>
                      <a:pt x="88" y="146"/>
                      <a:pt x="88" y="146"/>
                      <a:pt x="88" y="146"/>
                    </a:cubicBezTo>
                    <a:cubicBezTo>
                      <a:pt x="91" y="150"/>
                      <a:pt x="91" y="150"/>
                      <a:pt x="91" y="150"/>
                    </a:cubicBezTo>
                    <a:cubicBezTo>
                      <a:pt x="92" y="150"/>
                      <a:pt x="92" y="150"/>
                      <a:pt x="92" y="150"/>
                    </a:cubicBezTo>
                    <a:cubicBezTo>
                      <a:pt x="91" y="151"/>
                      <a:pt x="91" y="151"/>
                      <a:pt x="91" y="151"/>
                    </a:cubicBezTo>
                    <a:cubicBezTo>
                      <a:pt x="91" y="151"/>
                      <a:pt x="89" y="151"/>
                      <a:pt x="87" y="151"/>
                    </a:cubicBezTo>
                    <a:cubicBezTo>
                      <a:pt x="86" y="152"/>
                      <a:pt x="86" y="152"/>
                      <a:pt x="86" y="152"/>
                    </a:cubicBezTo>
                    <a:cubicBezTo>
                      <a:pt x="85" y="152"/>
                      <a:pt x="84" y="151"/>
                      <a:pt x="83" y="151"/>
                    </a:cubicBezTo>
                    <a:cubicBezTo>
                      <a:pt x="81" y="151"/>
                      <a:pt x="80" y="150"/>
                      <a:pt x="78" y="150"/>
                    </a:cubicBezTo>
                    <a:cubicBezTo>
                      <a:pt x="76" y="150"/>
                      <a:pt x="75" y="151"/>
                      <a:pt x="73" y="152"/>
                    </a:cubicBezTo>
                    <a:cubicBezTo>
                      <a:pt x="72" y="152"/>
                      <a:pt x="72" y="152"/>
                      <a:pt x="72" y="152"/>
                    </a:cubicBezTo>
                    <a:cubicBezTo>
                      <a:pt x="70" y="152"/>
                      <a:pt x="67" y="150"/>
                      <a:pt x="66" y="150"/>
                    </a:cubicBezTo>
                    <a:cubicBezTo>
                      <a:pt x="66" y="150"/>
                      <a:pt x="66" y="150"/>
                      <a:pt x="66" y="150"/>
                    </a:cubicBezTo>
                    <a:cubicBezTo>
                      <a:pt x="64" y="150"/>
                      <a:pt x="61" y="152"/>
                      <a:pt x="60" y="152"/>
                    </a:cubicBezTo>
                    <a:cubicBezTo>
                      <a:pt x="60" y="152"/>
                      <a:pt x="60" y="152"/>
                      <a:pt x="60" y="152"/>
                    </a:cubicBezTo>
                    <a:cubicBezTo>
                      <a:pt x="59" y="152"/>
                      <a:pt x="58" y="152"/>
                      <a:pt x="57" y="151"/>
                    </a:cubicBezTo>
                    <a:cubicBezTo>
                      <a:pt x="56" y="151"/>
                      <a:pt x="54" y="150"/>
                      <a:pt x="53" y="150"/>
                    </a:cubicBezTo>
                    <a:cubicBezTo>
                      <a:pt x="53" y="150"/>
                      <a:pt x="53" y="150"/>
                      <a:pt x="53" y="150"/>
                    </a:cubicBezTo>
                    <a:cubicBezTo>
                      <a:pt x="52" y="150"/>
                      <a:pt x="50" y="151"/>
                      <a:pt x="49" y="152"/>
                    </a:cubicBezTo>
                    <a:cubicBezTo>
                      <a:pt x="49" y="152"/>
                      <a:pt x="48" y="152"/>
                      <a:pt x="47" y="152"/>
                    </a:cubicBezTo>
                    <a:cubicBezTo>
                      <a:pt x="47" y="153"/>
                      <a:pt x="47" y="153"/>
                      <a:pt x="47" y="153"/>
                    </a:cubicBezTo>
                    <a:cubicBezTo>
                      <a:pt x="50" y="152"/>
                      <a:pt x="50" y="151"/>
                      <a:pt x="53" y="151"/>
                    </a:cubicBezTo>
                    <a:cubicBezTo>
                      <a:pt x="56" y="151"/>
                      <a:pt x="57" y="153"/>
                      <a:pt x="60" y="153"/>
                    </a:cubicBezTo>
                    <a:cubicBezTo>
                      <a:pt x="62" y="153"/>
                      <a:pt x="62" y="151"/>
                      <a:pt x="66" y="151"/>
                    </a:cubicBezTo>
                    <a:cubicBezTo>
                      <a:pt x="69" y="151"/>
                      <a:pt x="70" y="153"/>
                      <a:pt x="73" y="153"/>
                    </a:cubicBezTo>
                    <a:cubicBezTo>
                      <a:pt x="76" y="153"/>
                      <a:pt x="76" y="151"/>
                      <a:pt x="79" y="151"/>
                    </a:cubicBezTo>
                    <a:cubicBezTo>
                      <a:pt x="82" y="151"/>
                      <a:pt x="83" y="153"/>
                      <a:pt x="85" y="153"/>
                    </a:cubicBezTo>
                    <a:cubicBezTo>
                      <a:pt x="88" y="153"/>
                      <a:pt x="88" y="151"/>
                      <a:pt x="92" y="151"/>
                    </a:cubicBezTo>
                    <a:cubicBezTo>
                      <a:pt x="95" y="151"/>
                      <a:pt x="94" y="152"/>
                      <a:pt x="96" y="152"/>
                    </a:cubicBezTo>
                    <a:cubicBezTo>
                      <a:pt x="102" y="148"/>
                      <a:pt x="108" y="142"/>
                      <a:pt x="113" y="136"/>
                    </a:cubicBezTo>
                    <a:cubicBezTo>
                      <a:pt x="84" y="136"/>
                      <a:pt x="84" y="136"/>
                      <a:pt x="84" y="136"/>
                    </a:cubicBezTo>
                    <a:lnTo>
                      <a:pt x="85" y="142"/>
                    </a:lnTo>
                    <a:close/>
                    <a:moveTo>
                      <a:pt x="0" y="82"/>
                    </a:moveTo>
                    <a:cubicBezTo>
                      <a:pt x="0" y="105"/>
                      <a:pt x="9" y="122"/>
                      <a:pt x="19" y="135"/>
                    </a:cubicBezTo>
                    <a:cubicBezTo>
                      <a:pt x="40" y="63"/>
                      <a:pt x="40" y="63"/>
                      <a:pt x="40" y="63"/>
                    </a:cubicBezTo>
                    <a:cubicBezTo>
                      <a:pt x="39" y="63"/>
                      <a:pt x="39" y="63"/>
                      <a:pt x="39" y="63"/>
                    </a:cubicBezTo>
                    <a:cubicBezTo>
                      <a:pt x="39" y="62"/>
                      <a:pt x="39" y="62"/>
                      <a:pt x="39" y="62"/>
                    </a:cubicBezTo>
                    <a:cubicBezTo>
                      <a:pt x="38" y="61"/>
                      <a:pt x="38" y="61"/>
                      <a:pt x="38" y="61"/>
                    </a:cubicBezTo>
                    <a:cubicBezTo>
                      <a:pt x="39" y="59"/>
                      <a:pt x="39" y="59"/>
                      <a:pt x="39" y="59"/>
                    </a:cubicBezTo>
                    <a:cubicBezTo>
                      <a:pt x="40" y="58"/>
                      <a:pt x="40" y="58"/>
                      <a:pt x="40" y="58"/>
                    </a:cubicBezTo>
                    <a:cubicBezTo>
                      <a:pt x="40" y="57"/>
                      <a:pt x="40" y="57"/>
                      <a:pt x="40" y="57"/>
                    </a:cubicBezTo>
                    <a:cubicBezTo>
                      <a:pt x="40" y="56"/>
                      <a:pt x="40" y="56"/>
                      <a:pt x="39" y="55"/>
                    </a:cubicBezTo>
                    <a:cubicBezTo>
                      <a:pt x="38" y="55"/>
                      <a:pt x="37" y="54"/>
                      <a:pt x="37" y="54"/>
                    </a:cubicBezTo>
                    <a:cubicBezTo>
                      <a:pt x="34" y="54"/>
                      <a:pt x="34" y="54"/>
                      <a:pt x="34" y="54"/>
                    </a:cubicBezTo>
                    <a:cubicBezTo>
                      <a:pt x="34" y="55"/>
                      <a:pt x="34" y="56"/>
                      <a:pt x="34" y="57"/>
                    </a:cubicBezTo>
                    <a:cubicBezTo>
                      <a:pt x="34" y="57"/>
                      <a:pt x="32" y="53"/>
                      <a:pt x="30" y="52"/>
                    </a:cubicBezTo>
                    <a:cubicBezTo>
                      <a:pt x="29" y="53"/>
                      <a:pt x="29" y="53"/>
                      <a:pt x="29" y="53"/>
                    </a:cubicBezTo>
                    <a:cubicBezTo>
                      <a:pt x="30" y="54"/>
                      <a:pt x="27" y="55"/>
                      <a:pt x="26" y="56"/>
                    </a:cubicBezTo>
                    <a:cubicBezTo>
                      <a:pt x="25" y="57"/>
                      <a:pt x="25" y="58"/>
                      <a:pt x="25" y="58"/>
                    </a:cubicBezTo>
                    <a:cubicBezTo>
                      <a:pt x="26" y="58"/>
                      <a:pt x="32" y="56"/>
                      <a:pt x="32" y="62"/>
                    </a:cubicBezTo>
                    <a:cubicBezTo>
                      <a:pt x="32" y="62"/>
                      <a:pt x="32" y="64"/>
                      <a:pt x="31" y="64"/>
                    </a:cubicBezTo>
                    <a:cubicBezTo>
                      <a:pt x="31" y="64"/>
                      <a:pt x="32" y="65"/>
                      <a:pt x="31" y="66"/>
                    </a:cubicBezTo>
                    <a:cubicBezTo>
                      <a:pt x="30" y="67"/>
                      <a:pt x="28" y="69"/>
                      <a:pt x="27" y="70"/>
                    </a:cubicBezTo>
                    <a:cubicBezTo>
                      <a:pt x="25" y="72"/>
                      <a:pt x="27" y="73"/>
                      <a:pt x="28" y="74"/>
                    </a:cubicBezTo>
                    <a:cubicBezTo>
                      <a:pt x="28" y="75"/>
                      <a:pt x="30" y="77"/>
                      <a:pt x="30" y="78"/>
                    </a:cubicBezTo>
                    <a:cubicBezTo>
                      <a:pt x="32" y="79"/>
                      <a:pt x="32" y="79"/>
                      <a:pt x="32" y="79"/>
                    </a:cubicBezTo>
                    <a:cubicBezTo>
                      <a:pt x="32" y="78"/>
                      <a:pt x="32" y="78"/>
                      <a:pt x="32" y="78"/>
                    </a:cubicBezTo>
                    <a:cubicBezTo>
                      <a:pt x="33" y="76"/>
                      <a:pt x="33" y="76"/>
                      <a:pt x="33" y="76"/>
                    </a:cubicBezTo>
                    <a:cubicBezTo>
                      <a:pt x="34" y="75"/>
                      <a:pt x="34" y="75"/>
                      <a:pt x="34" y="75"/>
                    </a:cubicBezTo>
                    <a:cubicBezTo>
                      <a:pt x="35" y="74"/>
                      <a:pt x="35" y="74"/>
                      <a:pt x="35" y="74"/>
                    </a:cubicBezTo>
                    <a:cubicBezTo>
                      <a:pt x="36" y="73"/>
                      <a:pt x="36" y="73"/>
                      <a:pt x="36" y="73"/>
                    </a:cubicBezTo>
                    <a:cubicBezTo>
                      <a:pt x="36" y="76"/>
                      <a:pt x="36" y="76"/>
                      <a:pt x="36" y="76"/>
                    </a:cubicBezTo>
                    <a:cubicBezTo>
                      <a:pt x="36" y="76"/>
                      <a:pt x="36" y="79"/>
                      <a:pt x="35" y="80"/>
                    </a:cubicBezTo>
                    <a:cubicBezTo>
                      <a:pt x="34" y="81"/>
                      <a:pt x="33" y="83"/>
                      <a:pt x="32" y="83"/>
                    </a:cubicBezTo>
                    <a:cubicBezTo>
                      <a:pt x="30" y="83"/>
                      <a:pt x="30" y="83"/>
                      <a:pt x="29" y="82"/>
                    </a:cubicBezTo>
                    <a:cubicBezTo>
                      <a:pt x="29" y="81"/>
                      <a:pt x="28" y="79"/>
                      <a:pt x="28" y="79"/>
                    </a:cubicBezTo>
                    <a:cubicBezTo>
                      <a:pt x="27" y="79"/>
                      <a:pt x="27" y="79"/>
                      <a:pt x="27" y="79"/>
                    </a:cubicBezTo>
                    <a:cubicBezTo>
                      <a:pt x="25" y="77"/>
                      <a:pt x="25" y="77"/>
                      <a:pt x="25" y="77"/>
                    </a:cubicBezTo>
                    <a:cubicBezTo>
                      <a:pt x="23" y="75"/>
                      <a:pt x="23" y="75"/>
                      <a:pt x="23" y="75"/>
                    </a:cubicBezTo>
                    <a:cubicBezTo>
                      <a:pt x="22" y="74"/>
                      <a:pt x="22" y="74"/>
                      <a:pt x="22" y="74"/>
                    </a:cubicBezTo>
                    <a:cubicBezTo>
                      <a:pt x="22" y="72"/>
                      <a:pt x="22" y="72"/>
                      <a:pt x="22" y="72"/>
                    </a:cubicBezTo>
                    <a:cubicBezTo>
                      <a:pt x="23" y="70"/>
                      <a:pt x="23" y="70"/>
                      <a:pt x="23" y="70"/>
                    </a:cubicBezTo>
                    <a:cubicBezTo>
                      <a:pt x="23" y="69"/>
                      <a:pt x="23" y="69"/>
                      <a:pt x="23" y="69"/>
                    </a:cubicBezTo>
                    <a:cubicBezTo>
                      <a:pt x="23" y="68"/>
                      <a:pt x="23" y="68"/>
                      <a:pt x="23" y="68"/>
                    </a:cubicBezTo>
                    <a:cubicBezTo>
                      <a:pt x="23" y="68"/>
                      <a:pt x="22" y="69"/>
                      <a:pt x="21" y="69"/>
                    </a:cubicBezTo>
                    <a:cubicBezTo>
                      <a:pt x="20" y="70"/>
                      <a:pt x="20" y="70"/>
                      <a:pt x="20" y="70"/>
                    </a:cubicBezTo>
                    <a:cubicBezTo>
                      <a:pt x="18" y="72"/>
                      <a:pt x="18" y="72"/>
                      <a:pt x="18" y="72"/>
                    </a:cubicBezTo>
                    <a:cubicBezTo>
                      <a:pt x="18" y="72"/>
                      <a:pt x="18" y="74"/>
                      <a:pt x="18" y="75"/>
                    </a:cubicBezTo>
                    <a:cubicBezTo>
                      <a:pt x="17" y="75"/>
                      <a:pt x="16" y="78"/>
                      <a:pt x="15" y="79"/>
                    </a:cubicBezTo>
                    <a:cubicBezTo>
                      <a:pt x="14" y="80"/>
                      <a:pt x="13" y="81"/>
                      <a:pt x="13" y="82"/>
                    </a:cubicBezTo>
                    <a:cubicBezTo>
                      <a:pt x="13" y="83"/>
                      <a:pt x="13" y="84"/>
                      <a:pt x="13" y="85"/>
                    </a:cubicBezTo>
                    <a:cubicBezTo>
                      <a:pt x="12" y="86"/>
                      <a:pt x="12" y="86"/>
                      <a:pt x="12" y="87"/>
                    </a:cubicBezTo>
                    <a:cubicBezTo>
                      <a:pt x="12" y="88"/>
                      <a:pt x="12" y="89"/>
                      <a:pt x="11" y="91"/>
                    </a:cubicBezTo>
                    <a:cubicBezTo>
                      <a:pt x="10" y="92"/>
                      <a:pt x="10" y="93"/>
                      <a:pt x="10" y="94"/>
                    </a:cubicBezTo>
                    <a:cubicBezTo>
                      <a:pt x="11" y="95"/>
                      <a:pt x="11" y="97"/>
                      <a:pt x="12" y="97"/>
                    </a:cubicBezTo>
                    <a:cubicBezTo>
                      <a:pt x="13" y="97"/>
                      <a:pt x="14" y="96"/>
                      <a:pt x="15" y="96"/>
                    </a:cubicBezTo>
                    <a:cubicBezTo>
                      <a:pt x="16" y="96"/>
                      <a:pt x="17" y="96"/>
                      <a:pt x="17" y="96"/>
                    </a:cubicBezTo>
                    <a:cubicBezTo>
                      <a:pt x="19" y="98"/>
                      <a:pt x="19" y="98"/>
                      <a:pt x="19" y="98"/>
                    </a:cubicBezTo>
                    <a:cubicBezTo>
                      <a:pt x="19" y="99"/>
                      <a:pt x="19" y="98"/>
                      <a:pt x="18" y="99"/>
                    </a:cubicBezTo>
                    <a:cubicBezTo>
                      <a:pt x="17" y="100"/>
                      <a:pt x="16" y="101"/>
                      <a:pt x="14" y="101"/>
                    </a:cubicBezTo>
                    <a:cubicBezTo>
                      <a:pt x="13" y="101"/>
                      <a:pt x="11" y="101"/>
                      <a:pt x="10" y="101"/>
                    </a:cubicBezTo>
                    <a:cubicBezTo>
                      <a:pt x="8" y="100"/>
                      <a:pt x="8" y="100"/>
                      <a:pt x="8" y="100"/>
                    </a:cubicBezTo>
                    <a:cubicBezTo>
                      <a:pt x="7" y="96"/>
                      <a:pt x="7" y="96"/>
                      <a:pt x="7" y="96"/>
                    </a:cubicBezTo>
                    <a:cubicBezTo>
                      <a:pt x="7" y="94"/>
                      <a:pt x="7" y="94"/>
                      <a:pt x="7" y="94"/>
                    </a:cubicBezTo>
                    <a:cubicBezTo>
                      <a:pt x="7" y="89"/>
                      <a:pt x="7" y="89"/>
                      <a:pt x="7" y="89"/>
                    </a:cubicBezTo>
                    <a:cubicBezTo>
                      <a:pt x="8" y="89"/>
                      <a:pt x="8" y="88"/>
                      <a:pt x="8" y="87"/>
                    </a:cubicBezTo>
                    <a:cubicBezTo>
                      <a:pt x="8" y="85"/>
                      <a:pt x="7" y="84"/>
                      <a:pt x="7" y="83"/>
                    </a:cubicBezTo>
                    <a:cubicBezTo>
                      <a:pt x="9" y="80"/>
                      <a:pt x="9" y="80"/>
                      <a:pt x="9" y="80"/>
                    </a:cubicBezTo>
                    <a:cubicBezTo>
                      <a:pt x="9" y="78"/>
                      <a:pt x="9" y="78"/>
                      <a:pt x="9" y="78"/>
                    </a:cubicBezTo>
                    <a:cubicBezTo>
                      <a:pt x="8" y="78"/>
                      <a:pt x="8" y="78"/>
                      <a:pt x="8" y="78"/>
                    </a:cubicBezTo>
                    <a:cubicBezTo>
                      <a:pt x="10" y="75"/>
                      <a:pt x="10" y="75"/>
                      <a:pt x="10" y="75"/>
                    </a:cubicBezTo>
                    <a:cubicBezTo>
                      <a:pt x="8" y="75"/>
                      <a:pt x="8" y="75"/>
                      <a:pt x="8" y="75"/>
                    </a:cubicBezTo>
                    <a:cubicBezTo>
                      <a:pt x="8" y="74"/>
                      <a:pt x="8" y="74"/>
                      <a:pt x="8" y="74"/>
                    </a:cubicBezTo>
                    <a:cubicBezTo>
                      <a:pt x="7" y="74"/>
                      <a:pt x="7" y="74"/>
                      <a:pt x="7" y="74"/>
                    </a:cubicBezTo>
                    <a:cubicBezTo>
                      <a:pt x="7" y="72"/>
                      <a:pt x="7" y="72"/>
                      <a:pt x="7" y="72"/>
                    </a:cubicBezTo>
                    <a:cubicBezTo>
                      <a:pt x="7" y="72"/>
                      <a:pt x="7" y="72"/>
                      <a:pt x="7" y="72"/>
                    </a:cubicBezTo>
                    <a:cubicBezTo>
                      <a:pt x="7" y="71"/>
                      <a:pt x="7" y="71"/>
                      <a:pt x="7" y="71"/>
                    </a:cubicBezTo>
                    <a:cubicBezTo>
                      <a:pt x="6" y="71"/>
                      <a:pt x="6" y="71"/>
                      <a:pt x="6" y="71"/>
                    </a:cubicBezTo>
                    <a:cubicBezTo>
                      <a:pt x="7" y="69"/>
                      <a:pt x="7" y="69"/>
                      <a:pt x="7" y="69"/>
                    </a:cubicBezTo>
                    <a:cubicBezTo>
                      <a:pt x="5" y="69"/>
                      <a:pt x="5" y="69"/>
                      <a:pt x="5" y="69"/>
                    </a:cubicBezTo>
                    <a:cubicBezTo>
                      <a:pt x="7" y="67"/>
                      <a:pt x="7" y="67"/>
                      <a:pt x="7" y="67"/>
                    </a:cubicBezTo>
                    <a:cubicBezTo>
                      <a:pt x="7" y="67"/>
                      <a:pt x="3" y="64"/>
                      <a:pt x="3" y="60"/>
                    </a:cubicBezTo>
                    <a:cubicBezTo>
                      <a:pt x="3" y="55"/>
                      <a:pt x="10" y="49"/>
                      <a:pt x="10" y="42"/>
                    </a:cubicBezTo>
                    <a:cubicBezTo>
                      <a:pt x="10" y="41"/>
                      <a:pt x="10" y="39"/>
                      <a:pt x="10" y="39"/>
                    </a:cubicBezTo>
                    <a:cubicBezTo>
                      <a:pt x="8" y="38"/>
                      <a:pt x="8" y="38"/>
                      <a:pt x="8" y="38"/>
                    </a:cubicBezTo>
                    <a:cubicBezTo>
                      <a:pt x="8" y="37"/>
                      <a:pt x="8" y="37"/>
                      <a:pt x="8" y="37"/>
                    </a:cubicBezTo>
                    <a:cubicBezTo>
                      <a:pt x="8" y="36"/>
                      <a:pt x="6" y="37"/>
                      <a:pt x="6" y="37"/>
                    </a:cubicBezTo>
                    <a:cubicBezTo>
                      <a:pt x="6" y="36"/>
                      <a:pt x="4" y="37"/>
                      <a:pt x="4" y="39"/>
                    </a:cubicBezTo>
                    <a:cubicBezTo>
                      <a:pt x="4" y="40"/>
                      <a:pt x="4" y="40"/>
                      <a:pt x="4" y="40"/>
                    </a:cubicBezTo>
                    <a:cubicBezTo>
                      <a:pt x="4" y="40"/>
                      <a:pt x="8" y="41"/>
                      <a:pt x="7" y="44"/>
                    </a:cubicBezTo>
                    <a:cubicBezTo>
                      <a:pt x="6" y="46"/>
                      <a:pt x="4" y="48"/>
                      <a:pt x="4" y="49"/>
                    </a:cubicBezTo>
                    <a:cubicBezTo>
                      <a:pt x="4" y="50"/>
                      <a:pt x="5" y="52"/>
                      <a:pt x="5" y="52"/>
                    </a:cubicBezTo>
                    <a:cubicBezTo>
                      <a:pt x="6" y="52"/>
                      <a:pt x="1" y="53"/>
                      <a:pt x="2" y="49"/>
                    </a:cubicBezTo>
                    <a:cubicBezTo>
                      <a:pt x="2" y="45"/>
                      <a:pt x="3" y="45"/>
                      <a:pt x="3" y="44"/>
                    </a:cubicBezTo>
                    <a:cubicBezTo>
                      <a:pt x="3" y="43"/>
                      <a:pt x="1" y="42"/>
                      <a:pt x="1" y="39"/>
                    </a:cubicBezTo>
                    <a:cubicBezTo>
                      <a:pt x="2" y="36"/>
                      <a:pt x="4" y="35"/>
                      <a:pt x="6" y="34"/>
                    </a:cubicBezTo>
                    <a:cubicBezTo>
                      <a:pt x="8" y="35"/>
                      <a:pt x="8" y="35"/>
                      <a:pt x="8" y="35"/>
                    </a:cubicBezTo>
                    <a:cubicBezTo>
                      <a:pt x="7" y="34"/>
                      <a:pt x="5" y="33"/>
                      <a:pt x="4" y="30"/>
                    </a:cubicBezTo>
                    <a:cubicBezTo>
                      <a:pt x="4" y="30"/>
                      <a:pt x="5" y="29"/>
                      <a:pt x="7" y="29"/>
                    </a:cubicBezTo>
                    <a:cubicBezTo>
                      <a:pt x="6" y="29"/>
                      <a:pt x="2" y="24"/>
                      <a:pt x="3" y="22"/>
                    </a:cubicBezTo>
                    <a:cubicBezTo>
                      <a:pt x="3" y="22"/>
                      <a:pt x="6" y="22"/>
                      <a:pt x="7" y="23"/>
                    </a:cubicBezTo>
                    <a:cubicBezTo>
                      <a:pt x="7" y="23"/>
                      <a:pt x="1" y="18"/>
                      <a:pt x="2" y="14"/>
                    </a:cubicBezTo>
                    <a:cubicBezTo>
                      <a:pt x="2" y="14"/>
                      <a:pt x="6" y="17"/>
                      <a:pt x="7" y="17"/>
                    </a:cubicBezTo>
                    <a:cubicBezTo>
                      <a:pt x="7" y="17"/>
                      <a:pt x="0" y="7"/>
                      <a:pt x="4" y="3"/>
                    </a:cubicBezTo>
                    <a:cubicBezTo>
                      <a:pt x="4" y="3"/>
                      <a:pt x="8" y="12"/>
                      <a:pt x="9" y="13"/>
                    </a:cubicBezTo>
                    <a:cubicBezTo>
                      <a:pt x="9" y="13"/>
                      <a:pt x="10" y="12"/>
                      <a:pt x="10" y="11"/>
                    </a:cubicBezTo>
                    <a:cubicBezTo>
                      <a:pt x="10" y="11"/>
                      <a:pt x="10" y="11"/>
                      <a:pt x="10" y="11"/>
                    </a:cubicBezTo>
                    <a:cubicBezTo>
                      <a:pt x="10" y="8"/>
                      <a:pt x="12" y="2"/>
                      <a:pt x="14" y="1"/>
                    </a:cubicBezTo>
                    <a:cubicBezTo>
                      <a:pt x="14" y="1"/>
                      <a:pt x="13" y="11"/>
                      <a:pt x="15" y="13"/>
                    </a:cubicBezTo>
                    <a:cubicBezTo>
                      <a:pt x="15" y="13"/>
                      <a:pt x="15" y="12"/>
                      <a:pt x="16" y="12"/>
                    </a:cubicBezTo>
                    <a:cubicBezTo>
                      <a:pt x="16" y="12"/>
                      <a:pt x="16" y="17"/>
                      <a:pt x="17" y="18"/>
                    </a:cubicBezTo>
                    <a:cubicBezTo>
                      <a:pt x="18" y="17"/>
                      <a:pt x="18" y="17"/>
                      <a:pt x="18" y="17"/>
                    </a:cubicBezTo>
                    <a:cubicBezTo>
                      <a:pt x="18" y="17"/>
                      <a:pt x="19" y="20"/>
                      <a:pt x="20" y="21"/>
                    </a:cubicBezTo>
                    <a:cubicBezTo>
                      <a:pt x="20" y="21"/>
                      <a:pt x="20" y="21"/>
                      <a:pt x="20" y="22"/>
                    </a:cubicBezTo>
                    <a:cubicBezTo>
                      <a:pt x="20" y="19"/>
                      <a:pt x="21" y="18"/>
                      <a:pt x="21" y="17"/>
                    </a:cubicBezTo>
                    <a:cubicBezTo>
                      <a:pt x="21" y="17"/>
                      <a:pt x="21" y="17"/>
                      <a:pt x="21" y="17"/>
                    </a:cubicBezTo>
                    <a:cubicBezTo>
                      <a:pt x="21" y="14"/>
                      <a:pt x="21" y="14"/>
                      <a:pt x="21" y="14"/>
                    </a:cubicBezTo>
                    <a:cubicBezTo>
                      <a:pt x="22" y="15"/>
                      <a:pt x="22" y="15"/>
                      <a:pt x="22" y="15"/>
                    </a:cubicBezTo>
                    <a:cubicBezTo>
                      <a:pt x="23" y="15"/>
                      <a:pt x="23" y="15"/>
                      <a:pt x="23" y="15"/>
                    </a:cubicBezTo>
                    <a:cubicBezTo>
                      <a:pt x="23" y="15"/>
                      <a:pt x="23" y="15"/>
                      <a:pt x="23" y="15"/>
                    </a:cubicBezTo>
                    <a:cubicBezTo>
                      <a:pt x="23" y="14"/>
                      <a:pt x="23" y="14"/>
                      <a:pt x="23" y="14"/>
                    </a:cubicBezTo>
                    <a:cubicBezTo>
                      <a:pt x="26" y="14"/>
                      <a:pt x="26" y="14"/>
                      <a:pt x="26" y="14"/>
                    </a:cubicBezTo>
                    <a:cubicBezTo>
                      <a:pt x="25" y="15"/>
                      <a:pt x="25" y="15"/>
                      <a:pt x="25" y="15"/>
                    </a:cubicBezTo>
                    <a:cubicBezTo>
                      <a:pt x="26" y="14"/>
                      <a:pt x="26" y="14"/>
                      <a:pt x="26" y="14"/>
                    </a:cubicBezTo>
                    <a:cubicBezTo>
                      <a:pt x="27" y="14"/>
                      <a:pt x="27" y="14"/>
                      <a:pt x="28" y="14"/>
                    </a:cubicBezTo>
                    <a:cubicBezTo>
                      <a:pt x="30" y="14"/>
                      <a:pt x="30" y="16"/>
                      <a:pt x="30" y="16"/>
                    </a:cubicBezTo>
                    <a:cubicBezTo>
                      <a:pt x="33" y="16"/>
                      <a:pt x="33" y="16"/>
                      <a:pt x="33" y="16"/>
                    </a:cubicBezTo>
                    <a:cubicBezTo>
                      <a:pt x="36" y="16"/>
                      <a:pt x="36" y="19"/>
                      <a:pt x="36" y="19"/>
                    </a:cubicBezTo>
                    <a:cubicBezTo>
                      <a:pt x="34" y="18"/>
                      <a:pt x="34" y="18"/>
                      <a:pt x="34" y="18"/>
                    </a:cubicBezTo>
                    <a:cubicBezTo>
                      <a:pt x="32" y="20"/>
                      <a:pt x="32" y="20"/>
                      <a:pt x="32" y="20"/>
                    </a:cubicBezTo>
                    <a:cubicBezTo>
                      <a:pt x="32" y="20"/>
                      <a:pt x="32" y="20"/>
                      <a:pt x="32" y="20"/>
                    </a:cubicBezTo>
                    <a:cubicBezTo>
                      <a:pt x="32" y="21"/>
                      <a:pt x="32" y="21"/>
                      <a:pt x="32" y="21"/>
                    </a:cubicBezTo>
                    <a:cubicBezTo>
                      <a:pt x="34" y="22"/>
                      <a:pt x="34" y="22"/>
                      <a:pt x="34" y="22"/>
                    </a:cubicBezTo>
                    <a:cubicBezTo>
                      <a:pt x="36" y="22"/>
                      <a:pt x="36" y="22"/>
                      <a:pt x="36" y="22"/>
                    </a:cubicBezTo>
                    <a:cubicBezTo>
                      <a:pt x="35" y="23"/>
                      <a:pt x="35" y="23"/>
                      <a:pt x="35" y="23"/>
                    </a:cubicBezTo>
                    <a:cubicBezTo>
                      <a:pt x="35" y="23"/>
                      <a:pt x="34" y="24"/>
                      <a:pt x="33" y="24"/>
                    </a:cubicBezTo>
                    <a:cubicBezTo>
                      <a:pt x="32" y="24"/>
                      <a:pt x="31" y="23"/>
                      <a:pt x="30" y="23"/>
                    </a:cubicBezTo>
                    <a:cubicBezTo>
                      <a:pt x="28" y="23"/>
                      <a:pt x="28" y="23"/>
                      <a:pt x="28" y="23"/>
                    </a:cubicBezTo>
                    <a:cubicBezTo>
                      <a:pt x="28" y="23"/>
                      <a:pt x="28" y="23"/>
                      <a:pt x="28" y="23"/>
                    </a:cubicBezTo>
                    <a:cubicBezTo>
                      <a:pt x="28" y="24"/>
                      <a:pt x="28" y="24"/>
                      <a:pt x="28" y="24"/>
                    </a:cubicBezTo>
                    <a:cubicBezTo>
                      <a:pt x="28" y="25"/>
                      <a:pt x="29" y="26"/>
                      <a:pt x="30" y="27"/>
                    </a:cubicBezTo>
                    <a:cubicBezTo>
                      <a:pt x="32" y="28"/>
                      <a:pt x="34" y="30"/>
                      <a:pt x="35" y="31"/>
                    </a:cubicBezTo>
                    <a:cubicBezTo>
                      <a:pt x="36" y="32"/>
                      <a:pt x="36" y="34"/>
                      <a:pt x="37" y="35"/>
                    </a:cubicBezTo>
                    <a:cubicBezTo>
                      <a:pt x="38" y="32"/>
                      <a:pt x="38" y="32"/>
                      <a:pt x="38" y="32"/>
                    </a:cubicBezTo>
                    <a:cubicBezTo>
                      <a:pt x="39" y="31"/>
                      <a:pt x="39" y="31"/>
                      <a:pt x="39" y="30"/>
                    </a:cubicBezTo>
                    <a:cubicBezTo>
                      <a:pt x="39" y="29"/>
                      <a:pt x="40" y="27"/>
                      <a:pt x="40" y="27"/>
                    </a:cubicBezTo>
                    <a:cubicBezTo>
                      <a:pt x="40" y="27"/>
                      <a:pt x="42" y="28"/>
                      <a:pt x="41" y="30"/>
                    </a:cubicBezTo>
                    <a:cubicBezTo>
                      <a:pt x="42" y="28"/>
                      <a:pt x="42" y="28"/>
                      <a:pt x="42" y="28"/>
                    </a:cubicBezTo>
                    <a:cubicBezTo>
                      <a:pt x="43" y="28"/>
                      <a:pt x="43" y="28"/>
                      <a:pt x="43" y="28"/>
                    </a:cubicBezTo>
                    <a:cubicBezTo>
                      <a:pt x="43" y="27"/>
                      <a:pt x="43" y="27"/>
                      <a:pt x="43" y="27"/>
                    </a:cubicBezTo>
                    <a:cubicBezTo>
                      <a:pt x="44" y="25"/>
                      <a:pt x="44" y="23"/>
                      <a:pt x="44" y="21"/>
                    </a:cubicBezTo>
                    <a:cubicBezTo>
                      <a:pt x="44" y="20"/>
                      <a:pt x="44" y="19"/>
                      <a:pt x="43" y="18"/>
                    </a:cubicBezTo>
                    <a:cubicBezTo>
                      <a:pt x="43" y="17"/>
                      <a:pt x="42" y="16"/>
                      <a:pt x="42" y="16"/>
                    </a:cubicBezTo>
                    <a:cubicBezTo>
                      <a:pt x="42" y="14"/>
                      <a:pt x="42" y="14"/>
                      <a:pt x="42" y="14"/>
                    </a:cubicBezTo>
                    <a:cubicBezTo>
                      <a:pt x="42" y="14"/>
                      <a:pt x="42" y="14"/>
                      <a:pt x="42" y="14"/>
                    </a:cubicBezTo>
                    <a:cubicBezTo>
                      <a:pt x="43" y="12"/>
                      <a:pt x="43" y="12"/>
                      <a:pt x="43" y="12"/>
                    </a:cubicBezTo>
                    <a:cubicBezTo>
                      <a:pt x="44" y="12"/>
                      <a:pt x="44" y="12"/>
                      <a:pt x="44" y="12"/>
                    </a:cubicBezTo>
                    <a:cubicBezTo>
                      <a:pt x="43" y="14"/>
                      <a:pt x="43" y="14"/>
                      <a:pt x="43" y="14"/>
                    </a:cubicBezTo>
                    <a:cubicBezTo>
                      <a:pt x="43" y="14"/>
                      <a:pt x="43" y="14"/>
                      <a:pt x="43" y="14"/>
                    </a:cubicBezTo>
                    <a:cubicBezTo>
                      <a:pt x="44" y="14"/>
                      <a:pt x="44" y="14"/>
                      <a:pt x="44" y="14"/>
                    </a:cubicBezTo>
                    <a:cubicBezTo>
                      <a:pt x="44" y="13"/>
                      <a:pt x="44" y="13"/>
                      <a:pt x="44" y="13"/>
                    </a:cubicBezTo>
                    <a:cubicBezTo>
                      <a:pt x="44" y="13"/>
                      <a:pt x="44" y="11"/>
                      <a:pt x="46" y="11"/>
                    </a:cubicBezTo>
                    <a:cubicBezTo>
                      <a:pt x="46" y="11"/>
                      <a:pt x="46" y="11"/>
                      <a:pt x="46" y="11"/>
                    </a:cubicBezTo>
                    <a:cubicBezTo>
                      <a:pt x="46" y="11"/>
                      <a:pt x="45" y="12"/>
                      <a:pt x="45" y="13"/>
                    </a:cubicBezTo>
                    <a:cubicBezTo>
                      <a:pt x="45" y="13"/>
                      <a:pt x="45" y="13"/>
                      <a:pt x="45" y="13"/>
                    </a:cubicBezTo>
                    <a:cubicBezTo>
                      <a:pt x="46" y="15"/>
                      <a:pt x="46" y="15"/>
                      <a:pt x="46" y="15"/>
                    </a:cubicBezTo>
                    <a:cubicBezTo>
                      <a:pt x="46" y="16"/>
                      <a:pt x="46" y="16"/>
                      <a:pt x="46" y="16"/>
                    </a:cubicBezTo>
                    <a:cubicBezTo>
                      <a:pt x="47" y="14"/>
                      <a:pt x="47" y="14"/>
                      <a:pt x="47" y="14"/>
                    </a:cubicBezTo>
                    <a:cubicBezTo>
                      <a:pt x="48" y="14"/>
                      <a:pt x="48" y="14"/>
                      <a:pt x="48" y="14"/>
                    </a:cubicBezTo>
                    <a:cubicBezTo>
                      <a:pt x="48" y="14"/>
                      <a:pt x="48" y="14"/>
                      <a:pt x="48" y="14"/>
                    </a:cubicBezTo>
                    <a:cubicBezTo>
                      <a:pt x="48" y="14"/>
                      <a:pt x="47" y="12"/>
                      <a:pt x="50" y="13"/>
                    </a:cubicBezTo>
                    <a:cubicBezTo>
                      <a:pt x="49" y="14"/>
                      <a:pt x="49" y="14"/>
                      <a:pt x="49" y="14"/>
                    </a:cubicBezTo>
                    <a:cubicBezTo>
                      <a:pt x="49" y="14"/>
                      <a:pt x="49" y="14"/>
                      <a:pt x="49" y="14"/>
                    </a:cubicBezTo>
                    <a:cubicBezTo>
                      <a:pt x="49" y="14"/>
                      <a:pt x="49" y="14"/>
                      <a:pt x="49" y="14"/>
                    </a:cubicBezTo>
                    <a:cubicBezTo>
                      <a:pt x="48" y="16"/>
                      <a:pt x="48" y="16"/>
                      <a:pt x="48" y="16"/>
                    </a:cubicBezTo>
                    <a:cubicBezTo>
                      <a:pt x="47" y="19"/>
                      <a:pt x="47" y="19"/>
                      <a:pt x="47" y="19"/>
                    </a:cubicBezTo>
                    <a:cubicBezTo>
                      <a:pt x="47" y="22"/>
                      <a:pt x="47" y="22"/>
                      <a:pt x="47" y="22"/>
                    </a:cubicBezTo>
                    <a:cubicBezTo>
                      <a:pt x="48" y="26"/>
                      <a:pt x="48" y="26"/>
                      <a:pt x="48" y="26"/>
                    </a:cubicBezTo>
                    <a:cubicBezTo>
                      <a:pt x="49" y="28"/>
                      <a:pt x="49" y="28"/>
                      <a:pt x="49" y="28"/>
                    </a:cubicBezTo>
                    <a:cubicBezTo>
                      <a:pt x="48" y="29"/>
                      <a:pt x="48" y="29"/>
                      <a:pt x="48" y="29"/>
                    </a:cubicBezTo>
                    <a:cubicBezTo>
                      <a:pt x="48" y="29"/>
                      <a:pt x="48" y="29"/>
                      <a:pt x="48" y="29"/>
                    </a:cubicBezTo>
                    <a:cubicBezTo>
                      <a:pt x="49" y="30"/>
                      <a:pt x="49" y="30"/>
                      <a:pt x="49" y="30"/>
                    </a:cubicBezTo>
                    <a:cubicBezTo>
                      <a:pt x="49" y="30"/>
                      <a:pt x="49" y="30"/>
                      <a:pt x="49" y="30"/>
                    </a:cubicBezTo>
                    <a:cubicBezTo>
                      <a:pt x="47" y="29"/>
                      <a:pt x="47" y="29"/>
                      <a:pt x="47" y="29"/>
                    </a:cubicBezTo>
                    <a:cubicBezTo>
                      <a:pt x="48" y="29"/>
                      <a:pt x="48" y="29"/>
                      <a:pt x="48" y="29"/>
                    </a:cubicBezTo>
                    <a:cubicBezTo>
                      <a:pt x="47" y="29"/>
                      <a:pt x="47" y="29"/>
                      <a:pt x="47" y="29"/>
                    </a:cubicBezTo>
                    <a:cubicBezTo>
                      <a:pt x="47" y="27"/>
                      <a:pt x="47" y="27"/>
                      <a:pt x="47" y="27"/>
                    </a:cubicBezTo>
                    <a:cubicBezTo>
                      <a:pt x="46" y="25"/>
                      <a:pt x="46" y="25"/>
                      <a:pt x="46" y="25"/>
                    </a:cubicBezTo>
                    <a:cubicBezTo>
                      <a:pt x="46" y="25"/>
                      <a:pt x="46" y="25"/>
                      <a:pt x="46" y="25"/>
                    </a:cubicBezTo>
                    <a:cubicBezTo>
                      <a:pt x="46" y="25"/>
                      <a:pt x="45" y="26"/>
                      <a:pt x="45" y="27"/>
                    </a:cubicBezTo>
                    <a:cubicBezTo>
                      <a:pt x="45" y="28"/>
                      <a:pt x="44" y="29"/>
                      <a:pt x="44" y="30"/>
                    </a:cubicBezTo>
                    <a:cubicBezTo>
                      <a:pt x="44" y="31"/>
                      <a:pt x="44" y="31"/>
                      <a:pt x="44" y="31"/>
                    </a:cubicBezTo>
                    <a:cubicBezTo>
                      <a:pt x="44" y="31"/>
                      <a:pt x="46" y="31"/>
                      <a:pt x="46" y="35"/>
                    </a:cubicBezTo>
                    <a:cubicBezTo>
                      <a:pt x="46" y="35"/>
                      <a:pt x="45" y="32"/>
                      <a:pt x="43" y="33"/>
                    </a:cubicBezTo>
                    <a:cubicBezTo>
                      <a:pt x="41" y="35"/>
                      <a:pt x="42" y="39"/>
                      <a:pt x="41" y="39"/>
                    </a:cubicBezTo>
                    <a:cubicBezTo>
                      <a:pt x="40" y="39"/>
                      <a:pt x="38" y="40"/>
                      <a:pt x="38" y="41"/>
                    </a:cubicBezTo>
                    <a:cubicBezTo>
                      <a:pt x="37" y="43"/>
                      <a:pt x="37" y="43"/>
                      <a:pt x="37" y="43"/>
                    </a:cubicBezTo>
                    <a:cubicBezTo>
                      <a:pt x="35" y="46"/>
                      <a:pt x="34" y="48"/>
                      <a:pt x="33" y="49"/>
                    </a:cubicBezTo>
                    <a:cubicBezTo>
                      <a:pt x="33" y="49"/>
                      <a:pt x="33" y="49"/>
                      <a:pt x="33" y="49"/>
                    </a:cubicBezTo>
                    <a:cubicBezTo>
                      <a:pt x="33" y="49"/>
                      <a:pt x="35" y="48"/>
                      <a:pt x="37" y="48"/>
                    </a:cubicBezTo>
                    <a:cubicBezTo>
                      <a:pt x="35" y="50"/>
                      <a:pt x="35" y="50"/>
                      <a:pt x="35" y="50"/>
                    </a:cubicBezTo>
                    <a:cubicBezTo>
                      <a:pt x="36" y="51"/>
                      <a:pt x="36" y="51"/>
                      <a:pt x="36" y="51"/>
                    </a:cubicBezTo>
                    <a:cubicBezTo>
                      <a:pt x="37" y="52"/>
                      <a:pt x="38" y="53"/>
                      <a:pt x="39" y="53"/>
                    </a:cubicBezTo>
                    <a:cubicBezTo>
                      <a:pt x="40" y="54"/>
                      <a:pt x="40" y="54"/>
                      <a:pt x="40" y="54"/>
                    </a:cubicBezTo>
                    <a:cubicBezTo>
                      <a:pt x="41" y="53"/>
                      <a:pt x="41" y="53"/>
                      <a:pt x="41" y="53"/>
                    </a:cubicBezTo>
                    <a:cubicBezTo>
                      <a:pt x="41" y="51"/>
                      <a:pt x="41" y="51"/>
                      <a:pt x="41" y="51"/>
                    </a:cubicBezTo>
                    <a:cubicBezTo>
                      <a:pt x="40" y="50"/>
                      <a:pt x="40" y="50"/>
                      <a:pt x="40" y="50"/>
                    </a:cubicBezTo>
                    <a:cubicBezTo>
                      <a:pt x="41" y="49"/>
                      <a:pt x="41" y="49"/>
                      <a:pt x="41" y="49"/>
                    </a:cubicBezTo>
                    <a:cubicBezTo>
                      <a:pt x="41" y="48"/>
                      <a:pt x="41" y="48"/>
                      <a:pt x="41" y="48"/>
                    </a:cubicBezTo>
                    <a:cubicBezTo>
                      <a:pt x="42" y="47"/>
                      <a:pt x="42" y="47"/>
                      <a:pt x="42" y="47"/>
                    </a:cubicBezTo>
                    <a:cubicBezTo>
                      <a:pt x="43" y="47"/>
                      <a:pt x="43" y="47"/>
                      <a:pt x="43" y="47"/>
                    </a:cubicBezTo>
                    <a:cubicBezTo>
                      <a:pt x="44" y="46"/>
                      <a:pt x="44" y="46"/>
                      <a:pt x="44" y="46"/>
                    </a:cubicBezTo>
                    <a:cubicBezTo>
                      <a:pt x="45" y="46"/>
                      <a:pt x="45" y="46"/>
                      <a:pt x="45" y="46"/>
                    </a:cubicBezTo>
                    <a:cubicBezTo>
                      <a:pt x="45" y="47"/>
                      <a:pt x="45" y="47"/>
                      <a:pt x="45" y="47"/>
                    </a:cubicBezTo>
                    <a:cubicBezTo>
                      <a:pt x="59" y="0"/>
                      <a:pt x="59" y="0"/>
                      <a:pt x="59" y="0"/>
                    </a:cubicBezTo>
                    <a:cubicBezTo>
                      <a:pt x="0" y="0"/>
                      <a:pt x="0" y="0"/>
                      <a:pt x="0" y="0"/>
                    </a:cubicBezTo>
                    <a:lnTo>
                      <a:pt x="0" y="82"/>
                    </a:lnTo>
                    <a:close/>
                    <a:moveTo>
                      <a:pt x="115" y="29"/>
                    </a:moveTo>
                    <a:cubicBezTo>
                      <a:pt x="113" y="29"/>
                      <a:pt x="113" y="27"/>
                      <a:pt x="112" y="27"/>
                    </a:cubicBezTo>
                    <a:cubicBezTo>
                      <a:pt x="112" y="29"/>
                      <a:pt x="111" y="31"/>
                      <a:pt x="111" y="31"/>
                    </a:cubicBezTo>
                    <a:cubicBezTo>
                      <a:pt x="111" y="33"/>
                      <a:pt x="112" y="33"/>
                      <a:pt x="112" y="34"/>
                    </a:cubicBezTo>
                    <a:cubicBezTo>
                      <a:pt x="116" y="33"/>
                      <a:pt x="115" y="29"/>
                      <a:pt x="115" y="29"/>
                    </a:cubicBezTo>
                    <a:moveTo>
                      <a:pt x="20" y="26"/>
                    </a:moveTo>
                    <a:cubicBezTo>
                      <a:pt x="20" y="24"/>
                      <a:pt x="20" y="24"/>
                      <a:pt x="20" y="24"/>
                    </a:cubicBezTo>
                    <a:lnTo>
                      <a:pt x="20" y="26"/>
                    </a:lnTo>
                    <a:close/>
                    <a:moveTo>
                      <a:pt x="12" y="44"/>
                    </a:moveTo>
                    <a:cubicBezTo>
                      <a:pt x="12" y="45"/>
                      <a:pt x="12" y="45"/>
                      <a:pt x="12" y="45"/>
                    </a:cubicBezTo>
                    <a:cubicBezTo>
                      <a:pt x="10" y="53"/>
                      <a:pt x="5" y="54"/>
                      <a:pt x="5" y="60"/>
                    </a:cubicBezTo>
                    <a:cubicBezTo>
                      <a:pt x="5" y="60"/>
                      <a:pt x="6" y="62"/>
                      <a:pt x="7" y="63"/>
                    </a:cubicBezTo>
                    <a:cubicBezTo>
                      <a:pt x="9" y="63"/>
                      <a:pt x="8" y="62"/>
                      <a:pt x="9" y="61"/>
                    </a:cubicBezTo>
                    <a:cubicBezTo>
                      <a:pt x="10" y="59"/>
                      <a:pt x="10" y="58"/>
                      <a:pt x="12" y="56"/>
                    </a:cubicBezTo>
                    <a:cubicBezTo>
                      <a:pt x="14" y="55"/>
                      <a:pt x="16" y="53"/>
                      <a:pt x="17" y="51"/>
                    </a:cubicBezTo>
                    <a:cubicBezTo>
                      <a:pt x="17" y="50"/>
                      <a:pt x="18" y="49"/>
                      <a:pt x="18" y="48"/>
                    </a:cubicBezTo>
                    <a:cubicBezTo>
                      <a:pt x="18" y="47"/>
                      <a:pt x="18" y="47"/>
                      <a:pt x="18" y="47"/>
                    </a:cubicBezTo>
                    <a:cubicBezTo>
                      <a:pt x="17" y="47"/>
                      <a:pt x="16" y="47"/>
                      <a:pt x="15" y="47"/>
                    </a:cubicBezTo>
                    <a:cubicBezTo>
                      <a:pt x="15" y="47"/>
                      <a:pt x="15" y="45"/>
                      <a:pt x="16" y="43"/>
                    </a:cubicBezTo>
                    <a:cubicBezTo>
                      <a:pt x="16" y="43"/>
                      <a:pt x="15" y="44"/>
                      <a:pt x="12" y="44"/>
                    </a:cubicBezTo>
                    <a:moveTo>
                      <a:pt x="21" y="34"/>
                    </a:moveTo>
                    <a:cubicBezTo>
                      <a:pt x="21" y="33"/>
                      <a:pt x="21" y="33"/>
                      <a:pt x="21" y="31"/>
                    </a:cubicBezTo>
                    <a:cubicBezTo>
                      <a:pt x="21" y="31"/>
                      <a:pt x="21" y="29"/>
                      <a:pt x="20" y="27"/>
                    </a:cubicBezTo>
                    <a:cubicBezTo>
                      <a:pt x="20" y="27"/>
                      <a:pt x="19" y="29"/>
                      <a:pt x="18" y="29"/>
                    </a:cubicBezTo>
                    <a:cubicBezTo>
                      <a:pt x="18" y="29"/>
                      <a:pt x="16" y="33"/>
                      <a:pt x="21" y="34"/>
                    </a:cubicBezTo>
                    <a:moveTo>
                      <a:pt x="9" y="35"/>
                    </a:moveTo>
                    <a:cubicBezTo>
                      <a:pt x="9" y="35"/>
                      <a:pt x="9" y="35"/>
                      <a:pt x="9" y="35"/>
                    </a:cubicBezTo>
                    <a:cubicBezTo>
                      <a:pt x="9" y="35"/>
                      <a:pt x="9" y="35"/>
                      <a:pt x="9" y="35"/>
                    </a:cubicBezTo>
                    <a:close/>
                    <a:moveTo>
                      <a:pt x="44" y="50"/>
                    </a:moveTo>
                    <a:cubicBezTo>
                      <a:pt x="44" y="50"/>
                      <a:pt x="44" y="50"/>
                      <a:pt x="44" y="50"/>
                    </a:cubicBezTo>
                    <a:cubicBezTo>
                      <a:pt x="43" y="52"/>
                      <a:pt x="43" y="52"/>
                      <a:pt x="43" y="52"/>
                    </a:cubicBezTo>
                    <a:lnTo>
                      <a:pt x="44" y="50"/>
                    </a:lnTo>
                    <a:close/>
                    <a:moveTo>
                      <a:pt x="45" y="47"/>
                    </a:moveTo>
                    <a:cubicBezTo>
                      <a:pt x="45" y="47"/>
                      <a:pt x="45" y="47"/>
                      <a:pt x="45" y="47"/>
                    </a:cubicBezTo>
                    <a:cubicBezTo>
                      <a:pt x="45" y="47"/>
                      <a:pt x="45" y="47"/>
                      <a:pt x="45" y="47"/>
                    </a:cubicBezTo>
                    <a:cubicBezTo>
                      <a:pt x="45" y="48"/>
                      <a:pt x="45" y="48"/>
                      <a:pt x="45" y="48"/>
                    </a:cubicBezTo>
                    <a:cubicBezTo>
                      <a:pt x="45" y="48"/>
                      <a:pt x="45" y="48"/>
                      <a:pt x="45" y="48"/>
                    </a:cubicBezTo>
                    <a:lnTo>
                      <a:pt x="45" y="47"/>
                    </a:lnTo>
                    <a:close/>
                    <a:moveTo>
                      <a:pt x="40" y="61"/>
                    </a:moveTo>
                    <a:cubicBezTo>
                      <a:pt x="40" y="62"/>
                      <a:pt x="40" y="62"/>
                      <a:pt x="40" y="62"/>
                    </a:cubicBezTo>
                    <a:cubicBezTo>
                      <a:pt x="40" y="63"/>
                      <a:pt x="40" y="63"/>
                      <a:pt x="40" y="63"/>
                    </a:cubicBezTo>
                    <a:cubicBezTo>
                      <a:pt x="40" y="63"/>
                      <a:pt x="40" y="63"/>
                      <a:pt x="40" y="63"/>
                    </a:cubicBezTo>
                    <a:cubicBezTo>
                      <a:pt x="42" y="56"/>
                      <a:pt x="42" y="56"/>
                      <a:pt x="42" y="56"/>
                    </a:cubicBezTo>
                    <a:cubicBezTo>
                      <a:pt x="42" y="56"/>
                      <a:pt x="42" y="56"/>
                      <a:pt x="42" y="56"/>
                    </a:cubicBezTo>
                    <a:cubicBezTo>
                      <a:pt x="42" y="57"/>
                      <a:pt x="41" y="58"/>
                      <a:pt x="41" y="59"/>
                    </a:cubicBezTo>
                    <a:lnTo>
                      <a:pt x="40" y="61"/>
                    </a:lnTo>
                    <a:close/>
                    <a:moveTo>
                      <a:pt x="72" y="0"/>
                    </a:moveTo>
                    <a:cubicBezTo>
                      <a:pt x="113" y="136"/>
                      <a:pt x="113" y="136"/>
                      <a:pt x="113" y="136"/>
                    </a:cubicBezTo>
                    <a:cubicBezTo>
                      <a:pt x="124" y="123"/>
                      <a:pt x="132" y="105"/>
                      <a:pt x="132" y="82"/>
                    </a:cubicBezTo>
                    <a:cubicBezTo>
                      <a:pt x="132" y="0"/>
                      <a:pt x="132" y="0"/>
                      <a:pt x="132" y="0"/>
                    </a:cubicBezTo>
                    <a:lnTo>
                      <a:pt x="72" y="0"/>
                    </a:lnTo>
                    <a:close/>
                    <a:moveTo>
                      <a:pt x="131" y="49"/>
                    </a:moveTo>
                    <a:cubicBezTo>
                      <a:pt x="132" y="53"/>
                      <a:pt x="127" y="52"/>
                      <a:pt x="127" y="52"/>
                    </a:cubicBezTo>
                    <a:cubicBezTo>
                      <a:pt x="128" y="52"/>
                      <a:pt x="129" y="50"/>
                      <a:pt x="129" y="49"/>
                    </a:cubicBezTo>
                    <a:cubicBezTo>
                      <a:pt x="129" y="48"/>
                      <a:pt x="127" y="46"/>
                      <a:pt x="126" y="44"/>
                    </a:cubicBezTo>
                    <a:cubicBezTo>
                      <a:pt x="125" y="41"/>
                      <a:pt x="128" y="40"/>
                      <a:pt x="128" y="40"/>
                    </a:cubicBezTo>
                    <a:cubicBezTo>
                      <a:pt x="129" y="39"/>
                      <a:pt x="129" y="39"/>
                      <a:pt x="129" y="39"/>
                    </a:cubicBezTo>
                    <a:cubicBezTo>
                      <a:pt x="129" y="37"/>
                      <a:pt x="127" y="36"/>
                      <a:pt x="126" y="37"/>
                    </a:cubicBezTo>
                    <a:cubicBezTo>
                      <a:pt x="126" y="37"/>
                      <a:pt x="125" y="36"/>
                      <a:pt x="124" y="37"/>
                    </a:cubicBezTo>
                    <a:cubicBezTo>
                      <a:pt x="124" y="38"/>
                      <a:pt x="124" y="38"/>
                      <a:pt x="124" y="38"/>
                    </a:cubicBezTo>
                    <a:cubicBezTo>
                      <a:pt x="123" y="39"/>
                      <a:pt x="123" y="39"/>
                      <a:pt x="123" y="39"/>
                    </a:cubicBezTo>
                    <a:cubicBezTo>
                      <a:pt x="123" y="39"/>
                      <a:pt x="123" y="41"/>
                      <a:pt x="123" y="42"/>
                    </a:cubicBezTo>
                    <a:cubicBezTo>
                      <a:pt x="123" y="49"/>
                      <a:pt x="130" y="55"/>
                      <a:pt x="130" y="60"/>
                    </a:cubicBezTo>
                    <a:cubicBezTo>
                      <a:pt x="130" y="64"/>
                      <a:pt x="126" y="67"/>
                      <a:pt x="126" y="67"/>
                    </a:cubicBezTo>
                    <a:cubicBezTo>
                      <a:pt x="127" y="69"/>
                      <a:pt x="127" y="69"/>
                      <a:pt x="127" y="69"/>
                    </a:cubicBezTo>
                    <a:cubicBezTo>
                      <a:pt x="126" y="69"/>
                      <a:pt x="126" y="69"/>
                      <a:pt x="126" y="69"/>
                    </a:cubicBezTo>
                    <a:cubicBezTo>
                      <a:pt x="127" y="71"/>
                      <a:pt x="127" y="71"/>
                      <a:pt x="127" y="71"/>
                    </a:cubicBezTo>
                    <a:cubicBezTo>
                      <a:pt x="125" y="71"/>
                      <a:pt x="125" y="71"/>
                      <a:pt x="125" y="71"/>
                    </a:cubicBezTo>
                    <a:cubicBezTo>
                      <a:pt x="126" y="72"/>
                      <a:pt x="126" y="72"/>
                      <a:pt x="126" y="72"/>
                    </a:cubicBezTo>
                    <a:cubicBezTo>
                      <a:pt x="125" y="72"/>
                      <a:pt x="125" y="72"/>
                      <a:pt x="125" y="72"/>
                    </a:cubicBezTo>
                    <a:cubicBezTo>
                      <a:pt x="125" y="74"/>
                      <a:pt x="125" y="74"/>
                      <a:pt x="125" y="74"/>
                    </a:cubicBezTo>
                    <a:cubicBezTo>
                      <a:pt x="124" y="74"/>
                      <a:pt x="124" y="74"/>
                      <a:pt x="124" y="74"/>
                    </a:cubicBezTo>
                    <a:cubicBezTo>
                      <a:pt x="125" y="75"/>
                      <a:pt x="125" y="75"/>
                      <a:pt x="125" y="75"/>
                    </a:cubicBezTo>
                    <a:cubicBezTo>
                      <a:pt x="123" y="75"/>
                      <a:pt x="123" y="75"/>
                      <a:pt x="123" y="75"/>
                    </a:cubicBezTo>
                    <a:cubicBezTo>
                      <a:pt x="124" y="78"/>
                      <a:pt x="124" y="78"/>
                      <a:pt x="124" y="78"/>
                    </a:cubicBezTo>
                    <a:cubicBezTo>
                      <a:pt x="123" y="78"/>
                      <a:pt x="123" y="78"/>
                      <a:pt x="123" y="78"/>
                    </a:cubicBezTo>
                    <a:cubicBezTo>
                      <a:pt x="124" y="80"/>
                      <a:pt x="124" y="80"/>
                      <a:pt x="124" y="80"/>
                    </a:cubicBezTo>
                    <a:cubicBezTo>
                      <a:pt x="125" y="83"/>
                      <a:pt x="125" y="83"/>
                      <a:pt x="125" y="83"/>
                    </a:cubicBezTo>
                    <a:cubicBezTo>
                      <a:pt x="125" y="84"/>
                      <a:pt x="125" y="85"/>
                      <a:pt x="125" y="87"/>
                    </a:cubicBezTo>
                    <a:cubicBezTo>
                      <a:pt x="125" y="88"/>
                      <a:pt x="125" y="89"/>
                      <a:pt x="125" y="89"/>
                    </a:cubicBezTo>
                    <a:cubicBezTo>
                      <a:pt x="126" y="94"/>
                      <a:pt x="126" y="94"/>
                      <a:pt x="126" y="94"/>
                    </a:cubicBezTo>
                    <a:cubicBezTo>
                      <a:pt x="125" y="96"/>
                      <a:pt x="125" y="96"/>
                      <a:pt x="125" y="96"/>
                    </a:cubicBezTo>
                    <a:cubicBezTo>
                      <a:pt x="125" y="100"/>
                      <a:pt x="125" y="100"/>
                      <a:pt x="125" y="100"/>
                    </a:cubicBezTo>
                    <a:cubicBezTo>
                      <a:pt x="123" y="101"/>
                      <a:pt x="123" y="101"/>
                      <a:pt x="123" y="101"/>
                    </a:cubicBezTo>
                    <a:cubicBezTo>
                      <a:pt x="122" y="101"/>
                      <a:pt x="120" y="101"/>
                      <a:pt x="118" y="101"/>
                    </a:cubicBezTo>
                    <a:cubicBezTo>
                      <a:pt x="117" y="101"/>
                      <a:pt x="116" y="100"/>
                      <a:pt x="114" y="99"/>
                    </a:cubicBezTo>
                    <a:cubicBezTo>
                      <a:pt x="113" y="98"/>
                      <a:pt x="113" y="99"/>
                      <a:pt x="113" y="98"/>
                    </a:cubicBezTo>
                    <a:cubicBezTo>
                      <a:pt x="115" y="96"/>
                      <a:pt x="115" y="96"/>
                      <a:pt x="115" y="96"/>
                    </a:cubicBezTo>
                    <a:cubicBezTo>
                      <a:pt x="116" y="96"/>
                      <a:pt x="117" y="96"/>
                      <a:pt x="118" y="96"/>
                    </a:cubicBezTo>
                    <a:cubicBezTo>
                      <a:pt x="119" y="96"/>
                      <a:pt x="119" y="97"/>
                      <a:pt x="121" y="97"/>
                    </a:cubicBezTo>
                    <a:cubicBezTo>
                      <a:pt x="122" y="97"/>
                      <a:pt x="122" y="95"/>
                      <a:pt x="122" y="94"/>
                    </a:cubicBezTo>
                    <a:cubicBezTo>
                      <a:pt x="122" y="93"/>
                      <a:pt x="123" y="92"/>
                      <a:pt x="122" y="91"/>
                    </a:cubicBezTo>
                    <a:cubicBezTo>
                      <a:pt x="121" y="89"/>
                      <a:pt x="121" y="88"/>
                      <a:pt x="121" y="87"/>
                    </a:cubicBezTo>
                    <a:cubicBezTo>
                      <a:pt x="121" y="86"/>
                      <a:pt x="121" y="86"/>
                      <a:pt x="120" y="85"/>
                    </a:cubicBezTo>
                    <a:cubicBezTo>
                      <a:pt x="119" y="84"/>
                      <a:pt x="119" y="83"/>
                      <a:pt x="119" y="82"/>
                    </a:cubicBezTo>
                    <a:cubicBezTo>
                      <a:pt x="119" y="81"/>
                      <a:pt x="119" y="80"/>
                      <a:pt x="118" y="79"/>
                    </a:cubicBezTo>
                    <a:cubicBezTo>
                      <a:pt x="117" y="78"/>
                      <a:pt x="116" y="75"/>
                      <a:pt x="115" y="75"/>
                    </a:cubicBezTo>
                    <a:cubicBezTo>
                      <a:pt x="115" y="74"/>
                      <a:pt x="114" y="72"/>
                      <a:pt x="114" y="72"/>
                    </a:cubicBezTo>
                    <a:cubicBezTo>
                      <a:pt x="113" y="70"/>
                      <a:pt x="113" y="70"/>
                      <a:pt x="113" y="70"/>
                    </a:cubicBezTo>
                    <a:cubicBezTo>
                      <a:pt x="111" y="69"/>
                      <a:pt x="111" y="69"/>
                      <a:pt x="111" y="69"/>
                    </a:cubicBezTo>
                    <a:cubicBezTo>
                      <a:pt x="110" y="68"/>
                      <a:pt x="110" y="68"/>
                      <a:pt x="110" y="68"/>
                    </a:cubicBezTo>
                    <a:cubicBezTo>
                      <a:pt x="110" y="69"/>
                      <a:pt x="110" y="69"/>
                      <a:pt x="110" y="69"/>
                    </a:cubicBezTo>
                    <a:cubicBezTo>
                      <a:pt x="110" y="70"/>
                      <a:pt x="110" y="70"/>
                      <a:pt x="110" y="70"/>
                    </a:cubicBezTo>
                    <a:cubicBezTo>
                      <a:pt x="111" y="72"/>
                      <a:pt x="111" y="72"/>
                      <a:pt x="111" y="72"/>
                    </a:cubicBezTo>
                    <a:cubicBezTo>
                      <a:pt x="111" y="74"/>
                      <a:pt x="111" y="74"/>
                      <a:pt x="111" y="74"/>
                    </a:cubicBezTo>
                    <a:cubicBezTo>
                      <a:pt x="109" y="75"/>
                      <a:pt x="109" y="75"/>
                      <a:pt x="109" y="75"/>
                    </a:cubicBezTo>
                    <a:cubicBezTo>
                      <a:pt x="107" y="77"/>
                      <a:pt x="107" y="77"/>
                      <a:pt x="107" y="77"/>
                    </a:cubicBezTo>
                    <a:cubicBezTo>
                      <a:pt x="106" y="79"/>
                      <a:pt x="106" y="79"/>
                      <a:pt x="106" y="79"/>
                    </a:cubicBezTo>
                    <a:cubicBezTo>
                      <a:pt x="105" y="79"/>
                      <a:pt x="105" y="79"/>
                      <a:pt x="105" y="79"/>
                    </a:cubicBezTo>
                    <a:cubicBezTo>
                      <a:pt x="105" y="79"/>
                      <a:pt x="104" y="81"/>
                      <a:pt x="103" y="82"/>
                    </a:cubicBezTo>
                    <a:cubicBezTo>
                      <a:pt x="103" y="83"/>
                      <a:pt x="102" y="83"/>
                      <a:pt x="101" y="83"/>
                    </a:cubicBezTo>
                    <a:cubicBezTo>
                      <a:pt x="100" y="83"/>
                      <a:pt x="98" y="81"/>
                      <a:pt x="98" y="80"/>
                    </a:cubicBezTo>
                    <a:cubicBezTo>
                      <a:pt x="97" y="79"/>
                      <a:pt x="96" y="76"/>
                      <a:pt x="96" y="76"/>
                    </a:cubicBezTo>
                    <a:cubicBezTo>
                      <a:pt x="96" y="73"/>
                      <a:pt x="96" y="73"/>
                      <a:pt x="96" y="73"/>
                    </a:cubicBezTo>
                    <a:cubicBezTo>
                      <a:pt x="98" y="74"/>
                      <a:pt x="98" y="74"/>
                      <a:pt x="98" y="74"/>
                    </a:cubicBezTo>
                    <a:cubicBezTo>
                      <a:pt x="99" y="75"/>
                      <a:pt x="99" y="75"/>
                      <a:pt x="99" y="75"/>
                    </a:cubicBezTo>
                    <a:cubicBezTo>
                      <a:pt x="100" y="76"/>
                      <a:pt x="100" y="76"/>
                      <a:pt x="100" y="76"/>
                    </a:cubicBezTo>
                    <a:cubicBezTo>
                      <a:pt x="100" y="78"/>
                      <a:pt x="100" y="78"/>
                      <a:pt x="100" y="78"/>
                    </a:cubicBezTo>
                    <a:cubicBezTo>
                      <a:pt x="101" y="79"/>
                      <a:pt x="101" y="79"/>
                      <a:pt x="101" y="79"/>
                    </a:cubicBezTo>
                    <a:cubicBezTo>
                      <a:pt x="101" y="78"/>
                      <a:pt x="101" y="78"/>
                      <a:pt x="102" y="78"/>
                    </a:cubicBezTo>
                    <a:cubicBezTo>
                      <a:pt x="103" y="77"/>
                      <a:pt x="105" y="75"/>
                      <a:pt x="105" y="74"/>
                    </a:cubicBezTo>
                    <a:cubicBezTo>
                      <a:pt x="106" y="73"/>
                      <a:pt x="107" y="72"/>
                      <a:pt x="106" y="70"/>
                    </a:cubicBezTo>
                    <a:cubicBezTo>
                      <a:pt x="105" y="69"/>
                      <a:pt x="103" y="67"/>
                      <a:pt x="102" y="66"/>
                    </a:cubicBezTo>
                    <a:cubicBezTo>
                      <a:pt x="100" y="65"/>
                      <a:pt x="102" y="64"/>
                      <a:pt x="102" y="64"/>
                    </a:cubicBezTo>
                    <a:cubicBezTo>
                      <a:pt x="100" y="64"/>
                      <a:pt x="100" y="62"/>
                      <a:pt x="100" y="62"/>
                    </a:cubicBezTo>
                    <a:cubicBezTo>
                      <a:pt x="101" y="56"/>
                      <a:pt x="107" y="58"/>
                      <a:pt x="108" y="58"/>
                    </a:cubicBezTo>
                    <a:cubicBezTo>
                      <a:pt x="108" y="58"/>
                      <a:pt x="107" y="57"/>
                      <a:pt x="107" y="56"/>
                    </a:cubicBezTo>
                    <a:cubicBezTo>
                      <a:pt x="106" y="55"/>
                      <a:pt x="103" y="54"/>
                      <a:pt x="103" y="53"/>
                    </a:cubicBezTo>
                    <a:cubicBezTo>
                      <a:pt x="103" y="52"/>
                      <a:pt x="103" y="52"/>
                      <a:pt x="103" y="52"/>
                    </a:cubicBezTo>
                    <a:cubicBezTo>
                      <a:pt x="100" y="53"/>
                      <a:pt x="99" y="57"/>
                      <a:pt x="99" y="57"/>
                    </a:cubicBezTo>
                    <a:cubicBezTo>
                      <a:pt x="98" y="56"/>
                      <a:pt x="98" y="55"/>
                      <a:pt x="98" y="54"/>
                    </a:cubicBezTo>
                    <a:cubicBezTo>
                      <a:pt x="96" y="54"/>
                      <a:pt x="96" y="54"/>
                      <a:pt x="96" y="54"/>
                    </a:cubicBezTo>
                    <a:cubicBezTo>
                      <a:pt x="95" y="54"/>
                      <a:pt x="95" y="55"/>
                      <a:pt x="94" y="55"/>
                    </a:cubicBezTo>
                    <a:cubicBezTo>
                      <a:pt x="93" y="56"/>
                      <a:pt x="93" y="56"/>
                      <a:pt x="92" y="57"/>
                    </a:cubicBezTo>
                    <a:cubicBezTo>
                      <a:pt x="93" y="58"/>
                      <a:pt x="93" y="58"/>
                      <a:pt x="93" y="58"/>
                    </a:cubicBezTo>
                    <a:cubicBezTo>
                      <a:pt x="94" y="59"/>
                      <a:pt x="94" y="59"/>
                      <a:pt x="94" y="59"/>
                    </a:cubicBezTo>
                    <a:cubicBezTo>
                      <a:pt x="94" y="61"/>
                      <a:pt x="94" y="61"/>
                      <a:pt x="94" y="61"/>
                    </a:cubicBezTo>
                    <a:cubicBezTo>
                      <a:pt x="94" y="62"/>
                      <a:pt x="94" y="62"/>
                      <a:pt x="94" y="62"/>
                    </a:cubicBezTo>
                    <a:cubicBezTo>
                      <a:pt x="94" y="63"/>
                      <a:pt x="94" y="63"/>
                      <a:pt x="94" y="63"/>
                    </a:cubicBezTo>
                    <a:cubicBezTo>
                      <a:pt x="92" y="63"/>
                      <a:pt x="92" y="63"/>
                      <a:pt x="92" y="63"/>
                    </a:cubicBezTo>
                    <a:cubicBezTo>
                      <a:pt x="93" y="63"/>
                      <a:pt x="93" y="63"/>
                      <a:pt x="93" y="63"/>
                    </a:cubicBezTo>
                    <a:cubicBezTo>
                      <a:pt x="93" y="62"/>
                      <a:pt x="93" y="62"/>
                      <a:pt x="93" y="62"/>
                    </a:cubicBezTo>
                    <a:cubicBezTo>
                      <a:pt x="92" y="61"/>
                      <a:pt x="92" y="61"/>
                      <a:pt x="92" y="61"/>
                    </a:cubicBezTo>
                    <a:cubicBezTo>
                      <a:pt x="91" y="59"/>
                      <a:pt x="91" y="59"/>
                      <a:pt x="91" y="59"/>
                    </a:cubicBezTo>
                    <a:cubicBezTo>
                      <a:pt x="91" y="58"/>
                      <a:pt x="91" y="57"/>
                      <a:pt x="90" y="56"/>
                    </a:cubicBezTo>
                    <a:cubicBezTo>
                      <a:pt x="89" y="53"/>
                      <a:pt x="89" y="53"/>
                      <a:pt x="89" y="53"/>
                    </a:cubicBezTo>
                    <a:cubicBezTo>
                      <a:pt x="88" y="50"/>
                      <a:pt x="88" y="50"/>
                      <a:pt x="88" y="50"/>
                    </a:cubicBezTo>
                    <a:cubicBezTo>
                      <a:pt x="88" y="48"/>
                      <a:pt x="88" y="48"/>
                      <a:pt x="88" y="48"/>
                    </a:cubicBezTo>
                    <a:cubicBezTo>
                      <a:pt x="88" y="47"/>
                      <a:pt x="88" y="47"/>
                      <a:pt x="88" y="47"/>
                    </a:cubicBezTo>
                    <a:cubicBezTo>
                      <a:pt x="88" y="47"/>
                      <a:pt x="88" y="47"/>
                      <a:pt x="88" y="47"/>
                    </a:cubicBezTo>
                    <a:cubicBezTo>
                      <a:pt x="87" y="47"/>
                      <a:pt x="87" y="47"/>
                      <a:pt x="87" y="47"/>
                    </a:cubicBezTo>
                    <a:cubicBezTo>
                      <a:pt x="88" y="46"/>
                      <a:pt x="88" y="46"/>
                      <a:pt x="88" y="46"/>
                    </a:cubicBezTo>
                    <a:cubicBezTo>
                      <a:pt x="89" y="46"/>
                      <a:pt x="89" y="46"/>
                      <a:pt x="89" y="46"/>
                    </a:cubicBezTo>
                    <a:cubicBezTo>
                      <a:pt x="90" y="47"/>
                      <a:pt x="90" y="47"/>
                      <a:pt x="90" y="47"/>
                    </a:cubicBezTo>
                    <a:cubicBezTo>
                      <a:pt x="91" y="47"/>
                      <a:pt x="91" y="47"/>
                      <a:pt x="91" y="47"/>
                    </a:cubicBezTo>
                    <a:cubicBezTo>
                      <a:pt x="92" y="48"/>
                      <a:pt x="92" y="48"/>
                      <a:pt x="92" y="48"/>
                    </a:cubicBezTo>
                    <a:cubicBezTo>
                      <a:pt x="92" y="49"/>
                      <a:pt x="92" y="49"/>
                      <a:pt x="92" y="49"/>
                    </a:cubicBezTo>
                    <a:cubicBezTo>
                      <a:pt x="92" y="50"/>
                      <a:pt x="92" y="50"/>
                      <a:pt x="92" y="50"/>
                    </a:cubicBezTo>
                    <a:cubicBezTo>
                      <a:pt x="92" y="51"/>
                      <a:pt x="92" y="51"/>
                      <a:pt x="92" y="51"/>
                    </a:cubicBezTo>
                    <a:cubicBezTo>
                      <a:pt x="91" y="53"/>
                      <a:pt x="91" y="53"/>
                      <a:pt x="91" y="53"/>
                    </a:cubicBezTo>
                    <a:cubicBezTo>
                      <a:pt x="92" y="54"/>
                      <a:pt x="92" y="54"/>
                      <a:pt x="92" y="54"/>
                    </a:cubicBezTo>
                    <a:cubicBezTo>
                      <a:pt x="94" y="53"/>
                      <a:pt x="94" y="53"/>
                      <a:pt x="94" y="53"/>
                    </a:cubicBezTo>
                    <a:cubicBezTo>
                      <a:pt x="94" y="53"/>
                      <a:pt x="96" y="52"/>
                      <a:pt x="97" y="51"/>
                    </a:cubicBezTo>
                    <a:cubicBezTo>
                      <a:pt x="97" y="50"/>
                      <a:pt x="97" y="50"/>
                      <a:pt x="97" y="50"/>
                    </a:cubicBezTo>
                    <a:cubicBezTo>
                      <a:pt x="95" y="48"/>
                      <a:pt x="95" y="48"/>
                      <a:pt x="95" y="48"/>
                    </a:cubicBezTo>
                    <a:cubicBezTo>
                      <a:pt x="98" y="48"/>
                      <a:pt x="99" y="49"/>
                      <a:pt x="99" y="49"/>
                    </a:cubicBezTo>
                    <a:cubicBezTo>
                      <a:pt x="99" y="49"/>
                      <a:pt x="99" y="49"/>
                      <a:pt x="99" y="49"/>
                    </a:cubicBezTo>
                    <a:cubicBezTo>
                      <a:pt x="99" y="48"/>
                      <a:pt x="97" y="46"/>
                      <a:pt x="95" y="43"/>
                    </a:cubicBezTo>
                    <a:cubicBezTo>
                      <a:pt x="95" y="41"/>
                      <a:pt x="95" y="41"/>
                      <a:pt x="95" y="41"/>
                    </a:cubicBezTo>
                    <a:cubicBezTo>
                      <a:pt x="94" y="40"/>
                      <a:pt x="92" y="39"/>
                      <a:pt x="92" y="39"/>
                    </a:cubicBezTo>
                    <a:cubicBezTo>
                      <a:pt x="91" y="39"/>
                      <a:pt x="92" y="35"/>
                      <a:pt x="90" y="33"/>
                    </a:cubicBezTo>
                    <a:cubicBezTo>
                      <a:pt x="87" y="32"/>
                      <a:pt x="87" y="35"/>
                      <a:pt x="87" y="35"/>
                    </a:cubicBezTo>
                    <a:cubicBezTo>
                      <a:pt x="87" y="31"/>
                      <a:pt x="88" y="31"/>
                      <a:pt x="89" y="31"/>
                    </a:cubicBezTo>
                    <a:cubicBezTo>
                      <a:pt x="88" y="30"/>
                      <a:pt x="88" y="30"/>
                      <a:pt x="88" y="30"/>
                    </a:cubicBezTo>
                    <a:cubicBezTo>
                      <a:pt x="88" y="29"/>
                      <a:pt x="88" y="28"/>
                      <a:pt x="88" y="27"/>
                    </a:cubicBezTo>
                    <a:cubicBezTo>
                      <a:pt x="87" y="26"/>
                      <a:pt x="86" y="25"/>
                      <a:pt x="86" y="25"/>
                    </a:cubicBezTo>
                    <a:cubicBezTo>
                      <a:pt x="86" y="25"/>
                      <a:pt x="86" y="25"/>
                      <a:pt x="86" y="25"/>
                    </a:cubicBezTo>
                    <a:cubicBezTo>
                      <a:pt x="86" y="27"/>
                      <a:pt x="86" y="27"/>
                      <a:pt x="86" y="27"/>
                    </a:cubicBezTo>
                    <a:cubicBezTo>
                      <a:pt x="86" y="29"/>
                      <a:pt x="86" y="29"/>
                      <a:pt x="86" y="29"/>
                    </a:cubicBezTo>
                    <a:cubicBezTo>
                      <a:pt x="85" y="29"/>
                      <a:pt x="85" y="29"/>
                      <a:pt x="85" y="29"/>
                    </a:cubicBezTo>
                    <a:cubicBezTo>
                      <a:pt x="85" y="29"/>
                      <a:pt x="85" y="29"/>
                      <a:pt x="85" y="29"/>
                    </a:cubicBezTo>
                    <a:cubicBezTo>
                      <a:pt x="84" y="30"/>
                      <a:pt x="84" y="30"/>
                      <a:pt x="84" y="30"/>
                    </a:cubicBezTo>
                    <a:cubicBezTo>
                      <a:pt x="83" y="30"/>
                      <a:pt x="83" y="30"/>
                      <a:pt x="83" y="30"/>
                    </a:cubicBezTo>
                    <a:cubicBezTo>
                      <a:pt x="84" y="29"/>
                      <a:pt x="84" y="29"/>
                      <a:pt x="84" y="29"/>
                    </a:cubicBezTo>
                    <a:cubicBezTo>
                      <a:pt x="84" y="29"/>
                      <a:pt x="84" y="29"/>
                      <a:pt x="84" y="29"/>
                    </a:cubicBezTo>
                    <a:cubicBezTo>
                      <a:pt x="84" y="28"/>
                      <a:pt x="84" y="28"/>
                      <a:pt x="84" y="28"/>
                    </a:cubicBezTo>
                    <a:cubicBezTo>
                      <a:pt x="85" y="26"/>
                      <a:pt x="85" y="26"/>
                      <a:pt x="85" y="26"/>
                    </a:cubicBezTo>
                    <a:cubicBezTo>
                      <a:pt x="86" y="22"/>
                      <a:pt x="86" y="22"/>
                      <a:pt x="86" y="22"/>
                    </a:cubicBezTo>
                    <a:cubicBezTo>
                      <a:pt x="85" y="19"/>
                      <a:pt x="85" y="19"/>
                      <a:pt x="85" y="19"/>
                    </a:cubicBezTo>
                    <a:cubicBezTo>
                      <a:pt x="84" y="16"/>
                      <a:pt x="84" y="16"/>
                      <a:pt x="84" y="16"/>
                    </a:cubicBezTo>
                    <a:cubicBezTo>
                      <a:pt x="84" y="14"/>
                      <a:pt x="84" y="14"/>
                      <a:pt x="84" y="14"/>
                    </a:cubicBezTo>
                    <a:cubicBezTo>
                      <a:pt x="84" y="14"/>
                      <a:pt x="84" y="14"/>
                      <a:pt x="84" y="14"/>
                    </a:cubicBezTo>
                    <a:cubicBezTo>
                      <a:pt x="84" y="14"/>
                      <a:pt x="84" y="14"/>
                      <a:pt x="84" y="14"/>
                    </a:cubicBezTo>
                    <a:cubicBezTo>
                      <a:pt x="83" y="13"/>
                      <a:pt x="83" y="13"/>
                      <a:pt x="83" y="13"/>
                    </a:cubicBezTo>
                    <a:cubicBezTo>
                      <a:pt x="85" y="12"/>
                      <a:pt x="85" y="14"/>
                      <a:pt x="85" y="14"/>
                    </a:cubicBezTo>
                    <a:cubicBezTo>
                      <a:pt x="85" y="14"/>
                      <a:pt x="85" y="14"/>
                      <a:pt x="85" y="14"/>
                    </a:cubicBezTo>
                    <a:cubicBezTo>
                      <a:pt x="85" y="14"/>
                      <a:pt x="85" y="14"/>
                      <a:pt x="85" y="14"/>
                    </a:cubicBezTo>
                    <a:cubicBezTo>
                      <a:pt x="87" y="16"/>
                      <a:pt x="87" y="16"/>
                      <a:pt x="87" y="16"/>
                    </a:cubicBezTo>
                    <a:cubicBezTo>
                      <a:pt x="87" y="15"/>
                      <a:pt x="87" y="15"/>
                      <a:pt x="87" y="15"/>
                    </a:cubicBezTo>
                    <a:cubicBezTo>
                      <a:pt x="87" y="13"/>
                      <a:pt x="87" y="13"/>
                      <a:pt x="87" y="13"/>
                    </a:cubicBezTo>
                    <a:cubicBezTo>
                      <a:pt x="87" y="13"/>
                      <a:pt x="87" y="13"/>
                      <a:pt x="87" y="13"/>
                    </a:cubicBezTo>
                    <a:cubicBezTo>
                      <a:pt x="88" y="12"/>
                      <a:pt x="87" y="11"/>
                      <a:pt x="87" y="11"/>
                    </a:cubicBezTo>
                    <a:cubicBezTo>
                      <a:pt x="87" y="11"/>
                      <a:pt x="87" y="11"/>
                      <a:pt x="87" y="11"/>
                    </a:cubicBezTo>
                    <a:cubicBezTo>
                      <a:pt x="88" y="11"/>
                      <a:pt x="88" y="13"/>
                      <a:pt x="88" y="13"/>
                    </a:cubicBezTo>
                    <a:cubicBezTo>
                      <a:pt x="89" y="14"/>
                      <a:pt x="89" y="14"/>
                      <a:pt x="89" y="14"/>
                    </a:cubicBezTo>
                    <a:cubicBezTo>
                      <a:pt x="89" y="14"/>
                      <a:pt x="89" y="14"/>
                      <a:pt x="89" y="14"/>
                    </a:cubicBezTo>
                    <a:cubicBezTo>
                      <a:pt x="89" y="14"/>
                      <a:pt x="89" y="14"/>
                      <a:pt x="89" y="14"/>
                    </a:cubicBezTo>
                    <a:cubicBezTo>
                      <a:pt x="89" y="12"/>
                      <a:pt x="89" y="12"/>
                      <a:pt x="89" y="12"/>
                    </a:cubicBezTo>
                    <a:cubicBezTo>
                      <a:pt x="89" y="12"/>
                      <a:pt x="89" y="12"/>
                      <a:pt x="89" y="12"/>
                    </a:cubicBezTo>
                    <a:cubicBezTo>
                      <a:pt x="90" y="13"/>
                      <a:pt x="90" y="14"/>
                      <a:pt x="90" y="14"/>
                    </a:cubicBezTo>
                    <a:cubicBezTo>
                      <a:pt x="90" y="14"/>
                      <a:pt x="90" y="14"/>
                      <a:pt x="90" y="14"/>
                    </a:cubicBezTo>
                    <a:cubicBezTo>
                      <a:pt x="91" y="16"/>
                      <a:pt x="91" y="16"/>
                      <a:pt x="91" y="16"/>
                    </a:cubicBezTo>
                    <a:cubicBezTo>
                      <a:pt x="91" y="16"/>
                      <a:pt x="90" y="17"/>
                      <a:pt x="89" y="18"/>
                    </a:cubicBezTo>
                    <a:cubicBezTo>
                      <a:pt x="89" y="19"/>
                      <a:pt x="89" y="20"/>
                      <a:pt x="88" y="21"/>
                    </a:cubicBezTo>
                    <a:cubicBezTo>
                      <a:pt x="88" y="23"/>
                      <a:pt x="89" y="25"/>
                      <a:pt x="90" y="27"/>
                    </a:cubicBezTo>
                    <a:cubicBezTo>
                      <a:pt x="90" y="28"/>
                      <a:pt x="90" y="28"/>
                      <a:pt x="90" y="28"/>
                    </a:cubicBezTo>
                    <a:cubicBezTo>
                      <a:pt x="90" y="28"/>
                      <a:pt x="90" y="28"/>
                      <a:pt x="90" y="28"/>
                    </a:cubicBezTo>
                    <a:cubicBezTo>
                      <a:pt x="91" y="30"/>
                      <a:pt x="91" y="30"/>
                      <a:pt x="91" y="30"/>
                    </a:cubicBezTo>
                    <a:cubicBezTo>
                      <a:pt x="91" y="28"/>
                      <a:pt x="93" y="27"/>
                      <a:pt x="93" y="27"/>
                    </a:cubicBezTo>
                    <a:cubicBezTo>
                      <a:pt x="93" y="27"/>
                      <a:pt x="93" y="29"/>
                      <a:pt x="93" y="30"/>
                    </a:cubicBezTo>
                    <a:cubicBezTo>
                      <a:pt x="94" y="31"/>
                      <a:pt x="94" y="31"/>
                      <a:pt x="94" y="32"/>
                    </a:cubicBezTo>
                    <a:cubicBezTo>
                      <a:pt x="96" y="35"/>
                      <a:pt x="96" y="35"/>
                      <a:pt x="96" y="35"/>
                    </a:cubicBezTo>
                    <a:cubicBezTo>
                      <a:pt x="96" y="34"/>
                      <a:pt x="97" y="32"/>
                      <a:pt x="98" y="31"/>
                    </a:cubicBezTo>
                    <a:cubicBezTo>
                      <a:pt x="99" y="30"/>
                      <a:pt x="101" y="28"/>
                      <a:pt x="102" y="27"/>
                    </a:cubicBezTo>
                    <a:cubicBezTo>
                      <a:pt x="103" y="26"/>
                      <a:pt x="105" y="25"/>
                      <a:pt x="105" y="24"/>
                    </a:cubicBezTo>
                    <a:cubicBezTo>
                      <a:pt x="105" y="23"/>
                      <a:pt x="105" y="23"/>
                      <a:pt x="105" y="23"/>
                    </a:cubicBezTo>
                    <a:cubicBezTo>
                      <a:pt x="105" y="23"/>
                      <a:pt x="105" y="23"/>
                      <a:pt x="105" y="23"/>
                    </a:cubicBezTo>
                    <a:cubicBezTo>
                      <a:pt x="102" y="23"/>
                      <a:pt x="102" y="23"/>
                      <a:pt x="102" y="23"/>
                    </a:cubicBezTo>
                    <a:cubicBezTo>
                      <a:pt x="102" y="23"/>
                      <a:pt x="101" y="24"/>
                      <a:pt x="100" y="24"/>
                    </a:cubicBezTo>
                    <a:cubicBezTo>
                      <a:pt x="98" y="24"/>
                      <a:pt x="98" y="23"/>
                      <a:pt x="97" y="23"/>
                    </a:cubicBezTo>
                    <a:cubicBezTo>
                      <a:pt x="97" y="22"/>
                      <a:pt x="97" y="22"/>
                      <a:pt x="97" y="22"/>
                    </a:cubicBezTo>
                    <a:cubicBezTo>
                      <a:pt x="99" y="22"/>
                      <a:pt x="99" y="22"/>
                      <a:pt x="99" y="22"/>
                    </a:cubicBezTo>
                    <a:cubicBezTo>
                      <a:pt x="100" y="21"/>
                      <a:pt x="100" y="21"/>
                      <a:pt x="100" y="21"/>
                    </a:cubicBezTo>
                    <a:cubicBezTo>
                      <a:pt x="101" y="20"/>
                      <a:pt x="101" y="20"/>
                      <a:pt x="101" y="20"/>
                    </a:cubicBezTo>
                    <a:cubicBezTo>
                      <a:pt x="99" y="18"/>
                      <a:pt x="99" y="18"/>
                      <a:pt x="99" y="18"/>
                    </a:cubicBezTo>
                    <a:cubicBezTo>
                      <a:pt x="97" y="19"/>
                      <a:pt x="97" y="19"/>
                      <a:pt x="97" y="19"/>
                    </a:cubicBezTo>
                    <a:cubicBezTo>
                      <a:pt x="97" y="19"/>
                      <a:pt x="97" y="16"/>
                      <a:pt x="99" y="16"/>
                    </a:cubicBezTo>
                    <a:cubicBezTo>
                      <a:pt x="102" y="16"/>
                      <a:pt x="102" y="16"/>
                      <a:pt x="102" y="16"/>
                    </a:cubicBezTo>
                    <a:cubicBezTo>
                      <a:pt x="102" y="16"/>
                      <a:pt x="103" y="14"/>
                      <a:pt x="104" y="14"/>
                    </a:cubicBezTo>
                    <a:cubicBezTo>
                      <a:pt x="105" y="14"/>
                      <a:pt x="106" y="14"/>
                      <a:pt x="107" y="14"/>
                    </a:cubicBezTo>
                    <a:cubicBezTo>
                      <a:pt x="108" y="15"/>
                      <a:pt x="108" y="15"/>
                      <a:pt x="108" y="15"/>
                    </a:cubicBezTo>
                    <a:cubicBezTo>
                      <a:pt x="107" y="14"/>
                      <a:pt x="107" y="14"/>
                      <a:pt x="107" y="14"/>
                    </a:cubicBezTo>
                    <a:cubicBezTo>
                      <a:pt x="109" y="14"/>
                      <a:pt x="109" y="14"/>
                      <a:pt x="109" y="14"/>
                    </a:cubicBezTo>
                    <a:cubicBezTo>
                      <a:pt x="110" y="15"/>
                      <a:pt x="110" y="15"/>
                      <a:pt x="110" y="15"/>
                    </a:cubicBezTo>
                    <a:cubicBezTo>
                      <a:pt x="109" y="15"/>
                      <a:pt x="109" y="15"/>
                      <a:pt x="109" y="15"/>
                    </a:cubicBezTo>
                    <a:cubicBezTo>
                      <a:pt x="110" y="15"/>
                      <a:pt x="110" y="15"/>
                      <a:pt x="110" y="15"/>
                    </a:cubicBezTo>
                    <a:cubicBezTo>
                      <a:pt x="111" y="14"/>
                      <a:pt x="111" y="14"/>
                      <a:pt x="111" y="14"/>
                    </a:cubicBezTo>
                    <a:cubicBezTo>
                      <a:pt x="112" y="17"/>
                      <a:pt x="112" y="17"/>
                      <a:pt x="112" y="17"/>
                    </a:cubicBezTo>
                    <a:cubicBezTo>
                      <a:pt x="111" y="17"/>
                      <a:pt x="111" y="17"/>
                      <a:pt x="111" y="17"/>
                    </a:cubicBezTo>
                    <a:cubicBezTo>
                      <a:pt x="111" y="18"/>
                      <a:pt x="113" y="19"/>
                      <a:pt x="113" y="22"/>
                    </a:cubicBezTo>
                    <a:cubicBezTo>
                      <a:pt x="113" y="21"/>
                      <a:pt x="113" y="21"/>
                      <a:pt x="113" y="21"/>
                    </a:cubicBezTo>
                    <a:cubicBezTo>
                      <a:pt x="114" y="20"/>
                      <a:pt x="115" y="17"/>
                      <a:pt x="115" y="17"/>
                    </a:cubicBezTo>
                    <a:cubicBezTo>
                      <a:pt x="116" y="18"/>
                      <a:pt x="116" y="18"/>
                      <a:pt x="116" y="18"/>
                    </a:cubicBezTo>
                    <a:cubicBezTo>
                      <a:pt x="116" y="17"/>
                      <a:pt x="117" y="12"/>
                      <a:pt x="117" y="12"/>
                    </a:cubicBezTo>
                    <a:cubicBezTo>
                      <a:pt x="118" y="12"/>
                      <a:pt x="118" y="13"/>
                      <a:pt x="118" y="13"/>
                    </a:cubicBezTo>
                    <a:cubicBezTo>
                      <a:pt x="119" y="11"/>
                      <a:pt x="118" y="1"/>
                      <a:pt x="118" y="1"/>
                    </a:cubicBezTo>
                    <a:cubicBezTo>
                      <a:pt x="121" y="2"/>
                      <a:pt x="123" y="8"/>
                      <a:pt x="122" y="11"/>
                    </a:cubicBezTo>
                    <a:cubicBezTo>
                      <a:pt x="123" y="11"/>
                      <a:pt x="123" y="11"/>
                      <a:pt x="123" y="11"/>
                    </a:cubicBezTo>
                    <a:cubicBezTo>
                      <a:pt x="123" y="12"/>
                      <a:pt x="123" y="13"/>
                      <a:pt x="123" y="13"/>
                    </a:cubicBezTo>
                    <a:cubicBezTo>
                      <a:pt x="125" y="12"/>
                      <a:pt x="129" y="3"/>
                      <a:pt x="129" y="3"/>
                    </a:cubicBezTo>
                    <a:cubicBezTo>
                      <a:pt x="133" y="7"/>
                      <a:pt x="126" y="17"/>
                      <a:pt x="126" y="17"/>
                    </a:cubicBezTo>
                    <a:cubicBezTo>
                      <a:pt x="127" y="17"/>
                      <a:pt x="130" y="14"/>
                      <a:pt x="130" y="14"/>
                    </a:cubicBezTo>
                    <a:cubicBezTo>
                      <a:pt x="132" y="18"/>
                      <a:pt x="125" y="23"/>
                      <a:pt x="125" y="23"/>
                    </a:cubicBezTo>
                    <a:cubicBezTo>
                      <a:pt x="127" y="22"/>
                      <a:pt x="130" y="22"/>
                      <a:pt x="130" y="22"/>
                    </a:cubicBezTo>
                    <a:cubicBezTo>
                      <a:pt x="130" y="24"/>
                      <a:pt x="126" y="29"/>
                      <a:pt x="125" y="29"/>
                    </a:cubicBezTo>
                    <a:cubicBezTo>
                      <a:pt x="128" y="29"/>
                      <a:pt x="129" y="30"/>
                      <a:pt x="129" y="30"/>
                    </a:cubicBezTo>
                    <a:cubicBezTo>
                      <a:pt x="128" y="33"/>
                      <a:pt x="126" y="34"/>
                      <a:pt x="124" y="35"/>
                    </a:cubicBezTo>
                    <a:cubicBezTo>
                      <a:pt x="126" y="34"/>
                      <a:pt x="126" y="34"/>
                      <a:pt x="126" y="34"/>
                    </a:cubicBezTo>
                    <a:cubicBezTo>
                      <a:pt x="129" y="35"/>
                      <a:pt x="131" y="36"/>
                      <a:pt x="131" y="39"/>
                    </a:cubicBezTo>
                    <a:cubicBezTo>
                      <a:pt x="131" y="42"/>
                      <a:pt x="130" y="43"/>
                      <a:pt x="130" y="44"/>
                    </a:cubicBezTo>
                    <a:cubicBezTo>
                      <a:pt x="130" y="45"/>
                      <a:pt x="130" y="45"/>
                      <a:pt x="131" y="4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3" name="Freeform 35">
                <a:extLst>
                  <a:ext uri="{FF2B5EF4-FFF2-40B4-BE49-F238E27FC236}">
                    <a16:creationId xmlns:a16="http://schemas.microsoft.com/office/drawing/2014/main" id="{8303CCE6-84E2-471C-91E8-74CF49C85827}"/>
                  </a:ext>
                </a:extLst>
              </p:cNvPr>
              <p:cNvSpPr>
                <a:spLocks noEditPoints="1"/>
              </p:cNvSpPr>
              <p:nvPr/>
            </p:nvSpPr>
            <p:spPr bwMode="auto">
              <a:xfrm>
                <a:off x="6200775" y="2614613"/>
                <a:ext cx="103188" cy="122238"/>
              </a:xfrm>
              <a:custGeom>
                <a:avLst/>
                <a:gdLst>
                  <a:gd name="T0" fmla="*/ 21 w 48"/>
                  <a:gd name="T1" fmla="*/ 19 h 56"/>
                  <a:gd name="T2" fmla="*/ 23 w 48"/>
                  <a:gd name="T3" fmla="*/ 4 h 56"/>
                  <a:gd name="T4" fmla="*/ 19 w 48"/>
                  <a:gd name="T5" fmla="*/ 21 h 56"/>
                  <a:gd name="T6" fmla="*/ 7 w 48"/>
                  <a:gd name="T7" fmla="*/ 22 h 56"/>
                  <a:gd name="T8" fmla="*/ 25 w 48"/>
                  <a:gd name="T9" fmla="*/ 24 h 56"/>
                  <a:gd name="T10" fmla="*/ 42 w 48"/>
                  <a:gd name="T11" fmla="*/ 23 h 56"/>
                  <a:gd name="T12" fmla="*/ 43 w 48"/>
                  <a:gd name="T13" fmla="*/ 23 h 56"/>
                  <a:gd name="T14" fmla="*/ 25 w 48"/>
                  <a:gd name="T15" fmla="*/ 23 h 56"/>
                  <a:gd name="T16" fmla="*/ 31 w 48"/>
                  <a:gd name="T17" fmla="*/ 17 h 56"/>
                  <a:gd name="T18" fmla="*/ 24 w 48"/>
                  <a:gd name="T19" fmla="*/ 22 h 56"/>
                  <a:gd name="T20" fmla="*/ 24 w 48"/>
                  <a:gd name="T21" fmla="*/ 4 h 56"/>
                  <a:gd name="T22" fmla="*/ 24 w 48"/>
                  <a:gd name="T23" fmla="*/ 4 h 56"/>
                  <a:gd name="T24" fmla="*/ 24 w 48"/>
                  <a:gd name="T25" fmla="*/ 22 h 56"/>
                  <a:gd name="T26" fmla="*/ 17 w 48"/>
                  <a:gd name="T27" fmla="*/ 17 h 56"/>
                  <a:gd name="T28" fmla="*/ 23 w 48"/>
                  <a:gd name="T29" fmla="*/ 23 h 56"/>
                  <a:gd name="T30" fmla="*/ 7 w 48"/>
                  <a:gd name="T31" fmla="*/ 23 h 56"/>
                  <a:gd name="T32" fmla="*/ 5 w 48"/>
                  <a:gd name="T33" fmla="*/ 23 h 56"/>
                  <a:gd name="T34" fmla="*/ 6 w 48"/>
                  <a:gd name="T35" fmla="*/ 23 h 56"/>
                  <a:gd name="T36" fmla="*/ 18 w 48"/>
                  <a:gd name="T37" fmla="*/ 28 h 56"/>
                  <a:gd name="T38" fmla="*/ 19 w 48"/>
                  <a:gd name="T39" fmla="*/ 29 h 56"/>
                  <a:gd name="T40" fmla="*/ 24 w 48"/>
                  <a:gd name="T41" fmla="*/ 49 h 56"/>
                  <a:gd name="T42" fmla="*/ 24 w 48"/>
                  <a:gd name="T43" fmla="*/ 50 h 56"/>
                  <a:gd name="T44" fmla="*/ 24 w 48"/>
                  <a:gd name="T45" fmla="*/ 25 h 56"/>
                  <a:gd name="T46" fmla="*/ 29 w 48"/>
                  <a:gd name="T47" fmla="*/ 29 h 56"/>
                  <a:gd name="T48" fmla="*/ 30 w 48"/>
                  <a:gd name="T49" fmla="*/ 28 h 56"/>
                  <a:gd name="T50" fmla="*/ 44 w 48"/>
                  <a:gd name="T51" fmla="*/ 23 h 56"/>
                  <a:gd name="T52" fmla="*/ 26 w 48"/>
                  <a:gd name="T53" fmla="*/ 24 h 56"/>
                  <a:gd name="T54" fmla="*/ 48 w 48"/>
                  <a:gd name="T55" fmla="*/ 23 h 56"/>
                  <a:gd name="T56" fmla="*/ 43 w 48"/>
                  <a:gd name="T57" fmla="*/ 22 h 56"/>
                  <a:gd name="T58" fmla="*/ 44 w 48"/>
                  <a:gd name="T59" fmla="*/ 23 h 56"/>
                  <a:gd name="T60" fmla="*/ 24 w 48"/>
                  <a:gd name="T61" fmla="*/ 50 h 56"/>
                  <a:gd name="T62" fmla="*/ 23 w 48"/>
                  <a:gd name="T63" fmla="*/ 25 h 56"/>
                  <a:gd name="T64" fmla="*/ 24 w 48"/>
                  <a:gd name="T65" fmla="*/ 56 h 56"/>
                  <a:gd name="T66" fmla="*/ 28 w 48"/>
                  <a:gd name="T67" fmla="*/ 29 h 56"/>
                  <a:gd name="T68" fmla="*/ 25 w 48"/>
                  <a:gd name="T69" fmla="*/ 49 h 56"/>
                  <a:gd name="T70" fmla="*/ 6 w 48"/>
                  <a:gd name="T71" fmla="*/ 24 h 56"/>
                  <a:gd name="T72" fmla="*/ 6 w 48"/>
                  <a:gd name="T73" fmla="*/ 22 h 56"/>
                  <a:gd name="T74" fmla="*/ 0 w 48"/>
                  <a:gd name="T75" fmla="*/ 23 h 56"/>
                  <a:gd name="T76" fmla="*/ 22 w 48"/>
                  <a:gd name="T77" fmla="*/ 24 h 56"/>
                  <a:gd name="T78" fmla="*/ 43 w 48"/>
                  <a:gd name="T79" fmla="*/ 22 h 56"/>
                  <a:gd name="T80" fmla="*/ 26 w 48"/>
                  <a:gd name="T81" fmla="*/ 22 h 56"/>
                  <a:gd name="T82" fmla="*/ 25 w 48"/>
                  <a:gd name="T83" fmla="*/ 4 h 56"/>
                  <a:gd name="T84" fmla="*/ 25 w 48"/>
                  <a:gd name="T85" fmla="*/ 21 h 56"/>
                  <a:gd name="T86" fmla="*/ 24 w 48"/>
                  <a:gd name="T87" fmla="*/ 0 h 56"/>
                  <a:gd name="T88" fmla="*/ 23 w 48"/>
                  <a:gd name="T89" fmla="*/ 4 h 56"/>
                  <a:gd name="T90" fmla="*/ 24 w 48"/>
                  <a:gd name="T91" fmla="*/ 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8" h="56">
                    <a:moveTo>
                      <a:pt x="23" y="4"/>
                    </a:moveTo>
                    <a:cubicBezTo>
                      <a:pt x="21" y="19"/>
                      <a:pt x="21" y="19"/>
                      <a:pt x="21" y="19"/>
                    </a:cubicBezTo>
                    <a:cubicBezTo>
                      <a:pt x="23" y="21"/>
                      <a:pt x="23" y="21"/>
                      <a:pt x="23" y="21"/>
                    </a:cubicBezTo>
                    <a:lnTo>
                      <a:pt x="23" y="4"/>
                    </a:lnTo>
                    <a:close/>
                    <a:moveTo>
                      <a:pt x="22" y="22"/>
                    </a:moveTo>
                    <a:cubicBezTo>
                      <a:pt x="19" y="21"/>
                      <a:pt x="19" y="21"/>
                      <a:pt x="19" y="21"/>
                    </a:cubicBezTo>
                    <a:cubicBezTo>
                      <a:pt x="7" y="22"/>
                      <a:pt x="7" y="22"/>
                      <a:pt x="7" y="22"/>
                    </a:cubicBezTo>
                    <a:cubicBezTo>
                      <a:pt x="7" y="22"/>
                      <a:pt x="7" y="22"/>
                      <a:pt x="7" y="22"/>
                    </a:cubicBezTo>
                    <a:cubicBezTo>
                      <a:pt x="10" y="22"/>
                      <a:pt x="19" y="22"/>
                      <a:pt x="22" y="22"/>
                    </a:cubicBezTo>
                    <a:moveTo>
                      <a:pt x="25" y="24"/>
                    </a:moveTo>
                    <a:cubicBezTo>
                      <a:pt x="26" y="24"/>
                      <a:pt x="26" y="24"/>
                      <a:pt x="26" y="24"/>
                    </a:cubicBezTo>
                    <a:cubicBezTo>
                      <a:pt x="26" y="24"/>
                      <a:pt x="40" y="23"/>
                      <a:pt x="42" y="23"/>
                    </a:cubicBezTo>
                    <a:cubicBezTo>
                      <a:pt x="43" y="23"/>
                      <a:pt x="43" y="23"/>
                      <a:pt x="43" y="23"/>
                    </a:cubicBezTo>
                    <a:cubicBezTo>
                      <a:pt x="43" y="23"/>
                      <a:pt x="43" y="23"/>
                      <a:pt x="43" y="23"/>
                    </a:cubicBezTo>
                    <a:cubicBezTo>
                      <a:pt x="43" y="23"/>
                      <a:pt x="43" y="23"/>
                      <a:pt x="43" y="23"/>
                    </a:cubicBezTo>
                    <a:cubicBezTo>
                      <a:pt x="25" y="23"/>
                      <a:pt x="25" y="23"/>
                      <a:pt x="25" y="23"/>
                    </a:cubicBezTo>
                    <a:cubicBezTo>
                      <a:pt x="30" y="18"/>
                      <a:pt x="30" y="18"/>
                      <a:pt x="30" y="18"/>
                    </a:cubicBezTo>
                    <a:cubicBezTo>
                      <a:pt x="31" y="17"/>
                      <a:pt x="31" y="17"/>
                      <a:pt x="31" y="17"/>
                    </a:cubicBezTo>
                    <a:cubicBezTo>
                      <a:pt x="29" y="17"/>
                      <a:pt x="29" y="17"/>
                      <a:pt x="29" y="17"/>
                    </a:cubicBezTo>
                    <a:cubicBezTo>
                      <a:pt x="24" y="22"/>
                      <a:pt x="24" y="22"/>
                      <a:pt x="24" y="22"/>
                    </a:cubicBezTo>
                    <a:cubicBezTo>
                      <a:pt x="24" y="22"/>
                      <a:pt x="24" y="22"/>
                      <a:pt x="24" y="22"/>
                    </a:cubicBezTo>
                    <a:cubicBezTo>
                      <a:pt x="24" y="4"/>
                      <a:pt x="24" y="4"/>
                      <a:pt x="24" y="4"/>
                    </a:cubicBezTo>
                    <a:cubicBezTo>
                      <a:pt x="24" y="4"/>
                      <a:pt x="24" y="4"/>
                      <a:pt x="24" y="4"/>
                    </a:cubicBezTo>
                    <a:cubicBezTo>
                      <a:pt x="24" y="4"/>
                      <a:pt x="24" y="4"/>
                      <a:pt x="24" y="4"/>
                    </a:cubicBezTo>
                    <a:cubicBezTo>
                      <a:pt x="24" y="4"/>
                      <a:pt x="24" y="4"/>
                      <a:pt x="24" y="4"/>
                    </a:cubicBezTo>
                    <a:cubicBezTo>
                      <a:pt x="24" y="22"/>
                      <a:pt x="24" y="22"/>
                      <a:pt x="24" y="22"/>
                    </a:cubicBezTo>
                    <a:cubicBezTo>
                      <a:pt x="19" y="18"/>
                      <a:pt x="19" y="18"/>
                      <a:pt x="19" y="18"/>
                    </a:cubicBezTo>
                    <a:cubicBezTo>
                      <a:pt x="17" y="17"/>
                      <a:pt x="17" y="17"/>
                      <a:pt x="17" y="17"/>
                    </a:cubicBezTo>
                    <a:cubicBezTo>
                      <a:pt x="18" y="18"/>
                      <a:pt x="18" y="18"/>
                      <a:pt x="18" y="18"/>
                    </a:cubicBezTo>
                    <a:cubicBezTo>
                      <a:pt x="23" y="23"/>
                      <a:pt x="23" y="23"/>
                      <a:pt x="23" y="23"/>
                    </a:cubicBezTo>
                    <a:cubicBezTo>
                      <a:pt x="22" y="23"/>
                      <a:pt x="22" y="23"/>
                      <a:pt x="22" y="23"/>
                    </a:cubicBezTo>
                    <a:cubicBezTo>
                      <a:pt x="22" y="23"/>
                      <a:pt x="10" y="23"/>
                      <a:pt x="7" y="23"/>
                    </a:cubicBezTo>
                    <a:cubicBezTo>
                      <a:pt x="6" y="23"/>
                      <a:pt x="6" y="23"/>
                      <a:pt x="6" y="23"/>
                    </a:cubicBezTo>
                    <a:cubicBezTo>
                      <a:pt x="5" y="23"/>
                      <a:pt x="5" y="23"/>
                      <a:pt x="5" y="23"/>
                    </a:cubicBezTo>
                    <a:cubicBezTo>
                      <a:pt x="6" y="23"/>
                      <a:pt x="6" y="23"/>
                      <a:pt x="6" y="23"/>
                    </a:cubicBezTo>
                    <a:cubicBezTo>
                      <a:pt x="6" y="23"/>
                      <a:pt x="6" y="23"/>
                      <a:pt x="6" y="23"/>
                    </a:cubicBezTo>
                    <a:cubicBezTo>
                      <a:pt x="23" y="23"/>
                      <a:pt x="23" y="23"/>
                      <a:pt x="23" y="23"/>
                    </a:cubicBezTo>
                    <a:cubicBezTo>
                      <a:pt x="18" y="28"/>
                      <a:pt x="18" y="28"/>
                      <a:pt x="18" y="28"/>
                    </a:cubicBezTo>
                    <a:cubicBezTo>
                      <a:pt x="17" y="30"/>
                      <a:pt x="17" y="30"/>
                      <a:pt x="17" y="30"/>
                    </a:cubicBezTo>
                    <a:cubicBezTo>
                      <a:pt x="19" y="29"/>
                      <a:pt x="19" y="29"/>
                      <a:pt x="19" y="29"/>
                    </a:cubicBezTo>
                    <a:cubicBezTo>
                      <a:pt x="24" y="24"/>
                      <a:pt x="24" y="24"/>
                      <a:pt x="24" y="24"/>
                    </a:cubicBezTo>
                    <a:cubicBezTo>
                      <a:pt x="24" y="49"/>
                      <a:pt x="24" y="49"/>
                      <a:pt x="24" y="49"/>
                    </a:cubicBezTo>
                    <a:cubicBezTo>
                      <a:pt x="24" y="50"/>
                      <a:pt x="24" y="50"/>
                      <a:pt x="24" y="50"/>
                    </a:cubicBezTo>
                    <a:cubicBezTo>
                      <a:pt x="24" y="50"/>
                      <a:pt x="24" y="50"/>
                      <a:pt x="24" y="50"/>
                    </a:cubicBezTo>
                    <a:cubicBezTo>
                      <a:pt x="24" y="49"/>
                      <a:pt x="24" y="49"/>
                      <a:pt x="24" y="49"/>
                    </a:cubicBezTo>
                    <a:cubicBezTo>
                      <a:pt x="24" y="25"/>
                      <a:pt x="24" y="25"/>
                      <a:pt x="24" y="25"/>
                    </a:cubicBezTo>
                    <a:cubicBezTo>
                      <a:pt x="24" y="24"/>
                      <a:pt x="24" y="24"/>
                      <a:pt x="24" y="24"/>
                    </a:cubicBezTo>
                    <a:cubicBezTo>
                      <a:pt x="29" y="29"/>
                      <a:pt x="29" y="29"/>
                      <a:pt x="29" y="29"/>
                    </a:cubicBezTo>
                    <a:cubicBezTo>
                      <a:pt x="30" y="30"/>
                      <a:pt x="30" y="30"/>
                      <a:pt x="30" y="30"/>
                    </a:cubicBezTo>
                    <a:cubicBezTo>
                      <a:pt x="30" y="28"/>
                      <a:pt x="30" y="28"/>
                      <a:pt x="30" y="28"/>
                    </a:cubicBezTo>
                    <a:lnTo>
                      <a:pt x="25" y="24"/>
                    </a:lnTo>
                    <a:close/>
                    <a:moveTo>
                      <a:pt x="44" y="23"/>
                    </a:moveTo>
                    <a:cubicBezTo>
                      <a:pt x="42" y="24"/>
                      <a:pt x="42" y="24"/>
                      <a:pt x="42" y="24"/>
                    </a:cubicBezTo>
                    <a:cubicBezTo>
                      <a:pt x="41" y="24"/>
                      <a:pt x="29" y="24"/>
                      <a:pt x="26" y="24"/>
                    </a:cubicBezTo>
                    <a:cubicBezTo>
                      <a:pt x="28" y="26"/>
                      <a:pt x="28" y="26"/>
                      <a:pt x="28" y="26"/>
                    </a:cubicBezTo>
                    <a:cubicBezTo>
                      <a:pt x="48" y="23"/>
                      <a:pt x="48" y="23"/>
                      <a:pt x="48" y="23"/>
                    </a:cubicBezTo>
                    <a:cubicBezTo>
                      <a:pt x="48" y="23"/>
                      <a:pt x="48" y="23"/>
                      <a:pt x="48" y="23"/>
                    </a:cubicBezTo>
                    <a:cubicBezTo>
                      <a:pt x="43" y="22"/>
                      <a:pt x="43" y="22"/>
                      <a:pt x="43" y="22"/>
                    </a:cubicBezTo>
                    <a:cubicBezTo>
                      <a:pt x="43" y="22"/>
                      <a:pt x="43" y="22"/>
                      <a:pt x="43" y="22"/>
                    </a:cubicBezTo>
                    <a:lnTo>
                      <a:pt x="44" y="23"/>
                    </a:lnTo>
                    <a:close/>
                    <a:moveTo>
                      <a:pt x="25" y="49"/>
                    </a:moveTo>
                    <a:cubicBezTo>
                      <a:pt x="25" y="50"/>
                      <a:pt x="25" y="50"/>
                      <a:pt x="24" y="50"/>
                    </a:cubicBezTo>
                    <a:cubicBezTo>
                      <a:pt x="23" y="49"/>
                      <a:pt x="23" y="49"/>
                      <a:pt x="23" y="49"/>
                    </a:cubicBezTo>
                    <a:cubicBezTo>
                      <a:pt x="23" y="25"/>
                      <a:pt x="23" y="25"/>
                      <a:pt x="23" y="25"/>
                    </a:cubicBezTo>
                    <a:cubicBezTo>
                      <a:pt x="20" y="28"/>
                      <a:pt x="20" y="28"/>
                      <a:pt x="20" y="28"/>
                    </a:cubicBezTo>
                    <a:cubicBezTo>
                      <a:pt x="24" y="56"/>
                      <a:pt x="24" y="56"/>
                      <a:pt x="24" y="56"/>
                    </a:cubicBezTo>
                    <a:cubicBezTo>
                      <a:pt x="24" y="56"/>
                      <a:pt x="24" y="56"/>
                      <a:pt x="24" y="56"/>
                    </a:cubicBezTo>
                    <a:cubicBezTo>
                      <a:pt x="28" y="29"/>
                      <a:pt x="28" y="29"/>
                      <a:pt x="28" y="29"/>
                    </a:cubicBezTo>
                    <a:cubicBezTo>
                      <a:pt x="25" y="25"/>
                      <a:pt x="25" y="25"/>
                      <a:pt x="25" y="25"/>
                    </a:cubicBezTo>
                    <a:lnTo>
                      <a:pt x="25" y="49"/>
                    </a:lnTo>
                    <a:close/>
                    <a:moveTo>
                      <a:pt x="22" y="24"/>
                    </a:moveTo>
                    <a:cubicBezTo>
                      <a:pt x="6" y="24"/>
                      <a:pt x="6" y="24"/>
                      <a:pt x="6" y="24"/>
                    </a:cubicBezTo>
                    <a:cubicBezTo>
                      <a:pt x="6" y="24"/>
                      <a:pt x="5" y="24"/>
                      <a:pt x="5" y="23"/>
                    </a:cubicBezTo>
                    <a:cubicBezTo>
                      <a:pt x="6" y="22"/>
                      <a:pt x="6" y="22"/>
                      <a:pt x="6" y="22"/>
                    </a:cubicBezTo>
                    <a:cubicBezTo>
                      <a:pt x="0" y="23"/>
                      <a:pt x="0" y="23"/>
                      <a:pt x="0" y="23"/>
                    </a:cubicBezTo>
                    <a:cubicBezTo>
                      <a:pt x="0" y="23"/>
                      <a:pt x="0" y="23"/>
                      <a:pt x="0" y="23"/>
                    </a:cubicBezTo>
                    <a:cubicBezTo>
                      <a:pt x="19" y="26"/>
                      <a:pt x="19" y="26"/>
                      <a:pt x="19" y="26"/>
                    </a:cubicBezTo>
                    <a:lnTo>
                      <a:pt x="22" y="24"/>
                    </a:lnTo>
                    <a:close/>
                    <a:moveTo>
                      <a:pt x="26" y="22"/>
                    </a:moveTo>
                    <a:cubicBezTo>
                      <a:pt x="43" y="22"/>
                      <a:pt x="43" y="22"/>
                      <a:pt x="43" y="22"/>
                    </a:cubicBezTo>
                    <a:cubicBezTo>
                      <a:pt x="28" y="20"/>
                      <a:pt x="28" y="20"/>
                      <a:pt x="28" y="20"/>
                    </a:cubicBezTo>
                    <a:lnTo>
                      <a:pt x="26" y="22"/>
                    </a:lnTo>
                    <a:close/>
                    <a:moveTo>
                      <a:pt x="24" y="4"/>
                    </a:moveTo>
                    <a:cubicBezTo>
                      <a:pt x="25" y="4"/>
                      <a:pt x="25" y="4"/>
                      <a:pt x="25" y="4"/>
                    </a:cubicBezTo>
                    <a:cubicBezTo>
                      <a:pt x="25" y="4"/>
                      <a:pt x="25" y="4"/>
                      <a:pt x="25" y="4"/>
                    </a:cubicBezTo>
                    <a:cubicBezTo>
                      <a:pt x="25" y="21"/>
                      <a:pt x="25" y="21"/>
                      <a:pt x="25" y="21"/>
                    </a:cubicBezTo>
                    <a:cubicBezTo>
                      <a:pt x="28" y="18"/>
                      <a:pt x="28" y="18"/>
                      <a:pt x="28" y="18"/>
                    </a:cubicBezTo>
                    <a:cubicBezTo>
                      <a:pt x="24" y="0"/>
                      <a:pt x="24" y="0"/>
                      <a:pt x="24" y="0"/>
                    </a:cubicBezTo>
                    <a:cubicBezTo>
                      <a:pt x="24" y="0"/>
                      <a:pt x="24" y="0"/>
                      <a:pt x="24" y="0"/>
                    </a:cubicBezTo>
                    <a:cubicBezTo>
                      <a:pt x="23" y="4"/>
                      <a:pt x="23" y="4"/>
                      <a:pt x="23" y="4"/>
                    </a:cubicBezTo>
                    <a:cubicBezTo>
                      <a:pt x="23" y="4"/>
                      <a:pt x="23" y="4"/>
                      <a:pt x="23" y="4"/>
                    </a:cubicBezTo>
                    <a:lnTo>
                      <a:pt x="24" y="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4" name="Freeform 36">
                <a:extLst>
                  <a:ext uri="{FF2B5EF4-FFF2-40B4-BE49-F238E27FC236}">
                    <a16:creationId xmlns:a16="http://schemas.microsoft.com/office/drawing/2014/main" id="{2EC50E89-8E7E-495C-8B0B-CDFC3C1BED43}"/>
                  </a:ext>
                </a:extLst>
              </p:cNvPr>
              <p:cNvSpPr>
                <a:spLocks noEditPoints="1"/>
              </p:cNvSpPr>
              <p:nvPr/>
            </p:nvSpPr>
            <p:spPr bwMode="auto">
              <a:xfrm>
                <a:off x="6197600" y="2746375"/>
                <a:ext cx="107950" cy="98425"/>
              </a:xfrm>
              <a:custGeom>
                <a:avLst/>
                <a:gdLst>
                  <a:gd name="T0" fmla="*/ 14 w 50"/>
                  <a:gd name="T1" fmla="*/ 20 h 45"/>
                  <a:gd name="T2" fmla="*/ 15 w 50"/>
                  <a:gd name="T3" fmla="*/ 11 h 45"/>
                  <a:gd name="T4" fmla="*/ 13 w 50"/>
                  <a:gd name="T5" fmla="*/ 27 h 45"/>
                  <a:gd name="T6" fmla="*/ 22 w 50"/>
                  <a:gd name="T7" fmla="*/ 14 h 45"/>
                  <a:gd name="T8" fmla="*/ 37 w 50"/>
                  <a:gd name="T9" fmla="*/ 24 h 45"/>
                  <a:gd name="T10" fmla="*/ 25 w 50"/>
                  <a:gd name="T11" fmla="*/ 24 h 45"/>
                  <a:gd name="T12" fmla="*/ 43 w 50"/>
                  <a:gd name="T13" fmla="*/ 31 h 45"/>
                  <a:gd name="T14" fmla="*/ 25 w 50"/>
                  <a:gd name="T15" fmla="*/ 22 h 45"/>
                  <a:gd name="T16" fmla="*/ 38 w 50"/>
                  <a:gd name="T17" fmla="*/ 3 h 45"/>
                  <a:gd name="T18" fmla="*/ 19 w 50"/>
                  <a:gd name="T19" fmla="*/ 3 h 45"/>
                  <a:gd name="T20" fmla="*/ 40 w 50"/>
                  <a:gd name="T21" fmla="*/ 0 h 45"/>
                  <a:gd name="T22" fmla="*/ 43 w 50"/>
                  <a:gd name="T23" fmla="*/ 39 h 45"/>
                  <a:gd name="T24" fmla="*/ 46 w 50"/>
                  <a:gd name="T25" fmla="*/ 41 h 45"/>
                  <a:gd name="T26" fmla="*/ 47 w 50"/>
                  <a:gd name="T27" fmla="*/ 44 h 45"/>
                  <a:gd name="T28" fmla="*/ 7 w 50"/>
                  <a:gd name="T29" fmla="*/ 39 h 45"/>
                  <a:gd name="T30" fmla="*/ 10 w 50"/>
                  <a:gd name="T31" fmla="*/ 41 h 45"/>
                  <a:gd name="T32" fmla="*/ 14 w 50"/>
                  <a:gd name="T33" fmla="*/ 41 h 45"/>
                  <a:gd name="T34" fmla="*/ 17 w 50"/>
                  <a:gd name="T35" fmla="*/ 43 h 45"/>
                  <a:gd name="T36" fmla="*/ 20 w 50"/>
                  <a:gd name="T37" fmla="*/ 42 h 45"/>
                  <a:gd name="T38" fmla="*/ 18 w 50"/>
                  <a:gd name="T39" fmla="*/ 38 h 45"/>
                  <a:gd name="T40" fmla="*/ 10 w 50"/>
                  <a:gd name="T41" fmla="*/ 38 h 45"/>
                  <a:gd name="T42" fmla="*/ 5 w 50"/>
                  <a:gd name="T43" fmla="*/ 37 h 45"/>
                  <a:gd name="T44" fmla="*/ 32 w 50"/>
                  <a:gd name="T45" fmla="*/ 10 h 45"/>
                  <a:gd name="T46" fmla="*/ 26 w 50"/>
                  <a:gd name="T47" fmla="*/ 17 h 45"/>
                  <a:gd name="T48" fmla="*/ 37 w 50"/>
                  <a:gd name="T49" fmla="*/ 17 h 45"/>
                  <a:gd name="T50" fmla="*/ 33 w 50"/>
                  <a:gd name="T51" fmla="*/ 21 h 45"/>
                  <a:gd name="T52" fmla="*/ 42 w 50"/>
                  <a:gd name="T53" fmla="*/ 43 h 45"/>
                  <a:gd name="T54" fmla="*/ 42 w 50"/>
                  <a:gd name="T55" fmla="*/ 42 h 45"/>
                  <a:gd name="T56" fmla="*/ 38 w 50"/>
                  <a:gd name="T57" fmla="*/ 27 h 45"/>
                  <a:gd name="T58" fmla="*/ 12 w 50"/>
                  <a:gd name="T59" fmla="*/ 24 h 45"/>
                  <a:gd name="T60" fmla="*/ 10 w 50"/>
                  <a:gd name="T61" fmla="*/ 37 h 45"/>
                  <a:gd name="T62" fmla="*/ 18 w 50"/>
                  <a:gd name="T63" fmla="*/ 38 h 45"/>
                  <a:gd name="T64" fmla="*/ 32 w 50"/>
                  <a:gd name="T65" fmla="*/ 38 h 45"/>
                  <a:gd name="T66" fmla="*/ 45 w 50"/>
                  <a:gd name="T67" fmla="*/ 38 h 45"/>
                  <a:gd name="T68" fmla="*/ 43 w 50"/>
                  <a:gd name="T69" fmla="*/ 40 h 45"/>
                  <a:gd name="T70" fmla="*/ 38 w 50"/>
                  <a:gd name="T71" fmla="*/ 39 h 45"/>
                  <a:gd name="T72" fmla="*/ 40 w 50"/>
                  <a:gd name="T73" fmla="*/ 42 h 45"/>
                  <a:gd name="T74" fmla="*/ 42 w 50"/>
                  <a:gd name="T75" fmla="*/ 41 h 45"/>
                  <a:gd name="T76" fmla="*/ 31 w 50"/>
                  <a:gd name="T77" fmla="*/ 40 h 45"/>
                  <a:gd name="T78" fmla="*/ 28 w 50"/>
                  <a:gd name="T79" fmla="*/ 39 h 45"/>
                  <a:gd name="T80" fmla="*/ 23 w 50"/>
                  <a:gd name="T81" fmla="*/ 40 h 45"/>
                  <a:gd name="T82" fmla="*/ 20 w 50"/>
                  <a:gd name="T83" fmla="*/ 41 h 45"/>
                  <a:gd name="T84" fmla="*/ 44 w 50"/>
                  <a:gd name="T85" fmla="*/ 42 h 45"/>
                  <a:gd name="T86" fmla="*/ 41 w 50"/>
                  <a:gd name="T87" fmla="*/ 43 h 45"/>
                  <a:gd name="T88" fmla="*/ 34 w 50"/>
                  <a:gd name="T89" fmla="*/ 43 h 45"/>
                  <a:gd name="T90" fmla="*/ 27 w 50"/>
                  <a:gd name="T91" fmla="*/ 43 h 45"/>
                  <a:gd name="T92" fmla="*/ 46 w 50"/>
                  <a:gd name="T93" fmla="*/ 44 h 45"/>
                  <a:gd name="T94" fmla="*/ 18 w 50"/>
                  <a:gd name="T95" fmla="*/ 44 h 45"/>
                  <a:gd name="T96" fmla="*/ 14 w 50"/>
                  <a:gd name="T97" fmla="*/ 42 h 45"/>
                  <a:gd name="T98" fmla="*/ 11 w 50"/>
                  <a:gd name="T99" fmla="*/ 42 h 45"/>
                  <a:gd name="T100" fmla="*/ 1 w 50"/>
                  <a:gd name="T101" fmla="*/ 44 h 45"/>
                  <a:gd name="T102" fmla="*/ 19 w 50"/>
                  <a:gd name="T103" fmla="*/ 45 h 45"/>
                  <a:gd name="T104" fmla="*/ 38 w 50"/>
                  <a:gd name="T105" fmla="*/ 40 h 45"/>
                  <a:gd name="T106" fmla="*/ 35 w 50"/>
                  <a:gd name="T107" fmla="*/ 40 h 45"/>
                  <a:gd name="T108" fmla="*/ 17 w 50"/>
                  <a:gd name="T109" fmla="*/ 24 h 45"/>
                  <a:gd name="T110" fmla="*/ 36 w 50"/>
                  <a:gd name="T111" fmla="*/ 11 h 45"/>
                  <a:gd name="T112" fmla="*/ 41 w 50"/>
                  <a:gd name="T113" fmla="*/ 24 h 45"/>
                  <a:gd name="T114" fmla="*/ 13 w 50"/>
                  <a:gd name="T115" fmla="*/ 17 h 45"/>
                  <a:gd name="T116" fmla="*/ 11 w 50"/>
                  <a:gd name="T117" fmla="*/ 14 h 45"/>
                  <a:gd name="T118" fmla="*/ 38 w 50"/>
                  <a:gd name="T119" fmla="*/ 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45">
                    <a:moveTo>
                      <a:pt x="20" y="24"/>
                    </a:moveTo>
                    <a:cubicBezTo>
                      <a:pt x="21" y="23"/>
                      <a:pt x="22" y="22"/>
                      <a:pt x="25" y="22"/>
                    </a:cubicBezTo>
                    <a:cubicBezTo>
                      <a:pt x="25" y="21"/>
                      <a:pt x="25" y="21"/>
                      <a:pt x="25" y="21"/>
                    </a:cubicBezTo>
                    <a:cubicBezTo>
                      <a:pt x="17" y="21"/>
                      <a:pt x="17" y="21"/>
                      <a:pt x="17" y="21"/>
                    </a:cubicBezTo>
                    <a:cubicBezTo>
                      <a:pt x="17" y="24"/>
                      <a:pt x="17" y="24"/>
                      <a:pt x="17" y="24"/>
                    </a:cubicBezTo>
                    <a:cubicBezTo>
                      <a:pt x="20" y="24"/>
                      <a:pt x="20" y="24"/>
                      <a:pt x="20" y="24"/>
                    </a:cubicBezTo>
                    <a:close/>
                    <a:moveTo>
                      <a:pt x="21" y="17"/>
                    </a:moveTo>
                    <a:cubicBezTo>
                      <a:pt x="14" y="17"/>
                      <a:pt x="14" y="17"/>
                      <a:pt x="14" y="17"/>
                    </a:cubicBezTo>
                    <a:cubicBezTo>
                      <a:pt x="14" y="20"/>
                      <a:pt x="14" y="20"/>
                      <a:pt x="14" y="20"/>
                    </a:cubicBezTo>
                    <a:cubicBezTo>
                      <a:pt x="21" y="20"/>
                      <a:pt x="21" y="20"/>
                      <a:pt x="21" y="20"/>
                    </a:cubicBezTo>
                    <a:lnTo>
                      <a:pt x="21" y="17"/>
                    </a:lnTo>
                    <a:close/>
                    <a:moveTo>
                      <a:pt x="25" y="15"/>
                    </a:moveTo>
                    <a:cubicBezTo>
                      <a:pt x="18" y="15"/>
                      <a:pt x="18" y="15"/>
                      <a:pt x="18" y="15"/>
                    </a:cubicBezTo>
                    <a:cubicBezTo>
                      <a:pt x="18" y="17"/>
                      <a:pt x="18" y="17"/>
                      <a:pt x="18" y="17"/>
                    </a:cubicBezTo>
                    <a:cubicBezTo>
                      <a:pt x="25" y="17"/>
                      <a:pt x="25" y="17"/>
                      <a:pt x="25" y="17"/>
                    </a:cubicBezTo>
                    <a:lnTo>
                      <a:pt x="25" y="15"/>
                    </a:lnTo>
                    <a:close/>
                    <a:moveTo>
                      <a:pt x="21" y="11"/>
                    </a:moveTo>
                    <a:cubicBezTo>
                      <a:pt x="15" y="11"/>
                      <a:pt x="15" y="11"/>
                      <a:pt x="15" y="11"/>
                    </a:cubicBezTo>
                    <a:cubicBezTo>
                      <a:pt x="15" y="14"/>
                      <a:pt x="15" y="14"/>
                      <a:pt x="15" y="14"/>
                    </a:cubicBezTo>
                    <a:cubicBezTo>
                      <a:pt x="21" y="14"/>
                      <a:pt x="21" y="14"/>
                      <a:pt x="21" y="14"/>
                    </a:cubicBezTo>
                    <a:lnTo>
                      <a:pt x="21" y="11"/>
                    </a:lnTo>
                    <a:close/>
                    <a:moveTo>
                      <a:pt x="13" y="27"/>
                    </a:moveTo>
                    <a:cubicBezTo>
                      <a:pt x="19" y="27"/>
                      <a:pt x="19" y="27"/>
                      <a:pt x="19" y="27"/>
                    </a:cubicBezTo>
                    <a:cubicBezTo>
                      <a:pt x="20" y="24"/>
                      <a:pt x="20" y="24"/>
                      <a:pt x="20" y="24"/>
                    </a:cubicBezTo>
                    <a:cubicBezTo>
                      <a:pt x="20" y="24"/>
                      <a:pt x="20" y="24"/>
                      <a:pt x="20" y="24"/>
                    </a:cubicBezTo>
                    <a:cubicBezTo>
                      <a:pt x="13" y="24"/>
                      <a:pt x="13" y="24"/>
                      <a:pt x="13" y="24"/>
                    </a:cubicBezTo>
                    <a:lnTo>
                      <a:pt x="13" y="27"/>
                    </a:lnTo>
                    <a:close/>
                    <a:moveTo>
                      <a:pt x="30" y="30"/>
                    </a:moveTo>
                    <a:cubicBezTo>
                      <a:pt x="34" y="30"/>
                      <a:pt x="34" y="30"/>
                      <a:pt x="34" y="30"/>
                    </a:cubicBezTo>
                    <a:cubicBezTo>
                      <a:pt x="34" y="27"/>
                      <a:pt x="34" y="27"/>
                      <a:pt x="34" y="27"/>
                    </a:cubicBezTo>
                    <a:cubicBezTo>
                      <a:pt x="32" y="27"/>
                      <a:pt x="32" y="27"/>
                      <a:pt x="32" y="27"/>
                    </a:cubicBezTo>
                    <a:cubicBezTo>
                      <a:pt x="32" y="29"/>
                      <a:pt x="32" y="29"/>
                      <a:pt x="32" y="29"/>
                    </a:cubicBezTo>
                    <a:cubicBezTo>
                      <a:pt x="32" y="29"/>
                      <a:pt x="32" y="29"/>
                      <a:pt x="32" y="29"/>
                    </a:cubicBezTo>
                    <a:cubicBezTo>
                      <a:pt x="30" y="29"/>
                      <a:pt x="30" y="29"/>
                      <a:pt x="30" y="29"/>
                    </a:cubicBezTo>
                    <a:lnTo>
                      <a:pt x="30" y="30"/>
                    </a:lnTo>
                    <a:close/>
                    <a:moveTo>
                      <a:pt x="22" y="14"/>
                    </a:moveTo>
                    <a:cubicBezTo>
                      <a:pt x="28" y="14"/>
                      <a:pt x="28" y="14"/>
                      <a:pt x="28" y="14"/>
                    </a:cubicBezTo>
                    <a:cubicBezTo>
                      <a:pt x="28" y="11"/>
                      <a:pt x="28" y="11"/>
                      <a:pt x="28" y="11"/>
                    </a:cubicBezTo>
                    <a:cubicBezTo>
                      <a:pt x="22" y="11"/>
                      <a:pt x="22" y="11"/>
                      <a:pt x="22" y="11"/>
                    </a:cubicBezTo>
                    <a:lnTo>
                      <a:pt x="22" y="14"/>
                    </a:lnTo>
                    <a:close/>
                    <a:moveTo>
                      <a:pt x="37" y="24"/>
                    </a:moveTo>
                    <a:cubicBezTo>
                      <a:pt x="31" y="24"/>
                      <a:pt x="31" y="24"/>
                      <a:pt x="31" y="24"/>
                    </a:cubicBezTo>
                    <a:cubicBezTo>
                      <a:pt x="32" y="27"/>
                      <a:pt x="32" y="27"/>
                      <a:pt x="32" y="27"/>
                    </a:cubicBezTo>
                    <a:cubicBezTo>
                      <a:pt x="37" y="27"/>
                      <a:pt x="37" y="27"/>
                      <a:pt x="37" y="27"/>
                    </a:cubicBezTo>
                    <a:lnTo>
                      <a:pt x="37" y="24"/>
                    </a:lnTo>
                    <a:close/>
                    <a:moveTo>
                      <a:pt x="20" y="29"/>
                    </a:moveTo>
                    <a:cubicBezTo>
                      <a:pt x="18" y="29"/>
                      <a:pt x="18" y="29"/>
                      <a:pt x="18" y="29"/>
                    </a:cubicBezTo>
                    <a:cubicBezTo>
                      <a:pt x="18" y="29"/>
                      <a:pt x="18" y="29"/>
                      <a:pt x="18" y="29"/>
                    </a:cubicBezTo>
                    <a:cubicBezTo>
                      <a:pt x="18" y="27"/>
                      <a:pt x="18" y="27"/>
                      <a:pt x="18" y="27"/>
                    </a:cubicBezTo>
                    <a:cubicBezTo>
                      <a:pt x="17" y="27"/>
                      <a:pt x="17" y="27"/>
                      <a:pt x="17" y="27"/>
                    </a:cubicBezTo>
                    <a:cubicBezTo>
                      <a:pt x="17" y="30"/>
                      <a:pt x="17" y="30"/>
                      <a:pt x="17" y="30"/>
                    </a:cubicBezTo>
                    <a:cubicBezTo>
                      <a:pt x="20" y="30"/>
                      <a:pt x="20" y="30"/>
                      <a:pt x="20" y="30"/>
                    </a:cubicBezTo>
                    <a:lnTo>
                      <a:pt x="20" y="29"/>
                    </a:lnTo>
                    <a:close/>
                    <a:moveTo>
                      <a:pt x="25" y="24"/>
                    </a:moveTo>
                    <a:cubicBezTo>
                      <a:pt x="21" y="24"/>
                      <a:pt x="21" y="27"/>
                      <a:pt x="21" y="29"/>
                    </a:cubicBezTo>
                    <a:cubicBezTo>
                      <a:pt x="21" y="35"/>
                      <a:pt x="21" y="35"/>
                      <a:pt x="21" y="35"/>
                    </a:cubicBezTo>
                    <a:cubicBezTo>
                      <a:pt x="30" y="35"/>
                      <a:pt x="30" y="35"/>
                      <a:pt x="30" y="35"/>
                    </a:cubicBezTo>
                    <a:cubicBezTo>
                      <a:pt x="30" y="29"/>
                      <a:pt x="30" y="29"/>
                      <a:pt x="30" y="29"/>
                    </a:cubicBezTo>
                    <a:cubicBezTo>
                      <a:pt x="30" y="28"/>
                      <a:pt x="29" y="24"/>
                      <a:pt x="25" y="24"/>
                    </a:cubicBezTo>
                    <a:moveTo>
                      <a:pt x="30" y="35"/>
                    </a:moveTo>
                    <a:cubicBezTo>
                      <a:pt x="32" y="35"/>
                      <a:pt x="32" y="35"/>
                      <a:pt x="32" y="35"/>
                    </a:cubicBezTo>
                    <a:cubicBezTo>
                      <a:pt x="43" y="35"/>
                      <a:pt x="43" y="35"/>
                      <a:pt x="43" y="35"/>
                    </a:cubicBezTo>
                    <a:cubicBezTo>
                      <a:pt x="43" y="31"/>
                      <a:pt x="43" y="31"/>
                      <a:pt x="43" y="31"/>
                    </a:cubicBezTo>
                    <a:cubicBezTo>
                      <a:pt x="30" y="31"/>
                      <a:pt x="30" y="31"/>
                      <a:pt x="30" y="31"/>
                    </a:cubicBezTo>
                    <a:lnTo>
                      <a:pt x="30" y="35"/>
                    </a:lnTo>
                    <a:close/>
                    <a:moveTo>
                      <a:pt x="34" y="30"/>
                    </a:moveTo>
                    <a:cubicBezTo>
                      <a:pt x="43" y="30"/>
                      <a:pt x="43" y="30"/>
                      <a:pt x="43" y="30"/>
                    </a:cubicBezTo>
                    <a:cubicBezTo>
                      <a:pt x="42" y="27"/>
                      <a:pt x="42" y="27"/>
                      <a:pt x="42" y="27"/>
                    </a:cubicBezTo>
                    <a:cubicBezTo>
                      <a:pt x="34" y="27"/>
                      <a:pt x="34" y="27"/>
                      <a:pt x="34" y="27"/>
                    </a:cubicBezTo>
                    <a:lnTo>
                      <a:pt x="34" y="30"/>
                    </a:lnTo>
                    <a:close/>
                    <a:moveTo>
                      <a:pt x="32" y="28"/>
                    </a:moveTo>
                    <a:cubicBezTo>
                      <a:pt x="32" y="27"/>
                      <a:pt x="31" y="22"/>
                      <a:pt x="25" y="22"/>
                    </a:cubicBezTo>
                    <a:cubicBezTo>
                      <a:pt x="20" y="22"/>
                      <a:pt x="19" y="27"/>
                      <a:pt x="19" y="28"/>
                    </a:cubicBezTo>
                    <a:cubicBezTo>
                      <a:pt x="20" y="28"/>
                      <a:pt x="20" y="28"/>
                      <a:pt x="20" y="28"/>
                    </a:cubicBezTo>
                    <a:cubicBezTo>
                      <a:pt x="20" y="27"/>
                      <a:pt x="21" y="26"/>
                      <a:pt x="21" y="25"/>
                    </a:cubicBezTo>
                    <a:cubicBezTo>
                      <a:pt x="22" y="24"/>
                      <a:pt x="23" y="23"/>
                      <a:pt x="25" y="23"/>
                    </a:cubicBezTo>
                    <a:cubicBezTo>
                      <a:pt x="30" y="23"/>
                      <a:pt x="30" y="27"/>
                      <a:pt x="30" y="29"/>
                    </a:cubicBezTo>
                    <a:lnTo>
                      <a:pt x="32" y="28"/>
                    </a:lnTo>
                    <a:close/>
                    <a:moveTo>
                      <a:pt x="40" y="0"/>
                    </a:moveTo>
                    <a:cubicBezTo>
                      <a:pt x="38" y="0"/>
                      <a:pt x="38" y="0"/>
                      <a:pt x="38" y="0"/>
                    </a:cubicBezTo>
                    <a:cubicBezTo>
                      <a:pt x="38" y="3"/>
                      <a:pt x="38" y="3"/>
                      <a:pt x="38" y="3"/>
                    </a:cubicBezTo>
                    <a:cubicBezTo>
                      <a:pt x="35" y="3"/>
                      <a:pt x="35" y="3"/>
                      <a:pt x="35" y="3"/>
                    </a:cubicBezTo>
                    <a:cubicBezTo>
                      <a:pt x="35" y="0"/>
                      <a:pt x="35" y="0"/>
                      <a:pt x="35" y="0"/>
                    </a:cubicBezTo>
                    <a:cubicBezTo>
                      <a:pt x="31" y="0"/>
                      <a:pt x="31" y="0"/>
                      <a:pt x="31" y="0"/>
                    </a:cubicBezTo>
                    <a:cubicBezTo>
                      <a:pt x="31" y="3"/>
                      <a:pt x="31" y="3"/>
                      <a:pt x="31" y="3"/>
                    </a:cubicBezTo>
                    <a:cubicBezTo>
                      <a:pt x="28" y="3"/>
                      <a:pt x="28" y="3"/>
                      <a:pt x="28" y="3"/>
                    </a:cubicBezTo>
                    <a:cubicBezTo>
                      <a:pt x="28" y="0"/>
                      <a:pt x="28" y="0"/>
                      <a:pt x="28" y="0"/>
                    </a:cubicBezTo>
                    <a:cubicBezTo>
                      <a:pt x="22" y="0"/>
                      <a:pt x="22" y="0"/>
                      <a:pt x="22" y="0"/>
                    </a:cubicBezTo>
                    <a:cubicBezTo>
                      <a:pt x="22" y="3"/>
                      <a:pt x="22" y="3"/>
                      <a:pt x="22" y="3"/>
                    </a:cubicBezTo>
                    <a:cubicBezTo>
                      <a:pt x="19" y="3"/>
                      <a:pt x="19" y="3"/>
                      <a:pt x="19" y="3"/>
                    </a:cubicBezTo>
                    <a:cubicBezTo>
                      <a:pt x="19" y="0"/>
                      <a:pt x="19" y="0"/>
                      <a:pt x="19" y="0"/>
                    </a:cubicBezTo>
                    <a:cubicBezTo>
                      <a:pt x="15" y="0"/>
                      <a:pt x="15" y="0"/>
                      <a:pt x="15" y="0"/>
                    </a:cubicBezTo>
                    <a:cubicBezTo>
                      <a:pt x="15" y="3"/>
                      <a:pt x="15" y="3"/>
                      <a:pt x="15" y="3"/>
                    </a:cubicBezTo>
                    <a:cubicBezTo>
                      <a:pt x="12" y="3"/>
                      <a:pt x="12" y="3"/>
                      <a:pt x="12" y="3"/>
                    </a:cubicBezTo>
                    <a:cubicBezTo>
                      <a:pt x="12" y="0"/>
                      <a:pt x="12" y="0"/>
                      <a:pt x="12" y="0"/>
                    </a:cubicBezTo>
                    <a:cubicBezTo>
                      <a:pt x="10" y="0"/>
                      <a:pt x="10" y="0"/>
                      <a:pt x="10" y="0"/>
                    </a:cubicBezTo>
                    <a:cubicBezTo>
                      <a:pt x="10" y="5"/>
                      <a:pt x="10" y="5"/>
                      <a:pt x="10" y="5"/>
                    </a:cubicBezTo>
                    <a:cubicBezTo>
                      <a:pt x="40" y="5"/>
                      <a:pt x="40" y="5"/>
                      <a:pt x="40" y="5"/>
                    </a:cubicBezTo>
                    <a:lnTo>
                      <a:pt x="40" y="0"/>
                    </a:lnTo>
                    <a:close/>
                    <a:moveTo>
                      <a:pt x="47" y="39"/>
                    </a:moveTo>
                    <a:cubicBezTo>
                      <a:pt x="46" y="37"/>
                      <a:pt x="46" y="37"/>
                      <a:pt x="46" y="37"/>
                    </a:cubicBezTo>
                    <a:cubicBezTo>
                      <a:pt x="45" y="37"/>
                      <a:pt x="45" y="37"/>
                      <a:pt x="45" y="37"/>
                    </a:cubicBezTo>
                    <a:cubicBezTo>
                      <a:pt x="46" y="38"/>
                      <a:pt x="46" y="38"/>
                      <a:pt x="46" y="38"/>
                    </a:cubicBezTo>
                    <a:cubicBezTo>
                      <a:pt x="45" y="38"/>
                      <a:pt x="45" y="38"/>
                      <a:pt x="45" y="38"/>
                    </a:cubicBezTo>
                    <a:cubicBezTo>
                      <a:pt x="45" y="38"/>
                      <a:pt x="45" y="38"/>
                      <a:pt x="45" y="38"/>
                    </a:cubicBezTo>
                    <a:cubicBezTo>
                      <a:pt x="43" y="38"/>
                      <a:pt x="43" y="38"/>
                      <a:pt x="43" y="38"/>
                    </a:cubicBezTo>
                    <a:cubicBezTo>
                      <a:pt x="43" y="38"/>
                      <a:pt x="43" y="38"/>
                      <a:pt x="43" y="38"/>
                    </a:cubicBezTo>
                    <a:cubicBezTo>
                      <a:pt x="43" y="39"/>
                      <a:pt x="43" y="39"/>
                      <a:pt x="43" y="39"/>
                    </a:cubicBezTo>
                    <a:cubicBezTo>
                      <a:pt x="43" y="39"/>
                      <a:pt x="43" y="39"/>
                      <a:pt x="43" y="39"/>
                    </a:cubicBezTo>
                    <a:cubicBezTo>
                      <a:pt x="43" y="39"/>
                      <a:pt x="43" y="39"/>
                      <a:pt x="43" y="39"/>
                    </a:cubicBezTo>
                    <a:cubicBezTo>
                      <a:pt x="43" y="39"/>
                      <a:pt x="43" y="39"/>
                      <a:pt x="43" y="39"/>
                    </a:cubicBezTo>
                    <a:cubicBezTo>
                      <a:pt x="43" y="40"/>
                      <a:pt x="43" y="40"/>
                      <a:pt x="43" y="40"/>
                    </a:cubicBezTo>
                    <a:cubicBezTo>
                      <a:pt x="43" y="40"/>
                      <a:pt x="43" y="40"/>
                      <a:pt x="43" y="40"/>
                    </a:cubicBezTo>
                    <a:cubicBezTo>
                      <a:pt x="45" y="41"/>
                      <a:pt x="45" y="41"/>
                      <a:pt x="45" y="41"/>
                    </a:cubicBezTo>
                    <a:cubicBezTo>
                      <a:pt x="44" y="41"/>
                      <a:pt x="44" y="41"/>
                      <a:pt x="44" y="41"/>
                    </a:cubicBezTo>
                    <a:cubicBezTo>
                      <a:pt x="45" y="41"/>
                      <a:pt x="45" y="41"/>
                      <a:pt x="45" y="41"/>
                    </a:cubicBezTo>
                    <a:cubicBezTo>
                      <a:pt x="46" y="41"/>
                      <a:pt x="46" y="41"/>
                      <a:pt x="46" y="41"/>
                    </a:cubicBezTo>
                    <a:cubicBezTo>
                      <a:pt x="46" y="41"/>
                      <a:pt x="46" y="41"/>
                      <a:pt x="46" y="41"/>
                    </a:cubicBezTo>
                    <a:cubicBezTo>
                      <a:pt x="46" y="41"/>
                      <a:pt x="46" y="41"/>
                      <a:pt x="46" y="41"/>
                    </a:cubicBezTo>
                    <a:cubicBezTo>
                      <a:pt x="46" y="42"/>
                      <a:pt x="46" y="42"/>
                      <a:pt x="46" y="42"/>
                    </a:cubicBezTo>
                    <a:cubicBezTo>
                      <a:pt x="46" y="42"/>
                      <a:pt x="46" y="42"/>
                      <a:pt x="46" y="42"/>
                    </a:cubicBezTo>
                    <a:cubicBezTo>
                      <a:pt x="46" y="42"/>
                      <a:pt x="46" y="42"/>
                      <a:pt x="46" y="42"/>
                    </a:cubicBezTo>
                    <a:cubicBezTo>
                      <a:pt x="47" y="43"/>
                      <a:pt x="47" y="43"/>
                      <a:pt x="47" y="43"/>
                    </a:cubicBezTo>
                    <a:cubicBezTo>
                      <a:pt x="47" y="43"/>
                      <a:pt x="47" y="43"/>
                      <a:pt x="47" y="43"/>
                    </a:cubicBezTo>
                    <a:cubicBezTo>
                      <a:pt x="47" y="43"/>
                      <a:pt x="47" y="43"/>
                      <a:pt x="47" y="43"/>
                    </a:cubicBezTo>
                    <a:cubicBezTo>
                      <a:pt x="47" y="44"/>
                      <a:pt x="47" y="44"/>
                      <a:pt x="47" y="44"/>
                    </a:cubicBezTo>
                    <a:cubicBezTo>
                      <a:pt x="47" y="44"/>
                      <a:pt x="47" y="44"/>
                      <a:pt x="47" y="44"/>
                    </a:cubicBezTo>
                    <a:cubicBezTo>
                      <a:pt x="47" y="44"/>
                      <a:pt x="47" y="44"/>
                      <a:pt x="47" y="44"/>
                    </a:cubicBezTo>
                    <a:cubicBezTo>
                      <a:pt x="48" y="44"/>
                      <a:pt x="49" y="43"/>
                      <a:pt x="50" y="43"/>
                    </a:cubicBezTo>
                    <a:cubicBezTo>
                      <a:pt x="49" y="42"/>
                      <a:pt x="47" y="39"/>
                      <a:pt x="47" y="39"/>
                    </a:cubicBezTo>
                    <a:moveTo>
                      <a:pt x="6" y="39"/>
                    </a:moveTo>
                    <a:cubicBezTo>
                      <a:pt x="7" y="38"/>
                      <a:pt x="7" y="38"/>
                      <a:pt x="7" y="38"/>
                    </a:cubicBezTo>
                    <a:cubicBezTo>
                      <a:pt x="7" y="38"/>
                      <a:pt x="7" y="38"/>
                      <a:pt x="7" y="38"/>
                    </a:cubicBezTo>
                    <a:cubicBezTo>
                      <a:pt x="7" y="39"/>
                      <a:pt x="7" y="39"/>
                      <a:pt x="7" y="39"/>
                    </a:cubicBezTo>
                    <a:cubicBezTo>
                      <a:pt x="7" y="39"/>
                      <a:pt x="7" y="39"/>
                      <a:pt x="7" y="39"/>
                    </a:cubicBezTo>
                    <a:cubicBezTo>
                      <a:pt x="7" y="39"/>
                      <a:pt x="7" y="39"/>
                      <a:pt x="7" y="39"/>
                    </a:cubicBezTo>
                    <a:cubicBezTo>
                      <a:pt x="5" y="41"/>
                      <a:pt x="5" y="41"/>
                      <a:pt x="5" y="41"/>
                    </a:cubicBezTo>
                    <a:cubicBezTo>
                      <a:pt x="6" y="44"/>
                      <a:pt x="6" y="44"/>
                      <a:pt x="6" y="44"/>
                    </a:cubicBezTo>
                    <a:cubicBezTo>
                      <a:pt x="7" y="44"/>
                      <a:pt x="7" y="44"/>
                      <a:pt x="7" y="44"/>
                    </a:cubicBezTo>
                    <a:cubicBezTo>
                      <a:pt x="10" y="42"/>
                      <a:pt x="10" y="42"/>
                      <a:pt x="10" y="42"/>
                    </a:cubicBezTo>
                    <a:cubicBezTo>
                      <a:pt x="10" y="42"/>
                      <a:pt x="10" y="42"/>
                      <a:pt x="10" y="42"/>
                    </a:cubicBezTo>
                    <a:cubicBezTo>
                      <a:pt x="10" y="42"/>
                      <a:pt x="10" y="42"/>
                      <a:pt x="10" y="42"/>
                    </a:cubicBezTo>
                    <a:cubicBezTo>
                      <a:pt x="10" y="42"/>
                      <a:pt x="10" y="42"/>
                      <a:pt x="10" y="42"/>
                    </a:cubicBezTo>
                    <a:cubicBezTo>
                      <a:pt x="10" y="41"/>
                      <a:pt x="10" y="41"/>
                      <a:pt x="10" y="41"/>
                    </a:cubicBezTo>
                    <a:cubicBezTo>
                      <a:pt x="11" y="41"/>
                      <a:pt x="11" y="41"/>
                      <a:pt x="11" y="41"/>
                    </a:cubicBezTo>
                    <a:cubicBezTo>
                      <a:pt x="12" y="40"/>
                      <a:pt x="12" y="40"/>
                      <a:pt x="12" y="40"/>
                    </a:cubicBezTo>
                    <a:cubicBezTo>
                      <a:pt x="13" y="39"/>
                      <a:pt x="13" y="39"/>
                      <a:pt x="13" y="39"/>
                    </a:cubicBezTo>
                    <a:cubicBezTo>
                      <a:pt x="13" y="39"/>
                      <a:pt x="13" y="39"/>
                      <a:pt x="13" y="39"/>
                    </a:cubicBezTo>
                    <a:cubicBezTo>
                      <a:pt x="13" y="38"/>
                      <a:pt x="13" y="38"/>
                      <a:pt x="13" y="38"/>
                    </a:cubicBezTo>
                    <a:cubicBezTo>
                      <a:pt x="13" y="39"/>
                      <a:pt x="13" y="39"/>
                      <a:pt x="13" y="39"/>
                    </a:cubicBezTo>
                    <a:cubicBezTo>
                      <a:pt x="13" y="40"/>
                      <a:pt x="13" y="40"/>
                      <a:pt x="13" y="40"/>
                    </a:cubicBezTo>
                    <a:cubicBezTo>
                      <a:pt x="14" y="41"/>
                      <a:pt x="14" y="41"/>
                      <a:pt x="14" y="41"/>
                    </a:cubicBezTo>
                    <a:cubicBezTo>
                      <a:pt x="14" y="41"/>
                      <a:pt x="14" y="41"/>
                      <a:pt x="14" y="41"/>
                    </a:cubicBezTo>
                    <a:cubicBezTo>
                      <a:pt x="14" y="41"/>
                      <a:pt x="14" y="41"/>
                      <a:pt x="14" y="41"/>
                    </a:cubicBezTo>
                    <a:cubicBezTo>
                      <a:pt x="14" y="42"/>
                      <a:pt x="14" y="42"/>
                      <a:pt x="14" y="42"/>
                    </a:cubicBezTo>
                    <a:cubicBezTo>
                      <a:pt x="14" y="42"/>
                      <a:pt x="14" y="42"/>
                      <a:pt x="14" y="42"/>
                    </a:cubicBezTo>
                    <a:cubicBezTo>
                      <a:pt x="14" y="42"/>
                      <a:pt x="14" y="42"/>
                      <a:pt x="14" y="42"/>
                    </a:cubicBezTo>
                    <a:cubicBezTo>
                      <a:pt x="15" y="43"/>
                      <a:pt x="15" y="43"/>
                      <a:pt x="15" y="43"/>
                    </a:cubicBezTo>
                    <a:cubicBezTo>
                      <a:pt x="16" y="43"/>
                      <a:pt x="16" y="43"/>
                      <a:pt x="16" y="43"/>
                    </a:cubicBezTo>
                    <a:cubicBezTo>
                      <a:pt x="17" y="43"/>
                      <a:pt x="17" y="43"/>
                      <a:pt x="17" y="43"/>
                    </a:cubicBezTo>
                    <a:cubicBezTo>
                      <a:pt x="17" y="43"/>
                      <a:pt x="17" y="43"/>
                      <a:pt x="17" y="43"/>
                    </a:cubicBezTo>
                    <a:cubicBezTo>
                      <a:pt x="17" y="43"/>
                      <a:pt x="17" y="43"/>
                      <a:pt x="17" y="43"/>
                    </a:cubicBezTo>
                    <a:cubicBezTo>
                      <a:pt x="18" y="44"/>
                      <a:pt x="18" y="44"/>
                      <a:pt x="18" y="44"/>
                    </a:cubicBezTo>
                    <a:cubicBezTo>
                      <a:pt x="18" y="44"/>
                      <a:pt x="18" y="44"/>
                      <a:pt x="18" y="44"/>
                    </a:cubicBezTo>
                    <a:cubicBezTo>
                      <a:pt x="18" y="44"/>
                      <a:pt x="18" y="44"/>
                      <a:pt x="18" y="44"/>
                    </a:cubicBezTo>
                    <a:cubicBezTo>
                      <a:pt x="18" y="44"/>
                      <a:pt x="18" y="44"/>
                      <a:pt x="18" y="44"/>
                    </a:cubicBezTo>
                    <a:cubicBezTo>
                      <a:pt x="19" y="44"/>
                      <a:pt x="19" y="44"/>
                      <a:pt x="19" y="44"/>
                    </a:cubicBezTo>
                    <a:cubicBezTo>
                      <a:pt x="19" y="44"/>
                      <a:pt x="19" y="44"/>
                      <a:pt x="19" y="44"/>
                    </a:cubicBezTo>
                    <a:cubicBezTo>
                      <a:pt x="19" y="43"/>
                      <a:pt x="19" y="43"/>
                      <a:pt x="19" y="43"/>
                    </a:cubicBezTo>
                    <a:cubicBezTo>
                      <a:pt x="19" y="43"/>
                      <a:pt x="19" y="43"/>
                      <a:pt x="19" y="43"/>
                    </a:cubicBezTo>
                    <a:cubicBezTo>
                      <a:pt x="20" y="42"/>
                      <a:pt x="20" y="42"/>
                      <a:pt x="20" y="42"/>
                    </a:cubicBezTo>
                    <a:cubicBezTo>
                      <a:pt x="19" y="41"/>
                      <a:pt x="19" y="41"/>
                      <a:pt x="19" y="41"/>
                    </a:cubicBezTo>
                    <a:cubicBezTo>
                      <a:pt x="19" y="41"/>
                      <a:pt x="19" y="41"/>
                      <a:pt x="19" y="41"/>
                    </a:cubicBezTo>
                    <a:cubicBezTo>
                      <a:pt x="19" y="41"/>
                      <a:pt x="19" y="41"/>
                      <a:pt x="19" y="41"/>
                    </a:cubicBezTo>
                    <a:cubicBezTo>
                      <a:pt x="20" y="39"/>
                      <a:pt x="20" y="39"/>
                      <a:pt x="20" y="39"/>
                    </a:cubicBezTo>
                    <a:cubicBezTo>
                      <a:pt x="20" y="38"/>
                      <a:pt x="20" y="38"/>
                      <a:pt x="20" y="38"/>
                    </a:cubicBezTo>
                    <a:cubicBezTo>
                      <a:pt x="20" y="38"/>
                      <a:pt x="20" y="38"/>
                      <a:pt x="20" y="38"/>
                    </a:cubicBezTo>
                    <a:cubicBezTo>
                      <a:pt x="19" y="38"/>
                      <a:pt x="19" y="38"/>
                      <a:pt x="19" y="38"/>
                    </a:cubicBezTo>
                    <a:cubicBezTo>
                      <a:pt x="18" y="38"/>
                      <a:pt x="18" y="38"/>
                      <a:pt x="18" y="38"/>
                    </a:cubicBezTo>
                    <a:cubicBezTo>
                      <a:pt x="18" y="38"/>
                      <a:pt x="18" y="38"/>
                      <a:pt x="18" y="38"/>
                    </a:cubicBezTo>
                    <a:cubicBezTo>
                      <a:pt x="18" y="39"/>
                      <a:pt x="18" y="39"/>
                      <a:pt x="18" y="39"/>
                    </a:cubicBezTo>
                    <a:cubicBezTo>
                      <a:pt x="18" y="39"/>
                      <a:pt x="18" y="39"/>
                      <a:pt x="18" y="39"/>
                    </a:cubicBezTo>
                    <a:cubicBezTo>
                      <a:pt x="17" y="39"/>
                      <a:pt x="16" y="39"/>
                      <a:pt x="15" y="39"/>
                    </a:cubicBezTo>
                    <a:cubicBezTo>
                      <a:pt x="14" y="39"/>
                      <a:pt x="14" y="39"/>
                      <a:pt x="14" y="39"/>
                    </a:cubicBezTo>
                    <a:cubicBezTo>
                      <a:pt x="14" y="39"/>
                      <a:pt x="14" y="39"/>
                      <a:pt x="14" y="39"/>
                    </a:cubicBezTo>
                    <a:cubicBezTo>
                      <a:pt x="14" y="39"/>
                      <a:pt x="14" y="39"/>
                      <a:pt x="14" y="39"/>
                    </a:cubicBezTo>
                    <a:cubicBezTo>
                      <a:pt x="13" y="38"/>
                      <a:pt x="12" y="38"/>
                      <a:pt x="11"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9" y="38"/>
                      <a:pt x="8" y="37"/>
                      <a:pt x="7" y="37"/>
                    </a:cubicBezTo>
                    <a:cubicBezTo>
                      <a:pt x="7" y="37"/>
                      <a:pt x="7" y="37"/>
                      <a:pt x="7" y="37"/>
                    </a:cubicBezTo>
                    <a:cubicBezTo>
                      <a:pt x="7" y="37"/>
                      <a:pt x="7" y="37"/>
                      <a:pt x="7" y="37"/>
                    </a:cubicBezTo>
                    <a:cubicBezTo>
                      <a:pt x="6" y="37"/>
                      <a:pt x="6" y="37"/>
                      <a:pt x="6" y="37"/>
                    </a:cubicBezTo>
                    <a:cubicBezTo>
                      <a:pt x="5" y="37"/>
                      <a:pt x="5" y="37"/>
                      <a:pt x="5" y="37"/>
                    </a:cubicBezTo>
                    <a:cubicBezTo>
                      <a:pt x="5" y="37"/>
                      <a:pt x="5" y="37"/>
                      <a:pt x="5" y="37"/>
                    </a:cubicBezTo>
                    <a:cubicBezTo>
                      <a:pt x="5" y="37"/>
                      <a:pt x="5" y="37"/>
                      <a:pt x="5" y="37"/>
                    </a:cubicBezTo>
                    <a:cubicBezTo>
                      <a:pt x="5" y="37"/>
                      <a:pt x="4" y="38"/>
                      <a:pt x="3" y="39"/>
                    </a:cubicBezTo>
                    <a:cubicBezTo>
                      <a:pt x="2" y="40"/>
                      <a:pt x="1" y="42"/>
                      <a:pt x="0" y="42"/>
                    </a:cubicBezTo>
                    <a:cubicBezTo>
                      <a:pt x="1" y="43"/>
                      <a:pt x="1" y="43"/>
                      <a:pt x="1" y="43"/>
                    </a:cubicBezTo>
                    <a:cubicBezTo>
                      <a:pt x="1" y="43"/>
                      <a:pt x="1" y="43"/>
                      <a:pt x="1" y="43"/>
                    </a:cubicBezTo>
                    <a:cubicBezTo>
                      <a:pt x="2" y="43"/>
                      <a:pt x="3" y="42"/>
                      <a:pt x="4" y="41"/>
                    </a:cubicBezTo>
                    <a:lnTo>
                      <a:pt x="6" y="39"/>
                    </a:lnTo>
                    <a:close/>
                    <a:moveTo>
                      <a:pt x="26" y="10"/>
                    </a:moveTo>
                    <a:cubicBezTo>
                      <a:pt x="32" y="10"/>
                      <a:pt x="32" y="10"/>
                      <a:pt x="32" y="10"/>
                    </a:cubicBezTo>
                    <a:cubicBezTo>
                      <a:pt x="32" y="9"/>
                      <a:pt x="32" y="9"/>
                      <a:pt x="32" y="9"/>
                    </a:cubicBezTo>
                    <a:cubicBezTo>
                      <a:pt x="26" y="9"/>
                      <a:pt x="26" y="9"/>
                      <a:pt x="26" y="9"/>
                    </a:cubicBezTo>
                    <a:lnTo>
                      <a:pt x="26" y="10"/>
                    </a:lnTo>
                    <a:close/>
                    <a:moveTo>
                      <a:pt x="29" y="14"/>
                    </a:moveTo>
                    <a:cubicBezTo>
                      <a:pt x="36" y="14"/>
                      <a:pt x="36" y="14"/>
                      <a:pt x="36" y="14"/>
                    </a:cubicBezTo>
                    <a:cubicBezTo>
                      <a:pt x="36" y="11"/>
                      <a:pt x="36" y="11"/>
                      <a:pt x="36" y="11"/>
                    </a:cubicBezTo>
                    <a:cubicBezTo>
                      <a:pt x="29" y="11"/>
                      <a:pt x="29" y="11"/>
                      <a:pt x="29" y="11"/>
                    </a:cubicBezTo>
                    <a:lnTo>
                      <a:pt x="29" y="14"/>
                    </a:lnTo>
                    <a:close/>
                    <a:moveTo>
                      <a:pt x="26" y="17"/>
                    </a:moveTo>
                    <a:cubicBezTo>
                      <a:pt x="32" y="17"/>
                      <a:pt x="32" y="17"/>
                      <a:pt x="32" y="17"/>
                    </a:cubicBezTo>
                    <a:cubicBezTo>
                      <a:pt x="32" y="15"/>
                      <a:pt x="32" y="15"/>
                      <a:pt x="32" y="15"/>
                    </a:cubicBezTo>
                    <a:cubicBezTo>
                      <a:pt x="26" y="15"/>
                      <a:pt x="26" y="15"/>
                      <a:pt x="26" y="15"/>
                    </a:cubicBezTo>
                    <a:lnTo>
                      <a:pt x="26" y="17"/>
                    </a:lnTo>
                    <a:close/>
                    <a:moveTo>
                      <a:pt x="37" y="17"/>
                    </a:moveTo>
                    <a:cubicBezTo>
                      <a:pt x="29" y="17"/>
                      <a:pt x="29" y="17"/>
                      <a:pt x="29" y="17"/>
                    </a:cubicBezTo>
                    <a:cubicBezTo>
                      <a:pt x="29" y="20"/>
                      <a:pt x="29" y="20"/>
                      <a:pt x="29" y="20"/>
                    </a:cubicBezTo>
                    <a:cubicBezTo>
                      <a:pt x="37" y="20"/>
                      <a:pt x="37" y="20"/>
                      <a:pt x="37" y="20"/>
                    </a:cubicBezTo>
                    <a:lnTo>
                      <a:pt x="37" y="17"/>
                    </a:lnTo>
                    <a:close/>
                    <a:moveTo>
                      <a:pt x="29" y="17"/>
                    </a:moveTo>
                    <a:cubicBezTo>
                      <a:pt x="22" y="17"/>
                      <a:pt x="22" y="17"/>
                      <a:pt x="22" y="17"/>
                    </a:cubicBezTo>
                    <a:cubicBezTo>
                      <a:pt x="22" y="20"/>
                      <a:pt x="22" y="20"/>
                      <a:pt x="22" y="20"/>
                    </a:cubicBezTo>
                    <a:cubicBezTo>
                      <a:pt x="29" y="20"/>
                      <a:pt x="29" y="20"/>
                      <a:pt x="29" y="20"/>
                    </a:cubicBezTo>
                    <a:lnTo>
                      <a:pt x="29" y="17"/>
                    </a:lnTo>
                    <a:close/>
                    <a:moveTo>
                      <a:pt x="26" y="22"/>
                    </a:moveTo>
                    <a:cubicBezTo>
                      <a:pt x="28" y="22"/>
                      <a:pt x="29" y="23"/>
                      <a:pt x="30" y="24"/>
                    </a:cubicBezTo>
                    <a:cubicBezTo>
                      <a:pt x="33" y="24"/>
                      <a:pt x="33" y="24"/>
                      <a:pt x="33" y="24"/>
                    </a:cubicBezTo>
                    <a:cubicBezTo>
                      <a:pt x="33" y="21"/>
                      <a:pt x="33" y="21"/>
                      <a:pt x="33" y="21"/>
                    </a:cubicBezTo>
                    <a:cubicBezTo>
                      <a:pt x="26" y="21"/>
                      <a:pt x="26" y="21"/>
                      <a:pt x="26" y="21"/>
                    </a:cubicBezTo>
                    <a:lnTo>
                      <a:pt x="26" y="22"/>
                    </a:lnTo>
                    <a:close/>
                    <a:moveTo>
                      <a:pt x="19" y="10"/>
                    </a:moveTo>
                    <a:cubicBezTo>
                      <a:pt x="25" y="10"/>
                      <a:pt x="25" y="10"/>
                      <a:pt x="25" y="10"/>
                    </a:cubicBezTo>
                    <a:cubicBezTo>
                      <a:pt x="25" y="9"/>
                      <a:pt x="25" y="9"/>
                      <a:pt x="25" y="9"/>
                    </a:cubicBezTo>
                    <a:cubicBezTo>
                      <a:pt x="19" y="9"/>
                      <a:pt x="19" y="9"/>
                      <a:pt x="19" y="9"/>
                    </a:cubicBezTo>
                    <a:lnTo>
                      <a:pt x="19" y="10"/>
                    </a:lnTo>
                    <a:close/>
                    <a:moveTo>
                      <a:pt x="42" y="43"/>
                    </a:moveTo>
                    <a:cubicBezTo>
                      <a:pt x="42" y="43"/>
                      <a:pt x="42" y="43"/>
                      <a:pt x="42" y="43"/>
                    </a:cubicBezTo>
                    <a:cubicBezTo>
                      <a:pt x="43" y="43"/>
                      <a:pt x="43" y="43"/>
                      <a:pt x="43" y="43"/>
                    </a:cubicBezTo>
                    <a:cubicBezTo>
                      <a:pt x="44" y="41"/>
                      <a:pt x="44" y="41"/>
                      <a:pt x="44" y="41"/>
                    </a:cubicBezTo>
                    <a:cubicBezTo>
                      <a:pt x="44" y="41"/>
                      <a:pt x="44" y="41"/>
                      <a:pt x="44" y="41"/>
                    </a:cubicBezTo>
                    <a:cubicBezTo>
                      <a:pt x="44" y="41"/>
                      <a:pt x="44" y="41"/>
                      <a:pt x="44" y="41"/>
                    </a:cubicBezTo>
                    <a:cubicBezTo>
                      <a:pt x="43" y="41"/>
                      <a:pt x="43" y="41"/>
                      <a:pt x="43" y="41"/>
                    </a:cubicBezTo>
                    <a:cubicBezTo>
                      <a:pt x="43" y="41"/>
                      <a:pt x="43" y="41"/>
                      <a:pt x="43" y="41"/>
                    </a:cubicBezTo>
                    <a:cubicBezTo>
                      <a:pt x="43" y="41"/>
                      <a:pt x="43" y="41"/>
                      <a:pt x="43" y="41"/>
                    </a:cubicBezTo>
                    <a:cubicBezTo>
                      <a:pt x="43" y="41"/>
                      <a:pt x="43" y="41"/>
                      <a:pt x="43" y="41"/>
                    </a:cubicBezTo>
                    <a:cubicBezTo>
                      <a:pt x="42" y="42"/>
                      <a:pt x="42" y="42"/>
                      <a:pt x="42" y="42"/>
                    </a:cubicBezTo>
                    <a:cubicBezTo>
                      <a:pt x="42" y="42"/>
                      <a:pt x="42" y="42"/>
                      <a:pt x="42" y="42"/>
                    </a:cubicBezTo>
                    <a:cubicBezTo>
                      <a:pt x="42" y="42"/>
                      <a:pt x="42" y="42"/>
                      <a:pt x="42" y="42"/>
                    </a:cubicBezTo>
                    <a:cubicBezTo>
                      <a:pt x="42" y="43"/>
                      <a:pt x="42" y="43"/>
                      <a:pt x="42" y="43"/>
                    </a:cubicBezTo>
                    <a:close/>
                    <a:moveTo>
                      <a:pt x="20" y="31"/>
                    </a:moveTo>
                    <a:cubicBezTo>
                      <a:pt x="8" y="31"/>
                      <a:pt x="8" y="31"/>
                      <a:pt x="8" y="31"/>
                    </a:cubicBezTo>
                    <a:cubicBezTo>
                      <a:pt x="7" y="35"/>
                      <a:pt x="7" y="35"/>
                      <a:pt x="7" y="35"/>
                    </a:cubicBezTo>
                    <a:cubicBezTo>
                      <a:pt x="20" y="35"/>
                      <a:pt x="20" y="35"/>
                      <a:pt x="20" y="35"/>
                    </a:cubicBezTo>
                    <a:lnTo>
                      <a:pt x="20" y="31"/>
                    </a:lnTo>
                    <a:close/>
                    <a:moveTo>
                      <a:pt x="38" y="27"/>
                    </a:moveTo>
                    <a:cubicBezTo>
                      <a:pt x="42" y="27"/>
                      <a:pt x="42" y="27"/>
                      <a:pt x="42" y="27"/>
                    </a:cubicBezTo>
                    <a:cubicBezTo>
                      <a:pt x="41" y="24"/>
                      <a:pt x="41" y="24"/>
                      <a:pt x="41" y="24"/>
                    </a:cubicBezTo>
                    <a:cubicBezTo>
                      <a:pt x="38" y="24"/>
                      <a:pt x="38" y="24"/>
                      <a:pt x="38" y="24"/>
                    </a:cubicBezTo>
                    <a:lnTo>
                      <a:pt x="38" y="27"/>
                    </a:lnTo>
                    <a:close/>
                    <a:moveTo>
                      <a:pt x="12" y="24"/>
                    </a:moveTo>
                    <a:cubicBezTo>
                      <a:pt x="9" y="24"/>
                      <a:pt x="9" y="24"/>
                      <a:pt x="9" y="24"/>
                    </a:cubicBezTo>
                    <a:cubicBezTo>
                      <a:pt x="9" y="27"/>
                      <a:pt x="9" y="27"/>
                      <a:pt x="9" y="27"/>
                    </a:cubicBezTo>
                    <a:cubicBezTo>
                      <a:pt x="12" y="27"/>
                      <a:pt x="12" y="27"/>
                      <a:pt x="12" y="27"/>
                    </a:cubicBezTo>
                    <a:lnTo>
                      <a:pt x="12" y="24"/>
                    </a:lnTo>
                    <a:close/>
                    <a:moveTo>
                      <a:pt x="16" y="27"/>
                    </a:moveTo>
                    <a:cubicBezTo>
                      <a:pt x="9" y="27"/>
                      <a:pt x="9" y="27"/>
                      <a:pt x="9" y="27"/>
                    </a:cubicBezTo>
                    <a:cubicBezTo>
                      <a:pt x="8" y="30"/>
                      <a:pt x="8" y="30"/>
                      <a:pt x="8" y="30"/>
                    </a:cubicBezTo>
                    <a:cubicBezTo>
                      <a:pt x="16" y="30"/>
                      <a:pt x="16" y="30"/>
                      <a:pt x="16" y="30"/>
                    </a:cubicBezTo>
                    <a:lnTo>
                      <a:pt x="16" y="27"/>
                    </a:lnTo>
                    <a:close/>
                    <a:moveTo>
                      <a:pt x="7" y="37"/>
                    </a:moveTo>
                    <a:cubicBezTo>
                      <a:pt x="7" y="37"/>
                      <a:pt x="7" y="37"/>
                      <a:pt x="7" y="37"/>
                    </a:cubicBezTo>
                    <a:cubicBezTo>
                      <a:pt x="7" y="37"/>
                      <a:pt x="7" y="37"/>
                      <a:pt x="7" y="37"/>
                    </a:cubicBezTo>
                    <a:cubicBezTo>
                      <a:pt x="8" y="37"/>
                      <a:pt x="9" y="37"/>
                      <a:pt x="10" y="37"/>
                    </a:cubicBezTo>
                    <a:cubicBezTo>
                      <a:pt x="10" y="37"/>
                      <a:pt x="10" y="37"/>
                      <a:pt x="10" y="37"/>
                    </a:cubicBezTo>
                    <a:cubicBezTo>
                      <a:pt x="10" y="37"/>
                      <a:pt x="10" y="37"/>
                      <a:pt x="10" y="37"/>
                    </a:cubicBezTo>
                    <a:cubicBezTo>
                      <a:pt x="10" y="37"/>
                      <a:pt x="10" y="37"/>
                      <a:pt x="10" y="37"/>
                    </a:cubicBezTo>
                    <a:cubicBezTo>
                      <a:pt x="10" y="38"/>
                      <a:pt x="10" y="38"/>
                      <a:pt x="10" y="38"/>
                    </a:cubicBezTo>
                    <a:cubicBezTo>
                      <a:pt x="11" y="38"/>
                      <a:pt x="11" y="38"/>
                      <a:pt x="11" y="38"/>
                    </a:cubicBezTo>
                    <a:cubicBezTo>
                      <a:pt x="12" y="38"/>
                      <a:pt x="13" y="38"/>
                      <a:pt x="14" y="38"/>
                    </a:cubicBezTo>
                    <a:cubicBezTo>
                      <a:pt x="15" y="38"/>
                      <a:pt x="15" y="38"/>
                      <a:pt x="15" y="38"/>
                    </a:cubicBezTo>
                    <a:cubicBezTo>
                      <a:pt x="16" y="38"/>
                      <a:pt x="17" y="38"/>
                      <a:pt x="18" y="38"/>
                    </a:cubicBezTo>
                    <a:cubicBezTo>
                      <a:pt x="18" y="38"/>
                      <a:pt x="18" y="38"/>
                      <a:pt x="18" y="38"/>
                    </a:cubicBezTo>
                    <a:cubicBezTo>
                      <a:pt x="19" y="38"/>
                      <a:pt x="19" y="38"/>
                      <a:pt x="19" y="38"/>
                    </a:cubicBezTo>
                    <a:cubicBezTo>
                      <a:pt x="19" y="38"/>
                      <a:pt x="19" y="38"/>
                      <a:pt x="19" y="38"/>
                    </a:cubicBezTo>
                    <a:cubicBezTo>
                      <a:pt x="19" y="37"/>
                      <a:pt x="19" y="37"/>
                      <a:pt x="19" y="37"/>
                    </a:cubicBezTo>
                    <a:cubicBezTo>
                      <a:pt x="20" y="37"/>
                      <a:pt x="20" y="37"/>
                      <a:pt x="20" y="37"/>
                    </a:cubicBezTo>
                    <a:cubicBezTo>
                      <a:pt x="22" y="38"/>
                      <a:pt x="24" y="38"/>
                      <a:pt x="27" y="38"/>
                    </a:cubicBezTo>
                    <a:cubicBezTo>
                      <a:pt x="28" y="38"/>
                      <a:pt x="28" y="38"/>
                      <a:pt x="28" y="38"/>
                    </a:cubicBezTo>
                    <a:cubicBezTo>
                      <a:pt x="29" y="38"/>
                      <a:pt x="30" y="38"/>
                      <a:pt x="32" y="38"/>
                    </a:cubicBezTo>
                    <a:cubicBezTo>
                      <a:pt x="32" y="38"/>
                      <a:pt x="32" y="38"/>
                      <a:pt x="32" y="38"/>
                    </a:cubicBezTo>
                    <a:cubicBezTo>
                      <a:pt x="32" y="38"/>
                      <a:pt x="32" y="38"/>
                      <a:pt x="32" y="38"/>
                    </a:cubicBezTo>
                    <a:cubicBezTo>
                      <a:pt x="33" y="38"/>
                      <a:pt x="33" y="38"/>
                      <a:pt x="33" y="38"/>
                    </a:cubicBezTo>
                    <a:cubicBezTo>
                      <a:pt x="33" y="38"/>
                      <a:pt x="33" y="38"/>
                      <a:pt x="33" y="38"/>
                    </a:cubicBezTo>
                    <a:cubicBezTo>
                      <a:pt x="33" y="38"/>
                      <a:pt x="33" y="38"/>
                      <a:pt x="33" y="38"/>
                    </a:cubicBezTo>
                    <a:cubicBezTo>
                      <a:pt x="34" y="38"/>
                      <a:pt x="34" y="38"/>
                      <a:pt x="34" y="38"/>
                    </a:cubicBezTo>
                    <a:cubicBezTo>
                      <a:pt x="36" y="38"/>
                      <a:pt x="36" y="38"/>
                      <a:pt x="36" y="38"/>
                    </a:cubicBezTo>
                    <a:cubicBezTo>
                      <a:pt x="36" y="38"/>
                      <a:pt x="36" y="38"/>
                      <a:pt x="36" y="38"/>
                    </a:cubicBezTo>
                    <a:cubicBezTo>
                      <a:pt x="36" y="38"/>
                      <a:pt x="36" y="38"/>
                      <a:pt x="36" y="38"/>
                    </a:cubicBezTo>
                    <a:cubicBezTo>
                      <a:pt x="39" y="38"/>
                      <a:pt x="39" y="38"/>
                      <a:pt x="39" y="38"/>
                    </a:cubicBezTo>
                    <a:cubicBezTo>
                      <a:pt x="45" y="38"/>
                      <a:pt x="45" y="38"/>
                      <a:pt x="45" y="38"/>
                    </a:cubicBezTo>
                    <a:cubicBezTo>
                      <a:pt x="45" y="37"/>
                      <a:pt x="45" y="37"/>
                      <a:pt x="45" y="37"/>
                    </a:cubicBezTo>
                    <a:cubicBezTo>
                      <a:pt x="44" y="36"/>
                      <a:pt x="44" y="36"/>
                      <a:pt x="44" y="36"/>
                    </a:cubicBezTo>
                    <a:cubicBezTo>
                      <a:pt x="44" y="36"/>
                      <a:pt x="44" y="36"/>
                      <a:pt x="44" y="36"/>
                    </a:cubicBezTo>
                    <a:cubicBezTo>
                      <a:pt x="33" y="36"/>
                      <a:pt x="33" y="36"/>
                      <a:pt x="33" y="36"/>
                    </a:cubicBezTo>
                    <a:cubicBezTo>
                      <a:pt x="7" y="36"/>
                      <a:pt x="7" y="36"/>
                      <a:pt x="7" y="36"/>
                    </a:cubicBezTo>
                    <a:cubicBezTo>
                      <a:pt x="6" y="36"/>
                      <a:pt x="6" y="36"/>
                      <a:pt x="6" y="36"/>
                    </a:cubicBezTo>
                    <a:cubicBezTo>
                      <a:pt x="7" y="36"/>
                      <a:pt x="7" y="36"/>
                      <a:pt x="7" y="36"/>
                    </a:cubicBezTo>
                    <a:lnTo>
                      <a:pt x="7" y="37"/>
                    </a:lnTo>
                    <a:close/>
                    <a:moveTo>
                      <a:pt x="43" y="40"/>
                    </a:moveTo>
                    <a:cubicBezTo>
                      <a:pt x="42" y="39"/>
                      <a:pt x="42" y="39"/>
                      <a:pt x="42" y="39"/>
                    </a:cubicBezTo>
                    <a:cubicBezTo>
                      <a:pt x="42" y="39"/>
                      <a:pt x="42" y="39"/>
                      <a:pt x="42" y="39"/>
                    </a:cubicBezTo>
                    <a:cubicBezTo>
                      <a:pt x="42" y="38"/>
                      <a:pt x="42" y="38"/>
                      <a:pt x="42" y="38"/>
                    </a:cubicBezTo>
                    <a:cubicBezTo>
                      <a:pt x="42" y="38"/>
                      <a:pt x="42" y="38"/>
                      <a:pt x="42" y="38"/>
                    </a:cubicBezTo>
                    <a:cubicBezTo>
                      <a:pt x="39" y="38"/>
                      <a:pt x="39" y="38"/>
                      <a:pt x="39" y="38"/>
                    </a:cubicBezTo>
                    <a:cubicBezTo>
                      <a:pt x="36" y="38"/>
                      <a:pt x="36" y="38"/>
                      <a:pt x="36" y="38"/>
                    </a:cubicBezTo>
                    <a:cubicBezTo>
                      <a:pt x="37" y="39"/>
                      <a:pt x="37" y="39"/>
                      <a:pt x="37" y="39"/>
                    </a:cubicBezTo>
                    <a:cubicBezTo>
                      <a:pt x="38" y="39"/>
                      <a:pt x="38" y="39"/>
                      <a:pt x="38" y="39"/>
                    </a:cubicBezTo>
                    <a:cubicBezTo>
                      <a:pt x="38" y="39"/>
                      <a:pt x="38" y="39"/>
                      <a:pt x="38" y="39"/>
                    </a:cubicBezTo>
                    <a:cubicBezTo>
                      <a:pt x="38" y="39"/>
                      <a:pt x="38" y="39"/>
                      <a:pt x="38" y="39"/>
                    </a:cubicBezTo>
                    <a:cubicBezTo>
                      <a:pt x="38" y="40"/>
                      <a:pt x="38" y="40"/>
                      <a:pt x="38" y="40"/>
                    </a:cubicBezTo>
                    <a:cubicBezTo>
                      <a:pt x="38" y="40"/>
                      <a:pt x="38" y="40"/>
                      <a:pt x="38" y="40"/>
                    </a:cubicBezTo>
                    <a:cubicBezTo>
                      <a:pt x="38" y="40"/>
                      <a:pt x="38" y="40"/>
                      <a:pt x="38" y="40"/>
                    </a:cubicBezTo>
                    <a:cubicBezTo>
                      <a:pt x="39" y="41"/>
                      <a:pt x="39" y="41"/>
                      <a:pt x="39" y="41"/>
                    </a:cubicBezTo>
                    <a:cubicBezTo>
                      <a:pt x="39" y="41"/>
                      <a:pt x="39" y="41"/>
                      <a:pt x="39" y="41"/>
                    </a:cubicBezTo>
                    <a:cubicBezTo>
                      <a:pt x="39" y="42"/>
                      <a:pt x="39" y="42"/>
                      <a:pt x="39" y="42"/>
                    </a:cubicBezTo>
                    <a:cubicBezTo>
                      <a:pt x="39" y="42"/>
                      <a:pt x="39" y="42"/>
                      <a:pt x="39" y="42"/>
                    </a:cubicBezTo>
                    <a:cubicBezTo>
                      <a:pt x="40" y="42"/>
                      <a:pt x="40" y="42"/>
                      <a:pt x="40" y="42"/>
                    </a:cubicBezTo>
                    <a:cubicBezTo>
                      <a:pt x="40" y="42"/>
                      <a:pt x="40" y="42"/>
                      <a:pt x="40" y="42"/>
                    </a:cubicBezTo>
                    <a:cubicBezTo>
                      <a:pt x="40" y="42"/>
                      <a:pt x="40" y="42"/>
                      <a:pt x="40" y="42"/>
                    </a:cubicBezTo>
                    <a:cubicBezTo>
                      <a:pt x="40" y="42"/>
                      <a:pt x="40" y="42"/>
                      <a:pt x="40" y="42"/>
                    </a:cubicBezTo>
                    <a:cubicBezTo>
                      <a:pt x="40" y="42"/>
                      <a:pt x="40" y="42"/>
                      <a:pt x="40" y="42"/>
                    </a:cubicBezTo>
                    <a:cubicBezTo>
                      <a:pt x="41" y="42"/>
                      <a:pt x="41" y="42"/>
                      <a:pt x="41" y="42"/>
                    </a:cubicBezTo>
                    <a:cubicBezTo>
                      <a:pt x="41" y="42"/>
                      <a:pt x="41" y="42"/>
                      <a:pt x="41" y="42"/>
                    </a:cubicBezTo>
                    <a:cubicBezTo>
                      <a:pt x="41" y="42"/>
                      <a:pt x="41" y="42"/>
                      <a:pt x="41" y="42"/>
                    </a:cubicBezTo>
                    <a:cubicBezTo>
                      <a:pt x="41" y="42"/>
                      <a:pt x="41" y="42"/>
                      <a:pt x="41" y="42"/>
                    </a:cubicBezTo>
                    <a:cubicBezTo>
                      <a:pt x="42" y="41"/>
                      <a:pt x="42" y="41"/>
                      <a:pt x="42" y="41"/>
                    </a:cubicBezTo>
                    <a:cubicBezTo>
                      <a:pt x="42" y="41"/>
                      <a:pt x="42" y="41"/>
                      <a:pt x="42" y="41"/>
                    </a:cubicBezTo>
                    <a:cubicBezTo>
                      <a:pt x="42" y="41"/>
                      <a:pt x="42" y="41"/>
                      <a:pt x="42" y="41"/>
                    </a:cubicBezTo>
                    <a:cubicBezTo>
                      <a:pt x="43" y="41"/>
                      <a:pt x="43" y="41"/>
                      <a:pt x="43" y="41"/>
                    </a:cubicBezTo>
                    <a:cubicBezTo>
                      <a:pt x="43" y="40"/>
                      <a:pt x="43" y="40"/>
                      <a:pt x="43" y="40"/>
                    </a:cubicBezTo>
                    <a:close/>
                    <a:moveTo>
                      <a:pt x="29" y="40"/>
                    </a:moveTo>
                    <a:cubicBezTo>
                      <a:pt x="30" y="40"/>
                      <a:pt x="30" y="40"/>
                      <a:pt x="30" y="40"/>
                    </a:cubicBezTo>
                    <a:cubicBezTo>
                      <a:pt x="30" y="40"/>
                      <a:pt x="30" y="40"/>
                      <a:pt x="30" y="40"/>
                    </a:cubicBezTo>
                    <a:cubicBezTo>
                      <a:pt x="31" y="40"/>
                      <a:pt x="31" y="40"/>
                      <a:pt x="31" y="40"/>
                    </a:cubicBezTo>
                    <a:cubicBezTo>
                      <a:pt x="31" y="40"/>
                      <a:pt x="31" y="40"/>
                      <a:pt x="31" y="40"/>
                    </a:cubicBezTo>
                    <a:cubicBezTo>
                      <a:pt x="31" y="40"/>
                      <a:pt x="31" y="40"/>
                      <a:pt x="31" y="40"/>
                    </a:cubicBezTo>
                    <a:cubicBezTo>
                      <a:pt x="32" y="41"/>
                      <a:pt x="33" y="43"/>
                      <a:pt x="34" y="43"/>
                    </a:cubicBezTo>
                    <a:cubicBezTo>
                      <a:pt x="34" y="42"/>
                      <a:pt x="34" y="41"/>
                      <a:pt x="34" y="40"/>
                    </a:cubicBezTo>
                    <a:cubicBezTo>
                      <a:pt x="33" y="39"/>
                      <a:pt x="33" y="39"/>
                      <a:pt x="33" y="39"/>
                    </a:cubicBezTo>
                    <a:cubicBezTo>
                      <a:pt x="33" y="39"/>
                      <a:pt x="33" y="39"/>
                      <a:pt x="33" y="39"/>
                    </a:cubicBezTo>
                    <a:cubicBezTo>
                      <a:pt x="33" y="39"/>
                      <a:pt x="33" y="39"/>
                      <a:pt x="33" y="39"/>
                    </a:cubicBezTo>
                    <a:cubicBezTo>
                      <a:pt x="33" y="39"/>
                      <a:pt x="33" y="39"/>
                      <a:pt x="33" y="39"/>
                    </a:cubicBezTo>
                    <a:cubicBezTo>
                      <a:pt x="32" y="39"/>
                      <a:pt x="32" y="39"/>
                      <a:pt x="32" y="39"/>
                    </a:cubicBezTo>
                    <a:cubicBezTo>
                      <a:pt x="30" y="39"/>
                      <a:pt x="29" y="39"/>
                      <a:pt x="28" y="39"/>
                    </a:cubicBezTo>
                    <a:cubicBezTo>
                      <a:pt x="27" y="39"/>
                      <a:pt x="27" y="39"/>
                      <a:pt x="27" y="39"/>
                    </a:cubicBezTo>
                    <a:cubicBezTo>
                      <a:pt x="25" y="38"/>
                      <a:pt x="25" y="38"/>
                      <a:pt x="25" y="38"/>
                    </a:cubicBezTo>
                    <a:cubicBezTo>
                      <a:pt x="25" y="39"/>
                      <a:pt x="25" y="39"/>
                      <a:pt x="25" y="39"/>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0"/>
                      <a:pt x="23" y="40"/>
                      <a:pt x="23" y="40"/>
                    </a:cubicBezTo>
                    <a:cubicBezTo>
                      <a:pt x="25" y="38"/>
                      <a:pt x="25" y="38"/>
                      <a:pt x="25" y="38"/>
                    </a:cubicBezTo>
                    <a:cubicBezTo>
                      <a:pt x="23" y="38"/>
                      <a:pt x="22" y="38"/>
                      <a:pt x="21" y="38"/>
                    </a:cubicBezTo>
                    <a:cubicBezTo>
                      <a:pt x="21" y="39"/>
                      <a:pt x="21" y="39"/>
                      <a:pt x="21" y="39"/>
                    </a:cubicBezTo>
                    <a:cubicBezTo>
                      <a:pt x="21" y="39"/>
                      <a:pt x="21" y="39"/>
                      <a:pt x="21" y="39"/>
                    </a:cubicBezTo>
                    <a:cubicBezTo>
                      <a:pt x="20" y="39"/>
                      <a:pt x="20" y="39"/>
                      <a:pt x="20" y="39"/>
                    </a:cubicBezTo>
                    <a:cubicBezTo>
                      <a:pt x="20" y="41"/>
                      <a:pt x="20" y="41"/>
                      <a:pt x="20" y="41"/>
                    </a:cubicBezTo>
                    <a:cubicBezTo>
                      <a:pt x="20" y="41"/>
                      <a:pt x="20" y="41"/>
                      <a:pt x="20" y="41"/>
                    </a:cubicBezTo>
                    <a:cubicBezTo>
                      <a:pt x="20" y="41"/>
                      <a:pt x="20" y="41"/>
                      <a:pt x="20" y="41"/>
                    </a:cubicBezTo>
                    <a:cubicBezTo>
                      <a:pt x="20" y="41"/>
                      <a:pt x="20" y="41"/>
                      <a:pt x="20" y="41"/>
                    </a:cubicBezTo>
                    <a:cubicBezTo>
                      <a:pt x="23" y="41"/>
                      <a:pt x="23" y="41"/>
                      <a:pt x="23" y="41"/>
                    </a:cubicBezTo>
                    <a:cubicBezTo>
                      <a:pt x="23" y="41"/>
                      <a:pt x="23" y="41"/>
                      <a:pt x="23" y="41"/>
                    </a:cubicBezTo>
                    <a:cubicBezTo>
                      <a:pt x="23" y="42"/>
                      <a:pt x="24" y="42"/>
                      <a:pt x="26" y="42"/>
                    </a:cubicBezTo>
                    <a:cubicBezTo>
                      <a:pt x="27" y="42"/>
                      <a:pt x="27" y="42"/>
                      <a:pt x="27" y="42"/>
                    </a:cubicBezTo>
                    <a:cubicBezTo>
                      <a:pt x="27" y="42"/>
                      <a:pt x="28" y="41"/>
                      <a:pt x="29" y="40"/>
                    </a:cubicBezTo>
                    <a:moveTo>
                      <a:pt x="46" y="42"/>
                    </a:moveTo>
                    <a:cubicBezTo>
                      <a:pt x="46" y="42"/>
                      <a:pt x="46" y="42"/>
                      <a:pt x="46" y="42"/>
                    </a:cubicBezTo>
                    <a:cubicBezTo>
                      <a:pt x="45" y="42"/>
                      <a:pt x="45" y="42"/>
                      <a:pt x="45" y="42"/>
                    </a:cubicBezTo>
                    <a:cubicBezTo>
                      <a:pt x="44" y="42"/>
                      <a:pt x="44" y="42"/>
                      <a:pt x="44" y="42"/>
                    </a:cubicBezTo>
                    <a:cubicBezTo>
                      <a:pt x="44" y="42"/>
                      <a:pt x="43" y="43"/>
                      <a:pt x="43" y="43"/>
                    </a:cubicBezTo>
                    <a:cubicBezTo>
                      <a:pt x="42" y="43"/>
                      <a:pt x="42" y="43"/>
                      <a:pt x="42" y="43"/>
                    </a:cubicBezTo>
                    <a:cubicBezTo>
                      <a:pt x="42" y="43"/>
                      <a:pt x="42" y="43"/>
                      <a:pt x="42" y="43"/>
                    </a:cubicBezTo>
                    <a:cubicBezTo>
                      <a:pt x="42" y="43"/>
                      <a:pt x="42" y="43"/>
                      <a:pt x="42" y="43"/>
                    </a:cubicBezTo>
                    <a:cubicBezTo>
                      <a:pt x="42" y="43"/>
                      <a:pt x="42" y="43"/>
                      <a:pt x="42" y="43"/>
                    </a:cubicBezTo>
                    <a:cubicBezTo>
                      <a:pt x="42" y="42"/>
                      <a:pt x="42" y="42"/>
                      <a:pt x="42" y="42"/>
                    </a:cubicBezTo>
                    <a:cubicBezTo>
                      <a:pt x="42" y="42"/>
                      <a:pt x="42" y="42"/>
                      <a:pt x="42" y="42"/>
                    </a:cubicBezTo>
                    <a:cubicBezTo>
                      <a:pt x="41" y="43"/>
                      <a:pt x="41" y="43"/>
                      <a:pt x="41" y="43"/>
                    </a:cubicBezTo>
                    <a:cubicBezTo>
                      <a:pt x="41" y="43"/>
                      <a:pt x="41" y="43"/>
                      <a:pt x="41" y="43"/>
                    </a:cubicBezTo>
                    <a:cubicBezTo>
                      <a:pt x="40" y="43"/>
                      <a:pt x="40" y="43"/>
                      <a:pt x="40" y="43"/>
                    </a:cubicBezTo>
                    <a:cubicBezTo>
                      <a:pt x="39" y="42"/>
                      <a:pt x="39" y="42"/>
                      <a:pt x="39" y="42"/>
                    </a:cubicBezTo>
                    <a:cubicBezTo>
                      <a:pt x="37" y="42"/>
                      <a:pt x="37" y="42"/>
                      <a:pt x="37" y="42"/>
                    </a:cubicBezTo>
                    <a:cubicBezTo>
                      <a:pt x="37" y="42"/>
                      <a:pt x="37" y="42"/>
                      <a:pt x="37" y="42"/>
                    </a:cubicBezTo>
                    <a:cubicBezTo>
                      <a:pt x="35" y="41"/>
                      <a:pt x="35" y="41"/>
                      <a:pt x="35" y="41"/>
                    </a:cubicBezTo>
                    <a:cubicBezTo>
                      <a:pt x="35" y="41"/>
                      <a:pt x="35" y="41"/>
                      <a:pt x="35" y="41"/>
                    </a:cubicBezTo>
                    <a:cubicBezTo>
                      <a:pt x="35" y="41"/>
                      <a:pt x="35" y="41"/>
                      <a:pt x="35" y="41"/>
                    </a:cubicBezTo>
                    <a:cubicBezTo>
                      <a:pt x="35" y="40"/>
                      <a:pt x="35" y="40"/>
                      <a:pt x="35" y="40"/>
                    </a:cubicBezTo>
                    <a:cubicBezTo>
                      <a:pt x="35" y="41"/>
                      <a:pt x="35" y="42"/>
                      <a:pt x="34" y="43"/>
                    </a:cubicBezTo>
                    <a:cubicBezTo>
                      <a:pt x="34" y="43"/>
                      <a:pt x="34" y="43"/>
                      <a:pt x="34" y="43"/>
                    </a:cubicBezTo>
                    <a:cubicBezTo>
                      <a:pt x="34" y="43"/>
                      <a:pt x="34" y="43"/>
                      <a:pt x="34" y="43"/>
                    </a:cubicBezTo>
                    <a:cubicBezTo>
                      <a:pt x="34" y="43"/>
                      <a:pt x="34" y="43"/>
                      <a:pt x="34" y="43"/>
                    </a:cubicBezTo>
                    <a:cubicBezTo>
                      <a:pt x="32" y="43"/>
                      <a:pt x="31" y="41"/>
                      <a:pt x="31" y="40"/>
                    </a:cubicBezTo>
                    <a:cubicBezTo>
                      <a:pt x="30" y="40"/>
                      <a:pt x="30" y="40"/>
                      <a:pt x="30" y="40"/>
                    </a:cubicBezTo>
                    <a:cubicBezTo>
                      <a:pt x="30" y="40"/>
                      <a:pt x="30" y="40"/>
                      <a:pt x="30" y="40"/>
                    </a:cubicBezTo>
                    <a:cubicBezTo>
                      <a:pt x="29" y="40"/>
                      <a:pt x="29" y="40"/>
                      <a:pt x="29" y="40"/>
                    </a:cubicBezTo>
                    <a:cubicBezTo>
                      <a:pt x="27" y="43"/>
                      <a:pt x="27" y="43"/>
                      <a:pt x="27" y="43"/>
                    </a:cubicBezTo>
                    <a:cubicBezTo>
                      <a:pt x="27" y="43"/>
                      <a:pt x="27" y="43"/>
                      <a:pt x="27" y="43"/>
                    </a:cubicBezTo>
                    <a:cubicBezTo>
                      <a:pt x="27" y="43"/>
                      <a:pt x="27" y="43"/>
                      <a:pt x="27" y="43"/>
                    </a:cubicBezTo>
                    <a:cubicBezTo>
                      <a:pt x="26" y="43"/>
                      <a:pt x="26" y="43"/>
                      <a:pt x="26" y="43"/>
                    </a:cubicBezTo>
                    <a:cubicBezTo>
                      <a:pt x="27" y="43"/>
                      <a:pt x="30" y="44"/>
                      <a:pt x="31" y="44"/>
                    </a:cubicBezTo>
                    <a:cubicBezTo>
                      <a:pt x="34" y="44"/>
                      <a:pt x="35" y="43"/>
                      <a:pt x="37" y="43"/>
                    </a:cubicBezTo>
                    <a:cubicBezTo>
                      <a:pt x="39" y="43"/>
                      <a:pt x="40" y="43"/>
                      <a:pt x="42" y="44"/>
                    </a:cubicBezTo>
                    <a:cubicBezTo>
                      <a:pt x="43" y="44"/>
                      <a:pt x="44" y="44"/>
                      <a:pt x="45" y="44"/>
                    </a:cubicBezTo>
                    <a:cubicBezTo>
                      <a:pt x="46" y="44"/>
                      <a:pt x="46" y="44"/>
                      <a:pt x="46" y="44"/>
                    </a:cubicBezTo>
                    <a:cubicBezTo>
                      <a:pt x="46" y="44"/>
                      <a:pt x="46" y="44"/>
                      <a:pt x="46" y="44"/>
                    </a:cubicBezTo>
                    <a:cubicBezTo>
                      <a:pt x="46" y="44"/>
                      <a:pt x="46" y="44"/>
                      <a:pt x="46" y="44"/>
                    </a:cubicBezTo>
                    <a:lnTo>
                      <a:pt x="46" y="42"/>
                    </a:lnTo>
                    <a:close/>
                    <a:moveTo>
                      <a:pt x="22" y="42"/>
                    </a:moveTo>
                    <a:cubicBezTo>
                      <a:pt x="20" y="42"/>
                      <a:pt x="20" y="42"/>
                      <a:pt x="20" y="42"/>
                    </a:cubicBezTo>
                    <a:cubicBezTo>
                      <a:pt x="20" y="42"/>
                      <a:pt x="20" y="42"/>
                      <a:pt x="20" y="42"/>
                    </a:cubicBezTo>
                    <a:cubicBezTo>
                      <a:pt x="20" y="44"/>
                      <a:pt x="20" y="44"/>
                      <a:pt x="20" y="44"/>
                    </a:cubicBezTo>
                    <a:cubicBezTo>
                      <a:pt x="20" y="44"/>
                      <a:pt x="20" y="44"/>
                      <a:pt x="20" y="44"/>
                    </a:cubicBezTo>
                    <a:cubicBezTo>
                      <a:pt x="19" y="44"/>
                      <a:pt x="19" y="44"/>
                      <a:pt x="19" y="44"/>
                    </a:cubicBezTo>
                    <a:cubicBezTo>
                      <a:pt x="19" y="44"/>
                      <a:pt x="19" y="44"/>
                      <a:pt x="19" y="44"/>
                    </a:cubicBezTo>
                    <a:cubicBezTo>
                      <a:pt x="18" y="44"/>
                      <a:pt x="18" y="44"/>
                      <a:pt x="18" y="44"/>
                    </a:cubicBezTo>
                    <a:cubicBezTo>
                      <a:pt x="18" y="44"/>
                      <a:pt x="18" y="44"/>
                      <a:pt x="18" y="44"/>
                    </a:cubicBezTo>
                    <a:cubicBezTo>
                      <a:pt x="17" y="44"/>
                      <a:pt x="17" y="44"/>
                      <a:pt x="17" y="44"/>
                    </a:cubicBezTo>
                    <a:cubicBezTo>
                      <a:pt x="16" y="44"/>
                      <a:pt x="16" y="44"/>
                      <a:pt x="16" y="44"/>
                    </a:cubicBezTo>
                    <a:cubicBezTo>
                      <a:pt x="16" y="44"/>
                      <a:pt x="16" y="44"/>
                      <a:pt x="16" y="44"/>
                    </a:cubicBezTo>
                    <a:cubicBezTo>
                      <a:pt x="16" y="44"/>
                      <a:pt x="16" y="44"/>
                      <a:pt x="16" y="44"/>
                    </a:cubicBezTo>
                    <a:cubicBezTo>
                      <a:pt x="15" y="43"/>
                      <a:pt x="15" y="43"/>
                      <a:pt x="15" y="43"/>
                    </a:cubicBezTo>
                    <a:cubicBezTo>
                      <a:pt x="15" y="43"/>
                      <a:pt x="15" y="43"/>
                      <a:pt x="15" y="43"/>
                    </a:cubicBezTo>
                    <a:cubicBezTo>
                      <a:pt x="15" y="43"/>
                      <a:pt x="15" y="43"/>
                      <a:pt x="15" y="43"/>
                    </a:cubicBezTo>
                    <a:cubicBezTo>
                      <a:pt x="14" y="42"/>
                      <a:pt x="14" y="42"/>
                      <a:pt x="14" y="42"/>
                    </a:cubicBezTo>
                    <a:cubicBezTo>
                      <a:pt x="14" y="42"/>
                      <a:pt x="14" y="42"/>
                      <a:pt x="14" y="42"/>
                    </a:cubicBezTo>
                    <a:cubicBezTo>
                      <a:pt x="14" y="42"/>
                      <a:pt x="14" y="42"/>
                      <a:pt x="14" y="42"/>
                    </a:cubicBezTo>
                    <a:cubicBezTo>
                      <a:pt x="13" y="42"/>
                      <a:pt x="13" y="42"/>
                      <a:pt x="13" y="42"/>
                    </a:cubicBezTo>
                    <a:cubicBezTo>
                      <a:pt x="13" y="41"/>
                      <a:pt x="13" y="41"/>
                      <a:pt x="13" y="41"/>
                    </a:cubicBezTo>
                    <a:cubicBezTo>
                      <a:pt x="13" y="41"/>
                      <a:pt x="13" y="41"/>
                      <a:pt x="13" y="41"/>
                    </a:cubicBezTo>
                    <a:cubicBezTo>
                      <a:pt x="13" y="40"/>
                      <a:pt x="13" y="40"/>
                      <a:pt x="13" y="40"/>
                    </a:cubicBezTo>
                    <a:cubicBezTo>
                      <a:pt x="11" y="42"/>
                      <a:pt x="11" y="42"/>
                      <a:pt x="11" y="42"/>
                    </a:cubicBezTo>
                    <a:cubicBezTo>
                      <a:pt x="11" y="42"/>
                      <a:pt x="11" y="42"/>
                      <a:pt x="11" y="42"/>
                    </a:cubicBezTo>
                    <a:cubicBezTo>
                      <a:pt x="11" y="42"/>
                      <a:pt x="11" y="42"/>
                      <a:pt x="11" y="42"/>
                    </a:cubicBezTo>
                    <a:cubicBezTo>
                      <a:pt x="10" y="42"/>
                      <a:pt x="10" y="42"/>
                      <a:pt x="10" y="42"/>
                    </a:cubicBezTo>
                    <a:cubicBezTo>
                      <a:pt x="8" y="44"/>
                      <a:pt x="8" y="44"/>
                      <a:pt x="8" y="44"/>
                    </a:cubicBezTo>
                    <a:cubicBezTo>
                      <a:pt x="8" y="44"/>
                      <a:pt x="8" y="44"/>
                      <a:pt x="8" y="44"/>
                    </a:cubicBezTo>
                    <a:cubicBezTo>
                      <a:pt x="7" y="44"/>
                      <a:pt x="7" y="44"/>
                      <a:pt x="7" y="44"/>
                    </a:cubicBezTo>
                    <a:cubicBezTo>
                      <a:pt x="6" y="44"/>
                      <a:pt x="6" y="44"/>
                      <a:pt x="6" y="44"/>
                    </a:cubicBezTo>
                    <a:cubicBezTo>
                      <a:pt x="6" y="44"/>
                      <a:pt x="6" y="44"/>
                      <a:pt x="6" y="44"/>
                    </a:cubicBezTo>
                    <a:cubicBezTo>
                      <a:pt x="6" y="44"/>
                      <a:pt x="6" y="44"/>
                      <a:pt x="6" y="44"/>
                    </a:cubicBezTo>
                    <a:cubicBezTo>
                      <a:pt x="5" y="43"/>
                      <a:pt x="5" y="43"/>
                      <a:pt x="4" y="42"/>
                    </a:cubicBezTo>
                    <a:cubicBezTo>
                      <a:pt x="4" y="42"/>
                      <a:pt x="3" y="43"/>
                      <a:pt x="1" y="44"/>
                    </a:cubicBezTo>
                    <a:cubicBezTo>
                      <a:pt x="2" y="44"/>
                      <a:pt x="2" y="44"/>
                      <a:pt x="2" y="44"/>
                    </a:cubicBezTo>
                    <a:cubicBezTo>
                      <a:pt x="3" y="44"/>
                      <a:pt x="3" y="44"/>
                      <a:pt x="5" y="45"/>
                    </a:cubicBezTo>
                    <a:cubicBezTo>
                      <a:pt x="5" y="45"/>
                      <a:pt x="5" y="45"/>
                      <a:pt x="5" y="45"/>
                    </a:cubicBezTo>
                    <a:cubicBezTo>
                      <a:pt x="7" y="45"/>
                      <a:pt x="8" y="44"/>
                      <a:pt x="8" y="44"/>
                    </a:cubicBezTo>
                    <a:cubicBezTo>
                      <a:pt x="9" y="44"/>
                      <a:pt x="11" y="42"/>
                      <a:pt x="12" y="42"/>
                    </a:cubicBezTo>
                    <a:cubicBezTo>
                      <a:pt x="12" y="42"/>
                      <a:pt x="12" y="42"/>
                      <a:pt x="12" y="42"/>
                    </a:cubicBezTo>
                    <a:cubicBezTo>
                      <a:pt x="13" y="42"/>
                      <a:pt x="15" y="43"/>
                      <a:pt x="16" y="44"/>
                    </a:cubicBezTo>
                    <a:cubicBezTo>
                      <a:pt x="17" y="44"/>
                      <a:pt x="18" y="45"/>
                      <a:pt x="19" y="45"/>
                    </a:cubicBezTo>
                    <a:cubicBezTo>
                      <a:pt x="19" y="45"/>
                      <a:pt x="19" y="45"/>
                      <a:pt x="19" y="45"/>
                    </a:cubicBezTo>
                    <a:cubicBezTo>
                      <a:pt x="20" y="45"/>
                      <a:pt x="22" y="43"/>
                      <a:pt x="24" y="43"/>
                    </a:cubicBezTo>
                    <a:lnTo>
                      <a:pt x="22" y="42"/>
                    </a:lnTo>
                    <a:close/>
                    <a:moveTo>
                      <a:pt x="37" y="42"/>
                    </a:moveTo>
                    <a:cubicBezTo>
                      <a:pt x="39" y="42"/>
                      <a:pt x="39" y="42"/>
                      <a:pt x="39" y="42"/>
                    </a:cubicBezTo>
                    <a:cubicBezTo>
                      <a:pt x="39" y="42"/>
                      <a:pt x="39" y="42"/>
                      <a:pt x="39" y="42"/>
                    </a:cubicBezTo>
                    <a:cubicBezTo>
                      <a:pt x="38" y="41"/>
                      <a:pt x="38" y="41"/>
                      <a:pt x="38" y="41"/>
                    </a:cubicBezTo>
                    <a:cubicBezTo>
                      <a:pt x="38" y="41"/>
                      <a:pt x="38" y="41"/>
                      <a:pt x="38" y="41"/>
                    </a:cubicBezTo>
                    <a:cubicBezTo>
                      <a:pt x="38" y="41"/>
                      <a:pt x="38" y="41"/>
                      <a:pt x="38" y="41"/>
                    </a:cubicBezTo>
                    <a:cubicBezTo>
                      <a:pt x="38" y="40"/>
                      <a:pt x="38" y="40"/>
                      <a:pt x="38" y="40"/>
                    </a:cubicBezTo>
                    <a:cubicBezTo>
                      <a:pt x="37" y="40"/>
                      <a:pt x="37" y="40"/>
                      <a:pt x="37" y="40"/>
                    </a:cubicBezTo>
                    <a:cubicBezTo>
                      <a:pt x="37" y="40"/>
                      <a:pt x="37" y="40"/>
                      <a:pt x="37" y="40"/>
                    </a:cubicBezTo>
                    <a:cubicBezTo>
                      <a:pt x="36" y="38"/>
                      <a:pt x="36" y="38"/>
                      <a:pt x="36" y="38"/>
                    </a:cubicBezTo>
                    <a:cubicBezTo>
                      <a:pt x="34" y="39"/>
                      <a:pt x="34" y="39"/>
                      <a:pt x="34" y="39"/>
                    </a:cubicBezTo>
                    <a:cubicBezTo>
                      <a:pt x="34" y="39"/>
                      <a:pt x="34" y="39"/>
                      <a:pt x="34" y="39"/>
                    </a:cubicBezTo>
                    <a:cubicBezTo>
                      <a:pt x="35" y="39"/>
                      <a:pt x="35" y="39"/>
                      <a:pt x="35" y="39"/>
                    </a:cubicBezTo>
                    <a:cubicBezTo>
                      <a:pt x="35" y="40"/>
                      <a:pt x="35" y="40"/>
                      <a:pt x="35" y="40"/>
                    </a:cubicBezTo>
                    <a:cubicBezTo>
                      <a:pt x="35" y="40"/>
                      <a:pt x="35" y="40"/>
                      <a:pt x="35" y="40"/>
                    </a:cubicBezTo>
                    <a:cubicBezTo>
                      <a:pt x="35" y="40"/>
                      <a:pt x="35" y="40"/>
                      <a:pt x="35" y="40"/>
                    </a:cubicBezTo>
                    <a:cubicBezTo>
                      <a:pt x="35" y="40"/>
                      <a:pt x="35" y="40"/>
                      <a:pt x="35" y="40"/>
                    </a:cubicBezTo>
                    <a:cubicBezTo>
                      <a:pt x="36" y="40"/>
                      <a:pt x="36" y="40"/>
                      <a:pt x="36" y="40"/>
                    </a:cubicBezTo>
                    <a:cubicBezTo>
                      <a:pt x="36" y="40"/>
                      <a:pt x="36" y="40"/>
                      <a:pt x="36" y="40"/>
                    </a:cubicBezTo>
                    <a:cubicBezTo>
                      <a:pt x="36" y="41"/>
                      <a:pt x="36" y="41"/>
                      <a:pt x="36" y="41"/>
                    </a:cubicBezTo>
                    <a:lnTo>
                      <a:pt x="37" y="42"/>
                    </a:lnTo>
                    <a:close/>
                    <a:moveTo>
                      <a:pt x="17" y="21"/>
                    </a:moveTo>
                    <a:cubicBezTo>
                      <a:pt x="10" y="21"/>
                      <a:pt x="10" y="21"/>
                      <a:pt x="10" y="21"/>
                    </a:cubicBezTo>
                    <a:cubicBezTo>
                      <a:pt x="9" y="24"/>
                      <a:pt x="9" y="24"/>
                      <a:pt x="9" y="24"/>
                    </a:cubicBezTo>
                    <a:cubicBezTo>
                      <a:pt x="17" y="24"/>
                      <a:pt x="17" y="24"/>
                      <a:pt x="17" y="24"/>
                    </a:cubicBezTo>
                    <a:lnTo>
                      <a:pt x="17" y="21"/>
                    </a:lnTo>
                    <a:close/>
                    <a:moveTo>
                      <a:pt x="32" y="9"/>
                    </a:moveTo>
                    <a:cubicBezTo>
                      <a:pt x="32" y="10"/>
                      <a:pt x="32" y="10"/>
                      <a:pt x="32" y="10"/>
                    </a:cubicBezTo>
                    <a:cubicBezTo>
                      <a:pt x="39" y="10"/>
                      <a:pt x="39" y="10"/>
                      <a:pt x="39" y="10"/>
                    </a:cubicBezTo>
                    <a:cubicBezTo>
                      <a:pt x="38" y="9"/>
                      <a:pt x="38" y="9"/>
                      <a:pt x="38" y="9"/>
                    </a:cubicBezTo>
                    <a:lnTo>
                      <a:pt x="32" y="9"/>
                    </a:lnTo>
                    <a:close/>
                    <a:moveTo>
                      <a:pt x="39" y="14"/>
                    </a:moveTo>
                    <a:cubicBezTo>
                      <a:pt x="39" y="11"/>
                      <a:pt x="39" y="11"/>
                      <a:pt x="39" y="11"/>
                    </a:cubicBezTo>
                    <a:cubicBezTo>
                      <a:pt x="36" y="11"/>
                      <a:pt x="36" y="11"/>
                      <a:pt x="36" y="11"/>
                    </a:cubicBezTo>
                    <a:cubicBezTo>
                      <a:pt x="36" y="14"/>
                      <a:pt x="36" y="14"/>
                      <a:pt x="36" y="14"/>
                    </a:cubicBezTo>
                    <a:lnTo>
                      <a:pt x="39" y="14"/>
                    </a:lnTo>
                    <a:close/>
                    <a:moveTo>
                      <a:pt x="40" y="15"/>
                    </a:moveTo>
                    <a:cubicBezTo>
                      <a:pt x="33" y="15"/>
                      <a:pt x="33" y="15"/>
                      <a:pt x="33" y="15"/>
                    </a:cubicBezTo>
                    <a:cubicBezTo>
                      <a:pt x="33" y="17"/>
                      <a:pt x="33" y="17"/>
                      <a:pt x="33" y="17"/>
                    </a:cubicBezTo>
                    <a:cubicBezTo>
                      <a:pt x="40" y="17"/>
                      <a:pt x="40" y="17"/>
                      <a:pt x="40" y="17"/>
                    </a:cubicBezTo>
                    <a:lnTo>
                      <a:pt x="40" y="15"/>
                    </a:lnTo>
                    <a:close/>
                    <a:moveTo>
                      <a:pt x="34" y="24"/>
                    </a:moveTo>
                    <a:cubicBezTo>
                      <a:pt x="41" y="24"/>
                      <a:pt x="41" y="24"/>
                      <a:pt x="41" y="24"/>
                    </a:cubicBezTo>
                    <a:cubicBezTo>
                      <a:pt x="41" y="21"/>
                      <a:pt x="41" y="21"/>
                      <a:pt x="41" y="21"/>
                    </a:cubicBezTo>
                    <a:cubicBezTo>
                      <a:pt x="34" y="21"/>
                      <a:pt x="34" y="21"/>
                      <a:pt x="34" y="21"/>
                    </a:cubicBezTo>
                    <a:lnTo>
                      <a:pt x="34" y="24"/>
                    </a:lnTo>
                    <a:close/>
                    <a:moveTo>
                      <a:pt x="37" y="17"/>
                    </a:moveTo>
                    <a:cubicBezTo>
                      <a:pt x="37" y="20"/>
                      <a:pt x="37" y="20"/>
                      <a:pt x="37" y="20"/>
                    </a:cubicBezTo>
                    <a:cubicBezTo>
                      <a:pt x="41" y="20"/>
                      <a:pt x="41" y="20"/>
                      <a:pt x="41" y="20"/>
                    </a:cubicBezTo>
                    <a:cubicBezTo>
                      <a:pt x="40" y="17"/>
                      <a:pt x="40" y="17"/>
                      <a:pt x="40" y="17"/>
                    </a:cubicBezTo>
                    <a:lnTo>
                      <a:pt x="37" y="17"/>
                    </a:lnTo>
                    <a:close/>
                    <a:moveTo>
                      <a:pt x="13" y="17"/>
                    </a:moveTo>
                    <a:cubicBezTo>
                      <a:pt x="10" y="17"/>
                      <a:pt x="10" y="17"/>
                      <a:pt x="10" y="17"/>
                    </a:cubicBezTo>
                    <a:cubicBezTo>
                      <a:pt x="10" y="20"/>
                      <a:pt x="10" y="20"/>
                      <a:pt x="10" y="20"/>
                    </a:cubicBezTo>
                    <a:cubicBezTo>
                      <a:pt x="13" y="20"/>
                      <a:pt x="13" y="20"/>
                      <a:pt x="13" y="20"/>
                    </a:cubicBezTo>
                    <a:lnTo>
                      <a:pt x="13" y="17"/>
                    </a:lnTo>
                    <a:close/>
                    <a:moveTo>
                      <a:pt x="11" y="14"/>
                    </a:moveTo>
                    <a:cubicBezTo>
                      <a:pt x="14" y="14"/>
                      <a:pt x="14" y="14"/>
                      <a:pt x="14" y="14"/>
                    </a:cubicBezTo>
                    <a:cubicBezTo>
                      <a:pt x="14" y="11"/>
                      <a:pt x="14" y="11"/>
                      <a:pt x="14" y="11"/>
                    </a:cubicBezTo>
                    <a:cubicBezTo>
                      <a:pt x="12" y="11"/>
                      <a:pt x="12" y="11"/>
                      <a:pt x="12" y="11"/>
                    </a:cubicBezTo>
                    <a:lnTo>
                      <a:pt x="11" y="14"/>
                    </a:lnTo>
                    <a:close/>
                    <a:moveTo>
                      <a:pt x="18" y="15"/>
                    </a:moveTo>
                    <a:cubicBezTo>
                      <a:pt x="11" y="15"/>
                      <a:pt x="11" y="15"/>
                      <a:pt x="11" y="15"/>
                    </a:cubicBezTo>
                    <a:cubicBezTo>
                      <a:pt x="10" y="17"/>
                      <a:pt x="10" y="17"/>
                      <a:pt x="10" y="17"/>
                    </a:cubicBezTo>
                    <a:cubicBezTo>
                      <a:pt x="18" y="17"/>
                      <a:pt x="18" y="17"/>
                      <a:pt x="18" y="17"/>
                    </a:cubicBezTo>
                    <a:lnTo>
                      <a:pt x="18" y="15"/>
                    </a:lnTo>
                    <a:close/>
                    <a:moveTo>
                      <a:pt x="10" y="6"/>
                    </a:moveTo>
                    <a:cubicBezTo>
                      <a:pt x="12" y="8"/>
                      <a:pt x="12" y="8"/>
                      <a:pt x="12" y="8"/>
                    </a:cubicBezTo>
                    <a:cubicBezTo>
                      <a:pt x="38" y="8"/>
                      <a:pt x="38" y="8"/>
                      <a:pt x="38" y="8"/>
                    </a:cubicBezTo>
                    <a:cubicBezTo>
                      <a:pt x="38" y="8"/>
                      <a:pt x="38" y="8"/>
                      <a:pt x="38" y="8"/>
                    </a:cubicBezTo>
                    <a:cubicBezTo>
                      <a:pt x="40" y="6"/>
                      <a:pt x="40" y="6"/>
                      <a:pt x="40" y="6"/>
                    </a:cubicBezTo>
                    <a:lnTo>
                      <a:pt x="10" y="6"/>
                    </a:lnTo>
                    <a:close/>
                    <a:moveTo>
                      <a:pt x="18" y="9"/>
                    </a:moveTo>
                    <a:cubicBezTo>
                      <a:pt x="12" y="9"/>
                      <a:pt x="12" y="9"/>
                      <a:pt x="12" y="9"/>
                    </a:cubicBezTo>
                    <a:cubicBezTo>
                      <a:pt x="12" y="10"/>
                      <a:pt x="12" y="10"/>
                      <a:pt x="12" y="10"/>
                    </a:cubicBezTo>
                    <a:cubicBezTo>
                      <a:pt x="18" y="10"/>
                      <a:pt x="18" y="10"/>
                      <a:pt x="18" y="10"/>
                    </a:cubicBezTo>
                    <a:lnTo>
                      <a:pt x="18" y="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nvGrpSpPr>
            <p:cNvPr id="35" name="Grupo 34">
              <a:extLst>
                <a:ext uri="{FF2B5EF4-FFF2-40B4-BE49-F238E27FC236}">
                  <a16:creationId xmlns:a16="http://schemas.microsoft.com/office/drawing/2014/main" id="{7C411C7C-DEC0-4A48-BBC5-725C2282F7EC}"/>
                </a:ext>
              </a:extLst>
            </p:cNvPr>
            <p:cNvGrpSpPr/>
            <p:nvPr userDrawn="1"/>
          </p:nvGrpSpPr>
          <p:grpSpPr>
            <a:xfrm>
              <a:off x="457020" y="572789"/>
              <a:ext cx="1931988" cy="938213"/>
              <a:chOff x="3838575" y="2246313"/>
              <a:chExt cx="1931988" cy="938213"/>
            </a:xfrm>
          </p:grpSpPr>
          <p:sp>
            <p:nvSpPr>
              <p:cNvPr id="36" name="Rectangle 5">
                <a:extLst>
                  <a:ext uri="{FF2B5EF4-FFF2-40B4-BE49-F238E27FC236}">
                    <a16:creationId xmlns:a16="http://schemas.microsoft.com/office/drawing/2014/main" id="{60BCBD20-7B14-4CD9-88A3-CD89A42605BF}"/>
                  </a:ext>
                </a:extLst>
              </p:cNvPr>
              <p:cNvSpPr>
                <a:spLocks noChangeArrowheads="1"/>
              </p:cNvSpPr>
              <p:nvPr/>
            </p:nvSpPr>
            <p:spPr bwMode="auto">
              <a:xfrm>
                <a:off x="3838575" y="2246313"/>
                <a:ext cx="1931988" cy="938213"/>
              </a:xfrm>
              <a:prstGeom prst="rect">
                <a:avLst/>
              </a:prstGeom>
              <a:solidFill>
                <a:srgbClr val="00B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7" name="Freeform 37">
                <a:extLst>
                  <a:ext uri="{FF2B5EF4-FFF2-40B4-BE49-F238E27FC236}">
                    <a16:creationId xmlns:a16="http://schemas.microsoft.com/office/drawing/2014/main" id="{70632B76-7EEA-4510-A4D9-D416F750DC00}"/>
                  </a:ext>
                </a:extLst>
              </p:cNvPr>
              <p:cNvSpPr>
                <a:spLocks noEditPoints="1"/>
              </p:cNvSpPr>
              <p:nvPr/>
            </p:nvSpPr>
            <p:spPr bwMode="auto">
              <a:xfrm>
                <a:off x="3968750" y="2727325"/>
                <a:ext cx="1668463" cy="123825"/>
              </a:xfrm>
              <a:custGeom>
                <a:avLst/>
                <a:gdLst>
                  <a:gd name="T0" fmla="*/ 768 w 770"/>
                  <a:gd name="T1" fmla="*/ 17 h 57"/>
                  <a:gd name="T2" fmla="*/ 743 w 770"/>
                  <a:gd name="T3" fmla="*/ 44 h 57"/>
                  <a:gd name="T4" fmla="*/ 715 w 770"/>
                  <a:gd name="T5" fmla="*/ 22 h 57"/>
                  <a:gd name="T6" fmla="*/ 720 w 770"/>
                  <a:gd name="T7" fmla="*/ 17 h 57"/>
                  <a:gd name="T8" fmla="*/ 704 w 770"/>
                  <a:gd name="T9" fmla="*/ 51 h 57"/>
                  <a:gd name="T10" fmla="*/ 689 w 770"/>
                  <a:gd name="T11" fmla="*/ 56 h 57"/>
                  <a:gd name="T12" fmla="*/ 669 w 770"/>
                  <a:gd name="T13" fmla="*/ 20 h 57"/>
                  <a:gd name="T14" fmla="*/ 662 w 770"/>
                  <a:gd name="T15" fmla="*/ 48 h 57"/>
                  <a:gd name="T16" fmla="*/ 662 w 770"/>
                  <a:gd name="T17" fmla="*/ 17 h 57"/>
                  <a:gd name="T18" fmla="*/ 607 w 770"/>
                  <a:gd name="T19" fmla="*/ 17 h 57"/>
                  <a:gd name="T20" fmla="*/ 593 w 770"/>
                  <a:gd name="T21" fmla="*/ 17 h 57"/>
                  <a:gd name="T22" fmla="*/ 597 w 770"/>
                  <a:gd name="T23" fmla="*/ 56 h 57"/>
                  <a:gd name="T24" fmla="*/ 610 w 770"/>
                  <a:gd name="T25" fmla="*/ 56 h 57"/>
                  <a:gd name="T26" fmla="*/ 563 w 770"/>
                  <a:gd name="T27" fmla="*/ 51 h 57"/>
                  <a:gd name="T28" fmla="*/ 560 w 770"/>
                  <a:gd name="T29" fmla="*/ 29 h 57"/>
                  <a:gd name="T30" fmla="*/ 568 w 770"/>
                  <a:gd name="T31" fmla="*/ 17 h 57"/>
                  <a:gd name="T32" fmla="*/ 569 w 770"/>
                  <a:gd name="T33" fmla="*/ 56 h 57"/>
                  <a:gd name="T34" fmla="*/ 511 w 770"/>
                  <a:gd name="T35" fmla="*/ 17 h 57"/>
                  <a:gd name="T36" fmla="*/ 504 w 770"/>
                  <a:gd name="T37" fmla="*/ 54 h 57"/>
                  <a:gd name="T38" fmla="*/ 504 w 770"/>
                  <a:gd name="T39" fmla="*/ 29 h 57"/>
                  <a:gd name="T40" fmla="*/ 453 w 770"/>
                  <a:gd name="T41" fmla="*/ 17 h 57"/>
                  <a:gd name="T42" fmla="*/ 430 w 770"/>
                  <a:gd name="T43" fmla="*/ 17 h 57"/>
                  <a:gd name="T44" fmla="*/ 422 w 770"/>
                  <a:gd name="T45" fmla="*/ 56 h 57"/>
                  <a:gd name="T46" fmla="*/ 379 w 770"/>
                  <a:gd name="T47" fmla="*/ 41 h 57"/>
                  <a:gd name="T48" fmla="*/ 395 w 770"/>
                  <a:gd name="T49" fmla="*/ 56 h 57"/>
                  <a:gd name="T50" fmla="*/ 350 w 770"/>
                  <a:gd name="T51" fmla="*/ 56 h 57"/>
                  <a:gd name="T52" fmla="*/ 377 w 770"/>
                  <a:gd name="T53" fmla="*/ 52 h 57"/>
                  <a:gd name="T54" fmla="*/ 347 w 770"/>
                  <a:gd name="T55" fmla="*/ 20 h 57"/>
                  <a:gd name="T56" fmla="*/ 327 w 770"/>
                  <a:gd name="T57" fmla="*/ 56 h 57"/>
                  <a:gd name="T58" fmla="*/ 310 w 770"/>
                  <a:gd name="T59" fmla="*/ 28 h 57"/>
                  <a:gd name="T60" fmla="*/ 320 w 770"/>
                  <a:gd name="T61" fmla="*/ 52 h 57"/>
                  <a:gd name="T62" fmla="*/ 284 w 770"/>
                  <a:gd name="T63" fmla="*/ 17 h 57"/>
                  <a:gd name="T64" fmla="*/ 303 w 770"/>
                  <a:gd name="T65" fmla="*/ 52 h 57"/>
                  <a:gd name="T66" fmla="*/ 275 w 770"/>
                  <a:gd name="T67" fmla="*/ 45 h 57"/>
                  <a:gd name="T68" fmla="*/ 271 w 770"/>
                  <a:gd name="T69" fmla="*/ 42 h 57"/>
                  <a:gd name="T70" fmla="*/ 270 w 770"/>
                  <a:gd name="T71" fmla="*/ 27 h 57"/>
                  <a:gd name="T72" fmla="*/ 245 w 770"/>
                  <a:gd name="T73" fmla="*/ 52 h 57"/>
                  <a:gd name="T74" fmla="*/ 238 w 770"/>
                  <a:gd name="T75" fmla="*/ 20 h 57"/>
                  <a:gd name="T76" fmla="*/ 218 w 770"/>
                  <a:gd name="T77" fmla="*/ 56 h 57"/>
                  <a:gd name="T78" fmla="*/ 199 w 770"/>
                  <a:gd name="T79" fmla="*/ 35 h 57"/>
                  <a:gd name="T80" fmla="*/ 171 w 770"/>
                  <a:gd name="T81" fmla="*/ 21 h 57"/>
                  <a:gd name="T82" fmla="*/ 177 w 770"/>
                  <a:gd name="T83" fmla="*/ 34 h 57"/>
                  <a:gd name="T84" fmla="*/ 211 w 770"/>
                  <a:gd name="T85" fmla="*/ 20 h 57"/>
                  <a:gd name="T86" fmla="*/ 145 w 770"/>
                  <a:gd name="T87" fmla="*/ 38 h 57"/>
                  <a:gd name="T88" fmla="*/ 138 w 770"/>
                  <a:gd name="T89" fmla="*/ 21 h 57"/>
                  <a:gd name="T90" fmla="*/ 131 w 770"/>
                  <a:gd name="T91" fmla="*/ 21 h 57"/>
                  <a:gd name="T92" fmla="*/ 102 w 770"/>
                  <a:gd name="T93" fmla="*/ 35 h 57"/>
                  <a:gd name="T94" fmla="*/ 108 w 770"/>
                  <a:gd name="T95" fmla="*/ 22 h 57"/>
                  <a:gd name="T96" fmla="*/ 115 w 770"/>
                  <a:gd name="T97" fmla="*/ 54 h 57"/>
                  <a:gd name="T98" fmla="*/ 62 w 770"/>
                  <a:gd name="T99" fmla="*/ 21 h 57"/>
                  <a:gd name="T100" fmla="*/ 27 w 770"/>
                  <a:gd name="T101" fmla="*/ 20 h 57"/>
                  <a:gd name="T102" fmla="*/ 40 w 770"/>
                  <a:gd name="T103" fmla="*/ 51 h 57"/>
                  <a:gd name="T104" fmla="*/ 69 w 770"/>
                  <a:gd name="T105" fmla="*/ 21 h 57"/>
                  <a:gd name="T106" fmla="*/ 20 w 770"/>
                  <a:gd name="T107" fmla="*/ 17 h 57"/>
                  <a:gd name="T108" fmla="*/ 20 w 770"/>
                  <a:gd name="T109" fmla="*/ 5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70" h="57">
                    <a:moveTo>
                      <a:pt x="770" y="44"/>
                    </a:moveTo>
                    <a:cubicBezTo>
                      <a:pt x="770" y="31"/>
                      <a:pt x="750" y="35"/>
                      <a:pt x="750" y="27"/>
                    </a:cubicBezTo>
                    <a:cubicBezTo>
                      <a:pt x="750" y="23"/>
                      <a:pt x="752" y="21"/>
                      <a:pt x="758" y="21"/>
                    </a:cubicBezTo>
                    <a:cubicBezTo>
                      <a:pt x="759" y="21"/>
                      <a:pt x="761" y="21"/>
                      <a:pt x="762" y="21"/>
                    </a:cubicBezTo>
                    <a:cubicBezTo>
                      <a:pt x="763" y="23"/>
                      <a:pt x="763" y="25"/>
                      <a:pt x="763" y="28"/>
                    </a:cubicBezTo>
                    <a:cubicBezTo>
                      <a:pt x="768" y="28"/>
                      <a:pt x="768" y="28"/>
                      <a:pt x="768" y="28"/>
                    </a:cubicBezTo>
                    <a:cubicBezTo>
                      <a:pt x="768" y="17"/>
                      <a:pt x="768" y="17"/>
                      <a:pt x="768" y="17"/>
                    </a:cubicBezTo>
                    <a:cubicBezTo>
                      <a:pt x="765" y="16"/>
                      <a:pt x="761" y="16"/>
                      <a:pt x="758" y="16"/>
                    </a:cubicBezTo>
                    <a:cubicBezTo>
                      <a:pt x="748" y="16"/>
                      <a:pt x="742" y="21"/>
                      <a:pt x="742" y="28"/>
                    </a:cubicBezTo>
                    <a:cubicBezTo>
                      <a:pt x="742" y="40"/>
                      <a:pt x="763" y="36"/>
                      <a:pt x="763" y="45"/>
                    </a:cubicBezTo>
                    <a:cubicBezTo>
                      <a:pt x="763" y="50"/>
                      <a:pt x="758" y="51"/>
                      <a:pt x="754" y="51"/>
                    </a:cubicBezTo>
                    <a:cubicBezTo>
                      <a:pt x="752" y="51"/>
                      <a:pt x="750" y="51"/>
                      <a:pt x="749" y="51"/>
                    </a:cubicBezTo>
                    <a:cubicBezTo>
                      <a:pt x="748" y="49"/>
                      <a:pt x="748" y="47"/>
                      <a:pt x="748" y="44"/>
                    </a:cubicBezTo>
                    <a:cubicBezTo>
                      <a:pt x="743" y="44"/>
                      <a:pt x="743" y="44"/>
                      <a:pt x="743" y="44"/>
                    </a:cubicBezTo>
                    <a:cubicBezTo>
                      <a:pt x="743" y="55"/>
                      <a:pt x="743" y="55"/>
                      <a:pt x="743" y="55"/>
                    </a:cubicBezTo>
                    <a:cubicBezTo>
                      <a:pt x="746" y="56"/>
                      <a:pt x="750" y="57"/>
                      <a:pt x="753" y="57"/>
                    </a:cubicBezTo>
                    <a:cubicBezTo>
                      <a:pt x="763" y="57"/>
                      <a:pt x="770" y="52"/>
                      <a:pt x="770" y="44"/>
                    </a:cubicBezTo>
                    <a:moveTo>
                      <a:pt x="722" y="41"/>
                    </a:moveTo>
                    <a:cubicBezTo>
                      <a:pt x="708" y="41"/>
                      <a:pt x="708" y="41"/>
                      <a:pt x="708" y="41"/>
                    </a:cubicBezTo>
                    <a:cubicBezTo>
                      <a:pt x="713" y="29"/>
                      <a:pt x="713" y="29"/>
                      <a:pt x="713" y="29"/>
                    </a:cubicBezTo>
                    <a:cubicBezTo>
                      <a:pt x="713" y="27"/>
                      <a:pt x="714" y="24"/>
                      <a:pt x="715" y="22"/>
                    </a:cubicBezTo>
                    <a:cubicBezTo>
                      <a:pt x="715" y="22"/>
                      <a:pt x="715" y="22"/>
                      <a:pt x="715" y="22"/>
                    </a:cubicBezTo>
                    <a:cubicBezTo>
                      <a:pt x="715" y="24"/>
                      <a:pt x="716" y="27"/>
                      <a:pt x="717" y="29"/>
                    </a:cubicBezTo>
                    <a:lnTo>
                      <a:pt x="722" y="41"/>
                    </a:lnTo>
                    <a:close/>
                    <a:moveTo>
                      <a:pt x="737" y="56"/>
                    </a:moveTo>
                    <a:cubicBezTo>
                      <a:pt x="737" y="52"/>
                      <a:pt x="737" y="52"/>
                      <a:pt x="737" y="52"/>
                    </a:cubicBezTo>
                    <a:cubicBezTo>
                      <a:pt x="736" y="52"/>
                      <a:pt x="734" y="51"/>
                      <a:pt x="733" y="51"/>
                    </a:cubicBezTo>
                    <a:cubicBezTo>
                      <a:pt x="720" y="17"/>
                      <a:pt x="720" y="17"/>
                      <a:pt x="720" y="17"/>
                    </a:cubicBezTo>
                    <a:cubicBezTo>
                      <a:pt x="711" y="17"/>
                      <a:pt x="711" y="17"/>
                      <a:pt x="711" y="17"/>
                    </a:cubicBezTo>
                    <a:cubicBezTo>
                      <a:pt x="697" y="51"/>
                      <a:pt x="697" y="51"/>
                      <a:pt x="697" y="51"/>
                    </a:cubicBezTo>
                    <a:cubicBezTo>
                      <a:pt x="696" y="51"/>
                      <a:pt x="694" y="52"/>
                      <a:pt x="693" y="52"/>
                    </a:cubicBezTo>
                    <a:cubicBezTo>
                      <a:pt x="693" y="56"/>
                      <a:pt x="693" y="56"/>
                      <a:pt x="693" y="56"/>
                    </a:cubicBezTo>
                    <a:cubicBezTo>
                      <a:pt x="710" y="56"/>
                      <a:pt x="710" y="56"/>
                      <a:pt x="710" y="56"/>
                    </a:cubicBezTo>
                    <a:cubicBezTo>
                      <a:pt x="710" y="52"/>
                      <a:pt x="710" y="52"/>
                      <a:pt x="710" y="52"/>
                    </a:cubicBezTo>
                    <a:cubicBezTo>
                      <a:pt x="708" y="52"/>
                      <a:pt x="706" y="51"/>
                      <a:pt x="704" y="51"/>
                    </a:cubicBezTo>
                    <a:cubicBezTo>
                      <a:pt x="706" y="46"/>
                      <a:pt x="706" y="46"/>
                      <a:pt x="706" y="46"/>
                    </a:cubicBezTo>
                    <a:cubicBezTo>
                      <a:pt x="723" y="46"/>
                      <a:pt x="723" y="46"/>
                      <a:pt x="723" y="46"/>
                    </a:cubicBezTo>
                    <a:cubicBezTo>
                      <a:pt x="725" y="51"/>
                      <a:pt x="725" y="51"/>
                      <a:pt x="725" y="51"/>
                    </a:cubicBezTo>
                    <a:cubicBezTo>
                      <a:pt x="723" y="51"/>
                      <a:pt x="721" y="52"/>
                      <a:pt x="719" y="52"/>
                    </a:cubicBezTo>
                    <a:cubicBezTo>
                      <a:pt x="719" y="56"/>
                      <a:pt x="719" y="56"/>
                      <a:pt x="719" y="56"/>
                    </a:cubicBezTo>
                    <a:lnTo>
                      <a:pt x="737" y="56"/>
                    </a:lnTo>
                    <a:close/>
                    <a:moveTo>
                      <a:pt x="689" y="56"/>
                    </a:moveTo>
                    <a:cubicBezTo>
                      <a:pt x="689" y="52"/>
                      <a:pt x="689" y="52"/>
                      <a:pt x="689" y="52"/>
                    </a:cubicBezTo>
                    <a:cubicBezTo>
                      <a:pt x="687" y="52"/>
                      <a:pt x="685" y="51"/>
                      <a:pt x="683" y="51"/>
                    </a:cubicBezTo>
                    <a:cubicBezTo>
                      <a:pt x="683" y="21"/>
                      <a:pt x="683" y="21"/>
                      <a:pt x="683" y="21"/>
                    </a:cubicBezTo>
                    <a:cubicBezTo>
                      <a:pt x="685" y="21"/>
                      <a:pt x="687" y="21"/>
                      <a:pt x="689" y="20"/>
                    </a:cubicBezTo>
                    <a:cubicBezTo>
                      <a:pt x="689" y="17"/>
                      <a:pt x="689" y="17"/>
                      <a:pt x="689" y="17"/>
                    </a:cubicBezTo>
                    <a:cubicBezTo>
                      <a:pt x="669" y="17"/>
                      <a:pt x="669" y="17"/>
                      <a:pt x="669" y="17"/>
                    </a:cubicBezTo>
                    <a:cubicBezTo>
                      <a:pt x="669" y="20"/>
                      <a:pt x="669" y="20"/>
                      <a:pt x="669" y="20"/>
                    </a:cubicBezTo>
                    <a:cubicBezTo>
                      <a:pt x="671" y="21"/>
                      <a:pt x="674" y="21"/>
                      <a:pt x="676" y="21"/>
                    </a:cubicBezTo>
                    <a:cubicBezTo>
                      <a:pt x="676" y="51"/>
                      <a:pt x="676" y="51"/>
                      <a:pt x="676" y="51"/>
                    </a:cubicBezTo>
                    <a:cubicBezTo>
                      <a:pt x="674" y="51"/>
                      <a:pt x="671" y="52"/>
                      <a:pt x="669" y="52"/>
                    </a:cubicBezTo>
                    <a:cubicBezTo>
                      <a:pt x="669" y="56"/>
                      <a:pt x="669" y="56"/>
                      <a:pt x="669" y="56"/>
                    </a:cubicBezTo>
                    <a:lnTo>
                      <a:pt x="689" y="56"/>
                    </a:lnTo>
                    <a:close/>
                    <a:moveTo>
                      <a:pt x="662" y="54"/>
                    </a:moveTo>
                    <a:cubicBezTo>
                      <a:pt x="662" y="48"/>
                      <a:pt x="662" y="48"/>
                      <a:pt x="662" y="48"/>
                    </a:cubicBezTo>
                    <a:cubicBezTo>
                      <a:pt x="659" y="49"/>
                      <a:pt x="655" y="50"/>
                      <a:pt x="652" y="50"/>
                    </a:cubicBezTo>
                    <a:cubicBezTo>
                      <a:pt x="643" y="50"/>
                      <a:pt x="638" y="45"/>
                      <a:pt x="638" y="36"/>
                    </a:cubicBezTo>
                    <a:cubicBezTo>
                      <a:pt x="638" y="28"/>
                      <a:pt x="643" y="22"/>
                      <a:pt x="651" y="22"/>
                    </a:cubicBezTo>
                    <a:cubicBezTo>
                      <a:pt x="653" y="22"/>
                      <a:pt x="654" y="22"/>
                      <a:pt x="656" y="23"/>
                    </a:cubicBezTo>
                    <a:cubicBezTo>
                      <a:pt x="656" y="25"/>
                      <a:pt x="656" y="27"/>
                      <a:pt x="657" y="29"/>
                    </a:cubicBezTo>
                    <a:cubicBezTo>
                      <a:pt x="662" y="29"/>
                      <a:pt x="662" y="29"/>
                      <a:pt x="662" y="29"/>
                    </a:cubicBezTo>
                    <a:cubicBezTo>
                      <a:pt x="662" y="17"/>
                      <a:pt x="662" y="17"/>
                      <a:pt x="662" y="17"/>
                    </a:cubicBezTo>
                    <a:cubicBezTo>
                      <a:pt x="659" y="17"/>
                      <a:pt x="655" y="16"/>
                      <a:pt x="652" y="16"/>
                    </a:cubicBezTo>
                    <a:cubicBezTo>
                      <a:pt x="638" y="16"/>
                      <a:pt x="631" y="26"/>
                      <a:pt x="631" y="37"/>
                    </a:cubicBezTo>
                    <a:cubicBezTo>
                      <a:pt x="631" y="49"/>
                      <a:pt x="638" y="56"/>
                      <a:pt x="651" y="56"/>
                    </a:cubicBezTo>
                    <a:cubicBezTo>
                      <a:pt x="655" y="56"/>
                      <a:pt x="659" y="56"/>
                      <a:pt x="662" y="54"/>
                    </a:cubicBezTo>
                    <a:moveTo>
                      <a:pt x="625" y="20"/>
                    </a:moveTo>
                    <a:cubicBezTo>
                      <a:pt x="625" y="17"/>
                      <a:pt x="625" y="17"/>
                      <a:pt x="625" y="17"/>
                    </a:cubicBezTo>
                    <a:cubicBezTo>
                      <a:pt x="607" y="17"/>
                      <a:pt x="607" y="17"/>
                      <a:pt x="607" y="17"/>
                    </a:cubicBezTo>
                    <a:cubicBezTo>
                      <a:pt x="607" y="20"/>
                      <a:pt x="607" y="20"/>
                      <a:pt x="607" y="20"/>
                    </a:cubicBezTo>
                    <a:cubicBezTo>
                      <a:pt x="608" y="21"/>
                      <a:pt x="611" y="21"/>
                      <a:pt x="613" y="21"/>
                    </a:cubicBezTo>
                    <a:cubicBezTo>
                      <a:pt x="613" y="35"/>
                      <a:pt x="613" y="35"/>
                      <a:pt x="613" y="35"/>
                    </a:cubicBezTo>
                    <a:cubicBezTo>
                      <a:pt x="613" y="41"/>
                      <a:pt x="613" y="45"/>
                      <a:pt x="613" y="48"/>
                    </a:cubicBezTo>
                    <a:cubicBezTo>
                      <a:pt x="613" y="48"/>
                      <a:pt x="613" y="48"/>
                      <a:pt x="613" y="48"/>
                    </a:cubicBezTo>
                    <a:cubicBezTo>
                      <a:pt x="612" y="45"/>
                      <a:pt x="610" y="42"/>
                      <a:pt x="608" y="40"/>
                    </a:cubicBezTo>
                    <a:cubicBezTo>
                      <a:pt x="593" y="17"/>
                      <a:pt x="593" y="17"/>
                      <a:pt x="593" y="17"/>
                    </a:cubicBezTo>
                    <a:cubicBezTo>
                      <a:pt x="577" y="17"/>
                      <a:pt x="577" y="17"/>
                      <a:pt x="577" y="17"/>
                    </a:cubicBezTo>
                    <a:cubicBezTo>
                      <a:pt x="577" y="20"/>
                      <a:pt x="577" y="20"/>
                      <a:pt x="577" y="20"/>
                    </a:cubicBezTo>
                    <a:cubicBezTo>
                      <a:pt x="579" y="21"/>
                      <a:pt x="582" y="21"/>
                      <a:pt x="584" y="21"/>
                    </a:cubicBezTo>
                    <a:cubicBezTo>
                      <a:pt x="584" y="51"/>
                      <a:pt x="584" y="51"/>
                      <a:pt x="584" y="51"/>
                    </a:cubicBezTo>
                    <a:cubicBezTo>
                      <a:pt x="582" y="51"/>
                      <a:pt x="579" y="52"/>
                      <a:pt x="577" y="52"/>
                    </a:cubicBezTo>
                    <a:cubicBezTo>
                      <a:pt x="577" y="56"/>
                      <a:pt x="577" y="56"/>
                      <a:pt x="577" y="56"/>
                    </a:cubicBezTo>
                    <a:cubicBezTo>
                      <a:pt x="597" y="56"/>
                      <a:pt x="597" y="56"/>
                      <a:pt x="597" y="56"/>
                    </a:cubicBezTo>
                    <a:cubicBezTo>
                      <a:pt x="597" y="52"/>
                      <a:pt x="597" y="52"/>
                      <a:pt x="597" y="52"/>
                    </a:cubicBezTo>
                    <a:cubicBezTo>
                      <a:pt x="595" y="52"/>
                      <a:pt x="593" y="51"/>
                      <a:pt x="591" y="51"/>
                    </a:cubicBezTo>
                    <a:cubicBezTo>
                      <a:pt x="591" y="34"/>
                      <a:pt x="591" y="34"/>
                      <a:pt x="591" y="34"/>
                    </a:cubicBezTo>
                    <a:cubicBezTo>
                      <a:pt x="591" y="30"/>
                      <a:pt x="590" y="27"/>
                      <a:pt x="590" y="25"/>
                    </a:cubicBezTo>
                    <a:cubicBezTo>
                      <a:pt x="590" y="25"/>
                      <a:pt x="590" y="25"/>
                      <a:pt x="590" y="25"/>
                    </a:cubicBezTo>
                    <a:cubicBezTo>
                      <a:pt x="592" y="27"/>
                      <a:pt x="593" y="30"/>
                      <a:pt x="595" y="32"/>
                    </a:cubicBezTo>
                    <a:cubicBezTo>
                      <a:pt x="610" y="56"/>
                      <a:pt x="610" y="56"/>
                      <a:pt x="610" y="56"/>
                    </a:cubicBezTo>
                    <a:cubicBezTo>
                      <a:pt x="619" y="56"/>
                      <a:pt x="619" y="56"/>
                      <a:pt x="619" y="56"/>
                    </a:cubicBezTo>
                    <a:cubicBezTo>
                      <a:pt x="619" y="21"/>
                      <a:pt x="619" y="21"/>
                      <a:pt x="619" y="21"/>
                    </a:cubicBezTo>
                    <a:cubicBezTo>
                      <a:pt x="621" y="21"/>
                      <a:pt x="623" y="21"/>
                      <a:pt x="625" y="20"/>
                    </a:cubicBezTo>
                    <a:moveTo>
                      <a:pt x="569" y="56"/>
                    </a:moveTo>
                    <a:cubicBezTo>
                      <a:pt x="569" y="45"/>
                      <a:pt x="569" y="45"/>
                      <a:pt x="569" y="45"/>
                    </a:cubicBezTo>
                    <a:cubicBezTo>
                      <a:pt x="564" y="45"/>
                      <a:pt x="564" y="45"/>
                      <a:pt x="564" y="45"/>
                    </a:cubicBezTo>
                    <a:cubicBezTo>
                      <a:pt x="563" y="47"/>
                      <a:pt x="563" y="49"/>
                      <a:pt x="563" y="51"/>
                    </a:cubicBezTo>
                    <a:cubicBezTo>
                      <a:pt x="552" y="51"/>
                      <a:pt x="552" y="51"/>
                      <a:pt x="552" y="51"/>
                    </a:cubicBezTo>
                    <a:cubicBezTo>
                      <a:pt x="552" y="38"/>
                      <a:pt x="552" y="38"/>
                      <a:pt x="552" y="38"/>
                    </a:cubicBezTo>
                    <a:cubicBezTo>
                      <a:pt x="559" y="38"/>
                      <a:pt x="559" y="38"/>
                      <a:pt x="559" y="38"/>
                    </a:cubicBezTo>
                    <a:cubicBezTo>
                      <a:pt x="559" y="40"/>
                      <a:pt x="559" y="41"/>
                      <a:pt x="560" y="42"/>
                    </a:cubicBezTo>
                    <a:cubicBezTo>
                      <a:pt x="564" y="42"/>
                      <a:pt x="564" y="42"/>
                      <a:pt x="564" y="42"/>
                    </a:cubicBezTo>
                    <a:cubicBezTo>
                      <a:pt x="564" y="29"/>
                      <a:pt x="564" y="29"/>
                      <a:pt x="564" y="29"/>
                    </a:cubicBezTo>
                    <a:cubicBezTo>
                      <a:pt x="560" y="29"/>
                      <a:pt x="560" y="29"/>
                      <a:pt x="560" y="29"/>
                    </a:cubicBezTo>
                    <a:cubicBezTo>
                      <a:pt x="559" y="30"/>
                      <a:pt x="559" y="32"/>
                      <a:pt x="559" y="33"/>
                    </a:cubicBezTo>
                    <a:cubicBezTo>
                      <a:pt x="552" y="33"/>
                      <a:pt x="552" y="33"/>
                      <a:pt x="552" y="33"/>
                    </a:cubicBezTo>
                    <a:cubicBezTo>
                      <a:pt x="552" y="21"/>
                      <a:pt x="552" y="21"/>
                      <a:pt x="552" y="21"/>
                    </a:cubicBezTo>
                    <a:cubicBezTo>
                      <a:pt x="563" y="21"/>
                      <a:pt x="563" y="21"/>
                      <a:pt x="563" y="21"/>
                    </a:cubicBezTo>
                    <a:cubicBezTo>
                      <a:pt x="563" y="23"/>
                      <a:pt x="563" y="25"/>
                      <a:pt x="564" y="27"/>
                    </a:cubicBezTo>
                    <a:cubicBezTo>
                      <a:pt x="568" y="27"/>
                      <a:pt x="568" y="27"/>
                      <a:pt x="568" y="27"/>
                    </a:cubicBezTo>
                    <a:cubicBezTo>
                      <a:pt x="568" y="17"/>
                      <a:pt x="568" y="17"/>
                      <a:pt x="568" y="17"/>
                    </a:cubicBezTo>
                    <a:cubicBezTo>
                      <a:pt x="538" y="17"/>
                      <a:pt x="538" y="17"/>
                      <a:pt x="538" y="17"/>
                    </a:cubicBezTo>
                    <a:cubicBezTo>
                      <a:pt x="538" y="20"/>
                      <a:pt x="538" y="20"/>
                      <a:pt x="538" y="20"/>
                    </a:cubicBezTo>
                    <a:cubicBezTo>
                      <a:pt x="540" y="21"/>
                      <a:pt x="543" y="21"/>
                      <a:pt x="545" y="21"/>
                    </a:cubicBezTo>
                    <a:cubicBezTo>
                      <a:pt x="545" y="51"/>
                      <a:pt x="545" y="51"/>
                      <a:pt x="545" y="51"/>
                    </a:cubicBezTo>
                    <a:cubicBezTo>
                      <a:pt x="543" y="51"/>
                      <a:pt x="540" y="52"/>
                      <a:pt x="538" y="52"/>
                    </a:cubicBezTo>
                    <a:cubicBezTo>
                      <a:pt x="538" y="56"/>
                      <a:pt x="538" y="56"/>
                      <a:pt x="538" y="56"/>
                    </a:cubicBezTo>
                    <a:lnTo>
                      <a:pt x="569" y="56"/>
                    </a:lnTo>
                    <a:close/>
                    <a:moveTo>
                      <a:pt x="531" y="56"/>
                    </a:moveTo>
                    <a:cubicBezTo>
                      <a:pt x="531" y="52"/>
                      <a:pt x="531" y="52"/>
                      <a:pt x="531" y="52"/>
                    </a:cubicBezTo>
                    <a:cubicBezTo>
                      <a:pt x="529" y="52"/>
                      <a:pt x="527" y="51"/>
                      <a:pt x="525" y="51"/>
                    </a:cubicBezTo>
                    <a:cubicBezTo>
                      <a:pt x="525" y="21"/>
                      <a:pt x="525" y="21"/>
                      <a:pt x="525" y="21"/>
                    </a:cubicBezTo>
                    <a:cubicBezTo>
                      <a:pt x="527" y="21"/>
                      <a:pt x="529" y="21"/>
                      <a:pt x="531" y="20"/>
                    </a:cubicBezTo>
                    <a:cubicBezTo>
                      <a:pt x="531" y="17"/>
                      <a:pt x="531" y="17"/>
                      <a:pt x="531" y="17"/>
                    </a:cubicBezTo>
                    <a:cubicBezTo>
                      <a:pt x="511" y="17"/>
                      <a:pt x="511" y="17"/>
                      <a:pt x="511" y="17"/>
                    </a:cubicBezTo>
                    <a:cubicBezTo>
                      <a:pt x="511" y="20"/>
                      <a:pt x="511" y="20"/>
                      <a:pt x="511" y="20"/>
                    </a:cubicBezTo>
                    <a:cubicBezTo>
                      <a:pt x="513" y="21"/>
                      <a:pt x="516" y="21"/>
                      <a:pt x="518" y="21"/>
                    </a:cubicBezTo>
                    <a:cubicBezTo>
                      <a:pt x="518" y="51"/>
                      <a:pt x="518" y="51"/>
                      <a:pt x="518" y="51"/>
                    </a:cubicBezTo>
                    <a:cubicBezTo>
                      <a:pt x="516" y="51"/>
                      <a:pt x="513" y="52"/>
                      <a:pt x="511" y="52"/>
                    </a:cubicBezTo>
                    <a:cubicBezTo>
                      <a:pt x="511" y="56"/>
                      <a:pt x="511" y="56"/>
                      <a:pt x="511" y="56"/>
                    </a:cubicBezTo>
                    <a:lnTo>
                      <a:pt x="531" y="56"/>
                    </a:lnTo>
                    <a:close/>
                    <a:moveTo>
                      <a:pt x="504" y="54"/>
                    </a:moveTo>
                    <a:cubicBezTo>
                      <a:pt x="504" y="48"/>
                      <a:pt x="504" y="48"/>
                      <a:pt x="504" y="48"/>
                    </a:cubicBezTo>
                    <a:cubicBezTo>
                      <a:pt x="501" y="49"/>
                      <a:pt x="497" y="50"/>
                      <a:pt x="494" y="50"/>
                    </a:cubicBezTo>
                    <a:cubicBezTo>
                      <a:pt x="485" y="50"/>
                      <a:pt x="481" y="45"/>
                      <a:pt x="481" y="36"/>
                    </a:cubicBezTo>
                    <a:cubicBezTo>
                      <a:pt x="481" y="28"/>
                      <a:pt x="485" y="22"/>
                      <a:pt x="493" y="22"/>
                    </a:cubicBezTo>
                    <a:cubicBezTo>
                      <a:pt x="495" y="22"/>
                      <a:pt x="496" y="22"/>
                      <a:pt x="498" y="23"/>
                    </a:cubicBezTo>
                    <a:cubicBezTo>
                      <a:pt x="498" y="25"/>
                      <a:pt x="499" y="27"/>
                      <a:pt x="499" y="29"/>
                    </a:cubicBezTo>
                    <a:cubicBezTo>
                      <a:pt x="504" y="29"/>
                      <a:pt x="504" y="29"/>
                      <a:pt x="504" y="29"/>
                    </a:cubicBezTo>
                    <a:cubicBezTo>
                      <a:pt x="504" y="17"/>
                      <a:pt x="504" y="17"/>
                      <a:pt x="504" y="17"/>
                    </a:cubicBezTo>
                    <a:cubicBezTo>
                      <a:pt x="501" y="17"/>
                      <a:pt x="497" y="16"/>
                      <a:pt x="494" y="16"/>
                    </a:cubicBezTo>
                    <a:cubicBezTo>
                      <a:pt x="480" y="16"/>
                      <a:pt x="473" y="26"/>
                      <a:pt x="473" y="37"/>
                    </a:cubicBezTo>
                    <a:cubicBezTo>
                      <a:pt x="473" y="49"/>
                      <a:pt x="480" y="56"/>
                      <a:pt x="493" y="56"/>
                    </a:cubicBezTo>
                    <a:cubicBezTo>
                      <a:pt x="497" y="56"/>
                      <a:pt x="501" y="56"/>
                      <a:pt x="504" y="54"/>
                    </a:cubicBezTo>
                    <a:moveTo>
                      <a:pt x="453" y="20"/>
                    </a:moveTo>
                    <a:cubicBezTo>
                      <a:pt x="453" y="17"/>
                      <a:pt x="453" y="17"/>
                      <a:pt x="453" y="17"/>
                    </a:cubicBezTo>
                    <a:cubicBezTo>
                      <a:pt x="436" y="17"/>
                      <a:pt x="436" y="17"/>
                      <a:pt x="436" y="17"/>
                    </a:cubicBezTo>
                    <a:cubicBezTo>
                      <a:pt x="436" y="20"/>
                      <a:pt x="436" y="20"/>
                      <a:pt x="436" y="20"/>
                    </a:cubicBezTo>
                    <a:cubicBezTo>
                      <a:pt x="437" y="21"/>
                      <a:pt x="439" y="21"/>
                      <a:pt x="440" y="21"/>
                    </a:cubicBezTo>
                    <a:cubicBezTo>
                      <a:pt x="433" y="36"/>
                      <a:pt x="433" y="36"/>
                      <a:pt x="433" y="36"/>
                    </a:cubicBezTo>
                    <a:cubicBezTo>
                      <a:pt x="425" y="21"/>
                      <a:pt x="425" y="21"/>
                      <a:pt x="425" y="21"/>
                    </a:cubicBezTo>
                    <a:cubicBezTo>
                      <a:pt x="426" y="21"/>
                      <a:pt x="428" y="21"/>
                      <a:pt x="430" y="20"/>
                    </a:cubicBezTo>
                    <a:cubicBezTo>
                      <a:pt x="430" y="17"/>
                      <a:pt x="430" y="17"/>
                      <a:pt x="430" y="17"/>
                    </a:cubicBezTo>
                    <a:cubicBezTo>
                      <a:pt x="412" y="17"/>
                      <a:pt x="412" y="17"/>
                      <a:pt x="412" y="17"/>
                    </a:cubicBezTo>
                    <a:cubicBezTo>
                      <a:pt x="412" y="20"/>
                      <a:pt x="412" y="20"/>
                      <a:pt x="412" y="20"/>
                    </a:cubicBezTo>
                    <a:cubicBezTo>
                      <a:pt x="414" y="21"/>
                      <a:pt x="415" y="21"/>
                      <a:pt x="417" y="21"/>
                    </a:cubicBezTo>
                    <a:cubicBezTo>
                      <a:pt x="429" y="42"/>
                      <a:pt x="429" y="42"/>
                      <a:pt x="429" y="42"/>
                    </a:cubicBezTo>
                    <a:cubicBezTo>
                      <a:pt x="429" y="51"/>
                      <a:pt x="429" y="51"/>
                      <a:pt x="429" y="51"/>
                    </a:cubicBezTo>
                    <a:cubicBezTo>
                      <a:pt x="427" y="51"/>
                      <a:pt x="424" y="52"/>
                      <a:pt x="422" y="52"/>
                    </a:cubicBezTo>
                    <a:cubicBezTo>
                      <a:pt x="422" y="56"/>
                      <a:pt x="422" y="56"/>
                      <a:pt x="422" y="56"/>
                    </a:cubicBezTo>
                    <a:cubicBezTo>
                      <a:pt x="442" y="56"/>
                      <a:pt x="442" y="56"/>
                      <a:pt x="442" y="56"/>
                    </a:cubicBezTo>
                    <a:cubicBezTo>
                      <a:pt x="442" y="52"/>
                      <a:pt x="442" y="52"/>
                      <a:pt x="442" y="52"/>
                    </a:cubicBezTo>
                    <a:cubicBezTo>
                      <a:pt x="440" y="52"/>
                      <a:pt x="438" y="51"/>
                      <a:pt x="436" y="51"/>
                    </a:cubicBezTo>
                    <a:cubicBezTo>
                      <a:pt x="436" y="42"/>
                      <a:pt x="436" y="42"/>
                      <a:pt x="436" y="42"/>
                    </a:cubicBezTo>
                    <a:cubicBezTo>
                      <a:pt x="448" y="21"/>
                      <a:pt x="448" y="21"/>
                      <a:pt x="448" y="21"/>
                    </a:cubicBezTo>
                    <a:cubicBezTo>
                      <a:pt x="449" y="21"/>
                      <a:pt x="451" y="21"/>
                      <a:pt x="453" y="20"/>
                    </a:cubicBezTo>
                    <a:moveTo>
                      <a:pt x="379" y="41"/>
                    </a:moveTo>
                    <a:cubicBezTo>
                      <a:pt x="365" y="41"/>
                      <a:pt x="365" y="41"/>
                      <a:pt x="365" y="41"/>
                    </a:cubicBezTo>
                    <a:cubicBezTo>
                      <a:pt x="370" y="29"/>
                      <a:pt x="370" y="29"/>
                      <a:pt x="370" y="29"/>
                    </a:cubicBezTo>
                    <a:cubicBezTo>
                      <a:pt x="371" y="27"/>
                      <a:pt x="372" y="24"/>
                      <a:pt x="372" y="22"/>
                    </a:cubicBezTo>
                    <a:cubicBezTo>
                      <a:pt x="372" y="22"/>
                      <a:pt x="372" y="22"/>
                      <a:pt x="372" y="22"/>
                    </a:cubicBezTo>
                    <a:cubicBezTo>
                      <a:pt x="373" y="24"/>
                      <a:pt x="373" y="27"/>
                      <a:pt x="374" y="29"/>
                    </a:cubicBezTo>
                    <a:lnTo>
                      <a:pt x="379" y="41"/>
                    </a:lnTo>
                    <a:close/>
                    <a:moveTo>
                      <a:pt x="395" y="56"/>
                    </a:moveTo>
                    <a:cubicBezTo>
                      <a:pt x="395" y="52"/>
                      <a:pt x="395" y="52"/>
                      <a:pt x="395" y="52"/>
                    </a:cubicBezTo>
                    <a:cubicBezTo>
                      <a:pt x="393" y="52"/>
                      <a:pt x="392" y="51"/>
                      <a:pt x="390" y="51"/>
                    </a:cubicBezTo>
                    <a:cubicBezTo>
                      <a:pt x="377" y="17"/>
                      <a:pt x="377" y="17"/>
                      <a:pt x="377" y="17"/>
                    </a:cubicBezTo>
                    <a:cubicBezTo>
                      <a:pt x="368" y="17"/>
                      <a:pt x="368" y="17"/>
                      <a:pt x="368" y="17"/>
                    </a:cubicBezTo>
                    <a:cubicBezTo>
                      <a:pt x="355" y="51"/>
                      <a:pt x="355" y="51"/>
                      <a:pt x="355" y="51"/>
                    </a:cubicBezTo>
                    <a:cubicBezTo>
                      <a:pt x="353" y="51"/>
                      <a:pt x="351" y="52"/>
                      <a:pt x="350" y="52"/>
                    </a:cubicBezTo>
                    <a:cubicBezTo>
                      <a:pt x="350" y="56"/>
                      <a:pt x="350" y="56"/>
                      <a:pt x="350" y="56"/>
                    </a:cubicBezTo>
                    <a:cubicBezTo>
                      <a:pt x="367" y="56"/>
                      <a:pt x="367" y="56"/>
                      <a:pt x="367" y="56"/>
                    </a:cubicBezTo>
                    <a:cubicBezTo>
                      <a:pt x="367" y="52"/>
                      <a:pt x="367" y="52"/>
                      <a:pt x="367" y="52"/>
                    </a:cubicBezTo>
                    <a:cubicBezTo>
                      <a:pt x="366" y="52"/>
                      <a:pt x="363" y="51"/>
                      <a:pt x="362" y="51"/>
                    </a:cubicBezTo>
                    <a:cubicBezTo>
                      <a:pt x="364" y="46"/>
                      <a:pt x="364" y="46"/>
                      <a:pt x="364" y="46"/>
                    </a:cubicBezTo>
                    <a:cubicBezTo>
                      <a:pt x="381" y="46"/>
                      <a:pt x="381" y="46"/>
                      <a:pt x="381" y="46"/>
                    </a:cubicBezTo>
                    <a:cubicBezTo>
                      <a:pt x="383" y="51"/>
                      <a:pt x="383" y="51"/>
                      <a:pt x="383" y="51"/>
                    </a:cubicBezTo>
                    <a:cubicBezTo>
                      <a:pt x="381" y="51"/>
                      <a:pt x="379" y="52"/>
                      <a:pt x="377" y="52"/>
                    </a:cubicBezTo>
                    <a:cubicBezTo>
                      <a:pt x="377" y="56"/>
                      <a:pt x="377" y="56"/>
                      <a:pt x="377" y="56"/>
                    </a:cubicBezTo>
                    <a:lnTo>
                      <a:pt x="395" y="56"/>
                    </a:lnTo>
                    <a:close/>
                    <a:moveTo>
                      <a:pt x="347" y="56"/>
                    </a:moveTo>
                    <a:cubicBezTo>
                      <a:pt x="347" y="52"/>
                      <a:pt x="347" y="52"/>
                      <a:pt x="347" y="52"/>
                    </a:cubicBezTo>
                    <a:cubicBezTo>
                      <a:pt x="345" y="52"/>
                      <a:pt x="342" y="51"/>
                      <a:pt x="340" y="51"/>
                    </a:cubicBezTo>
                    <a:cubicBezTo>
                      <a:pt x="340" y="21"/>
                      <a:pt x="340" y="21"/>
                      <a:pt x="340" y="21"/>
                    </a:cubicBezTo>
                    <a:cubicBezTo>
                      <a:pt x="342" y="21"/>
                      <a:pt x="345" y="21"/>
                      <a:pt x="347" y="20"/>
                    </a:cubicBezTo>
                    <a:cubicBezTo>
                      <a:pt x="347" y="17"/>
                      <a:pt x="347" y="17"/>
                      <a:pt x="347" y="17"/>
                    </a:cubicBezTo>
                    <a:cubicBezTo>
                      <a:pt x="327" y="17"/>
                      <a:pt x="327" y="17"/>
                      <a:pt x="327" y="17"/>
                    </a:cubicBezTo>
                    <a:cubicBezTo>
                      <a:pt x="327" y="20"/>
                      <a:pt x="327" y="20"/>
                      <a:pt x="327" y="20"/>
                    </a:cubicBezTo>
                    <a:cubicBezTo>
                      <a:pt x="329" y="21"/>
                      <a:pt x="331" y="21"/>
                      <a:pt x="333" y="21"/>
                    </a:cubicBezTo>
                    <a:cubicBezTo>
                      <a:pt x="333" y="51"/>
                      <a:pt x="333" y="51"/>
                      <a:pt x="333" y="51"/>
                    </a:cubicBezTo>
                    <a:cubicBezTo>
                      <a:pt x="331" y="51"/>
                      <a:pt x="329" y="52"/>
                      <a:pt x="327" y="52"/>
                    </a:cubicBezTo>
                    <a:cubicBezTo>
                      <a:pt x="327" y="56"/>
                      <a:pt x="327" y="56"/>
                      <a:pt x="327" y="56"/>
                    </a:cubicBezTo>
                    <a:lnTo>
                      <a:pt x="347" y="56"/>
                    </a:lnTo>
                    <a:close/>
                    <a:moveTo>
                      <a:pt x="346" y="5"/>
                    </a:moveTo>
                    <a:cubicBezTo>
                      <a:pt x="343" y="0"/>
                      <a:pt x="343" y="0"/>
                      <a:pt x="343" y="0"/>
                    </a:cubicBezTo>
                    <a:cubicBezTo>
                      <a:pt x="332" y="9"/>
                      <a:pt x="332" y="9"/>
                      <a:pt x="332" y="9"/>
                    </a:cubicBezTo>
                    <a:cubicBezTo>
                      <a:pt x="335" y="12"/>
                      <a:pt x="335" y="12"/>
                      <a:pt x="335" y="12"/>
                    </a:cubicBezTo>
                    <a:lnTo>
                      <a:pt x="346" y="5"/>
                    </a:lnTo>
                    <a:close/>
                    <a:moveTo>
                      <a:pt x="310" y="28"/>
                    </a:moveTo>
                    <a:cubicBezTo>
                      <a:pt x="310" y="32"/>
                      <a:pt x="307" y="34"/>
                      <a:pt x="302" y="34"/>
                    </a:cubicBezTo>
                    <a:cubicBezTo>
                      <a:pt x="300" y="34"/>
                      <a:pt x="299" y="34"/>
                      <a:pt x="298" y="34"/>
                    </a:cubicBezTo>
                    <a:cubicBezTo>
                      <a:pt x="298" y="22"/>
                      <a:pt x="298" y="22"/>
                      <a:pt x="298" y="22"/>
                    </a:cubicBezTo>
                    <a:cubicBezTo>
                      <a:pt x="299" y="22"/>
                      <a:pt x="300" y="21"/>
                      <a:pt x="302" y="21"/>
                    </a:cubicBezTo>
                    <a:cubicBezTo>
                      <a:pt x="307" y="21"/>
                      <a:pt x="310" y="23"/>
                      <a:pt x="310" y="28"/>
                    </a:cubicBezTo>
                    <a:moveTo>
                      <a:pt x="320" y="56"/>
                    </a:moveTo>
                    <a:cubicBezTo>
                      <a:pt x="320" y="52"/>
                      <a:pt x="320" y="52"/>
                      <a:pt x="320" y="52"/>
                    </a:cubicBezTo>
                    <a:cubicBezTo>
                      <a:pt x="319" y="52"/>
                      <a:pt x="317" y="51"/>
                      <a:pt x="315" y="51"/>
                    </a:cubicBezTo>
                    <a:cubicBezTo>
                      <a:pt x="309" y="42"/>
                      <a:pt x="309" y="42"/>
                      <a:pt x="309" y="42"/>
                    </a:cubicBezTo>
                    <a:cubicBezTo>
                      <a:pt x="308" y="40"/>
                      <a:pt x="307" y="39"/>
                      <a:pt x="306" y="38"/>
                    </a:cubicBezTo>
                    <a:cubicBezTo>
                      <a:pt x="313" y="37"/>
                      <a:pt x="317" y="33"/>
                      <a:pt x="317" y="27"/>
                    </a:cubicBezTo>
                    <a:cubicBezTo>
                      <a:pt x="317" y="20"/>
                      <a:pt x="312" y="16"/>
                      <a:pt x="303" y="16"/>
                    </a:cubicBezTo>
                    <a:cubicBezTo>
                      <a:pt x="298" y="16"/>
                      <a:pt x="293" y="17"/>
                      <a:pt x="290" y="17"/>
                    </a:cubicBezTo>
                    <a:cubicBezTo>
                      <a:pt x="284" y="17"/>
                      <a:pt x="284" y="17"/>
                      <a:pt x="284" y="17"/>
                    </a:cubicBezTo>
                    <a:cubicBezTo>
                      <a:pt x="284" y="20"/>
                      <a:pt x="284" y="20"/>
                      <a:pt x="284" y="20"/>
                    </a:cubicBezTo>
                    <a:cubicBezTo>
                      <a:pt x="286" y="21"/>
                      <a:pt x="288" y="21"/>
                      <a:pt x="291" y="21"/>
                    </a:cubicBezTo>
                    <a:cubicBezTo>
                      <a:pt x="291" y="51"/>
                      <a:pt x="291" y="51"/>
                      <a:pt x="291" y="51"/>
                    </a:cubicBezTo>
                    <a:cubicBezTo>
                      <a:pt x="288" y="51"/>
                      <a:pt x="286" y="52"/>
                      <a:pt x="284" y="52"/>
                    </a:cubicBezTo>
                    <a:cubicBezTo>
                      <a:pt x="284" y="56"/>
                      <a:pt x="284" y="56"/>
                      <a:pt x="284" y="56"/>
                    </a:cubicBezTo>
                    <a:cubicBezTo>
                      <a:pt x="303" y="56"/>
                      <a:pt x="303" y="56"/>
                      <a:pt x="303" y="56"/>
                    </a:cubicBezTo>
                    <a:cubicBezTo>
                      <a:pt x="303" y="52"/>
                      <a:pt x="303" y="52"/>
                      <a:pt x="303" y="52"/>
                    </a:cubicBezTo>
                    <a:cubicBezTo>
                      <a:pt x="301" y="52"/>
                      <a:pt x="299" y="51"/>
                      <a:pt x="298" y="51"/>
                    </a:cubicBezTo>
                    <a:cubicBezTo>
                      <a:pt x="298" y="39"/>
                      <a:pt x="298" y="39"/>
                      <a:pt x="298" y="39"/>
                    </a:cubicBezTo>
                    <a:cubicBezTo>
                      <a:pt x="299" y="39"/>
                      <a:pt x="299" y="39"/>
                      <a:pt x="299" y="39"/>
                    </a:cubicBezTo>
                    <a:cubicBezTo>
                      <a:pt x="310" y="56"/>
                      <a:pt x="310" y="56"/>
                      <a:pt x="310" y="56"/>
                    </a:cubicBezTo>
                    <a:lnTo>
                      <a:pt x="320" y="56"/>
                    </a:lnTo>
                    <a:close/>
                    <a:moveTo>
                      <a:pt x="275" y="56"/>
                    </a:moveTo>
                    <a:cubicBezTo>
                      <a:pt x="275" y="45"/>
                      <a:pt x="275" y="45"/>
                      <a:pt x="275" y="45"/>
                    </a:cubicBezTo>
                    <a:cubicBezTo>
                      <a:pt x="270" y="45"/>
                      <a:pt x="270" y="45"/>
                      <a:pt x="270" y="45"/>
                    </a:cubicBezTo>
                    <a:cubicBezTo>
                      <a:pt x="270" y="47"/>
                      <a:pt x="270" y="49"/>
                      <a:pt x="269" y="51"/>
                    </a:cubicBezTo>
                    <a:cubicBezTo>
                      <a:pt x="258" y="51"/>
                      <a:pt x="258" y="51"/>
                      <a:pt x="258" y="51"/>
                    </a:cubicBezTo>
                    <a:cubicBezTo>
                      <a:pt x="258" y="38"/>
                      <a:pt x="258" y="38"/>
                      <a:pt x="258" y="38"/>
                    </a:cubicBezTo>
                    <a:cubicBezTo>
                      <a:pt x="266" y="38"/>
                      <a:pt x="266" y="38"/>
                      <a:pt x="266" y="38"/>
                    </a:cubicBezTo>
                    <a:cubicBezTo>
                      <a:pt x="266" y="40"/>
                      <a:pt x="266" y="41"/>
                      <a:pt x="266" y="42"/>
                    </a:cubicBezTo>
                    <a:cubicBezTo>
                      <a:pt x="271" y="42"/>
                      <a:pt x="271" y="42"/>
                      <a:pt x="271" y="42"/>
                    </a:cubicBezTo>
                    <a:cubicBezTo>
                      <a:pt x="271" y="29"/>
                      <a:pt x="271" y="29"/>
                      <a:pt x="271" y="29"/>
                    </a:cubicBezTo>
                    <a:cubicBezTo>
                      <a:pt x="266" y="29"/>
                      <a:pt x="266" y="29"/>
                      <a:pt x="266" y="29"/>
                    </a:cubicBezTo>
                    <a:cubicBezTo>
                      <a:pt x="266" y="30"/>
                      <a:pt x="266" y="32"/>
                      <a:pt x="266" y="33"/>
                    </a:cubicBezTo>
                    <a:cubicBezTo>
                      <a:pt x="258" y="33"/>
                      <a:pt x="258" y="33"/>
                      <a:pt x="258" y="33"/>
                    </a:cubicBezTo>
                    <a:cubicBezTo>
                      <a:pt x="258" y="21"/>
                      <a:pt x="258" y="21"/>
                      <a:pt x="258" y="21"/>
                    </a:cubicBezTo>
                    <a:cubicBezTo>
                      <a:pt x="269" y="21"/>
                      <a:pt x="269" y="21"/>
                      <a:pt x="269" y="21"/>
                    </a:cubicBezTo>
                    <a:cubicBezTo>
                      <a:pt x="269" y="23"/>
                      <a:pt x="270" y="25"/>
                      <a:pt x="270" y="27"/>
                    </a:cubicBezTo>
                    <a:cubicBezTo>
                      <a:pt x="275" y="27"/>
                      <a:pt x="275" y="27"/>
                      <a:pt x="275" y="27"/>
                    </a:cubicBezTo>
                    <a:cubicBezTo>
                      <a:pt x="275" y="17"/>
                      <a:pt x="275" y="17"/>
                      <a:pt x="275" y="17"/>
                    </a:cubicBezTo>
                    <a:cubicBezTo>
                      <a:pt x="245" y="17"/>
                      <a:pt x="245" y="17"/>
                      <a:pt x="245" y="17"/>
                    </a:cubicBezTo>
                    <a:cubicBezTo>
                      <a:pt x="245" y="20"/>
                      <a:pt x="245" y="20"/>
                      <a:pt x="245" y="20"/>
                    </a:cubicBezTo>
                    <a:cubicBezTo>
                      <a:pt x="247" y="21"/>
                      <a:pt x="249" y="21"/>
                      <a:pt x="252" y="21"/>
                    </a:cubicBezTo>
                    <a:cubicBezTo>
                      <a:pt x="252" y="51"/>
                      <a:pt x="252" y="51"/>
                      <a:pt x="252" y="51"/>
                    </a:cubicBezTo>
                    <a:cubicBezTo>
                      <a:pt x="249" y="51"/>
                      <a:pt x="247" y="52"/>
                      <a:pt x="245" y="52"/>
                    </a:cubicBezTo>
                    <a:cubicBezTo>
                      <a:pt x="245" y="56"/>
                      <a:pt x="245" y="56"/>
                      <a:pt x="245" y="56"/>
                    </a:cubicBezTo>
                    <a:lnTo>
                      <a:pt x="275" y="56"/>
                    </a:lnTo>
                    <a:close/>
                    <a:moveTo>
                      <a:pt x="238" y="56"/>
                    </a:moveTo>
                    <a:cubicBezTo>
                      <a:pt x="238" y="52"/>
                      <a:pt x="238" y="52"/>
                      <a:pt x="238" y="52"/>
                    </a:cubicBezTo>
                    <a:cubicBezTo>
                      <a:pt x="236" y="52"/>
                      <a:pt x="234" y="51"/>
                      <a:pt x="232" y="51"/>
                    </a:cubicBezTo>
                    <a:cubicBezTo>
                      <a:pt x="232" y="21"/>
                      <a:pt x="232" y="21"/>
                      <a:pt x="232" y="21"/>
                    </a:cubicBezTo>
                    <a:cubicBezTo>
                      <a:pt x="234" y="21"/>
                      <a:pt x="236" y="21"/>
                      <a:pt x="238" y="20"/>
                    </a:cubicBezTo>
                    <a:cubicBezTo>
                      <a:pt x="238" y="17"/>
                      <a:pt x="238" y="17"/>
                      <a:pt x="238" y="17"/>
                    </a:cubicBezTo>
                    <a:cubicBezTo>
                      <a:pt x="218" y="17"/>
                      <a:pt x="218" y="17"/>
                      <a:pt x="218" y="17"/>
                    </a:cubicBezTo>
                    <a:cubicBezTo>
                      <a:pt x="218" y="20"/>
                      <a:pt x="218" y="20"/>
                      <a:pt x="218" y="20"/>
                    </a:cubicBezTo>
                    <a:cubicBezTo>
                      <a:pt x="220" y="21"/>
                      <a:pt x="222" y="21"/>
                      <a:pt x="225" y="21"/>
                    </a:cubicBezTo>
                    <a:cubicBezTo>
                      <a:pt x="225" y="51"/>
                      <a:pt x="225" y="51"/>
                      <a:pt x="225" y="51"/>
                    </a:cubicBezTo>
                    <a:cubicBezTo>
                      <a:pt x="222" y="51"/>
                      <a:pt x="220" y="52"/>
                      <a:pt x="218" y="52"/>
                    </a:cubicBezTo>
                    <a:cubicBezTo>
                      <a:pt x="218" y="56"/>
                      <a:pt x="218" y="56"/>
                      <a:pt x="218" y="56"/>
                    </a:cubicBezTo>
                    <a:lnTo>
                      <a:pt x="238" y="56"/>
                    </a:lnTo>
                    <a:close/>
                    <a:moveTo>
                      <a:pt x="211" y="20"/>
                    </a:moveTo>
                    <a:cubicBezTo>
                      <a:pt x="211" y="17"/>
                      <a:pt x="211" y="17"/>
                      <a:pt x="211" y="17"/>
                    </a:cubicBezTo>
                    <a:cubicBezTo>
                      <a:pt x="193" y="17"/>
                      <a:pt x="193" y="17"/>
                      <a:pt x="193" y="17"/>
                    </a:cubicBezTo>
                    <a:cubicBezTo>
                      <a:pt x="193" y="20"/>
                      <a:pt x="193" y="20"/>
                      <a:pt x="193" y="20"/>
                    </a:cubicBezTo>
                    <a:cubicBezTo>
                      <a:pt x="195" y="21"/>
                      <a:pt x="197" y="21"/>
                      <a:pt x="199" y="21"/>
                    </a:cubicBezTo>
                    <a:cubicBezTo>
                      <a:pt x="199" y="35"/>
                      <a:pt x="199" y="35"/>
                      <a:pt x="199" y="35"/>
                    </a:cubicBezTo>
                    <a:cubicBezTo>
                      <a:pt x="199" y="41"/>
                      <a:pt x="199" y="45"/>
                      <a:pt x="200" y="48"/>
                    </a:cubicBezTo>
                    <a:cubicBezTo>
                      <a:pt x="199" y="48"/>
                      <a:pt x="199" y="48"/>
                      <a:pt x="199" y="48"/>
                    </a:cubicBezTo>
                    <a:cubicBezTo>
                      <a:pt x="198" y="45"/>
                      <a:pt x="196" y="42"/>
                      <a:pt x="195" y="40"/>
                    </a:cubicBezTo>
                    <a:cubicBezTo>
                      <a:pt x="180" y="17"/>
                      <a:pt x="180" y="17"/>
                      <a:pt x="180" y="17"/>
                    </a:cubicBezTo>
                    <a:cubicBezTo>
                      <a:pt x="164" y="17"/>
                      <a:pt x="164" y="17"/>
                      <a:pt x="164" y="17"/>
                    </a:cubicBezTo>
                    <a:cubicBezTo>
                      <a:pt x="164" y="20"/>
                      <a:pt x="164" y="20"/>
                      <a:pt x="164" y="20"/>
                    </a:cubicBezTo>
                    <a:cubicBezTo>
                      <a:pt x="166" y="21"/>
                      <a:pt x="168" y="21"/>
                      <a:pt x="171" y="21"/>
                    </a:cubicBezTo>
                    <a:cubicBezTo>
                      <a:pt x="171" y="51"/>
                      <a:pt x="171" y="51"/>
                      <a:pt x="171" y="51"/>
                    </a:cubicBezTo>
                    <a:cubicBezTo>
                      <a:pt x="168" y="51"/>
                      <a:pt x="166" y="52"/>
                      <a:pt x="164" y="52"/>
                    </a:cubicBezTo>
                    <a:cubicBezTo>
                      <a:pt x="164" y="56"/>
                      <a:pt x="164" y="56"/>
                      <a:pt x="164" y="56"/>
                    </a:cubicBezTo>
                    <a:cubicBezTo>
                      <a:pt x="183" y="56"/>
                      <a:pt x="183" y="56"/>
                      <a:pt x="183" y="56"/>
                    </a:cubicBezTo>
                    <a:cubicBezTo>
                      <a:pt x="183" y="52"/>
                      <a:pt x="183" y="52"/>
                      <a:pt x="183" y="52"/>
                    </a:cubicBezTo>
                    <a:cubicBezTo>
                      <a:pt x="182" y="52"/>
                      <a:pt x="179" y="51"/>
                      <a:pt x="177" y="51"/>
                    </a:cubicBezTo>
                    <a:cubicBezTo>
                      <a:pt x="177" y="34"/>
                      <a:pt x="177" y="34"/>
                      <a:pt x="177" y="34"/>
                    </a:cubicBezTo>
                    <a:cubicBezTo>
                      <a:pt x="177" y="30"/>
                      <a:pt x="177" y="27"/>
                      <a:pt x="177" y="25"/>
                    </a:cubicBezTo>
                    <a:cubicBezTo>
                      <a:pt x="177" y="25"/>
                      <a:pt x="177" y="25"/>
                      <a:pt x="177" y="25"/>
                    </a:cubicBezTo>
                    <a:cubicBezTo>
                      <a:pt x="178" y="27"/>
                      <a:pt x="180" y="30"/>
                      <a:pt x="181" y="32"/>
                    </a:cubicBezTo>
                    <a:cubicBezTo>
                      <a:pt x="197" y="56"/>
                      <a:pt x="197" y="56"/>
                      <a:pt x="197" y="56"/>
                    </a:cubicBezTo>
                    <a:cubicBezTo>
                      <a:pt x="206" y="56"/>
                      <a:pt x="206" y="56"/>
                      <a:pt x="206" y="56"/>
                    </a:cubicBezTo>
                    <a:cubicBezTo>
                      <a:pt x="206" y="21"/>
                      <a:pt x="206" y="21"/>
                      <a:pt x="206" y="21"/>
                    </a:cubicBezTo>
                    <a:cubicBezTo>
                      <a:pt x="208" y="21"/>
                      <a:pt x="210" y="21"/>
                      <a:pt x="211" y="20"/>
                    </a:cubicBezTo>
                    <a:moveTo>
                      <a:pt x="155" y="56"/>
                    </a:moveTo>
                    <a:cubicBezTo>
                      <a:pt x="155" y="45"/>
                      <a:pt x="155" y="45"/>
                      <a:pt x="155" y="45"/>
                    </a:cubicBezTo>
                    <a:cubicBezTo>
                      <a:pt x="150" y="45"/>
                      <a:pt x="150" y="45"/>
                      <a:pt x="150" y="45"/>
                    </a:cubicBezTo>
                    <a:cubicBezTo>
                      <a:pt x="150" y="47"/>
                      <a:pt x="149" y="49"/>
                      <a:pt x="149" y="51"/>
                    </a:cubicBezTo>
                    <a:cubicBezTo>
                      <a:pt x="138" y="51"/>
                      <a:pt x="138" y="51"/>
                      <a:pt x="138" y="51"/>
                    </a:cubicBezTo>
                    <a:cubicBezTo>
                      <a:pt x="138" y="38"/>
                      <a:pt x="138" y="38"/>
                      <a:pt x="138" y="38"/>
                    </a:cubicBezTo>
                    <a:cubicBezTo>
                      <a:pt x="145" y="38"/>
                      <a:pt x="145" y="38"/>
                      <a:pt x="145" y="38"/>
                    </a:cubicBezTo>
                    <a:cubicBezTo>
                      <a:pt x="145" y="40"/>
                      <a:pt x="146" y="41"/>
                      <a:pt x="146" y="42"/>
                    </a:cubicBezTo>
                    <a:cubicBezTo>
                      <a:pt x="151" y="42"/>
                      <a:pt x="151" y="42"/>
                      <a:pt x="151" y="42"/>
                    </a:cubicBezTo>
                    <a:cubicBezTo>
                      <a:pt x="151" y="29"/>
                      <a:pt x="151" y="29"/>
                      <a:pt x="151" y="29"/>
                    </a:cubicBezTo>
                    <a:cubicBezTo>
                      <a:pt x="146" y="29"/>
                      <a:pt x="146" y="29"/>
                      <a:pt x="146" y="29"/>
                    </a:cubicBezTo>
                    <a:cubicBezTo>
                      <a:pt x="146" y="30"/>
                      <a:pt x="146" y="32"/>
                      <a:pt x="145" y="33"/>
                    </a:cubicBezTo>
                    <a:cubicBezTo>
                      <a:pt x="138" y="33"/>
                      <a:pt x="138" y="33"/>
                      <a:pt x="138" y="33"/>
                    </a:cubicBezTo>
                    <a:cubicBezTo>
                      <a:pt x="138" y="21"/>
                      <a:pt x="138" y="21"/>
                      <a:pt x="138" y="21"/>
                    </a:cubicBezTo>
                    <a:cubicBezTo>
                      <a:pt x="149" y="21"/>
                      <a:pt x="149" y="21"/>
                      <a:pt x="149" y="21"/>
                    </a:cubicBezTo>
                    <a:cubicBezTo>
                      <a:pt x="149" y="23"/>
                      <a:pt x="150" y="25"/>
                      <a:pt x="150" y="27"/>
                    </a:cubicBezTo>
                    <a:cubicBezTo>
                      <a:pt x="155" y="27"/>
                      <a:pt x="155" y="27"/>
                      <a:pt x="155" y="27"/>
                    </a:cubicBezTo>
                    <a:cubicBezTo>
                      <a:pt x="155" y="17"/>
                      <a:pt x="155" y="17"/>
                      <a:pt x="155" y="17"/>
                    </a:cubicBezTo>
                    <a:cubicBezTo>
                      <a:pt x="125" y="17"/>
                      <a:pt x="125" y="17"/>
                      <a:pt x="125" y="17"/>
                    </a:cubicBezTo>
                    <a:cubicBezTo>
                      <a:pt x="125" y="20"/>
                      <a:pt x="125" y="20"/>
                      <a:pt x="125" y="20"/>
                    </a:cubicBezTo>
                    <a:cubicBezTo>
                      <a:pt x="127" y="21"/>
                      <a:pt x="129" y="21"/>
                      <a:pt x="131" y="21"/>
                    </a:cubicBezTo>
                    <a:cubicBezTo>
                      <a:pt x="131" y="51"/>
                      <a:pt x="131" y="51"/>
                      <a:pt x="131" y="51"/>
                    </a:cubicBezTo>
                    <a:cubicBezTo>
                      <a:pt x="129" y="51"/>
                      <a:pt x="127" y="52"/>
                      <a:pt x="125" y="52"/>
                    </a:cubicBezTo>
                    <a:cubicBezTo>
                      <a:pt x="125" y="56"/>
                      <a:pt x="125" y="56"/>
                      <a:pt x="125" y="56"/>
                    </a:cubicBezTo>
                    <a:lnTo>
                      <a:pt x="155" y="56"/>
                    </a:lnTo>
                    <a:close/>
                    <a:moveTo>
                      <a:pt x="120" y="39"/>
                    </a:moveTo>
                    <a:cubicBezTo>
                      <a:pt x="120" y="35"/>
                      <a:pt x="120" y="35"/>
                      <a:pt x="120" y="35"/>
                    </a:cubicBezTo>
                    <a:cubicBezTo>
                      <a:pt x="102" y="35"/>
                      <a:pt x="102" y="35"/>
                      <a:pt x="102" y="35"/>
                    </a:cubicBezTo>
                    <a:cubicBezTo>
                      <a:pt x="102" y="39"/>
                      <a:pt x="102" y="39"/>
                      <a:pt x="102" y="39"/>
                    </a:cubicBezTo>
                    <a:cubicBezTo>
                      <a:pt x="104" y="40"/>
                      <a:pt x="106" y="40"/>
                      <a:pt x="108" y="40"/>
                    </a:cubicBezTo>
                    <a:cubicBezTo>
                      <a:pt x="108" y="50"/>
                      <a:pt x="108" y="50"/>
                      <a:pt x="108" y="50"/>
                    </a:cubicBezTo>
                    <a:cubicBezTo>
                      <a:pt x="106" y="50"/>
                      <a:pt x="104" y="51"/>
                      <a:pt x="102" y="51"/>
                    </a:cubicBezTo>
                    <a:cubicBezTo>
                      <a:pt x="93" y="51"/>
                      <a:pt x="88" y="46"/>
                      <a:pt x="88" y="36"/>
                    </a:cubicBezTo>
                    <a:cubicBezTo>
                      <a:pt x="88" y="27"/>
                      <a:pt x="94" y="22"/>
                      <a:pt x="102" y="22"/>
                    </a:cubicBezTo>
                    <a:cubicBezTo>
                      <a:pt x="104" y="22"/>
                      <a:pt x="106" y="22"/>
                      <a:pt x="108" y="22"/>
                    </a:cubicBezTo>
                    <a:cubicBezTo>
                      <a:pt x="108" y="24"/>
                      <a:pt x="109" y="26"/>
                      <a:pt x="109" y="29"/>
                    </a:cubicBezTo>
                    <a:cubicBezTo>
                      <a:pt x="114" y="29"/>
                      <a:pt x="114" y="29"/>
                      <a:pt x="114" y="29"/>
                    </a:cubicBezTo>
                    <a:cubicBezTo>
                      <a:pt x="114" y="17"/>
                      <a:pt x="114" y="17"/>
                      <a:pt x="114" y="17"/>
                    </a:cubicBezTo>
                    <a:cubicBezTo>
                      <a:pt x="110" y="16"/>
                      <a:pt x="106" y="16"/>
                      <a:pt x="102" y="16"/>
                    </a:cubicBezTo>
                    <a:cubicBezTo>
                      <a:pt x="88" y="16"/>
                      <a:pt x="80" y="25"/>
                      <a:pt x="80" y="37"/>
                    </a:cubicBezTo>
                    <a:cubicBezTo>
                      <a:pt x="80" y="50"/>
                      <a:pt x="89" y="56"/>
                      <a:pt x="101" y="56"/>
                    </a:cubicBezTo>
                    <a:cubicBezTo>
                      <a:pt x="106" y="56"/>
                      <a:pt x="111" y="56"/>
                      <a:pt x="115" y="54"/>
                    </a:cubicBezTo>
                    <a:cubicBezTo>
                      <a:pt x="115" y="40"/>
                      <a:pt x="115" y="40"/>
                      <a:pt x="115" y="40"/>
                    </a:cubicBezTo>
                    <a:cubicBezTo>
                      <a:pt x="117" y="40"/>
                      <a:pt x="118" y="40"/>
                      <a:pt x="120" y="39"/>
                    </a:cubicBezTo>
                    <a:moveTo>
                      <a:pt x="74" y="20"/>
                    </a:moveTo>
                    <a:cubicBezTo>
                      <a:pt x="74" y="17"/>
                      <a:pt x="74" y="17"/>
                      <a:pt x="74" y="17"/>
                    </a:cubicBezTo>
                    <a:cubicBezTo>
                      <a:pt x="56" y="17"/>
                      <a:pt x="56" y="17"/>
                      <a:pt x="56" y="17"/>
                    </a:cubicBezTo>
                    <a:cubicBezTo>
                      <a:pt x="56" y="20"/>
                      <a:pt x="56" y="20"/>
                      <a:pt x="56" y="20"/>
                    </a:cubicBezTo>
                    <a:cubicBezTo>
                      <a:pt x="58" y="21"/>
                      <a:pt x="60" y="21"/>
                      <a:pt x="62" y="21"/>
                    </a:cubicBezTo>
                    <a:cubicBezTo>
                      <a:pt x="62" y="35"/>
                      <a:pt x="62" y="35"/>
                      <a:pt x="62" y="35"/>
                    </a:cubicBezTo>
                    <a:cubicBezTo>
                      <a:pt x="62" y="41"/>
                      <a:pt x="62" y="45"/>
                      <a:pt x="62" y="48"/>
                    </a:cubicBezTo>
                    <a:cubicBezTo>
                      <a:pt x="62" y="48"/>
                      <a:pt x="62" y="48"/>
                      <a:pt x="62" y="48"/>
                    </a:cubicBezTo>
                    <a:cubicBezTo>
                      <a:pt x="61" y="45"/>
                      <a:pt x="59" y="42"/>
                      <a:pt x="58" y="40"/>
                    </a:cubicBezTo>
                    <a:cubicBezTo>
                      <a:pt x="43" y="17"/>
                      <a:pt x="43" y="17"/>
                      <a:pt x="43" y="17"/>
                    </a:cubicBezTo>
                    <a:cubicBezTo>
                      <a:pt x="27" y="17"/>
                      <a:pt x="27" y="17"/>
                      <a:pt x="27" y="17"/>
                    </a:cubicBezTo>
                    <a:cubicBezTo>
                      <a:pt x="27" y="20"/>
                      <a:pt x="27" y="20"/>
                      <a:pt x="27" y="20"/>
                    </a:cubicBezTo>
                    <a:cubicBezTo>
                      <a:pt x="29" y="21"/>
                      <a:pt x="31" y="21"/>
                      <a:pt x="34" y="21"/>
                    </a:cubicBezTo>
                    <a:cubicBezTo>
                      <a:pt x="34" y="51"/>
                      <a:pt x="34" y="51"/>
                      <a:pt x="34" y="51"/>
                    </a:cubicBezTo>
                    <a:cubicBezTo>
                      <a:pt x="31" y="51"/>
                      <a:pt x="29" y="52"/>
                      <a:pt x="27" y="52"/>
                    </a:cubicBezTo>
                    <a:cubicBezTo>
                      <a:pt x="27" y="56"/>
                      <a:pt x="27" y="56"/>
                      <a:pt x="27" y="56"/>
                    </a:cubicBezTo>
                    <a:cubicBezTo>
                      <a:pt x="46" y="56"/>
                      <a:pt x="46" y="56"/>
                      <a:pt x="46" y="56"/>
                    </a:cubicBezTo>
                    <a:cubicBezTo>
                      <a:pt x="46" y="52"/>
                      <a:pt x="46" y="52"/>
                      <a:pt x="46" y="52"/>
                    </a:cubicBezTo>
                    <a:cubicBezTo>
                      <a:pt x="44" y="52"/>
                      <a:pt x="42" y="51"/>
                      <a:pt x="40" y="51"/>
                    </a:cubicBezTo>
                    <a:cubicBezTo>
                      <a:pt x="40" y="34"/>
                      <a:pt x="40" y="34"/>
                      <a:pt x="40" y="34"/>
                    </a:cubicBezTo>
                    <a:cubicBezTo>
                      <a:pt x="40" y="30"/>
                      <a:pt x="40" y="27"/>
                      <a:pt x="40" y="25"/>
                    </a:cubicBezTo>
                    <a:cubicBezTo>
                      <a:pt x="40" y="25"/>
                      <a:pt x="40" y="25"/>
                      <a:pt x="40" y="25"/>
                    </a:cubicBezTo>
                    <a:cubicBezTo>
                      <a:pt x="41" y="27"/>
                      <a:pt x="43" y="30"/>
                      <a:pt x="44" y="32"/>
                    </a:cubicBezTo>
                    <a:cubicBezTo>
                      <a:pt x="60" y="56"/>
                      <a:pt x="60" y="56"/>
                      <a:pt x="60" y="56"/>
                    </a:cubicBezTo>
                    <a:cubicBezTo>
                      <a:pt x="69" y="56"/>
                      <a:pt x="69" y="56"/>
                      <a:pt x="69" y="56"/>
                    </a:cubicBezTo>
                    <a:cubicBezTo>
                      <a:pt x="69" y="21"/>
                      <a:pt x="69" y="21"/>
                      <a:pt x="69" y="21"/>
                    </a:cubicBezTo>
                    <a:cubicBezTo>
                      <a:pt x="71" y="21"/>
                      <a:pt x="73" y="21"/>
                      <a:pt x="74" y="20"/>
                    </a:cubicBezTo>
                    <a:moveTo>
                      <a:pt x="20" y="56"/>
                    </a:moveTo>
                    <a:cubicBezTo>
                      <a:pt x="20" y="52"/>
                      <a:pt x="20" y="52"/>
                      <a:pt x="20" y="52"/>
                    </a:cubicBezTo>
                    <a:cubicBezTo>
                      <a:pt x="18" y="52"/>
                      <a:pt x="16" y="51"/>
                      <a:pt x="13" y="51"/>
                    </a:cubicBezTo>
                    <a:cubicBezTo>
                      <a:pt x="13" y="21"/>
                      <a:pt x="13" y="21"/>
                      <a:pt x="13" y="21"/>
                    </a:cubicBezTo>
                    <a:cubicBezTo>
                      <a:pt x="16" y="21"/>
                      <a:pt x="18" y="21"/>
                      <a:pt x="20" y="20"/>
                    </a:cubicBezTo>
                    <a:cubicBezTo>
                      <a:pt x="20" y="17"/>
                      <a:pt x="20" y="17"/>
                      <a:pt x="20" y="17"/>
                    </a:cubicBezTo>
                    <a:cubicBezTo>
                      <a:pt x="0" y="17"/>
                      <a:pt x="0" y="17"/>
                      <a:pt x="0" y="17"/>
                    </a:cubicBezTo>
                    <a:cubicBezTo>
                      <a:pt x="0" y="20"/>
                      <a:pt x="0" y="20"/>
                      <a:pt x="0" y="20"/>
                    </a:cubicBezTo>
                    <a:cubicBezTo>
                      <a:pt x="2" y="21"/>
                      <a:pt x="4" y="21"/>
                      <a:pt x="7" y="21"/>
                    </a:cubicBezTo>
                    <a:cubicBezTo>
                      <a:pt x="7" y="51"/>
                      <a:pt x="7" y="51"/>
                      <a:pt x="7" y="51"/>
                    </a:cubicBezTo>
                    <a:cubicBezTo>
                      <a:pt x="4" y="51"/>
                      <a:pt x="2" y="52"/>
                      <a:pt x="0" y="52"/>
                    </a:cubicBezTo>
                    <a:cubicBezTo>
                      <a:pt x="0" y="56"/>
                      <a:pt x="0" y="56"/>
                      <a:pt x="0" y="56"/>
                    </a:cubicBezTo>
                    <a:lnTo>
                      <a:pt x="20" y="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8" name="Freeform 38">
                <a:extLst>
                  <a:ext uri="{FF2B5EF4-FFF2-40B4-BE49-F238E27FC236}">
                    <a16:creationId xmlns:a16="http://schemas.microsoft.com/office/drawing/2014/main" id="{E3C856A7-42C7-40A6-A72C-7E5B9F4BC336}"/>
                  </a:ext>
                </a:extLst>
              </p:cNvPr>
              <p:cNvSpPr>
                <a:spLocks noEditPoints="1"/>
              </p:cNvSpPr>
              <p:nvPr/>
            </p:nvSpPr>
            <p:spPr bwMode="auto">
              <a:xfrm>
                <a:off x="3968750" y="2597150"/>
                <a:ext cx="908050" cy="88900"/>
              </a:xfrm>
              <a:custGeom>
                <a:avLst/>
                <a:gdLst>
                  <a:gd name="T0" fmla="*/ 413 w 419"/>
                  <a:gd name="T1" fmla="*/ 35 h 41"/>
                  <a:gd name="T2" fmla="*/ 410 w 419"/>
                  <a:gd name="T3" fmla="*/ 27 h 41"/>
                  <a:gd name="T4" fmla="*/ 410 w 419"/>
                  <a:gd name="T5" fmla="*/ 18 h 41"/>
                  <a:gd name="T6" fmla="*/ 414 w 419"/>
                  <a:gd name="T7" fmla="*/ 12 h 41"/>
                  <a:gd name="T8" fmla="*/ 389 w 419"/>
                  <a:gd name="T9" fmla="*/ 5 h 41"/>
                  <a:gd name="T10" fmla="*/ 389 w 419"/>
                  <a:gd name="T11" fmla="*/ 40 h 41"/>
                  <a:gd name="T12" fmla="*/ 355 w 419"/>
                  <a:gd name="T13" fmla="*/ 35 h 41"/>
                  <a:gd name="T14" fmla="*/ 383 w 419"/>
                  <a:gd name="T15" fmla="*/ 20 h 41"/>
                  <a:gd name="T16" fmla="*/ 342 w 419"/>
                  <a:gd name="T17" fmla="*/ 5 h 41"/>
                  <a:gd name="T18" fmla="*/ 342 w 419"/>
                  <a:gd name="T19" fmla="*/ 40 h 41"/>
                  <a:gd name="T20" fmla="*/ 312 w 419"/>
                  <a:gd name="T21" fmla="*/ 20 h 41"/>
                  <a:gd name="T22" fmla="*/ 297 w 419"/>
                  <a:gd name="T23" fmla="*/ 6 h 41"/>
                  <a:gd name="T24" fmla="*/ 285 w 419"/>
                  <a:gd name="T25" fmla="*/ 1 h 41"/>
                  <a:gd name="T26" fmla="*/ 285 w 419"/>
                  <a:gd name="T27" fmla="*/ 35 h 41"/>
                  <a:gd name="T28" fmla="*/ 296 w 419"/>
                  <a:gd name="T29" fmla="*/ 41 h 41"/>
                  <a:gd name="T30" fmla="*/ 250 w 419"/>
                  <a:gd name="T31" fmla="*/ 13 h 41"/>
                  <a:gd name="T32" fmla="*/ 259 w 419"/>
                  <a:gd name="T33" fmla="*/ 25 h 41"/>
                  <a:gd name="T34" fmla="*/ 257 w 419"/>
                  <a:gd name="T35" fmla="*/ 1 h 41"/>
                  <a:gd name="T36" fmla="*/ 230 w 419"/>
                  <a:gd name="T37" fmla="*/ 40 h 41"/>
                  <a:gd name="T38" fmla="*/ 243 w 419"/>
                  <a:gd name="T39" fmla="*/ 30 h 41"/>
                  <a:gd name="T40" fmla="*/ 257 w 419"/>
                  <a:gd name="T41" fmla="*/ 40 h 41"/>
                  <a:gd name="T42" fmla="*/ 195 w 419"/>
                  <a:gd name="T43" fmla="*/ 1 h 41"/>
                  <a:gd name="T44" fmla="*/ 209 w 419"/>
                  <a:gd name="T45" fmla="*/ 6 h 41"/>
                  <a:gd name="T46" fmla="*/ 223 w 419"/>
                  <a:gd name="T47" fmla="*/ 40 h 41"/>
                  <a:gd name="T48" fmla="*/ 225 w 419"/>
                  <a:gd name="T49" fmla="*/ 6 h 41"/>
                  <a:gd name="T50" fmla="*/ 194 w 419"/>
                  <a:gd name="T51" fmla="*/ 28 h 41"/>
                  <a:gd name="T52" fmla="*/ 178 w 419"/>
                  <a:gd name="T53" fmla="*/ 6 h 41"/>
                  <a:gd name="T54" fmla="*/ 164 w 419"/>
                  <a:gd name="T55" fmla="*/ 5 h 41"/>
                  <a:gd name="T56" fmla="*/ 164 w 419"/>
                  <a:gd name="T57" fmla="*/ 40 h 41"/>
                  <a:gd name="T58" fmla="*/ 140 w 419"/>
                  <a:gd name="T59" fmla="*/ 1 h 41"/>
                  <a:gd name="T60" fmla="*/ 136 w 419"/>
                  <a:gd name="T61" fmla="*/ 35 h 41"/>
                  <a:gd name="T62" fmla="*/ 132 w 419"/>
                  <a:gd name="T63" fmla="*/ 1 h 41"/>
                  <a:gd name="T64" fmla="*/ 119 w 419"/>
                  <a:gd name="T65" fmla="*/ 27 h 41"/>
                  <a:gd name="T66" fmla="*/ 158 w 419"/>
                  <a:gd name="T67" fmla="*/ 5 h 41"/>
                  <a:gd name="T68" fmla="*/ 84 w 419"/>
                  <a:gd name="T69" fmla="*/ 21 h 41"/>
                  <a:gd name="T70" fmla="*/ 107 w 419"/>
                  <a:gd name="T71" fmla="*/ 13 h 41"/>
                  <a:gd name="T72" fmla="*/ 96 w 419"/>
                  <a:gd name="T73" fmla="*/ 41 h 41"/>
                  <a:gd name="T74" fmla="*/ 49 w 419"/>
                  <a:gd name="T75" fmla="*/ 13 h 41"/>
                  <a:gd name="T76" fmla="*/ 58 w 419"/>
                  <a:gd name="T77" fmla="*/ 25 h 41"/>
                  <a:gd name="T78" fmla="*/ 56 w 419"/>
                  <a:gd name="T79" fmla="*/ 1 h 41"/>
                  <a:gd name="T80" fmla="*/ 29 w 419"/>
                  <a:gd name="T81" fmla="*/ 40 h 41"/>
                  <a:gd name="T82" fmla="*/ 43 w 419"/>
                  <a:gd name="T83" fmla="*/ 30 h 41"/>
                  <a:gd name="T84" fmla="*/ 56 w 419"/>
                  <a:gd name="T85" fmla="*/ 40 h 41"/>
                  <a:gd name="T86" fmla="*/ 0 w 419"/>
                  <a:gd name="T87" fmla="*/ 1 h 41"/>
                  <a:gd name="T88" fmla="*/ 0 w 419"/>
                  <a:gd name="T89" fmla="*/ 36 h 41"/>
                  <a:gd name="T90" fmla="*/ 13 w 419"/>
                  <a:gd name="T91" fmla="*/ 35 h 41"/>
                  <a:gd name="T92" fmla="*/ 26 w 419"/>
                  <a:gd name="T93" fmla="*/ 27 h 41"/>
                  <a:gd name="T94" fmla="*/ 13 w 419"/>
                  <a:gd name="T95" fmla="*/ 18 h 41"/>
                  <a:gd name="T96" fmla="*/ 30 w 419"/>
                  <a:gd name="T97"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19" h="41">
                    <a:moveTo>
                      <a:pt x="419" y="40"/>
                    </a:moveTo>
                    <a:cubicBezTo>
                      <a:pt x="419" y="29"/>
                      <a:pt x="419" y="29"/>
                      <a:pt x="419" y="29"/>
                    </a:cubicBezTo>
                    <a:cubicBezTo>
                      <a:pt x="414" y="29"/>
                      <a:pt x="414" y="29"/>
                      <a:pt x="414" y="29"/>
                    </a:cubicBezTo>
                    <a:cubicBezTo>
                      <a:pt x="414" y="31"/>
                      <a:pt x="414" y="34"/>
                      <a:pt x="413" y="35"/>
                    </a:cubicBezTo>
                    <a:cubicBezTo>
                      <a:pt x="402" y="35"/>
                      <a:pt x="402" y="35"/>
                      <a:pt x="402" y="35"/>
                    </a:cubicBezTo>
                    <a:cubicBezTo>
                      <a:pt x="402" y="22"/>
                      <a:pt x="402" y="22"/>
                      <a:pt x="402" y="22"/>
                    </a:cubicBezTo>
                    <a:cubicBezTo>
                      <a:pt x="410" y="22"/>
                      <a:pt x="410" y="22"/>
                      <a:pt x="410" y="22"/>
                    </a:cubicBezTo>
                    <a:cubicBezTo>
                      <a:pt x="410" y="24"/>
                      <a:pt x="410" y="25"/>
                      <a:pt x="410" y="27"/>
                    </a:cubicBezTo>
                    <a:cubicBezTo>
                      <a:pt x="415" y="27"/>
                      <a:pt x="415" y="27"/>
                      <a:pt x="415" y="27"/>
                    </a:cubicBezTo>
                    <a:cubicBezTo>
                      <a:pt x="415" y="14"/>
                      <a:pt x="415" y="14"/>
                      <a:pt x="415" y="14"/>
                    </a:cubicBezTo>
                    <a:cubicBezTo>
                      <a:pt x="410" y="14"/>
                      <a:pt x="410" y="14"/>
                      <a:pt x="410" y="14"/>
                    </a:cubicBezTo>
                    <a:cubicBezTo>
                      <a:pt x="410" y="15"/>
                      <a:pt x="410" y="16"/>
                      <a:pt x="410" y="18"/>
                    </a:cubicBezTo>
                    <a:cubicBezTo>
                      <a:pt x="402" y="18"/>
                      <a:pt x="402" y="18"/>
                      <a:pt x="402" y="18"/>
                    </a:cubicBezTo>
                    <a:cubicBezTo>
                      <a:pt x="402" y="6"/>
                      <a:pt x="402" y="6"/>
                      <a:pt x="402" y="6"/>
                    </a:cubicBezTo>
                    <a:cubicBezTo>
                      <a:pt x="413" y="6"/>
                      <a:pt x="413" y="6"/>
                      <a:pt x="413" y="6"/>
                    </a:cubicBezTo>
                    <a:cubicBezTo>
                      <a:pt x="413" y="7"/>
                      <a:pt x="414" y="10"/>
                      <a:pt x="414" y="12"/>
                    </a:cubicBezTo>
                    <a:cubicBezTo>
                      <a:pt x="419" y="12"/>
                      <a:pt x="419" y="12"/>
                      <a:pt x="419" y="12"/>
                    </a:cubicBezTo>
                    <a:cubicBezTo>
                      <a:pt x="419" y="1"/>
                      <a:pt x="419" y="1"/>
                      <a:pt x="419" y="1"/>
                    </a:cubicBezTo>
                    <a:cubicBezTo>
                      <a:pt x="389" y="1"/>
                      <a:pt x="389" y="1"/>
                      <a:pt x="389" y="1"/>
                    </a:cubicBezTo>
                    <a:cubicBezTo>
                      <a:pt x="389" y="5"/>
                      <a:pt x="389" y="5"/>
                      <a:pt x="389" y="5"/>
                    </a:cubicBezTo>
                    <a:cubicBezTo>
                      <a:pt x="391" y="5"/>
                      <a:pt x="393" y="6"/>
                      <a:pt x="396" y="6"/>
                    </a:cubicBezTo>
                    <a:cubicBezTo>
                      <a:pt x="396" y="35"/>
                      <a:pt x="396" y="35"/>
                      <a:pt x="396" y="35"/>
                    </a:cubicBezTo>
                    <a:cubicBezTo>
                      <a:pt x="393" y="36"/>
                      <a:pt x="391" y="36"/>
                      <a:pt x="389" y="36"/>
                    </a:cubicBezTo>
                    <a:cubicBezTo>
                      <a:pt x="389" y="40"/>
                      <a:pt x="389" y="40"/>
                      <a:pt x="389" y="40"/>
                    </a:cubicBezTo>
                    <a:lnTo>
                      <a:pt x="419" y="40"/>
                    </a:lnTo>
                    <a:close/>
                    <a:moveTo>
                      <a:pt x="376" y="20"/>
                    </a:moveTo>
                    <a:cubicBezTo>
                      <a:pt x="376" y="30"/>
                      <a:pt x="369" y="35"/>
                      <a:pt x="360" y="35"/>
                    </a:cubicBezTo>
                    <a:cubicBezTo>
                      <a:pt x="359" y="35"/>
                      <a:pt x="356" y="35"/>
                      <a:pt x="355" y="35"/>
                    </a:cubicBezTo>
                    <a:cubicBezTo>
                      <a:pt x="355" y="6"/>
                      <a:pt x="355" y="6"/>
                      <a:pt x="355" y="6"/>
                    </a:cubicBezTo>
                    <a:cubicBezTo>
                      <a:pt x="357" y="6"/>
                      <a:pt x="359" y="6"/>
                      <a:pt x="361" y="6"/>
                    </a:cubicBezTo>
                    <a:cubicBezTo>
                      <a:pt x="371" y="6"/>
                      <a:pt x="376" y="11"/>
                      <a:pt x="376" y="20"/>
                    </a:cubicBezTo>
                    <a:moveTo>
                      <a:pt x="383" y="20"/>
                    </a:moveTo>
                    <a:cubicBezTo>
                      <a:pt x="383" y="6"/>
                      <a:pt x="375" y="1"/>
                      <a:pt x="362" y="1"/>
                    </a:cubicBezTo>
                    <a:cubicBezTo>
                      <a:pt x="357" y="1"/>
                      <a:pt x="352" y="1"/>
                      <a:pt x="348" y="1"/>
                    </a:cubicBezTo>
                    <a:cubicBezTo>
                      <a:pt x="342" y="1"/>
                      <a:pt x="342" y="1"/>
                      <a:pt x="342" y="1"/>
                    </a:cubicBezTo>
                    <a:cubicBezTo>
                      <a:pt x="342" y="5"/>
                      <a:pt x="342" y="5"/>
                      <a:pt x="342" y="5"/>
                    </a:cubicBezTo>
                    <a:cubicBezTo>
                      <a:pt x="344" y="5"/>
                      <a:pt x="346" y="6"/>
                      <a:pt x="348" y="6"/>
                    </a:cubicBezTo>
                    <a:cubicBezTo>
                      <a:pt x="348" y="35"/>
                      <a:pt x="348" y="35"/>
                      <a:pt x="348" y="35"/>
                    </a:cubicBezTo>
                    <a:cubicBezTo>
                      <a:pt x="346" y="36"/>
                      <a:pt x="344" y="36"/>
                      <a:pt x="342" y="36"/>
                    </a:cubicBezTo>
                    <a:cubicBezTo>
                      <a:pt x="342" y="40"/>
                      <a:pt x="342" y="40"/>
                      <a:pt x="342" y="40"/>
                    </a:cubicBezTo>
                    <a:cubicBezTo>
                      <a:pt x="348" y="40"/>
                      <a:pt x="348" y="40"/>
                      <a:pt x="348" y="40"/>
                    </a:cubicBezTo>
                    <a:cubicBezTo>
                      <a:pt x="352" y="40"/>
                      <a:pt x="355" y="41"/>
                      <a:pt x="360" y="41"/>
                    </a:cubicBezTo>
                    <a:cubicBezTo>
                      <a:pt x="373" y="41"/>
                      <a:pt x="383" y="34"/>
                      <a:pt x="383" y="20"/>
                    </a:cubicBezTo>
                    <a:moveTo>
                      <a:pt x="312" y="20"/>
                    </a:moveTo>
                    <a:cubicBezTo>
                      <a:pt x="312" y="30"/>
                      <a:pt x="306" y="35"/>
                      <a:pt x="297" y="35"/>
                    </a:cubicBezTo>
                    <a:cubicBezTo>
                      <a:pt x="295" y="35"/>
                      <a:pt x="293" y="35"/>
                      <a:pt x="291" y="35"/>
                    </a:cubicBezTo>
                    <a:cubicBezTo>
                      <a:pt x="291" y="6"/>
                      <a:pt x="291" y="6"/>
                      <a:pt x="291" y="6"/>
                    </a:cubicBezTo>
                    <a:cubicBezTo>
                      <a:pt x="293" y="6"/>
                      <a:pt x="295" y="6"/>
                      <a:pt x="297" y="6"/>
                    </a:cubicBezTo>
                    <a:cubicBezTo>
                      <a:pt x="307" y="6"/>
                      <a:pt x="312" y="11"/>
                      <a:pt x="312" y="20"/>
                    </a:cubicBezTo>
                    <a:moveTo>
                      <a:pt x="319" y="20"/>
                    </a:moveTo>
                    <a:cubicBezTo>
                      <a:pt x="319" y="6"/>
                      <a:pt x="311" y="1"/>
                      <a:pt x="298" y="1"/>
                    </a:cubicBezTo>
                    <a:cubicBezTo>
                      <a:pt x="294" y="1"/>
                      <a:pt x="288" y="1"/>
                      <a:pt x="285" y="1"/>
                    </a:cubicBezTo>
                    <a:cubicBezTo>
                      <a:pt x="278" y="1"/>
                      <a:pt x="278" y="1"/>
                      <a:pt x="278" y="1"/>
                    </a:cubicBezTo>
                    <a:cubicBezTo>
                      <a:pt x="278" y="5"/>
                      <a:pt x="278" y="5"/>
                      <a:pt x="278" y="5"/>
                    </a:cubicBezTo>
                    <a:cubicBezTo>
                      <a:pt x="280" y="5"/>
                      <a:pt x="282" y="6"/>
                      <a:pt x="285" y="6"/>
                    </a:cubicBezTo>
                    <a:cubicBezTo>
                      <a:pt x="285" y="35"/>
                      <a:pt x="285" y="35"/>
                      <a:pt x="285" y="35"/>
                    </a:cubicBezTo>
                    <a:cubicBezTo>
                      <a:pt x="282" y="36"/>
                      <a:pt x="280" y="36"/>
                      <a:pt x="278" y="36"/>
                    </a:cubicBezTo>
                    <a:cubicBezTo>
                      <a:pt x="278" y="40"/>
                      <a:pt x="278" y="40"/>
                      <a:pt x="278" y="40"/>
                    </a:cubicBezTo>
                    <a:cubicBezTo>
                      <a:pt x="285" y="40"/>
                      <a:pt x="285" y="40"/>
                      <a:pt x="285" y="40"/>
                    </a:cubicBezTo>
                    <a:cubicBezTo>
                      <a:pt x="288" y="40"/>
                      <a:pt x="291" y="41"/>
                      <a:pt x="296" y="41"/>
                    </a:cubicBezTo>
                    <a:cubicBezTo>
                      <a:pt x="309" y="41"/>
                      <a:pt x="319" y="34"/>
                      <a:pt x="319" y="20"/>
                    </a:cubicBezTo>
                    <a:moveTo>
                      <a:pt x="259" y="25"/>
                    </a:moveTo>
                    <a:cubicBezTo>
                      <a:pt x="245" y="25"/>
                      <a:pt x="245" y="25"/>
                      <a:pt x="245" y="25"/>
                    </a:cubicBezTo>
                    <a:cubicBezTo>
                      <a:pt x="250" y="13"/>
                      <a:pt x="250" y="13"/>
                      <a:pt x="250" y="13"/>
                    </a:cubicBezTo>
                    <a:cubicBezTo>
                      <a:pt x="251" y="11"/>
                      <a:pt x="251" y="9"/>
                      <a:pt x="252" y="7"/>
                    </a:cubicBezTo>
                    <a:cubicBezTo>
                      <a:pt x="252" y="7"/>
                      <a:pt x="252" y="7"/>
                      <a:pt x="252" y="7"/>
                    </a:cubicBezTo>
                    <a:cubicBezTo>
                      <a:pt x="253" y="9"/>
                      <a:pt x="253" y="11"/>
                      <a:pt x="254" y="13"/>
                    </a:cubicBezTo>
                    <a:lnTo>
                      <a:pt x="259" y="25"/>
                    </a:lnTo>
                    <a:close/>
                    <a:moveTo>
                      <a:pt x="275" y="40"/>
                    </a:moveTo>
                    <a:cubicBezTo>
                      <a:pt x="275" y="36"/>
                      <a:pt x="275" y="36"/>
                      <a:pt x="275" y="36"/>
                    </a:cubicBezTo>
                    <a:cubicBezTo>
                      <a:pt x="273" y="36"/>
                      <a:pt x="271" y="36"/>
                      <a:pt x="270" y="36"/>
                    </a:cubicBezTo>
                    <a:cubicBezTo>
                      <a:pt x="257" y="1"/>
                      <a:pt x="257" y="1"/>
                      <a:pt x="257" y="1"/>
                    </a:cubicBezTo>
                    <a:cubicBezTo>
                      <a:pt x="248" y="1"/>
                      <a:pt x="248" y="1"/>
                      <a:pt x="248" y="1"/>
                    </a:cubicBezTo>
                    <a:cubicBezTo>
                      <a:pt x="234" y="36"/>
                      <a:pt x="234" y="36"/>
                      <a:pt x="234" y="36"/>
                    </a:cubicBezTo>
                    <a:cubicBezTo>
                      <a:pt x="233" y="36"/>
                      <a:pt x="231" y="36"/>
                      <a:pt x="230" y="36"/>
                    </a:cubicBezTo>
                    <a:cubicBezTo>
                      <a:pt x="230" y="40"/>
                      <a:pt x="230" y="40"/>
                      <a:pt x="230" y="40"/>
                    </a:cubicBezTo>
                    <a:cubicBezTo>
                      <a:pt x="247" y="40"/>
                      <a:pt x="247" y="40"/>
                      <a:pt x="247" y="40"/>
                    </a:cubicBezTo>
                    <a:cubicBezTo>
                      <a:pt x="247" y="36"/>
                      <a:pt x="247" y="36"/>
                      <a:pt x="247" y="36"/>
                    </a:cubicBezTo>
                    <a:cubicBezTo>
                      <a:pt x="246" y="36"/>
                      <a:pt x="243" y="36"/>
                      <a:pt x="241" y="36"/>
                    </a:cubicBezTo>
                    <a:cubicBezTo>
                      <a:pt x="243" y="30"/>
                      <a:pt x="243" y="30"/>
                      <a:pt x="243" y="30"/>
                    </a:cubicBezTo>
                    <a:cubicBezTo>
                      <a:pt x="261" y="30"/>
                      <a:pt x="261" y="30"/>
                      <a:pt x="261" y="30"/>
                    </a:cubicBezTo>
                    <a:cubicBezTo>
                      <a:pt x="262" y="36"/>
                      <a:pt x="262" y="36"/>
                      <a:pt x="262" y="36"/>
                    </a:cubicBezTo>
                    <a:cubicBezTo>
                      <a:pt x="261" y="36"/>
                      <a:pt x="258" y="36"/>
                      <a:pt x="257" y="36"/>
                    </a:cubicBezTo>
                    <a:cubicBezTo>
                      <a:pt x="257" y="40"/>
                      <a:pt x="257" y="40"/>
                      <a:pt x="257" y="40"/>
                    </a:cubicBezTo>
                    <a:lnTo>
                      <a:pt x="275" y="40"/>
                    </a:lnTo>
                    <a:close/>
                    <a:moveTo>
                      <a:pt x="231" y="14"/>
                    </a:moveTo>
                    <a:cubicBezTo>
                      <a:pt x="231" y="1"/>
                      <a:pt x="231" y="1"/>
                      <a:pt x="231" y="1"/>
                    </a:cubicBezTo>
                    <a:cubicBezTo>
                      <a:pt x="195" y="1"/>
                      <a:pt x="195" y="1"/>
                      <a:pt x="195" y="1"/>
                    </a:cubicBezTo>
                    <a:cubicBezTo>
                      <a:pt x="195" y="14"/>
                      <a:pt x="195" y="14"/>
                      <a:pt x="195" y="14"/>
                    </a:cubicBezTo>
                    <a:cubicBezTo>
                      <a:pt x="199" y="14"/>
                      <a:pt x="199" y="14"/>
                      <a:pt x="199" y="14"/>
                    </a:cubicBezTo>
                    <a:cubicBezTo>
                      <a:pt x="200" y="11"/>
                      <a:pt x="200" y="8"/>
                      <a:pt x="200" y="6"/>
                    </a:cubicBezTo>
                    <a:cubicBezTo>
                      <a:pt x="209" y="6"/>
                      <a:pt x="209" y="6"/>
                      <a:pt x="209" y="6"/>
                    </a:cubicBezTo>
                    <a:cubicBezTo>
                      <a:pt x="209" y="35"/>
                      <a:pt x="209" y="35"/>
                      <a:pt x="209" y="35"/>
                    </a:cubicBezTo>
                    <a:cubicBezTo>
                      <a:pt x="207" y="36"/>
                      <a:pt x="205" y="36"/>
                      <a:pt x="203" y="36"/>
                    </a:cubicBezTo>
                    <a:cubicBezTo>
                      <a:pt x="203" y="40"/>
                      <a:pt x="203" y="40"/>
                      <a:pt x="203" y="40"/>
                    </a:cubicBezTo>
                    <a:cubicBezTo>
                      <a:pt x="223" y="40"/>
                      <a:pt x="223" y="40"/>
                      <a:pt x="223" y="40"/>
                    </a:cubicBezTo>
                    <a:cubicBezTo>
                      <a:pt x="223" y="36"/>
                      <a:pt x="223" y="36"/>
                      <a:pt x="223" y="36"/>
                    </a:cubicBezTo>
                    <a:cubicBezTo>
                      <a:pt x="221" y="36"/>
                      <a:pt x="218" y="36"/>
                      <a:pt x="216" y="35"/>
                    </a:cubicBezTo>
                    <a:cubicBezTo>
                      <a:pt x="216" y="6"/>
                      <a:pt x="216" y="6"/>
                      <a:pt x="216" y="6"/>
                    </a:cubicBezTo>
                    <a:cubicBezTo>
                      <a:pt x="225" y="6"/>
                      <a:pt x="225" y="6"/>
                      <a:pt x="225" y="6"/>
                    </a:cubicBezTo>
                    <a:cubicBezTo>
                      <a:pt x="225" y="8"/>
                      <a:pt x="226" y="11"/>
                      <a:pt x="226" y="14"/>
                    </a:cubicBezTo>
                    <a:lnTo>
                      <a:pt x="231" y="14"/>
                    </a:lnTo>
                    <a:close/>
                    <a:moveTo>
                      <a:pt x="194" y="40"/>
                    </a:moveTo>
                    <a:cubicBezTo>
                      <a:pt x="194" y="28"/>
                      <a:pt x="194" y="28"/>
                      <a:pt x="194" y="28"/>
                    </a:cubicBezTo>
                    <a:cubicBezTo>
                      <a:pt x="189" y="28"/>
                      <a:pt x="189" y="28"/>
                      <a:pt x="189" y="28"/>
                    </a:cubicBezTo>
                    <a:cubicBezTo>
                      <a:pt x="189" y="30"/>
                      <a:pt x="189" y="33"/>
                      <a:pt x="188" y="35"/>
                    </a:cubicBezTo>
                    <a:cubicBezTo>
                      <a:pt x="178" y="35"/>
                      <a:pt x="178" y="35"/>
                      <a:pt x="178" y="35"/>
                    </a:cubicBezTo>
                    <a:cubicBezTo>
                      <a:pt x="178" y="6"/>
                      <a:pt x="178" y="6"/>
                      <a:pt x="178" y="6"/>
                    </a:cubicBezTo>
                    <a:cubicBezTo>
                      <a:pt x="180" y="6"/>
                      <a:pt x="182" y="5"/>
                      <a:pt x="184" y="5"/>
                    </a:cubicBezTo>
                    <a:cubicBezTo>
                      <a:pt x="184" y="1"/>
                      <a:pt x="184" y="1"/>
                      <a:pt x="184" y="1"/>
                    </a:cubicBezTo>
                    <a:cubicBezTo>
                      <a:pt x="164" y="1"/>
                      <a:pt x="164" y="1"/>
                      <a:pt x="164" y="1"/>
                    </a:cubicBezTo>
                    <a:cubicBezTo>
                      <a:pt x="164" y="5"/>
                      <a:pt x="164" y="5"/>
                      <a:pt x="164" y="5"/>
                    </a:cubicBezTo>
                    <a:cubicBezTo>
                      <a:pt x="166" y="5"/>
                      <a:pt x="169" y="6"/>
                      <a:pt x="171" y="6"/>
                    </a:cubicBezTo>
                    <a:cubicBezTo>
                      <a:pt x="171" y="35"/>
                      <a:pt x="171" y="35"/>
                      <a:pt x="171" y="35"/>
                    </a:cubicBezTo>
                    <a:cubicBezTo>
                      <a:pt x="169" y="36"/>
                      <a:pt x="166" y="36"/>
                      <a:pt x="164" y="36"/>
                    </a:cubicBezTo>
                    <a:cubicBezTo>
                      <a:pt x="164" y="40"/>
                      <a:pt x="164" y="40"/>
                      <a:pt x="164" y="40"/>
                    </a:cubicBezTo>
                    <a:lnTo>
                      <a:pt x="194" y="40"/>
                    </a:lnTo>
                    <a:close/>
                    <a:moveTo>
                      <a:pt x="158" y="5"/>
                    </a:moveTo>
                    <a:cubicBezTo>
                      <a:pt x="158" y="1"/>
                      <a:pt x="158" y="1"/>
                      <a:pt x="158" y="1"/>
                    </a:cubicBezTo>
                    <a:cubicBezTo>
                      <a:pt x="140" y="1"/>
                      <a:pt x="140" y="1"/>
                      <a:pt x="140" y="1"/>
                    </a:cubicBezTo>
                    <a:cubicBezTo>
                      <a:pt x="140" y="5"/>
                      <a:pt x="140" y="5"/>
                      <a:pt x="140" y="5"/>
                    </a:cubicBezTo>
                    <a:cubicBezTo>
                      <a:pt x="142" y="5"/>
                      <a:pt x="144" y="6"/>
                      <a:pt x="146" y="6"/>
                    </a:cubicBezTo>
                    <a:cubicBezTo>
                      <a:pt x="146" y="25"/>
                      <a:pt x="146" y="25"/>
                      <a:pt x="146" y="25"/>
                    </a:cubicBezTo>
                    <a:cubicBezTo>
                      <a:pt x="146" y="31"/>
                      <a:pt x="143" y="35"/>
                      <a:pt x="136" y="35"/>
                    </a:cubicBezTo>
                    <a:cubicBezTo>
                      <a:pt x="129" y="35"/>
                      <a:pt x="126" y="32"/>
                      <a:pt x="126" y="25"/>
                    </a:cubicBezTo>
                    <a:cubicBezTo>
                      <a:pt x="126" y="6"/>
                      <a:pt x="126" y="6"/>
                      <a:pt x="126" y="6"/>
                    </a:cubicBezTo>
                    <a:cubicBezTo>
                      <a:pt x="128" y="6"/>
                      <a:pt x="130" y="5"/>
                      <a:pt x="132" y="5"/>
                    </a:cubicBezTo>
                    <a:cubicBezTo>
                      <a:pt x="132" y="1"/>
                      <a:pt x="132" y="1"/>
                      <a:pt x="132" y="1"/>
                    </a:cubicBezTo>
                    <a:cubicBezTo>
                      <a:pt x="113" y="1"/>
                      <a:pt x="113" y="1"/>
                      <a:pt x="113" y="1"/>
                    </a:cubicBezTo>
                    <a:cubicBezTo>
                      <a:pt x="113" y="5"/>
                      <a:pt x="113" y="5"/>
                      <a:pt x="113" y="5"/>
                    </a:cubicBezTo>
                    <a:cubicBezTo>
                      <a:pt x="115" y="5"/>
                      <a:pt x="117" y="6"/>
                      <a:pt x="119" y="6"/>
                    </a:cubicBezTo>
                    <a:cubicBezTo>
                      <a:pt x="119" y="27"/>
                      <a:pt x="119" y="27"/>
                      <a:pt x="119" y="27"/>
                    </a:cubicBezTo>
                    <a:cubicBezTo>
                      <a:pt x="119" y="36"/>
                      <a:pt x="125" y="41"/>
                      <a:pt x="135" y="41"/>
                    </a:cubicBezTo>
                    <a:cubicBezTo>
                      <a:pt x="148" y="41"/>
                      <a:pt x="153" y="34"/>
                      <a:pt x="153" y="25"/>
                    </a:cubicBezTo>
                    <a:cubicBezTo>
                      <a:pt x="153" y="6"/>
                      <a:pt x="153" y="6"/>
                      <a:pt x="153" y="6"/>
                    </a:cubicBezTo>
                    <a:cubicBezTo>
                      <a:pt x="155" y="6"/>
                      <a:pt x="157" y="5"/>
                      <a:pt x="158" y="5"/>
                    </a:cubicBezTo>
                    <a:moveTo>
                      <a:pt x="107" y="39"/>
                    </a:moveTo>
                    <a:cubicBezTo>
                      <a:pt x="107" y="32"/>
                      <a:pt x="107" y="32"/>
                      <a:pt x="107" y="32"/>
                    </a:cubicBezTo>
                    <a:cubicBezTo>
                      <a:pt x="104" y="34"/>
                      <a:pt x="101" y="35"/>
                      <a:pt x="97" y="35"/>
                    </a:cubicBezTo>
                    <a:cubicBezTo>
                      <a:pt x="88" y="35"/>
                      <a:pt x="84" y="30"/>
                      <a:pt x="84" y="21"/>
                    </a:cubicBezTo>
                    <a:cubicBezTo>
                      <a:pt x="84" y="13"/>
                      <a:pt x="88" y="6"/>
                      <a:pt x="96" y="6"/>
                    </a:cubicBezTo>
                    <a:cubicBezTo>
                      <a:pt x="98" y="6"/>
                      <a:pt x="99" y="7"/>
                      <a:pt x="101" y="7"/>
                    </a:cubicBezTo>
                    <a:cubicBezTo>
                      <a:pt x="101" y="9"/>
                      <a:pt x="102" y="11"/>
                      <a:pt x="102" y="13"/>
                    </a:cubicBezTo>
                    <a:cubicBezTo>
                      <a:pt x="107" y="13"/>
                      <a:pt x="107" y="13"/>
                      <a:pt x="107" y="13"/>
                    </a:cubicBezTo>
                    <a:cubicBezTo>
                      <a:pt x="107" y="2"/>
                      <a:pt x="107" y="2"/>
                      <a:pt x="107" y="2"/>
                    </a:cubicBezTo>
                    <a:cubicBezTo>
                      <a:pt x="104" y="1"/>
                      <a:pt x="100" y="0"/>
                      <a:pt x="97" y="0"/>
                    </a:cubicBezTo>
                    <a:cubicBezTo>
                      <a:pt x="83" y="0"/>
                      <a:pt x="76" y="10"/>
                      <a:pt x="76" y="21"/>
                    </a:cubicBezTo>
                    <a:cubicBezTo>
                      <a:pt x="76" y="33"/>
                      <a:pt x="83" y="41"/>
                      <a:pt x="96" y="41"/>
                    </a:cubicBezTo>
                    <a:cubicBezTo>
                      <a:pt x="100" y="41"/>
                      <a:pt x="104" y="40"/>
                      <a:pt x="107" y="39"/>
                    </a:cubicBezTo>
                    <a:moveTo>
                      <a:pt x="58" y="25"/>
                    </a:moveTo>
                    <a:cubicBezTo>
                      <a:pt x="45" y="25"/>
                      <a:pt x="45" y="25"/>
                      <a:pt x="45" y="25"/>
                    </a:cubicBezTo>
                    <a:cubicBezTo>
                      <a:pt x="49" y="13"/>
                      <a:pt x="49" y="13"/>
                      <a:pt x="49" y="13"/>
                    </a:cubicBezTo>
                    <a:cubicBezTo>
                      <a:pt x="50" y="11"/>
                      <a:pt x="51" y="9"/>
                      <a:pt x="51" y="7"/>
                    </a:cubicBezTo>
                    <a:cubicBezTo>
                      <a:pt x="52" y="7"/>
                      <a:pt x="52" y="7"/>
                      <a:pt x="52" y="7"/>
                    </a:cubicBezTo>
                    <a:cubicBezTo>
                      <a:pt x="52" y="9"/>
                      <a:pt x="53" y="11"/>
                      <a:pt x="54" y="13"/>
                    </a:cubicBezTo>
                    <a:lnTo>
                      <a:pt x="58" y="25"/>
                    </a:lnTo>
                    <a:close/>
                    <a:moveTo>
                      <a:pt x="74" y="40"/>
                    </a:moveTo>
                    <a:cubicBezTo>
                      <a:pt x="74" y="36"/>
                      <a:pt x="74" y="36"/>
                      <a:pt x="74" y="36"/>
                    </a:cubicBezTo>
                    <a:cubicBezTo>
                      <a:pt x="73" y="36"/>
                      <a:pt x="71" y="36"/>
                      <a:pt x="69" y="36"/>
                    </a:cubicBezTo>
                    <a:cubicBezTo>
                      <a:pt x="56" y="1"/>
                      <a:pt x="56" y="1"/>
                      <a:pt x="56" y="1"/>
                    </a:cubicBezTo>
                    <a:cubicBezTo>
                      <a:pt x="47" y="1"/>
                      <a:pt x="47" y="1"/>
                      <a:pt x="47" y="1"/>
                    </a:cubicBezTo>
                    <a:cubicBezTo>
                      <a:pt x="34" y="36"/>
                      <a:pt x="34" y="36"/>
                      <a:pt x="34" y="36"/>
                    </a:cubicBezTo>
                    <a:cubicBezTo>
                      <a:pt x="33" y="36"/>
                      <a:pt x="31" y="36"/>
                      <a:pt x="29" y="36"/>
                    </a:cubicBezTo>
                    <a:cubicBezTo>
                      <a:pt x="29" y="40"/>
                      <a:pt x="29" y="40"/>
                      <a:pt x="29" y="40"/>
                    </a:cubicBezTo>
                    <a:cubicBezTo>
                      <a:pt x="47" y="40"/>
                      <a:pt x="47" y="40"/>
                      <a:pt x="47" y="40"/>
                    </a:cubicBezTo>
                    <a:cubicBezTo>
                      <a:pt x="47" y="36"/>
                      <a:pt x="47" y="36"/>
                      <a:pt x="47" y="36"/>
                    </a:cubicBezTo>
                    <a:cubicBezTo>
                      <a:pt x="45" y="36"/>
                      <a:pt x="43" y="36"/>
                      <a:pt x="41" y="36"/>
                    </a:cubicBezTo>
                    <a:cubicBezTo>
                      <a:pt x="43" y="30"/>
                      <a:pt x="43" y="30"/>
                      <a:pt x="43" y="30"/>
                    </a:cubicBezTo>
                    <a:cubicBezTo>
                      <a:pt x="60" y="30"/>
                      <a:pt x="60" y="30"/>
                      <a:pt x="60" y="30"/>
                    </a:cubicBezTo>
                    <a:cubicBezTo>
                      <a:pt x="62" y="36"/>
                      <a:pt x="62" y="36"/>
                      <a:pt x="62" y="36"/>
                    </a:cubicBezTo>
                    <a:cubicBezTo>
                      <a:pt x="60" y="36"/>
                      <a:pt x="58" y="36"/>
                      <a:pt x="56" y="36"/>
                    </a:cubicBezTo>
                    <a:cubicBezTo>
                      <a:pt x="56" y="40"/>
                      <a:pt x="56" y="40"/>
                      <a:pt x="56" y="40"/>
                    </a:cubicBezTo>
                    <a:lnTo>
                      <a:pt x="74" y="40"/>
                    </a:lnTo>
                    <a:close/>
                    <a:moveTo>
                      <a:pt x="30" y="12"/>
                    </a:moveTo>
                    <a:cubicBezTo>
                      <a:pt x="30" y="1"/>
                      <a:pt x="30" y="1"/>
                      <a:pt x="30" y="1"/>
                    </a:cubicBezTo>
                    <a:cubicBezTo>
                      <a:pt x="0" y="1"/>
                      <a:pt x="0" y="1"/>
                      <a:pt x="0" y="1"/>
                    </a:cubicBezTo>
                    <a:cubicBezTo>
                      <a:pt x="0" y="5"/>
                      <a:pt x="0" y="5"/>
                      <a:pt x="0" y="5"/>
                    </a:cubicBezTo>
                    <a:cubicBezTo>
                      <a:pt x="2" y="5"/>
                      <a:pt x="4" y="6"/>
                      <a:pt x="7" y="6"/>
                    </a:cubicBezTo>
                    <a:cubicBezTo>
                      <a:pt x="7" y="35"/>
                      <a:pt x="7" y="35"/>
                      <a:pt x="7" y="35"/>
                    </a:cubicBezTo>
                    <a:cubicBezTo>
                      <a:pt x="4" y="36"/>
                      <a:pt x="2" y="36"/>
                      <a:pt x="0" y="36"/>
                    </a:cubicBezTo>
                    <a:cubicBezTo>
                      <a:pt x="0" y="40"/>
                      <a:pt x="0" y="40"/>
                      <a:pt x="0" y="40"/>
                    </a:cubicBezTo>
                    <a:cubicBezTo>
                      <a:pt x="20" y="40"/>
                      <a:pt x="20" y="40"/>
                      <a:pt x="20" y="40"/>
                    </a:cubicBezTo>
                    <a:cubicBezTo>
                      <a:pt x="20" y="36"/>
                      <a:pt x="20" y="36"/>
                      <a:pt x="20" y="36"/>
                    </a:cubicBezTo>
                    <a:cubicBezTo>
                      <a:pt x="18" y="36"/>
                      <a:pt x="16" y="36"/>
                      <a:pt x="13" y="35"/>
                    </a:cubicBezTo>
                    <a:cubicBezTo>
                      <a:pt x="13" y="23"/>
                      <a:pt x="13" y="23"/>
                      <a:pt x="13" y="23"/>
                    </a:cubicBezTo>
                    <a:cubicBezTo>
                      <a:pt x="21" y="23"/>
                      <a:pt x="21" y="23"/>
                      <a:pt x="21" y="23"/>
                    </a:cubicBezTo>
                    <a:cubicBezTo>
                      <a:pt x="21" y="24"/>
                      <a:pt x="21" y="26"/>
                      <a:pt x="22" y="27"/>
                    </a:cubicBezTo>
                    <a:cubicBezTo>
                      <a:pt x="26" y="27"/>
                      <a:pt x="26" y="27"/>
                      <a:pt x="26" y="27"/>
                    </a:cubicBezTo>
                    <a:cubicBezTo>
                      <a:pt x="26" y="14"/>
                      <a:pt x="26" y="14"/>
                      <a:pt x="26" y="14"/>
                    </a:cubicBezTo>
                    <a:cubicBezTo>
                      <a:pt x="22" y="14"/>
                      <a:pt x="22" y="14"/>
                      <a:pt x="22" y="14"/>
                    </a:cubicBezTo>
                    <a:cubicBezTo>
                      <a:pt x="21" y="15"/>
                      <a:pt x="21" y="17"/>
                      <a:pt x="21" y="18"/>
                    </a:cubicBezTo>
                    <a:cubicBezTo>
                      <a:pt x="13" y="18"/>
                      <a:pt x="13" y="18"/>
                      <a:pt x="13" y="18"/>
                    </a:cubicBezTo>
                    <a:cubicBezTo>
                      <a:pt x="13" y="6"/>
                      <a:pt x="13" y="6"/>
                      <a:pt x="13" y="6"/>
                    </a:cubicBezTo>
                    <a:cubicBezTo>
                      <a:pt x="24" y="6"/>
                      <a:pt x="24" y="6"/>
                      <a:pt x="24" y="6"/>
                    </a:cubicBezTo>
                    <a:cubicBezTo>
                      <a:pt x="24" y="7"/>
                      <a:pt x="24" y="10"/>
                      <a:pt x="25" y="12"/>
                    </a:cubicBezTo>
                    <a:lnTo>
                      <a:pt x="30"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sp>
        <p:nvSpPr>
          <p:cNvPr id="43" name="Marcador de texto 42">
            <a:extLst>
              <a:ext uri="{FF2B5EF4-FFF2-40B4-BE49-F238E27FC236}">
                <a16:creationId xmlns:a16="http://schemas.microsoft.com/office/drawing/2014/main" id="{EF9AC805-712C-4A3F-A841-A733BF1EE966}"/>
              </a:ext>
            </a:extLst>
          </p:cNvPr>
          <p:cNvSpPr>
            <a:spLocks noGrp="1"/>
          </p:cNvSpPr>
          <p:nvPr>
            <p:ph type="body" sz="quarter" idx="10" hasCustomPrompt="1"/>
          </p:nvPr>
        </p:nvSpPr>
        <p:spPr>
          <a:xfrm>
            <a:off x="6185729" y="5713063"/>
            <a:ext cx="5272846" cy="400050"/>
          </a:xfrm>
          <a:prstGeom prst="rect">
            <a:avLst/>
          </a:prstGeom>
        </p:spPr>
        <p:txBody>
          <a:bodyPr anchor="ctr"/>
          <a:lstStyle>
            <a:lvl1pPr marL="0" indent="0" algn="l">
              <a:buNone/>
              <a:defRPr sz="2400" b="1">
                <a:solidFill>
                  <a:schemeClr val="accent1"/>
                </a:solidFill>
              </a:defRPr>
            </a:lvl1pPr>
            <a:lvl2pPr marL="457200" indent="0" algn="ctr">
              <a:buNone/>
              <a:defRPr sz="2000">
                <a:solidFill>
                  <a:schemeClr val="accent1"/>
                </a:solidFill>
              </a:defRPr>
            </a:lvl2pPr>
            <a:lvl3pPr marL="914400" indent="0" algn="ctr">
              <a:buNone/>
              <a:defRPr sz="2000">
                <a:solidFill>
                  <a:schemeClr val="accent1"/>
                </a:solidFill>
              </a:defRPr>
            </a:lvl3pPr>
            <a:lvl4pPr marL="1371600" indent="0" algn="ctr">
              <a:buNone/>
              <a:defRPr sz="2000">
                <a:solidFill>
                  <a:schemeClr val="accent1"/>
                </a:solidFill>
              </a:defRPr>
            </a:lvl4pPr>
            <a:lvl5pPr marL="1828800" indent="0" algn="ctr">
              <a:buNone/>
              <a:defRPr sz="2000">
                <a:solidFill>
                  <a:schemeClr val="accent1"/>
                </a:solidFill>
              </a:defRPr>
            </a:lvl5pPr>
          </a:lstStyle>
          <a:p>
            <a:pPr lvl="0"/>
            <a:r>
              <a:rPr lang="es-ES" dirty="0"/>
              <a:t>Nombre presentador</a:t>
            </a:r>
            <a:endParaRPr lang="es-CL" dirty="0"/>
          </a:p>
        </p:txBody>
      </p:sp>
      <p:sp>
        <p:nvSpPr>
          <p:cNvPr id="45" name="Marcador de texto 42">
            <a:extLst>
              <a:ext uri="{FF2B5EF4-FFF2-40B4-BE49-F238E27FC236}">
                <a16:creationId xmlns:a16="http://schemas.microsoft.com/office/drawing/2014/main" id="{84B1BE1A-3D9F-4BDA-941B-9BDCBF817471}"/>
              </a:ext>
            </a:extLst>
          </p:cNvPr>
          <p:cNvSpPr>
            <a:spLocks noGrp="1"/>
          </p:cNvSpPr>
          <p:nvPr>
            <p:ph type="body" sz="quarter" idx="11" hasCustomPrompt="1"/>
          </p:nvPr>
        </p:nvSpPr>
        <p:spPr>
          <a:xfrm>
            <a:off x="2314575" y="3337570"/>
            <a:ext cx="7562850" cy="673870"/>
          </a:xfrm>
          <a:prstGeom prst="rect">
            <a:avLst/>
          </a:prstGeom>
        </p:spPr>
        <p:txBody>
          <a:bodyPr/>
          <a:lstStyle>
            <a:lvl1pPr marL="0" indent="0" algn="ctr">
              <a:buNone/>
              <a:tabLst>
                <a:tab pos="3771900" algn="l"/>
              </a:tabLst>
              <a:defRPr sz="4400" b="1">
                <a:solidFill>
                  <a:schemeClr val="bg2"/>
                </a:solidFill>
                <a:latin typeface="+mj-lt"/>
              </a:defRPr>
            </a:lvl1pPr>
            <a:lvl2pPr marL="457200" indent="0" algn="ctr">
              <a:buNone/>
              <a:defRPr sz="2000">
                <a:solidFill>
                  <a:schemeClr val="accent1"/>
                </a:solidFill>
              </a:defRPr>
            </a:lvl2pPr>
            <a:lvl3pPr marL="914400" indent="0" algn="ctr">
              <a:buNone/>
              <a:defRPr sz="2000">
                <a:solidFill>
                  <a:schemeClr val="accent1"/>
                </a:solidFill>
              </a:defRPr>
            </a:lvl3pPr>
            <a:lvl4pPr marL="1371600" indent="0" algn="ctr">
              <a:buNone/>
              <a:defRPr sz="2000">
                <a:solidFill>
                  <a:schemeClr val="accent1"/>
                </a:solidFill>
              </a:defRPr>
            </a:lvl4pPr>
            <a:lvl5pPr marL="1828800" indent="0" algn="ctr">
              <a:buNone/>
              <a:defRPr sz="2000">
                <a:solidFill>
                  <a:schemeClr val="accent1"/>
                </a:solidFill>
              </a:defRPr>
            </a:lvl5pPr>
          </a:lstStyle>
          <a:p>
            <a:pPr lvl="0"/>
            <a:r>
              <a:rPr lang="es-ES" dirty="0"/>
              <a:t>Título de la presentación</a:t>
            </a:r>
            <a:endParaRPr lang="es-CL" dirty="0"/>
          </a:p>
        </p:txBody>
      </p:sp>
      <p:sp>
        <p:nvSpPr>
          <p:cNvPr id="75" name="Marcador de texto 42">
            <a:extLst>
              <a:ext uri="{FF2B5EF4-FFF2-40B4-BE49-F238E27FC236}">
                <a16:creationId xmlns:a16="http://schemas.microsoft.com/office/drawing/2014/main" id="{64E17E5A-4ACC-474B-BF94-E2CB13D2BBEB}"/>
              </a:ext>
            </a:extLst>
          </p:cNvPr>
          <p:cNvSpPr>
            <a:spLocks noGrp="1"/>
          </p:cNvSpPr>
          <p:nvPr>
            <p:ph type="body" sz="quarter" idx="12" hasCustomPrompt="1"/>
          </p:nvPr>
        </p:nvSpPr>
        <p:spPr>
          <a:xfrm>
            <a:off x="6185729" y="5999473"/>
            <a:ext cx="5272846" cy="400050"/>
          </a:xfrm>
          <a:prstGeom prst="rect">
            <a:avLst/>
          </a:prstGeom>
        </p:spPr>
        <p:txBody>
          <a:bodyPr anchor="ctr"/>
          <a:lstStyle>
            <a:lvl1pPr marL="0" indent="0" algn="l">
              <a:buNone/>
              <a:defRPr sz="1800" b="0">
                <a:solidFill>
                  <a:schemeClr val="accent1"/>
                </a:solidFill>
                <a:latin typeface="+mj-lt"/>
              </a:defRPr>
            </a:lvl1pPr>
            <a:lvl2pPr marL="457200" indent="0" algn="ctr">
              <a:buNone/>
              <a:defRPr sz="2000">
                <a:solidFill>
                  <a:schemeClr val="accent1"/>
                </a:solidFill>
              </a:defRPr>
            </a:lvl2pPr>
            <a:lvl3pPr marL="914400" indent="0" algn="ctr">
              <a:buNone/>
              <a:defRPr sz="2000">
                <a:solidFill>
                  <a:schemeClr val="accent1"/>
                </a:solidFill>
              </a:defRPr>
            </a:lvl3pPr>
            <a:lvl4pPr marL="1371600" indent="0" algn="ctr">
              <a:buNone/>
              <a:defRPr sz="2000">
                <a:solidFill>
                  <a:schemeClr val="accent1"/>
                </a:solidFill>
              </a:defRPr>
            </a:lvl4pPr>
            <a:lvl5pPr marL="1828800" indent="0" algn="ctr">
              <a:buNone/>
              <a:defRPr sz="2000">
                <a:solidFill>
                  <a:schemeClr val="accent1"/>
                </a:solidFill>
              </a:defRPr>
            </a:lvl5pPr>
          </a:lstStyle>
          <a:p>
            <a:pPr lvl="0"/>
            <a:r>
              <a:rPr lang="es-ES" dirty="0"/>
              <a:t>Cargo expositor</a:t>
            </a:r>
            <a:endParaRPr lang="es-CL" dirty="0"/>
          </a:p>
        </p:txBody>
      </p:sp>
      <p:sp>
        <p:nvSpPr>
          <p:cNvPr id="76" name="Marcador de texto 42">
            <a:extLst>
              <a:ext uri="{FF2B5EF4-FFF2-40B4-BE49-F238E27FC236}">
                <a16:creationId xmlns:a16="http://schemas.microsoft.com/office/drawing/2014/main" id="{50561FA3-6D57-4486-B87F-C4EBE565BFA6}"/>
              </a:ext>
            </a:extLst>
          </p:cNvPr>
          <p:cNvSpPr>
            <a:spLocks noGrp="1"/>
          </p:cNvSpPr>
          <p:nvPr>
            <p:ph type="body" sz="quarter" idx="13" hasCustomPrompt="1"/>
          </p:nvPr>
        </p:nvSpPr>
        <p:spPr>
          <a:xfrm>
            <a:off x="6185729" y="6282152"/>
            <a:ext cx="5272846" cy="400050"/>
          </a:xfrm>
          <a:prstGeom prst="rect">
            <a:avLst/>
          </a:prstGeom>
        </p:spPr>
        <p:txBody>
          <a:bodyPr anchor="ctr"/>
          <a:lstStyle>
            <a:lvl1pPr marL="0" indent="0" algn="l">
              <a:buNone/>
              <a:defRPr sz="1800" spc="300">
                <a:solidFill>
                  <a:schemeClr val="bg1"/>
                </a:solidFill>
              </a:defRPr>
            </a:lvl1pPr>
            <a:lvl2pPr marL="457200" indent="0" algn="ctr">
              <a:buNone/>
              <a:defRPr sz="2000">
                <a:solidFill>
                  <a:schemeClr val="accent1"/>
                </a:solidFill>
              </a:defRPr>
            </a:lvl2pPr>
            <a:lvl3pPr marL="914400" indent="0" algn="ctr">
              <a:buNone/>
              <a:defRPr sz="2000">
                <a:solidFill>
                  <a:schemeClr val="accent1"/>
                </a:solidFill>
              </a:defRPr>
            </a:lvl3pPr>
            <a:lvl4pPr marL="1371600" indent="0" algn="ctr">
              <a:buNone/>
              <a:defRPr sz="2000">
                <a:solidFill>
                  <a:schemeClr val="accent1"/>
                </a:solidFill>
              </a:defRPr>
            </a:lvl4pPr>
            <a:lvl5pPr marL="1828800" indent="0" algn="ctr">
              <a:buNone/>
              <a:defRPr sz="2000">
                <a:solidFill>
                  <a:schemeClr val="accent1"/>
                </a:solidFill>
              </a:defRPr>
            </a:lvl5pPr>
          </a:lstStyle>
          <a:p>
            <a:pPr lvl="0"/>
            <a:r>
              <a:rPr lang="es-ES" dirty="0"/>
              <a:t>DD/MM/AA</a:t>
            </a:r>
            <a:endParaRPr lang="es-CL" dirty="0"/>
          </a:p>
        </p:txBody>
      </p:sp>
    </p:spTree>
    <p:extLst>
      <p:ext uri="{BB962C8B-B14F-4D97-AF65-F5344CB8AC3E}">
        <p14:creationId xmlns:p14="http://schemas.microsoft.com/office/powerpoint/2010/main" val="3297018046"/>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portada presentador + area + fecha">
    <p:bg>
      <p:bgPr>
        <a:solidFill>
          <a:srgbClr val="231F20"/>
        </a:solidFill>
        <a:effectLst/>
      </p:bgPr>
    </p:bg>
    <p:spTree>
      <p:nvGrpSpPr>
        <p:cNvPr id="1" name=""/>
        <p:cNvGrpSpPr/>
        <p:nvPr/>
      </p:nvGrpSpPr>
      <p:grpSpPr>
        <a:xfrm>
          <a:off x="0" y="0"/>
          <a:ext cx="0" cy="0"/>
          <a:chOff x="0" y="0"/>
          <a:chExt cx="0" cy="0"/>
        </a:xfrm>
      </p:grpSpPr>
      <p:pic>
        <p:nvPicPr>
          <p:cNvPr id="39" name="Imagen 38">
            <a:extLst>
              <a:ext uri="{FF2B5EF4-FFF2-40B4-BE49-F238E27FC236}">
                <a16:creationId xmlns:a16="http://schemas.microsoft.com/office/drawing/2014/main" id="{D16A04AC-9E50-4E85-8667-A28A9ED3D653}"/>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grpSp>
        <p:nvGrpSpPr>
          <p:cNvPr id="69" name="Grupo 68">
            <a:extLst>
              <a:ext uri="{FF2B5EF4-FFF2-40B4-BE49-F238E27FC236}">
                <a16:creationId xmlns:a16="http://schemas.microsoft.com/office/drawing/2014/main" id="{2F9B6D1A-8507-477B-9E86-5056413D6B04}"/>
              </a:ext>
            </a:extLst>
          </p:cNvPr>
          <p:cNvGrpSpPr/>
          <p:nvPr userDrawn="1"/>
        </p:nvGrpSpPr>
        <p:grpSpPr>
          <a:xfrm>
            <a:off x="8611026" y="498906"/>
            <a:ext cx="3283381" cy="718962"/>
            <a:chOff x="457020" y="572789"/>
            <a:chExt cx="4284663" cy="938213"/>
          </a:xfrm>
        </p:grpSpPr>
        <p:grpSp>
          <p:nvGrpSpPr>
            <p:cNvPr id="3" name="Grupo 2">
              <a:extLst>
                <a:ext uri="{FF2B5EF4-FFF2-40B4-BE49-F238E27FC236}">
                  <a16:creationId xmlns:a16="http://schemas.microsoft.com/office/drawing/2014/main" id="{5B1B1506-2EC0-4053-A134-532A6E4C6FC1}"/>
                </a:ext>
              </a:extLst>
            </p:cNvPr>
            <p:cNvGrpSpPr/>
            <p:nvPr userDrawn="1"/>
          </p:nvGrpSpPr>
          <p:grpSpPr>
            <a:xfrm>
              <a:off x="2741433" y="842664"/>
              <a:ext cx="2000250" cy="411162"/>
              <a:chOff x="6094413" y="2516188"/>
              <a:chExt cx="2000250" cy="411162"/>
            </a:xfrm>
          </p:grpSpPr>
          <p:sp>
            <p:nvSpPr>
              <p:cNvPr id="5" name="Freeform 7">
                <a:extLst>
                  <a:ext uri="{FF2B5EF4-FFF2-40B4-BE49-F238E27FC236}">
                    <a16:creationId xmlns:a16="http://schemas.microsoft.com/office/drawing/2014/main" id="{00AB674E-66D6-436A-B13D-36DD6E21DF2F}"/>
                  </a:ext>
                </a:extLst>
              </p:cNvPr>
              <p:cNvSpPr>
                <a:spLocks noEditPoints="1"/>
              </p:cNvSpPr>
              <p:nvPr/>
            </p:nvSpPr>
            <p:spPr bwMode="auto">
              <a:xfrm>
                <a:off x="6494463" y="2516188"/>
                <a:ext cx="1600200" cy="265113"/>
              </a:xfrm>
              <a:custGeom>
                <a:avLst/>
                <a:gdLst>
                  <a:gd name="T0" fmla="*/ 644 w 1008"/>
                  <a:gd name="T1" fmla="*/ 90 h 167"/>
                  <a:gd name="T2" fmla="*/ 644 w 1008"/>
                  <a:gd name="T3" fmla="*/ 39 h 167"/>
                  <a:gd name="T4" fmla="*/ 363 w 1008"/>
                  <a:gd name="T5" fmla="*/ 39 h 167"/>
                  <a:gd name="T6" fmla="*/ 363 w 1008"/>
                  <a:gd name="T7" fmla="*/ 90 h 167"/>
                  <a:gd name="T8" fmla="*/ 644 w 1008"/>
                  <a:gd name="T9" fmla="*/ 90 h 167"/>
                  <a:gd name="T10" fmla="*/ 40 w 1008"/>
                  <a:gd name="T11" fmla="*/ 0 h 167"/>
                  <a:gd name="T12" fmla="*/ 40 w 1008"/>
                  <a:gd name="T13" fmla="*/ 128 h 167"/>
                  <a:gd name="T14" fmla="*/ 323 w 1008"/>
                  <a:gd name="T15" fmla="*/ 128 h 167"/>
                  <a:gd name="T16" fmla="*/ 323 w 1008"/>
                  <a:gd name="T17" fmla="*/ 0 h 167"/>
                  <a:gd name="T18" fmla="*/ 685 w 1008"/>
                  <a:gd name="T19" fmla="*/ 0 h 167"/>
                  <a:gd name="T20" fmla="*/ 685 w 1008"/>
                  <a:gd name="T21" fmla="*/ 129 h 167"/>
                  <a:gd name="T22" fmla="*/ 967 w 1008"/>
                  <a:gd name="T23" fmla="*/ 129 h 167"/>
                  <a:gd name="T24" fmla="*/ 967 w 1008"/>
                  <a:gd name="T25" fmla="*/ 58 h 167"/>
                  <a:gd name="T26" fmla="*/ 1008 w 1008"/>
                  <a:gd name="T27" fmla="*/ 58 h 167"/>
                  <a:gd name="T28" fmla="*/ 1008 w 1008"/>
                  <a:gd name="T29" fmla="*/ 167 h 167"/>
                  <a:gd name="T30" fmla="*/ 644 w 1008"/>
                  <a:gd name="T31" fmla="*/ 167 h 167"/>
                  <a:gd name="T32" fmla="*/ 644 w 1008"/>
                  <a:gd name="T33" fmla="*/ 130 h 167"/>
                  <a:gd name="T34" fmla="*/ 363 w 1008"/>
                  <a:gd name="T35" fmla="*/ 130 h 167"/>
                  <a:gd name="T36" fmla="*/ 363 w 1008"/>
                  <a:gd name="T37" fmla="*/ 167 h 167"/>
                  <a:gd name="T38" fmla="*/ 0 w 1008"/>
                  <a:gd name="T39" fmla="*/ 167 h 167"/>
                  <a:gd name="T40" fmla="*/ 0 w 1008"/>
                  <a:gd name="T41" fmla="*/ 0 h 167"/>
                  <a:gd name="T42" fmla="*/ 40 w 1008"/>
                  <a:gd name="T43" fmla="*/ 0 h 167"/>
                  <a:gd name="T44" fmla="*/ 967 w 1008"/>
                  <a:gd name="T45" fmla="*/ 0 h 167"/>
                  <a:gd name="T46" fmla="*/ 1007 w 1008"/>
                  <a:gd name="T47" fmla="*/ 0 h 167"/>
                  <a:gd name="T48" fmla="*/ 1007 w 1008"/>
                  <a:gd name="T49" fmla="*/ 38 h 167"/>
                  <a:gd name="T50" fmla="*/ 967 w 1008"/>
                  <a:gd name="T51" fmla="*/ 38 h 167"/>
                  <a:gd name="T52" fmla="*/ 967 w 1008"/>
                  <a:gd name="T5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08" h="167">
                    <a:moveTo>
                      <a:pt x="644" y="90"/>
                    </a:moveTo>
                    <a:lnTo>
                      <a:pt x="644" y="39"/>
                    </a:lnTo>
                    <a:lnTo>
                      <a:pt x="363" y="39"/>
                    </a:lnTo>
                    <a:lnTo>
                      <a:pt x="363" y="90"/>
                    </a:lnTo>
                    <a:lnTo>
                      <a:pt x="644" y="90"/>
                    </a:lnTo>
                    <a:close/>
                    <a:moveTo>
                      <a:pt x="40" y="0"/>
                    </a:moveTo>
                    <a:lnTo>
                      <a:pt x="40" y="128"/>
                    </a:lnTo>
                    <a:lnTo>
                      <a:pt x="323" y="128"/>
                    </a:lnTo>
                    <a:lnTo>
                      <a:pt x="323" y="0"/>
                    </a:lnTo>
                    <a:lnTo>
                      <a:pt x="685" y="0"/>
                    </a:lnTo>
                    <a:lnTo>
                      <a:pt x="685" y="129"/>
                    </a:lnTo>
                    <a:lnTo>
                      <a:pt x="967" y="129"/>
                    </a:lnTo>
                    <a:lnTo>
                      <a:pt x="967" y="58"/>
                    </a:lnTo>
                    <a:lnTo>
                      <a:pt x="1008" y="58"/>
                    </a:lnTo>
                    <a:lnTo>
                      <a:pt x="1008" y="167"/>
                    </a:lnTo>
                    <a:lnTo>
                      <a:pt x="644" y="167"/>
                    </a:lnTo>
                    <a:lnTo>
                      <a:pt x="644" y="130"/>
                    </a:lnTo>
                    <a:lnTo>
                      <a:pt x="363" y="130"/>
                    </a:lnTo>
                    <a:lnTo>
                      <a:pt x="363" y="167"/>
                    </a:lnTo>
                    <a:lnTo>
                      <a:pt x="0" y="167"/>
                    </a:lnTo>
                    <a:lnTo>
                      <a:pt x="0" y="0"/>
                    </a:lnTo>
                    <a:lnTo>
                      <a:pt x="40" y="0"/>
                    </a:lnTo>
                    <a:close/>
                    <a:moveTo>
                      <a:pt x="967" y="0"/>
                    </a:moveTo>
                    <a:lnTo>
                      <a:pt x="1007" y="0"/>
                    </a:lnTo>
                    <a:lnTo>
                      <a:pt x="1007" y="38"/>
                    </a:lnTo>
                    <a:lnTo>
                      <a:pt x="967" y="38"/>
                    </a:lnTo>
                    <a:lnTo>
                      <a:pt x="96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 name="Freeform 8">
                <a:extLst>
                  <a:ext uri="{FF2B5EF4-FFF2-40B4-BE49-F238E27FC236}">
                    <a16:creationId xmlns:a16="http://schemas.microsoft.com/office/drawing/2014/main" id="{FBB52E3F-8797-47B9-995C-654FB8398803}"/>
                  </a:ext>
                </a:extLst>
              </p:cNvPr>
              <p:cNvSpPr>
                <a:spLocks/>
              </p:cNvSpPr>
              <p:nvPr/>
            </p:nvSpPr>
            <p:spPr bwMode="auto">
              <a:xfrm>
                <a:off x="6494463" y="2840038"/>
                <a:ext cx="63500" cy="80963"/>
              </a:xfrm>
              <a:custGeom>
                <a:avLst/>
                <a:gdLst>
                  <a:gd name="T0" fmla="*/ 29 w 29"/>
                  <a:gd name="T1" fmla="*/ 0 h 37"/>
                  <a:gd name="T2" fmla="*/ 22 w 29"/>
                  <a:gd name="T3" fmla="*/ 0 h 37"/>
                  <a:gd name="T4" fmla="*/ 22 w 29"/>
                  <a:gd name="T5" fmla="*/ 23 h 37"/>
                  <a:gd name="T6" fmla="*/ 21 w 29"/>
                  <a:gd name="T7" fmla="*/ 28 h 37"/>
                  <a:gd name="T8" fmla="*/ 16 w 29"/>
                  <a:gd name="T9" fmla="*/ 30 h 37"/>
                  <a:gd name="T10" fmla="*/ 10 w 29"/>
                  <a:gd name="T11" fmla="*/ 28 h 37"/>
                  <a:gd name="T12" fmla="*/ 9 w 29"/>
                  <a:gd name="T13" fmla="*/ 23 h 37"/>
                  <a:gd name="T14" fmla="*/ 9 w 29"/>
                  <a:gd name="T15" fmla="*/ 0 h 37"/>
                  <a:gd name="T16" fmla="*/ 0 w 29"/>
                  <a:gd name="T17" fmla="*/ 0 h 37"/>
                  <a:gd name="T18" fmla="*/ 0 w 29"/>
                  <a:gd name="T19" fmla="*/ 23 h 37"/>
                  <a:gd name="T20" fmla="*/ 3 w 29"/>
                  <a:gd name="T21" fmla="*/ 33 h 37"/>
                  <a:gd name="T22" fmla="*/ 15 w 29"/>
                  <a:gd name="T23" fmla="*/ 37 h 37"/>
                  <a:gd name="T24" fmla="*/ 26 w 29"/>
                  <a:gd name="T25" fmla="*/ 34 h 37"/>
                  <a:gd name="T26" fmla="*/ 29 w 29"/>
                  <a:gd name="T27" fmla="*/ 23 h 37"/>
                  <a:gd name="T28" fmla="*/ 29 w 29"/>
                  <a:gd name="T2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37">
                    <a:moveTo>
                      <a:pt x="29" y="0"/>
                    </a:moveTo>
                    <a:cubicBezTo>
                      <a:pt x="22" y="0"/>
                      <a:pt x="22" y="0"/>
                      <a:pt x="22" y="0"/>
                    </a:cubicBezTo>
                    <a:cubicBezTo>
                      <a:pt x="22" y="23"/>
                      <a:pt x="22" y="23"/>
                      <a:pt x="22" y="23"/>
                    </a:cubicBezTo>
                    <a:cubicBezTo>
                      <a:pt x="22" y="26"/>
                      <a:pt x="22" y="27"/>
                      <a:pt x="21" y="28"/>
                    </a:cubicBezTo>
                    <a:cubicBezTo>
                      <a:pt x="20" y="29"/>
                      <a:pt x="18" y="30"/>
                      <a:pt x="16" y="30"/>
                    </a:cubicBezTo>
                    <a:cubicBezTo>
                      <a:pt x="13" y="30"/>
                      <a:pt x="11" y="29"/>
                      <a:pt x="10" y="28"/>
                    </a:cubicBezTo>
                    <a:cubicBezTo>
                      <a:pt x="10" y="27"/>
                      <a:pt x="9" y="26"/>
                      <a:pt x="9" y="23"/>
                    </a:cubicBezTo>
                    <a:cubicBezTo>
                      <a:pt x="9" y="0"/>
                      <a:pt x="9" y="0"/>
                      <a:pt x="9" y="0"/>
                    </a:cubicBezTo>
                    <a:cubicBezTo>
                      <a:pt x="0" y="0"/>
                      <a:pt x="0" y="0"/>
                      <a:pt x="0" y="0"/>
                    </a:cubicBezTo>
                    <a:cubicBezTo>
                      <a:pt x="0" y="23"/>
                      <a:pt x="0" y="23"/>
                      <a:pt x="0" y="23"/>
                    </a:cubicBezTo>
                    <a:cubicBezTo>
                      <a:pt x="0" y="28"/>
                      <a:pt x="1" y="31"/>
                      <a:pt x="3" y="33"/>
                    </a:cubicBezTo>
                    <a:cubicBezTo>
                      <a:pt x="6" y="36"/>
                      <a:pt x="10" y="37"/>
                      <a:pt x="15" y="37"/>
                    </a:cubicBezTo>
                    <a:cubicBezTo>
                      <a:pt x="20" y="37"/>
                      <a:pt x="23" y="36"/>
                      <a:pt x="26" y="34"/>
                    </a:cubicBezTo>
                    <a:cubicBezTo>
                      <a:pt x="28" y="31"/>
                      <a:pt x="29" y="29"/>
                      <a:pt x="29" y="23"/>
                    </a:cubicBezTo>
                    <a:lnTo>
                      <a:pt x="2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 name="Freeform 9">
                <a:extLst>
                  <a:ext uri="{FF2B5EF4-FFF2-40B4-BE49-F238E27FC236}">
                    <a16:creationId xmlns:a16="http://schemas.microsoft.com/office/drawing/2014/main" id="{74BC918B-F22A-420B-BDB7-1346B1EF8873}"/>
                  </a:ext>
                </a:extLst>
              </p:cNvPr>
              <p:cNvSpPr>
                <a:spLocks/>
              </p:cNvSpPr>
              <p:nvPr/>
            </p:nvSpPr>
            <p:spPr bwMode="auto">
              <a:xfrm>
                <a:off x="6572250" y="2840038"/>
                <a:ext cx="60325" cy="77788"/>
              </a:xfrm>
              <a:custGeom>
                <a:avLst/>
                <a:gdLst>
                  <a:gd name="T0" fmla="*/ 28 w 28"/>
                  <a:gd name="T1" fmla="*/ 0 h 36"/>
                  <a:gd name="T2" fmla="*/ 22 w 28"/>
                  <a:gd name="T3" fmla="*/ 0 h 36"/>
                  <a:gd name="T4" fmla="*/ 22 w 28"/>
                  <a:gd name="T5" fmla="*/ 19 h 36"/>
                  <a:gd name="T6" fmla="*/ 22 w 28"/>
                  <a:gd name="T7" fmla="*/ 21 h 36"/>
                  <a:gd name="T8" fmla="*/ 9 w 28"/>
                  <a:gd name="T9" fmla="*/ 0 h 36"/>
                  <a:gd name="T10" fmla="*/ 0 w 28"/>
                  <a:gd name="T11" fmla="*/ 0 h 36"/>
                  <a:gd name="T12" fmla="*/ 0 w 28"/>
                  <a:gd name="T13" fmla="*/ 36 h 36"/>
                  <a:gd name="T14" fmla="*/ 7 w 28"/>
                  <a:gd name="T15" fmla="*/ 36 h 36"/>
                  <a:gd name="T16" fmla="*/ 7 w 28"/>
                  <a:gd name="T17" fmla="*/ 15 h 36"/>
                  <a:gd name="T18" fmla="*/ 7 w 28"/>
                  <a:gd name="T19" fmla="*/ 13 h 36"/>
                  <a:gd name="T20" fmla="*/ 6 w 28"/>
                  <a:gd name="T21" fmla="*/ 12 h 36"/>
                  <a:gd name="T22" fmla="*/ 21 w 28"/>
                  <a:gd name="T23" fmla="*/ 36 h 36"/>
                  <a:gd name="T24" fmla="*/ 28 w 28"/>
                  <a:gd name="T25" fmla="*/ 36 h 36"/>
                  <a:gd name="T26" fmla="*/ 28 w 28"/>
                  <a:gd name="T2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6">
                    <a:moveTo>
                      <a:pt x="28" y="0"/>
                    </a:moveTo>
                    <a:cubicBezTo>
                      <a:pt x="22" y="0"/>
                      <a:pt x="22" y="0"/>
                      <a:pt x="22" y="0"/>
                    </a:cubicBezTo>
                    <a:cubicBezTo>
                      <a:pt x="22" y="19"/>
                      <a:pt x="22" y="19"/>
                      <a:pt x="22" y="19"/>
                    </a:cubicBezTo>
                    <a:cubicBezTo>
                      <a:pt x="22" y="20"/>
                      <a:pt x="22" y="20"/>
                      <a:pt x="22" y="21"/>
                    </a:cubicBezTo>
                    <a:cubicBezTo>
                      <a:pt x="9" y="0"/>
                      <a:pt x="9" y="0"/>
                      <a:pt x="9" y="0"/>
                    </a:cubicBezTo>
                    <a:cubicBezTo>
                      <a:pt x="0" y="0"/>
                      <a:pt x="0" y="0"/>
                      <a:pt x="0" y="0"/>
                    </a:cubicBezTo>
                    <a:cubicBezTo>
                      <a:pt x="0" y="36"/>
                      <a:pt x="0" y="36"/>
                      <a:pt x="0" y="36"/>
                    </a:cubicBezTo>
                    <a:cubicBezTo>
                      <a:pt x="7" y="36"/>
                      <a:pt x="7" y="36"/>
                      <a:pt x="7" y="36"/>
                    </a:cubicBezTo>
                    <a:cubicBezTo>
                      <a:pt x="7" y="15"/>
                      <a:pt x="7" y="15"/>
                      <a:pt x="7" y="15"/>
                    </a:cubicBezTo>
                    <a:cubicBezTo>
                      <a:pt x="7" y="13"/>
                      <a:pt x="7" y="13"/>
                      <a:pt x="7" y="13"/>
                    </a:cubicBezTo>
                    <a:cubicBezTo>
                      <a:pt x="6" y="12"/>
                      <a:pt x="6" y="12"/>
                      <a:pt x="6" y="12"/>
                    </a:cubicBezTo>
                    <a:cubicBezTo>
                      <a:pt x="21" y="36"/>
                      <a:pt x="21" y="36"/>
                      <a:pt x="21" y="36"/>
                    </a:cubicBezTo>
                    <a:cubicBezTo>
                      <a:pt x="28" y="36"/>
                      <a:pt x="28" y="36"/>
                      <a:pt x="28" y="36"/>
                    </a:cubicBezTo>
                    <a:lnTo>
                      <a:pt x="2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8" name="Rectangle 10">
                <a:extLst>
                  <a:ext uri="{FF2B5EF4-FFF2-40B4-BE49-F238E27FC236}">
                    <a16:creationId xmlns:a16="http://schemas.microsoft.com/office/drawing/2014/main" id="{A9BE61AF-6C04-4308-BE87-8020DE6B899F}"/>
                  </a:ext>
                </a:extLst>
              </p:cNvPr>
              <p:cNvSpPr>
                <a:spLocks noChangeArrowheads="1"/>
              </p:cNvSpPr>
              <p:nvPr/>
            </p:nvSpPr>
            <p:spPr bwMode="auto">
              <a:xfrm>
                <a:off x="6648450" y="2840038"/>
                <a:ext cx="19050" cy="77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9" name="Freeform 11">
                <a:extLst>
                  <a:ext uri="{FF2B5EF4-FFF2-40B4-BE49-F238E27FC236}">
                    <a16:creationId xmlns:a16="http://schemas.microsoft.com/office/drawing/2014/main" id="{6FD1E2D2-3349-4435-A01A-3DB1D7641A10}"/>
                  </a:ext>
                </a:extLst>
              </p:cNvPr>
              <p:cNvSpPr>
                <a:spLocks/>
              </p:cNvSpPr>
              <p:nvPr/>
            </p:nvSpPr>
            <p:spPr bwMode="auto">
              <a:xfrm>
                <a:off x="6673850" y="2840038"/>
                <a:ext cx="68263" cy="77788"/>
              </a:xfrm>
              <a:custGeom>
                <a:avLst/>
                <a:gdLst>
                  <a:gd name="T0" fmla="*/ 43 w 43"/>
                  <a:gd name="T1" fmla="*/ 0 h 49"/>
                  <a:gd name="T2" fmla="*/ 33 w 43"/>
                  <a:gd name="T3" fmla="*/ 0 h 49"/>
                  <a:gd name="T4" fmla="*/ 24 w 43"/>
                  <a:gd name="T5" fmla="*/ 36 h 49"/>
                  <a:gd name="T6" fmla="*/ 13 w 43"/>
                  <a:gd name="T7" fmla="*/ 0 h 49"/>
                  <a:gd name="T8" fmla="*/ 0 w 43"/>
                  <a:gd name="T9" fmla="*/ 0 h 49"/>
                  <a:gd name="T10" fmla="*/ 15 w 43"/>
                  <a:gd name="T11" fmla="*/ 49 h 49"/>
                  <a:gd name="T12" fmla="*/ 28 w 43"/>
                  <a:gd name="T13" fmla="*/ 49 h 49"/>
                  <a:gd name="T14" fmla="*/ 43 w 43"/>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9">
                    <a:moveTo>
                      <a:pt x="43" y="0"/>
                    </a:moveTo>
                    <a:lnTo>
                      <a:pt x="33" y="0"/>
                    </a:lnTo>
                    <a:lnTo>
                      <a:pt x="24" y="36"/>
                    </a:lnTo>
                    <a:lnTo>
                      <a:pt x="13" y="0"/>
                    </a:lnTo>
                    <a:lnTo>
                      <a:pt x="0" y="0"/>
                    </a:lnTo>
                    <a:lnTo>
                      <a:pt x="15" y="49"/>
                    </a:lnTo>
                    <a:lnTo>
                      <a:pt x="28" y="49"/>
                    </a:lnTo>
                    <a:lnTo>
                      <a:pt x="4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 name="Freeform 12">
                <a:extLst>
                  <a:ext uri="{FF2B5EF4-FFF2-40B4-BE49-F238E27FC236}">
                    <a16:creationId xmlns:a16="http://schemas.microsoft.com/office/drawing/2014/main" id="{495CCA5A-0454-416A-A3D7-5EC73A67AE96}"/>
                  </a:ext>
                </a:extLst>
              </p:cNvPr>
              <p:cNvSpPr>
                <a:spLocks/>
              </p:cNvSpPr>
              <p:nvPr/>
            </p:nvSpPr>
            <p:spPr bwMode="auto">
              <a:xfrm>
                <a:off x="6750050" y="2840038"/>
                <a:ext cx="57150" cy="77788"/>
              </a:xfrm>
              <a:custGeom>
                <a:avLst/>
                <a:gdLst>
                  <a:gd name="T0" fmla="*/ 36 w 36"/>
                  <a:gd name="T1" fmla="*/ 10 h 49"/>
                  <a:gd name="T2" fmla="*/ 36 w 36"/>
                  <a:gd name="T3" fmla="*/ 0 h 49"/>
                  <a:gd name="T4" fmla="*/ 0 w 36"/>
                  <a:gd name="T5" fmla="*/ 0 h 49"/>
                  <a:gd name="T6" fmla="*/ 0 w 36"/>
                  <a:gd name="T7" fmla="*/ 49 h 49"/>
                  <a:gd name="T8" fmla="*/ 36 w 36"/>
                  <a:gd name="T9" fmla="*/ 49 h 49"/>
                  <a:gd name="T10" fmla="*/ 36 w 36"/>
                  <a:gd name="T11" fmla="*/ 40 h 49"/>
                  <a:gd name="T12" fmla="*/ 11 w 36"/>
                  <a:gd name="T13" fmla="*/ 40 h 49"/>
                  <a:gd name="T14" fmla="*/ 11 w 36"/>
                  <a:gd name="T15" fmla="*/ 29 h 49"/>
                  <a:gd name="T16" fmla="*/ 30 w 36"/>
                  <a:gd name="T17" fmla="*/ 29 h 49"/>
                  <a:gd name="T18" fmla="*/ 30 w 36"/>
                  <a:gd name="T19" fmla="*/ 19 h 49"/>
                  <a:gd name="T20" fmla="*/ 11 w 36"/>
                  <a:gd name="T21" fmla="*/ 19 h 49"/>
                  <a:gd name="T22" fmla="*/ 11 w 36"/>
                  <a:gd name="T23" fmla="*/ 10 h 49"/>
                  <a:gd name="T24" fmla="*/ 36 w 36"/>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49">
                    <a:moveTo>
                      <a:pt x="36" y="10"/>
                    </a:moveTo>
                    <a:lnTo>
                      <a:pt x="36" y="0"/>
                    </a:lnTo>
                    <a:lnTo>
                      <a:pt x="0" y="0"/>
                    </a:lnTo>
                    <a:lnTo>
                      <a:pt x="0" y="49"/>
                    </a:lnTo>
                    <a:lnTo>
                      <a:pt x="36" y="49"/>
                    </a:lnTo>
                    <a:lnTo>
                      <a:pt x="36" y="40"/>
                    </a:lnTo>
                    <a:lnTo>
                      <a:pt x="11" y="40"/>
                    </a:lnTo>
                    <a:lnTo>
                      <a:pt x="11" y="29"/>
                    </a:lnTo>
                    <a:lnTo>
                      <a:pt x="30" y="29"/>
                    </a:lnTo>
                    <a:lnTo>
                      <a:pt x="30" y="19"/>
                    </a:lnTo>
                    <a:lnTo>
                      <a:pt x="11" y="19"/>
                    </a:lnTo>
                    <a:lnTo>
                      <a:pt x="11" y="10"/>
                    </a:lnTo>
                    <a:lnTo>
                      <a:pt x="36"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 name="Freeform 13">
                <a:extLst>
                  <a:ext uri="{FF2B5EF4-FFF2-40B4-BE49-F238E27FC236}">
                    <a16:creationId xmlns:a16="http://schemas.microsoft.com/office/drawing/2014/main" id="{E2D04B9C-8C21-492D-8B72-349703DFE023}"/>
                  </a:ext>
                </a:extLst>
              </p:cNvPr>
              <p:cNvSpPr>
                <a:spLocks noEditPoints="1"/>
              </p:cNvSpPr>
              <p:nvPr/>
            </p:nvSpPr>
            <p:spPr bwMode="auto">
              <a:xfrm>
                <a:off x="6816725" y="2840038"/>
                <a:ext cx="65088" cy="77788"/>
              </a:xfrm>
              <a:custGeom>
                <a:avLst/>
                <a:gdLst>
                  <a:gd name="T0" fmla="*/ 8 w 30"/>
                  <a:gd name="T1" fmla="*/ 22 h 36"/>
                  <a:gd name="T2" fmla="*/ 15 w 30"/>
                  <a:gd name="T3" fmla="*/ 22 h 36"/>
                  <a:gd name="T4" fmla="*/ 20 w 30"/>
                  <a:gd name="T5" fmla="*/ 36 h 36"/>
                  <a:gd name="T6" fmla="*/ 30 w 30"/>
                  <a:gd name="T7" fmla="*/ 36 h 36"/>
                  <a:gd name="T8" fmla="*/ 23 w 30"/>
                  <a:gd name="T9" fmla="*/ 20 h 36"/>
                  <a:gd name="T10" fmla="*/ 26 w 30"/>
                  <a:gd name="T11" fmla="*/ 18 h 36"/>
                  <a:gd name="T12" fmla="*/ 29 w 30"/>
                  <a:gd name="T13" fmla="*/ 11 h 36"/>
                  <a:gd name="T14" fmla="*/ 25 w 30"/>
                  <a:gd name="T15" fmla="*/ 2 h 36"/>
                  <a:gd name="T16" fmla="*/ 16 w 30"/>
                  <a:gd name="T17" fmla="*/ 0 h 36"/>
                  <a:gd name="T18" fmla="*/ 0 w 30"/>
                  <a:gd name="T19" fmla="*/ 0 h 36"/>
                  <a:gd name="T20" fmla="*/ 0 w 30"/>
                  <a:gd name="T21" fmla="*/ 36 h 36"/>
                  <a:gd name="T22" fmla="*/ 8 w 30"/>
                  <a:gd name="T23" fmla="*/ 36 h 36"/>
                  <a:gd name="T24" fmla="*/ 8 w 30"/>
                  <a:gd name="T25" fmla="*/ 22 h 36"/>
                  <a:gd name="T26" fmla="*/ 8 w 30"/>
                  <a:gd name="T27" fmla="*/ 6 h 36"/>
                  <a:gd name="T28" fmla="*/ 13 w 30"/>
                  <a:gd name="T29" fmla="*/ 6 h 36"/>
                  <a:gd name="T30" fmla="*/ 19 w 30"/>
                  <a:gd name="T31" fmla="*/ 7 h 36"/>
                  <a:gd name="T32" fmla="*/ 20 w 30"/>
                  <a:gd name="T33" fmla="*/ 11 h 36"/>
                  <a:gd name="T34" fmla="*/ 18 w 30"/>
                  <a:gd name="T35" fmla="*/ 15 h 36"/>
                  <a:gd name="T36" fmla="*/ 14 w 30"/>
                  <a:gd name="T37" fmla="*/ 16 h 36"/>
                  <a:gd name="T38" fmla="*/ 8 w 30"/>
                  <a:gd name="T39" fmla="*/ 16 h 36"/>
                  <a:gd name="T40" fmla="*/ 8 w 30"/>
                  <a:gd name="T41"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6">
                    <a:moveTo>
                      <a:pt x="8" y="22"/>
                    </a:moveTo>
                    <a:cubicBezTo>
                      <a:pt x="15" y="22"/>
                      <a:pt x="15" y="22"/>
                      <a:pt x="15" y="22"/>
                    </a:cubicBezTo>
                    <a:cubicBezTo>
                      <a:pt x="20" y="36"/>
                      <a:pt x="20" y="36"/>
                      <a:pt x="20" y="36"/>
                    </a:cubicBezTo>
                    <a:cubicBezTo>
                      <a:pt x="30" y="36"/>
                      <a:pt x="30" y="36"/>
                      <a:pt x="30" y="36"/>
                    </a:cubicBezTo>
                    <a:cubicBezTo>
                      <a:pt x="23" y="20"/>
                      <a:pt x="23" y="20"/>
                      <a:pt x="23" y="20"/>
                    </a:cubicBezTo>
                    <a:cubicBezTo>
                      <a:pt x="25" y="19"/>
                      <a:pt x="25" y="19"/>
                      <a:pt x="26" y="18"/>
                    </a:cubicBezTo>
                    <a:cubicBezTo>
                      <a:pt x="28" y="16"/>
                      <a:pt x="29" y="14"/>
                      <a:pt x="29" y="11"/>
                    </a:cubicBezTo>
                    <a:cubicBezTo>
                      <a:pt x="29" y="8"/>
                      <a:pt x="28" y="4"/>
                      <a:pt x="25" y="2"/>
                    </a:cubicBezTo>
                    <a:cubicBezTo>
                      <a:pt x="23" y="1"/>
                      <a:pt x="21" y="0"/>
                      <a:pt x="16" y="0"/>
                    </a:cubicBezTo>
                    <a:cubicBezTo>
                      <a:pt x="0" y="0"/>
                      <a:pt x="0" y="0"/>
                      <a:pt x="0" y="0"/>
                    </a:cubicBezTo>
                    <a:cubicBezTo>
                      <a:pt x="0" y="36"/>
                      <a:pt x="0" y="36"/>
                      <a:pt x="0" y="36"/>
                    </a:cubicBezTo>
                    <a:cubicBezTo>
                      <a:pt x="8" y="36"/>
                      <a:pt x="8" y="36"/>
                      <a:pt x="8" y="36"/>
                    </a:cubicBezTo>
                    <a:lnTo>
                      <a:pt x="8" y="22"/>
                    </a:lnTo>
                    <a:close/>
                    <a:moveTo>
                      <a:pt x="8" y="6"/>
                    </a:moveTo>
                    <a:cubicBezTo>
                      <a:pt x="13" y="6"/>
                      <a:pt x="13" y="6"/>
                      <a:pt x="13" y="6"/>
                    </a:cubicBezTo>
                    <a:cubicBezTo>
                      <a:pt x="17" y="6"/>
                      <a:pt x="18" y="6"/>
                      <a:pt x="19" y="7"/>
                    </a:cubicBezTo>
                    <a:cubicBezTo>
                      <a:pt x="20" y="8"/>
                      <a:pt x="20" y="10"/>
                      <a:pt x="20" y="11"/>
                    </a:cubicBezTo>
                    <a:cubicBezTo>
                      <a:pt x="20" y="12"/>
                      <a:pt x="19" y="14"/>
                      <a:pt x="18" y="15"/>
                    </a:cubicBezTo>
                    <a:cubicBezTo>
                      <a:pt x="17" y="16"/>
                      <a:pt x="17" y="16"/>
                      <a:pt x="14" y="16"/>
                    </a:cubicBezTo>
                    <a:cubicBezTo>
                      <a:pt x="8" y="16"/>
                      <a:pt x="8" y="16"/>
                      <a:pt x="8" y="16"/>
                    </a:cubicBezTo>
                    <a:lnTo>
                      <a:pt x="8"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 name="Freeform 14">
                <a:extLst>
                  <a:ext uri="{FF2B5EF4-FFF2-40B4-BE49-F238E27FC236}">
                    <a16:creationId xmlns:a16="http://schemas.microsoft.com/office/drawing/2014/main" id="{DBD0D204-18FA-48AC-9F15-1B17807F63B2}"/>
                  </a:ext>
                </a:extLst>
              </p:cNvPr>
              <p:cNvSpPr>
                <a:spLocks/>
              </p:cNvSpPr>
              <p:nvPr/>
            </p:nvSpPr>
            <p:spPr bwMode="auto">
              <a:xfrm>
                <a:off x="6886575" y="2838450"/>
                <a:ext cx="65088" cy="82550"/>
              </a:xfrm>
              <a:custGeom>
                <a:avLst/>
                <a:gdLst>
                  <a:gd name="T0" fmla="*/ 29 w 30"/>
                  <a:gd name="T1" fmla="*/ 9 h 38"/>
                  <a:gd name="T2" fmla="*/ 25 w 30"/>
                  <a:gd name="T3" fmla="*/ 3 h 38"/>
                  <a:gd name="T4" fmla="*/ 15 w 30"/>
                  <a:gd name="T5" fmla="*/ 0 h 38"/>
                  <a:gd name="T6" fmla="*/ 6 w 30"/>
                  <a:gd name="T7" fmla="*/ 3 h 38"/>
                  <a:gd name="T8" fmla="*/ 2 w 30"/>
                  <a:gd name="T9" fmla="*/ 12 h 38"/>
                  <a:gd name="T10" fmla="*/ 6 w 30"/>
                  <a:gd name="T11" fmla="*/ 20 h 38"/>
                  <a:gd name="T12" fmla="*/ 15 w 30"/>
                  <a:gd name="T13" fmla="*/ 23 h 38"/>
                  <a:gd name="T14" fmla="*/ 21 w 30"/>
                  <a:gd name="T15" fmla="*/ 27 h 38"/>
                  <a:gd name="T16" fmla="*/ 15 w 30"/>
                  <a:gd name="T17" fmla="*/ 31 h 38"/>
                  <a:gd name="T18" fmla="*/ 8 w 30"/>
                  <a:gd name="T19" fmla="*/ 26 h 38"/>
                  <a:gd name="T20" fmla="*/ 0 w 30"/>
                  <a:gd name="T21" fmla="*/ 28 h 38"/>
                  <a:gd name="T22" fmla="*/ 4 w 30"/>
                  <a:gd name="T23" fmla="*/ 35 h 38"/>
                  <a:gd name="T24" fmla="*/ 15 w 30"/>
                  <a:gd name="T25" fmla="*/ 38 h 38"/>
                  <a:gd name="T26" fmla="*/ 25 w 30"/>
                  <a:gd name="T27" fmla="*/ 36 h 38"/>
                  <a:gd name="T28" fmla="*/ 30 w 30"/>
                  <a:gd name="T29" fmla="*/ 26 h 38"/>
                  <a:gd name="T30" fmla="*/ 25 w 30"/>
                  <a:gd name="T31" fmla="*/ 17 h 38"/>
                  <a:gd name="T32" fmla="*/ 16 w 30"/>
                  <a:gd name="T33" fmla="*/ 14 h 38"/>
                  <a:gd name="T34" fmla="*/ 10 w 30"/>
                  <a:gd name="T35" fmla="*/ 10 h 38"/>
                  <a:gd name="T36" fmla="*/ 15 w 30"/>
                  <a:gd name="T37" fmla="*/ 7 h 38"/>
                  <a:gd name="T38" fmla="*/ 22 w 30"/>
                  <a:gd name="T39" fmla="*/ 11 h 38"/>
                  <a:gd name="T40" fmla="*/ 29 w 30"/>
                  <a:gd name="T41" fmla="*/ 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8">
                    <a:moveTo>
                      <a:pt x="29" y="9"/>
                    </a:moveTo>
                    <a:cubicBezTo>
                      <a:pt x="28" y="6"/>
                      <a:pt x="27" y="5"/>
                      <a:pt x="25" y="3"/>
                    </a:cubicBezTo>
                    <a:cubicBezTo>
                      <a:pt x="22" y="1"/>
                      <a:pt x="19" y="0"/>
                      <a:pt x="15" y="0"/>
                    </a:cubicBezTo>
                    <a:cubicBezTo>
                      <a:pt x="11" y="0"/>
                      <a:pt x="8" y="1"/>
                      <a:pt x="6" y="3"/>
                    </a:cubicBezTo>
                    <a:cubicBezTo>
                      <a:pt x="3" y="6"/>
                      <a:pt x="2" y="9"/>
                      <a:pt x="2" y="12"/>
                    </a:cubicBezTo>
                    <a:cubicBezTo>
                      <a:pt x="2" y="16"/>
                      <a:pt x="4" y="19"/>
                      <a:pt x="6" y="20"/>
                    </a:cubicBezTo>
                    <a:cubicBezTo>
                      <a:pt x="8" y="21"/>
                      <a:pt x="11" y="22"/>
                      <a:pt x="15" y="23"/>
                    </a:cubicBezTo>
                    <a:cubicBezTo>
                      <a:pt x="20" y="24"/>
                      <a:pt x="21" y="25"/>
                      <a:pt x="21" y="27"/>
                    </a:cubicBezTo>
                    <a:cubicBezTo>
                      <a:pt x="21" y="30"/>
                      <a:pt x="19" y="31"/>
                      <a:pt x="15" y="31"/>
                    </a:cubicBezTo>
                    <a:cubicBezTo>
                      <a:pt x="11" y="31"/>
                      <a:pt x="9" y="30"/>
                      <a:pt x="8" y="26"/>
                    </a:cubicBezTo>
                    <a:cubicBezTo>
                      <a:pt x="0" y="28"/>
                      <a:pt x="0" y="28"/>
                      <a:pt x="0" y="28"/>
                    </a:cubicBezTo>
                    <a:cubicBezTo>
                      <a:pt x="1" y="31"/>
                      <a:pt x="2" y="33"/>
                      <a:pt x="4" y="35"/>
                    </a:cubicBezTo>
                    <a:cubicBezTo>
                      <a:pt x="7" y="37"/>
                      <a:pt x="11" y="38"/>
                      <a:pt x="15" y="38"/>
                    </a:cubicBezTo>
                    <a:cubicBezTo>
                      <a:pt x="19" y="38"/>
                      <a:pt x="22" y="37"/>
                      <a:pt x="25" y="36"/>
                    </a:cubicBezTo>
                    <a:cubicBezTo>
                      <a:pt x="28" y="33"/>
                      <a:pt x="30" y="30"/>
                      <a:pt x="30" y="26"/>
                    </a:cubicBezTo>
                    <a:cubicBezTo>
                      <a:pt x="30" y="22"/>
                      <a:pt x="28" y="19"/>
                      <a:pt x="25" y="17"/>
                    </a:cubicBezTo>
                    <a:cubicBezTo>
                      <a:pt x="24" y="16"/>
                      <a:pt x="21" y="15"/>
                      <a:pt x="16" y="14"/>
                    </a:cubicBezTo>
                    <a:cubicBezTo>
                      <a:pt x="12" y="13"/>
                      <a:pt x="10" y="12"/>
                      <a:pt x="10" y="10"/>
                    </a:cubicBezTo>
                    <a:cubicBezTo>
                      <a:pt x="10" y="8"/>
                      <a:pt x="12" y="7"/>
                      <a:pt x="15" y="7"/>
                    </a:cubicBezTo>
                    <a:cubicBezTo>
                      <a:pt x="19" y="7"/>
                      <a:pt x="20" y="8"/>
                      <a:pt x="22" y="11"/>
                    </a:cubicBezTo>
                    <a:lnTo>
                      <a:pt x="29" y="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 name="Rectangle 15">
                <a:extLst>
                  <a:ext uri="{FF2B5EF4-FFF2-40B4-BE49-F238E27FC236}">
                    <a16:creationId xmlns:a16="http://schemas.microsoft.com/office/drawing/2014/main" id="{48BB0663-10C4-45D6-912B-BE33D011AC34}"/>
                  </a:ext>
                </a:extLst>
              </p:cNvPr>
              <p:cNvSpPr>
                <a:spLocks noChangeArrowheads="1"/>
              </p:cNvSpPr>
              <p:nvPr/>
            </p:nvSpPr>
            <p:spPr bwMode="auto">
              <a:xfrm>
                <a:off x="6964363" y="2840038"/>
                <a:ext cx="17463" cy="77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 name="Freeform 16">
                <a:extLst>
                  <a:ext uri="{FF2B5EF4-FFF2-40B4-BE49-F238E27FC236}">
                    <a16:creationId xmlns:a16="http://schemas.microsoft.com/office/drawing/2014/main" id="{B28D2408-4EEE-4C83-ADBE-3D4A72B98616}"/>
                  </a:ext>
                </a:extLst>
              </p:cNvPr>
              <p:cNvSpPr>
                <a:spLocks noEditPoints="1"/>
              </p:cNvSpPr>
              <p:nvPr/>
            </p:nvSpPr>
            <p:spPr bwMode="auto">
              <a:xfrm>
                <a:off x="6997700"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1 w 30"/>
                  <a:gd name="T13" fmla="*/ 0 h 36"/>
                  <a:gd name="T14" fmla="*/ 0 w 30"/>
                  <a:gd name="T15" fmla="*/ 0 h 36"/>
                  <a:gd name="T16" fmla="*/ 9 w 30"/>
                  <a:gd name="T17" fmla="*/ 7 h 36"/>
                  <a:gd name="T18" fmla="*/ 12 w 30"/>
                  <a:gd name="T19" fmla="*/ 7 h 36"/>
                  <a:gd name="T20" fmla="*/ 19 w 30"/>
                  <a:gd name="T21" fmla="*/ 10 h 36"/>
                  <a:gd name="T22" fmla="*/ 21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8" y="0"/>
                      <a:pt x="11" y="0"/>
                    </a:cubicBezTo>
                    <a:lnTo>
                      <a:pt x="0" y="0"/>
                    </a:lnTo>
                    <a:close/>
                    <a:moveTo>
                      <a:pt x="9" y="7"/>
                    </a:moveTo>
                    <a:cubicBezTo>
                      <a:pt x="12" y="7"/>
                      <a:pt x="12" y="7"/>
                      <a:pt x="12" y="7"/>
                    </a:cubicBezTo>
                    <a:cubicBezTo>
                      <a:pt x="15" y="7"/>
                      <a:pt x="17" y="7"/>
                      <a:pt x="19" y="10"/>
                    </a:cubicBezTo>
                    <a:cubicBezTo>
                      <a:pt x="20" y="12"/>
                      <a:pt x="21" y="15"/>
                      <a:pt x="21" y="18"/>
                    </a:cubicBezTo>
                    <a:cubicBezTo>
                      <a:pt x="21" y="21"/>
                      <a:pt x="20" y="24"/>
                      <a:pt x="19" y="27"/>
                    </a:cubicBezTo>
                    <a:cubicBezTo>
                      <a:pt x="17" y="29"/>
                      <a:pt x="15" y="30"/>
                      <a:pt x="12" y="30"/>
                    </a:cubicBezTo>
                    <a:cubicBezTo>
                      <a:pt x="9" y="30"/>
                      <a:pt x="9" y="30"/>
                      <a:pt x="9" y="30"/>
                    </a:cubicBezTo>
                    <a:lnTo>
                      <a:pt x="9"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 name="Freeform 17">
                <a:extLst>
                  <a:ext uri="{FF2B5EF4-FFF2-40B4-BE49-F238E27FC236}">
                    <a16:creationId xmlns:a16="http://schemas.microsoft.com/office/drawing/2014/main" id="{31C7D52E-07E4-4314-A0B8-4CA66ECA5DB2}"/>
                  </a:ext>
                </a:extLst>
              </p:cNvPr>
              <p:cNvSpPr>
                <a:spLocks noEditPoints="1"/>
              </p:cNvSpPr>
              <p:nvPr/>
            </p:nvSpPr>
            <p:spPr bwMode="auto">
              <a:xfrm>
                <a:off x="7065963" y="2840038"/>
                <a:ext cx="71438" cy="77788"/>
              </a:xfrm>
              <a:custGeom>
                <a:avLst/>
                <a:gdLst>
                  <a:gd name="T0" fmla="*/ 30 w 45"/>
                  <a:gd name="T1" fmla="*/ 0 h 49"/>
                  <a:gd name="T2" fmla="*/ 17 w 45"/>
                  <a:gd name="T3" fmla="*/ 0 h 49"/>
                  <a:gd name="T4" fmla="*/ 0 w 45"/>
                  <a:gd name="T5" fmla="*/ 49 h 49"/>
                  <a:gd name="T6" fmla="*/ 11 w 45"/>
                  <a:gd name="T7" fmla="*/ 49 h 49"/>
                  <a:gd name="T8" fmla="*/ 14 w 45"/>
                  <a:gd name="T9" fmla="*/ 40 h 49"/>
                  <a:gd name="T10" fmla="*/ 30 w 45"/>
                  <a:gd name="T11" fmla="*/ 40 h 49"/>
                  <a:gd name="T12" fmla="*/ 33 w 45"/>
                  <a:gd name="T13" fmla="*/ 49 h 49"/>
                  <a:gd name="T14" fmla="*/ 45 w 45"/>
                  <a:gd name="T15" fmla="*/ 49 h 49"/>
                  <a:gd name="T16" fmla="*/ 30 w 45"/>
                  <a:gd name="T17" fmla="*/ 0 h 49"/>
                  <a:gd name="T18" fmla="*/ 17 w 45"/>
                  <a:gd name="T19" fmla="*/ 30 h 49"/>
                  <a:gd name="T20" fmla="*/ 22 w 45"/>
                  <a:gd name="T21" fmla="*/ 12 h 49"/>
                  <a:gd name="T22" fmla="*/ 28 w 45"/>
                  <a:gd name="T23" fmla="*/ 30 h 49"/>
                  <a:gd name="T24" fmla="*/ 17 w 45"/>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9">
                    <a:moveTo>
                      <a:pt x="30" y="0"/>
                    </a:moveTo>
                    <a:lnTo>
                      <a:pt x="17" y="0"/>
                    </a:lnTo>
                    <a:lnTo>
                      <a:pt x="0" y="49"/>
                    </a:lnTo>
                    <a:lnTo>
                      <a:pt x="11" y="49"/>
                    </a:lnTo>
                    <a:lnTo>
                      <a:pt x="14" y="40"/>
                    </a:lnTo>
                    <a:lnTo>
                      <a:pt x="30" y="40"/>
                    </a:lnTo>
                    <a:lnTo>
                      <a:pt x="33" y="49"/>
                    </a:lnTo>
                    <a:lnTo>
                      <a:pt x="45" y="49"/>
                    </a:lnTo>
                    <a:lnTo>
                      <a:pt x="30" y="0"/>
                    </a:lnTo>
                    <a:close/>
                    <a:moveTo>
                      <a:pt x="17" y="30"/>
                    </a:moveTo>
                    <a:lnTo>
                      <a:pt x="22" y="12"/>
                    </a:lnTo>
                    <a:lnTo>
                      <a:pt x="28" y="30"/>
                    </a:lnTo>
                    <a:lnTo>
                      <a:pt x="17" y="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 name="Freeform 18">
                <a:extLst>
                  <a:ext uri="{FF2B5EF4-FFF2-40B4-BE49-F238E27FC236}">
                    <a16:creationId xmlns:a16="http://schemas.microsoft.com/office/drawing/2014/main" id="{6D787CB0-73F5-4DFB-AD79-ECC561AAE44C}"/>
                  </a:ext>
                </a:extLst>
              </p:cNvPr>
              <p:cNvSpPr>
                <a:spLocks noEditPoints="1"/>
              </p:cNvSpPr>
              <p:nvPr/>
            </p:nvSpPr>
            <p:spPr bwMode="auto">
              <a:xfrm>
                <a:off x="7146925" y="2840038"/>
                <a:ext cx="65088" cy="77788"/>
              </a:xfrm>
              <a:custGeom>
                <a:avLst/>
                <a:gdLst>
                  <a:gd name="T0" fmla="*/ 0 w 30"/>
                  <a:gd name="T1" fmla="*/ 0 h 36"/>
                  <a:gd name="T2" fmla="*/ 0 w 30"/>
                  <a:gd name="T3" fmla="*/ 36 h 36"/>
                  <a:gd name="T4" fmla="*/ 13 w 30"/>
                  <a:gd name="T5" fmla="*/ 36 h 36"/>
                  <a:gd name="T6" fmla="*/ 25 w 30"/>
                  <a:gd name="T7" fmla="*/ 31 h 36"/>
                  <a:gd name="T8" fmla="*/ 30 w 30"/>
                  <a:gd name="T9" fmla="*/ 18 h 36"/>
                  <a:gd name="T10" fmla="*/ 25 w 30"/>
                  <a:gd name="T11" fmla="*/ 5 h 36"/>
                  <a:gd name="T12" fmla="*/ 11 w 30"/>
                  <a:gd name="T13" fmla="*/ 0 h 36"/>
                  <a:gd name="T14" fmla="*/ 0 w 30"/>
                  <a:gd name="T15" fmla="*/ 0 h 36"/>
                  <a:gd name="T16" fmla="*/ 8 w 30"/>
                  <a:gd name="T17" fmla="*/ 7 h 36"/>
                  <a:gd name="T18" fmla="*/ 12 w 30"/>
                  <a:gd name="T19" fmla="*/ 7 h 36"/>
                  <a:gd name="T20" fmla="*/ 19 w 30"/>
                  <a:gd name="T21" fmla="*/ 10 h 36"/>
                  <a:gd name="T22" fmla="*/ 21 w 30"/>
                  <a:gd name="T23" fmla="*/ 18 h 36"/>
                  <a:gd name="T24" fmla="*/ 18 w 30"/>
                  <a:gd name="T25" fmla="*/ 27 h 36"/>
                  <a:gd name="T26" fmla="*/ 12 w 30"/>
                  <a:gd name="T27" fmla="*/ 30 h 36"/>
                  <a:gd name="T28" fmla="*/ 8 w 30"/>
                  <a:gd name="T29" fmla="*/ 30 h 36"/>
                  <a:gd name="T30" fmla="*/ 8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2" y="35"/>
                      <a:pt x="25" y="31"/>
                    </a:cubicBezTo>
                    <a:cubicBezTo>
                      <a:pt x="28" y="28"/>
                      <a:pt x="30" y="23"/>
                      <a:pt x="30" y="18"/>
                    </a:cubicBezTo>
                    <a:cubicBezTo>
                      <a:pt x="30" y="13"/>
                      <a:pt x="28" y="8"/>
                      <a:pt x="25" y="5"/>
                    </a:cubicBezTo>
                    <a:cubicBezTo>
                      <a:pt x="22" y="1"/>
                      <a:pt x="18" y="0"/>
                      <a:pt x="11" y="0"/>
                    </a:cubicBezTo>
                    <a:lnTo>
                      <a:pt x="0" y="0"/>
                    </a:lnTo>
                    <a:close/>
                    <a:moveTo>
                      <a:pt x="8" y="7"/>
                    </a:moveTo>
                    <a:cubicBezTo>
                      <a:pt x="12" y="7"/>
                      <a:pt x="12" y="7"/>
                      <a:pt x="12" y="7"/>
                    </a:cubicBezTo>
                    <a:cubicBezTo>
                      <a:pt x="15" y="7"/>
                      <a:pt x="17" y="7"/>
                      <a:pt x="19" y="10"/>
                    </a:cubicBezTo>
                    <a:cubicBezTo>
                      <a:pt x="20" y="12"/>
                      <a:pt x="21" y="15"/>
                      <a:pt x="21" y="18"/>
                    </a:cubicBezTo>
                    <a:cubicBezTo>
                      <a:pt x="21" y="21"/>
                      <a:pt x="20" y="24"/>
                      <a:pt x="18" y="27"/>
                    </a:cubicBezTo>
                    <a:cubicBezTo>
                      <a:pt x="17" y="29"/>
                      <a:pt x="15" y="30"/>
                      <a:pt x="12" y="30"/>
                    </a:cubicBezTo>
                    <a:cubicBezTo>
                      <a:pt x="8" y="30"/>
                      <a:pt x="8" y="30"/>
                      <a:pt x="8" y="30"/>
                    </a:cubicBezTo>
                    <a:lnTo>
                      <a:pt x="8"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7" name="Freeform 19">
                <a:extLst>
                  <a:ext uri="{FF2B5EF4-FFF2-40B4-BE49-F238E27FC236}">
                    <a16:creationId xmlns:a16="http://schemas.microsoft.com/office/drawing/2014/main" id="{73FD8662-F547-4290-8A3C-5C067AB2792C}"/>
                  </a:ext>
                </a:extLst>
              </p:cNvPr>
              <p:cNvSpPr>
                <a:spLocks noEditPoints="1"/>
              </p:cNvSpPr>
              <p:nvPr/>
            </p:nvSpPr>
            <p:spPr bwMode="auto">
              <a:xfrm>
                <a:off x="7246938" y="2840038"/>
                <a:ext cx="68263" cy="77788"/>
              </a:xfrm>
              <a:custGeom>
                <a:avLst/>
                <a:gdLst>
                  <a:gd name="T0" fmla="*/ 28 w 43"/>
                  <a:gd name="T1" fmla="*/ 0 h 49"/>
                  <a:gd name="T2" fmla="*/ 15 w 43"/>
                  <a:gd name="T3" fmla="*/ 0 h 49"/>
                  <a:gd name="T4" fmla="*/ 0 w 43"/>
                  <a:gd name="T5" fmla="*/ 49 h 49"/>
                  <a:gd name="T6" fmla="*/ 9 w 43"/>
                  <a:gd name="T7" fmla="*/ 49 h 49"/>
                  <a:gd name="T8" fmla="*/ 12 w 43"/>
                  <a:gd name="T9" fmla="*/ 40 h 49"/>
                  <a:gd name="T10" fmla="*/ 28 w 43"/>
                  <a:gd name="T11" fmla="*/ 40 h 49"/>
                  <a:gd name="T12" fmla="*/ 31 w 43"/>
                  <a:gd name="T13" fmla="*/ 49 h 49"/>
                  <a:gd name="T14" fmla="*/ 43 w 43"/>
                  <a:gd name="T15" fmla="*/ 49 h 49"/>
                  <a:gd name="T16" fmla="*/ 28 w 43"/>
                  <a:gd name="T17" fmla="*/ 0 h 49"/>
                  <a:gd name="T18" fmla="*/ 15 w 43"/>
                  <a:gd name="T19" fmla="*/ 30 h 49"/>
                  <a:gd name="T20" fmla="*/ 20 w 43"/>
                  <a:gd name="T21" fmla="*/ 12 h 49"/>
                  <a:gd name="T22" fmla="*/ 25 w 43"/>
                  <a:gd name="T23" fmla="*/ 30 h 49"/>
                  <a:gd name="T24" fmla="*/ 15 w 43"/>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9">
                    <a:moveTo>
                      <a:pt x="28" y="0"/>
                    </a:moveTo>
                    <a:lnTo>
                      <a:pt x="15" y="0"/>
                    </a:lnTo>
                    <a:lnTo>
                      <a:pt x="0" y="49"/>
                    </a:lnTo>
                    <a:lnTo>
                      <a:pt x="9" y="49"/>
                    </a:lnTo>
                    <a:lnTo>
                      <a:pt x="12" y="40"/>
                    </a:lnTo>
                    <a:lnTo>
                      <a:pt x="28" y="40"/>
                    </a:lnTo>
                    <a:lnTo>
                      <a:pt x="31" y="49"/>
                    </a:lnTo>
                    <a:lnTo>
                      <a:pt x="43" y="49"/>
                    </a:lnTo>
                    <a:lnTo>
                      <a:pt x="28" y="0"/>
                    </a:lnTo>
                    <a:close/>
                    <a:moveTo>
                      <a:pt x="15" y="30"/>
                    </a:moveTo>
                    <a:lnTo>
                      <a:pt x="20" y="12"/>
                    </a:lnTo>
                    <a:lnTo>
                      <a:pt x="25" y="30"/>
                    </a:lnTo>
                    <a:lnTo>
                      <a:pt x="15" y="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8" name="Freeform 20">
                <a:extLst>
                  <a:ext uri="{FF2B5EF4-FFF2-40B4-BE49-F238E27FC236}">
                    <a16:creationId xmlns:a16="http://schemas.microsoft.com/office/drawing/2014/main" id="{484DFFA0-7F13-4C12-82D4-9AA17E5FCCB8}"/>
                  </a:ext>
                </a:extLst>
              </p:cNvPr>
              <p:cNvSpPr>
                <a:spLocks noEditPoints="1"/>
              </p:cNvSpPr>
              <p:nvPr/>
            </p:nvSpPr>
            <p:spPr bwMode="auto">
              <a:xfrm>
                <a:off x="7324725"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2 w 30"/>
                  <a:gd name="T13" fmla="*/ 0 h 36"/>
                  <a:gd name="T14" fmla="*/ 0 w 30"/>
                  <a:gd name="T15" fmla="*/ 0 h 36"/>
                  <a:gd name="T16" fmla="*/ 9 w 30"/>
                  <a:gd name="T17" fmla="*/ 7 h 36"/>
                  <a:gd name="T18" fmla="*/ 12 w 30"/>
                  <a:gd name="T19" fmla="*/ 7 h 36"/>
                  <a:gd name="T20" fmla="*/ 19 w 30"/>
                  <a:gd name="T21" fmla="*/ 10 h 36"/>
                  <a:gd name="T22" fmla="*/ 22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9" y="0"/>
                      <a:pt x="12" y="0"/>
                    </a:cubicBezTo>
                    <a:lnTo>
                      <a:pt x="0" y="0"/>
                    </a:lnTo>
                    <a:close/>
                    <a:moveTo>
                      <a:pt x="9" y="7"/>
                    </a:moveTo>
                    <a:cubicBezTo>
                      <a:pt x="12" y="7"/>
                      <a:pt x="12" y="7"/>
                      <a:pt x="12" y="7"/>
                    </a:cubicBezTo>
                    <a:cubicBezTo>
                      <a:pt x="15" y="7"/>
                      <a:pt x="17" y="7"/>
                      <a:pt x="19" y="10"/>
                    </a:cubicBezTo>
                    <a:cubicBezTo>
                      <a:pt x="21" y="12"/>
                      <a:pt x="22" y="15"/>
                      <a:pt x="22" y="18"/>
                    </a:cubicBezTo>
                    <a:cubicBezTo>
                      <a:pt x="22" y="21"/>
                      <a:pt x="21" y="24"/>
                      <a:pt x="19" y="27"/>
                    </a:cubicBezTo>
                    <a:cubicBezTo>
                      <a:pt x="17" y="29"/>
                      <a:pt x="15" y="30"/>
                      <a:pt x="12" y="30"/>
                    </a:cubicBezTo>
                    <a:cubicBezTo>
                      <a:pt x="9" y="30"/>
                      <a:pt x="9" y="30"/>
                      <a:pt x="9" y="30"/>
                    </a:cubicBezTo>
                    <a:lnTo>
                      <a:pt x="9"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9" name="Freeform 21">
                <a:extLst>
                  <a:ext uri="{FF2B5EF4-FFF2-40B4-BE49-F238E27FC236}">
                    <a16:creationId xmlns:a16="http://schemas.microsoft.com/office/drawing/2014/main" id="{B9DD2D4B-05A6-4261-868B-9FBCDA8CB83D}"/>
                  </a:ext>
                </a:extLst>
              </p:cNvPr>
              <p:cNvSpPr>
                <a:spLocks noEditPoints="1"/>
              </p:cNvSpPr>
              <p:nvPr/>
            </p:nvSpPr>
            <p:spPr bwMode="auto">
              <a:xfrm>
                <a:off x="7397750"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6 w 31"/>
                  <a:gd name="T19" fmla="*/ 7 h 38"/>
                  <a:gd name="T20" fmla="*/ 21 w 31"/>
                  <a:gd name="T21" fmla="*/ 10 h 38"/>
                  <a:gd name="T22" fmla="*/ 22 w 31"/>
                  <a:gd name="T23" fmla="*/ 19 h 38"/>
                  <a:gd name="T24" fmla="*/ 16 w 31"/>
                  <a:gd name="T25" fmla="*/ 31 h 38"/>
                  <a:gd name="T26" fmla="*/ 9 w 31"/>
                  <a:gd name="T27" fmla="*/ 19 h 38"/>
                  <a:gd name="T28" fmla="*/ 16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2" y="9"/>
                      <a:pt x="0" y="14"/>
                      <a:pt x="0" y="19"/>
                    </a:cubicBezTo>
                    <a:cubicBezTo>
                      <a:pt x="0" y="24"/>
                      <a:pt x="2" y="29"/>
                      <a:pt x="4" y="33"/>
                    </a:cubicBezTo>
                    <a:cubicBezTo>
                      <a:pt x="7" y="36"/>
                      <a:pt x="11" y="38"/>
                      <a:pt x="15" y="38"/>
                    </a:cubicBezTo>
                    <a:cubicBezTo>
                      <a:pt x="20" y="38"/>
                      <a:pt x="25" y="36"/>
                      <a:pt x="27" y="33"/>
                    </a:cubicBezTo>
                    <a:cubicBezTo>
                      <a:pt x="30" y="29"/>
                      <a:pt x="31" y="24"/>
                      <a:pt x="31" y="19"/>
                    </a:cubicBezTo>
                    <a:cubicBezTo>
                      <a:pt x="31" y="14"/>
                      <a:pt x="30" y="9"/>
                      <a:pt x="27" y="6"/>
                    </a:cubicBezTo>
                    <a:cubicBezTo>
                      <a:pt x="25" y="2"/>
                      <a:pt x="21" y="0"/>
                      <a:pt x="16" y="0"/>
                    </a:cubicBezTo>
                    <a:moveTo>
                      <a:pt x="16" y="7"/>
                    </a:moveTo>
                    <a:cubicBezTo>
                      <a:pt x="18" y="7"/>
                      <a:pt x="20" y="8"/>
                      <a:pt x="21" y="10"/>
                    </a:cubicBezTo>
                    <a:cubicBezTo>
                      <a:pt x="22" y="12"/>
                      <a:pt x="22" y="15"/>
                      <a:pt x="22" y="19"/>
                    </a:cubicBezTo>
                    <a:cubicBezTo>
                      <a:pt x="22" y="27"/>
                      <a:pt x="20" y="31"/>
                      <a:pt x="16" y="31"/>
                    </a:cubicBezTo>
                    <a:cubicBezTo>
                      <a:pt x="11" y="31"/>
                      <a:pt x="9" y="27"/>
                      <a:pt x="9" y="19"/>
                    </a:cubicBezTo>
                    <a:cubicBezTo>
                      <a:pt x="9" y="11"/>
                      <a:pt x="11" y="7"/>
                      <a:pt x="16" y="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0" name="Freeform 22">
                <a:extLst>
                  <a:ext uri="{FF2B5EF4-FFF2-40B4-BE49-F238E27FC236}">
                    <a16:creationId xmlns:a16="http://schemas.microsoft.com/office/drawing/2014/main" id="{D74FEA35-DE1B-4CB3-8CF0-28ABD4FF88B7}"/>
                  </a:ext>
                </a:extLst>
              </p:cNvPr>
              <p:cNvSpPr>
                <a:spLocks/>
              </p:cNvSpPr>
              <p:nvPr/>
            </p:nvSpPr>
            <p:spPr bwMode="auto">
              <a:xfrm>
                <a:off x="7478713" y="2840038"/>
                <a:ext cx="49213" cy="77788"/>
              </a:xfrm>
              <a:custGeom>
                <a:avLst/>
                <a:gdLst>
                  <a:gd name="T0" fmla="*/ 10 w 31"/>
                  <a:gd name="T1" fmla="*/ 40 h 49"/>
                  <a:gd name="T2" fmla="*/ 10 w 31"/>
                  <a:gd name="T3" fmla="*/ 0 h 49"/>
                  <a:gd name="T4" fmla="*/ 0 w 31"/>
                  <a:gd name="T5" fmla="*/ 0 h 49"/>
                  <a:gd name="T6" fmla="*/ 0 w 31"/>
                  <a:gd name="T7" fmla="*/ 49 h 49"/>
                  <a:gd name="T8" fmla="*/ 31 w 31"/>
                  <a:gd name="T9" fmla="*/ 49 h 49"/>
                  <a:gd name="T10" fmla="*/ 31 w 31"/>
                  <a:gd name="T11" fmla="*/ 40 h 49"/>
                  <a:gd name="T12" fmla="*/ 10 w 31"/>
                  <a:gd name="T13" fmla="*/ 40 h 49"/>
                </a:gdLst>
                <a:ahLst/>
                <a:cxnLst>
                  <a:cxn ang="0">
                    <a:pos x="T0" y="T1"/>
                  </a:cxn>
                  <a:cxn ang="0">
                    <a:pos x="T2" y="T3"/>
                  </a:cxn>
                  <a:cxn ang="0">
                    <a:pos x="T4" y="T5"/>
                  </a:cxn>
                  <a:cxn ang="0">
                    <a:pos x="T6" y="T7"/>
                  </a:cxn>
                  <a:cxn ang="0">
                    <a:pos x="T8" y="T9"/>
                  </a:cxn>
                  <a:cxn ang="0">
                    <a:pos x="T10" y="T11"/>
                  </a:cxn>
                  <a:cxn ang="0">
                    <a:pos x="T12" y="T13"/>
                  </a:cxn>
                </a:cxnLst>
                <a:rect l="0" t="0" r="r" b="b"/>
                <a:pathLst>
                  <a:path w="31" h="49">
                    <a:moveTo>
                      <a:pt x="10" y="40"/>
                    </a:moveTo>
                    <a:lnTo>
                      <a:pt x="10" y="0"/>
                    </a:lnTo>
                    <a:lnTo>
                      <a:pt x="0" y="0"/>
                    </a:lnTo>
                    <a:lnTo>
                      <a:pt x="0" y="49"/>
                    </a:lnTo>
                    <a:lnTo>
                      <a:pt x="31" y="49"/>
                    </a:lnTo>
                    <a:lnTo>
                      <a:pt x="31" y="40"/>
                    </a:lnTo>
                    <a:lnTo>
                      <a:pt x="10" y="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1" name="Freeform 23">
                <a:extLst>
                  <a:ext uri="{FF2B5EF4-FFF2-40B4-BE49-F238E27FC236}">
                    <a16:creationId xmlns:a16="http://schemas.microsoft.com/office/drawing/2014/main" id="{87B5FFC7-045A-4A0A-A362-C5A1F307D29B}"/>
                  </a:ext>
                </a:extLst>
              </p:cNvPr>
              <p:cNvSpPr>
                <a:spLocks/>
              </p:cNvSpPr>
              <p:nvPr/>
            </p:nvSpPr>
            <p:spPr bwMode="auto">
              <a:xfrm>
                <a:off x="7535863" y="2840038"/>
                <a:ext cx="57150" cy="77788"/>
              </a:xfrm>
              <a:custGeom>
                <a:avLst/>
                <a:gdLst>
                  <a:gd name="T0" fmla="*/ 36 w 36"/>
                  <a:gd name="T1" fmla="*/ 10 h 49"/>
                  <a:gd name="T2" fmla="*/ 36 w 36"/>
                  <a:gd name="T3" fmla="*/ 0 h 49"/>
                  <a:gd name="T4" fmla="*/ 0 w 36"/>
                  <a:gd name="T5" fmla="*/ 0 h 49"/>
                  <a:gd name="T6" fmla="*/ 0 w 36"/>
                  <a:gd name="T7" fmla="*/ 49 h 49"/>
                  <a:gd name="T8" fmla="*/ 13 w 36"/>
                  <a:gd name="T9" fmla="*/ 49 h 49"/>
                  <a:gd name="T10" fmla="*/ 13 w 36"/>
                  <a:gd name="T11" fmla="*/ 30 h 49"/>
                  <a:gd name="T12" fmla="*/ 32 w 36"/>
                  <a:gd name="T13" fmla="*/ 30 h 49"/>
                  <a:gd name="T14" fmla="*/ 32 w 36"/>
                  <a:gd name="T15" fmla="*/ 21 h 49"/>
                  <a:gd name="T16" fmla="*/ 13 w 36"/>
                  <a:gd name="T17" fmla="*/ 21 h 49"/>
                  <a:gd name="T18" fmla="*/ 13 w 36"/>
                  <a:gd name="T19" fmla="*/ 10 h 49"/>
                  <a:gd name="T20" fmla="*/ 36 w 36"/>
                  <a:gd name="T21"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49">
                    <a:moveTo>
                      <a:pt x="36" y="10"/>
                    </a:moveTo>
                    <a:lnTo>
                      <a:pt x="36" y="0"/>
                    </a:lnTo>
                    <a:lnTo>
                      <a:pt x="0" y="0"/>
                    </a:lnTo>
                    <a:lnTo>
                      <a:pt x="0" y="49"/>
                    </a:lnTo>
                    <a:lnTo>
                      <a:pt x="13" y="49"/>
                    </a:lnTo>
                    <a:lnTo>
                      <a:pt x="13" y="30"/>
                    </a:lnTo>
                    <a:lnTo>
                      <a:pt x="32" y="30"/>
                    </a:lnTo>
                    <a:lnTo>
                      <a:pt x="32" y="21"/>
                    </a:lnTo>
                    <a:lnTo>
                      <a:pt x="13" y="21"/>
                    </a:lnTo>
                    <a:lnTo>
                      <a:pt x="13" y="10"/>
                    </a:lnTo>
                    <a:lnTo>
                      <a:pt x="36"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2" name="Freeform 24">
                <a:extLst>
                  <a:ext uri="{FF2B5EF4-FFF2-40B4-BE49-F238E27FC236}">
                    <a16:creationId xmlns:a16="http://schemas.microsoft.com/office/drawing/2014/main" id="{C2251D1F-7E3B-4EBA-B510-2DE52B6DC8AC}"/>
                  </a:ext>
                </a:extLst>
              </p:cNvPr>
              <p:cNvSpPr>
                <a:spLocks noEditPoints="1"/>
              </p:cNvSpPr>
              <p:nvPr/>
            </p:nvSpPr>
            <p:spPr bwMode="auto">
              <a:xfrm>
                <a:off x="7599363"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5 w 31"/>
                  <a:gd name="T19" fmla="*/ 7 h 38"/>
                  <a:gd name="T20" fmla="*/ 21 w 31"/>
                  <a:gd name="T21" fmla="*/ 10 h 38"/>
                  <a:gd name="T22" fmla="*/ 22 w 31"/>
                  <a:gd name="T23" fmla="*/ 19 h 38"/>
                  <a:gd name="T24" fmla="*/ 15 w 31"/>
                  <a:gd name="T25" fmla="*/ 31 h 38"/>
                  <a:gd name="T26" fmla="*/ 9 w 31"/>
                  <a:gd name="T27" fmla="*/ 19 h 38"/>
                  <a:gd name="T28" fmla="*/ 15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1" y="9"/>
                      <a:pt x="0" y="14"/>
                      <a:pt x="0" y="19"/>
                    </a:cubicBezTo>
                    <a:cubicBezTo>
                      <a:pt x="0" y="24"/>
                      <a:pt x="1" y="29"/>
                      <a:pt x="4" y="33"/>
                    </a:cubicBezTo>
                    <a:cubicBezTo>
                      <a:pt x="7" y="36"/>
                      <a:pt x="11" y="38"/>
                      <a:pt x="15" y="38"/>
                    </a:cubicBezTo>
                    <a:cubicBezTo>
                      <a:pt x="20" y="38"/>
                      <a:pt x="24" y="36"/>
                      <a:pt x="27" y="33"/>
                    </a:cubicBezTo>
                    <a:cubicBezTo>
                      <a:pt x="29" y="29"/>
                      <a:pt x="31" y="24"/>
                      <a:pt x="31" y="19"/>
                    </a:cubicBezTo>
                    <a:cubicBezTo>
                      <a:pt x="31" y="14"/>
                      <a:pt x="30" y="9"/>
                      <a:pt x="27" y="6"/>
                    </a:cubicBezTo>
                    <a:cubicBezTo>
                      <a:pt x="24" y="2"/>
                      <a:pt x="20" y="0"/>
                      <a:pt x="16" y="0"/>
                    </a:cubicBezTo>
                    <a:moveTo>
                      <a:pt x="15" y="7"/>
                    </a:moveTo>
                    <a:cubicBezTo>
                      <a:pt x="18" y="7"/>
                      <a:pt x="19" y="8"/>
                      <a:pt x="21" y="10"/>
                    </a:cubicBezTo>
                    <a:cubicBezTo>
                      <a:pt x="22" y="12"/>
                      <a:pt x="22" y="15"/>
                      <a:pt x="22" y="19"/>
                    </a:cubicBezTo>
                    <a:cubicBezTo>
                      <a:pt x="22" y="27"/>
                      <a:pt x="20" y="31"/>
                      <a:pt x="15" y="31"/>
                    </a:cubicBezTo>
                    <a:cubicBezTo>
                      <a:pt x="11" y="31"/>
                      <a:pt x="9" y="27"/>
                      <a:pt x="9" y="19"/>
                    </a:cubicBezTo>
                    <a:cubicBezTo>
                      <a:pt x="9" y="11"/>
                      <a:pt x="11" y="7"/>
                      <a:pt x="15" y="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3" name="Rectangle 25">
                <a:extLst>
                  <a:ext uri="{FF2B5EF4-FFF2-40B4-BE49-F238E27FC236}">
                    <a16:creationId xmlns:a16="http://schemas.microsoft.com/office/drawing/2014/main" id="{4A100956-1D90-49BA-AA8E-7B4E926EF9D9}"/>
                  </a:ext>
                </a:extLst>
              </p:cNvPr>
              <p:cNvSpPr>
                <a:spLocks noChangeArrowheads="1"/>
              </p:cNvSpPr>
              <p:nvPr/>
            </p:nvSpPr>
            <p:spPr bwMode="auto">
              <a:xfrm>
                <a:off x="7707313" y="2840038"/>
                <a:ext cx="19050" cy="77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4" name="Freeform 26">
                <a:extLst>
                  <a:ext uri="{FF2B5EF4-FFF2-40B4-BE49-F238E27FC236}">
                    <a16:creationId xmlns:a16="http://schemas.microsoft.com/office/drawing/2014/main" id="{77382A0C-191D-4EF2-881C-78BEEA641AEE}"/>
                  </a:ext>
                </a:extLst>
              </p:cNvPr>
              <p:cNvSpPr>
                <a:spLocks noEditPoints="1"/>
              </p:cNvSpPr>
              <p:nvPr/>
            </p:nvSpPr>
            <p:spPr bwMode="auto">
              <a:xfrm>
                <a:off x="7742238" y="2840038"/>
                <a:ext cx="65088" cy="77788"/>
              </a:xfrm>
              <a:custGeom>
                <a:avLst/>
                <a:gdLst>
                  <a:gd name="T0" fmla="*/ 0 w 30"/>
                  <a:gd name="T1" fmla="*/ 0 h 36"/>
                  <a:gd name="T2" fmla="*/ 0 w 30"/>
                  <a:gd name="T3" fmla="*/ 36 h 36"/>
                  <a:gd name="T4" fmla="*/ 17 w 30"/>
                  <a:gd name="T5" fmla="*/ 36 h 36"/>
                  <a:gd name="T6" fmla="*/ 27 w 30"/>
                  <a:gd name="T7" fmla="*/ 34 h 36"/>
                  <a:gd name="T8" fmla="*/ 30 w 30"/>
                  <a:gd name="T9" fmla="*/ 26 h 36"/>
                  <a:gd name="T10" fmla="*/ 27 w 30"/>
                  <a:gd name="T11" fmla="*/ 20 h 36"/>
                  <a:gd name="T12" fmla="*/ 23 w 30"/>
                  <a:gd name="T13" fmla="*/ 17 h 36"/>
                  <a:gd name="T14" fmla="*/ 29 w 30"/>
                  <a:gd name="T15" fmla="*/ 9 h 36"/>
                  <a:gd name="T16" fmla="*/ 26 w 30"/>
                  <a:gd name="T17" fmla="*/ 2 h 36"/>
                  <a:gd name="T18" fmla="*/ 17 w 30"/>
                  <a:gd name="T19" fmla="*/ 0 h 36"/>
                  <a:gd name="T20" fmla="*/ 0 w 30"/>
                  <a:gd name="T21" fmla="*/ 0 h 36"/>
                  <a:gd name="T22" fmla="*/ 9 w 30"/>
                  <a:gd name="T23" fmla="*/ 6 h 36"/>
                  <a:gd name="T24" fmla="*/ 14 w 30"/>
                  <a:gd name="T25" fmla="*/ 6 h 36"/>
                  <a:gd name="T26" fmla="*/ 19 w 30"/>
                  <a:gd name="T27" fmla="*/ 7 h 36"/>
                  <a:gd name="T28" fmla="*/ 20 w 30"/>
                  <a:gd name="T29" fmla="*/ 10 h 36"/>
                  <a:gd name="T30" fmla="*/ 19 w 30"/>
                  <a:gd name="T31" fmla="*/ 13 h 36"/>
                  <a:gd name="T32" fmla="*/ 15 w 30"/>
                  <a:gd name="T33" fmla="*/ 14 h 36"/>
                  <a:gd name="T34" fmla="*/ 9 w 30"/>
                  <a:gd name="T35" fmla="*/ 14 h 36"/>
                  <a:gd name="T36" fmla="*/ 9 w 30"/>
                  <a:gd name="T37" fmla="*/ 6 h 36"/>
                  <a:gd name="T38" fmla="*/ 9 w 30"/>
                  <a:gd name="T39" fmla="*/ 21 h 36"/>
                  <a:gd name="T40" fmla="*/ 16 w 30"/>
                  <a:gd name="T41" fmla="*/ 21 h 36"/>
                  <a:gd name="T42" fmla="*/ 21 w 30"/>
                  <a:gd name="T43" fmla="*/ 25 h 36"/>
                  <a:gd name="T44" fmla="*/ 19 w 30"/>
                  <a:gd name="T45" fmla="*/ 29 h 36"/>
                  <a:gd name="T46" fmla="*/ 15 w 30"/>
                  <a:gd name="T47" fmla="*/ 30 h 36"/>
                  <a:gd name="T48" fmla="*/ 9 w 30"/>
                  <a:gd name="T49" fmla="*/ 30 h 36"/>
                  <a:gd name="T50" fmla="*/ 9 w 30"/>
                  <a:gd name="T51"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 h="36">
                    <a:moveTo>
                      <a:pt x="0" y="0"/>
                    </a:moveTo>
                    <a:cubicBezTo>
                      <a:pt x="0" y="36"/>
                      <a:pt x="0" y="36"/>
                      <a:pt x="0" y="36"/>
                    </a:cubicBezTo>
                    <a:cubicBezTo>
                      <a:pt x="17" y="36"/>
                      <a:pt x="17" y="36"/>
                      <a:pt x="17" y="36"/>
                    </a:cubicBezTo>
                    <a:cubicBezTo>
                      <a:pt x="22" y="36"/>
                      <a:pt x="25" y="36"/>
                      <a:pt x="27" y="34"/>
                    </a:cubicBezTo>
                    <a:cubicBezTo>
                      <a:pt x="29" y="32"/>
                      <a:pt x="30" y="29"/>
                      <a:pt x="30" y="26"/>
                    </a:cubicBezTo>
                    <a:cubicBezTo>
                      <a:pt x="30" y="24"/>
                      <a:pt x="29" y="21"/>
                      <a:pt x="27" y="20"/>
                    </a:cubicBezTo>
                    <a:cubicBezTo>
                      <a:pt x="26" y="18"/>
                      <a:pt x="25" y="18"/>
                      <a:pt x="23" y="17"/>
                    </a:cubicBezTo>
                    <a:cubicBezTo>
                      <a:pt x="27" y="16"/>
                      <a:pt x="29" y="13"/>
                      <a:pt x="29" y="9"/>
                    </a:cubicBezTo>
                    <a:cubicBezTo>
                      <a:pt x="29" y="6"/>
                      <a:pt x="28" y="4"/>
                      <a:pt x="26" y="2"/>
                    </a:cubicBezTo>
                    <a:cubicBezTo>
                      <a:pt x="24" y="0"/>
                      <a:pt x="21" y="0"/>
                      <a:pt x="17" y="0"/>
                    </a:cubicBezTo>
                    <a:lnTo>
                      <a:pt x="0" y="0"/>
                    </a:lnTo>
                    <a:close/>
                    <a:moveTo>
                      <a:pt x="9" y="6"/>
                    </a:moveTo>
                    <a:cubicBezTo>
                      <a:pt x="14" y="6"/>
                      <a:pt x="14" y="6"/>
                      <a:pt x="14" y="6"/>
                    </a:cubicBezTo>
                    <a:cubicBezTo>
                      <a:pt x="18" y="6"/>
                      <a:pt x="18" y="6"/>
                      <a:pt x="19" y="7"/>
                    </a:cubicBezTo>
                    <a:cubicBezTo>
                      <a:pt x="20" y="8"/>
                      <a:pt x="20" y="9"/>
                      <a:pt x="20" y="10"/>
                    </a:cubicBezTo>
                    <a:cubicBezTo>
                      <a:pt x="20" y="12"/>
                      <a:pt x="20" y="13"/>
                      <a:pt x="19" y="13"/>
                    </a:cubicBezTo>
                    <a:cubicBezTo>
                      <a:pt x="18" y="14"/>
                      <a:pt x="17" y="14"/>
                      <a:pt x="15" y="14"/>
                    </a:cubicBezTo>
                    <a:cubicBezTo>
                      <a:pt x="9" y="14"/>
                      <a:pt x="9" y="14"/>
                      <a:pt x="9" y="14"/>
                    </a:cubicBezTo>
                    <a:lnTo>
                      <a:pt x="9" y="6"/>
                    </a:lnTo>
                    <a:close/>
                    <a:moveTo>
                      <a:pt x="9" y="21"/>
                    </a:moveTo>
                    <a:cubicBezTo>
                      <a:pt x="16" y="21"/>
                      <a:pt x="16" y="21"/>
                      <a:pt x="16" y="21"/>
                    </a:cubicBezTo>
                    <a:cubicBezTo>
                      <a:pt x="19" y="21"/>
                      <a:pt x="21" y="22"/>
                      <a:pt x="21" y="25"/>
                    </a:cubicBezTo>
                    <a:cubicBezTo>
                      <a:pt x="21" y="27"/>
                      <a:pt x="20" y="28"/>
                      <a:pt x="19" y="29"/>
                    </a:cubicBezTo>
                    <a:cubicBezTo>
                      <a:pt x="18" y="29"/>
                      <a:pt x="17" y="30"/>
                      <a:pt x="15" y="30"/>
                    </a:cubicBezTo>
                    <a:cubicBezTo>
                      <a:pt x="9" y="30"/>
                      <a:pt x="9" y="30"/>
                      <a:pt x="9" y="30"/>
                    </a:cubicBezTo>
                    <a:lnTo>
                      <a:pt x="9" y="2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5" name="Freeform 27">
                <a:extLst>
                  <a:ext uri="{FF2B5EF4-FFF2-40B4-BE49-F238E27FC236}">
                    <a16:creationId xmlns:a16="http://schemas.microsoft.com/office/drawing/2014/main" id="{4EF5BC1E-DBC1-40E9-988F-A168296DCB25}"/>
                  </a:ext>
                </a:extLst>
              </p:cNvPr>
              <p:cNvSpPr>
                <a:spLocks noEditPoints="1"/>
              </p:cNvSpPr>
              <p:nvPr/>
            </p:nvSpPr>
            <p:spPr bwMode="auto">
              <a:xfrm>
                <a:off x="7812088" y="2814638"/>
                <a:ext cx="71438" cy="103188"/>
              </a:xfrm>
              <a:custGeom>
                <a:avLst/>
                <a:gdLst>
                  <a:gd name="T0" fmla="*/ 30 w 45"/>
                  <a:gd name="T1" fmla="*/ 16 h 65"/>
                  <a:gd name="T2" fmla="*/ 16 w 45"/>
                  <a:gd name="T3" fmla="*/ 16 h 65"/>
                  <a:gd name="T4" fmla="*/ 0 w 45"/>
                  <a:gd name="T5" fmla="*/ 65 h 65"/>
                  <a:gd name="T6" fmla="*/ 9 w 45"/>
                  <a:gd name="T7" fmla="*/ 65 h 65"/>
                  <a:gd name="T8" fmla="*/ 13 w 45"/>
                  <a:gd name="T9" fmla="*/ 56 h 65"/>
                  <a:gd name="T10" fmla="*/ 30 w 45"/>
                  <a:gd name="T11" fmla="*/ 56 h 65"/>
                  <a:gd name="T12" fmla="*/ 32 w 45"/>
                  <a:gd name="T13" fmla="*/ 65 h 65"/>
                  <a:gd name="T14" fmla="*/ 45 w 45"/>
                  <a:gd name="T15" fmla="*/ 65 h 65"/>
                  <a:gd name="T16" fmla="*/ 30 w 45"/>
                  <a:gd name="T17" fmla="*/ 16 h 65"/>
                  <a:gd name="T18" fmla="*/ 16 w 45"/>
                  <a:gd name="T19" fmla="*/ 46 h 65"/>
                  <a:gd name="T20" fmla="*/ 21 w 45"/>
                  <a:gd name="T21" fmla="*/ 28 h 65"/>
                  <a:gd name="T22" fmla="*/ 27 w 45"/>
                  <a:gd name="T23" fmla="*/ 46 h 65"/>
                  <a:gd name="T24" fmla="*/ 16 w 45"/>
                  <a:gd name="T25" fmla="*/ 46 h 65"/>
                  <a:gd name="T26" fmla="*/ 32 w 45"/>
                  <a:gd name="T27" fmla="*/ 0 h 65"/>
                  <a:gd name="T28" fmla="*/ 16 w 45"/>
                  <a:gd name="T29" fmla="*/ 8 h 65"/>
                  <a:gd name="T30" fmla="*/ 19 w 45"/>
                  <a:gd name="T31" fmla="*/ 12 h 65"/>
                  <a:gd name="T32" fmla="*/ 35 w 45"/>
                  <a:gd name="T33" fmla="*/ 7 h 65"/>
                  <a:gd name="T34" fmla="*/ 32 w 45"/>
                  <a:gd name="T3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 h="65">
                    <a:moveTo>
                      <a:pt x="30" y="16"/>
                    </a:moveTo>
                    <a:lnTo>
                      <a:pt x="16" y="16"/>
                    </a:lnTo>
                    <a:lnTo>
                      <a:pt x="0" y="65"/>
                    </a:lnTo>
                    <a:lnTo>
                      <a:pt x="9" y="65"/>
                    </a:lnTo>
                    <a:lnTo>
                      <a:pt x="13" y="56"/>
                    </a:lnTo>
                    <a:lnTo>
                      <a:pt x="30" y="56"/>
                    </a:lnTo>
                    <a:lnTo>
                      <a:pt x="32" y="65"/>
                    </a:lnTo>
                    <a:lnTo>
                      <a:pt x="45" y="65"/>
                    </a:lnTo>
                    <a:lnTo>
                      <a:pt x="30" y="16"/>
                    </a:lnTo>
                    <a:close/>
                    <a:moveTo>
                      <a:pt x="16" y="46"/>
                    </a:moveTo>
                    <a:lnTo>
                      <a:pt x="21" y="28"/>
                    </a:lnTo>
                    <a:lnTo>
                      <a:pt x="27" y="46"/>
                    </a:lnTo>
                    <a:lnTo>
                      <a:pt x="16" y="46"/>
                    </a:lnTo>
                    <a:close/>
                    <a:moveTo>
                      <a:pt x="32" y="0"/>
                    </a:moveTo>
                    <a:lnTo>
                      <a:pt x="16" y="8"/>
                    </a:lnTo>
                    <a:lnTo>
                      <a:pt x="19" y="12"/>
                    </a:lnTo>
                    <a:lnTo>
                      <a:pt x="35" y="7"/>
                    </a:lnTo>
                    <a:lnTo>
                      <a:pt x="3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6" name="Freeform 28">
                <a:extLst>
                  <a:ext uri="{FF2B5EF4-FFF2-40B4-BE49-F238E27FC236}">
                    <a16:creationId xmlns:a16="http://schemas.microsoft.com/office/drawing/2014/main" id="{A1A7BCFB-498E-4578-B93F-9F9D083F589C}"/>
                  </a:ext>
                </a:extLst>
              </p:cNvPr>
              <p:cNvSpPr>
                <a:spLocks noEditPoints="1"/>
              </p:cNvSpPr>
              <p:nvPr/>
            </p:nvSpPr>
            <p:spPr bwMode="auto">
              <a:xfrm>
                <a:off x="7891463" y="2816225"/>
                <a:ext cx="60325" cy="101600"/>
              </a:xfrm>
              <a:custGeom>
                <a:avLst/>
                <a:gdLst>
                  <a:gd name="T0" fmla="*/ 28 w 28"/>
                  <a:gd name="T1" fmla="*/ 11 h 47"/>
                  <a:gd name="T2" fmla="*/ 21 w 28"/>
                  <a:gd name="T3" fmla="*/ 11 h 47"/>
                  <a:gd name="T4" fmla="*/ 21 w 28"/>
                  <a:gd name="T5" fmla="*/ 30 h 47"/>
                  <a:gd name="T6" fmla="*/ 22 w 28"/>
                  <a:gd name="T7" fmla="*/ 32 h 47"/>
                  <a:gd name="T8" fmla="*/ 9 w 28"/>
                  <a:gd name="T9" fmla="*/ 11 h 47"/>
                  <a:gd name="T10" fmla="*/ 0 w 28"/>
                  <a:gd name="T11" fmla="*/ 11 h 47"/>
                  <a:gd name="T12" fmla="*/ 0 w 28"/>
                  <a:gd name="T13" fmla="*/ 47 h 47"/>
                  <a:gd name="T14" fmla="*/ 7 w 28"/>
                  <a:gd name="T15" fmla="*/ 47 h 47"/>
                  <a:gd name="T16" fmla="*/ 7 w 28"/>
                  <a:gd name="T17" fmla="*/ 26 h 47"/>
                  <a:gd name="T18" fmla="*/ 6 w 28"/>
                  <a:gd name="T19" fmla="*/ 24 h 47"/>
                  <a:gd name="T20" fmla="*/ 6 w 28"/>
                  <a:gd name="T21" fmla="*/ 23 h 47"/>
                  <a:gd name="T22" fmla="*/ 21 w 28"/>
                  <a:gd name="T23" fmla="*/ 47 h 47"/>
                  <a:gd name="T24" fmla="*/ 28 w 28"/>
                  <a:gd name="T25" fmla="*/ 47 h 47"/>
                  <a:gd name="T26" fmla="*/ 28 w 28"/>
                  <a:gd name="T27" fmla="*/ 11 h 47"/>
                  <a:gd name="T28" fmla="*/ 22 w 28"/>
                  <a:gd name="T29" fmla="*/ 0 h 47"/>
                  <a:gd name="T30" fmla="*/ 18 w 28"/>
                  <a:gd name="T31" fmla="*/ 3 h 47"/>
                  <a:gd name="T32" fmla="*/ 15 w 28"/>
                  <a:gd name="T33" fmla="*/ 2 h 47"/>
                  <a:gd name="T34" fmla="*/ 11 w 28"/>
                  <a:gd name="T35" fmla="*/ 1 h 47"/>
                  <a:gd name="T36" fmla="*/ 5 w 28"/>
                  <a:gd name="T37" fmla="*/ 4 h 47"/>
                  <a:gd name="T38" fmla="*/ 7 w 28"/>
                  <a:gd name="T39" fmla="*/ 7 h 47"/>
                  <a:gd name="T40" fmla="*/ 11 w 28"/>
                  <a:gd name="T41" fmla="*/ 5 h 47"/>
                  <a:gd name="T42" fmla="*/ 13 w 28"/>
                  <a:gd name="T43" fmla="*/ 5 h 47"/>
                  <a:gd name="T44" fmla="*/ 18 w 28"/>
                  <a:gd name="T45" fmla="*/ 7 h 47"/>
                  <a:gd name="T46" fmla="*/ 24 w 28"/>
                  <a:gd name="T47" fmla="*/ 3 h 47"/>
                  <a:gd name="T48" fmla="*/ 22 w 28"/>
                  <a:gd name="T4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47">
                    <a:moveTo>
                      <a:pt x="28" y="11"/>
                    </a:moveTo>
                    <a:cubicBezTo>
                      <a:pt x="21" y="11"/>
                      <a:pt x="21" y="11"/>
                      <a:pt x="21" y="11"/>
                    </a:cubicBezTo>
                    <a:cubicBezTo>
                      <a:pt x="21" y="30"/>
                      <a:pt x="21" y="30"/>
                      <a:pt x="21" y="30"/>
                    </a:cubicBezTo>
                    <a:cubicBezTo>
                      <a:pt x="21" y="31"/>
                      <a:pt x="21" y="31"/>
                      <a:pt x="22" y="32"/>
                    </a:cubicBezTo>
                    <a:cubicBezTo>
                      <a:pt x="9" y="11"/>
                      <a:pt x="9" y="11"/>
                      <a:pt x="9" y="11"/>
                    </a:cubicBezTo>
                    <a:cubicBezTo>
                      <a:pt x="0" y="11"/>
                      <a:pt x="0" y="11"/>
                      <a:pt x="0" y="11"/>
                    </a:cubicBezTo>
                    <a:cubicBezTo>
                      <a:pt x="0" y="47"/>
                      <a:pt x="0" y="47"/>
                      <a:pt x="0" y="47"/>
                    </a:cubicBezTo>
                    <a:cubicBezTo>
                      <a:pt x="7" y="47"/>
                      <a:pt x="7" y="47"/>
                      <a:pt x="7" y="47"/>
                    </a:cubicBezTo>
                    <a:cubicBezTo>
                      <a:pt x="7" y="26"/>
                      <a:pt x="7" y="26"/>
                      <a:pt x="7" y="26"/>
                    </a:cubicBezTo>
                    <a:cubicBezTo>
                      <a:pt x="6" y="24"/>
                      <a:pt x="6" y="24"/>
                      <a:pt x="6" y="24"/>
                    </a:cubicBezTo>
                    <a:cubicBezTo>
                      <a:pt x="6" y="23"/>
                      <a:pt x="6" y="23"/>
                      <a:pt x="6" y="23"/>
                    </a:cubicBezTo>
                    <a:cubicBezTo>
                      <a:pt x="21" y="47"/>
                      <a:pt x="21" y="47"/>
                      <a:pt x="21" y="47"/>
                    </a:cubicBezTo>
                    <a:cubicBezTo>
                      <a:pt x="28" y="47"/>
                      <a:pt x="28" y="47"/>
                      <a:pt x="28" y="47"/>
                    </a:cubicBezTo>
                    <a:lnTo>
                      <a:pt x="28" y="11"/>
                    </a:lnTo>
                    <a:close/>
                    <a:moveTo>
                      <a:pt x="22" y="0"/>
                    </a:moveTo>
                    <a:cubicBezTo>
                      <a:pt x="21" y="2"/>
                      <a:pt x="19" y="3"/>
                      <a:pt x="18" y="3"/>
                    </a:cubicBezTo>
                    <a:cubicBezTo>
                      <a:pt x="17" y="3"/>
                      <a:pt x="16" y="2"/>
                      <a:pt x="15" y="2"/>
                    </a:cubicBezTo>
                    <a:cubicBezTo>
                      <a:pt x="13" y="1"/>
                      <a:pt x="12" y="1"/>
                      <a:pt x="11" y="1"/>
                    </a:cubicBezTo>
                    <a:cubicBezTo>
                      <a:pt x="9" y="1"/>
                      <a:pt x="7" y="2"/>
                      <a:pt x="5" y="4"/>
                    </a:cubicBezTo>
                    <a:cubicBezTo>
                      <a:pt x="7" y="7"/>
                      <a:pt x="7" y="7"/>
                      <a:pt x="7" y="7"/>
                    </a:cubicBezTo>
                    <a:cubicBezTo>
                      <a:pt x="9" y="5"/>
                      <a:pt x="10" y="5"/>
                      <a:pt x="11" y="5"/>
                    </a:cubicBezTo>
                    <a:cubicBezTo>
                      <a:pt x="12" y="5"/>
                      <a:pt x="12" y="5"/>
                      <a:pt x="13" y="5"/>
                    </a:cubicBezTo>
                    <a:cubicBezTo>
                      <a:pt x="16" y="7"/>
                      <a:pt x="16" y="7"/>
                      <a:pt x="18" y="7"/>
                    </a:cubicBezTo>
                    <a:cubicBezTo>
                      <a:pt x="20" y="7"/>
                      <a:pt x="22" y="6"/>
                      <a:pt x="24" y="3"/>
                    </a:cubicBezTo>
                    <a:lnTo>
                      <a:pt x="2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7" name="Freeform 29">
                <a:extLst>
                  <a:ext uri="{FF2B5EF4-FFF2-40B4-BE49-F238E27FC236}">
                    <a16:creationId xmlns:a16="http://schemas.microsoft.com/office/drawing/2014/main" id="{8F927511-308C-432C-AA39-74974587760A}"/>
                  </a:ext>
                </a:extLst>
              </p:cNvPr>
              <p:cNvSpPr>
                <a:spLocks/>
              </p:cNvSpPr>
              <p:nvPr/>
            </p:nvSpPr>
            <p:spPr bwMode="auto">
              <a:xfrm>
                <a:off x="7967663" y="2840038"/>
                <a:ext cx="55563" cy="77788"/>
              </a:xfrm>
              <a:custGeom>
                <a:avLst/>
                <a:gdLst>
                  <a:gd name="T0" fmla="*/ 35 w 35"/>
                  <a:gd name="T1" fmla="*/ 10 h 49"/>
                  <a:gd name="T2" fmla="*/ 35 w 35"/>
                  <a:gd name="T3" fmla="*/ 0 h 49"/>
                  <a:gd name="T4" fmla="*/ 0 w 35"/>
                  <a:gd name="T5" fmla="*/ 0 h 49"/>
                  <a:gd name="T6" fmla="*/ 0 w 35"/>
                  <a:gd name="T7" fmla="*/ 49 h 49"/>
                  <a:gd name="T8" fmla="*/ 35 w 35"/>
                  <a:gd name="T9" fmla="*/ 49 h 49"/>
                  <a:gd name="T10" fmla="*/ 35 w 35"/>
                  <a:gd name="T11" fmla="*/ 40 h 49"/>
                  <a:gd name="T12" fmla="*/ 12 w 35"/>
                  <a:gd name="T13" fmla="*/ 40 h 49"/>
                  <a:gd name="T14" fmla="*/ 12 w 35"/>
                  <a:gd name="T15" fmla="*/ 29 h 49"/>
                  <a:gd name="T16" fmla="*/ 31 w 35"/>
                  <a:gd name="T17" fmla="*/ 29 h 49"/>
                  <a:gd name="T18" fmla="*/ 31 w 35"/>
                  <a:gd name="T19" fmla="*/ 19 h 49"/>
                  <a:gd name="T20" fmla="*/ 12 w 35"/>
                  <a:gd name="T21" fmla="*/ 19 h 49"/>
                  <a:gd name="T22" fmla="*/ 12 w 35"/>
                  <a:gd name="T23" fmla="*/ 10 h 49"/>
                  <a:gd name="T24" fmla="*/ 35 w 35"/>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49">
                    <a:moveTo>
                      <a:pt x="35" y="10"/>
                    </a:moveTo>
                    <a:lnTo>
                      <a:pt x="35" y="0"/>
                    </a:lnTo>
                    <a:lnTo>
                      <a:pt x="0" y="0"/>
                    </a:lnTo>
                    <a:lnTo>
                      <a:pt x="0" y="49"/>
                    </a:lnTo>
                    <a:lnTo>
                      <a:pt x="35" y="49"/>
                    </a:lnTo>
                    <a:lnTo>
                      <a:pt x="35" y="40"/>
                    </a:lnTo>
                    <a:lnTo>
                      <a:pt x="12" y="40"/>
                    </a:lnTo>
                    <a:lnTo>
                      <a:pt x="12" y="29"/>
                    </a:lnTo>
                    <a:lnTo>
                      <a:pt x="31" y="29"/>
                    </a:lnTo>
                    <a:lnTo>
                      <a:pt x="31" y="19"/>
                    </a:lnTo>
                    <a:lnTo>
                      <a:pt x="12" y="19"/>
                    </a:lnTo>
                    <a:lnTo>
                      <a:pt x="12" y="10"/>
                    </a:lnTo>
                    <a:lnTo>
                      <a:pt x="35"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8" name="Freeform 30">
                <a:extLst>
                  <a:ext uri="{FF2B5EF4-FFF2-40B4-BE49-F238E27FC236}">
                    <a16:creationId xmlns:a16="http://schemas.microsoft.com/office/drawing/2014/main" id="{C1B816ED-99AE-4F8C-AC0D-92077C2F28EB}"/>
                  </a:ext>
                </a:extLst>
              </p:cNvPr>
              <p:cNvSpPr>
                <a:spLocks/>
              </p:cNvSpPr>
              <p:nvPr/>
            </p:nvSpPr>
            <p:spPr bwMode="auto">
              <a:xfrm>
                <a:off x="8029575" y="2840038"/>
                <a:ext cx="63500" cy="77788"/>
              </a:xfrm>
              <a:custGeom>
                <a:avLst/>
                <a:gdLst>
                  <a:gd name="T0" fmla="*/ 40 w 40"/>
                  <a:gd name="T1" fmla="*/ 8 h 49"/>
                  <a:gd name="T2" fmla="*/ 40 w 40"/>
                  <a:gd name="T3" fmla="*/ 0 h 49"/>
                  <a:gd name="T4" fmla="*/ 2 w 40"/>
                  <a:gd name="T5" fmla="*/ 0 h 49"/>
                  <a:gd name="T6" fmla="*/ 2 w 40"/>
                  <a:gd name="T7" fmla="*/ 10 h 49"/>
                  <a:gd name="T8" fmla="*/ 25 w 40"/>
                  <a:gd name="T9" fmla="*/ 10 h 49"/>
                  <a:gd name="T10" fmla="*/ 0 w 40"/>
                  <a:gd name="T11" fmla="*/ 41 h 49"/>
                  <a:gd name="T12" fmla="*/ 0 w 40"/>
                  <a:gd name="T13" fmla="*/ 49 h 49"/>
                  <a:gd name="T14" fmla="*/ 40 w 40"/>
                  <a:gd name="T15" fmla="*/ 49 h 49"/>
                  <a:gd name="T16" fmla="*/ 40 w 40"/>
                  <a:gd name="T17" fmla="*/ 40 h 49"/>
                  <a:gd name="T18" fmla="*/ 14 w 40"/>
                  <a:gd name="T19" fmla="*/ 40 h 49"/>
                  <a:gd name="T20" fmla="*/ 40 w 40"/>
                  <a:gd name="T21"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49">
                    <a:moveTo>
                      <a:pt x="40" y="8"/>
                    </a:moveTo>
                    <a:lnTo>
                      <a:pt x="40" y="0"/>
                    </a:lnTo>
                    <a:lnTo>
                      <a:pt x="2" y="0"/>
                    </a:lnTo>
                    <a:lnTo>
                      <a:pt x="2" y="10"/>
                    </a:lnTo>
                    <a:lnTo>
                      <a:pt x="25" y="10"/>
                    </a:lnTo>
                    <a:lnTo>
                      <a:pt x="0" y="41"/>
                    </a:lnTo>
                    <a:lnTo>
                      <a:pt x="0" y="49"/>
                    </a:lnTo>
                    <a:lnTo>
                      <a:pt x="40" y="49"/>
                    </a:lnTo>
                    <a:lnTo>
                      <a:pt x="40" y="40"/>
                    </a:lnTo>
                    <a:lnTo>
                      <a:pt x="14" y="40"/>
                    </a:lnTo>
                    <a:lnTo>
                      <a:pt x="4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9" name="Freeform 31">
                <a:extLst>
                  <a:ext uri="{FF2B5EF4-FFF2-40B4-BE49-F238E27FC236}">
                    <a16:creationId xmlns:a16="http://schemas.microsoft.com/office/drawing/2014/main" id="{82F9B0CD-48C0-4D62-B3D9-5469A1967DFB}"/>
                  </a:ext>
                </a:extLst>
              </p:cNvPr>
              <p:cNvSpPr>
                <a:spLocks noEditPoints="1"/>
              </p:cNvSpPr>
              <p:nvPr/>
            </p:nvSpPr>
            <p:spPr bwMode="auto">
              <a:xfrm>
                <a:off x="6094413" y="2803525"/>
                <a:ext cx="314325" cy="123825"/>
              </a:xfrm>
              <a:custGeom>
                <a:avLst/>
                <a:gdLst>
                  <a:gd name="T0" fmla="*/ 135 w 145"/>
                  <a:gd name="T1" fmla="*/ 15 h 57"/>
                  <a:gd name="T2" fmla="*/ 24 w 145"/>
                  <a:gd name="T3" fmla="*/ 16 h 57"/>
                  <a:gd name="T4" fmla="*/ 10 w 145"/>
                  <a:gd name="T5" fmla="*/ 13 h 57"/>
                  <a:gd name="T6" fmla="*/ 142 w 145"/>
                  <a:gd name="T7" fmla="*/ 8 h 57"/>
                  <a:gd name="T8" fmla="*/ 120 w 145"/>
                  <a:gd name="T9" fmla="*/ 18 h 57"/>
                  <a:gd name="T10" fmla="*/ 42 w 145"/>
                  <a:gd name="T11" fmla="*/ 47 h 57"/>
                  <a:gd name="T12" fmla="*/ 11 w 145"/>
                  <a:gd name="T13" fmla="*/ 20 h 57"/>
                  <a:gd name="T14" fmla="*/ 127 w 145"/>
                  <a:gd name="T15" fmla="*/ 32 h 57"/>
                  <a:gd name="T16" fmla="*/ 98 w 145"/>
                  <a:gd name="T17" fmla="*/ 49 h 57"/>
                  <a:gd name="T18" fmla="*/ 85 w 145"/>
                  <a:gd name="T19" fmla="*/ 50 h 57"/>
                  <a:gd name="T20" fmla="*/ 70 w 145"/>
                  <a:gd name="T21" fmla="*/ 52 h 57"/>
                  <a:gd name="T22" fmla="*/ 97 w 145"/>
                  <a:gd name="T23" fmla="*/ 47 h 57"/>
                  <a:gd name="T24" fmla="*/ 92 w 145"/>
                  <a:gd name="T25" fmla="*/ 50 h 57"/>
                  <a:gd name="T26" fmla="*/ 0 w 145"/>
                  <a:gd name="T27" fmla="*/ 26 h 57"/>
                  <a:gd name="T28" fmla="*/ 138 w 145"/>
                  <a:gd name="T29" fmla="*/ 17 h 57"/>
                  <a:gd name="T30" fmla="*/ 82 w 145"/>
                  <a:gd name="T31" fmla="*/ 44 h 57"/>
                  <a:gd name="T32" fmla="*/ 64 w 145"/>
                  <a:gd name="T33" fmla="*/ 44 h 57"/>
                  <a:gd name="T34" fmla="*/ 13 w 145"/>
                  <a:gd name="T35" fmla="*/ 27 h 57"/>
                  <a:gd name="T36" fmla="*/ 13 w 145"/>
                  <a:gd name="T37" fmla="*/ 33 h 57"/>
                  <a:gd name="T38" fmla="*/ 17 w 145"/>
                  <a:gd name="T39" fmla="*/ 31 h 57"/>
                  <a:gd name="T40" fmla="*/ 18 w 145"/>
                  <a:gd name="T41" fmla="*/ 31 h 57"/>
                  <a:gd name="T42" fmla="*/ 19 w 145"/>
                  <a:gd name="T43" fmla="*/ 34 h 57"/>
                  <a:gd name="T44" fmla="*/ 18 w 145"/>
                  <a:gd name="T45" fmla="*/ 35 h 57"/>
                  <a:gd name="T46" fmla="*/ 26 w 145"/>
                  <a:gd name="T47" fmla="*/ 43 h 57"/>
                  <a:gd name="T48" fmla="*/ 22 w 145"/>
                  <a:gd name="T49" fmla="*/ 41 h 57"/>
                  <a:gd name="T50" fmla="*/ 28 w 145"/>
                  <a:gd name="T51" fmla="*/ 38 h 57"/>
                  <a:gd name="T52" fmla="*/ 27 w 145"/>
                  <a:gd name="T53" fmla="*/ 44 h 57"/>
                  <a:gd name="T54" fmla="*/ 31 w 145"/>
                  <a:gd name="T55" fmla="*/ 39 h 57"/>
                  <a:gd name="T56" fmla="*/ 35 w 145"/>
                  <a:gd name="T57" fmla="*/ 41 h 57"/>
                  <a:gd name="T58" fmla="*/ 39 w 145"/>
                  <a:gd name="T59" fmla="*/ 42 h 57"/>
                  <a:gd name="T60" fmla="*/ 41 w 145"/>
                  <a:gd name="T61" fmla="*/ 50 h 57"/>
                  <a:gd name="T62" fmla="*/ 39 w 145"/>
                  <a:gd name="T63" fmla="*/ 49 h 57"/>
                  <a:gd name="T64" fmla="*/ 44 w 145"/>
                  <a:gd name="T65" fmla="*/ 50 h 57"/>
                  <a:gd name="T66" fmla="*/ 46 w 145"/>
                  <a:gd name="T67" fmla="*/ 51 h 57"/>
                  <a:gd name="T68" fmla="*/ 49 w 145"/>
                  <a:gd name="T69" fmla="*/ 45 h 57"/>
                  <a:gd name="T70" fmla="*/ 62 w 145"/>
                  <a:gd name="T71" fmla="*/ 54 h 57"/>
                  <a:gd name="T72" fmla="*/ 61 w 145"/>
                  <a:gd name="T73" fmla="*/ 47 h 57"/>
                  <a:gd name="T74" fmla="*/ 66 w 145"/>
                  <a:gd name="T75" fmla="*/ 54 h 57"/>
                  <a:gd name="T76" fmla="*/ 65 w 145"/>
                  <a:gd name="T77" fmla="*/ 48 h 57"/>
                  <a:gd name="T78" fmla="*/ 69 w 145"/>
                  <a:gd name="T79" fmla="*/ 54 h 57"/>
                  <a:gd name="T80" fmla="*/ 74 w 145"/>
                  <a:gd name="T81" fmla="*/ 53 h 57"/>
                  <a:gd name="T82" fmla="*/ 74 w 145"/>
                  <a:gd name="T83" fmla="*/ 48 h 57"/>
                  <a:gd name="T84" fmla="*/ 77 w 145"/>
                  <a:gd name="T85" fmla="*/ 51 h 57"/>
                  <a:gd name="T86" fmla="*/ 77 w 145"/>
                  <a:gd name="T87" fmla="*/ 54 h 57"/>
                  <a:gd name="T88" fmla="*/ 83 w 145"/>
                  <a:gd name="T89" fmla="*/ 52 h 57"/>
                  <a:gd name="T90" fmla="*/ 80 w 145"/>
                  <a:gd name="T91" fmla="*/ 48 h 57"/>
                  <a:gd name="T92" fmla="*/ 87 w 145"/>
                  <a:gd name="T93" fmla="*/ 54 h 57"/>
                  <a:gd name="T94" fmla="*/ 92 w 145"/>
                  <a:gd name="T95" fmla="*/ 51 h 57"/>
                  <a:gd name="T96" fmla="*/ 89 w 145"/>
                  <a:gd name="T97" fmla="*/ 53 h 57"/>
                  <a:gd name="T98" fmla="*/ 97 w 145"/>
                  <a:gd name="T99" fmla="*/ 52 h 57"/>
                  <a:gd name="T100" fmla="*/ 99 w 145"/>
                  <a:gd name="T101" fmla="*/ 48 h 57"/>
                  <a:gd name="T102" fmla="*/ 101 w 145"/>
                  <a:gd name="T103" fmla="*/ 44 h 57"/>
                  <a:gd name="T104" fmla="*/ 111 w 145"/>
                  <a:gd name="T105" fmla="*/ 48 h 57"/>
                  <a:gd name="T106" fmla="*/ 105 w 145"/>
                  <a:gd name="T107" fmla="*/ 44 h 57"/>
                  <a:gd name="T108" fmla="*/ 109 w 145"/>
                  <a:gd name="T109" fmla="*/ 42 h 57"/>
                  <a:gd name="T110" fmla="*/ 115 w 145"/>
                  <a:gd name="T111" fmla="*/ 42 h 57"/>
                  <a:gd name="T112" fmla="*/ 121 w 145"/>
                  <a:gd name="T113" fmla="*/ 43 h 57"/>
                  <a:gd name="T114" fmla="*/ 119 w 145"/>
                  <a:gd name="T115" fmla="*/ 37 h 57"/>
                  <a:gd name="T116" fmla="*/ 124 w 145"/>
                  <a:gd name="T117" fmla="*/ 34 h 57"/>
                  <a:gd name="T118" fmla="*/ 135 w 145"/>
                  <a:gd name="T119" fmla="*/ 34 h 57"/>
                  <a:gd name="T120" fmla="*/ 132 w 145"/>
                  <a:gd name="T121" fmla="*/ 28 h 57"/>
                  <a:gd name="T122" fmla="*/ 137 w 145"/>
                  <a:gd name="T123" fmla="*/ 3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5" h="57">
                    <a:moveTo>
                      <a:pt x="135" y="15"/>
                    </a:moveTo>
                    <a:cubicBezTo>
                      <a:pt x="133" y="15"/>
                      <a:pt x="131" y="16"/>
                      <a:pt x="127" y="18"/>
                    </a:cubicBezTo>
                    <a:cubicBezTo>
                      <a:pt x="127" y="18"/>
                      <a:pt x="124" y="20"/>
                      <a:pt x="122" y="20"/>
                    </a:cubicBezTo>
                    <a:cubicBezTo>
                      <a:pt x="121" y="20"/>
                      <a:pt x="121" y="20"/>
                      <a:pt x="121" y="20"/>
                    </a:cubicBezTo>
                    <a:cubicBezTo>
                      <a:pt x="126" y="28"/>
                      <a:pt x="126" y="28"/>
                      <a:pt x="126" y="28"/>
                    </a:cubicBezTo>
                    <a:cubicBezTo>
                      <a:pt x="132" y="24"/>
                      <a:pt x="135" y="21"/>
                      <a:pt x="135" y="21"/>
                    </a:cubicBezTo>
                    <a:cubicBezTo>
                      <a:pt x="135" y="21"/>
                      <a:pt x="137" y="18"/>
                      <a:pt x="137" y="17"/>
                    </a:cubicBezTo>
                    <a:cubicBezTo>
                      <a:pt x="137" y="16"/>
                      <a:pt x="137" y="16"/>
                      <a:pt x="137" y="16"/>
                    </a:cubicBezTo>
                    <a:cubicBezTo>
                      <a:pt x="137" y="15"/>
                      <a:pt x="136" y="15"/>
                      <a:pt x="135" y="15"/>
                    </a:cubicBezTo>
                    <a:moveTo>
                      <a:pt x="7" y="16"/>
                    </a:moveTo>
                    <a:cubicBezTo>
                      <a:pt x="8" y="15"/>
                      <a:pt x="8" y="15"/>
                      <a:pt x="8" y="15"/>
                    </a:cubicBezTo>
                    <a:cubicBezTo>
                      <a:pt x="8" y="15"/>
                      <a:pt x="8" y="15"/>
                      <a:pt x="8" y="15"/>
                    </a:cubicBezTo>
                    <a:cubicBezTo>
                      <a:pt x="9" y="15"/>
                      <a:pt x="10" y="14"/>
                      <a:pt x="11" y="14"/>
                    </a:cubicBezTo>
                    <a:cubicBezTo>
                      <a:pt x="12" y="14"/>
                      <a:pt x="12" y="15"/>
                      <a:pt x="13" y="15"/>
                    </a:cubicBezTo>
                    <a:cubicBezTo>
                      <a:pt x="15" y="15"/>
                      <a:pt x="17" y="17"/>
                      <a:pt x="21" y="18"/>
                    </a:cubicBezTo>
                    <a:cubicBezTo>
                      <a:pt x="22" y="18"/>
                      <a:pt x="22" y="18"/>
                      <a:pt x="22" y="18"/>
                    </a:cubicBezTo>
                    <a:cubicBezTo>
                      <a:pt x="24" y="18"/>
                      <a:pt x="24" y="17"/>
                      <a:pt x="24" y="17"/>
                    </a:cubicBezTo>
                    <a:cubicBezTo>
                      <a:pt x="24" y="16"/>
                      <a:pt x="24" y="16"/>
                      <a:pt x="24" y="16"/>
                    </a:cubicBezTo>
                    <a:cubicBezTo>
                      <a:pt x="24" y="16"/>
                      <a:pt x="24" y="16"/>
                      <a:pt x="24" y="16"/>
                    </a:cubicBezTo>
                    <a:cubicBezTo>
                      <a:pt x="23" y="15"/>
                      <a:pt x="23" y="15"/>
                      <a:pt x="23" y="15"/>
                    </a:cubicBezTo>
                    <a:cubicBezTo>
                      <a:pt x="22" y="14"/>
                      <a:pt x="21" y="13"/>
                      <a:pt x="18" y="10"/>
                    </a:cubicBezTo>
                    <a:cubicBezTo>
                      <a:pt x="13" y="6"/>
                      <a:pt x="12" y="2"/>
                      <a:pt x="12" y="0"/>
                    </a:cubicBezTo>
                    <a:cubicBezTo>
                      <a:pt x="11" y="2"/>
                      <a:pt x="10" y="4"/>
                      <a:pt x="10" y="6"/>
                    </a:cubicBezTo>
                    <a:cubicBezTo>
                      <a:pt x="10" y="9"/>
                      <a:pt x="11" y="12"/>
                      <a:pt x="11" y="12"/>
                    </a:cubicBezTo>
                    <a:cubicBezTo>
                      <a:pt x="11" y="13"/>
                      <a:pt x="11" y="13"/>
                      <a:pt x="11" y="13"/>
                    </a:cubicBezTo>
                    <a:cubicBezTo>
                      <a:pt x="11" y="13"/>
                      <a:pt x="11" y="13"/>
                      <a:pt x="11" y="13"/>
                    </a:cubicBezTo>
                    <a:cubicBezTo>
                      <a:pt x="10" y="13"/>
                      <a:pt x="10" y="13"/>
                      <a:pt x="10" y="13"/>
                    </a:cubicBezTo>
                    <a:cubicBezTo>
                      <a:pt x="10" y="12"/>
                      <a:pt x="10" y="12"/>
                      <a:pt x="10" y="12"/>
                    </a:cubicBezTo>
                    <a:cubicBezTo>
                      <a:pt x="6" y="11"/>
                      <a:pt x="3" y="8"/>
                      <a:pt x="2" y="7"/>
                    </a:cubicBezTo>
                    <a:cubicBezTo>
                      <a:pt x="2" y="12"/>
                      <a:pt x="7" y="16"/>
                      <a:pt x="7" y="16"/>
                    </a:cubicBezTo>
                    <a:moveTo>
                      <a:pt x="122" y="19"/>
                    </a:moveTo>
                    <a:cubicBezTo>
                      <a:pt x="124" y="19"/>
                      <a:pt x="127" y="18"/>
                      <a:pt x="127" y="18"/>
                    </a:cubicBezTo>
                    <a:cubicBezTo>
                      <a:pt x="130" y="15"/>
                      <a:pt x="133" y="14"/>
                      <a:pt x="135" y="14"/>
                    </a:cubicBezTo>
                    <a:cubicBezTo>
                      <a:pt x="136" y="14"/>
                      <a:pt x="136" y="14"/>
                      <a:pt x="136" y="14"/>
                    </a:cubicBezTo>
                    <a:cubicBezTo>
                      <a:pt x="138" y="16"/>
                      <a:pt x="138" y="16"/>
                      <a:pt x="138" y="16"/>
                    </a:cubicBezTo>
                    <a:cubicBezTo>
                      <a:pt x="141" y="14"/>
                      <a:pt x="142" y="10"/>
                      <a:pt x="142" y="8"/>
                    </a:cubicBezTo>
                    <a:cubicBezTo>
                      <a:pt x="140" y="10"/>
                      <a:pt x="135" y="12"/>
                      <a:pt x="135" y="12"/>
                    </a:cubicBezTo>
                    <a:cubicBezTo>
                      <a:pt x="134" y="12"/>
                      <a:pt x="134" y="12"/>
                      <a:pt x="134" y="12"/>
                    </a:cubicBezTo>
                    <a:cubicBezTo>
                      <a:pt x="134" y="11"/>
                      <a:pt x="134" y="11"/>
                      <a:pt x="134" y="11"/>
                    </a:cubicBezTo>
                    <a:cubicBezTo>
                      <a:pt x="134" y="10"/>
                      <a:pt x="134" y="10"/>
                      <a:pt x="134" y="10"/>
                    </a:cubicBezTo>
                    <a:cubicBezTo>
                      <a:pt x="134" y="5"/>
                      <a:pt x="133" y="3"/>
                      <a:pt x="132" y="1"/>
                    </a:cubicBezTo>
                    <a:cubicBezTo>
                      <a:pt x="132" y="2"/>
                      <a:pt x="132" y="2"/>
                      <a:pt x="132" y="2"/>
                    </a:cubicBezTo>
                    <a:cubicBezTo>
                      <a:pt x="132" y="4"/>
                      <a:pt x="132" y="4"/>
                      <a:pt x="132" y="4"/>
                    </a:cubicBezTo>
                    <a:cubicBezTo>
                      <a:pt x="131" y="6"/>
                      <a:pt x="127" y="10"/>
                      <a:pt x="125" y="12"/>
                    </a:cubicBezTo>
                    <a:cubicBezTo>
                      <a:pt x="124" y="14"/>
                      <a:pt x="120" y="16"/>
                      <a:pt x="120" y="18"/>
                    </a:cubicBezTo>
                    <a:cubicBezTo>
                      <a:pt x="121" y="19"/>
                      <a:pt x="121" y="19"/>
                      <a:pt x="121" y="19"/>
                    </a:cubicBezTo>
                    <a:lnTo>
                      <a:pt x="122" y="19"/>
                    </a:lnTo>
                    <a:close/>
                    <a:moveTo>
                      <a:pt x="42" y="44"/>
                    </a:moveTo>
                    <a:cubicBezTo>
                      <a:pt x="42" y="44"/>
                      <a:pt x="42" y="44"/>
                      <a:pt x="42" y="44"/>
                    </a:cubicBezTo>
                    <a:cubicBezTo>
                      <a:pt x="42" y="44"/>
                      <a:pt x="42" y="44"/>
                      <a:pt x="42" y="44"/>
                    </a:cubicBezTo>
                    <a:cubicBezTo>
                      <a:pt x="40" y="46"/>
                      <a:pt x="40" y="46"/>
                      <a:pt x="40" y="46"/>
                    </a:cubicBezTo>
                    <a:cubicBezTo>
                      <a:pt x="40" y="46"/>
                      <a:pt x="40" y="46"/>
                      <a:pt x="40" y="46"/>
                    </a:cubicBezTo>
                    <a:cubicBezTo>
                      <a:pt x="40" y="46"/>
                      <a:pt x="40" y="46"/>
                      <a:pt x="40" y="46"/>
                    </a:cubicBezTo>
                    <a:cubicBezTo>
                      <a:pt x="42" y="47"/>
                      <a:pt x="42" y="47"/>
                      <a:pt x="42" y="47"/>
                    </a:cubicBezTo>
                    <a:cubicBezTo>
                      <a:pt x="42" y="47"/>
                      <a:pt x="42" y="47"/>
                      <a:pt x="42" y="47"/>
                    </a:cubicBezTo>
                    <a:cubicBezTo>
                      <a:pt x="42" y="46"/>
                      <a:pt x="42" y="46"/>
                      <a:pt x="42" y="46"/>
                    </a:cubicBezTo>
                    <a:lnTo>
                      <a:pt x="42" y="44"/>
                    </a:lnTo>
                    <a:close/>
                    <a:moveTo>
                      <a:pt x="21" y="18"/>
                    </a:moveTo>
                    <a:cubicBezTo>
                      <a:pt x="17" y="17"/>
                      <a:pt x="15" y="16"/>
                      <a:pt x="13" y="15"/>
                    </a:cubicBezTo>
                    <a:cubicBezTo>
                      <a:pt x="11" y="15"/>
                      <a:pt x="11" y="15"/>
                      <a:pt x="11" y="15"/>
                    </a:cubicBezTo>
                    <a:cubicBezTo>
                      <a:pt x="9" y="15"/>
                      <a:pt x="8" y="15"/>
                      <a:pt x="8" y="16"/>
                    </a:cubicBezTo>
                    <a:cubicBezTo>
                      <a:pt x="8" y="17"/>
                      <a:pt x="9" y="17"/>
                      <a:pt x="10" y="19"/>
                    </a:cubicBezTo>
                    <a:cubicBezTo>
                      <a:pt x="11" y="20"/>
                      <a:pt x="11" y="20"/>
                      <a:pt x="11" y="20"/>
                    </a:cubicBezTo>
                    <a:cubicBezTo>
                      <a:pt x="11" y="21"/>
                      <a:pt x="14" y="23"/>
                      <a:pt x="18" y="26"/>
                    </a:cubicBezTo>
                    <a:cubicBezTo>
                      <a:pt x="24" y="18"/>
                      <a:pt x="24" y="18"/>
                      <a:pt x="24" y="18"/>
                    </a:cubicBezTo>
                    <a:cubicBezTo>
                      <a:pt x="22" y="18"/>
                      <a:pt x="22" y="18"/>
                      <a:pt x="22" y="18"/>
                    </a:cubicBezTo>
                    <a:lnTo>
                      <a:pt x="21" y="18"/>
                    </a:lnTo>
                    <a:close/>
                    <a:moveTo>
                      <a:pt x="127" y="32"/>
                    </a:moveTo>
                    <a:cubicBezTo>
                      <a:pt x="126" y="33"/>
                      <a:pt x="126" y="34"/>
                      <a:pt x="127" y="35"/>
                    </a:cubicBezTo>
                    <a:cubicBezTo>
                      <a:pt x="127" y="37"/>
                      <a:pt x="129" y="38"/>
                      <a:pt x="131" y="37"/>
                    </a:cubicBezTo>
                    <a:cubicBezTo>
                      <a:pt x="132" y="36"/>
                      <a:pt x="132" y="35"/>
                      <a:pt x="131" y="33"/>
                    </a:cubicBezTo>
                    <a:cubicBezTo>
                      <a:pt x="130" y="32"/>
                      <a:pt x="128" y="31"/>
                      <a:pt x="127" y="32"/>
                    </a:cubicBezTo>
                    <a:moveTo>
                      <a:pt x="71" y="51"/>
                    </a:moveTo>
                    <a:cubicBezTo>
                      <a:pt x="71" y="51"/>
                      <a:pt x="71" y="51"/>
                      <a:pt x="71" y="51"/>
                    </a:cubicBezTo>
                    <a:cubicBezTo>
                      <a:pt x="72" y="50"/>
                      <a:pt x="72" y="50"/>
                      <a:pt x="72" y="50"/>
                    </a:cubicBezTo>
                    <a:cubicBezTo>
                      <a:pt x="72" y="49"/>
                      <a:pt x="72" y="49"/>
                      <a:pt x="71" y="49"/>
                    </a:cubicBezTo>
                    <a:cubicBezTo>
                      <a:pt x="70" y="49"/>
                      <a:pt x="70" y="49"/>
                      <a:pt x="70" y="49"/>
                    </a:cubicBezTo>
                    <a:cubicBezTo>
                      <a:pt x="70" y="51"/>
                      <a:pt x="70" y="51"/>
                      <a:pt x="70" y="51"/>
                    </a:cubicBezTo>
                    <a:lnTo>
                      <a:pt x="71" y="51"/>
                    </a:lnTo>
                    <a:close/>
                    <a:moveTo>
                      <a:pt x="98" y="48"/>
                    </a:moveTo>
                    <a:cubicBezTo>
                      <a:pt x="98" y="49"/>
                      <a:pt x="98" y="49"/>
                      <a:pt x="98" y="49"/>
                    </a:cubicBezTo>
                    <a:cubicBezTo>
                      <a:pt x="98" y="50"/>
                      <a:pt x="98" y="50"/>
                      <a:pt x="98" y="50"/>
                    </a:cubicBezTo>
                    <a:cubicBezTo>
                      <a:pt x="98" y="51"/>
                      <a:pt x="98" y="52"/>
                      <a:pt x="99" y="51"/>
                    </a:cubicBezTo>
                    <a:cubicBezTo>
                      <a:pt x="100" y="51"/>
                      <a:pt x="101" y="50"/>
                      <a:pt x="100" y="49"/>
                    </a:cubicBezTo>
                    <a:cubicBezTo>
                      <a:pt x="100" y="49"/>
                      <a:pt x="100" y="48"/>
                      <a:pt x="98" y="48"/>
                    </a:cubicBezTo>
                    <a:moveTo>
                      <a:pt x="83" y="48"/>
                    </a:moveTo>
                    <a:cubicBezTo>
                      <a:pt x="82" y="49"/>
                      <a:pt x="82" y="49"/>
                      <a:pt x="82" y="49"/>
                    </a:cubicBezTo>
                    <a:cubicBezTo>
                      <a:pt x="83" y="51"/>
                      <a:pt x="83" y="51"/>
                      <a:pt x="83" y="51"/>
                    </a:cubicBezTo>
                    <a:cubicBezTo>
                      <a:pt x="83" y="51"/>
                      <a:pt x="83" y="51"/>
                      <a:pt x="83" y="51"/>
                    </a:cubicBezTo>
                    <a:cubicBezTo>
                      <a:pt x="85" y="51"/>
                      <a:pt x="85" y="50"/>
                      <a:pt x="85" y="50"/>
                    </a:cubicBezTo>
                    <a:cubicBezTo>
                      <a:pt x="85" y="49"/>
                      <a:pt x="84" y="48"/>
                      <a:pt x="83" y="48"/>
                    </a:cubicBezTo>
                    <a:moveTo>
                      <a:pt x="26" y="38"/>
                    </a:moveTo>
                    <a:cubicBezTo>
                      <a:pt x="26" y="36"/>
                      <a:pt x="26" y="36"/>
                      <a:pt x="26" y="36"/>
                    </a:cubicBezTo>
                    <a:cubicBezTo>
                      <a:pt x="25" y="36"/>
                      <a:pt x="25" y="36"/>
                      <a:pt x="25" y="36"/>
                    </a:cubicBezTo>
                    <a:cubicBezTo>
                      <a:pt x="24" y="37"/>
                      <a:pt x="24" y="37"/>
                      <a:pt x="24" y="37"/>
                    </a:cubicBezTo>
                    <a:cubicBezTo>
                      <a:pt x="25" y="38"/>
                      <a:pt x="25" y="38"/>
                      <a:pt x="25" y="38"/>
                    </a:cubicBezTo>
                    <a:cubicBezTo>
                      <a:pt x="26" y="39"/>
                      <a:pt x="26" y="38"/>
                      <a:pt x="26" y="38"/>
                    </a:cubicBezTo>
                    <a:moveTo>
                      <a:pt x="70" y="52"/>
                    </a:moveTo>
                    <a:cubicBezTo>
                      <a:pt x="70" y="52"/>
                      <a:pt x="70" y="52"/>
                      <a:pt x="70" y="52"/>
                    </a:cubicBezTo>
                    <a:cubicBezTo>
                      <a:pt x="70" y="54"/>
                      <a:pt x="70" y="54"/>
                      <a:pt x="70" y="54"/>
                    </a:cubicBezTo>
                    <a:cubicBezTo>
                      <a:pt x="70" y="54"/>
                      <a:pt x="70" y="55"/>
                      <a:pt x="71" y="55"/>
                    </a:cubicBezTo>
                    <a:cubicBezTo>
                      <a:pt x="72" y="55"/>
                      <a:pt x="72" y="54"/>
                      <a:pt x="73" y="53"/>
                    </a:cubicBezTo>
                    <a:cubicBezTo>
                      <a:pt x="73" y="53"/>
                      <a:pt x="72" y="52"/>
                      <a:pt x="70" y="52"/>
                    </a:cubicBezTo>
                    <a:moveTo>
                      <a:pt x="98" y="48"/>
                    </a:moveTo>
                    <a:cubicBezTo>
                      <a:pt x="98" y="48"/>
                      <a:pt x="98" y="48"/>
                      <a:pt x="98" y="48"/>
                    </a:cubicBezTo>
                    <a:cubicBezTo>
                      <a:pt x="99" y="47"/>
                      <a:pt x="99" y="47"/>
                      <a:pt x="99" y="47"/>
                    </a:cubicBezTo>
                    <a:cubicBezTo>
                      <a:pt x="99" y="46"/>
                      <a:pt x="98" y="45"/>
                      <a:pt x="97" y="45"/>
                    </a:cubicBezTo>
                    <a:cubicBezTo>
                      <a:pt x="97" y="47"/>
                      <a:pt x="97" y="47"/>
                      <a:pt x="97" y="47"/>
                    </a:cubicBezTo>
                    <a:cubicBezTo>
                      <a:pt x="97" y="48"/>
                      <a:pt x="97" y="48"/>
                      <a:pt x="97" y="48"/>
                    </a:cubicBezTo>
                    <a:lnTo>
                      <a:pt x="98" y="48"/>
                    </a:lnTo>
                    <a:close/>
                    <a:moveTo>
                      <a:pt x="91" y="48"/>
                    </a:moveTo>
                    <a:cubicBezTo>
                      <a:pt x="91" y="48"/>
                      <a:pt x="91" y="48"/>
                      <a:pt x="91" y="48"/>
                    </a:cubicBezTo>
                    <a:cubicBezTo>
                      <a:pt x="90" y="48"/>
                      <a:pt x="90" y="48"/>
                      <a:pt x="90" y="48"/>
                    </a:cubicBezTo>
                    <a:cubicBezTo>
                      <a:pt x="90" y="50"/>
                      <a:pt x="90" y="50"/>
                      <a:pt x="90" y="50"/>
                    </a:cubicBezTo>
                    <a:cubicBezTo>
                      <a:pt x="90" y="51"/>
                      <a:pt x="90" y="51"/>
                      <a:pt x="90" y="51"/>
                    </a:cubicBezTo>
                    <a:cubicBezTo>
                      <a:pt x="90" y="51"/>
                      <a:pt x="90" y="51"/>
                      <a:pt x="90" y="51"/>
                    </a:cubicBezTo>
                    <a:cubicBezTo>
                      <a:pt x="92" y="50"/>
                      <a:pt x="92" y="50"/>
                      <a:pt x="92" y="50"/>
                    </a:cubicBezTo>
                    <a:cubicBezTo>
                      <a:pt x="92" y="50"/>
                      <a:pt x="92" y="50"/>
                      <a:pt x="92" y="50"/>
                    </a:cubicBezTo>
                    <a:cubicBezTo>
                      <a:pt x="92" y="50"/>
                      <a:pt x="92" y="50"/>
                      <a:pt x="92" y="50"/>
                    </a:cubicBezTo>
                    <a:lnTo>
                      <a:pt x="91" y="48"/>
                    </a:lnTo>
                    <a:close/>
                    <a:moveTo>
                      <a:pt x="11" y="21"/>
                    </a:moveTo>
                    <a:cubicBezTo>
                      <a:pt x="9" y="19"/>
                      <a:pt x="9" y="19"/>
                      <a:pt x="9" y="19"/>
                    </a:cubicBezTo>
                    <a:cubicBezTo>
                      <a:pt x="8" y="18"/>
                      <a:pt x="8" y="17"/>
                      <a:pt x="8" y="16"/>
                    </a:cubicBezTo>
                    <a:cubicBezTo>
                      <a:pt x="7" y="17"/>
                      <a:pt x="7" y="17"/>
                      <a:pt x="7" y="17"/>
                    </a:cubicBezTo>
                    <a:cubicBezTo>
                      <a:pt x="7" y="17"/>
                      <a:pt x="5" y="19"/>
                      <a:pt x="2" y="23"/>
                    </a:cubicBezTo>
                    <a:cubicBezTo>
                      <a:pt x="1" y="24"/>
                      <a:pt x="0" y="25"/>
                      <a:pt x="0" y="26"/>
                    </a:cubicBezTo>
                    <a:cubicBezTo>
                      <a:pt x="0" y="28"/>
                      <a:pt x="2" y="30"/>
                      <a:pt x="2" y="30"/>
                    </a:cubicBezTo>
                    <a:cubicBezTo>
                      <a:pt x="2" y="30"/>
                      <a:pt x="10" y="37"/>
                      <a:pt x="23" y="44"/>
                    </a:cubicBezTo>
                    <a:cubicBezTo>
                      <a:pt x="35" y="50"/>
                      <a:pt x="53" y="57"/>
                      <a:pt x="74" y="57"/>
                    </a:cubicBezTo>
                    <a:cubicBezTo>
                      <a:pt x="114" y="57"/>
                      <a:pt x="140" y="33"/>
                      <a:pt x="143" y="30"/>
                    </a:cubicBezTo>
                    <a:cubicBezTo>
                      <a:pt x="145" y="28"/>
                      <a:pt x="145" y="26"/>
                      <a:pt x="145" y="25"/>
                    </a:cubicBezTo>
                    <a:cubicBezTo>
                      <a:pt x="145" y="24"/>
                      <a:pt x="145" y="23"/>
                      <a:pt x="145" y="23"/>
                    </a:cubicBezTo>
                    <a:cubicBezTo>
                      <a:pt x="138" y="17"/>
                      <a:pt x="138" y="17"/>
                      <a:pt x="138" y="17"/>
                    </a:cubicBezTo>
                    <a:cubicBezTo>
                      <a:pt x="138" y="16"/>
                      <a:pt x="138" y="16"/>
                      <a:pt x="138" y="16"/>
                    </a:cubicBezTo>
                    <a:cubicBezTo>
                      <a:pt x="138" y="17"/>
                      <a:pt x="138" y="17"/>
                      <a:pt x="138" y="17"/>
                    </a:cubicBezTo>
                    <a:cubicBezTo>
                      <a:pt x="138" y="19"/>
                      <a:pt x="135" y="21"/>
                      <a:pt x="135" y="21"/>
                    </a:cubicBezTo>
                    <a:cubicBezTo>
                      <a:pt x="135" y="21"/>
                      <a:pt x="120" y="36"/>
                      <a:pt x="95" y="42"/>
                    </a:cubicBezTo>
                    <a:cubicBezTo>
                      <a:pt x="94" y="42"/>
                      <a:pt x="94" y="42"/>
                      <a:pt x="94" y="42"/>
                    </a:cubicBezTo>
                    <a:cubicBezTo>
                      <a:pt x="93" y="43"/>
                      <a:pt x="92" y="43"/>
                      <a:pt x="91" y="43"/>
                    </a:cubicBezTo>
                    <a:cubicBezTo>
                      <a:pt x="91" y="43"/>
                      <a:pt x="91" y="43"/>
                      <a:pt x="91" y="43"/>
                    </a:cubicBezTo>
                    <a:cubicBezTo>
                      <a:pt x="89" y="44"/>
                      <a:pt x="88" y="44"/>
                      <a:pt x="87" y="44"/>
                    </a:cubicBezTo>
                    <a:cubicBezTo>
                      <a:pt x="86" y="44"/>
                      <a:pt x="86" y="44"/>
                      <a:pt x="86" y="44"/>
                    </a:cubicBezTo>
                    <a:cubicBezTo>
                      <a:pt x="85" y="44"/>
                      <a:pt x="84" y="44"/>
                      <a:pt x="83" y="44"/>
                    </a:cubicBezTo>
                    <a:cubicBezTo>
                      <a:pt x="82" y="44"/>
                      <a:pt x="82" y="44"/>
                      <a:pt x="82" y="44"/>
                    </a:cubicBezTo>
                    <a:cubicBezTo>
                      <a:pt x="81" y="45"/>
                      <a:pt x="80" y="45"/>
                      <a:pt x="79" y="45"/>
                    </a:cubicBezTo>
                    <a:cubicBezTo>
                      <a:pt x="78" y="45"/>
                      <a:pt x="78" y="45"/>
                      <a:pt x="78" y="45"/>
                    </a:cubicBezTo>
                    <a:cubicBezTo>
                      <a:pt x="76" y="45"/>
                      <a:pt x="75" y="45"/>
                      <a:pt x="74" y="45"/>
                    </a:cubicBezTo>
                    <a:cubicBezTo>
                      <a:pt x="74" y="45"/>
                      <a:pt x="74" y="45"/>
                      <a:pt x="74" y="45"/>
                    </a:cubicBezTo>
                    <a:cubicBezTo>
                      <a:pt x="73" y="45"/>
                      <a:pt x="73" y="45"/>
                      <a:pt x="73" y="45"/>
                    </a:cubicBezTo>
                    <a:cubicBezTo>
                      <a:pt x="72" y="45"/>
                      <a:pt x="71" y="45"/>
                      <a:pt x="69" y="45"/>
                    </a:cubicBezTo>
                    <a:cubicBezTo>
                      <a:pt x="68" y="45"/>
                      <a:pt x="68" y="45"/>
                      <a:pt x="68" y="45"/>
                    </a:cubicBezTo>
                    <a:cubicBezTo>
                      <a:pt x="67" y="45"/>
                      <a:pt x="66" y="45"/>
                      <a:pt x="65" y="44"/>
                    </a:cubicBezTo>
                    <a:cubicBezTo>
                      <a:pt x="64" y="44"/>
                      <a:pt x="64" y="44"/>
                      <a:pt x="64" y="44"/>
                    </a:cubicBezTo>
                    <a:cubicBezTo>
                      <a:pt x="63" y="44"/>
                      <a:pt x="61" y="44"/>
                      <a:pt x="60" y="44"/>
                    </a:cubicBezTo>
                    <a:cubicBezTo>
                      <a:pt x="59" y="44"/>
                      <a:pt x="59" y="44"/>
                      <a:pt x="59" y="44"/>
                    </a:cubicBezTo>
                    <a:cubicBezTo>
                      <a:pt x="58" y="44"/>
                      <a:pt x="57" y="43"/>
                      <a:pt x="56" y="43"/>
                    </a:cubicBezTo>
                    <a:cubicBezTo>
                      <a:pt x="55" y="43"/>
                      <a:pt x="55" y="43"/>
                      <a:pt x="55" y="43"/>
                    </a:cubicBezTo>
                    <a:cubicBezTo>
                      <a:pt x="28" y="37"/>
                      <a:pt x="11" y="21"/>
                      <a:pt x="11" y="21"/>
                    </a:cubicBezTo>
                    <a:moveTo>
                      <a:pt x="11" y="34"/>
                    </a:moveTo>
                    <a:cubicBezTo>
                      <a:pt x="11" y="34"/>
                      <a:pt x="11" y="34"/>
                      <a:pt x="11" y="34"/>
                    </a:cubicBezTo>
                    <a:cubicBezTo>
                      <a:pt x="13" y="27"/>
                      <a:pt x="13" y="27"/>
                      <a:pt x="13" y="27"/>
                    </a:cubicBezTo>
                    <a:cubicBezTo>
                      <a:pt x="13" y="27"/>
                      <a:pt x="13" y="27"/>
                      <a:pt x="13" y="27"/>
                    </a:cubicBezTo>
                    <a:cubicBezTo>
                      <a:pt x="12" y="26"/>
                      <a:pt x="12" y="26"/>
                      <a:pt x="12" y="26"/>
                    </a:cubicBezTo>
                    <a:cubicBezTo>
                      <a:pt x="13" y="27"/>
                      <a:pt x="13" y="27"/>
                      <a:pt x="13" y="27"/>
                    </a:cubicBezTo>
                    <a:cubicBezTo>
                      <a:pt x="14" y="27"/>
                      <a:pt x="14" y="27"/>
                      <a:pt x="14" y="27"/>
                    </a:cubicBezTo>
                    <a:cubicBezTo>
                      <a:pt x="15" y="28"/>
                      <a:pt x="15" y="28"/>
                      <a:pt x="15" y="28"/>
                    </a:cubicBezTo>
                    <a:cubicBezTo>
                      <a:pt x="15" y="28"/>
                      <a:pt x="15" y="28"/>
                      <a:pt x="15" y="28"/>
                    </a:cubicBezTo>
                    <a:cubicBezTo>
                      <a:pt x="14" y="28"/>
                      <a:pt x="14" y="28"/>
                      <a:pt x="14" y="28"/>
                    </a:cubicBezTo>
                    <a:cubicBezTo>
                      <a:pt x="14" y="29"/>
                      <a:pt x="14" y="29"/>
                      <a:pt x="14" y="29"/>
                    </a:cubicBezTo>
                    <a:cubicBezTo>
                      <a:pt x="13" y="33"/>
                      <a:pt x="13" y="33"/>
                      <a:pt x="13" y="33"/>
                    </a:cubicBezTo>
                    <a:cubicBezTo>
                      <a:pt x="13" y="33"/>
                      <a:pt x="13" y="33"/>
                      <a:pt x="13" y="33"/>
                    </a:cubicBezTo>
                    <a:cubicBezTo>
                      <a:pt x="13" y="33"/>
                      <a:pt x="13" y="33"/>
                      <a:pt x="13" y="33"/>
                    </a:cubicBezTo>
                    <a:cubicBezTo>
                      <a:pt x="16" y="31"/>
                      <a:pt x="16" y="31"/>
                      <a:pt x="16" y="31"/>
                    </a:cubicBezTo>
                    <a:cubicBezTo>
                      <a:pt x="17" y="31"/>
                      <a:pt x="17" y="31"/>
                      <a:pt x="17" y="31"/>
                    </a:cubicBezTo>
                    <a:cubicBezTo>
                      <a:pt x="16" y="29"/>
                      <a:pt x="16" y="29"/>
                      <a:pt x="16" y="29"/>
                    </a:cubicBezTo>
                    <a:cubicBezTo>
                      <a:pt x="17" y="29"/>
                      <a:pt x="17" y="29"/>
                      <a:pt x="17" y="29"/>
                    </a:cubicBezTo>
                    <a:cubicBezTo>
                      <a:pt x="17" y="30"/>
                      <a:pt x="17" y="30"/>
                      <a:pt x="17" y="30"/>
                    </a:cubicBezTo>
                    <a:cubicBezTo>
                      <a:pt x="18" y="30"/>
                      <a:pt x="18" y="30"/>
                      <a:pt x="18" y="30"/>
                    </a:cubicBezTo>
                    <a:cubicBezTo>
                      <a:pt x="18" y="31"/>
                      <a:pt x="18" y="31"/>
                      <a:pt x="18" y="31"/>
                    </a:cubicBezTo>
                    <a:cubicBezTo>
                      <a:pt x="17" y="31"/>
                      <a:pt x="17" y="31"/>
                      <a:pt x="17" y="31"/>
                    </a:cubicBezTo>
                    <a:cubicBezTo>
                      <a:pt x="12" y="34"/>
                      <a:pt x="12" y="34"/>
                      <a:pt x="12" y="34"/>
                    </a:cubicBezTo>
                    <a:lnTo>
                      <a:pt x="11" y="34"/>
                    </a:lnTo>
                    <a:close/>
                    <a:moveTo>
                      <a:pt x="18" y="39"/>
                    </a:moveTo>
                    <a:cubicBezTo>
                      <a:pt x="17" y="38"/>
                      <a:pt x="17" y="38"/>
                      <a:pt x="16" y="37"/>
                    </a:cubicBezTo>
                    <a:cubicBezTo>
                      <a:pt x="15" y="37"/>
                      <a:pt x="15" y="37"/>
                      <a:pt x="15" y="37"/>
                    </a:cubicBezTo>
                    <a:cubicBezTo>
                      <a:pt x="15" y="37"/>
                      <a:pt x="15" y="37"/>
                      <a:pt x="15" y="37"/>
                    </a:cubicBezTo>
                    <a:cubicBezTo>
                      <a:pt x="15" y="36"/>
                      <a:pt x="16" y="37"/>
                      <a:pt x="16" y="36"/>
                    </a:cubicBezTo>
                    <a:cubicBezTo>
                      <a:pt x="19" y="32"/>
                      <a:pt x="19" y="32"/>
                      <a:pt x="19" y="32"/>
                    </a:cubicBezTo>
                    <a:cubicBezTo>
                      <a:pt x="18" y="31"/>
                      <a:pt x="18" y="31"/>
                      <a:pt x="18" y="31"/>
                    </a:cubicBezTo>
                    <a:cubicBezTo>
                      <a:pt x="19" y="31"/>
                      <a:pt x="19" y="31"/>
                      <a:pt x="19" y="31"/>
                    </a:cubicBezTo>
                    <a:cubicBezTo>
                      <a:pt x="19" y="31"/>
                      <a:pt x="20" y="31"/>
                      <a:pt x="21" y="32"/>
                    </a:cubicBezTo>
                    <a:cubicBezTo>
                      <a:pt x="23" y="33"/>
                      <a:pt x="23" y="33"/>
                      <a:pt x="23" y="33"/>
                    </a:cubicBezTo>
                    <a:cubicBezTo>
                      <a:pt x="23" y="34"/>
                      <a:pt x="23" y="34"/>
                      <a:pt x="23" y="34"/>
                    </a:cubicBezTo>
                    <a:cubicBezTo>
                      <a:pt x="22" y="34"/>
                      <a:pt x="22" y="34"/>
                      <a:pt x="22" y="34"/>
                    </a:cubicBezTo>
                    <a:cubicBezTo>
                      <a:pt x="22" y="35"/>
                      <a:pt x="22" y="35"/>
                      <a:pt x="22" y="35"/>
                    </a:cubicBezTo>
                    <a:cubicBezTo>
                      <a:pt x="22" y="34"/>
                      <a:pt x="23" y="34"/>
                      <a:pt x="21" y="33"/>
                    </a:cubicBezTo>
                    <a:cubicBezTo>
                      <a:pt x="20" y="32"/>
                      <a:pt x="20" y="32"/>
                      <a:pt x="20" y="33"/>
                    </a:cubicBezTo>
                    <a:cubicBezTo>
                      <a:pt x="19" y="34"/>
                      <a:pt x="19" y="34"/>
                      <a:pt x="19" y="34"/>
                    </a:cubicBezTo>
                    <a:cubicBezTo>
                      <a:pt x="19" y="35"/>
                      <a:pt x="19" y="35"/>
                      <a:pt x="19" y="35"/>
                    </a:cubicBezTo>
                    <a:cubicBezTo>
                      <a:pt x="20" y="35"/>
                      <a:pt x="20" y="35"/>
                      <a:pt x="20" y="35"/>
                    </a:cubicBezTo>
                    <a:cubicBezTo>
                      <a:pt x="21" y="35"/>
                      <a:pt x="21" y="35"/>
                      <a:pt x="21" y="35"/>
                    </a:cubicBezTo>
                    <a:cubicBezTo>
                      <a:pt x="21" y="35"/>
                      <a:pt x="21" y="35"/>
                      <a:pt x="21" y="35"/>
                    </a:cubicBezTo>
                    <a:cubicBezTo>
                      <a:pt x="20" y="37"/>
                      <a:pt x="20" y="37"/>
                      <a:pt x="20" y="37"/>
                    </a:cubicBezTo>
                    <a:cubicBezTo>
                      <a:pt x="20" y="37"/>
                      <a:pt x="20" y="37"/>
                      <a:pt x="20" y="37"/>
                    </a:cubicBezTo>
                    <a:cubicBezTo>
                      <a:pt x="20" y="35"/>
                      <a:pt x="20" y="35"/>
                      <a:pt x="20" y="35"/>
                    </a:cubicBezTo>
                    <a:cubicBezTo>
                      <a:pt x="19" y="35"/>
                      <a:pt x="19" y="35"/>
                      <a:pt x="19" y="35"/>
                    </a:cubicBezTo>
                    <a:cubicBezTo>
                      <a:pt x="18" y="35"/>
                      <a:pt x="18" y="35"/>
                      <a:pt x="18" y="35"/>
                    </a:cubicBezTo>
                    <a:cubicBezTo>
                      <a:pt x="17" y="37"/>
                      <a:pt x="17" y="37"/>
                      <a:pt x="17" y="37"/>
                    </a:cubicBezTo>
                    <a:cubicBezTo>
                      <a:pt x="18" y="38"/>
                      <a:pt x="18" y="38"/>
                      <a:pt x="18" y="38"/>
                    </a:cubicBezTo>
                    <a:cubicBezTo>
                      <a:pt x="20" y="39"/>
                      <a:pt x="20" y="38"/>
                      <a:pt x="21" y="38"/>
                    </a:cubicBezTo>
                    <a:cubicBezTo>
                      <a:pt x="21" y="38"/>
                      <a:pt x="21" y="38"/>
                      <a:pt x="21" y="38"/>
                    </a:cubicBezTo>
                    <a:lnTo>
                      <a:pt x="18" y="39"/>
                    </a:lnTo>
                    <a:close/>
                    <a:moveTo>
                      <a:pt x="26" y="42"/>
                    </a:moveTo>
                    <a:cubicBezTo>
                      <a:pt x="26" y="42"/>
                      <a:pt x="26" y="42"/>
                      <a:pt x="26" y="42"/>
                    </a:cubicBezTo>
                    <a:cubicBezTo>
                      <a:pt x="26" y="43"/>
                      <a:pt x="26" y="43"/>
                      <a:pt x="26" y="43"/>
                    </a:cubicBezTo>
                    <a:cubicBezTo>
                      <a:pt x="26" y="43"/>
                      <a:pt x="26" y="43"/>
                      <a:pt x="26" y="43"/>
                    </a:cubicBezTo>
                    <a:cubicBezTo>
                      <a:pt x="25" y="43"/>
                      <a:pt x="25" y="43"/>
                      <a:pt x="25" y="43"/>
                    </a:cubicBezTo>
                    <a:cubicBezTo>
                      <a:pt x="25" y="41"/>
                      <a:pt x="25" y="41"/>
                      <a:pt x="25" y="41"/>
                    </a:cubicBezTo>
                    <a:cubicBezTo>
                      <a:pt x="25" y="39"/>
                      <a:pt x="25" y="39"/>
                      <a:pt x="25" y="39"/>
                    </a:cubicBezTo>
                    <a:cubicBezTo>
                      <a:pt x="24" y="38"/>
                      <a:pt x="24" y="38"/>
                      <a:pt x="24" y="38"/>
                    </a:cubicBezTo>
                    <a:cubicBezTo>
                      <a:pt x="24" y="38"/>
                      <a:pt x="24" y="38"/>
                      <a:pt x="24" y="38"/>
                    </a:cubicBezTo>
                    <a:cubicBezTo>
                      <a:pt x="23" y="40"/>
                      <a:pt x="23" y="40"/>
                      <a:pt x="23" y="40"/>
                    </a:cubicBezTo>
                    <a:cubicBezTo>
                      <a:pt x="22" y="41"/>
                      <a:pt x="23" y="41"/>
                      <a:pt x="23" y="41"/>
                    </a:cubicBezTo>
                    <a:cubicBezTo>
                      <a:pt x="23" y="41"/>
                      <a:pt x="23" y="41"/>
                      <a:pt x="23" y="41"/>
                    </a:cubicBezTo>
                    <a:cubicBezTo>
                      <a:pt x="22" y="41"/>
                      <a:pt x="22" y="41"/>
                      <a:pt x="22" y="41"/>
                    </a:cubicBezTo>
                    <a:cubicBezTo>
                      <a:pt x="21" y="40"/>
                      <a:pt x="21" y="40"/>
                      <a:pt x="21" y="40"/>
                    </a:cubicBezTo>
                    <a:cubicBezTo>
                      <a:pt x="20" y="40"/>
                      <a:pt x="20" y="40"/>
                      <a:pt x="20" y="40"/>
                    </a:cubicBezTo>
                    <a:cubicBezTo>
                      <a:pt x="21" y="40"/>
                      <a:pt x="21" y="40"/>
                      <a:pt x="22" y="39"/>
                    </a:cubicBezTo>
                    <a:cubicBezTo>
                      <a:pt x="24" y="35"/>
                      <a:pt x="24" y="35"/>
                      <a:pt x="24" y="35"/>
                    </a:cubicBezTo>
                    <a:cubicBezTo>
                      <a:pt x="24" y="34"/>
                      <a:pt x="23" y="34"/>
                      <a:pt x="23" y="34"/>
                    </a:cubicBezTo>
                    <a:cubicBezTo>
                      <a:pt x="24" y="34"/>
                      <a:pt x="24" y="34"/>
                      <a:pt x="24" y="34"/>
                    </a:cubicBezTo>
                    <a:cubicBezTo>
                      <a:pt x="25" y="34"/>
                      <a:pt x="25" y="34"/>
                      <a:pt x="25" y="34"/>
                    </a:cubicBezTo>
                    <a:cubicBezTo>
                      <a:pt x="26" y="35"/>
                      <a:pt x="26" y="35"/>
                      <a:pt x="26" y="35"/>
                    </a:cubicBezTo>
                    <a:cubicBezTo>
                      <a:pt x="28" y="36"/>
                      <a:pt x="28" y="38"/>
                      <a:pt x="28" y="38"/>
                    </a:cubicBezTo>
                    <a:cubicBezTo>
                      <a:pt x="27" y="39"/>
                      <a:pt x="27" y="39"/>
                      <a:pt x="27" y="39"/>
                    </a:cubicBezTo>
                    <a:cubicBezTo>
                      <a:pt x="26" y="39"/>
                      <a:pt x="26" y="39"/>
                      <a:pt x="26" y="39"/>
                    </a:cubicBezTo>
                    <a:cubicBezTo>
                      <a:pt x="26" y="39"/>
                      <a:pt x="26" y="41"/>
                      <a:pt x="26" y="42"/>
                    </a:cubicBezTo>
                    <a:moveTo>
                      <a:pt x="31" y="39"/>
                    </a:moveTo>
                    <a:cubicBezTo>
                      <a:pt x="29" y="43"/>
                      <a:pt x="29" y="43"/>
                      <a:pt x="29" y="43"/>
                    </a:cubicBezTo>
                    <a:cubicBezTo>
                      <a:pt x="29" y="44"/>
                      <a:pt x="30" y="45"/>
                      <a:pt x="30" y="45"/>
                    </a:cubicBezTo>
                    <a:cubicBezTo>
                      <a:pt x="30" y="45"/>
                      <a:pt x="30" y="45"/>
                      <a:pt x="30" y="45"/>
                    </a:cubicBezTo>
                    <a:cubicBezTo>
                      <a:pt x="28" y="44"/>
                      <a:pt x="28" y="44"/>
                      <a:pt x="28" y="44"/>
                    </a:cubicBezTo>
                    <a:cubicBezTo>
                      <a:pt x="27" y="44"/>
                      <a:pt x="27" y="44"/>
                      <a:pt x="27" y="44"/>
                    </a:cubicBezTo>
                    <a:cubicBezTo>
                      <a:pt x="27" y="44"/>
                      <a:pt x="27" y="44"/>
                      <a:pt x="27" y="44"/>
                    </a:cubicBezTo>
                    <a:cubicBezTo>
                      <a:pt x="28" y="43"/>
                      <a:pt x="28" y="43"/>
                      <a:pt x="28" y="43"/>
                    </a:cubicBezTo>
                    <a:cubicBezTo>
                      <a:pt x="30" y="39"/>
                      <a:pt x="30" y="39"/>
                      <a:pt x="30" y="39"/>
                    </a:cubicBezTo>
                    <a:cubicBezTo>
                      <a:pt x="30" y="37"/>
                      <a:pt x="30" y="37"/>
                      <a:pt x="30" y="37"/>
                    </a:cubicBezTo>
                    <a:cubicBezTo>
                      <a:pt x="30" y="37"/>
                      <a:pt x="30" y="37"/>
                      <a:pt x="30" y="37"/>
                    </a:cubicBezTo>
                    <a:cubicBezTo>
                      <a:pt x="31" y="38"/>
                      <a:pt x="31" y="38"/>
                      <a:pt x="31" y="38"/>
                    </a:cubicBezTo>
                    <a:cubicBezTo>
                      <a:pt x="32" y="38"/>
                      <a:pt x="32" y="38"/>
                      <a:pt x="32" y="38"/>
                    </a:cubicBezTo>
                    <a:cubicBezTo>
                      <a:pt x="33" y="39"/>
                      <a:pt x="33" y="39"/>
                      <a:pt x="33" y="39"/>
                    </a:cubicBezTo>
                    <a:cubicBezTo>
                      <a:pt x="32" y="39"/>
                      <a:pt x="32" y="38"/>
                      <a:pt x="31" y="39"/>
                    </a:cubicBezTo>
                    <a:moveTo>
                      <a:pt x="36" y="41"/>
                    </a:moveTo>
                    <a:cubicBezTo>
                      <a:pt x="35" y="46"/>
                      <a:pt x="35" y="46"/>
                      <a:pt x="35" y="46"/>
                    </a:cubicBezTo>
                    <a:cubicBezTo>
                      <a:pt x="34" y="47"/>
                      <a:pt x="35" y="47"/>
                      <a:pt x="35" y="47"/>
                    </a:cubicBezTo>
                    <a:cubicBezTo>
                      <a:pt x="35" y="47"/>
                      <a:pt x="35" y="47"/>
                      <a:pt x="35" y="47"/>
                    </a:cubicBezTo>
                    <a:cubicBezTo>
                      <a:pt x="33" y="47"/>
                      <a:pt x="33" y="47"/>
                      <a:pt x="33" y="47"/>
                    </a:cubicBezTo>
                    <a:cubicBezTo>
                      <a:pt x="32" y="46"/>
                      <a:pt x="32" y="46"/>
                      <a:pt x="32" y="46"/>
                    </a:cubicBezTo>
                    <a:cubicBezTo>
                      <a:pt x="32" y="46"/>
                      <a:pt x="32" y="46"/>
                      <a:pt x="32" y="46"/>
                    </a:cubicBezTo>
                    <a:cubicBezTo>
                      <a:pt x="32" y="45"/>
                      <a:pt x="33" y="46"/>
                      <a:pt x="33" y="45"/>
                    </a:cubicBezTo>
                    <a:cubicBezTo>
                      <a:pt x="35" y="41"/>
                      <a:pt x="35" y="41"/>
                      <a:pt x="35" y="41"/>
                    </a:cubicBezTo>
                    <a:cubicBezTo>
                      <a:pt x="35" y="40"/>
                      <a:pt x="35" y="40"/>
                      <a:pt x="35" y="40"/>
                    </a:cubicBezTo>
                    <a:cubicBezTo>
                      <a:pt x="34" y="40"/>
                      <a:pt x="34" y="40"/>
                      <a:pt x="34" y="40"/>
                    </a:cubicBezTo>
                    <a:cubicBezTo>
                      <a:pt x="33" y="40"/>
                      <a:pt x="33" y="41"/>
                      <a:pt x="33" y="41"/>
                    </a:cubicBezTo>
                    <a:cubicBezTo>
                      <a:pt x="33" y="40"/>
                      <a:pt x="33" y="40"/>
                      <a:pt x="33" y="40"/>
                    </a:cubicBezTo>
                    <a:cubicBezTo>
                      <a:pt x="33" y="39"/>
                      <a:pt x="33" y="39"/>
                      <a:pt x="33" y="39"/>
                    </a:cubicBezTo>
                    <a:cubicBezTo>
                      <a:pt x="33" y="39"/>
                      <a:pt x="33" y="39"/>
                      <a:pt x="33" y="39"/>
                    </a:cubicBezTo>
                    <a:cubicBezTo>
                      <a:pt x="34" y="39"/>
                      <a:pt x="35" y="40"/>
                      <a:pt x="36" y="40"/>
                    </a:cubicBezTo>
                    <a:cubicBezTo>
                      <a:pt x="38" y="41"/>
                      <a:pt x="38" y="41"/>
                      <a:pt x="39" y="41"/>
                    </a:cubicBezTo>
                    <a:cubicBezTo>
                      <a:pt x="39" y="42"/>
                      <a:pt x="39" y="42"/>
                      <a:pt x="39" y="42"/>
                    </a:cubicBezTo>
                    <a:cubicBezTo>
                      <a:pt x="39" y="42"/>
                      <a:pt x="39" y="42"/>
                      <a:pt x="39" y="42"/>
                    </a:cubicBezTo>
                    <a:cubicBezTo>
                      <a:pt x="38" y="43"/>
                      <a:pt x="38" y="43"/>
                      <a:pt x="38" y="43"/>
                    </a:cubicBezTo>
                    <a:cubicBezTo>
                      <a:pt x="38" y="43"/>
                      <a:pt x="39" y="42"/>
                      <a:pt x="38" y="42"/>
                    </a:cubicBezTo>
                    <a:cubicBezTo>
                      <a:pt x="37" y="41"/>
                      <a:pt x="37" y="41"/>
                      <a:pt x="37" y="41"/>
                    </a:cubicBezTo>
                    <a:lnTo>
                      <a:pt x="36" y="41"/>
                    </a:lnTo>
                    <a:close/>
                    <a:moveTo>
                      <a:pt x="44" y="50"/>
                    </a:moveTo>
                    <a:cubicBezTo>
                      <a:pt x="44" y="50"/>
                      <a:pt x="44" y="50"/>
                      <a:pt x="44" y="50"/>
                    </a:cubicBezTo>
                    <a:cubicBezTo>
                      <a:pt x="42" y="50"/>
                      <a:pt x="42" y="50"/>
                      <a:pt x="42" y="50"/>
                    </a:cubicBezTo>
                    <a:cubicBezTo>
                      <a:pt x="41" y="50"/>
                      <a:pt x="41" y="50"/>
                      <a:pt x="41" y="50"/>
                    </a:cubicBezTo>
                    <a:cubicBezTo>
                      <a:pt x="41" y="49"/>
                      <a:pt x="41" y="49"/>
                      <a:pt x="41" y="49"/>
                    </a:cubicBezTo>
                    <a:cubicBezTo>
                      <a:pt x="42" y="49"/>
                      <a:pt x="42" y="49"/>
                      <a:pt x="42" y="49"/>
                    </a:cubicBezTo>
                    <a:cubicBezTo>
                      <a:pt x="42" y="48"/>
                      <a:pt x="42" y="48"/>
                      <a:pt x="42" y="48"/>
                    </a:cubicBezTo>
                    <a:cubicBezTo>
                      <a:pt x="42" y="47"/>
                      <a:pt x="42" y="47"/>
                      <a:pt x="42"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8" y="48"/>
                      <a:pt x="38" y="48"/>
                      <a:pt x="38" y="48"/>
                    </a:cubicBezTo>
                    <a:cubicBezTo>
                      <a:pt x="37" y="48"/>
                      <a:pt x="37" y="48"/>
                      <a:pt x="37" y="48"/>
                    </a:cubicBezTo>
                    <a:cubicBezTo>
                      <a:pt x="37" y="48"/>
                      <a:pt x="37" y="48"/>
                      <a:pt x="37" y="48"/>
                    </a:cubicBezTo>
                    <a:cubicBezTo>
                      <a:pt x="38" y="48"/>
                      <a:pt x="38" y="48"/>
                      <a:pt x="38" y="48"/>
                    </a:cubicBezTo>
                    <a:cubicBezTo>
                      <a:pt x="42" y="43"/>
                      <a:pt x="42" y="43"/>
                      <a:pt x="42" y="43"/>
                    </a:cubicBezTo>
                    <a:cubicBezTo>
                      <a:pt x="43" y="43"/>
                      <a:pt x="43" y="43"/>
                      <a:pt x="43" y="43"/>
                    </a:cubicBezTo>
                    <a:cubicBezTo>
                      <a:pt x="43" y="43"/>
                      <a:pt x="43" y="43"/>
                      <a:pt x="43" y="43"/>
                    </a:cubicBezTo>
                    <a:cubicBezTo>
                      <a:pt x="43" y="50"/>
                      <a:pt x="43" y="50"/>
                      <a:pt x="43" y="50"/>
                    </a:cubicBezTo>
                    <a:lnTo>
                      <a:pt x="44" y="50"/>
                    </a:lnTo>
                    <a:close/>
                    <a:moveTo>
                      <a:pt x="51" y="46"/>
                    </a:moveTo>
                    <a:cubicBezTo>
                      <a:pt x="50" y="47"/>
                      <a:pt x="50" y="47"/>
                      <a:pt x="50" y="47"/>
                    </a:cubicBezTo>
                    <a:cubicBezTo>
                      <a:pt x="50" y="47"/>
                      <a:pt x="50" y="47"/>
                      <a:pt x="50" y="47"/>
                    </a:cubicBezTo>
                    <a:cubicBezTo>
                      <a:pt x="50" y="47"/>
                      <a:pt x="50" y="45"/>
                      <a:pt x="49" y="45"/>
                    </a:cubicBezTo>
                    <a:cubicBezTo>
                      <a:pt x="47" y="46"/>
                      <a:pt x="47" y="46"/>
                      <a:pt x="47" y="46"/>
                    </a:cubicBezTo>
                    <a:cubicBezTo>
                      <a:pt x="47" y="46"/>
                      <a:pt x="48" y="47"/>
                      <a:pt x="49" y="47"/>
                    </a:cubicBezTo>
                    <a:cubicBezTo>
                      <a:pt x="50" y="48"/>
                      <a:pt x="50" y="49"/>
                      <a:pt x="50" y="50"/>
                    </a:cubicBezTo>
                    <a:cubicBezTo>
                      <a:pt x="49" y="51"/>
                      <a:pt x="48" y="52"/>
                      <a:pt x="47" y="51"/>
                    </a:cubicBezTo>
                    <a:cubicBezTo>
                      <a:pt x="46" y="51"/>
                      <a:pt x="46" y="51"/>
                      <a:pt x="46" y="51"/>
                    </a:cubicBezTo>
                    <a:cubicBezTo>
                      <a:pt x="45" y="50"/>
                      <a:pt x="45" y="50"/>
                      <a:pt x="45" y="50"/>
                    </a:cubicBezTo>
                    <a:cubicBezTo>
                      <a:pt x="45" y="49"/>
                      <a:pt x="45" y="49"/>
                      <a:pt x="45" y="49"/>
                    </a:cubicBezTo>
                    <a:cubicBezTo>
                      <a:pt x="46" y="48"/>
                      <a:pt x="46" y="48"/>
                      <a:pt x="46" y="48"/>
                    </a:cubicBezTo>
                    <a:cubicBezTo>
                      <a:pt x="46" y="49"/>
                      <a:pt x="46" y="49"/>
                      <a:pt x="46" y="49"/>
                    </a:cubicBezTo>
                    <a:cubicBezTo>
                      <a:pt x="46" y="50"/>
                      <a:pt x="46" y="51"/>
                      <a:pt x="47" y="51"/>
                    </a:cubicBezTo>
                    <a:cubicBezTo>
                      <a:pt x="49" y="50"/>
                      <a:pt x="49" y="50"/>
                      <a:pt x="49" y="50"/>
                    </a:cubicBezTo>
                    <a:cubicBezTo>
                      <a:pt x="49" y="49"/>
                      <a:pt x="49" y="49"/>
                      <a:pt x="47" y="48"/>
                    </a:cubicBezTo>
                    <a:cubicBezTo>
                      <a:pt x="47" y="47"/>
                      <a:pt x="46" y="47"/>
                      <a:pt x="46" y="46"/>
                    </a:cubicBezTo>
                    <a:cubicBezTo>
                      <a:pt x="47" y="45"/>
                      <a:pt x="48" y="44"/>
                      <a:pt x="49" y="45"/>
                    </a:cubicBezTo>
                    <a:cubicBezTo>
                      <a:pt x="50" y="45"/>
                      <a:pt x="50" y="45"/>
                      <a:pt x="50" y="45"/>
                    </a:cubicBezTo>
                    <a:cubicBezTo>
                      <a:pt x="51" y="45"/>
                      <a:pt x="51" y="45"/>
                      <a:pt x="51" y="45"/>
                    </a:cubicBezTo>
                    <a:lnTo>
                      <a:pt x="51" y="46"/>
                    </a:lnTo>
                    <a:close/>
                    <a:moveTo>
                      <a:pt x="55" y="49"/>
                    </a:moveTo>
                    <a:cubicBezTo>
                      <a:pt x="54" y="50"/>
                      <a:pt x="54" y="50"/>
                      <a:pt x="54" y="50"/>
                    </a:cubicBezTo>
                    <a:cubicBezTo>
                      <a:pt x="54" y="49"/>
                      <a:pt x="54" y="49"/>
                      <a:pt x="54" y="49"/>
                    </a:cubicBezTo>
                    <a:cubicBezTo>
                      <a:pt x="54" y="48"/>
                      <a:pt x="54" y="48"/>
                      <a:pt x="54" y="48"/>
                    </a:cubicBezTo>
                    <a:lnTo>
                      <a:pt x="55" y="49"/>
                    </a:lnTo>
                    <a:close/>
                    <a:moveTo>
                      <a:pt x="62" y="54"/>
                    </a:moveTo>
                    <a:cubicBezTo>
                      <a:pt x="60" y="54"/>
                      <a:pt x="59" y="54"/>
                      <a:pt x="59" y="54"/>
                    </a:cubicBezTo>
                    <a:cubicBezTo>
                      <a:pt x="58" y="54"/>
                      <a:pt x="58" y="54"/>
                      <a:pt x="58" y="54"/>
                    </a:cubicBezTo>
                    <a:cubicBezTo>
                      <a:pt x="58" y="54"/>
                      <a:pt x="58" y="54"/>
                      <a:pt x="58" y="54"/>
                    </a:cubicBezTo>
                    <a:cubicBezTo>
                      <a:pt x="58" y="53"/>
                      <a:pt x="58" y="54"/>
                      <a:pt x="58" y="53"/>
                    </a:cubicBezTo>
                    <a:cubicBezTo>
                      <a:pt x="59" y="48"/>
                      <a:pt x="59" y="48"/>
                      <a:pt x="59" y="48"/>
                    </a:cubicBezTo>
                    <a:cubicBezTo>
                      <a:pt x="58" y="47"/>
                      <a:pt x="58" y="47"/>
                      <a:pt x="58" y="47"/>
                    </a:cubicBezTo>
                    <a:cubicBezTo>
                      <a:pt x="59" y="47"/>
                      <a:pt x="59" y="47"/>
                      <a:pt x="59" y="47"/>
                    </a:cubicBezTo>
                    <a:cubicBezTo>
                      <a:pt x="60" y="47"/>
                      <a:pt x="60" y="47"/>
                      <a:pt x="60" y="47"/>
                    </a:cubicBezTo>
                    <a:cubicBezTo>
                      <a:pt x="61" y="47"/>
                      <a:pt x="61" y="47"/>
                      <a:pt x="61" y="47"/>
                    </a:cubicBezTo>
                    <a:cubicBezTo>
                      <a:pt x="61" y="47"/>
                      <a:pt x="61" y="47"/>
                      <a:pt x="61" y="47"/>
                    </a:cubicBezTo>
                    <a:cubicBezTo>
                      <a:pt x="60" y="48"/>
                      <a:pt x="60" y="48"/>
                      <a:pt x="60" y="48"/>
                    </a:cubicBezTo>
                    <a:cubicBezTo>
                      <a:pt x="60" y="53"/>
                      <a:pt x="60" y="53"/>
                      <a:pt x="60" y="53"/>
                    </a:cubicBezTo>
                    <a:cubicBezTo>
                      <a:pt x="60" y="54"/>
                      <a:pt x="60" y="54"/>
                      <a:pt x="60" y="54"/>
                    </a:cubicBezTo>
                    <a:cubicBezTo>
                      <a:pt x="63" y="54"/>
                      <a:pt x="63" y="53"/>
                      <a:pt x="63" y="53"/>
                    </a:cubicBezTo>
                    <a:cubicBezTo>
                      <a:pt x="63" y="53"/>
                      <a:pt x="63" y="53"/>
                      <a:pt x="63" y="53"/>
                    </a:cubicBezTo>
                    <a:lnTo>
                      <a:pt x="62" y="54"/>
                    </a:lnTo>
                    <a:close/>
                    <a:moveTo>
                      <a:pt x="66" y="49"/>
                    </a:moveTo>
                    <a:cubicBezTo>
                      <a:pt x="66" y="54"/>
                      <a:pt x="66" y="54"/>
                      <a:pt x="66" y="54"/>
                    </a:cubicBezTo>
                    <a:cubicBezTo>
                      <a:pt x="66" y="55"/>
                      <a:pt x="67" y="54"/>
                      <a:pt x="67" y="55"/>
                    </a:cubicBezTo>
                    <a:cubicBezTo>
                      <a:pt x="67" y="55"/>
                      <a:pt x="67" y="55"/>
                      <a:pt x="67" y="55"/>
                    </a:cubicBezTo>
                    <a:cubicBezTo>
                      <a:pt x="65" y="55"/>
                      <a:pt x="65" y="55"/>
                      <a:pt x="65" y="55"/>
                    </a:cubicBezTo>
                    <a:cubicBezTo>
                      <a:pt x="64" y="55"/>
                      <a:pt x="64" y="55"/>
                      <a:pt x="64" y="55"/>
                    </a:cubicBezTo>
                    <a:cubicBezTo>
                      <a:pt x="64" y="54"/>
                      <a:pt x="64" y="54"/>
                      <a:pt x="64" y="54"/>
                    </a:cubicBezTo>
                    <a:cubicBezTo>
                      <a:pt x="64" y="54"/>
                      <a:pt x="65" y="54"/>
                      <a:pt x="65" y="54"/>
                    </a:cubicBezTo>
                    <a:cubicBezTo>
                      <a:pt x="65" y="49"/>
                      <a:pt x="65" y="49"/>
                      <a:pt x="65" y="49"/>
                    </a:cubicBezTo>
                    <a:cubicBezTo>
                      <a:pt x="65" y="48"/>
                      <a:pt x="64" y="48"/>
                      <a:pt x="64" y="48"/>
                    </a:cubicBezTo>
                    <a:cubicBezTo>
                      <a:pt x="65" y="48"/>
                      <a:pt x="65" y="48"/>
                      <a:pt x="65" y="48"/>
                    </a:cubicBezTo>
                    <a:cubicBezTo>
                      <a:pt x="66" y="48"/>
                      <a:pt x="66" y="48"/>
                      <a:pt x="66" y="48"/>
                    </a:cubicBezTo>
                    <a:cubicBezTo>
                      <a:pt x="67" y="48"/>
                      <a:pt x="67" y="48"/>
                      <a:pt x="67" y="48"/>
                    </a:cubicBezTo>
                    <a:cubicBezTo>
                      <a:pt x="67" y="48"/>
                      <a:pt x="67" y="48"/>
                      <a:pt x="67" y="48"/>
                    </a:cubicBezTo>
                    <a:cubicBezTo>
                      <a:pt x="67" y="48"/>
                      <a:pt x="67" y="48"/>
                      <a:pt x="66" y="49"/>
                    </a:cubicBezTo>
                    <a:moveTo>
                      <a:pt x="71" y="55"/>
                    </a:moveTo>
                    <a:cubicBezTo>
                      <a:pt x="70" y="55"/>
                      <a:pt x="69" y="55"/>
                      <a:pt x="69" y="55"/>
                    </a:cubicBezTo>
                    <a:cubicBezTo>
                      <a:pt x="68" y="55"/>
                      <a:pt x="68" y="55"/>
                      <a:pt x="68" y="55"/>
                    </a:cubicBezTo>
                    <a:cubicBezTo>
                      <a:pt x="68" y="55"/>
                      <a:pt x="68" y="55"/>
                      <a:pt x="68" y="55"/>
                    </a:cubicBezTo>
                    <a:cubicBezTo>
                      <a:pt x="68" y="54"/>
                      <a:pt x="69" y="55"/>
                      <a:pt x="69" y="54"/>
                    </a:cubicBezTo>
                    <a:cubicBezTo>
                      <a:pt x="69" y="50"/>
                      <a:pt x="69" y="50"/>
                      <a:pt x="69" y="50"/>
                    </a:cubicBezTo>
                    <a:cubicBezTo>
                      <a:pt x="69" y="48"/>
                      <a:pt x="68" y="49"/>
                      <a:pt x="68" y="48"/>
                    </a:cubicBezTo>
                    <a:cubicBezTo>
                      <a:pt x="68" y="48"/>
                      <a:pt x="68" y="48"/>
                      <a:pt x="68" y="48"/>
                    </a:cubicBezTo>
                    <a:cubicBezTo>
                      <a:pt x="68" y="48"/>
                      <a:pt x="68" y="48"/>
                      <a:pt x="68" y="48"/>
                    </a:cubicBezTo>
                    <a:cubicBezTo>
                      <a:pt x="71" y="48"/>
                      <a:pt x="71" y="48"/>
                      <a:pt x="71" y="48"/>
                    </a:cubicBezTo>
                    <a:cubicBezTo>
                      <a:pt x="73" y="48"/>
                      <a:pt x="73" y="50"/>
                      <a:pt x="73" y="50"/>
                    </a:cubicBezTo>
                    <a:cubicBezTo>
                      <a:pt x="72" y="51"/>
                      <a:pt x="72" y="51"/>
                      <a:pt x="72" y="51"/>
                    </a:cubicBezTo>
                    <a:cubicBezTo>
                      <a:pt x="72" y="51"/>
                      <a:pt x="72" y="51"/>
                      <a:pt x="72" y="51"/>
                    </a:cubicBezTo>
                    <a:cubicBezTo>
                      <a:pt x="73" y="52"/>
                      <a:pt x="74" y="52"/>
                      <a:pt x="74" y="53"/>
                    </a:cubicBezTo>
                    <a:cubicBezTo>
                      <a:pt x="74" y="54"/>
                      <a:pt x="73" y="55"/>
                      <a:pt x="71" y="55"/>
                    </a:cubicBezTo>
                    <a:moveTo>
                      <a:pt x="79" y="55"/>
                    </a:moveTo>
                    <a:cubicBezTo>
                      <a:pt x="77" y="55"/>
                      <a:pt x="77" y="55"/>
                      <a:pt x="76" y="55"/>
                    </a:cubicBezTo>
                    <a:cubicBezTo>
                      <a:pt x="75" y="55"/>
                      <a:pt x="75" y="55"/>
                      <a:pt x="75" y="55"/>
                    </a:cubicBezTo>
                    <a:cubicBezTo>
                      <a:pt x="75" y="55"/>
                      <a:pt x="75" y="55"/>
                      <a:pt x="75" y="55"/>
                    </a:cubicBezTo>
                    <a:cubicBezTo>
                      <a:pt x="75" y="55"/>
                      <a:pt x="75" y="55"/>
                      <a:pt x="75" y="54"/>
                    </a:cubicBezTo>
                    <a:cubicBezTo>
                      <a:pt x="75" y="49"/>
                      <a:pt x="75" y="49"/>
                      <a:pt x="75" y="49"/>
                    </a:cubicBezTo>
                    <a:cubicBezTo>
                      <a:pt x="74" y="48"/>
                      <a:pt x="74" y="48"/>
                      <a:pt x="74" y="48"/>
                    </a:cubicBezTo>
                    <a:cubicBezTo>
                      <a:pt x="74" y="48"/>
                      <a:pt x="74" y="48"/>
                      <a:pt x="74" y="48"/>
                    </a:cubicBezTo>
                    <a:cubicBezTo>
                      <a:pt x="75" y="48"/>
                      <a:pt x="75" y="48"/>
                      <a:pt x="77" y="48"/>
                    </a:cubicBezTo>
                    <a:cubicBezTo>
                      <a:pt x="78" y="48"/>
                      <a:pt x="78" y="48"/>
                      <a:pt x="79" y="48"/>
                    </a:cubicBezTo>
                    <a:cubicBezTo>
                      <a:pt x="79" y="48"/>
                      <a:pt x="79" y="48"/>
                      <a:pt x="79" y="48"/>
                    </a:cubicBezTo>
                    <a:cubicBezTo>
                      <a:pt x="79" y="49"/>
                      <a:pt x="79" y="49"/>
                      <a:pt x="79" y="49"/>
                    </a:cubicBezTo>
                    <a:cubicBezTo>
                      <a:pt x="79" y="50"/>
                      <a:pt x="79" y="50"/>
                      <a:pt x="79" y="50"/>
                    </a:cubicBezTo>
                    <a:cubicBezTo>
                      <a:pt x="79" y="50"/>
                      <a:pt x="80" y="48"/>
                      <a:pt x="78" y="49"/>
                    </a:cubicBezTo>
                    <a:cubicBezTo>
                      <a:pt x="77" y="49"/>
                      <a:pt x="76" y="49"/>
                      <a:pt x="76" y="49"/>
                    </a:cubicBezTo>
                    <a:cubicBezTo>
                      <a:pt x="77" y="51"/>
                      <a:pt x="77" y="51"/>
                      <a:pt x="77" y="51"/>
                    </a:cubicBezTo>
                    <a:cubicBezTo>
                      <a:pt x="77" y="51"/>
                      <a:pt x="77" y="51"/>
                      <a:pt x="77" y="51"/>
                    </a:cubicBezTo>
                    <a:cubicBezTo>
                      <a:pt x="78" y="51"/>
                      <a:pt x="78" y="51"/>
                      <a:pt x="78" y="51"/>
                    </a:cubicBezTo>
                    <a:cubicBezTo>
                      <a:pt x="79" y="50"/>
                      <a:pt x="79" y="50"/>
                      <a:pt x="79" y="50"/>
                    </a:cubicBezTo>
                    <a:cubicBezTo>
                      <a:pt x="79" y="50"/>
                      <a:pt x="79" y="50"/>
                      <a:pt x="79" y="50"/>
                    </a:cubicBezTo>
                    <a:cubicBezTo>
                      <a:pt x="79" y="52"/>
                      <a:pt x="79" y="52"/>
                      <a:pt x="79" y="52"/>
                    </a:cubicBezTo>
                    <a:cubicBezTo>
                      <a:pt x="79" y="53"/>
                      <a:pt x="79" y="53"/>
                      <a:pt x="79" y="53"/>
                    </a:cubicBezTo>
                    <a:cubicBezTo>
                      <a:pt x="79" y="53"/>
                      <a:pt x="79" y="52"/>
                      <a:pt x="78" y="52"/>
                    </a:cubicBezTo>
                    <a:cubicBezTo>
                      <a:pt x="77" y="52"/>
                      <a:pt x="77" y="52"/>
                      <a:pt x="77" y="52"/>
                    </a:cubicBezTo>
                    <a:cubicBezTo>
                      <a:pt x="77" y="52"/>
                      <a:pt x="77" y="52"/>
                      <a:pt x="77" y="52"/>
                    </a:cubicBezTo>
                    <a:cubicBezTo>
                      <a:pt x="77" y="54"/>
                      <a:pt x="77" y="54"/>
                      <a:pt x="77" y="54"/>
                    </a:cubicBezTo>
                    <a:cubicBezTo>
                      <a:pt x="77" y="55"/>
                      <a:pt x="77" y="55"/>
                      <a:pt x="77" y="55"/>
                    </a:cubicBezTo>
                    <a:cubicBezTo>
                      <a:pt x="80" y="54"/>
                      <a:pt x="80" y="53"/>
                      <a:pt x="80" y="53"/>
                    </a:cubicBezTo>
                    <a:cubicBezTo>
                      <a:pt x="80" y="53"/>
                      <a:pt x="80" y="53"/>
                      <a:pt x="80" y="53"/>
                    </a:cubicBezTo>
                    <a:lnTo>
                      <a:pt x="79" y="55"/>
                    </a:lnTo>
                    <a:close/>
                    <a:moveTo>
                      <a:pt x="87" y="54"/>
                    </a:moveTo>
                    <a:cubicBezTo>
                      <a:pt x="85" y="53"/>
                      <a:pt x="85" y="53"/>
                      <a:pt x="85" y="53"/>
                    </a:cubicBezTo>
                    <a:cubicBezTo>
                      <a:pt x="84" y="52"/>
                      <a:pt x="84" y="52"/>
                      <a:pt x="84" y="52"/>
                    </a:cubicBezTo>
                    <a:cubicBezTo>
                      <a:pt x="83" y="51"/>
                      <a:pt x="83" y="51"/>
                      <a:pt x="83" y="51"/>
                    </a:cubicBezTo>
                    <a:cubicBezTo>
                      <a:pt x="83" y="52"/>
                      <a:pt x="83" y="52"/>
                      <a:pt x="83" y="52"/>
                    </a:cubicBezTo>
                    <a:cubicBezTo>
                      <a:pt x="83" y="54"/>
                      <a:pt x="83" y="54"/>
                      <a:pt x="83" y="54"/>
                    </a:cubicBezTo>
                    <a:cubicBezTo>
                      <a:pt x="83" y="55"/>
                      <a:pt x="84" y="54"/>
                      <a:pt x="84" y="54"/>
                    </a:cubicBezTo>
                    <a:cubicBezTo>
                      <a:pt x="84" y="55"/>
                      <a:pt x="84" y="55"/>
                      <a:pt x="84" y="55"/>
                    </a:cubicBezTo>
                    <a:cubicBezTo>
                      <a:pt x="83" y="55"/>
                      <a:pt x="83" y="55"/>
                      <a:pt x="83" y="55"/>
                    </a:cubicBezTo>
                    <a:cubicBezTo>
                      <a:pt x="81" y="55"/>
                      <a:pt x="81" y="55"/>
                      <a:pt x="81" y="55"/>
                    </a:cubicBezTo>
                    <a:cubicBezTo>
                      <a:pt x="81" y="55"/>
                      <a:pt x="81" y="55"/>
                      <a:pt x="81" y="55"/>
                    </a:cubicBezTo>
                    <a:cubicBezTo>
                      <a:pt x="81" y="54"/>
                      <a:pt x="82" y="55"/>
                      <a:pt x="82" y="53"/>
                    </a:cubicBezTo>
                    <a:cubicBezTo>
                      <a:pt x="81" y="49"/>
                      <a:pt x="81" y="49"/>
                      <a:pt x="81" y="49"/>
                    </a:cubicBezTo>
                    <a:cubicBezTo>
                      <a:pt x="81" y="48"/>
                      <a:pt x="80" y="48"/>
                      <a:pt x="80" y="48"/>
                    </a:cubicBezTo>
                    <a:cubicBezTo>
                      <a:pt x="80" y="48"/>
                      <a:pt x="80" y="48"/>
                      <a:pt x="80" y="48"/>
                    </a:cubicBezTo>
                    <a:cubicBezTo>
                      <a:pt x="81" y="48"/>
                      <a:pt x="81" y="48"/>
                      <a:pt x="81" y="48"/>
                    </a:cubicBezTo>
                    <a:cubicBezTo>
                      <a:pt x="83" y="48"/>
                      <a:pt x="83" y="48"/>
                      <a:pt x="83" y="48"/>
                    </a:cubicBezTo>
                    <a:cubicBezTo>
                      <a:pt x="86" y="47"/>
                      <a:pt x="86" y="49"/>
                      <a:pt x="86" y="49"/>
                    </a:cubicBezTo>
                    <a:cubicBezTo>
                      <a:pt x="85" y="50"/>
                      <a:pt x="85" y="50"/>
                      <a:pt x="85" y="50"/>
                    </a:cubicBezTo>
                    <a:cubicBezTo>
                      <a:pt x="85" y="51"/>
                      <a:pt x="85" y="51"/>
                      <a:pt x="85" y="51"/>
                    </a:cubicBezTo>
                    <a:cubicBezTo>
                      <a:pt x="85" y="51"/>
                      <a:pt x="86" y="52"/>
                      <a:pt x="87" y="54"/>
                    </a:cubicBezTo>
                    <a:cubicBezTo>
                      <a:pt x="87" y="54"/>
                      <a:pt x="87" y="54"/>
                      <a:pt x="87" y="54"/>
                    </a:cubicBezTo>
                    <a:cubicBezTo>
                      <a:pt x="87" y="54"/>
                      <a:pt x="87" y="54"/>
                      <a:pt x="87" y="54"/>
                    </a:cubicBezTo>
                    <a:cubicBezTo>
                      <a:pt x="88" y="54"/>
                      <a:pt x="88" y="54"/>
                      <a:pt x="88" y="54"/>
                    </a:cubicBezTo>
                    <a:lnTo>
                      <a:pt x="87" y="54"/>
                    </a:lnTo>
                    <a:close/>
                    <a:moveTo>
                      <a:pt x="95" y="53"/>
                    </a:moveTo>
                    <a:cubicBezTo>
                      <a:pt x="94" y="53"/>
                      <a:pt x="94" y="53"/>
                      <a:pt x="94" y="53"/>
                    </a:cubicBezTo>
                    <a:cubicBezTo>
                      <a:pt x="93" y="53"/>
                      <a:pt x="93" y="53"/>
                      <a:pt x="93" y="53"/>
                    </a:cubicBezTo>
                    <a:cubicBezTo>
                      <a:pt x="93" y="53"/>
                      <a:pt x="93" y="53"/>
                      <a:pt x="93" y="53"/>
                    </a:cubicBezTo>
                    <a:cubicBezTo>
                      <a:pt x="93" y="52"/>
                      <a:pt x="93" y="52"/>
                      <a:pt x="93" y="52"/>
                    </a:cubicBezTo>
                    <a:cubicBezTo>
                      <a:pt x="93" y="52"/>
                      <a:pt x="93" y="52"/>
                      <a:pt x="93" y="52"/>
                    </a:cubicBezTo>
                    <a:cubicBezTo>
                      <a:pt x="92" y="51"/>
                      <a:pt x="92" y="51"/>
                      <a:pt x="92" y="51"/>
                    </a:cubicBezTo>
                    <a:cubicBezTo>
                      <a:pt x="90" y="51"/>
                      <a:pt x="90" y="51"/>
                      <a:pt x="90" y="51"/>
                    </a:cubicBezTo>
                    <a:cubicBezTo>
                      <a:pt x="90" y="52"/>
                      <a:pt x="90" y="52"/>
                      <a:pt x="90" y="52"/>
                    </a:cubicBezTo>
                    <a:cubicBezTo>
                      <a:pt x="90" y="53"/>
                      <a:pt x="90" y="53"/>
                      <a:pt x="90" y="53"/>
                    </a:cubicBezTo>
                    <a:cubicBezTo>
                      <a:pt x="91" y="54"/>
                      <a:pt x="91" y="54"/>
                      <a:pt x="91" y="54"/>
                    </a:cubicBezTo>
                    <a:cubicBezTo>
                      <a:pt x="90" y="54"/>
                      <a:pt x="90" y="54"/>
                      <a:pt x="90" y="54"/>
                    </a:cubicBezTo>
                    <a:cubicBezTo>
                      <a:pt x="89" y="54"/>
                      <a:pt x="89" y="54"/>
                      <a:pt x="89" y="54"/>
                    </a:cubicBezTo>
                    <a:cubicBezTo>
                      <a:pt x="89" y="54"/>
                      <a:pt x="89" y="54"/>
                      <a:pt x="89" y="54"/>
                    </a:cubicBezTo>
                    <a:cubicBezTo>
                      <a:pt x="88" y="54"/>
                      <a:pt x="88" y="54"/>
                      <a:pt x="88" y="54"/>
                    </a:cubicBezTo>
                    <a:cubicBezTo>
                      <a:pt x="89" y="53"/>
                      <a:pt x="89" y="53"/>
                      <a:pt x="89" y="53"/>
                    </a:cubicBezTo>
                    <a:cubicBezTo>
                      <a:pt x="90" y="47"/>
                      <a:pt x="90" y="47"/>
                      <a:pt x="90" y="47"/>
                    </a:cubicBezTo>
                    <a:cubicBezTo>
                      <a:pt x="91" y="46"/>
                      <a:pt x="91" y="46"/>
                      <a:pt x="91" y="46"/>
                    </a:cubicBezTo>
                    <a:cubicBezTo>
                      <a:pt x="91" y="47"/>
                      <a:pt x="91" y="47"/>
                      <a:pt x="91" y="47"/>
                    </a:cubicBezTo>
                    <a:cubicBezTo>
                      <a:pt x="95" y="52"/>
                      <a:pt x="95" y="52"/>
                      <a:pt x="95" y="52"/>
                    </a:cubicBezTo>
                    <a:cubicBezTo>
                      <a:pt x="96" y="53"/>
                      <a:pt x="96" y="53"/>
                      <a:pt x="96" y="53"/>
                    </a:cubicBezTo>
                    <a:lnTo>
                      <a:pt x="95" y="53"/>
                    </a:lnTo>
                    <a:close/>
                    <a:moveTo>
                      <a:pt x="100" y="52"/>
                    </a:moveTo>
                    <a:cubicBezTo>
                      <a:pt x="98" y="52"/>
                      <a:pt x="98" y="52"/>
                      <a:pt x="97" y="52"/>
                    </a:cubicBezTo>
                    <a:cubicBezTo>
                      <a:pt x="97" y="52"/>
                      <a:pt x="97" y="52"/>
                      <a:pt x="97" y="52"/>
                    </a:cubicBezTo>
                    <a:cubicBezTo>
                      <a:pt x="96" y="52"/>
                      <a:pt x="96" y="52"/>
                      <a:pt x="96" y="52"/>
                    </a:cubicBezTo>
                    <a:cubicBezTo>
                      <a:pt x="96" y="52"/>
                      <a:pt x="97" y="52"/>
                      <a:pt x="97" y="51"/>
                    </a:cubicBezTo>
                    <a:cubicBezTo>
                      <a:pt x="96" y="47"/>
                      <a:pt x="96" y="47"/>
                      <a:pt x="96" y="47"/>
                    </a:cubicBezTo>
                    <a:cubicBezTo>
                      <a:pt x="95" y="46"/>
                      <a:pt x="94" y="46"/>
                      <a:pt x="94" y="46"/>
                    </a:cubicBezTo>
                    <a:cubicBezTo>
                      <a:pt x="94" y="46"/>
                      <a:pt x="94" y="46"/>
                      <a:pt x="94" y="46"/>
                    </a:cubicBezTo>
                    <a:cubicBezTo>
                      <a:pt x="95" y="46"/>
                      <a:pt x="95" y="46"/>
                      <a:pt x="95" y="46"/>
                    </a:cubicBezTo>
                    <a:cubicBezTo>
                      <a:pt x="97" y="45"/>
                      <a:pt x="97" y="45"/>
                      <a:pt x="97" y="45"/>
                    </a:cubicBezTo>
                    <a:cubicBezTo>
                      <a:pt x="100" y="44"/>
                      <a:pt x="100" y="46"/>
                      <a:pt x="100" y="46"/>
                    </a:cubicBezTo>
                    <a:cubicBezTo>
                      <a:pt x="99" y="48"/>
                      <a:pt x="99" y="48"/>
                      <a:pt x="99" y="48"/>
                    </a:cubicBezTo>
                    <a:cubicBezTo>
                      <a:pt x="101" y="48"/>
                      <a:pt x="101" y="48"/>
                      <a:pt x="101" y="49"/>
                    </a:cubicBezTo>
                    <a:cubicBezTo>
                      <a:pt x="102" y="50"/>
                      <a:pt x="101" y="51"/>
                      <a:pt x="100" y="52"/>
                    </a:cubicBezTo>
                    <a:moveTo>
                      <a:pt x="106" y="50"/>
                    </a:moveTo>
                    <a:cubicBezTo>
                      <a:pt x="104" y="50"/>
                      <a:pt x="104" y="50"/>
                      <a:pt x="104" y="50"/>
                    </a:cubicBezTo>
                    <a:cubicBezTo>
                      <a:pt x="103" y="50"/>
                      <a:pt x="103" y="50"/>
                      <a:pt x="103" y="50"/>
                    </a:cubicBezTo>
                    <a:cubicBezTo>
                      <a:pt x="103" y="50"/>
                      <a:pt x="103" y="50"/>
                      <a:pt x="103" y="50"/>
                    </a:cubicBezTo>
                    <a:cubicBezTo>
                      <a:pt x="103" y="49"/>
                      <a:pt x="103" y="49"/>
                      <a:pt x="103" y="49"/>
                    </a:cubicBezTo>
                    <a:cubicBezTo>
                      <a:pt x="102" y="45"/>
                      <a:pt x="102" y="45"/>
                      <a:pt x="102" y="45"/>
                    </a:cubicBezTo>
                    <a:cubicBezTo>
                      <a:pt x="101" y="44"/>
                      <a:pt x="101" y="44"/>
                      <a:pt x="101" y="44"/>
                    </a:cubicBezTo>
                    <a:cubicBezTo>
                      <a:pt x="101" y="44"/>
                      <a:pt x="101" y="44"/>
                      <a:pt x="101" y="44"/>
                    </a:cubicBezTo>
                    <a:cubicBezTo>
                      <a:pt x="102" y="44"/>
                      <a:pt x="102" y="44"/>
                      <a:pt x="102" y="44"/>
                    </a:cubicBezTo>
                    <a:cubicBezTo>
                      <a:pt x="103" y="43"/>
                      <a:pt x="103" y="43"/>
                      <a:pt x="103" y="43"/>
                    </a:cubicBezTo>
                    <a:cubicBezTo>
                      <a:pt x="104" y="43"/>
                      <a:pt x="104" y="43"/>
                      <a:pt x="104" y="43"/>
                    </a:cubicBezTo>
                    <a:cubicBezTo>
                      <a:pt x="103" y="44"/>
                      <a:pt x="103" y="44"/>
                      <a:pt x="103" y="44"/>
                    </a:cubicBezTo>
                    <a:cubicBezTo>
                      <a:pt x="105" y="49"/>
                      <a:pt x="105" y="49"/>
                      <a:pt x="105" y="49"/>
                    </a:cubicBezTo>
                    <a:cubicBezTo>
                      <a:pt x="105" y="50"/>
                      <a:pt x="106" y="49"/>
                      <a:pt x="106" y="49"/>
                    </a:cubicBezTo>
                    <a:lnTo>
                      <a:pt x="106" y="50"/>
                    </a:lnTo>
                    <a:close/>
                    <a:moveTo>
                      <a:pt x="111" y="48"/>
                    </a:moveTo>
                    <a:cubicBezTo>
                      <a:pt x="110" y="48"/>
                      <a:pt x="110" y="48"/>
                      <a:pt x="110" y="48"/>
                    </a:cubicBezTo>
                    <a:cubicBezTo>
                      <a:pt x="109" y="49"/>
                      <a:pt x="109" y="49"/>
                      <a:pt x="109" y="49"/>
                    </a:cubicBezTo>
                    <a:cubicBezTo>
                      <a:pt x="108" y="49"/>
                      <a:pt x="108" y="49"/>
                      <a:pt x="108" y="49"/>
                    </a:cubicBezTo>
                    <a:cubicBezTo>
                      <a:pt x="108" y="48"/>
                      <a:pt x="109" y="48"/>
                      <a:pt x="109" y="47"/>
                    </a:cubicBezTo>
                    <a:cubicBezTo>
                      <a:pt x="107" y="43"/>
                      <a:pt x="107" y="43"/>
                      <a:pt x="107" y="43"/>
                    </a:cubicBezTo>
                    <a:cubicBezTo>
                      <a:pt x="106" y="43"/>
                      <a:pt x="106" y="43"/>
                      <a:pt x="106" y="43"/>
                    </a:cubicBezTo>
                    <a:cubicBezTo>
                      <a:pt x="106" y="43"/>
                      <a:pt x="106" y="43"/>
                      <a:pt x="106" y="43"/>
                    </a:cubicBezTo>
                    <a:cubicBezTo>
                      <a:pt x="105" y="43"/>
                      <a:pt x="105" y="44"/>
                      <a:pt x="105" y="45"/>
                    </a:cubicBezTo>
                    <a:cubicBezTo>
                      <a:pt x="105" y="44"/>
                      <a:pt x="105" y="44"/>
                      <a:pt x="105" y="44"/>
                    </a:cubicBezTo>
                    <a:cubicBezTo>
                      <a:pt x="104" y="43"/>
                      <a:pt x="104" y="43"/>
                      <a:pt x="104" y="43"/>
                    </a:cubicBezTo>
                    <a:cubicBezTo>
                      <a:pt x="104" y="43"/>
                      <a:pt x="104" y="43"/>
                      <a:pt x="104" y="43"/>
                    </a:cubicBezTo>
                    <a:cubicBezTo>
                      <a:pt x="105" y="42"/>
                      <a:pt x="106" y="42"/>
                      <a:pt x="107" y="42"/>
                    </a:cubicBezTo>
                    <a:cubicBezTo>
                      <a:pt x="109" y="41"/>
                      <a:pt x="109" y="41"/>
                      <a:pt x="110" y="41"/>
                    </a:cubicBezTo>
                    <a:cubicBezTo>
                      <a:pt x="110" y="41"/>
                      <a:pt x="110" y="41"/>
                      <a:pt x="110" y="41"/>
                    </a:cubicBezTo>
                    <a:cubicBezTo>
                      <a:pt x="111" y="42"/>
                      <a:pt x="111" y="42"/>
                      <a:pt x="111" y="42"/>
                    </a:cubicBezTo>
                    <a:cubicBezTo>
                      <a:pt x="111" y="42"/>
                      <a:pt x="111" y="42"/>
                      <a:pt x="111" y="42"/>
                    </a:cubicBezTo>
                    <a:cubicBezTo>
                      <a:pt x="110" y="42"/>
                      <a:pt x="110" y="41"/>
                      <a:pt x="109" y="42"/>
                    </a:cubicBezTo>
                    <a:cubicBezTo>
                      <a:pt x="109" y="42"/>
                      <a:pt x="109" y="42"/>
                      <a:pt x="109" y="42"/>
                    </a:cubicBezTo>
                    <a:cubicBezTo>
                      <a:pt x="108" y="43"/>
                      <a:pt x="108" y="43"/>
                      <a:pt x="108" y="43"/>
                    </a:cubicBezTo>
                    <a:cubicBezTo>
                      <a:pt x="110" y="47"/>
                      <a:pt x="110" y="47"/>
                      <a:pt x="110" y="47"/>
                    </a:cubicBezTo>
                    <a:cubicBezTo>
                      <a:pt x="110" y="48"/>
                      <a:pt x="111" y="47"/>
                      <a:pt x="111" y="47"/>
                    </a:cubicBezTo>
                    <a:lnTo>
                      <a:pt x="111" y="48"/>
                    </a:lnTo>
                    <a:close/>
                    <a:moveTo>
                      <a:pt x="115" y="42"/>
                    </a:moveTo>
                    <a:cubicBezTo>
                      <a:pt x="114" y="42"/>
                      <a:pt x="114" y="42"/>
                      <a:pt x="114" y="42"/>
                    </a:cubicBezTo>
                    <a:cubicBezTo>
                      <a:pt x="115" y="41"/>
                      <a:pt x="115" y="41"/>
                      <a:pt x="115" y="41"/>
                    </a:cubicBezTo>
                    <a:cubicBezTo>
                      <a:pt x="116" y="41"/>
                      <a:pt x="116" y="41"/>
                      <a:pt x="116" y="41"/>
                    </a:cubicBezTo>
                    <a:lnTo>
                      <a:pt x="115" y="42"/>
                    </a:lnTo>
                    <a:close/>
                    <a:moveTo>
                      <a:pt x="126" y="40"/>
                    </a:moveTo>
                    <a:cubicBezTo>
                      <a:pt x="126" y="40"/>
                      <a:pt x="126" y="40"/>
                      <a:pt x="126" y="40"/>
                    </a:cubicBezTo>
                    <a:cubicBezTo>
                      <a:pt x="119" y="38"/>
                      <a:pt x="119" y="38"/>
                      <a:pt x="119" y="38"/>
                    </a:cubicBezTo>
                    <a:cubicBezTo>
                      <a:pt x="119" y="38"/>
                      <a:pt x="119" y="38"/>
                      <a:pt x="119" y="38"/>
                    </a:cubicBezTo>
                    <a:cubicBezTo>
                      <a:pt x="119" y="38"/>
                      <a:pt x="119" y="38"/>
                      <a:pt x="119" y="38"/>
                    </a:cubicBezTo>
                    <a:cubicBezTo>
                      <a:pt x="121" y="41"/>
                      <a:pt x="121" y="41"/>
                      <a:pt x="121" y="41"/>
                    </a:cubicBezTo>
                    <a:cubicBezTo>
                      <a:pt x="122" y="43"/>
                      <a:pt x="122" y="42"/>
                      <a:pt x="123" y="42"/>
                    </a:cubicBezTo>
                    <a:cubicBezTo>
                      <a:pt x="122" y="42"/>
                      <a:pt x="122" y="42"/>
                      <a:pt x="122" y="42"/>
                    </a:cubicBezTo>
                    <a:cubicBezTo>
                      <a:pt x="121" y="43"/>
                      <a:pt x="121" y="43"/>
                      <a:pt x="121" y="43"/>
                    </a:cubicBezTo>
                    <a:cubicBezTo>
                      <a:pt x="121" y="43"/>
                      <a:pt x="121" y="43"/>
                      <a:pt x="121" y="43"/>
                    </a:cubicBezTo>
                    <a:cubicBezTo>
                      <a:pt x="120" y="44"/>
                      <a:pt x="120" y="44"/>
                      <a:pt x="120" y="44"/>
                    </a:cubicBezTo>
                    <a:cubicBezTo>
                      <a:pt x="120" y="42"/>
                      <a:pt x="120" y="42"/>
                      <a:pt x="120" y="42"/>
                    </a:cubicBezTo>
                    <a:cubicBezTo>
                      <a:pt x="119" y="39"/>
                      <a:pt x="119" y="39"/>
                      <a:pt x="119" y="39"/>
                    </a:cubicBezTo>
                    <a:cubicBezTo>
                      <a:pt x="118" y="37"/>
                      <a:pt x="117" y="38"/>
                      <a:pt x="117" y="38"/>
                    </a:cubicBezTo>
                    <a:cubicBezTo>
                      <a:pt x="117" y="37"/>
                      <a:pt x="117" y="37"/>
                      <a:pt x="117" y="37"/>
                    </a:cubicBezTo>
                    <a:cubicBezTo>
                      <a:pt x="117" y="37"/>
                      <a:pt x="117" y="37"/>
                      <a:pt x="117" y="37"/>
                    </a:cubicBezTo>
                    <a:cubicBezTo>
                      <a:pt x="118" y="37"/>
                      <a:pt x="118" y="37"/>
                      <a:pt x="118" y="37"/>
                    </a:cubicBezTo>
                    <a:cubicBezTo>
                      <a:pt x="119" y="37"/>
                      <a:pt x="119" y="37"/>
                      <a:pt x="119" y="37"/>
                    </a:cubicBezTo>
                    <a:cubicBezTo>
                      <a:pt x="124" y="39"/>
                      <a:pt x="124" y="39"/>
                      <a:pt x="124" y="39"/>
                    </a:cubicBezTo>
                    <a:cubicBezTo>
                      <a:pt x="125" y="39"/>
                      <a:pt x="125" y="39"/>
                      <a:pt x="125" y="39"/>
                    </a:cubicBezTo>
                    <a:cubicBezTo>
                      <a:pt x="125" y="38"/>
                      <a:pt x="125" y="38"/>
                      <a:pt x="125" y="38"/>
                    </a:cubicBezTo>
                    <a:cubicBezTo>
                      <a:pt x="123" y="35"/>
                      <a:pt x="123" y="35"/>
                      <a:pt x="123" y="35"/>
                    </a:cubicBezTo>
                    <a:cubicBezTo>
                      <a:pt x="121" y="35"/>
                      <a:pt x="121" y="35"/>
                      <a:pt x="121" y="35"/>
                    </a:cubicBezTo>
                    <a:cubicBezTo>
                      <a:pt x="121" y="35"/>
                      <a:pt x="121" y="35"/>
                      <a:pt x="121" y="35"/>
                    </a:cubicBezTo>
                    <a:cubicBezTo>
                      <a:pt x="122" y="34"/>
                      <a:pt x="122" y="34"/>
                      <a:pt x="122" y="34"/>
                    </a:cubicBezTo>
                    <a:cubicBezTo>
                      <a:pt x="123" y="34"/>
                      <a:pt x="123" y="34"/>
                      <a:pt x="123" y="34"/>
                    </a:cubicBezTo>
                    <a:cubicBezTo>
                      <a:pt x="124" y="34"/>
                      <a:pt x="124" y="34"/>
                      <a:pt x="124" y="34"/>
                    </a:cubicBezTo>
                    <a:cubicBezTo>
                      <a:pt x="124" y="34"/>
                      <a:pt x="123" y="34"/>
                      <a:pt x="123" y="35"/>
                    </a:cubicBezTo>
                    <a:cubicBezTo>
                      <a:pt x="126" y="40"/>
                      <a:pt x="126" y="40"/>
                      <a:pt x="126" y="40"/>
                    </a:cubicBezTo>
                    <a:close/>
                    <a:moveTo>
                      <a:pt x="131" y="38"/>
                    </a:moveTo>
                    <a:cubicBezTo>
                      <a:pt x="129" y="39"/>
                      <a:pt x="127" y="38"/>
                      <a:pt x="126" y="37"/>
                    </a:cubicBezTo>
                    <a:cubicBezTo>
                      <a:pt x="125" y="35"/>
                      <a:pt x="125" y="33"/>
                      <a:pt x="127" y="31"/>
                    </a:cubicBezTo>
                    <a:cubicBezTo>
                      <a:pt x="128" y="30"/>
                      <a:pt x="130" y="31"/>
                      <a:pt x="132" y="32"/>
                    </a:cubicBezTo>
                    <a:cubicBezTo>
                      <a:pt x="132" y="33"/>
                      <a:pt x="133" y="36"/>
                      <a:pt x="131" y="38"/>
                    </a:cubicBezTo>
                    <a:moveTo>
                      <a:pt x="136" y="33"/>
                    </a:moveTo>
                    <a:cubicBezTo>
                      <a:pt x="135" y="34"/>
                      <a:pt x="135" y="34"/>
                      <a:pt x="135" y="34"/>
                    </a:cubicBezTo>
                    <a:cubicBezTo>
                      <a:pt x="134" y="34"/>
                      <a:pt x="134" y="34"/>
                      <a:pt x="134" y="34"/>
                    </a:cubicBezTo>
                    <a:cubicBezTo>
                      <a:pt x="133" y="33"/>
                      <a:pt x="133" y="33"/>
                      <a:pt x="133" y="33"/>
                    </a:cubicBezTo>
                    <a:cubicBezTo>
                      <a:pt x="133" y="33"/>
                      <a:pt x="133" y="33"/>
                      <a:pt x="133" y="33"/>
                    </a:cubicBezTo>
                    <a:cubicBezTo>
                      <a:pt x="134" y="33"/>
                      <a:pt x="134" y="33"/>
                      <a:pt x="134" y="33"/>
                    </a:cubicBezTo>
                    <a:cubicBezTo>
                      <a:pt x="136" y="33"/>
                      <a:pt x="136" y="33"/>
                      <a:pt x="136" y="33"/>
                    </a:cubicBezTo>
                    <a:cubicBezTo>
                      <a:pt x="137" y="31"/>
                      <a:pt x="137" y="31"/>
                      <a:pt x="137" y="31"/>
                    </a:cubicBezTo>
                    <a:cubicBezTo>
                      <a:pt x="136" y="30"/>
                      <a:pt x="135" y="31"/>
                      <a:pt x="134" y="31"/>
                    </a:cubicBezTo>
                    <a:cubicBezTo>
                      <a:pt x="132" y="31"/>
                      <a:pt x="132" y="31"/>
                      <a:pt x="132" y="31"/>
                    </a:cubicBezTo>
                    <a:cubicBezTo>
                      <a:pt x="131" y="30"/>
                      <a:pt x="131" y="29"/>
                      <a:pt x="132" y="28"/>
                    </a:cubicBezTo>
                    <a:cubicBezTo>
                      <a:pt x="133" y="27"/>
                      <a:pt x="133" y="27"/>
                      <a:pt x="133" y="27"/>
                    </a:cubicBezTo>
                    <a:cubicBezTo>
                      <a:pt x="134" y="27"/>
                      <a:pt x="134" y="27"/>
                      <a:pt x="134" y="27"/>
                    </a:cubicBezTo>
                    <a:cubicBezTo>
                      <a:pt x="134" y="27"/>
                      <a:pt x="134" y="27"/>
                      <a:pt x="134" y="27"/>
                    </a:cubicBezTo>
                    <a:cubicBezTo>
                      <a:pt x="135" y="28"/>
                      <a:pt x="135" y="28"/>
                      <a:pt x="135" y="28"/>
                    </a:cubicBezTo>
                    <a:cubicBezTo>
                      <a:pt x="135" y="28"/>
                      <a:pt x="135" y="28"/>
                      <a:pt x="135" y="28"/>
                    </a:cubicBezTo>
                    <a:cubicBezTo>
                      <a:pt x="135" y="29"/>
                      <a:pt x="133" y="27"/>
                      <a:pt x="132" y="28"/>
                    </a:cubicBezTo>
                    <a:cubicBezTo>
                      <a:pt x="132" y="30"/>
                      <a:pt x="132" y="30"/>
                      <a:pt x="132" y="30"/>
                    </a:cubicBezTo>
                    <a:cubicBezTo>
                      <a:pt x="132" y="30"/>
                      <a:pt x="133" y="30"/>
                      <a:pt x="134" y="30"/>
                    </a:cubicBezTo>
                    <a:cubicBezTo>
                      <a:pt x="135" y="29"/>
                      <a:pt x="136" y="29"/>
                      <a:pt x="137" y="30"/>
                    </a:cubicBezTo>
                    <a:cubicBezTo>
                      <a:pt x="138" y="31"/>
                      <a:pt x="138" y="33"/>
                      <a:pt x="136" y="3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0" name="Freeform 32">
                <a:extLst>
                  <a:ext uri="{FF2B5EF4-FFF2-40B4-BE49-F238E27FC236}">
                    <a16:creationId xmlns:a16="http://schemas.microsoft.com/office/drawing/2014/main" id="{6E10C40E-D65D-4FDF-B536-888A7296C8F3}"/>
                  </a:ext>
                </a:extLst>
              </p:cNvPr>
              <p:cNvSpPr>
                <a:spLocks noEditPoints="1"/>
              </p:cNvSpPr>
              <p:nvPr/>
            </p:nvSpPr>
            <p:spPr bwMode="auto">
              <a:xfrm>
                <a:off x="6111875" y="2517775"/>
                <a:ext cx="104775" cy="215900"/>
              </a:xfrm>
              <a:custGeom>
                <a:avLst/>
                <a:gdLst>
                  <a:gd name="T0" fmla="*/ 44 w 49"/>
                  <a:gd name="T1" fmla="*/ 10 h 100"/>
                  <a:gd name="T2" fmla="*/ 38 w 49"/>
                  <a:gd name="T3" fmla="*/ 26 h 100"/>
                  <a:gd name="T4" fmla="*/ 33 w 49"/>
                  <a:gd name="T5" fmla="*/ 21 h 100"/>
                  <a:gd name="T6" fmla="*/ 20 w 49"/>
                  <a:gd name="T7" fmla="*/ 15 h 100"/>
                  <a:gd name="T8" fmla="*/ 3 w 49"/>
                  <a:gd name="T9" fmla="*/ 2 h 100"/>
                  <a:gd name="T10" fmla="*/ 2 w 49"/>
                  <a:gd name="T11" fmla="*/ 43 h 100"/>
                  <a:gd name="T12" fmla="*/ 7 w 49"/>
                  <a:gd name="T13" fmla="*/ 38 h 100"/>
                  <a:gd name="T14" fmla="*/ 6 w 49"/>
                  <a:gd name="T15" fmla="*/ 82 h 100"/>
                  <a:gd name="T16" fmla="*/ 11 w 49"/>
                  <a:gd name="T17" fmla="*/ 86 h 100"/>
                  <a:gd name="T18" fmla="*/ 34 w 49"/>
                  <a:gd name="T19" fmla="*/ 79 h 100"/>
                  <a:gd name="T20" fmla="*/ 29 w 49"/>
                  <a:gd name="T21" fmla="*/ 52 h 100"/>
                  <a:gd name="T22" fmla="*/ 40 w 49"/>
                  <a:gd name="T23" fmla="*/ 58 h 100"/>
                  <a:gd name="T24" fmla="*/ 40 w 49"/>
                  <a:gd name="T25" fmla="*/ 50 h 100"/>
                  <a:gd name="T26" fmla="*/ 44 w 49"/>
                  <a:gd name="T27" fmla="*/ 26 h 100"/>
                  <a:gd name="T28" fmla="*/ 35 w 49"/>
                  <a:gd name="T29" fmla="*/ 21 h 100"/>
                  <a:gd name="T30" fmla="*/ 42 w 49"/>
                  <a:gd name="T31" fmla="*/ 14 h 100"/>
                  <a:gd name="T32" fmla="*/ 29 w 49"/>
                  <a:gd name="T33" fmla="*/ 20 h 100"/>
                  <a:gd name="T34" fmla="*/ 29 w 49"/>
                  <a:gd name="T35" fmla="*/ 15 h 100"/>
                  <a:gd name="T36" fmla="*/ 25 w 49"/>
                  <a:gd name="T37" fmla="*/ 15 h 100"/>
                  <a:gd name="T38" fmla="*/ 35 w 49"/>
                  <a:gd name="T39" fmla="*/ 35 h 100"/>
                  <a:gd name="T40" fmla="*/ 20 w 49"/>
                  <a:gd name="T41" fmla="*/ 26 h 100"/>
                  <a:gd name="T42" fmla="*/ 19 w 49"/>
                  <a:gd name="T43" fmla="*/ 24 h 100"/>
                  <a:gd name="T44" fmla="*/ 13 w 49"/>
                  <a:gd name="T45" fmla="*/ 1 h 100"/>
                  <a:gd name="T46" fmla="*/ 25 w 49"/>
                  <a:gd name="T47" fmla="*/ 40 h 100"/>
                  <a:gd name="T48" fmla="*/ 20 w 49"/>
                  <a:gd name="T49" fmla="*/ 44 h 100"/>
                  <a:gd name="T50" fmla="*/ 14 w 49"/>
                  <a:gd name="T51" fmla="*/ 42 h 100"/>
                  <a:gd name="T52" fmla="*/ 18 w 49"/>
                  <a:gd name="T53" fmla="*/ 42 h 100"/>
                  <a:gd name="T54" fmla="*/ 11 w 49"/>
                  <a:gd name="T55" fmla="*/ 36 h 100"/>
                  <a:gd name="T56" fmla="*/ 7 w 49"/>
                  <a:gd name="T57" fmla="*/ 28 h 100"/>
                  <a:gd name="T58" fmla="*/ 3 w 49"/>
                  <a:gd name="T59" fmla="*/ 3 h 100"/>
                  <a:gd name="T60" fmla="*/ 6 w 49"/>
                  <a:gd name="T61" fmla="*/ 22 h 100"/>
                  <a:gd name="T62" fmla="*/ 4 w 49"/>
                  <a:gd name="T63" fmla="*/ 30 h 100"/>
                  <a:gd name="T64" fmla="*/ 2 w 49"/>
                  <a:gd name="T65" fmla="*/ 48 h 100"/>
                  <a:gd name="T66" fmla="*/ 2 w 49"/>
                  <a:gd name="T67" fmla="*/ 50 h 100"/>
                  <a:gd name="T68" fmla="*/ 11 w 49"/>
                  <a:gd name="T69" fmla="*/ 36 h 100"/>
                  <a:gd name="T70" fmla="*/ 32 w 49"/>
                  <a:gd name="T71" fmla="*/ 77 h 100"/>
                  <a:gd name="T72" fmla="*/ 27 w 49"/>
                  <a:gd name="T73" fmla="*/ 78 h 100"/>
                  <a:gd name="T74" fmla="*/ 20 w 49"/>
                  <a:gd name="T75" fmla="*/ 62 h 100"/>
                  <a:gd name="T76" fmla="*/ 18 w 49"/>
                  <a:gd name="T77" fmla="*/ 57 h 100"/>
                  <a:gd name="T78" fmla="*/ 13 w 49"/>
                  <a:gd name="T79" fmla="*/ 96 h 100"/>
                  <a:gd name="T80" fmla="*/ 7 w 49"/>
                  <a:gd name="T81" fmla="*/ 88 h 100"/>
                  <a:gd name="T82" fmla="*/ 9 w 49"/>
                  <a:gd name="T83" fmla="*/ 75 h 100"/>
                  <a:gd name="T84" fmla="*/ 10 w 49"/>
                  <a:gd name="T85" fmla="*/ 43 h 100"/>
                  <a:gd name="T86" fmla="*/ 27 w 49"/>
                  <a:gd name="T87" fmla="*/ 49 h 100"/>
                  <a:gd name="T88" fmla="*/ 41 w 49"/>
                  <a:gd name="T89" fmla="*/ 48 h 100"/>
                  <a:gd name="T90" fmla="*/ 40 w 49"/>
                  <a:gd name="T91" fmla="*/ 52 h 100"/>
                  <a:gd name="T92" fmla="*/ 34 w 49"/>
                  <a:gd name="T93" fmla="*/ 53 h 100"/>
                  <a:gd name="T94" fmla="*/ 27 w 49"/>
                  <a:gd name="T95" fmla="*/ 48 h 100"/>
                  <a:gd name="T96" fmla="*/ 18 w 49"/>
                  <a:gd name="T97" fmla="*/ 38 h 100"/>
                  <a:gd name="T98" fmla="*/ 11 w 49"/>
                  <a:gd name="T99" fmla="*/ 28 h 100"/>
                  <a:gd name="T100" fmla="*/ 13 w 49"/>
                  <a:gd name="T101" fmla="*/ 19 h 100"/>
                  <a:gd name="T102" fmla="*/ 31 w 49"/>
                  <a:gd name="T103" fmla="*/ 39 h 100"/>
                  <a:gd name="T104" fmla="*/ 36 w 49"/>
                  <a:gd name="T105" fmla="*/ 42 h 100"/>
                  <a:gd name="T106" fmla="*/ 42 w 49"/>
                  <a:gd name="T107" fmla="*/ 28 h 100"/>
                  <a:gd name="T108" fmla="*/ 46 w 49"/>
                  <a:gd name="T109" fmla="*/ 26 h 100"/>
                  <a:gd name="T110" fmla="*/ 43 w 49"/>
                  <a:gd name="T111" fmla="*/ 14 h 100"/>
                  <a:gd name="T112" fmla="*/ 48 w 49"/>
                  <a:gd name="T113" fmla="*/ 13 h 100"/>
                  <a:gd name="T114" fmla="*/ 8 w 49"/>
                  <a:gd name="T115" fmla="*/ 83 h 100"/>
                  <a:gd name="T116" fmla="*/ 19 w 49"/>
                  <a:gd name="T117" fmla="*/ 34 h 100"/>
                  <a:gd name="T118" fmla="*/ 14 w 49"/>
                  <a:gd name="T119" fmla="*/ 24 h 100"/>
                  <a:gd name="T120" fmla="*/ 25 w 49"/>
                  <a:gd name="T121" fmla="*/ 2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 h="100">
                    <a:moveTo>
                      <a:pt x="11" y="71"/>
                    </a:moveTo>
                    <a:cubicBezTo>
                      <a:pt x="11" y="72"/>
                      <a:pt x="11" y="72"/>
                      <a:pt x="11" y="72"/>
                    </a:cubicBezTo>
                    <a:cubicBezTo>
                      <a:pt x="11" y="73"/>
                      <a:pt x="11" y="73"/>
                      <a:pt x="11" y="73"/>
                    </a:cubicBezTo>
                    <a:cubicBezTo>
                      <a:pt x="12" y="73"/>
                      <a:pt x="12" y="73"/>
                      <a:pt x="12" y="73"/>
                    </a:cubicBezTo>
                    <a:cubicBezTo>
                      <a:pt x="12" y="72"/>
                      <a:pt x="12" y="72"/>
                      <a:pt x="12" y="72"/>
                    </a:cubicBezTo>
                    <a:cubicBezTo>
                      <a:pt x="12" y="71"/>
                      <a:pt x="12" y="71"/>
                      <a:pt x="12" y="71"/>
                    </a:cubicBezTo>
                    <a:lnTo>
                      <a:pt x="11" y="71"/>
                    </a:lnTo>
                    <a:close/>
                    <a:moveTo>
                      <a:pt x="49" y="12"/>
                    </a:moveTo>
                    <a:cubicBezTo>
                      <a:pt x="49" y="12"/>
                      <a:pt x="49" y="12"/>
                      <a:pt x="49" y="12"/>
                    </a:cubicBezTo>
                    <a:cubicBezTo>
                      <a:pt x="49" y="12"/>
                      <a:pt x="49" y="12"/>
                      <a:pt x="49" y="12"/>
                    </a:cubicBezTo>
                    <a:cubicBezTo>
                      <a:pt x="48" y="12"/>
                      <a:pt x="48" y="12"/>
                      <a:pt x="48" y="12"/>
                    </a:cubicBezTo>
                    <a:cubicBezTo>
                      <a:pt x="47" y="13"/>
                      <a:pt x="47" y="13"/>
                      <a:pt x="47" y="13"/>
                    </a:cubicBezTo>
                    <a:cubicBezTo>
                      <a:pt x="47" y="13"/>
                      <a:pt x="47" y="13"/>
                      <a:pt x="47" y="13"/>
                    </a:cubicBezTo>
                    <a:cubicBezTo>
                      <a:pt x="46" y="13"/>
                      <a:pt x="46" y="13"/>
                      <a:pt x="46" y="13"/>
                    </a:cubicBezTo>
                    <a:cubicBezTo>
                      <a:pt x="45" y="14"/>
                      <a:pt x="45" y="14"/>
                      <a:pt x="45" y="14"/>
                    </a:cubicBezTo>
                    <a:cubicBezTo>
                      <a:pt x="45" y="14"/>
                      <a:pt x="45" y="14"/>
                      <a:pt x="45" y="14"/>
                    </a:cubicBezTo>
                    <a:cubicBezTo>
                      <a:pt x="45" y="14"/>
                      <a:pt x="45" y="14"/>
                      <a:pt x="45" y="14"/>
                    </a:cubicBezTo>
                    <a:cubicBezTo>
                      <a:pt x="45" y="12"/>
                      <a:pt x="45" y="12"/>
                      <a:pt x="45" y="12"/>
                    </a:cubicBezTo>
                    <a:cubicBezTo>
                      <a:pt x="44" y="12"/>
                      <a:pt x="44" y="12"/>
                      <a:pt x="44" y="12"/>
                    </a:cubicBezTo>
                    <a:cubicBezTo>
                      <a:pt x="44" y="12"/>
                      <a:pt x="44" y="12"/>
                      <a:pt x="44" y="12"/>
                    </a:cubicBezTo>
                    <a:cubicBezTo>
                      <a:pt x="44" y="11"/>
                      <a:pt x="45" y="10"/>
                      <a:pt x="45" y="10"/>
                    </a:cubicBezTo>
                    <a:cubicBezTo>
                      <a:pt x="45" y="10"/>
                      <a:pt x="45" y="10"/>
                      <a:pt x="45" y="10"/>
                    </a:cubicBezTo>
                    <a:cubicBezTo>
                      <a:pt x="45" y="10"/>
                      <a:pt x="45" y="10"/>
                      <a:pt x="45" y="10"/>
                    </a:cubicBezTo>
                    <a:cubicBezTo>
                      <a:pt x="44" y="10"/>
                      <a:pt x="44" y="10"/>
                      <a:pt x="44" y="10"/>
                    </a:cubicBezTo>
                    <a:cubicBezTo>
                      <a:pt x="43" y="10"/>
                      <a:pt x="43" y="11"/>
                      <a:pt x="43" y="12"/>
                    </a:cubicBezTo>
                    <a:cubicBezTo>
                      <a:pt x="43" y="12"/>
                      <a:pt x="43" y="12"/>
                      <a:pt x="43" y="12"/>
                    </a:cubicBezTo>
                    <a:cubicBezTo>
                      <a:pt x="42" y="13"/>
                      <a:pt x="42" y="13"/>
                      <a:pt x="42" y="13"/>
                    </a:cubicBezTo>
                    <a:cubicBezTo>
                      <a:pt x="43" y="12"/>
                      <a:pt x="43" y="12"/>
                      <a:pt x="43" y="12"/>
                    </a:cubicBezTo>
                    <a:cubicBezTo>
                      <a:pt x="43" y="12"/>
                      <a:pt x="43" y="12"/>
                      <a:pt x="43" y="12"/>
                    </a:cubicBezTo>
                    <a:cubicBezTo>
                      <a:pt x="43" y="11"/>
                      <a:pt x="43" y="11"/>
                      <a:pt x="43" y="11"/>
                    </a:cubicBezTo>
                    <a:cubicBezTo>
                      <a:pt x="43" y="11"/>
                      <a:pt x="43" y="11"/>
                      <a:pt x="43" y="11"/>
                    </a:cubicBezTo>
                    <a:cubicBezTo>
                      <a:pt x="43" y="11"/>
                      <a:pt x="43" y="11"/>
                      <a:pt x="43" y="11"/>
                    </a:cubicBezTo>
                    <a:cubicBezTo>
                      <a:pt x="42" y="11"/>
                      <a:pt x="42" y="11"/>
                      <a:pt x="42" y="11"/>
                    </a:cubicBezTo>
                    <a:cubicBezTo>
                      <a:pt x="41" y="13"/>
                      <a:pt x="41" y="13"/>
                      <a:pt x="41" y="13"/>
                    </a:cubicBezTo>
                    <a:cubicBezTo>
                      <a:pt x="41" y="13"/>
                      <a:pt x="41" y="13"/>
                      <a:pt x="41" y="13"/>
                    </a:cubicBezTo>
                    <a:cubicBezTo>
                      <a:pt x="41" y="15"/>
                      <a:pt x="41" y="15"/>
                      <a:pt x="41" y="15"/>
                    </a:cubicBezTo>
                    <a:cubicBezTo>
                      <a:pt x="41" y="15"/>
                      <a:pt x="41" y="15"/>
                      <a:pt x="41" y="15"/>
                    </a:cubicBezTo>
                    <a:cubicBezTo>
                      <a:pt x="41" y="16"/>
                      <a:pt x="42" y="17"/>
                      <a:pt x="42" y="17"/>
                    </a:cubicBezTo>
                    <a:cubicBezTo>
                      <a:pt x="43" y="18"/>
                      <a:pt x="43" y="19"/>
                      <a:pt x="43" y="20"/>
                    </a:cubicBezTo>
                    <a:cubicBezTo>
                      <a:pt x="43" y="21"/>
                      <a:pt x="43" y="21"/>
                      <a:pt x="43" y="21"/>
                    </a:cubicBezTo>
                    <a:cubicBezTo>
                      <a:pt x="43" y="22"/>
                      <a:pt x="42" y="24"/>
                      <a:pt x="42" y="25"/>
                    </a:cubicBezTo>
                    <a:cubicBezTo>
                      <a:pt x="41" y="27"/>
                      <a:pt x="41" y="27"/>
                      <a:pt x="41" y="27"/>
                    </a:cubicBezTo>
                    <a:cubicBezTo>
                      <a:pt x="41" y="27"/>
                      <a:pt x="41" y="27"/>
                      <a:pt x="41" y="27"/>
                    </a:cubicBezTo>
                    <a:cubicBezTo>
                      <a:pt x="41" y="28"/>
                      <a:pt x="41" y="28"/>
                      <a:pt x="41" y="28"/>
                    </a:cubicBezTo>
                    <a:cubicBezTo>
                      <a:pt x="40" y="26"/>
                      <a:pt x="39" y="25"/>
                      <a:pt x="39" y="25"/>
                    </a:cubicBezTo>
                    <a:cubicBezTo>
                      <a:pt x="38" y="25"/>
                      <a:pt x="38" y="25"/>
                      <a:pt x="38" y="25"/>
                    </a:cubicBezTo>
                    <a:cubicBezTo>
                      <a:pt x="38" y="26"/>
                      <a:pt x="38" y="26"/>
                      <a:pt x="38" y="26"/>
                    </a:cubicBezTo>
                    <a:cubicBezTo>
                      <a:pt x="38" y="26"/>
                      <a:pt x="38" y="26"/>
                      <a:pt x="38" y="26"/>
                    </a:cubicBezTo>
                    <a:cubicBezTo>
                      <a:pt x="38" y="27"/>
                      <a:pt x="38" y="28"/>
                      <a:pt x="38" y="29"/>
                    </a:cubicBezTo>
                    <a:cubicBezTo>
                      <a:pt x="38" y="30"/>
                      <a:pt x="38" y="30"/>
                      <a:pt x="37" y="31"/>
                    </a:cubicBezTo>
                    <a:cubicBezTo>
                      <a:pt x="36" y="33"/>
                      <a:pt x="36" y="33"/>
                      <a:pt x="36" y="33"/>
                    </a:cubicBezTo>
                    <a:cubicBezTo>
                      <a:pt x="35" y="32"/>
                      <a:pt x="35" y="31"/>
                      <a:pt x="34" y="30"/>
                    </a:cubicBezTo>
                    <a:cubicBezTo>
                      <a:pt x="33" y="28"/>
                      <a:pt x="31" y="27"/>
                      <a:pt x="30" y="26"/>
                    </a:cubicBezTo>
                    <a:cubicBezTo>
                      <a:pt x="28" y="25"/>
                      <a:pt x="27" y="24"/>
                      <a:pt x="27" y="23"/>
                    </a:cubicBezTo>
                    <a:cubicBezTo>
                      <a:pt x="27" y="23"/>
                      <a:pt x="27" y="23"/>
                      <a:pt x="27" y="23"/>
                    </a:cubicBezTo>
                    <a:cubicBezTo>
                      <a:pt x="27" y="22"/>
                      <a:pt x="27" y="22"/>
                      <a:pt x="27" y="22"/>
                    </a:cubicBezTo>
                    <a:cubicBezTo>
                      <a:pt x="29" y="22"/>
                      <a:pt x="29" y="22"/>
                      <a:pt x="29" y="22"/>
                    </a:cubicBezTo>
                    <a:cubicBezTo>
                      <a:pt x="29" y="22"/>
                      <a:pt x="29" y="22"/>
                      <a:pt x="29" y="22"/>
                    </a:cubicBezTo>
                    <a:cubicBezTo>
                      <a:pt x="30" y="22"/>
                      <a:pt x="31" y="23"/>
                      <a:pt x="32" y="23"/>
                    </a:cubicBezTo>
                    <a:cubicBezTo>
                      <a:pt x="32" y="23"/>
                      <a:pt x="32" y="23"/>
                      <a:pt x="32" y="23"/>
                    </a:cubicBezTo>
                    <a:cubicBezTo>
                      <a:pt x="33" y="23"/>
                      <a:pt x="33" y="23"/>
                      <a:pt x="33" y="23"/>
                    </a:cubicBezTo>
                    <a:cubicBezTo>
                      <a:pt x="33" y="23"/>
                      <a:pt x="33" y="23"/>
                      <a:pt x="33" y="23"/>
                    </a:cubicBezTo>
                    <a:cubicBezTo>
                      <a:pt x="35" y="22"/>
                      <a:pt x="35" y="22"/>
                      <a:pt x="35" y="22"/>
                    </a:cubicBezTo>
                    <a:cubicBezTo>
                      <a:pt x="35" y="22"/>
                      <a:pt x="35" y="22"/>
                      <a:pt x="35" y="22"/>
                    </a:cubicBezTo>
                    <a:cubicBezTo>
                      <a:pt x="35" y="22"/>
                      <a:pt x="35" y="22"/>
                      <a:pt x="35" y="22"/>
                    </a:cubicBezTo>
                    <a:cubicBezTo>
                      <a:pt x="35" y="22"/>
                      <a:pt x="35" y="22"/>
                      <a:pt x="35" y="22"/>
                    </a:cubicBezTo>
                    <a:cubicBezTo>
                      <a:pt x="35" y="21"/>
                      <a:pt x="35" y="21"/>
                      <a:pt x="35" y="21"/>
                    </a:cubicBezTo>
                    <a:cubicBezTo>
                      <a:pt x="35" y="21"/>
                      <a:pt x="35" y="21"/>
                      <a:pt x="35" y="21"/>
                    </a:cubicBezTo>
                    <a:cubicBezTo>
                      <a:pt x="35" y="21"/>
                      <a:pt x="35" y="21"/>
                      <a:pt x="35" y="21"/>
                    </a:cubicBezTo>
                    <a:cubicBezTo>
                      <a:pt x="35" y="21"/>
                      <a:pt x="35" y="21"/>
                      <a:pt x="35" y="21"/>
                    </a:cubicBezTo>
                    <a:cubicBezTo>
                      <a:pt x="34" y="21"/>
                      <a:pt x="34" y="21"/>
                      <a:pt x="34" y="21"/>
                    </a:cubicBezTo>
                    <a:cubicBezTo>
                      <a:pt x="33" y="21"/>
                      <a:pt x="33" y="21"/>
                      <a:pt x="33" y="21"/>
                    </a:cubicBezTo>
                    <a:cubicBezTo>
                      <a:pt x="32" y="20"/>
                      <a:pt x="32" y="20"/>
                      <a:pt x="32" y="20"/>
                    </a:cubicBezTo>
                    <a:cubicBezTo>
                      <a:pt x="31" y="19"/>
                      <a:pt x="31" y="19"/>
                      <a:pt x="31" y="19"/>
                    </a:cubicBezTo>
                    <a:cubicBezTo>
                      <a:pt x="32" y="19"/>
                      <a:pt x="32" y="19"/>
                      <a:pt x="32" y="19"/>
                    </a:cubicBezTo>
                    <a:cubicBezTo>
                      <a:pt x="33" y="18"/>
                      <a:pt x="33" y="18"/>
                      <a:pt x="33" y="18"/>
                    </a:cubicBezTo>
                    <a:cubicBezTo>
                      <a:pt x="33" y="18"/>
                      <a:pt x="33" y="18"/>
                      <a:pt x="33" y="18"/>
                    </a:cubicBezTo>
                    <a:cubicBezTo>
                      <a:pt x="34" y="19"/>
                      <a:pt x="34" y="19"/>
                      <a:pt x="34" y="19"/>
                    </a:cubicBezTo>
                    <a:cubicBezTo>
                      <a:pt x="35" y="19"/>
                      <a:pt x="35" y="19"/>
                      <a:pt x="35" y="19"/>
                    </a:cubicBezTo>
                    <a:cubicBezTo>
                      <a:pt x="35" y="19"/>
                      <a:pt x="35" y="19"/>
                      <a:pt x="35" y="19"/>
                    </a:cubicBezTo>
                    <a:cubicBezTo>
                      <a:pt x="35" y="18"/>
                      <a:pt x="35" y="18"/>
                      <a:pt x="35" y="18"/>
                    </a:cubicBezTo>
                    <a:cubicBezTo>
                      <a:pt x="35" y="17"/>
                      <a:pt x="35" y="14"/>
                      <a:pt x="32" y="14"/>
                    </a:cubicBezTo>
                    <a:cubicBezTo>
                      <a:pt x="29" y="14"/>
                      <a:pt x="29" y="14"/>
                      <a:pt x="29" y="14"/>
                    </a:cubicBezTo>
                    <a:cubicBezTo>
                      <a:pt x="29" y="14"/>
                      <a:pt x="29" y="13"/>
                      <a:pt x="27" y="13"/>
                    </a:cubicBezTo>
                    <a:cubicBezTo>
                      <a:pt x="26" y="13"/>
                      <a:pt x="26" y="13"/>
                      <a:pt x="25" y="13"/>
                    </a:cubicBezTo>
                    <a:cubicBezTo>
                      <a:pt x="25" y="13"/>
                      <a:pt x="25" y="13"/>
                      <a:pt x="25" y="13"/>
                    </a:cubicBezTo>
                    <a:cubicBezTo>
                      <a:pt x="25" y="13"/>
                      <a:pt x="25" y="13"/>
                      <a:pt x="25" y="13"/>
                    </a:cubicBezTo>
                    <a:cubicBezTo>
                      <a:pt x="22" y="13"/>
                      <a:pt x="22" y="13"/>
                      <a:pt x="22" y="13"/>
                    </a:cubicBezTo>
                    <a:cubicBezTo>
                      <a:pt x="22" y="13"/>
                      <a:pt x="22" y="13"/>
                      <a:pt x="22" y="13"/>
                    </a:cubicBezTo>
                    <a:cubicBezTo>
                      <a:pt x="22" y="13"/>
                      <a:pt x="22" y="13"/>
                      <a:pt x="22" y="13"/>
                    </a:cubicBezTo>
                    <a:cubicBezTo>
                      <a:pt x="22" y="14"/>
                      <a:pt x="22" y="14"/>
                      <a:pt x="22" y="14"/>
                    </a:cubicBezTo>
                    <a:cubicBezTo>
                      <a:pt x="21" y="14"/>
                      <a:pt x="21" y="14"/>
                      <a:pt x="21" y="14"/>
                    </a:cubicBezTo>
                    <a:cubicBezTo>
                      <a:pt x="21" y="13"/>
                      <a:pt x="21" y="13"/>
                      <a:pt x="21" y="13"/>
                    </a:cubicBezTo>
                    <a:cubicBezTo>
                      <a:pt x="20" y="12"/>
                      <a:pt x="20" y="12"/>
                      <a:pt x="20" y="12"/>
                    </a:cubicBezTo>
                    <a:cubicBezTo>
                      <a:pt x="20" y="13"/>
                      <a:pt x="20" y="13"/>
                      <a:pt x="20" y="13"/>
                    </a:cubicBezTo>
                    <a:cubicBezTo>
                      <a:pt x="20" y="15"/>
                      <a:pt x="20" y="15"/>
                      <a:pt x="20" y="15"/>
                    </a:cubicBezTo>
                    <a:cubicBezTo>
                      <a:pt x="19" y="16"/>
                      <a:pt x="19" y="16"/>
                      <a:pt x="19" y="16"/>
                    </a:cubicBezTo>
                    <a:cubicBezTo>
                      <a:pt x="20" y="16"/>
                      <a:pt x="20" y="16"/>
                      <a:pt x="20" y="16"/>
                    </a:cubicBezTo>
                    <a:cubicBezTo>
                      <a:pt x="20" y="16"/>
                      <a:pt x="20" y="16"/>
                      <a:pt x="20" y="16"/>
                    </a:cubicBezTo>
                    <a:cubicBezTo>
                      <a:pt x="20" y="16"/>
                      <a:pt x="20" y="16"/>
                      <a:pt x="20" y="16"/>
                    </a:cubicBezTo>
                    <a:cubicBezTo>
                      <a:pt x="20" y="16"/>
                      <a:pt x="19" y="17"/>
                      <a:pt x="19" y="19"/>
                    </a:cubicBezTo>
                    <a:cubicBezTo>
                      <a:pt x="18" y="18"/>
                      <a:pt x="18" y="18"/>
                      <a:pt x="18" y="18"/>
                    </a:cubicBezTo>
                    <a:cubicBezTo>
                      <a:pt x="17" y="17"/>
                      <a:pt x="17" y="16"/>
                      <a:pt x="17" y="16"/>
                    </a:cubicBezTo>
                    <a:cubicBezTo>
                      <a:pt x="17" y="15"/>
                      <a:pt x="17" y="15"/>
                      <a:pt x="17" y="15"/>
                    </a:cubicBezTo>
                    <a:cubicBezTo>
                      <a:pt x="16" y="15"/>
                      <a:pt x="16" y="15"/>
                      <a:pt x="16" y="15"/>
                    </a:cubicBezTo>
                    <a:cubicBezTo>
                      <a:pt x="16" y="16"/>
                      <a:pt x="16" y="16"/>
                      <a:pt x="16" y="16"/>
                    </a:cubicBezTo>
                    <a:cubicBezTo>
                      <a:pt x="15" y="14"/>
                      <a:pt x="15" y="11"/>
                      <a:pt x="15" y="11"/>
                    </a:cubicBezTo>
                    <a:cubicBezTo>
                      <a:pt x="15" y="10"/>
                      <a:pt x="15" y="10"/>
                      <a:pt x="15" y="10"/>
                    </a:cubicBezTo>
                    <a:cubicBezTo>
                      <a:pt x="15" y="10"/>
                      <a:pt x="15" y="10"/>
                      <a:pt x="15" y="10"/>
                    </a:cubicBezTo>
                    <a:cubicBezTo>
                      <a:pt x="14" y="12"/>
                      <a:pt x="14" y="12"/>
                      <a:pt x="14" y="12"/>
                    </a:cubicBezTo>
                    <a:cubicBezTo>
                      <a:pt x="13" y="11"/>
                      <a:pt x="13" y="9"/>
                      <a:pt x="13" y="8"/>
                    </a:cubicBezTo>
                    <a:cubicBezTo>
                      <a:pt x="13" y="4"/>
                      <a:pt x="14" y="0"/>
                      <a:pt x="14" y="0"/>
                    </a:cubicBezTo>
                    <a:cubicBezTo>
                      <a:pt x="14" y="0"/>
                      <a:pt x="14" y="0"/>
                      <a:pt x="14" y="0"/>
                    </a:cubicBezTo>
                    <a:cubicBezTo>
                      <a:pt x="13" y="0"/>
                      <a:pt x="13" y="0"/>
                      <a:pt x="13" y="0"/>
                    </a:cubicBezTo>
                    <a:cubicBezTo>
                      <a:pt x="11" y="0"/>
                      <a:pt x="9" y="6"/>
                      <a:pt x="9" y="9"/>
                    </a:cubicBezTo>
                    <a:cubicBezTo>
                      <a:pt x="9" y="9"/>
                      <a:pt x="9" y="9"/>
                      <a:pt x="9" y="9"/>
                    </a:cubicBezTo>
                    <a:cubicBezTo>
                      <a:pt x="9" y="10"/>
                      <a:pt x="9" y="10"/>
                      <a:pt x="9" y="10"/>
                    </a:cubicBezTo>
                    <a:cubicBezTo>
                      <a:pt x="8" y="11"/>
                      <a:pt x="8" y="11"/>
                      <a:pt x="8" y="11"/>
                    </a:cubicBezTo>
                    <a:cubicBezTo>
                      <a:pt x="8" y="10"/>
                      <a:pt x="6" y="8"/>
                      <a:pt x="5" y="6"/>
                    </a:cubicBezTo>
                    <a:cubicBezTo>
                      <a:pt x="4" y="4"/>
                      <a:pt x="3" y="2"/>
                      <a:pt x="3" y="2"/>
                    </a:cubicBezTo>
                    <a:cubicBezTo>
                      <a:pt x="3" y="1"/>
                      <a:pt x="3" y="1"/>
                      <a:pt x="3" y="1"/>
                    </a:cubicBezTo>
                    <a:cubicBezTo>
                      <a:pt x="2" y="2"/>
                      <a:pt x="2" y="2"/>
                      <a:pt x="2" y="2"/>
                    </a:cubicBezTo>
                    <a:cubicBezTo>
                      <a:pt x="1" y="3"/>
                      <a:pt x="1" y="4"/>
                      <a:pt x="1" y="5"/>
                    </a:cubicBezTo>
                    <a:cubicBezTo>
                      <a:pt x="1" y="9"/>
                      <a:pt x="4" y="13"/>
                      <a:pt x="5" y="15"/>
                    </a:cubicBezTo>
                    <a:cubicBezTo>
                      <a:pt x="4" y="14"/>
                      <a:pt x="2" y="12"/>
                      <a:pt x="2" y="12"/>
                    </a:cubicBezTo>
                    <a:cubicBezTo>
                      <a:pt x="1" y="12"/>
                      <a:pt x="1" y="12"/>
                      <a:pt x="1" y="12"/>
                    </a:cubicBezTo>
                    <a:cubicBezTo>
                      <a:pt x="1" y="12"/>
                      <a:pt x="1" y="12"/>
                      <a:pt x="1" y="12"/>
                    </a:cubicBezTo>
                    <a:cubicBezTo>
                      <a:pt x="1" y="14"/>
                      <a:pt x="1" y="14"/>
                      <a:pt x="1" y="14"/>
                    </a:cubicBezTo>
                    <a:cubicBezTo>
                      <a:pt x="1" y="17"/>
                      <a:pt x="3" y="20"/>
                      <a:pt x="5" y="21"/>
                    </a:cubicBezTo>
                    <a:cubicBezTo>
                      <a:pt x="3" y="21"/>
                      <a:pt x="2" y="20"/>
                      <a:pt x="2" y="20"/>
                    </a:cubicBezTo>
                    <a:cubicBezTo>
                      <a:pt x="2" y="20"/>
                      <a:pt x="2" y="20"/>
                      <a:pt x="2" y="20"/>
                    </a:cubicBezTo>
                    <a:cubicBezTo>
                      <a:pt x="1" y="21"/>
                      <a:pt x="1" y="21"/>
                      <a:pt x="1" y="21"/>
                    </a:cubicBezTo>
                    <a:cubicBezTo>
                      <a:pt x="1" y="21"/>
                      <a:pt x="1" y="21"/>
                      <a:pt x="1" y="21"/>
                    </a:cubicBezTo>
                    <a:cubicBezTo>
                      <a:pt x="1" y="24"/>
                      <a:pt x="4" y="27"/>
                      <a:pt x="5" y="28"/>
                    </a:cubicBezTo>
                    <a:cubicBezTo>
                      <a:pt x="4" y="28"/>
                      <a:pt x="3" y="29"/>
                      <a:pt x="3" y="29"/>
                    </a:cubicBezTo>
                    <a:cubicBezTo>
                      <a:pt x="3" y="29"/>
                      <a:pt x="3" y="29"/>
                      <a:pt x="3" y="29"/>
                    </a:cubicBezTo>
                    <a:cubicBezTo>
                      <a:pt x="3" y="29"/>
                      <a:pt x="3" y="29"/>
                      <a:pt x="3" y="29"/>
                    </a:cubicBezTo>
                    <a:cubicBezTo>
                      <a:pt x="3" y="31"/>
                      <a:pt x="5" y="32"/>
                      <a:pt x="6" y="33"/>
                    </a:cubicBezTo>
                    <a:cubicBezTo>
                      <a:pt x="6" y="33"/>
                      <a:pt x="6" y="33"/>
                      <a:pt x="6" y="33"/>
                    </a:cubicBezTo>
                    <a:cubicBezTo>
                      <a:pt x="5" y="33"/>
                      <a:pt x="5" y="33"/>
                      <a:pt x="5" y="33"/>
                    </a:cubicBezTo>
                    <a:cubicBezTo>
                      <a:pt x="3" y="33"/>
                      <a:pt x="0" y="35"/>
                      <a:pt x="0" y="38"/>
                    </a:cubicBezTo>
                    <a:cubicBezTo>
                      <a:pt x="0" y="38"/>
                      <a:pt x="0" y="38"/>
                      <a:pt x="0" y="38"/>
                    </a:cubicBezTo>
                    <a:cubicBezTo>
                      <a:pt x="0" y="41"/>
                      <a:pt x="2" y="42"/>
                      <a:pt x="2" y="43"/>
                    </a:cubicBezTo>
                    <a:cubicBezTo>
                      <a:pt x="2" y="43"/>
                      <a:pt x="2" y="43"/>
                      <a:pt x="2" y="43"/>
                    </a:cubicBezTo>
                    <a:cubicBezTo>
                      <a:pt x="1" y="44"/>
                      <a:pt x="1" y="44"/>
                      <a:pt x="0" y="48"/>
                    </a:cubicBezTo>
                    <a:cubicBezTo>
                      <a:pt x="0" y="49"/>
                      <a:pt x="0" y="49"/>
                      <a:pt x="0" y="49"/>
                    </a:cubicBezTo>
                    <a:cubicBezTo>
                      <a:pt x="0" y="51"/>
                      <a:pt x="2" y="51"/>
                      <a:pt x="3" y="51"/>
                    </a:cubicBezTo>
                    <a:cubicBezTo>
                      <a:pt x="4" y="51"/>
                      <a:pt x="4" y="51"/>
                      <a:pt x="4" y="51"/>
                    </a:cubicBezTo>
                    <a:cubicBezTo>
                      <a:pt x="4" y="51"/>
                      <a:pt x="4" y="51"/>
                      <a:pt x="4" y="51"/>
                    </a:cubicBezTo>
                    <a:cubicBezTo>
                      <a:pt x="5" y="51"/>
                      <a:pt x="5" y="51"/>
                      <a:pt x="5" y="51"/>
                    </a:cubicBezTo>
                    <a:cubicBezTo>
                      <a:pt x="4" y="51"/>
                      <a:pt x="4" y="51"/>
                      <a:pt x="4" y="51"/>
                    </a:cubicBezTo>
                    <a:cubicBezTo>
                      <a:pt x="4" y="51"/>
                      <a:pt x="3" y="49"/>
                      <a:pt x="3" y="48"/>
                    </a:cubicBezTo>
                    <a:cubicBezTo>
                      <a:pt x="3" y="48"/>
                      <a:pt x="3" y="48"/>
                      <a:pt x="3" y="48"/>
                    </a:cubicBezTo>
                    <a:cubicBezTo>
                      <a:pt x="3" y="47"/>
                      <a:pt x="5" y="45"/>
                      <a:pt x="6" y="43"/>
                    </a:cubicBezTo>
                    <a:cubicBezTo>
                      <a:pt x="6" y="42"/>
                      <a:pt x="6" y="42"/>
                      <a:pt x="6" y="42"/>
                    </a:cubicBezTo>
                    <a:cubicBezTo>
                      <a:pt x="6" y="40"/>
                      <a:pt x="4" y="39"/>
                      <a:pt x="3" y="39"/>
                    </a:cubicBezTo>
                    <a:cubicBezTo>
                      <a:pt x="3" y="38"/>
                      <a:pt x="3" y="38"/>
                      <a:pt x="3" y="38"/>
                    </a:cubicBezTo>
                    <a:cubicBezTo>
                      <a:pt x="3" y="38"/>
                      <a:pt x="3" y="38"/>
                      <a:pt x="3" y="38"/>
                    </a:cubicBezTo>
                    <a:cubicBezTo>
                      <a:pt x="3"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6" y="36"/>
                      <a:pt x="6" y="36"/>
                      <a:pt x="6" y="36"/>
                    </a:cubicBezTo>
                    <a:cubicBezTo>
                      <a:pt x="7" y="36"/>
                      <a:pt x="7" y="36"/>
                      <a:pt x="7" y="36"/>
                    </a:cubicBezTo>
                    <a:cubicBezTo>
                      <a:pt x="7" y="37"/>
                      <a:pt x="7" y="37"/>
                      <a:pt x="7" y="37"/>
                    </a:cubicBezTo>
                    <a:cubicBezTo>
                      <a:pt x="7" y="38"/>
                      <a:pt x="7" y="38"/>
                      <a:pt x="7" y="38"/>
                    </a:cubicBezTo>
                    <a:cubicBezTo>
                      <a:pt x="7" y="38"/>
                      <a:pt x="7" y="38"/>
                      <a:pt x="7" y="38"/>
                    </a:cubicBezTo>
                    <a:cubicBezTo>
                      <a:pt x="8" y="38"/>
                      <a:pt x="8" y="38"/>
                      <a:pt x="8" y="38"/>
                    </a:cubicBezTo>
                    <a:cubicBezTo>
                      <a:pt x="9" y="39"/>
                      <a:pt x="9" y="40"/>
                      <a:pt x="9" y="41"/>
                    </a:cubicBezTo>
                    <a:cubicBezTo>
                      <a:pt x="9" y="41"/>
                      <a:pt x="9" y="41"/>
                      <a:pt x="9" y="41"/>
                    </a:cubicBezTo>
                    <a:cubicBezTo>
                      <a:pt x="9" y="48"/>
                      <a:pt x="1" y="54"/>
                      <a:pt x="1" y="59"/>
                    </a:cubicBezTo>
                    <a:cubicBezTo>
                      <a:pt x="1" y="62"/>
                      <a:pt x="4" y="65"/>
                      <a:pt x="5" y="66"/>
                    </a:cubicBezTo>
                    <a:cubicBezTo>
                      <a:pt x="4" y="68"/>
                      <a:pt x="4" y="68"/>
                      <a:pt x="4" y="68"/>
                    </a:cubicBezTo>
                    <a:cubicBezTo>
                      <a:pt x="4" y="68"/>
                      <a:pt x="4" y="68"/>
                      <a:pt x="4" y="68"/>
                    </a:cubicBezTo>
                    <a:cubicBezTo>
                      <a:pt x="5" y="69"/>
                      <a:pt x="5" y="69"/>
                      <a:pt x="5" y="69"/>
                    </a:cubicBezTo>
                    <a:cubicBezTo>
                      <a:pt x="5" y="70"/>
                      <a:pt x="5" y="70"/>
                      <a:pt x="5" y="70"/>
                    </a:cubicBezTo>
                    <a:cubicBezTo>
                      <a:pt x="6" y="70"/>
                      <a:pt x="6" y="70"/>
                      <a:pt x="6" y="70"/>
                    </a:cubicBezTo>
                    <a:cubicBezTo>
                      <a:pt x="5" y="71"/>
                      <a:pt x="5" y="71"/>
                      <a:pt x="5" y="71"/>
                    </a:cubicBezTo>
                    <a:cubicBezTo>
                      <a:pt x="5" y="72"/>
                      <a:pt x="5" y="72"/>
                      <a:pt x="5" y="72"/>
                    </a:cubicBezTo>
                    <a:cubicBezTo>
                      <a:pt x="6" y="72"/>
                      <a:pt x="6" y="72"/>
                      <a:pt x="6" y="72"/>
                    </a:cubicBezTo>
                    <a:cubicBezTo>
                      <a:pt x="6" y="73"/>
                      <a:pt x="6" y="73"/>
                      <a:pt x="6" y="73"/>
                    </a:cubicBezTo>
                    <a:cubicBezTo>
                      <a:pt x="6" y="73"/>
                      <a:pt x="6" y="73"/>
                      <a:pt x="6" y="73"/>
                    </a:cubicBezTo>
                    <a:cubicBezTo>
                      <a:pt x="7" y="73"/>
                      <a:pt x="7" y="73"/>
                      <a:pt x="7" y="73"/>
                    </a:cubicBezTo>
                    <a:cubicBezTo>
                      <a:pt x="7" y="74"/>
                      <a:pt x="7" y="74"/>
                      <a:pt x="7" y="74"/>
                    </a:cubicBezTo>
                    <a:cubicBezTo>
                      <a:pt x="7" y="75"/>
                      <a:pt x="7" y="75"/>
                      <a:pt x="7" y="75"/>
                    </a:cubicBezTo>
                    <a:cubicBezTo>
                      <a:pt x="8" y="75"/>
                      <a:pt x="8" y="75"/>
                      <a:pt x="8" y="75"/>
                    </a:cubicBezTo>
                    <a:cubicBezTo>
                      <a:pt x="7" y="77"/>
                      <a:pt x="7" y="77"/>
                      <a:pt x="7" y="77"/>
                    </a:cubicBezTo>
                    <a:cubicBezTo>
                      <a:pt x="7" y="77"/>
                      <a:pt x="7" y="77"/>
                      <a:pt x="7" y="77"/>
                    </a:cubicBezTo>
                    <a:cubicBezTo>
                      <a:pt x="8" y="77"/>
                      <a:pt x="8" y="77"/>
                      <a:pt x="8" y="77"/>
                    </a:cubicBezTo>
                    <a:cubicBezTo>
                      <a:pt x="8" y="79"/>
                      <a:pt x="8" y="79"/>
                      <a:pt x="8" y="79"/>
                    </a:cubicBezTo>
                    <a:cubicBezTo>
                      <a:pt x="6" y="82"/>
                      <a:pt x="6" y="82"/>
                      <a:pt x="6" y="82"/>
                    </a:cubicBezTo>
                    <a:cubicBezTo>
                      <a:pt x="6" y="83"/>
                      <a:pt x="7" y="84"/>
                      <a:pt x="7" y="86"/>
                    </a:cubicBezTo>
                    <a:cubicBezTo>
                      <a:pt x="7" y="87"/>
                      <a:pt x="6" y="88"/>
                      <a:pt x="6" y="88"/>
                    </a:cubicBezTo>
                    <a:cubicBezTo>
                      <a:pt x="5" y="93"/>
                      <a:pt x="5" y="93"/>
                      <a:pt x="5" y="93"/>
                    </a:cubicBezTo>
                    <a:cubicBezTo>
                      <a:pt x="6" y="95"/>
                      <a:pt x="6" y="95"/>
                      <a:pt x="6" y="95"/>
                    </a:cubicBezTo>
                    <a:cubicBezTo>
                      <a:pt x="6" y="99"/>
                      <a:pt x="6" y="99"/>
                      <a:pt x="6" y="99"/>
                    </a:cubicBezTo>
                    <a:cubicBezTo>
                      <a:pt x="7" y="100"/>
                      <a:pt x="8" y="100"/>
                      <a:pt x="9" y="100"/>
                    </a:cubicBezTo>
                    <a:cubicBezTo>
                      <a:pt x="10" y="100"/>
                      <a:pt x="10" y="100"/>
                      <a:pt x="10" y="100"/>
                    </a:cubicBezTo>
                    <a:cubicBezTo>
                      <a:pt x="11" y="100"/>
                      <a:pt x="12" y="100"/>
                      <a:pt x="13" y="100"/>
                    </a:cubicBezTo>
                    <a:cubicBezTo>
                      <a:pt x="15" y="100"/>
                      <a:pt x="16" y="99"/>
                      <a:pt x="17" y="98"/>
                    </a:cubicBezTo>
                    <a:cubicBezTo>
                      <a:pt x="19" y="97"/>
                      <a:pt x="19" y="97"/>
                      <a:pt x="19" y="97"/>
                    </a:cubicBezTo>
                    <a:cubicBezTo>
                      <a:pt x="18" y="97"/>
                      <a:pt x="18" y="97"/>
                      <a:pt x="18" y="97"/>
                    </a:cubicBezTo>
                    <a:cubicBezTo>
                      <a:pt x="17" y="95"/>
                      <a:pt x="17" y="95"/>
                      <a:pt x="17" y="95"/>
                    </a:cubicBezTo>
                    <a:cubicBezTo>
                      <a:pt x="15" y="95"/>
                      <a:pt x="15" y="95"/>
                      <a:pt x="15" y="95"/>
                    </a:cubicBezTo>
                    <a:cubicBezTo>
                      <a:pt x="15" y="95"/>
                      <a:pt x="15" y="95"/>
                      <a:pt x="15" y="95"/>
                    </a:cubicBezTo>
                    <a:cubicBezTo>
                      <a:pt x="14" y="95"/>
                      <a:pt x="14" y="95"/>
                      <a:pt x="14" y="95"/>
                    </a:cubicBezTo>
                    <a:cubicBezTo>
                      <a:pt x="14" y="95"/>
                      <a:pt x="14" y="95"/>
                      <a:pt x="14" y="95"/>
                    </a:cubicBezTo>
                    <a:cubicBezTo>
                      <a:pt x="14" y="95"/>
                      <a:pt x="14" y="95"/>
                      <a:pt x="14" y="95"/>
                    </a:cubicBezTo>
                    <a:cubicBezTo>
                      <a:pt x="13" y="95"/>
                      <a:pt x="12" y="96"/>
                      <a:pt x="11" y="96"/>
                    </a:cubicBezTo>
                    <a:cubicBezTo>
                      <a:pt x="11" y="96"/>
                      <a:pt x="11" y="96"/>
                      <a:pt x="11" y="96"/>
                    </a:cubicBezTo>
                    <a:cubicBezTo>
                      <a:pt x="10" y="96"/>
                      <a:pt x="10" y="94"/>
                      <a:pt x="10" y="93"/>
                    </a:cubicBezTo>
                    <a:cubicBezTo>
                      <a:pt x="10" y="92"/>
                      <a:pt x="10" y="92"/>
                      <a:pt x="10" y="92"/>
                    </a:cubicBezTo>
                    <a:cubicBezTo>
                      <a:pt x="10" y="91"/>
                      <a:pt x="10" y="91"/>
                      <a:pt x="10" y="90"/>
                    </a:cubicBezTo>
                    <a:cubicBezTo>
                      <a:pt x="11" y="89"/>
                      <a:pt x="11" y="88"/>
                      <a:pt x="11" y="87"/>
                    </a:cubicBezTo>
                    <a:cubicBezTo>
                      <a:pt x="11" y="86"/>
                      <a:pt x="11" y="86"/>
                      <a:pt x="11" y="86"/>
                    </a:cubicBezTo>
                    <a:cubicBezTo>
                      <a:pt x="11" y="85"/>
                      <a:pt x="11" y="85"/>
                      <a:pt x="12" y="84"/>
                    </a:cubicBezTo>
                    <a:cubicBezTo>
                      <a:pt x="13" y="83"/>
                      <a:pt x="12" y="82"/>
                      <a:pt x="13" y="81"/>
                    </a:cubicBezTo>
                    <a:cubicBezTo>
                      <a:pt x="13" y="80"/>
                      <a:pt x="13" y="79"/>
                      <a:pt x="14" y="78"/>
                    </a:cubicBezTo>
                    <a:cubicBezTo>
                      <a:pt x="15" y="77"/>
                      <a:pt x="16" y="75"/>
                      <a:pt x="17" y="74"/>
                    </a:cubicBezTo>
                    <a:cubicBezTo>
                      <a:pt x="17" y="72"/>
                      <a:pt x="17" y="72"/>
                      <a:pt x="17" y="72"/>
                    </a:cubicBezTo>
                    <a:cubicBezTo>
                      <a:pt x="18" y="70"/>
                      <a:pt x="18" y="70"/>
                      <a:pt x="18" y="70"/>
                    </a:cubicBezTo>
                    <a:cubicBezTo>
                      <a:pt x="19" y="70"/>
                      <a:pt x="19" y="70"/>
                      <a:pt x="19" y="70"/>
                    </a:cubicBezTo>
                    <a:cubicBezTo>
                      <a:pt x="19" y="69"/>
                      <a:pt x="20" y="69"/>
                      <a:pt x="20" y="68"/>
                    </a:cubicBezTo>
                    <a:cubicBezTo>
                      <a:pt x="22" y="67"/>
                      <a:pt x="22" y="67"/>
                      <a:pt x="22" y="67"/>
                    </a:cubicBezTo>
                    <a:cubicBezTo>
                      <a:pt x="22" y="68"/>
                      <a:pt x="22" y="68"/>
                      <a:pt x="22" y="68"/>
                    </a:cubicBezTo>
                    <a:cubicBezTo>
                      <a:pt x="22" y="68"/>
                      <a:pt x="22" y="68"/>
                      <a:pt x="22" y="68"/>
                    </a:cubicBezTo>
                    <a:cubicBezTo>
                      <a:pt x="22" y="68"/>
                      <a:pt x="22" y="68"/>
                      <a:pt x="22" y="68"/>
                    </a:cubicBezTo>
                    <a:cubicBezTo>
                      <a:pt x="22" y="68"/>
                      <a:pt x="22" y="68"/>
                      <a:pt x="22" y="68"/>
                    </a:cubicBezTo>
                    <a:cubicBezTo>
                      <a:pt x="21" y="69"/>
                      <a:pt x="21" y="69"/>
                      <a:pt x="21" y="69"/>
                    </a:cubicBezTo>
                    <a:cubicBezTo>
                      <a:pt x="20" y="71"/>
                      <a:pt x="20" y="71"/>
                      <a:pt x="20" y="71"/>
                    </a:cubicBezTo>
                    <a:cubicBezTo>
                      <a:pt x="20" y="72"/>
                      <a:pt x="20" y="72"/>
                      <a:pt x="20" y="72"/>
                    </a:cubicBezTo>
                    <a:cubicBezTo>
                      <a:pt x="20" y="74"/>
                      <a:pt x="20" y="74"/>
                      <a:pt x="20" y="74"/>
                    </a:cubicBezTo>
                    <a:cubicBezTo>
                      <a:pt x="22" y="75"/>
                      <a:pt x="22" y="75"/>
                      <a:pt x="22" y="75"/>
                    </a:cubicBezTo>
                    <a:cubicBezTo>
                      <a:pt x="24" y="76"/>
                      <a:pt x="24" y="76"/>
                      <a:pt x="24" y="76"/>
                    </a:cubicBezTo>
                    <a:cubicBezTo>
                      <a:pt x="25" y="78"/>
                      <a:pt x="25" y="78"/>
                      <a:pt x="25" y="78"/>
                    </a:cubicBezTo>
                    <a:cubicBezTo>
                      <a:pt x="27" y="79"/>
                      <a:pt x="27" y="79"/>
                      <a:pt x="27" y="79"/>
                    </a:cubicBezTo>
                    <a:cubicBezTo>
                      <a:pt x="28" y="81"/>
                      <a:pt x="28" y="81"/>
                      <a:pt x="28" y="81"/>
                    </a:cubicBezTo>
                    <a:cubicBezTo>
                      <a:pt x="28" y="82"/>
                      <a:pt x="29" y="83"/>
                      <a:pt x="31" y="83"/>
                    </a:cubicBezTo>
                    <a:cubicBezTo>
                      <a:pt x="32" y="83"/>
                      <a:pt x="34" y="80"/>
                      <a:pt x="34" y="79"/>
                    </a:cubicBezTo>
                    <a:cubicBezTo>
                      <a:pt x="35" y="78"/>
                      <a:pt x="36" y="76"/>
                      <a:pt x="36" y="75"/>
                    </a:cubicBezTo>
                    <a:cubicBezTo>
                      <a:pt x="35" y="72"/>
                      <a:pt x="35" y="72"/>
                      <a:pt x="35" y="72"/>
                    </a:cubicBezTo>
                    <a:cubicBezTo>
                      <a:pt x="35" y="72"/>
                      <a:pt x="35" y="72"/>
                      <a:pt x="35" y="72"/>
                    </a:cubicBezTo>
                    <a:cubicBezTo>
                      <a:pt x="35" y="72"/>
                      <a:pt x="35" y="72"/>
                      <a:pt x="35" y="72"/>
                    </a:cubicBezTo>
                    <a:cubicBezTo>
                      <a:pt x="34" y="73"/>
                      <a:pt x="34" y="73"/>
                      <a:pt x="34" y="73"/>
                    </a:cubicBezTo>
                    <a:cubicBezTo>
                      <a:pt x="33" y="74"/>
                      <a:pt x="33" y="74"/>
                      <a:pt x="33" y="74"/>
                    </a:cubicBezTo>
                    <a:cubicBezTo>
                      <a:pt x="31" y="75"/>
                      <a:pt x="31" y="75"/>
                      <a:pt x="31" y="75"/>
                    </a:cubicBezTo>
                    <a:cubicBezTo>
                      <a:pt x="31" y="77"/>
                      <a:pt x="31" y="77"/>
                      <a:pt x="31" y="77"/>
                    </a:cubicBezTo>
                    <a:cubicBezTo>
                      <a:pt x="31" y="77"/>
                      <a:pt x="31" y="77"/>
                      <a:pt x="31" y="77"/>
                    </a:cubicBezTo>
                    <a:cubicBezTo>
                      <a:pt x="30" y="76"/>
                      <a:pt x="30" y="76"/>
                      <a:pt x="30" y="76"/>
                    </a:cubicBezTo>
                    <a:cubicBezTo>
                      <a:pt x="29" y="76"/>
                      <a:pt x="27" y="74"/>
                      <a:pt x="27" y="73"/>
                    </a:cubicBezTo>
                    <a:cubicBezTo>
                      <a:pt x="26" y="72"/>
                      <a:pt x="25" y="71"/>
                      <a:pt x="25" y="70"/>
                    </a:cubicBezTo>
                    <a:cubicBezTo>
                      <a:pt x="26" y="69"/>
                      <a:pt x="26" y="69"/>
                      <a:pt x="26" y="69"/>
                    </a:cubicBezTo>
                    <a:cubicBezTo>
                      <a:pt x="27" y="68"/>
                      <a:pt x="29" y="66"/>
                      <a:pt x="30" y="65"/>
                    </a:cubicBezTo>
                    <a:cubicBezTo>
                      <a:pt x="31" y="64"/>
                      <a:pt x="31" y="64"/>
                      <a:pt x="31" y="64"/>
                    </a:cubicBezTo>
                    <a:cubicBezTo>
                      <a:pt x="31" y="63"/>
                      <a:pt x="31" y="63"/>
                      <a:pt x="31" y="63"/>
                    </a:cubicBezTo>
                    <a:cubicBezTo>
                      <a:pt x="31" y="62"/>
                      <a:pt x="32" y="61"/>
                      <a:pt x="32" y="61"/>
                    </a:cubicBezTo>
                    <a:cubicBezTo>
                      <a:pt x="31" y="57"/>
                      <a:pt x="29" y="56"/>
                      <a:pt x="27" y="56"/>
                    </a:cubicBezTo>
                    <a:cubicBezTo>
                      <a:pt x="25" y="56"/>
                      <a:pt x="25" y="56"/>
                      <a:pt x="25" y="56"/>
                    </a:cubicBezTo>
                    <a:cubicBezTo>
                      <a:pt x="25" y="56"/>
                      <a:pt x="25" y="56"/>
                      <a:pt x="25" y="56"/>
                    </a:cubicBezTo>
                    <a:cubicBezTo>
                      <a:pt x="27" y="54"/>
                      <a:pt x="27" y="54"/>
                      <a:pt x="27" y="54"/>
                    </a:cubicBezTo>
                    <a:cubicBezTo>
                      <a:pt x="28" y="53"/>
                      <a:pt x="28" y="53"/>
                      <a:pt x="28" y="53"/>
                    </a:cubicBezTo>
                    <a:cubicBezTo>
                      <a:pt x="29" y="52"/>
                      <a:pt x="29" y="52"/>
                      <a:pt x="29" y="52"/>
                    </a:cubicBezTo>
                    <a:cubicBezTo>
                      <a:pt x="29" y="52"/>
                      <a:pt x="29" y="52"/>
                      <a:pt x="29" y="52"/>
                    </a:cubicBezTo>
                    <a:cubicBezTo>
                      <a:pt x="29" y="52"/>
                      <a:pt x="29" y="52"/>
                      <a:pt x="29" y="52"/>
                    </a:cubicBezTo>
                    <a:cubicBezTo>
                      <a:pt x="29" y="51"/>
                      <a:pt x="29" y="51"/>
                      <a:pt x="29" y="51"/>
                    </a:cubicBezTo>
                    <a:cubicBezTo>
                      <a:pt x="31" y="52"/>
                      <a:pt x="32" y="56"/>
                      <a:pt x="32" y="56"/>
                    </a:cubicBezTo>
                    <a:cubicBezTo>
                      <a:pt x="32" y="57"/>
                      <a:pt x="32" y="57"/>
                      <a:pt x="32" y="57"/>
                    </a:cubicBezTo>
                    <a:cubicBezTo>
                      <a:pt x="33" y="56"/>
                      <a:pt x="33" y="56"/>
                      <a:pt x="33" y="56"/>
                    </a:cubicBezTo>
                    <a:cubicBezTo>
                      <a:pt x="33" y="55"/>
                      <a:pt x="34" y="54"/>
                      <a:pt x="34" y="53"/>
                    </a:cubicBezTo>
                    <a:cubicBezTo>
                      <a:pt x="35" y="54"/>
                      <a:pt x="35" y="54"/>
                      <a:pt x="35" y="54"/>
                    </a:cubicBezTo>
                    <a:cubicBezTo>
                      <a:pt x="36" y="54"/>
                      <a:pt x="37" y="54"/>
                      <a:pt x="38" y="55"/>
                    </a:cubicBezTo>
                    <a:cubicBezTo>
                      <a:pt x="39" y="55"/>
                      <a:pt x="39" y="55"/>
                      <a:pt x="39" y="56"/>
                    </a:cubicBezTo>
                    <a:cubicBezTo>
                      <a:pt x="39" y="57"/>
                      <a:pt x="39" y="57"/>
                      <a:pt x="39" y="57"/>
                    </a:cubicBezTo>
                    <a:cubicBezTo>
                      <a:pt x="38" y="58"/>
                      <a:pt x="38" y="58"/>
                      <a:pt x="38" y="58"/>
                    </a:cubicBezTo>
                    <a:cubicBezTo>
                      <a:pt x="37" y="60"/>
                      <a:pt x="37" y="60"/>
                      <a:pt x="37" y="60"/>
                    </a:cubicBezTo>
                    <a:cubicBezTo>
                      <a:pt x="37" y="60"/>
                      <a:pt x="37" y="60"/>
                      <a:pt x="37" y="60"/>
                    </a:cubicBezTo>
                    <a:cubicBezTo>
                      <a:pt x="37" y="61"/>
                      <a:pt x="37" y="61"/>
                      <a:pt x="37" y="61"/>
                    </a:cubicBezTo>
                    <a:cubicBezTo>
                      <a:pt x="38" y="62"/>
                      <a:pt x="38" y="62"/>
                      <a:pt x="38" y="62"/>
                    </a:cubicBezTo>
                    <a:cubicBezTo>
                      <a:pt x="38" y="63"/>
                      <a:pt x="38" y="63"/>
                      <a:pt x="38" y="63"/>
                    </a:cubicBezTo>
                    <a:cubicBezTo>
                      <a:pt x="39" y="63"/>
                      <a:pt x="39" y="63"/>
                      <a:pt x="39" y="63"/>
                    </a:cubicBezTo>
                    <a:cubicBezTo>
                      <a:pt x="39" y="63"/>
                      <a:pt x="39" y="63"/>
                      <a:pt x="39" y="63"/>
                    </a:cubicBezTo>
                    <a:cubicBezTo>
                      <a:pt x="39" y="62"/>
                      <a:pt x="39" y="62"/>
                      <a:pt x="39" y="62"/>
                    </a:cubicBezTo>
                    <a:cubicBezTo>
                      <a:pt x="39" y="62"/>
                      <a:pt x="39" y="62"/>
                      <a:pt x="39" y="62"/>
                    </a:cubicBezTo>
                    <a:cubicBezTo>
                      <a:pt x="39" y="61"/>
                      <a:pt x="39" y="61"/>
                      <a:pt x="39" y="61"/>
                    </a:cubicBezTo>
                    <a:cubicBezTo>
                      <a:pt x="39" y="61"/>
                      <a:pt x="39" y="61"/>
                      <a:pt x="39" y="61"/>
                    </a:cubicBezTo>
                    <a:cubicBezTo>
                      <a:pt x="40" y="61"/>
                      <a:pt x="40" y="61"/>
                      <a:pt x="40" y="61"/>
                    </a:cubicBezTo>
                    <a:cubicBezTo>
                      <a:pt x="40" y="58"/>
                      <a:pt x="40" y="58"/>
                      <a:pt x="40" y="58"/>
                    </a:cubicBezTo>
                    <a:cubicBezTo>
                      <a:pt x="41" y="55"/>
                      <a:pt x="41" y="55"/>
                      <a:pt x="41" y="55"/>
                    </a:cubicBezTo>
                    <a:cubicBezTo>
                      <a:pt x="42" y="54"/>
                      <a:pt x="43" y="52"/>
                      <a:pt x="43" y="52"/>
                    </a:cubicBezTo>
                    <a:cubicBezTo>
                      <a:pt x="43" y="49"/>
                      <a:pt x="43" y="49"/>
                      <a:pt x="43" y="49"/>
                    </a:cubicBezTo>
                    <a:cubicBezTo>
                      <a:pt x="44" y="47"/>
                      <a:pt x="44" y="47"/>
                      <a:pt x="44" y="47"/>
                    </a:cubicBezTo>
                    <a:cubicBezTo>
                      <a:pt x="44" y="46"/>
                      <a:pt x="44" y="46"/>
                      <a:pt x="44" y="46"/>
                    </a:cubicBezTo>
                    <a:cubicBezTo>
                      <a:pt x="44" y="46"/>
                      <a:pt x="44" y="46"/>
                      <a:pt x="44" y="46"/>
                    </a:cubicBezTo>
                    <a:cubicBezTo>
                      <a:pt x="44" y="46"/>
                      <a:pt x="44" y="46"/>
                      <a:pt x="44" y="46"/>
                    </a:cubicBezTo>
                    <a:cubicBezTo>
                      <a:pt x="44" y="46"/>
                      <a:pt x="44" y="46"/>
                      <a:pt x="44" y="46"/>
                    </a:cubicBezTo>
                    <a:cubicBezTo>
                      <a:pt x="45" y="46"/>
                      <a:pt x="45" y="46"/>
                      <a:pt x="45" y="46"/>
                    </a:cubicBezTo>
                    <a:cubicBezTo>
                      <a:pt x="44" y="45"/>
                      <a:pt x="44" y="45"/>
                      <a:pt x="44" y="45"/>
                    </a:cubicBezTo>
                    <a:cubicBezTo>
                      <a:pt x="43" y="45"/>
                      <a:pt x="43" y="45"/>
                      <a:pt x="43" y="45"/>
                    </a:cubicBezTo>
                    <a:cubicBezTo>
                      <a:pt x="43" y="45"/>
                      <a:pt x="43" y="45"/>
                      <a:pt x="43" y="45"/>
                    </a:cubicBezTo>
                    <a:cubicBezTo>
                      <a:pt x="43" y="45"/>
                      <a:pt x="43" y="45"/>
                      <a:pt x="43" y="45"/>
                    </a:cubicBezTo>
                    <a:cubicBezTo>
                      <a:pt x="41" y="45"/>
                      <a:pt x="41" y="45"/>
                      <a:pt x="41" y="45"/>
                    </a:cubicBezTo>
                    <a:cubicBezTo>
                      <a:pt x="41" y="45"/>
                      <a:pt x="41" y="45"/>
                      <a:pt x="41" y="45"/>
                    </a:cubicBezTo>
                    <a:cubicBezTo>
                      <a:pt x="40" y="47"/>
                      <a:pt x="40" y="47"/>
                      <a:pt x="40" y="47"/>
                    </a:cubicBezTo>
                    <a:cubicBezTo>
                      <a:pt x="40" y="47"/>
                      <a:pt x="40" y="47"/>
                      <a:pt x="40"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9" y="49"/>
                      <a:pt x="39" y="49"/>
                      <a:pt x="39" y="49"/>
                    </a:cubicBezTo>
                    <a:cubicBezTo>
                      <a:pt x="40" y="50"/>
                      <a:pt x="40" y="50"/>
                      <a:pt x="40" y="50"/>
                    </a:cubicBezTo>
                    <a:cubicBezTo>
                      <a:pt x="40" y="52"/>
                      <a:pt x="40" y="52"/>
                      <a:pt x="40" y="52"/>
                    </a:cubicBezTo>
                    <a:cubicBezTo>
                      <a:pt x="40" y="52"/>
                      <a:pt x="40" y="52"/>
                      <a:pt x="40" y="52"/>
                    </a:cubicBezTo>
                    <a:cubicBezTo>
                      <a:pt x="39" y="52"/>
                      <a:pt x="39" y="52"/>
                      <a:pt x="39" y="52"/>
                    </a:cubicBezTo>
                    <a:cubicBezTo>
                      <a:pt x="39" y="52"/>
                      <a:pt x="39" y="52"/>
                      <a:pt x="39" y="52"/>
                    </a:cubicBezTo>
                    <a:cubicBezTo>
                      <a:pt x="39" y="52"/>
                      <a:pt x="39" y="52"/>
                      <a:pt x="39" y="52"/>
                    </a:cubicBezTo>
                    <a:cubicBezTo>
                      <a:pt x="38" y="52"/>
                      <a:pt x="38" y="52"/>
                      <a:pt x="38" y="52"/>
                    </a:cubicBezTo>
                    <a:cubicBezTo>
                      <a:pt x="38" y="52"/>
                      <a:pt x="36" y="51"/>
                      <a:pt x="35" y="50"/>
                    </a:cubicBezTo>
                    <a:cubicBezTo>
                      <a:pt x="35" y="49"/>
                      <a:pt x="35" y="49"/>
                      <a:pt x="35" y="49"/>
                    </a:cubicBezTo>
                    <a:cubicBezTo>
                      <a:pt x="36" y="47"/>
                      <a:pt x="36" y="47"/>
                      <a:pt x="36" y="47"/>
                    </a:cubicBezTo>
                    <a:cubicBezTo>
                      <a:pt x="37" y="47"/>
                      <a:pt x="37" y="47"/>
                      <a:pt x="37" y="47"/>
                    </a:cubicBezTo>
                    <a:cubicBezTo>
                      <a:pt x="36" y="47"/>
                      <a:pt x="36" y="47"/>
                      <a:pt x="36" y="47"/>
                    </a:cubicBezTo>
                    <a:cubicBezTo>
                      <a:pt x="36" y="47"/>
                      <a:pt x="36" y="47"/>
                      <a:pt x="36" y="47"/>
                    </a:cubicBezTo>
                    <a:cubicBezTo>
                      <a:pt x="35" y="47"/>
                      <a:pt x="34" y="47"/>
                      <a:pt x="33" y="47"/>
                    </a:cubicBezTo>
                    <a:cubicBezTo>
                      <a:pt x="34" y="46"/>
                      <a:pt x="35" y="45"/>
                      <a:pt x="36" y="43"/>
                    </a:cubicBezTo>
                    <a:cubicBezTo>
                      <a:pt x="37" y="40"/>
                      <a:pt x="37" y="40"/>
                      <a:pt x="37" y="40"/>
                    </a:cubicBezTo>
                    <a:cubicBezTo>
                      <a:pt x="40" y="38"/>
                      <a:pt x="40" y="38"/>
                      <a:pt x="40" y="38"/>
                    </a:cubicBezTo>
                    <a:cubicBezTo>
                      <a:pt x="41" y="38"/>
                      <a:pt x="41" y="37"/>
                      <a:pt x="41" y="36"/>
                    </a:cubicBezTo>
                    <a:cubicBezTo>
                      <a:pt x="41" y="35"/>
                      <a:pt x="41" y="33"/>
                      <a:pt x="42" y="33"/>
                    </a:cubicBezTo>
                    <a:cubicBezTo>
                      <a:pt x="43" y="32"/>
                      <a:pt x="43" y="32"/>
                      <a:pt x="43" y="32"/>
                    </a:cubicBezTo>
                    <a:cubicBezTo>
                      <a:pt x="44" y="32"/>
                      <a:pt x="45" y="34"/>
                      <a:pt x="45" y="34"/>
                    </a:cubicBezTo>
                    <a:cubicBezTo>
                      <a:pt x="45" y="34"/>
                      <a:pt x="45" y="34"/>
                      <a:pt x="45" y="34"/>
                    </a:cubicBezTo>
                    <a:cubicBezTo>
                      <a:pt x="45" y="31"/>
                      <a:pt x="44" y="30"/>
                      <a:pt x="43" y="30"/>
                    </a:cubicBezTo>
                    <a:cubicBezTo>
                      <a:pt x="43" y="29"/>
                      <a:pt x="43" y="29"/>
                      <a:pt x="43" y="29"/>
                    </a:cubicBezTo>
                    <a:cubicBezTo>
                      <a:pt x="43" y="28"/>
                      <a:pt x="44" y="27"/>
                      <a:pt x="44" y="26"/>
                    </a:cubicBezTo>
                    <a:cubicBezTo>
                      <a:pt x="45" y="24"/>
                      <a:pt x="45" y="24"/>
                      <a:pt x="45" y="24"/>
                    </a:cubicBezTo>
                    <a:cubicBezTo>
                      <a:pt x="45" y="24"/>
                      <a:pt x="45" y="24"/>
                      <a:pt x="45" y="24"/>
                    </a:cubicBezTo>
                    <a:cubicBezTo>
                      <a:pt x="45" y="26"/>
                      <a:pt x="45" y="26"/>
                      <a:pt x="45" y="26"/>
                    </a:cubicBezTo>
                    <a:cubicBezTo>
                      <a:pt x="46" y="28"/>
                      <a:pt x="46" y="28"/>
                      <a:pt x="46" y="28"/>
                    </a:cubicBezTo>
                    <a:cubicBezTo>
                      <a:pt x="46" y="28"/>
                      <a:pt x="46" y="28"/>
                      <a:pt x="46" y="28"/>
                    </a:cubicBezTo>
                    <a:cubicBezTo>
                      <a:pt x="48" y="29"/>
                      <a:pt x="48" y="29"/>
                      <a:pt x="48" y="29"/>
                    </a:cubicBezTo>
                    <a:cubicBezTo>
                      <a:pt x="48" y="29"/>
                      <a:pt x="48" y="29"/>
                      <a:pt x="48" y="29"/>
                    </a:cubicBezTo>
                    <a:cubicBezTo>
                      <a:pt x="48" y="29"/>
                      <a:pt x="48" y="29"/>
                      <a:pt x="48" y="29"/>
                    </a:cubicBezTo>
                    <a:cubicBezTo>
                      <a:pt x="48" y="28"/>
                      <a:pt x="48" y="28"/>
                      <a:pt x="48" y="28"/>
                    </a:cubicBezTo>
                    <a:cubicBezTo>
                      <a:pt x="48" y="28"/>
                      <a:pt x="48" y="28"/>
                      <a:pt x="48" y="28"/>
                    </a:cubicBezTo>
                    <a:cubicBezTo>
                      <a:pt x="48" y="28"/>
                      <a:pt x="48" y="28"/>
                      <a:pt x="48" y="28"/>
                    </a:cubicBezTo>
                    <a:cubicBezTo>
                      <a:pt x="48" y="27"/>
                      <a:pt x="48" y="27"/>
                      <a:pt x="48" y="27"/>
                    </a:cubicBezTo>
                    <a:cubicBezTo>
                      <a:pt x="48" y="27"/>
                      <a:pt x="48" y="27"/>
                      <a:pt x="48" y="27"/>
                    </a:cubicBezTo>
                    <a:cubicBezTo>
                      <a:pt x="47" y="25"/>
                      <a:pt x="47" y="25"/>
                      <a:pt x="47" y="25"/>
                    </a:cubicBezTo>
                    <a:cubicBezTo>
                      <a:pt x="46" y="21"/>
                      <a:pt x="46" y="21"/>
                      <a:pt x="46" y="21"/>
                    </a:cubicBezTo>
                    <a:cubicBezTo>
                      <a:pt x="46" y="20"/>
                      <a:pt x="46" y="20"/>
                      <a:pt x="46" y="20"/>
                    </a:cubicBezTo>
                    <a:cubicBezTo>
                      <a:pt x="46" y="19"/>
                      <a:pt x="47" y="18"/>
                      <a:pt x="47" y="18"/>
                    </a:cubicBezTo>
                    <a:cubicBezTo>
                      <a:pt x="48" y="15"/>
                      <a:pt x="48" y="15"/>
                      <a:pt x="48" y="15"/>
                    </a:cubicBezTo>
                    <a:cubicBezTo>
                      <a:pt x="48" y="14"/>
                      <a:pt x="48" y="14"/>
                      <a:pt x="48" y="14"/>
                    </a:cubicBezTo>
                    <a:cubicBezTo>
                      <a:pt x="48" y="13"/>
                      <a:pt x="48" y="13"/>
                      <a:pt x="48" y="13"/>
                    </a:cubicBezTo>
                    <a:cubicBezTo>
                      <a:pt x="48" y="13"/>
                      <a:pt x="48" y="13"/>
                      <a:pt x="48" y="13"/>
                    </a:cubicBezTo>
                    <a:lnTo>
                      <a:pt x="49" y="12"/>
                    </a:lnTo>
                    <a:close/>
                    <a:moveTo>
                      <a:pt x="35" y="21"/>
                    </a:moveTo>
                    <a:cubicBezTo>
                      <a:pt x="35" y="21"/>
                      <a:pt x="35" y="21"/>
                      <a:pt x="35" y="21"/>
                    </a:cubicBezTo>
                    <a:cubicBezTo>
                      <a:pt x="35" y="22"/>
                      <a:pt x="35" y="22"/>
                      <a:pt x="35" y="22"/>
                    </a:cubicBezTo>
                    <a:lnTo>
                      <a:pt x="35" y="21"/>
                    </a:lnTo>
                    <a:close/>
                    <a:moveTo>
                      <a:pt x="44" y="10"/>
                    </a:moveTo>
                    <a:cubicBezTo>
                      <a:pt x="45" y="10"/>
                      <a:pt x="45" y="10"/>
                      <a:pt x="45" y="10"/>
                    </a:cubicBezTo>
                    <a:cubicBezTo>
                      <a:pt x="44" y="12"/>
                      <a:pt x="44" y="12"/>
                      <a:pt x="44" y="12"/>
                    </a:cubicBezTo>
                    <a:cubicBezTo>
                      <a:pt x="44" y="12"/>
                      <a:pt x="44" y="12"/>
                      <a:pt x="44" y="12"/>
                    </a:cubicBezTo>
                    <a:cubicBezTo>
                      <a:pt x="44" y="12"/>
                      <a:pt x="44" y="12"/>
                      <a:pt x="44" y="12"/>
                    </a:cubicBezTo>
                    <a:cubicBezTo>
                      <a:pt x="43" y="12"/>
                      <a:pt x="43" y="12"/>
                      <a:pt x="43" y="12"/>
                    </a:cubicBezTo>
                    <a:cubicBezTo>
                      <a:pt x="43" y="12"/>
                      <a:pt x="43" y="12"/>
                      <a:pt x="43" y="12"/>
                    </a:cubicBezTo>
                    <a:lnTo>
                      <a:pt x="44" y="10"/>
                    </a:lnTo>
                    <a:close/>
                    <a:moveTo>
                      <a:pt x="42" y="12"/>
                    </a:moveTo>
                    <a:cubicBezTo>
                      <a:pt x="42" y="12"/>
                      <a:pt x="42" y="12"/>
                      <a:pt x="42" y="12"/>
                    </a:cubicBezTo>
                    <a:cubicBezTo>
                      <a:pt x="42" y="13"/>
                      <a:pt x="42" y="13"/>
                      <a:pt x="42" y="13"/>
                    </a:cubicBezTo>
                    <a:cubicBezTo>
                      <a:pt x="42" y="13"/>
                      <a:pt x="42" y="13"/>
                      <a:pt x="42" y="13"/>
                    </a:cubicBezTo>
                    <a:cubicBezTo>
                      <a:pt x="41" y="13"/>
                      <a:pt x="41" y="13"/>
                      <a:pt x="41" y="13"/>
                    </a:cubicBezTo>
                    <a:lnTo>
                      <a:pt x="42" y="12"/>
                    </a:lnTo>
                    <a:close/>
                    <a:moveTo>
                      <a:pt x="43" y="17"/>
                    </a:moveTo>
                    <a:cubicBezTo>
                      <a:pt x="42" y="16"/>
                      <a:pt x="41" y="15"/>
                      <a:pt x="41" y="15"/>
                    </a:cubicBezTo>
                    <a:cubicBezTo>
                      <a:pt x="41" y="15"/>
                      <a:pt x="41" y="15"/>
                      <a:pt x="41" y="15"/>
                    </a:cubicBezTo>
                    <a:cubicBezTo>
                      <a:pt x="42" y="13"/>
                      <a:pt x="42" y="13"/>
                      <a:pt x="42" y="13"/>
                    </a:cubicBezTo>
                    <a:cubicBezTo>
                      <a:pt x="42" y="13"/>
                      <a:pt x="42" y="13"/>
                      <a:pt x="42" y="13"/>
                    </a:cubicBezTo>
                    <a:cubicBezTo>
                      <a:pt x="42" y="13"/>
                      <a:pt x="42" y="13"/>
                      <a:pt x="42" y="13"/>
                    </a:cubicBezTo>
                    <a:cubicBezTo>
                      <a:pt x="42" y="13"/>
                      <a:pt x="42" y="13"/>
                      <a:pt x="42" y="13"/>
                    </a:cubicBezTo>
                    <a:cubicBezTo>
                      <a:pt x="42" y="14"/>
                      <a:pt x="42" y="14"/>
                      <a:pt x="42" y="14"/>
                    </a:cubicBezTo>
                    <a:cubicBezTo>
                      <a:pt x="42" y="14"/>
                      <a:pt x="42" y="14"/>
                      <a:pt x="42" y="14"/>
                    </a:cubicBezTo>
                    <a:cubicBezTo>
                      <a:pt x="42" y="15"/>
                      <a:pt x="43" y="15"/>
                      <a:pt x="43" y="16"/>
                    </a:cubicBezTo>
                    <a:cubicBezTo>
                      <a:pt x="43" y="18"/>
                      <a:pt x="43" y="18"/>
                      <a:pt x="43" y="18"/>
                    </a:cubicBezTo>
                    <a:cubicBezTo>
                      <a:pt x="43" y="18"/>
                      <a:pt x="43" y="18"/>
                      <a:pt x="43" y="18"/>
                    </a:cubicBezTo>
                    <a:lnTo>
                      <a:pt x="43" y="17"/>
                    </a:lnTo>
                    <a:close/>
                    <a:moveTo>
                      <a:pt x="29" y="21"/>
                    </a:moveTo>
                    <a:cubicBezTo>
                      <a:pt x="29" y="21"/>
                      <a:pt x="29" y="21"/>
                      <a:pt x="29" y="21"/>
                    </a:cubicBezTo>
                    <a:cubicBezTo>
                      <a:pt x="27" y="22"/>
                      <a:pt x="27" y="22"/>
                      <a:pt x="27" y="22"/>
                    </a:cubicBezTo>
                    <a:cubicBezTo>
                      <a:pt x="27" y="21"/>
                      <a:pt x="27" y="21"/>
                      <a:pt x="27" y="21"/>
                    </a:cubicBezTo>
                    <a:cubicBezTo>
                      <a:pt x="27" y="20"/>
                      <a:pt x="27" y="20"/>
                      <a:pt x="27" y="20"/>
                    </a:cubicBezTo>
                    <a:cubicBezTo>
                      <a:pt x="27" y="20"/>
                      <a:pt x="27" y="20"/>
                      <a:pt x="27" y="20"/>
                    </a:cubicBezTo>
                    <a:cubicBezTo>
                      <a:pt x="27" y="20"/>
                      <a:pt x="27" y="20"/>
                      <a:pt x="27" y="20"/>
                    </a:cubicBezTo>
                    <a:cubicBezTo>
                      <a:pt x="29" y="20"/>
                      <a:pt x="29" y="20"/>
                      <a:pt x="29" y="20"/>
                    </a:cubicBezTo>
                    <a:cubicBezTo>
                      <a:pt x="29" y="21"/>
                      <a:pt x="29" y="21"/>
                      <a:pt x="29" y="21"/>
                    </a:cubicBezTo>
                    <a:cubicBezTo>
                      <a:pt x="30" y="22"/>
                      <a:pt x="30" y="22"/>
                      <a:pt x="30" y="22"/>
                    </a:cubicBezTo>
                    <a:cubicBezTo>
                      <a:pt x="31" y="22"/>
                      <a:pt x="31" y="22"/>
                      <a:pt x="31" y="22"/>
                    </a:cubicBezTo>
                    <a:lnTo>
                      <a:pt x="29" y="21"/>
                    </a:lnTo>
                    <a:close/>
                    <a:moveTo>
                      <a:pt x="27" y="20"/>
                    </a:moveTo>
                    <a:cubicBezTo>
                      <a:pt x="27" y="20"/>
                      <a:pt x="27" y="20"/>
                      <a:pt x="27" y="20"/>
                    </a:cubicBezTo>
                    <a:cubicBezTo>
                      <a:pt x="28" y="19"/>
                      <a:pt x="28" y="19"/>
                      <a:pt x="28" y="19"/>
                    </a:cubicBezTo>
                    <a:cubicBezTo>
                      <a:pt x="29" y="19"/>
                      <a:pt x="29" y="19"/>
                      <a:pt x="29" y="19"/>
                    </a:cubicBezTo>
                    <a:cubicBezTo>
                      <a:pt x="30" y="20"/>
                      <a:pt x="30" y="20"/>
                      <a:pt x="30" y="20"/>
                    </a:cubicBezTo>
                    <a:cubicBezTo>
                      <a:pt x="30" y="20"/>
                      <a:pt x="30" y="20"/>
                      <a:pt x="30" y="20"/>
                    </a:cubicBezTo>
                    <a:cubicBezTo>
                      <a:pt x="29" y="20"/>
                      <a:pt x="29" y="20"/>
                      <a:pt x="29" y="20"/>
                    </a:cubicBezTo>
                    <a:cubicBezTo>
                      <a:pt x="27" y="20"/>
                      <a:pt x="27" y="20"/>
                      <a:pt x="27" y="20"/>
                    </a:cubicBezTo>
                    <a:close/>
                    <a:moveTo>
                      <a:pt x="32" y="21"/>
                    </a:moveTo>
                    <a:cubicBezTo>
                      <a:pt x="34" y="22"/>
                      <a:pt x="34" y="22"/>
                      <a:pt x="34" y="22"/>
                    </a:cubicBezTo>
                    <a:cubicBezTo>
                      <a:pt x="34" y="22"/>
                      <a:pt x="34" y="22"/>
                      <a:pt x="34" y="22"/>
                    </a:cubicBezTo>
                    <a:cubicBezTo>
                      <a:pt x="33" y="22"/>
                      <a:pt x="33" y="22"/>
                      <a:pt x="33" y="22"/>
                    </a:cubicBezTo>
                    <a:cubicBezTo>
                      <a:pt x="33" y="22"/>
                      <a:pt x="33" y="22"/>
                      <a:pt x="33" y="22"/>
                    </a:cubicBezTo>
                    <a:cubicBezTo>
                      <a:pt x="33" y="22"/>
                      <a:pt x="33" y="22"/>
                      <a:pt x="33" y="22"/>
                    </a:cubicBezTo>
                    <a:cubicBezTo>
                      <a:pt x="31" y="21"/>
                      <a:pt x="31" y="21"/>
                      <a:pt x="31" y="21"/>
                    </a:cubicBezTo>
                    <a:cubicBezTo>
                      <a:pt x="30" y="20"/>
                      <a:pt x="30" y="20"/>
                      <a:pt x="30" y="20"/>
                    </a:cubicBezTo>
                    <a:cubicBezTo>
                      <a:pt x="30" y="20"/>
                      <a:pt x="30" y="20"/>
                      <a:pt x="30" y="20"/>
                    </a:cubicBezTo>
                    <a:cubicBezTo>
                      <a:pt x="31" y="20"/>
                      <a:pt x="31" y="20"/>
                      <a:pt x="31" y="20"/>
                    </a:cubicBezTo>
                    <a:cubicBezTo>
                      <a:pt x="31" y="20"/>
                      <a:pt x="31" y="20"/>
                      <a:pt x="31" y="20"/>
                    </a:cubicBezTo>
                    <a:lnTo>
                      <a:pt x="32" y="21"/>
                    </a:lnTo>
                    <a:close/>
                    <a:moveTo>
                      <a:pt x="32" y="15"/>
                    </a:moveTo>
                    <a:cubicBezTo>
                      <a:pt x="33" y="15"/>
                      <a:pt x="34" y="15"/>
                      <a:pt x="34" y="16"/>
                    </a:cubicBezTo>
                    <a:cubicBezTo>
                      <a:pt x="34" y="18"/>
                      <a:pt x="34" y="18"/>
                      <a:pt x="34" y="18"/>
                    </a:cubicBezTo>
                    <a:cubicBezTo>
                      <a:pt x="33" y="17"/>
                      <a:pt x="33" y="17"/>
                      <a:pt x="33" y="17"/>
                    </a:cubicBezTo>
                    <a:cubicBezTo>
                      <a:pt x="33" y="17"/>
                      <a:pt x="33" y="17"/>
                      <a:pt x="33" y="17"/>
                    </a:cubicBezTo>
                    <a:cubicBezTo>
                      <a:pt x="31" y="18"/>
                      <a:pt x="31" y="18"/>
                      <a:pt x="31" y="18"/>
                    </a:cubicBezTo>
                    <a:cubicBezTo>
                      <a:pt x="31" y="19"/>
                      <a:pt x="31" y="19"/>
                      <a:pt x="31" y="19"/>
                    </a:cubicBezTo>
                    <a:cubicBezTo>
                      <a:pt x="29" y="19"/>
                      <a:pt x="29" y="19"/>
                      <a:pt x="29" y="19"/>
                    </a:cubicBezTo>
                    <a:cubicBezTo>
                      <a:pt x="28" y="19"/>
                      <a:pt x="28" y="19"/>
                      <a:pt x="28" y="19"/>
                    </a:cubicBezTo>
                    <a:cubicBezTo>
                      <a:pt x="28" y="17"/>
                      <a:pt x="28" y="17"/>
                      <a:pt x="28" y="17"/>
                    </a:cubicBezTo>
                    <a:cubicBezTo>
                      <a:pt x="29" y="15"/>
                      <a:pt x="29" y="15"/>
                      <a:pt x="29" y="15"/>
                    </a:cubicBezTo>
                    <a:lnTo>
                      <a:pt x="32" y="15"/>
                    </a:lnTo>
                    <a:close/>
                    <a:moveTo>
                      <a:pt x="28" y="15"/>
                    </a:moveTo>
                    <a:cubicBezTo>
                      <a:pt x="28" y="15"/>
                      <a:pt x="28" y="15"/>
                      <a:pt x="28" y="15"/>
                    </a:cubicBezTo>
                    <a:cubicBezTo>
                      <a:pt x="28" y="15"/>
                      <a:pt x="28" y="15"/>
                      <a:pt x="28" y="15"/>
                    </a:cubicBezTo>
                    <a:close/>
                    <a:moveTo>
                      <a:pt x="22" y="13"/>
                    </a:moveTo>
                    <a:cubicBezTo>
                      <a:pt x="23" y="14"/>
                      <a:pt x="23" y="14"/>
                      <a:pt x="23" y="14"/>
                    </a:cubicBezTo>
                    <a:cubicBezTo>
                      <a:pt x="22" y="14"/>
                      <a:pt x="22" y="14"/>
                      <a:pt x="22" y="14"/>
                    </a:cubicBezTo>
                    <a:lnTo>
                      <a:pt x="22" y="13"/>
                    </a:lnTo>
                    <a:close/>
                    <a:moveTo>
                      <a:pt x="21" y="16"/>
                    </a:moveTo>
                    <a:cubicBezTo>
                      <a:pt x="21" y="16"/>
                      <a:pt x="21" y="16"/>
                      <a:pt x="21" y="16"/>
                    </a:cubicBezTo>
                    <a:cubicBezTo>
                      <a:pt x="20" y="16"/>
                      <a:pt x="20" y="16"/>
                      <a:pt x="20" y="16"/>
                    </a:cubicBezTo>
                    <a:cubicBezTo>
                      <a:pt x="21" y="14"/>
                      <a:pt x="21" y="14"/>
                      <a:pt x="21" y="14"/>
                    </a:cubicBezTo>
                    <a:cubicBezTo>
                      <a:pt x="21" y="14"/>
                      <a:pt x="21" y="14"/>
                      <a:pt x="21" y="14"/>
                    </a:cubicBezTo>
                    <a:cubicBezTo>
                      <a:pt x="22" y="14"/>
                      <a:pt x="22" y="14"/>
                      <a:pt x="22" y="14"/>
                    </a:cubicBezTo>
                    <a:cubicBezTo>
                      <a:pt x="22" y="14"/>
                      <a:pt x="22" y="14"/>
                      <a:pt x="22" y="14"/>
                    </a:cubicBezTo>
                    <a:cubicBezTo>
                      <a:pt x="24" y="14"/>
                      <a:pt x="24" y="14"/>
                      <a:pt x="24" y="14"/>
                    </a:cubicBezTo>
                    <a:cubicBezTo>
                      <a:pt x="25" y="14"/>
                      <a:pt x="25" y="14"/>
                      <a:pt x="25" y="14"/>
                    </a:cubicBezTo>
                    <a:cubicBezTo>
                      <a:pt x="26" y="14"/>
                      <a:pt x="26" y="13"/>
                      <a:pt x="27" y="13"/>
                    </a:cubicBezTo>
                    <a:cubicBezTo>
                      <a:pt x="29" y="15"/>
                      <a:pt x="29" y="15"/>
                      <a:pt x="29" y="15"/>
                    </a:cubicBezTo>
                    <a:cubicBezTo>
                      <a:pt x="29" y="15"/>
                      <a:pt x="29" y="15"/>
                      <a:pt x="29" y="15"/>
                    </a:cubicBezTo>
                    <a:cubicBezTo>
                      <a:pt x="27" y="14"/>
                      <a:pt x="27" y="14"/>
                      <a:pt x="27" y="14"/>
                    </a:cubicBezTo>
                    <a:cubicBezTo>
                      <a:pt x="27" y="14"/>
                      <a:pt x="27" y="14"/>
                      <a:pt x="27" y="14"/>
                    </a:cubicBezTo>
                    <a:cubicBezTo>
                      <a:pt x="26" y="14"/>
                      <a:pt x="26" y="14"/>
                      <a:pt x="26" y="14"/>
                    </a:cubicBezTo>
                    <a:cubicBezTo>
                      <a:pt x="25" y="15"/>
                      <a:pt x="25" y="15"/>
                      <a:pt x="25" y="15"/>
                    </a:cubicBezTo>
                    <a:cubicBezTo>
                      <a:pt x="24" y="15"/>
                      <a:pt x="24" y="15"/>
                      <a:pt x="24" y="15"/>
                    </a:cubicBezTo>
                    <a:cubicBezTo>
                      <a:pt x="23" y="15"/>
                      <a:pt x="23" y="15"/>
                      <a:pt x="23" y="15"/>
                    </a:cubicBezTo>
                    <a:cubicBezTo>
                      <a:pt x="25" y="16"/>
                      <a:pt x="25" y="16"/>
                      <a:pt x="25" y="16"/>
                    </a:cubicBezTo>
                    <a:cubicBezTo>
                      <a:pt x="25" y="16"/>
                      <a:pt x="25" y="16"/>
                      <a:pt x="25" y="16"/>
                    </a:cubicBezTo>
                    <a:cubicBezTo>
                      <a:pt x="24" y="17"/>
                      <a:pt x="24" y="17"/>
                      <a:pt x="24" y="17"/>
                    </a:cubicBezTo>
                    <a:cubicBezTo>
                      <a:pt x="24" y="17"/>
                      <a:pt x="24" y="17"/>
                      <a:pt x="24" y="17"/>
                    </a:cubicBezTo>
                    <a:cubicBezTo>
                      <a:pt x="24" y="18"/>
                      <a:pt x="24" y="18"/>
                      <a:pt x="24" y="18"/>
                    </a:cubicBezTo>
                    <a:cubicBezTo>
                      <a:pt x="24" y="18"/>
                      <a:pt x="24" y="18"/>
                      <a:pt x="24" y="18"/>
                    </a:cubicBezTo>
                    <a:cubicBezTo>
                      <a:pt x="26" y="17"/>
                      <a:pt x="26" y="17"/>
                      <a:pt x="26" y="17"/>
                    </a:cubicBezTo>
                    <a:cubicBezTo>
                      <a:pt x="27" y="18"/>
                      <a:pt x="27" y="18"/>
                      <a:pt x="27" y="18"/>
                    </a:cubicBezTo>
                    <a:cubicBezTo>
                      <a:pt x="28" y="17"/>
                      <a:pt x="28" y="17"/>
                      <a:pt x="28" y="17"/>
                    </a:cubicBezTo>
                    <a:cubicBezTo>
                      <a:pt x="27" y="19"/>
                      <a:pt x="27" y="19"/>
                      <a:pt x="27" y="19"/>
                    </a:cubicBezTo>
                    <a:cubicBezTo>
                      <a:pt x="27" y="19"/>
                      <a:pt x="27" y="19"/>
                      <a:pt x="27" y="19"/>
                    </a:cubicBezTo>
                    <a:cubicBezTo>
                      <a:pt x="26" y="20"/>
                      <a:pt x="26" y="20"/>
                      <a:pt x="26" y="20"/>
                    </a:cubicBezTo>
                    <a:cubicBezTo>
                      <a:pt x="27" y="22"/>
                      <a:pt x="27" y="22"/>
                      <a:pt x="27" y="22"/>
                    </a:cubicBezTo>
                    <a:cubicBezTo>
                      <a:pt x="27" y="23"/>
                      <a:pt x="27" y="23"/>
                      <a:pt x="27" y="23"/>
                    </a:cubicBezTo>
                    <a:cubicBezTo>
                      <a:pt x="27" y="23"/>
                      <a:pt x="27" y="23"/>
                      <a:pt x="27" y="23"/>
                    </a:cubicBezTo>
                    <a:cubicBezTo>
                      <a:pt x="27" y="24"/>
                      <a:pt x="28" y="25"/>
                      <a:pt x="29" y="26"/>
                    </a:cubicBezTo>
                    <a:cubicBezTo>
                      <a:pt x="31" y="27"/>
                      <a:pt x="32" y="29"/>
                      <a:pt x="34" y="30"/>
                    </a:cubicBezTo>
                    <a:cubicBezTo>
                      <a:pt x="35" y="32"/>
                      <a:pt x="35" y="34"/>
                      <a:pt x="36" y="35"/>
                    </a:cubicBezTo>
                    <a:cubicBezTo>
                      <a:pt x="38" y="36"/>
                      <a:pt x="38" y="36"/>
                      <a:pt x="38" y="36"/>
                    </a:cubicBezTo>
                    <a:cubicBezTo>
                      <a:pt x="37" y="36"/>
                      <a:pt x="37" y="36"/>
                      <a:pt x="37" y="36"/>
                    </a:cubicBezTo>
                    <a:cubicBezTo>
                      <a:pt x="37" y="36"/>
                      <a:pt x="37" y="36"/>
                      <a:pt x="37" y="36"/>
                    </a:cubicBezTo>
                    <a:cubicBezTo>
                      <a:pt x="35" y="35"/>
                      <a:pt x="35" y="35"/>
                      <a:pt x="35" y="35"/>
                    </a:cubicBezTo>
                    <a:cubicBezTo>
                      <a:pt x="34" y="34"/>
                      <a:pt x="33" y="34"/>
                      <a:pt x="33" y="34"/>
                    </a:cubicBezTo>
                    <a:cubicBezTo>
                      <a:pt x="31" y="35"/>
                      <a:pt x="31" y="35"/>
                      <a:pt x="31" y="35"/>
                    </a:cubicBezTo>
                    <a:cubicBezTo>
                      <a:pt x="31" y="36"/>
                      <a:pt x="31" y="36"/>
                      <a:pt x="31" y="36"/>
                    </a:cubicBezTo>
                    <a:cubicBezTo>
                      <a:pt x="30" y="35"/>
                      <a:pt x="30" y="35"/>
                      <a:pt x="30" y="35"/>
                    </a:cubicBezTo>
                    <a:cubicBezTo>
                      <a:pt x="29" y="33"/>
                      <a:pt x="29" y="33"/>
                      <a:pt x="29" y="33"/>
                    </a:cubicBezTo>
                    <a:cubicBezTo>
                      <a:pt x="29" y="33"/>
                      <a:pt x="29" y="33"/>
                      <a:pt x="29" y="33"/>
                    </a:cubicBezTo>
                    <a:cubicBezTo>
                      <a:pt x="29" y="33"/>
                      <a:pt x="29" y="33"/>
                      <a:pt x="29" y="33"/>
                    </a:cubicBezTo>
                    <a:cubicBezTo>
                      <a:pt x="28" y="34"/>
                      <a:pt x="28" y="34"/>
                      <a:pt x="28" y="34"/>
                    </a:cubicBezTo>
                    <a:cubicBezTo>
                      <a:pt x="27" y="35"/>
                      <a:pt x="27" y="35"/>
                      <a:pt x="27" y="35"/>
                    </a:cubicBezTo>
                    <a:cubicBezTo>
                      <a:pt x="27" y="35"/>
                      <a:pt x="27" y="35"/>
                      <a:pt x="27" y="35"/>
                    </a:cubicBezTo>
                    <a:cubicBezTo>
                      <a:pt x="27" y="35"/>
                      <a:pt x="27" y="35"/>
                      <a:pt x="27" y="35"/>
                    </a:cubicBezTo>
                    <a:cubicBezTo>
                      <a:pt x="25" y="33"/>
                      <a:pt x="25" y="33"/>
                      <a:pt x="25" y="33"/>
                    </a:cubicBezTo>
                    <a:cubicBezTo>
                      <a:pt x="25" y="33"/>
                      <a:pt x="25" y="33"/>
                      <a:pt x="25" y="33"/>
                    </a:cubicBezTo>
                    <a:cubicBezTo>
                      <a:pt x="25" y="33"/>
                      <a:pt x="25" y="33"/>
                      <a:pt x="25" y="33"/>
                    </a:cubicBezTo>
                    <a:cubicBezTo>
                      <a:pt x="24" y="34"/>
                      <a:pt x="24" y="34"/>
                      <a:pt x="24" y="34"/>
                    </a:cubicBezTo>
                    <a:cubicBezTo>
                      <a:pt x="24" y="35"/>
                      <a:pt x="24" y="35"/>
                      <a:pt x="24" y="35"/>
                    </a:cubicBezTo>
                    <a:cubicBezTo>
                      <a:pt x="23" y="35"/>
                      <a:pt x="23" y="35"/>
                      <a:pt x="23" y="35"/>
                    </a:cubicBezTo>
                    <a:cubicBezTo>
                      <a:pt x="20" y="33"/>
                      <a:pt x="20" y="33"/>
                      <a:pt x="20" y="33"/>
                    </a:cubicBezTo>
                    <a:cubicBezTo>
                      <a:pt x="20" y="32"/>
                      <a:pt x="21" y="32"/>
                      <a:pt x="21" y="31"/>
                    </a:cubicBezTo>
                    <a:cubicBezTo>
                      <a:pt x="21" y="30"/>
                      <a:pt x="21" y="30"/>
                      <a:pt x="21" y="30"/>
                    </a:cubicBezTo>
                    <a:cubicBezTo>
                      <a:pt x="21" y="29"/>
                      <a:pt x="20" y="28"/>
                      <a:pt x="20" y="26"/>
                    </a:cubicBezTo>
                    <a:cubicBezTo>
                      <a:pt x="20" y="26"/>
                      <a:pt x="20" y="26"/>
                      <a:pt x="20" y="26"/>
                    </a:cubicBezTo>
                    <a:cubicBezTo>
                      <a:pt x="20" y="26"/>
                      <a:pt x="20" y="26"/>
                      <a:pt x="20" y="26"/>
                    </a:cubicBezTo>
                    <a:cubicBezTo>
                      <a:pt x="20" y="26"/>
                      <a:pt x="20" y="26"/>
                      <a:pt x="20" y="26"/>
                    </a:cubicBezTo>
                    <a:cubicBezTo>
                      <a:pt x="19" y="25"/>
                      <a:pt x="19" y="25"/>
                      <a:pt x="19" y="25"/>
                    </a:cubicBezTo>
                    <a:cubicBezTo>
                      <a:pt x="19" y="23"/>
                      <a:pt x="19" y="23"/>
                      <a:pt x="19" y="23"/>
                    </a:cubicBezTo>
                    <a:cubicBezTo>
                      <a:pt x="19" y="21"/>
                      <a:pt x="19" y="21"/>
                      <a:pt x="19" y="21"/>
                    </a:cubicBezTo>
                    <a:cubicBezTo>
                      <a:pt x="19" y="18"/>
                      <a:pt x="20" y="17"/>
                      <a:pt x="21" y="16"/>
                    </a:cubicBezTo>
                    <a:moveTo>
                      <a:pt x="20" y="31"/>
                    </a:moveTo>
                    <a:cubicBezTo>
                      <a:pt x="20" y="32"/>
                      <a:pt x="20" y="32"/>
                      <a:pt x="20" y="32"/>
                    </a:cubicBezTo>
                    <a:cubicBezTo>
                      <a:pt x="20" y="32"/>
                      <a:pt x="20" y="32"/>
                      <a:pt x="20" y="32"/>
                    </a:cubicBezTo>
                    <a:cubicBezTo>
                      <a:pt x="17" y="32"/>
                      <a:pt x="17" y="31"/>
                      <a:pt x="17" y="29"/>
                    </a:cubicBezTo>
                    <a:cubicBezTo>
                      <a:pt x="17" y="28"/>
                      <a:pt x="17" y="28"/>
                      <a:pt x="17" y="28"/>
                    </a:cubicBezTo>
                    <a:cubicBezTo>
                      <a:pt x="18" y="28"/>
                      <a:pt x="19" y="27"/>
                      <a:pt x="19" y="27"/>
                    </a:cubicBezTo>
                    <a:cubicBezTo>
                      <a:pt x="20" y="28"/>
                      <a:pt x="20" y="30"/>
                      <a:pt x="20" y="30"/>
                    </a:cubicBezTo>
                    <a:lnTo>
                      <a:pt x="20" y="31"/>
                    </a:lnTo>
                    <a:close/>
                    <a:moveTo>
                      <a:pt x="16" y="18"/>
                    </a:moveTo>
                    <a:cubicBezTo>
                      <a:pt x="16" y="18"/>
                      <a:pt x="16" y="18"/>
                      <a:pt x="16" y="18"/>
                    </a:cubicBezTo>
                    <a:cubicBezTo>
                      <a:pt x="16" y="17"/>
                      <a:pt x="16" y="17"/>
                      <a:pt x="16" y="17"/>
                    </a:cubicBezTo>
                    <a:cubicBezTo>
                      <a:pt x="16" y="16"/>
                      <a:pt x="16" y="16"/>
                      <a:pt x="16" y="16"/>
                    </a:cubicBezTo>
                    <a:cubicBezTo>
                      <a:pt x="17" y="18"/>
                      <a:pt x="17" y="18"/>
                      <a:pt x="17" y="18"/>
                    </a:cubicBezTo>
                    <a:cubicBezTo>
                      <a:pt x="17" y="19"/>
                      <a:pt x="18" y="20"/>
                      <a:pt x="18" y="20"/>
                    </a:cubicBezTo>
                    <a:cubicBezTo>
                      <a:pt x="18" y="20"/>
                      <a:pt x="18" y="20"/>
                      <a:pt x="18" y="20"/>
                    </a:cubicBezTo>
                    <a:cubicBezTo>
                      <a:pt x="18" y="21"/>
                      <a:pt x="18" y="21"/>
                      <a:pt x="18" y="21"/>
                    </a:cubicBezTo>
                    <a:cubicBezTo>
                      <a:pt x="18" y="21"/>
                      <a:pt x="18" y="21"/>
                      <a:pt x="18" y="21"/>
                    </a:cubicBezTo>
                    <a:cubicBezTo>
                      <a:pt x="18" y="22"/>
                      <a:pt x="18" y="22"/>
                      <a:pt x="18" y="22"/>
                    </a:cubicBezTo>
                    <a:cubicBezTo>
                      <a:pt x="18" y="23"/>
                      <a:pt x="18" y="23"/>
                      <a:pt x="18" y="23"/>
                    </a:cubicBezTo>
                    <a:cubicBezTo>
                      <a:pt x="19" y="24"/>
                      <a:pt x="19" y="24"/>
                      <a:pt x="19" y="24"/>
                    </a:cubicBezTo>
                    <a:cubicBezTo>
                      <a:pt x="16" y="22"/>
                      <a:pt x="16" y="22"/>
                      <a:pt x="16" y="22"/>
                    </a:cubicBezTo>
                    <a:cubicBezTo>
                      <a:pt x="16" y="21"/>
                      <a:pt x="16" y="21"/>
                      <a:pt x="16" y="21"/>
                    </a:cubicBezTo>
                    <a:cubicBezTo>
                      <a:pt x="16" y="21"/>
                      <a:pt x="16" y="21"/>
                      <a:pt x="16" y="21"/>
                    </a:cubicBezTo>
                    <a:cubicBezTo>
                      <a:pt x="15" y="20"/>
                      <a:pt x="15" y="20"/>
                      <a:pt x="15" y="20"/>
                    </a:cubicBezTo>
                    <a:lnTo>
                      <a:pt x="16" y="18"/>
                    </a:lnTo>
                    <a:close/>
                    <a:moveTo>
                      <a:pt x="13" y="13"/>
                    </a:moveTo>
                    <a:cubicBezTo>
                      <a:pt x="14" y="13"/>
                      <a:pt x="14" y="13"/>
                      <a:pt x="14" y="13"/>
                    </a:cubicBezTo>
                    <a:cubicBezTo>
                      <a:pt x="14" y="13"/>
                      <a:pt x="14" y="13"/>
                      <a:pt x="14" y="13"/>
                    </a:cubicBezTo>
                    <a:cubicBezTo>
                      <a:pt x="14" y="11"/>
                      <a:pt x="14" y="11"/>
                      <a:pt x="14" y="11"/>
                    </a:cubicBezTo>
                    <a:cubicBezTo>
                      <a:pt x="15" y="12"/>
                      <a:pt x="15" y="16"/>
                      <a:pt x="15" y="17"/>
                    </a:cubicBezTo>
                    <a:cubicBezTo>
                      <a:pt x="15" y="18"/>
                      <a:pt x="15" y="19"/>
                      <a:pt x="15" y="20"/>
                    </a:cubicBezTo>
                    <a:cubicBezTo>
                      <a:pt x="15" y="20"/>
                      <a:pt x="15" y="20"/>
                      <a:pt x="15" y="20"/>
                    </a:cubicBezTo>
                    <a:cubicBezTo>
                      <a:pt x="14" y="18"/>
                      <a:pt x="14" y="18"/>
                      <a:pt x="14" y="18"/>
                    </a:cubicBezTo>
                    <a:cubicBezTo>
                      <a:pt x="13" y="16"/>
                      <a:pt x="13" y="16"/>
                      <a:pt x="13" y="16"/>
                    </a:cubicBezTo>
                    <a:cubicBezTo>
                      <a:pt x="13" y="16"/>
                      <a:pt x="13" y="16"/>
                      <a:pt x="13" y="16"/>
                    </a:cubicBezTo>
                    <a:cubicBezTo>
                      <a:pt x="13" y="16"/>
                      <a:pt x="13" y="16"/>
                      <a:pt x="13" y="16"/>
                    </a:cubicBezTo>
                    <a:cubicBezTo>
                      <a:pt x="13" y="15"/>
                      <a:pt x="13" y="14"/>
                      <a:pt x="13" y="13"/>
                    </a:cubicBezTo>
                    <a:moveTo>
                      <a:pt x="13" y="1"/>
                    </a:moveTo>
                    <a:cubicBezTo>
                      <a:pt x="13" y="2"/>
                      <a:pt x="13" y="5"/>
                      <a:pt x="13" y="8"/>
                    </a:cubicBezTo>
                    <a:cubicBezTo>
                      <a:pt x="13" y="9"/>
                      <a:pt x="13" y="11"/>
                      <a:pt x="13" y="12"/>
                    </a:cubicBezTo>
                    <a:cubicBezTo>
                      <a:pt x="13" y="12"/>
                      <a:pt x="13" y="13"/>
                      <a:pt x="13" y="14"/>
                    </a:cubicBezTo>
                    <a:cubicBezTo>
                      <a:pt x="13" y="14"/>
                      <a:pt x="13" y="14"/>
                      <a:pt x="13" y="14"/>
                    </a:cubicBezTo>
                    <a:cubicBezTo>
                      <a:pt x="12" y="14"/>
                      <a:pt x="11" y="10"/>
                      <a:pt x="11" y="7"/>
                    </a:cubicBezTo>
                    <a:cubicBezTo>
                      <a:pt x="11" y="5"/>
                      <a:pt x="11" y="3"/>
                      <a:pt x="13" y="1"/>
                    </a:cubicBezTo>
                    <a:moveTo>
                      <a:pt x="12" y="2"/>
                    </a:moveTo>
                    <a:cubicBezTo>
                      <a:pt x="11" y="4"/>
                      <a:pt x="10" y="5"/>
                      <a:pt x="10" y="7"/>
                    </a:cubicBezTo>
                    <a:cubicBezTo>
                      <a:pt x="10" y="11"/>
                      <a:pt x="12" y="15"/>
                      <a:pt x="12" y="15"/>
                    </a:cubicBezTo>
                    <a:cubicBezTo>
                      <a:pt x="12" y="15"/>
                      <a:pt x="12" y="15"/>
                      <a:pt x="12" y="15"/>
                    </a:cubicBezTo>
                    <a:cubicBezTo>
                      <a:pt x="12" y="16"/>
                      <a:pt x="12" y="16"/>
                      <a:pt x="12" y="16"/>
                    </a:cubicBezTo>
                    <a:cubicBezTo>
                      <a:pt x="11" y="15"/>
                      <a:pt x="11" y="15"/>
                      <a:pt x="11" y="15"/>
                    </a:cubicBezTo>
                    <a:cubicBezTo>
                      <a:pt x="10" y="12"/>
                      <a:pt x="10" y="12"/>
                      <a:pt x="10" y="12"/>
                    </a:cubicBezTo>
                    <a:cubicBezTo>
                      <a:pt x="9" y="10"/>
                      <a:pt x="9" y="10"/>
                      <a:pt x="9" y="10"/>
                    </a:cubicBezTo>
                    <a:cubicBezTo>
                      <a:pt x="9" y="10"/>
                      <a:pt x="9" y="10"/>
                      <a:pt x="9" y="10"/>
                    </a:cubicBezTo>
                    <a:cubicBezTo>
                      <a:pt x="9" y="10"/>
                      <a:pt x="9" y="10"/>
                      <a:pt x="9" y="10"/>
                    </a:cubicBezTo>
                    <a:cubicBezTo>
                      <a:pt x="9" y="10"/>
                      <a:pt x="9" y="10"/>
                      <a:pt x="9" y="10"/>
                    </a:cubicBezTo>
                    <a:cubicBezTo>
                      <a:pt x="9" y="9"/>
                      <a:pt x="9" y="9"/>
                      <a:pt x="9" y="9"/>
                    </a:cubicBezTo>
                    <a:cubicBezTo>
                      <a:pt x="9" y="7"/>
                      <a:pt x="10" y="4"/>
                      <a:pt x="12" y="2"/>
                    </a:cubicBezTo>
                    <a:moveTo>
                      <a:pt x="9" y="12"/>
                    </a:moveTo>
                    <a:cubicBezTo>
                      <a:pt x="9" y="11"/>
                      <a:pt x="9" y="11"/>
                      <a:pt x="9" y="11"/>
                    </a:cubicBezTo>
                    <a:cubicBezTo>
                      <a:pt x="9" y="13"/>
                      <a:pt x="11" y="16"/>
                      <a:pt x="12" y="17"/>
                    </a:cubicBezTo>
                    <a:cubicBezTo>
                      <a:pt x="11" y="18"/>
                      <a:pt x="11" y="18"/>
                      <a:pt x="11" y="18"/>
                    </a:cubicBezTo>
                    <a:cubicBezTo>
                      <a:pt x="12" y="20"/>
                      <a:pt x="12" y="20"/>
                      <a:pt x="12" y="20"/>
                    </a:cubicBezTo>
                    <a:cubicBezTo>
                      <a:pt x="11" y="20"/>
                      <a:pt x="11" y="20"/>
                      <a:pt x="11" y="20"/>
                    </a:cubicBezTo>
                    <a:cubicBezTo>
                      <a:pt x="10" y="20"/>
                      <a:pt x="9" y="16"/>
                      <a:pt x="9" y="12"/>
                    </a:cubicBezTo>
                    <a:close/>
                    <a:moveTo>
                      <a:pt x="22" y="44"/>
                    </a:moveTo>
                    <a:cubicBezTo>
                      <a:pt x="22" y="41"/>
                      <a:pt x="22" y="41"/>
                      <a:pt x="22" y="41"/>
                    </a:cubicBezTo>
                    <a:cubicBezTo>
                      <a:pt x="23" y="41"/>
                      <a:pt x="23" y="41"/>
                      <a:pt x="23" y="41"/>
                    </a:cubicBezTo>
                    <a:cubicBezTo>
                      <a:pt x="25" y="40"/>
                      <a:pt x="25" y="40"/>
                      <a:pt x="25" y="40"/>
                    </a:cubicBezTo>
                    <a:cubicBezTo>
                      <a:pt x="25" y="41"/>
                      <a:pt x="25" y="41"/>
                      <a:pt x="25" y="41"/>
                    </a:cubicBezTo>
                    <a:cubicBezTo>
                      <a:pt x="26" y="41"/>
                      <a:pt x="26" y="41"/>
                      <a:pt x="26" y="41"/>
                    </a:cubicBezTo>
                    <a:cubicBezTo>
                      <a:pt x="26" y="41"/>
                      <a:pt x="26" y="41"/>
                      <a:pt x="26" y="41"/>
                    </a:cubicBezTo>
                    <a:cubicBezTo>
                      <a:pt x="26" y="41"/>
                      <a:pt x="26" y="41"/>
                      <a:pt x="26" y="41"/>
                    </a:cubicBezTo>
                    <a:cubicBezTo>
                      <a:pt x="26" y="41"/>
                      <a:pt x="26" y="41"/>
                      <a:pt x="26" y="41"/>
                    </a:cubicBezTo>
                    <a:cubicBezTo>
                      <a:pt x="25" y="42"/>
                      <a:pt x="24" y="43"/>
                      <a:pt x="22" y="44"/>
                    </a:cubicBezTo>
                    <a:moveTo>
                      <a:pt x="22" y="44"/>
                    </a:moveTo>
                    <a:cubicBezTo>
                      <a:pt x="19" y="48"/>
                      <a:pt x="19" y="48"/>
                      <a:pt x="19" y="48"/>
                    </a:cubicBezTo>
                    <a:cubicBezTo>
                      <a:pt x="20" y="47"/>
                      <a:pt x="20" y="47"/>
                      <a:pt x="20" y="47"/>
                    </a:cubicBezTo>
                    <a:cubicBezTo>
                      <a:pt x="20" y="46"/>
                      <a:pt x="20" y="45"/>
                      <a:pt x="20" y="44"/>
                    </a:cubicBezTo>
                    <a:cubicBezTo>
                      <a:pt x="20" y="44"/>
                      <a:pt x="20" y="44"/>
                      <a:pt x="20" y="44"/>
                    </a:cubicBezTo>
                    <a:cubicBezTo>
                      <a:pt x="21" y="44"/>
                      <a:pt x="21" y="44"/>
                      <a:pt x="21" y="44"/>
                    </a:cubicBezTo>
                    <a:lnTo>
                      <a:pt x="22" y="44"/>
                    </a:lnTo>
                    <a:close/>
                    <a:moveTo>
                      <a:pt x="21" y="44"/>
                    </a:moveTo>
                    <a:cubicBezTo>
                      <a:pt x="20" y="42"/>
                      <a:pt x="20" y="42"/>
                      <a:pt x="20" y="42"/>
                    </a:cubicBezTo>
                    <a:cubicBezTo>
                      <a:pt x="20" y="42"/>
                      <a:pt x="20" y="42"/>
                      <a:pt x="20" y="42"/>
                    </a:cubicBezTo>
                    <a:cubicBezTo>
                      <a:pt x="22" y="41"/>
                      <a:pt x="22" y="41"/>
                      <a:pt x="22" y="41"/>
                    </a:cubicBezTo>
                    <a:lnTo>
                      <a:pt x="21" y="44"/>
                    </a:lnTo>
                    <a:close/>
                    <a:moveTo>
                      <a:pt x="20" y="44"/>
                    </a:moveTo>
                    <a:cubicBezTo>
                      <a:pt x="20" y="44"/>
                      <a:pt x="20" y="44"/>
                      <a:pt x="20" y="44"/>
                    </a:cubicBezTo>
                    <a:cubicBezTo>
                      <a:pt x="20" y="44"/>
                      <a:pt x="18" y="45"/>
                      <a:pt x="16" y="45"/>
                    </a:cubicBezTo>
                    <a:cubicBezTo>
                      <a:pt x="18" y="45"/>
                      <a:pt x="18" y="43"/>
                      <a:pt x="18" y="42"/>
                    </a:cubicBezTo>
                    <a:cubicBezTo>
                      <a:pt x="20" y="42"/>
                      <a:pt x="20" y="42"/>
                      <a:pt x="20" y="42"/>
                    </a:cubicBezTo>
                    <a:lnTo>
                      <a:pt x="20" y="44"/>
                    </a:lnTo>
                    <a:close/>
                    <a:moveTo>
                      <a:pt x="11" y="34"/>
                    </a:moveTo>
                    <a:cubicBezTo>
                      <a:pt x="11" y="34"/>
                      <a:pt x="11" y="34"/>
                      <a:pt x="11" y="34"/>
                    </a:cubicBezTo>
                    <a:cubicBezTo>
                      <a:pt x="11" y="34"/>
                      <a:pt x="11" y="34"/>
                      <a:pt x="11" y="34"/>
                    </a:cubicBezTo>
                    <a:cubicBezTo>
                      <a:pt x="11" y="34"/>
                      <a:pt x="11" y="34"/>
                      <a:pt x="11" y="34"/>
                    </a:cubicBezTo>
                    <a:cubicBezTo>
                      <a:pt x="11" y="34"/>
                      <a:pt x="11" y="34"/>
                      <a:pt x="11" y="34"/>
                    </a:cubicBezTo>
                    <a:cubicBezTo>
                      <a:pt x="10" y="34"/>
                      <a:pt x="10" y="34"/>
                      <a:pt x="10" y="34"/>
                    </a:cubicBezTo>
                    <a:cubicBezTo>
                      <a:pt x="10" y="34"/>
                      <a:pt x="10" y="34"/>
                      <a:pt x="10" y="34"/>
                    </a:cubicBezTo>
                    <a:cubicBezTo>
                      <a:pt x="12" y="32"/>
                      <a:pt x="12" y="32"/>
                      <a:pt x="12" y="32"/>
                    </a:cubicBezTo>
                    <a:cubicBezTo>
                      <a:pt x="11" y="34"/>
                      <a:pt x="11" y="34"/>
                      <a:pt x="11" y="34"/>
                    </a:cubicBezTo>
                    <a:cubicBezTo>
                      <a:pt x="11" y="34"/>
                      <a:pt x="11" y="34"/>
                      <a:pt x="11" y="34"/>
                    </a:cubicBezTo>
                    <a:close/>
                    <a:moveTo>
                      <a:pt x="11" y="38"/>
                    </a:moveTo>
                    <a:cubicBezTo>
                      <a:pt x="12" y="39"/>
                      <a:pt x="13" y="39"/>
                      <a:pt x="14" y="39"/>
                    </a:cubicBezTo>
                    <a:cubicBezTo>
                      <a:pt x="13" y="40"/>
                      <a:pt x="13" y="40"/>
                      <a:pt x="13" y="40"/>
                    </a:cubicBezTo>
                    <a:cubicBezTo>
                      <a:pt x="11" y="42"/>
                      <a:pt x="11" y="42"/>
                      <a:pt x="11" y="42"/>
                    </a:cubicBezTo>
                    <a:cubicBezTo>
                      <a:pt x="11" y="41"/>
                      <a:pt x="11" y="39"/>
                      <a:pt x="11" y="38"/>
                    </a:cubicBezTo>
                    <a:moveTo>
                      <a:pt x="14" y="40"/>
                    </a:moveTo>
                    <a:cubicBezTo>
                      <a:pt x="15" y="41"/>
                      <a:pt x="15" y="42"/>
                      <a:pt x="15" y="42"/>
                    </a:cubicBezTo>
                    <a:cubicBezTo>
                      <a:pt x="15" y="42"/>
                      <a:pt x="15" y="42"/>
                      <a:pt x="15" y="42"/>
                    </a:cubicBezTo>
                    <a:cubicBezTo>
                      <a:pt x="15" y="42"/>
                      <a:pt x="15" y="42"/>
                      <a:pt x="15" y="42"/>
                    </a:cubicBezTo>
                    <a:cubicBezTo>
                      <a:pt x="16" y="42"/>
                      <a:pt x="17" y="42"/>
                      <a:pt x="18" y="42"/>
                    </a:cubicBezTo>
                    <a:cubicBezTo>
                      <a:pt x="18" y="43"/>
                      <a:pt x="17" y="45"/>
                      <a:pt x="15" y="45"/>
                    </a:cubicBezTo>
                    <a:cubicBezTo>
                      <a:pt x="15" y="45"/>
                      <a:pt x="15" y="43"/>
                      <a:pt x="15" y="42"/>
                    </a:cubicBezTo>
                    <a:cubicBezTo>
                      <a:pt x="15" y="42"/>
                      <a:pt x="15" y="42"/>
                      <a:pt x="15" y="42"/>
                    </a:cubicBezTo>
                    <a:cubicBezTo>
                      <a:pt x="14" y="42"/>
                      <a:pt x="14" y="42"/>
                      <a:pt x="14" y="42"/>
                    </a:cubicBezTo>
                    <a:cubicBezTo>
                      <a:pt x="13" y="43"/>
                      <a:pt x="13" y="43"/>
                      <a:pt x="13" y="43"/>
                    </a:cubicBezTo>
                    <a:cubicBezTo>
                      <a:pt x="11" y="42"/>
                      <a:pt x="11" y="42"/>
                      <a:pt x="11" y="42"/>
                    </a:cubicBezTo>
                    <a:cubicBezTo>
                      <a:pt x="13" y="42"/>
                      <a:pt x="14" y="40"/>
                      <a:pt x="14" y="40"/>
                    </a:cubicBezTo>
                    <a:moveTo>
                      <a:pt x="12" y="44"/>
                    </a:moveTo>
                    <a:cubicBezTo>
                      <a:pt x="12" y="43"/>
                      <a:pt x="12" y="43"/>
                      <a:pt x="12" y="43"/>
                    </a:cubicBezTo>
                    <a:cubicBezTo>
                      <a:pt x="13" y="43"/>
                      <a:pt x="13" y="43"/>
                      <a:pt x="13" y="43"/>
                    </a:cubicBezTo>
                    <a:cubicBezTo>
                      <a:pt x="14" y="43"/>
                      <a:pt x="14" y="43"/>
                      <a:pt x="14" y="43"/>
                    </a:cubicBezTo>
                    <a:cubicBezTo>
                      <a:pt x="14" y="44"/>
                      <a:pt x="14" y="45"/>
                      <a:pt x="14" y="46"/>
                    </a:cubicBezTo>
                    <a:cubicBezTo>
                      <a:pt x="14" y="46"/>
                      <a:pt x="14" y="46"/>
                      <a:pt x="14" y="46"/>
                    </a:cubicBezTo>
                    <a:cubicBezTo>
                      <a:pt x="14" y="46"/>
                      <a:pt x="14" y="46"/>
                      <a:pt x="14" y="46"/>
                    </a:cubicBezTo>
                    <a:cubicBezTo>
                      <a:pt x="14" y="46"/>
                      <a:pt x="14" y="46"/>
                      <a:pt x="14" y="46"/>
                    </a:cubicBezTo>
                    <a:cubicBezTo>
                      <a:pt x="15" y="46"/>
                      <a:pt x="15" y="46"/>
                      <a:pt x="15" y="46"/>
                    </a:cubicBezTo>
                    <a:cubicBezTo>
                      <a:pt x="16" y="46"/>
                      <a:pt x="16" y="46"/>
                      <a:pt x="16" y="46"/>
                    </a:cubicBezTo>
                    <a:cubicBezTo>
                      <a:pt x="16" y="47"/>
                      <a:pt x="16" y="47"/>
                      <a:pt x="16" y="47"/>
                    </a:cubicBezTo>
                    <a:cubicBezTo>
                      <a:pt x="16" y="48"/>
                      <a:pt x="16" y="48"/>
                      <a:pt x="15" y="50"/>
                    </a:cubicBezTo>
                    <a:cubicBezTo>
                      <a:pt x="15" y="52"/>
                      <a:pt x="12" y="54"/>
                      <a:pt x="11" y="55"/>
                    </a:cubicBezTo>
                    <a:cubicBezTo>
                      <a:pt x="9" y="57"/>
                      <a:pt x="9" y="58"/>
                      <a:pt x="8" y="60"/>
                    </a:cubicBezTo>
                    <a:cubicBezTo>
                      <a:pt x="7" y="61"/>
                      <a:pt x="7" y="61"/>
                      <a:pt x="7" y="61"/>
                    </a:cubicBezTo>
                    <a:cubicBezTo>
                      <a:pt x="7" y="61"/>
                      <a:pt x="7" y="61"/>
                      <a:pt x="7" y="61"/>
                    </a:cubicBezTo>
                    <a:cubicBezTo>
                      <a:pt x="7" y="61"/>
                      <a:pt x="7" y="61"/>
                      <a:pt x="7" y="61"/>
                    </a:cubicBezTo>
                    <a:cubicBezTo>
                      <a:pt x="5" y="61"/>
                      <a:pt x="5" y="59"/>
                      <a:pt x="5" y="59"/>
                    </a:cubicBezTo>
                    <a:cubicBezTo>
                      <a:pt x="5" y="58"/>
                      <a:pt x="5" y="58"/>
                      <a:pt x="5" y="58"/>
                    </a:cubicBezTo>
                    <a:cubicBezTo>
                      <a:pt x="5" y="54"/>
                      <a:pt x="10" y="52"/>
                      <a:pt x="12" y="44"/>
                    </a:cubicBezTo>
                    <a:moveTo>
                      <a:pt x="18" y="42"/>
                    </a:moveTo>
                    <a:cubicBezTo>
                      <a:pt x="16" y="42"/>
                      <a:pt x="16" y="42"/>
                      <a:pt x="16" y="42"/>
                    </a:cubicBezTo>
                    <a:cubicBezTo>
                      <a:pt x="17" y="41"/>
                      <a:pt x="18" y="40"/>
                      <a:pt x="18" y="39"/>
                    </a:cubicBezTo>
                    <a:cubicBezTo>
                      <a:pt x="18" y="40"/>
                      <a:pt x="18" y="40"/>
                      <a:pt x="18" y="40"/>
                    </a:cubicBezTo>
                    <a:cubicBezTo>
                      <a:pt x="19" y="42"/>
                      <a:pt x="19" y="42"/>
                      <a:pt x="19" y="42"/>
                    </a:cubicBezTo>
                    <a:lnTo>
                      <a:pt x="18" y="42"/>
                    </a:lnTo>
                    <a:close/>
                    <a:moveTo>
                      <a:pt x="15" y="41"/>
                    </a:moveTo>
                    <a:cubicBezTo>
                      <a:pt x="15" y="39"/>
                      <a:pt x="15" y="39"/>
                      <a:pt x="15" y="39"/>
                    </a:cubicBezTo>
                    <a:cubicBezTo>
                      <a:pt x="15" y="39"/>
                      <a:pt x="15" y="39"/>
                      <a:pt x="15" y="39"/>
                    </a:cubicBezTo>
                    <a:cubicBezTo>
                      <a:pt x="15" y="39"/>
                      <a:pt x="15" y="39"/>
                      <a:pt x="15" y="39"/>
                    </a:cubicBezTo>
                    <a:cubicBezTo>
                      <a:pt x="15" y="39"/>
                      <a:pt x="15" y="39"/>
                      <a:pt x="15" y="39"/>
                    </a:cubicBezTo>
                    <a:cubicBezTo>
                      <a:pt x="15" y="39"/>
                      <a:pt x="13" y="39"/>
                      <a:pt x="12" y="38"/>
                    </a:cubicBezTo>
                    <a:cubicBezTo>
                      <a:pt x="14" y="36"/>
                      <a:pt x="14" y="36"/>
                      <a:pt x="14" y="36"/>
                    </a:cubicBezTo>
                    <a:cubicBezTo>
                      <a:pt x="14" y="38"/>
                      <a:pt x="14" y="38"/>
                      <a:pt x="14" y="38"/>
                    </a:cubicBezTo>
                    <a:cubicBezTo>
                      <a:pt x="14" y="38"/>
                      <a:pt x="14" y="38"/>
                      <a:pt x="14" y="38"/>
                    </a:cubicBezTo>
                    <a:cubicBezTo>
                      <a:pt x="14" y="38"/>
                      <a:pt x="14" y="38"/>
                      <a:pt x="14" y="38"/>
                    </a:cubicBezTo>
                    <a:cubicBezTo>
                      <a:pt x="14" y="38"/>
                      <a:pt x="15" y="38"/>
                      <a:pt x="16" y="38"/>
                    </a:cubicBezTo>
                    <a:cubicBezTo>
                      <a:pt x="17" y="39"/>
                      <a:pt x="17" y="39"/>
                      <a:pt x="17" y="39"/>
                    </a:cubicBezTo>
                    <a:cubicBezTo>
                      <a:pt x="17" y="39"/>
                      <a:pt x="17" y="39"/>
                      <a:pt x="17" y="39"/>
                    </a:cubicBezTo>
                    <a:cubicBezTo>
                      <a:pt x="17" y="39"/>
                      <a:pt x="17" y="41"/>
                      <a:pt x="15" y="41"/>
                    </a:cubicBezTo>
                    <a:moveTo>
                      <a:pt x="14" y="35"/>
                    </a:moveTo>
                    <a:cubicBezTo>
                      <a:pt x="14" y="35"/>
                      <a:pt x="14" y="35"/>
                      <a:pt x="14" y="35"/>
                    </a:cubicBezTo>
                    <a:cubicBezTo>
                      <a:pt x="14" y="36"/>
                      <a:pt x="14" y="36"/>
                      <a:pt x="14" y="36"/>
                    </a:cubicBezTo>
                    <a:cubicBezTo>
                      <a:pt x="14" y="36"/>
                      <a:pt x="12" y="37"/>
                      <a:pt x="11" y="38"/>
                    </a:cubicBezTo>
                    <a:cubicBezTo>
                      <a:pt x="11" y="36"/>
                      <a:pt x="11" y="36"/>
                      <a:pt x="11" y="36"/>
                    </a:cubicBezTo>
                    <a:cubicBezTo>
                      <a:pt x="11" y="36"/>
                      <a:pt x="11" y="36"/>
                      <a:pt x="11" y="36"/>
                    </a:cubicBezTo>
                    <a:cubicBezTo>
                      <a:pt x="11" y="34"/>
                      <a:pt x="11" y="34"/>
                      <a:pt x="11" y="34"/>
                    </a:cubicBezTo>
                    <a:cubicBezTo>
                      <a:pt x="11" y="34"/>
                      <a:pt x="11" y="34"/>
                      <a:pt x="11" y="34"/>
                    </a:cubicBezTo>
                    <a:cubicBezTo>
                      <a:pt x="11" y="34"/>
                      <a:pt x="11" y="34"/>
                      <a:pt x="11" y="34"/>
                    </a:cubicBezTo>
                    <a:cubicBezTo>
                      <a:pt x="12" y="34"/>
                      <a:pt x="12" y="34"/>
                      <a:pt x="12" y="34"/>
                    </a:cubicBezTo>
                    <a:cubicBezTo>
                      <a:pt x="12" y="35"/>
                      <a:pt x="12" y="35"/>
                      <a:pt x="12" y="35"/>
                    </a:cubicBezTo>
                    <a:cubicBezTo>
                      <a:pt x="12" y="35"/>
                      <a:pt x="12" y="35"/>
                      <a:pt x="12" y="35"/>
                    </a:cubicBezTo>
                    <a:cubicBezTo>
                      <a:pt x="13" y="35"/>
                      <a:pt x="13" y="35"/>
                      <a:pt x="13" y="35"/>
                    </a:cubicBezTo>
                    <a:cubicBezTo>
                      <a:pt x="14" y="35"/>
                      <a:pt x="14" y="35"/>
                      <a:pt x="14" y="35"/>
                    </a:cubicBezTo>
                    <a:close/>
                    <a:moveTo>
                      <a:pt x="9" y="34"/>
                    </a:moveTo>
                    <a:cubicBezTo>
                      <a:pt x="9" y="32"/>
                      <a:pt x="9" y="32"/>
                      <a:pt x="9" y="32"/>
                    </a:cubicBezTo>
                    <a:cubicBezTo>
                      <a:pt x="10" y="31"/>
                      <a:pt x="10" y="31"/>
                      <a:pt x="10" y="31"/>
                    </a:cubicBezTo>
                    <a:cubicBezTo>
                      <a:pt x="10" y="30"/>
                      <a:pt x="10" y="30"/>
                      <a:pt x="10" y="30"/>
                    </a:cubicBezTo>
                    <a:cubicBezTo>
                      <a:pt x="9" y="30"/>
                      <a:pt x="9" y="30"/>
                      <a:pt x="9" y="30"/>
                    </a:cubicBezTo>
                    <a:cubicBezTo>
                      <a:pt x="8" y="29"/>
                      <a:pt x="8" y="29"/>
                      <a:pt x="8" y="29"/>
                    </a:cubicBezTo>
                    <a:cubicBezTo>
                      <a:pt x="8" y="28"/>
                      <a:pt x="8" y="28"/>
                      <a:pt x="8" y="28"/>
                    </a:cubicBezTo>
                    <a:cubicBezTo>
                      <a:pt x="10" y="28"/>
                      <a:pt x="10" y="28"/>
                      <a:pt x="10" y="28"/>
                    </a:cubicBezTo>
                    <a:cubicBezTo>
                      <a:pt x="10" y="29"/>
                      <a:pt x="10" y="30"/>
                      <a:pt x="10" y="30"/>
                    </a:cubicBezTo>
                    <a:cubicBezTo>
                      <a:pt x="10" y="30"/>
                      <a:pt x="10" y="30"/>
                      <a:pt x="10" y="30"/>
                    </a:cubicBezTo>
                    <a:cubicBezTo>
                      <a:pt x="10" y="30"/>
                      <a:pt x="10" y="30"/>
                      <a:pt x="10" y="30"/>
                    </a:cubicBezTo>
                    <a:cubicBezTo>
                      <a:pt x="12" y="32"/>
                      <a:pt x="12" y="32"/>
                      <a:pt x="12" y="32"/>
                    </a:cubicBezTo>
                    <a:lnTo>
                      <a:pt x="9" y="34"/>
                    </a:lnTo>
                    <a:close/>
                    <a:moveTo>
                      <a:pt x="10" y="27"/>
                    </a:moveTo>
                    <a:cubicBezTo>
                      <a:pt x="10" y="27"/>
                      <a:pt x="8" y="27"/>
                      <a:pt x="7" y="28"/>
                    </a:cubicBezTo>
                    <a:cubicBezTo>
                      <a:pt x="8" y="27"/>
                      <a:pt x="8" y="27"/>
                      <a:pt x="8" y="27"/>
                    </a:cubicBezTo>
                    <a:cubicBezTo>
                      <a:pt x="9" y="25"/>
                      <a:pt x="9" y="25"/>
                      <a:pt x="9" y="25"/>
                    </a:cubicBezTo>
                    <a:cubicBezTo>
                      <a:pt x="9" y="25"/>
                      <a:pt x="9" y="25"/>
                      <a:pt x="9" y="25"/>
                    </a:cubicBezTo>
                    <a:cubicBezTo>
                      <a:pt x="9" y="25"/>
                      <a:pt x="9" y="25"/>
                      <a:pt x="9" y="25"/>
                    </a:cubicBezTo>
                    <a:cubicBezTo>
                      <a:pt x="10" y="27"/>
                      <a:pt x="10" y="27"/>
                      <a:pt x="10" y="27"/>
                    </a:cubicBezTo>
                    <a:close/>
                    <a:moveTo>
                      <a:pt x="9" y="25"/>
                    </a:moveTo>
                    <a:cubicBezTo>
                      <a:pt x="9" y="25"/>
                      <a:pt x="9" y="25"/>
                      <a:pt x="9" y="25"/>
                    </a:cubicBezTo>
                    <a:cubicBezTo>
                      <a:pt x="9" y="25"/>
                      <a:pt x="9" y="25"/>
                      <a:pt x="9" y="25"/>
                    </a:cubicBezTo>
                    <a:cubicBezTo>
                      <a:pt x="9" y="25"/>
                      <a:pt x="9" y="25"/>
                      <a:pt x="9" y="25"/>
                    </a:cubicBezTo>
                    <a:cubicBezTo>
                      <a:pt x="9" y="25"/>
                      <a:pt x="9" y="25"/>
                      <a:pt x="9" y="25"/>
                    </a:cubicBezTo>
                    <a:cubicBezTo>
                      <a:pt x="8" y="25"/>
                      <a:pt x="7" y="24"/>
                      <a:pt x="7" y="23"/>
                    </a:cubicBezTo>
                    <a:cubicBezTo>
                      <a:pt x="8" y="23"/>
                      <a:pt x="8" y="23"/>
                      <a:pt x="8" y="23"/>
                    </a:cubicBezTo>
                    <a:cubicBezTo>
                      <a:pt x="10" y="23"/>
                      <a:pt x="10" y="23"/>
                      <a:pt x="10" y="23"/>
                    </a:cubicBezTo>
                    <a:cubicBezTo>
                      <a:pt x="10" y="23"/>
                      <a:pt x="10" y="23"/>
                      <a:pt x="10" y="23"/>
                    </a:cubicBezTo>
                    <a:cubicBezTo>
                      <a:pt x="9" y="25"/>
                      <a:pt x="9" y="25"/>
                      <a:pt x="9" y="25"/>
                    </a:cubicBezTo>
                    <a:close/>
                    <a:moveTo>
                      <a:pt x="10" y="23"/>
                    </a:moveTo>
                    <a:cubicBezTo>
                      <a:pt x="10" y="22"/>
                      <a:pt x="9" y="22"/>
                      <a:pt x="8" y="22"/>
                    </a:cubicBezTo>
                    <a:cubicBezTo>
                      <a:pt x="10" y="21"/>
                      <a:pt x="10" y="21"/>
                      <a:pt x="10" y="21"/>
                    </a:cubicBezTo>
                    <a:cubicBezTo>
                      <a:pt x="10" y="21"/>
                      <a:pt x="10" y="21"/>
                      <a:pt x="10" y="21"/>
                    </a:cubicBezTo>
                    <a:lnTo>
                      <a:pt x="10" y="23"/>
                    </a:lnTo>
                    <a:close/>
                    <a:moveTo>
                      <a:pt x="3" y="3"/>
                    </a:moveTo>
                    <a:cubicBezTo>
                      <a:pt x="4" y="5"/>
                      <a:pt x="7" y="10"/>
                      <a:pt x="8" y="12"/>
                    </a:cubicBezTo>
                    <a:cubicBezTo>
                      <a:pt x="8" y="13"/>
                      <a:pt x="8" y="14"/>
                      <a:pt x="8" y="15"/>
                    </a:cubicBezTo>
                    <a:cubicBezTo>
                      <a:pt x="7" y="13"/>
                      <a:pt x="3" y="7"/>
                      <a:pt x="3" y="3"/>
                    </a:cubicBezTo>
                    <a:close/>
                    <a:moveTo>
                      <a:pt x="2" y="2"/>
                    </a:moveTo>
                    <a:cubicBezTo>
                      <a:pt x="3" y="3"/>
                      <a:pt x="3" y="3"/>
                      <a:pt x="3" y="3"/>
                    </a:cubicBezTo>
                    <a:cubicBezTo>
                      <a:pt x="2" y="2"/>
                      <a:pt x="2" y="2"/>
                      <a:pt x="2" y="2"/>
                    </a:cubicBezTo>
                    <a:close/>
                    <a:moveTo>
                      <a:pt x="2" y="5"/>
                    </a:moveTo>
                    <a:cubicBezTo>
                      <a:pt x="2" y="3"/>
                      <a:pt x="2" y="3"/>
                      <a:pt x="2" y="3"/>
                    </a:cubicBezTo>
                    <a:cubicBezTo>
                      <a:pt x="2" y="3"/>
                      <a:pt x="2" y="3"/>
                      <a:pt x="2" y="3"/>
                    </a:cubicBezTo>
                    <a:cubicBezTo>
                      <a:pt x="2" y="9"/>
                      <a:pt x="9" y="16"/>
                      <a:pt x="9" y="16"/>
                    </a:cubicBezTo>
                    <a:cubicBezTo>
                      <a:pt x="9" y="17"/>
                      <a:pt x="9" y="19"/>
                      <a:pt x="10" y="20"/>
                    </a:cubicBezTo>
                    <a:cubicBezTo>
                      <a:pt x="9" y="19"/>
                      <a:pt x="8" y="18"/>
                      <a:pt x="7" y="16"/>
                    </a:cubicBezTo>
                    <a:cubicBezTo>
                      <a:pt x="6" y="16"/>
                      <a:pt x="6" y="16"/>
                      <a:pt x="6" y="16"/>
                    </a:cubicBezTo>
                    <a:cubicBezTo>
                      <a:pt x="6" y="16"/>
                      <a:pt x="2" y="10"/>
                      <a:pt x="2" y="5"/>
                    </a:cubicBezTo>
                    <a:moveTo>
                      <a:pt x="6" y="16"/>
                    </a:moveTo>
                    <a:cubicBezTo>
                      <a:pt x="7" y="18"/>
                      <a:pt x="9" y="20"/>
                      <a:pt x="10" y="20"/>
                    </a:cubicBezTo>
                    <a:cubicBezTo>
                      <a:pt x="9" y="21"/>
                      <a:pt x="9" y="21"/>
                      <a:pt x="9" y="21"/>
                    </a:cubicBezTo>
                    <a:cubicBezTo>
                      <a:pt x="8" y="21"/>
                      <a:pt x="7" y="19"/>
                      <a:pt x="6" y="18"/>
                    </a:cubicBezTo>
                    <a:cubicBezTo>
                      <a:pt x="4" y="17"/>
                      <a:pt x="3" y="15"/>
                      <a:pt x="2" y="13"/>
                    </a:cubicBezTo>
                    <a:cubicBezTo>
                      <a:pt x="3" y="14"/>
                      <a:pt x="5" y="16"/>
                      <a:pt x="6" y="16"/>
                    </a:cubicBezTo>
                    <a:moveTo>
                      <a:pt x="6" y="22"/>
                    </a:moveTo>
                    <a:cubicBezTo>
                      <a:pt x="6" y="22"/>
                      <a:pt x="6" y="22"/>
                      <a:pt x="6" y="22"/>
                    </a:cubicBezTo>
                    <a:cubicBezTo>
                      <a:pt x="6" y="22"/>
                      <a:pt x="1" y="18"/>
                      <a:pt x="1" y="14"/>
                    </a:cubicBezTo>
                    <a:cubicBezTo>
                      <a:pt x="2" y="14"/>
                      <a:pt x="2" y="14"/>
                      <a:pt x="2" y="14"/>
                    </a:cubicBezTo>
                    <a:cubicBezTo>
                      <a:pt x="3" y="17"/>
                      <a:pt x="7" y="20"/>
                      <a:pt x="8" y="21"/>
                    </a:cubicBezTo>
                    <a:cubicBezTo>
                      <a:pt x="7" y="22"/>
                      <a:pt x="7" y="22"/>
                      <a:pt x="7" y="22"/>
                    </a:cubicBezTo>
                    <a:cubicBezTo>
                      <a:pt x="6" y="22"/>
                      <a:pt x="6" y="22"/>
                      <a:pt x="6" y="22"/>
                    </a:cubicBezTo>
                    <a:cubicBezTo>
                      <a:pt x="7" y="22"/>
                      <a:pt x="7" y="22"/>
                      <a:pt x="7" y="22"/>
                    </a:cubicBezTo>
                    <a:cubicBezTo>
                      <a:pt x="7" y="24"/>
                      <a:pt x="8" y="25"/>
                      <a:pt x="8" y="25"/>
                    </a:cubicBezTo>
                    <a:cubicBezTo>
                      <a:pt x="8" y="26"/>
                      <a:pt x="8" y="26"/>
                      <a:pt x="8" y="26"/>
                    </a:cubicBezTo>
                    <a:cubicBezTo>
                      <a:pt x="8" y="25"/>
                      <a:pt x="6" y="25"/>
                      <a:pt x="5" y="24"/>
                    </a:cubicBezTo>
                    <a:cubicBezTo>
                      <a:pt x="4" y="23"/>
                      <a:pt x="3" y="22"/>
                      <a:pt x="2" y="21"/>
                    </a:cubicBezTo>
                    <a:cubicBezTo>
                      <a:pt x="3" y="21"/>
                      <a:pt x="5" y="21"/>
                      <a:pt x="6" y="22"/>
                    </a:cubicBezTo>
                    <a:moveTo>
                      <a:pt x="4" y="26"/>
                    </a:moveTo>
                    <a:cubicBezTo>
                      <a:pt x="3" y="25"/>
                      <a:pt x="2" y="23"/>
                      <a:pt x="2" y="22"/>
                    </a:cubicBezTo>
                    <a:cubicBezTo>
                      <a:pt x="3" y="24"/>
                      <a:pt x="7" y="26"/>
                      <a:pt x="8" y="26"/>
                    </a:cubicBezTo>
                    <a:cubicBezTo>
                      <a:pt x="7" y="28"/>
                      <a:pt x="7" y="28"/>
                      <a:pt x="7" y="28"/>
                    </a:cubicBezTo>
                    <a:cubicBezTo>
                      <a:pt x="7" y="28"/>
                      <a:pt x="7" y="28"/>
                      <a:pt x="7" y="28"/>
                    </a:cubicBezTo>
                    <a:cubicBezTo>
                      <a:pt x="6" y="28"/>
                      <a:pt x="6" y="28"/>
                      <a:pt x="6" y="28"/>
                    </a:cubicBezTo>
                    <a:cubicBezTo>
                      <a:pt x="6" y="28"/>
                      <a:pt x="5" y="27"/>
                      <a:pt x="4" y="26"/>
                    </a:cubicBezTo>
                    <a:moveTo>
                      <a:pt x="4" y="29"/>
                    </a:moveTo>
                    <a:cubicBezTo>
                      <a:pt x="4" y="29"/>
                      <a:pt x="5" y="28"/>
                      <a:pt x="6" y="28"/>
                    </a:cubicBezTo>
                    <a:cubicBezTo>
                      <a:pt x="6" y="28"/>
                      <a:pt x="6" y="28"/>
                      <a:pt x="6" y="28"/>
                    </a:cubicBezTo>
                    <a:cubicBezTo>
                      <a:pt x="6" y="28"/>
                      <a:pt x="6" y="28"/>
                      <a:pt x="6" y="28"/>
                    </a:cubicBezTo>
                    <a:cubicBezTo>
                      <a:pt x="6" y="29"/>
                      <a:pt x="6" y="29"/>
                      <a:pt x="6" y="29"/>
                    </a:cubicBezTo>
                    <a:cubicBezTo>
                      <a:pt x="6" y="29"/>
                      <a:pt x="6" y="29"/>
                      <a:pt x="6" y="29"/>
                    </a:cubicBezTo>
                    <a:cubicBezTo>
                      <a:pt x="7" y="29"/>
                      <a:pt x="7" y="29"/>
                      <a:pt x="7" y="29"/>
                    </a:cubicBezTo>
                    <a:cubicBezTo>
                      <a:pt x="9" y="30"/>
                      <a:pt x="9" y="30"/>
                      <a:pt x="9" y="30"/>
                    </a:cubicBezTo>
                    <a:cubicBezTo>
                      <a:pt x="7" y="30"/>
                      <a:pt x="7" y="30"/>
                      <a:pt x="7" y="30"/>
                    </a:cubicBezTo>
                    <a:cubicBezTo>
                      <a:pt x="5" y="30"/>
                      <a:pt x="4" y="29"/>
                      <a:pt x="4" y="29"/>
                    </a:cubicBezTo>
                    <a:close/>
                    <a:moveTo>
                      <a:pt x="4" y="30"/>
                    </a:moveTo>
                    <a:cubicBezTo>
                      <a:pt x="5" y="31"/>
                      <a:pt x="8" y="31"/>
                      <a:pt x="9" y="31"/>
                    </a:cubicBezTo>
                    <a:cubicBezTo>
                      <a:pt x="9" y="32"/>
                      <a:pt x="9" y="32"/>
                      <a:pt x="9" y="32"/>
                    </a:cubicBezTo>
                    <a:cubicBezTo>
                      <a:pt x="9" y="34"/>
                      <a:pt x="9" y="34"/>
                      <a:pt x="9" y="34"/>
                    </a:cubicBezTo>
                    <a:cubicBezTo>
                      <a:pt x="8" y="34"/>
                      <a:pt x="8" y="34"/>
                      <a:pt x="8" y="34"/>
                    </a:cubicBezTo>
                    <a:cubicBezTo>
                      <a:pt x="8" y="34"/>
                      <a:pt x="8" y="34"/>
                      <a:pt x="8" y="34"/>
                    </a:cubicBezTo>
                    <a:cubicBezTo>
                      <a:pt x="7" y="33"/>
                      <a:pt x="7" y="33"/>
                      <a:pt x="7" y="33"/>
                    </a:cubicBezTo>
                    <a:cubicBezTo>
                      <a:pt x="6" y="33"/>
                      <a:pt x="5" y="32"/>
                      <a:pt x="4" y="30"/>
                    </a:cubicBezTo>
                    <a:moveTo>
                      <a:pt x="6" y="35"/>
                    </a:moveTo>
                    <a:cubicBezTo>
                      <a:pt x="5" y="35"/>
                      <a:pt x="5" y="35"/>
                      <a:pt x="5" y="35"/>
                    </a:cubicBezTo>
                    <a:cubicBezTo>
                      <a:pt x="5" y="35"/>
                      <a:pt x="5" y="35"/>
                      <a:pt x="5" y="35"/>
                    </a:cubicBezTo>
                    <a:cubicBezTo>
                      <a:pt x="5" y="35"/>
                      <a:pt x="5" y="35"/>
                      <a:pt x="5" y="35"/>
                    </a:cubicBezTo>
                    <a:cubicBezTo>
                      <a:pt x="4" y="35"/>
                      <a:pt x="2" y="36"/>
                      <a:pt x="2" y="38"/>
                    </a:cubicBezTo>
                    <a:cubicBezTo>
                      <a:pt x="2" y="38"/>
                      <a:pt x="2" y="38"/>
                      <a:pt x="2" y="38"/>
                    </a:cubicBezTo>
                    <a:cubicBezTo>
                      <a:pt x="3" y="40"/>
                      <a:pt x="3" y="40"/>
                      <a:pt x="3" y="40"/>
                    </a:cubicBezTo>
                    <a:cubicBezTo>
                      <a:pt x="3" y="40"/>
                      <a:pt x="3" y="40"/>
                      <a:pt x="3" y="40"/>
                    </a:cubicBezTo>
                    <a:cubicBezTo>
                      <a:pt x="3" y="40"/>
                      <a:pt x="6" y="40"/>
                      <a:pt x="6" y="42"/>
                    </a:cubicBezTo>
                    <a:cubicBezTo>
                      <a:pt x="6" y="43"/>
                      <a:pt x="6" y="43"/>
                      <a:pt x="6" y="43"/>
                    </a:cubicBezTo>
                    <a:cubicBezTo>
                      <a:pt x="5" y="45"/>
                      <a:pt x="3" y="46"/>
                      <a:pt x="3" y="48"/>
                    </a:cubicBezTo>
                    <a:cubicBezTo>
                      <a:pt x="3" y="48"/>
                      <a:pt x="3" y="48"/>
                      <a:pt x="3" y="48"/>
                    </a:cubicBezTo>
                    <a:cubicBezTo>
                      <a:pt x="3" y="49"/>
                      <a:pt x="3" y="50"/>
                      <a:pt x="4" y="51"/>
                    </a:cubicBezTo>
                    <a:cubicBezTo>
                      <a:pt x="4" y="51"/>
                      <a:pt x="4" y="51"/>
                      <a:pt x="4" y="51"/>
                    </a:cubicBezTo>
                    <a:cubicBezTo>
                      <a:pt x="3" y="51"/>
                      <a:pt x="3" y="51"/>
                      <a:pt x="3" y="51"/>
                    </a:cubicBezTo>
                    <a:cubicBezTo>
                      <a:pt x="3" y="51"/>
                      <a:pt x="3" y="50"/>
                      <a:pt x="3" y="49"/>
                    </a:cubicBezTo>
                    <a:cubicBezTo>
                      <a:pt x="2" y="48"/>
                      <a:pt x="2" y="48"/>
                      <a:pt x="2" y="48"/>
                    </a:cubicBezTo>
                    <a:cubicBezTo>
                      <a:pt x="3" y="46"/>
                      <a:pt x="3" y="46"/>
                      <a:pt x="3" y="46"/>
                    </a:cubicBezTo>
                    <a:cubicBezTo>
                      <a:pt x="3" y="45"/>
                      <a:pt x="4" y="44"/>
                      <a:pt x="5" y="43"/>
                    </a:cubicBezTo>
                    <a:cubicBezTo>
                      <a:pt x="5" y="42"/>
                      <a:pt x="5" y="42"/>
                      <a:pt x="5" y="42"/>
                    </a:cubicBezTo>
                    <a:cubicBezTo>
                      <a:pt x="5" y="41"/>
                      <a:pt x="3" y="40"/>
                      <a:pt x="3" y="40"/>
                    </a:cubicBezTo>
                    <a:cubicBezTo>
                      <a:pt x="3" y="40"/>
                      <a:pt x="3" y="40"/>
                      <a:pt x="3" y="40"/>
                    </a:cubicBezTo>
                    <a:cubicBezTo>
                      <a:pt x="3" y="40"/>
                      <a:pt x="4" y="41"/>
                      <a:pt x="4" y="42"/>
                    </a:cubicBezTo>
                    <a:cubicBezTo>
                      <a:pt x="4" y="43"/>
                      <a:pt x="4" y="43"/>
                      <a:pt x="4" y="43"/>
                    </a:cubicBezTo>
                    <a:cubicBezTo>
                      <a:pt x="4" y="44"/>
                      <a:pt x="3" y="45"/>
                      <a:pt x="2" y="46"/>
                    </a:cubicBezTo>
                    <a:cubicBezTo>
                      <a:pt x="2" y="48"/>
                      <a:pt x="2" y="48"/>
                      <a:pt x="2" y="48"/>
                    </a:cubicBezTo>
                    <a:cubicBezTo>
                      <a:pt x="2" y="49"/>
                      <a:pt x="2" y="49"/>
                      <a:pt x="2" y="49"/>
                    </a:cubicBezTo>
                    <a:cubicBezTo>
                      <a:pt x="2" y="50"/>
                      <a:pt x="2" y="50"/>
                      <a:pt x="2" y="50"/>
                    </a:cubicBezTo>
                    <a:cubicBezTo>
                      <a:pt x="2" y="49"/>
                      <a:pt x="2" y="49"/>
                      <a:pt x="2" y="49"/>
                    </a:cubicBezTo>
                    <a:cubicBezTo>
                      <a:pt x="2" y="49"/>
                      <a:pt x="2" y="49"/>
                      <a:pt x="2" y="48"/>
                    </a:cubicBezTo>
                    <a:cubicBezTo>
                      <a:pt x="2" y="48"/>
                      <a:pt x="2" y="48"/>
                      <a:pt x="2" y="48"/>
                    </a:cubicBezTo>
                    <a:cubicBezTo>
                      <a:pt x="2" y="47"/>
                      <a:pt x="3" y="43"/>
                      <a:pt x="3" y="43"/>
                    </a:cubicBezTo>
                    <a:cubicBezTo>
                      <a:pt x="3" y="42"/>
                      <a:pt x="3" y="42"/>
                      <a:pt x="3" y="42"/>
                    </a:cubicBezTo>
                    <a:cubicBezTo>
                      <a:pt x="3" y="41"/>
                      <a:pt x="2" y="40"/>
                      <a:pt x="2" y="40"/>
                    </a:cubicBezTo>
                    <a:cubicBezTo>
                      <a:pt x="1" y="41"/>
                      <a:pt x="1" y="41"/>
                      <a:pt x="1" y="41"/>
                    </a:cubicBezTo>
                    <a:cubicBezTo>
                      <a:pt x="2" y="41"/>
                      <a:pt x="2" y="41"/>
                      <a:pt x="2" y="41"/>
                    </a:cubicBezTo>
                    <a:cubicBezTo>
                      <a:pt x="3" y="42"/>
                      <a:pt x="3" y="42"/>
                      <a:pt x="3" y="42"/>
                    </a:cubicBezTo>
                    <a:cubicBezTo>
                      <a:pt x="3" y="43"/>
                      <a:pt x="3" y="43"/>
                      <a:pt x="3" y="43"/>
                    </a:cubicBezTo>
                    <a:cubicBezTo>
                      <a:pt x="2" y="43"/>
                      <a:pt x="1" y="46"/>
                      <a:pt x="1" y="48"/>
                    </a:cubicBezTo>
                    <a:cubicBezTo>
                      <a:pt x="1" y="48"/>
                      <a:pt x="1" y="48"/>
                      <a:pt x="1" y="48"/>
                    </a:cubicBezTo>
                    <a:cubicBezTo>
                      <a:pt x="2" y="50"/>
                      <a:pt x="2" y="50"/>
                      <a:pt x="2" y="50"/>
                    </a:cubicBezTo>
                    <a:cubicBezTo>
                      <a:pt x="3" y="51"/>
                      <a:pt x="3" y="51"/>
                      <a:pt x="3" y="51"/>
                    </a:cubicBezTo>
                    <a:cubicBezTo>
                      <a:pt x="2" y="51"/>
                      <a:pt x="1" y="50"/>
                      <a:pt x="1" y="49"/>
                    </a:cubicBezTo>
                    <a:cubicBezTo>
                      <a:pt x="1" y="48"/>
                      <a:pt x="1" y="48"/>
                      <a:pt x="1" y="48"/>
                    </a:cubicBezTo>
                    <a:cubicBezTo>
                      <a:pt x="2" y="44"/>
                      <a:pt x="2" y="44"/>
                      <a:pt x="2" y="43"/>
                    </a:cubicBezTo>
                    <a:cubicBezTo>
                      <a:pt x="2" y="43"/>
                      <a:pt x="2" y="43"/>
                      <a:pt x="2" y="43"/>
                    </a:cubicBezTo>
                    <a:cubicBezTo>
                      <a:pt x="2" y="42"/>
                      <a:pt x="1" y="41"/>
                      <a:pt x="1" y="38"/>
                    </a:cubicBezTo>
                    <a:cubicBezTo>
                      <a:pt x="1" y="38"/>
                      <a:pt x="1" y="38"/>
                      <a:pt x="1" y="38"/>
                    </a:cubicBezTo>
                    <a:cubicBezTo>
                      <a:pt x="1" y="35"/>
                      <a:pt x="3" y="34"/>
                      <a:pt x="5" y="34"/>
                    </a:cubicBezTo>
                    <a:cubicBezTo>
                      <a:pt x="6" y="34"/>
                      <a:pt x="6" y="34"/>
                      <a:pt x="6" y="34"/>
                    </a:cubicBezTo>
                    <a:cubicBezTo>
                      <a:pt x="7" y="34"/>
                      <a:pt x="7" y="34"/>
                      <a:pt x="7" y="34"/>
                    </a:cubicBezTo>
                    <a:cubicBezTo>
                      <a:pt x="8" y="34"/>
                      <a:pt x="8" y="34"/>
                      <a:pt x="8" y="34"/>
                    </a:cubicBezTo>
                    <a:cubicBezTo>
                      <a:pt x="7" y="35"/>
                      <a:pt x="7" y="35"/>
                      <a:pt x="7" y="35"/>
                    </a:cubicBezTo>
                    <a:lnTo>
                      <a:pt x="6" y="35"/>
                    </a:lnTo>
                    <a:close/>
                    <a:moveTo>
                      <a:pt x="9" y="34"/>
                    </a:moveTo>
                    <a:cubicBezTo>
                      <a:pt x="9" y="34"/>
                      <a:pt x="9" y="34"/>
                      <a:pt x="9" y="34"/>
                    </a:cubicBezTo>
                    <a:cubicBezTo>
                      <a:pt x="9" y="34"/>
                      <a:pt x="9" y="34"/>
                      <a:pt x="9" y="34"/>
                    </a:cubicBezTo>
                    <a:cubicBezTo>
                      <a:pt x="9" y="34"/>
                      <a:pt x="9" y="34"/>
                      <a:pt x="9" y="34"/>
                    </a:cubicBezTo>
                    <a:cubicBezTo>
                      <a:pt x="9" y="35"/>
                      <a:pt x="9" y="35"/>
                      <a:pt x="9" y="35"/>
                    </a:cubicBezTo>
                    <a:cubicBezTo>
                      <a:pt x="10" y="35"/>
                      <a:pt x="10" y="35"/>
                      <a:pt x="10" y="35"/>
                    </a:cubicBezTo>
                    <a:cubicBezTo>
                      <a:pt x="8" y="37"/>
                      <a:pt x="8" y="37"/>
                      <a:pt x="8" y="37"/>
                    </a:cubicBezTo>
                    <a:lnTo>
                      <a:pt x="9" y="34"/>
                    </a:lnTo>
                    <a:close/>
                    <a:moveTo>
                      <a:pt x="8" y="37"/>
                    </a:moveTo>
                    <a:cubicBezTo>
                      <a:pt x="9" y="37"/>
                      <a:pt x="10" y="36"/>
                      <a:pt x="11" y="35"/>
                    </a:cubicBezTo>
                    <a:cubicBezTo>
                      <a:pt x="11" y="36"/>
                      <a:pt x="11" y="36"/>
                      <a:pt x="11" y="36"/>
                    </a:cubicBezTo>
                    <a:cubicBezTo>
                      <a:pt x="11" y="36"/>
                      <a:pt x="11" y="36"/>
                      <a:pt x="11" y="36"/>
                    </a:cubicBezTo>
                    <a:cubicBezTo>
                      <a:pt x="11" y="38"/>
                      <a:pt x="11" y="38"/>
                      <a:pt x="11" y="38"/>
                    </a:cubicBezTo>
                    <a:cubicBezTo>
                      <a:pt x="10" y="38"/>
                      <a:pt x="9" y="37"/>
                      <a:pt x="8" y="37"/>
                    </a:cubicBezTo>
                    <a:moveTo>
                      <a:pt x="27" y="57"/>
                    </a:moveTo>
                    <a:cubicBezTo>
                      <a:pt x="29" y="57"/>
                      <a:pt x="31" y="57"/>
                      <a:pt x="31" y="61"/>
                    </a:cubicBezTo>
                    <a:cubicBezTo>
                      <a:pt x="30" y="63"/>
                      <a:pt x="30" y="63"/>
                      <a:pt x="30" y="63"/>
                    </a:cubicBezTo>
                    <a:cubicBezTo>
                      <a:pt x="30" y="63"/>
                      <a:pt x="30" y="63"/>
                      <a:pt x="30" y="63"/>
                    </a:cubicBezTo>
                    <a:cubicBezTo>
                      <a:pt x="30" y="64"/>
                      <a:pt x="30" y="64"/>
                      <a:pt x="30" y="64"/>
                    </a:cubicBezTo>
                    <a:cubicBezTo>
                      <a:pt x="30" y="64"/>
                      <a:pt x="30" y="64"/>
                      <a:pt x="30" y="64"/>
                    </a:cubicBezTo>
                    <a:cubicBezTo>
                      <a:pt x="30" y="65"/>
                      <a:pt x="30" y="65"/>
                      <a:pt x="30" y="65"/>
                    </a:cubicBezTo>
                    <a:cubicBezTo>
                      <a:pt x="29" y="66"/>
                      <a:pt x="27" y="68"/>
                      <a:pt x="25" y="69"/>
                    </a:cubicBezTo>
                    <a:cubicBezTo>
                      <a:pt x="25" y="70"/>
                      <a:pt x="25" y="70"/>
                      <a:pt x="25" y="70"/>
                    </a:cubicBezTo>
                    <a:cubicBezTo>
                      <a:pt x="25" y="71"/>
                      <a:pt x="26" y="72"/>
                      <a:pt x="26" y="73"/>
                    </a:cubicBezTo>
                    <a:cubicBezTo>
                      <a:pt x="27" y="74"/>
                      <a:pt x="28" y="76"/>
                      <a:pt x="29" y="77"/>
                    </a:cubicBezTo>
                    <a:cubicBezTo>
                      <a:pt x="30" y="78"/>
                      <a:pt x="30" y="78"/>
                      <a:pt x="30" y="78"/>
                    </a:cubicBezTo>
                    <a:cubicBezTo>
                      <a:pt x="30" y="78"/>
                      <a:pt x="30" y="78"/>
                      <a:pt x="30" y="78"/>
                    </a:cubicBezTo>
                    <a:cubicBezTo>
                      <a:pt x="30" y="78"/>
                      <a:pt x="30" y="78"/>
                      <a:pt x="30" y="78"/>
                    </a:cubicBezTo>
                    <a:cubicBezTo>
                      <a:pt x="30" y="80"/>
                      <a:pt x="30" y="80"/>
                      <a:pt x="30" y="80"/>
                    </a:cubicBezTo>
                    <a:cubicBezTo>
                      <a:pt x="30" y="80"/>
                      <a:pt x="30" y="80"/>
                      <a:pt x="30" y="80"/>
                    </a:cubicBezTo>
                    <a:cubicBezTo>
                      <a:pt x="31" y="79"/>
                      <a:pt x="31" y="79"/>
                      <a:pt x="31" y="79"/>
                    </a:cubicBezTo>
                    <a:cubicBezTo>
                      <a:pt x="31" y="78"/>
                      <a:pt x="31" y="78"/>
                      <a:pt x="31" y="78"/>
                    </a:cubicBezTo>
                    <a:cubicBezTo>
                      <a:pt x="31" y="78"/>
                      <a:pt x="31" y="78"/>
                      <a:pt x="31" y="78"/>
                    </a:cubicBezTo>
                    <a:cubicBezTo>
                      <a:pt x="31" y="78"/>
                      <a:pt x="31" y="78"/>
                      <a:pt x="31" y="78"/>
                    </a:cubicBezTo>
                    <a:cubicBezTo>
                      <a:pt x="32" y="77"/>
                      <a:pt x="32" y="77"/>
                      <a:pt x="32" y="77"/>
                    </a:cubicBezTo>
                    <a:cubicBezTo>
                      <a:pt x="33" y="76"/>
                      <a:pt x="33" y="76"/>
                      <a:pt x="33" y="76"/>
                    </a:cubicBezTo>
                    <a:cubicBezTo>
                      <a:pt x="33" y="76"/>
                      <a:pt x="33" y="76"/>
                      <a:pt x="33" y="76"/>
                    </a:cubicBezTo>
                    <a:cubicBezTo>
                      <a:pt x="34" y="76"/>
                      <a:pt x="34" y="76"/>
                      <a:pt x="34" y="76"/>
                    </a:cubicBezTo>
                    <a:cubicBezTo>
                      <a:pt x="34" y="76"/>
                      <a:pt x="34" y="76"/>
                      <a:pt x="34" y="76"/>
                    </a:cubicBezTo>
                    <a:cubicBezTo>
                      <a:pt x="35" y="76"/>
                      <a:pt x="35" y="76"/>
                      <a:pt x="35" y="76"/>
                    </a:cubicBezTo>
                    <a:cubicBezTo>
                      <a:pt x="33" y="75"/>
                      <a:pt x="33" y="75"/>
                      <a:pt x="33" y="75"/>
                    </a:cubicBezTo>
                    <a:cubicBezTo>
                      <a:pt x="33" y="75"/>
                      <a:pt x="33" y="75"/>
                      <a:pt x="33" y="75"/>
                    </a:cubicBezTo>
                    <a:cubicBezTo>
                      <a:pt x="32" y="76"/>
                      <a:pt x="32" y="76"/>
                      <a:pt x="32" y="76"/>
                    </a:cubicBezTo>
                    <a:cubicBezTo>
                      <a:pt x="31" y="77"/>
                      <a:pt x="31" y="77"/>
                      <a:pt x="31" y="77"/>
                    </a:cubicBezTo>
                    <a:cubicBezTo>
                      <a:pt x="32" y="75"/>
                      <a:pt x="32" y="75"/>
                      <a:pt x="32" y="75"/>
                    </a:cubicBezTo>
                    <a:cubicBezTo>
                      <a:pt x="33" y="74"/>
                      <a:pt x="33" y="74"/>
                      <a:pt x="33" y="74"/>
                    </a:cubicBezTo>
                    <a:cubicBezTo>
                      <a:pt x="33" y="74"/>
                      <a:pt x="33" y="74"/>
                      <a:pt x="33" y="74"/>
                    </a:cubicBezTo>
                    <a:cubicBezTo>
                      <a:pt x="34" y="74"/>
                      <a:pt x="34" y="74"/>
                      <a:pt x="34" y="74"/>
                    </a:cubicBezTo>
                    <a:cubicBezTo>
                      <a:pt x="35" y="75"/>
                      <a:pt x="35" y="75"/>
                      <a:pt x="35" y="75"/>
                    </a:cubicBezTo>
                    <a:cubicBezTo>
                      <a:pt x="35" y="74"/>
                      <a:pt x="35" y="74"/>
                      <a:pt x="35" y="74"/>
                    </a:cubicBezTo>
                    <a:cubicBezTo>
                      <a:pt x="34" y="74"/>
                      <a:pt x="34" y="74"/>
                      <a:pt x="34" y="74"/>
                    </a:cubicBezTo>
                    <a:cubicBezTo>
                      <a:pt x="34" y="74"/>
                      <a:pt x="34" y="74"/>
                      <a:pt x="34" y="74"/>
                    </a:cubicBezTo>
                    <a:cubicBezTo>
                      <a:pt x="34" y="73"/>
                      <a:pt x="34" y="73"/>
                      <a:pt x="34" y="73"/>
                    </a:cubicBezTo>
                    <a:cubicBezTo>
                      <a:pt x="35" y="73"/>
                      <a:pt x="35" y="73"/>
                      <a:pt x="35" y="73"/>
                    </a:cubicBezTo>
                    <a:cubicBezTo>
                      <a:pt x="35" y="75"/>
                      <a:pt x="35" y="75"/>
                      <a:pt x="35" y="75"/>
                    </a:cubicBezTo>
                    <a:cubicBezTo>
                      <a:pt x="34" y="79"/>
                      <a:pt x="34" y="79"/>
                      <a:pt x="34" y="79"/>
                    </a:cubicBezTo>
                    <a:cubicBezTo>
                      <a:pt x="33" y="80"/>
                      <a:pt x="31" y="82"/>
                      <a:pt x="31" y="82"/>
                    </a:cubicBezTo>
                    <a:cubicBezTo>
                      <a:pt x="29" y="82"/>
                      <a:pt x="29" y="82"/>
                      <a:pt x="28" y="81"/>
                    </a:cubicBezTo>
                    <a:cubicBezTo>
                      <a:pt x="28" y="80"/>
                      <a:pt x="27" y="78"/>
                      <a:pt x="27" y="78"/>
                    </a:cubicBezTo>
                    <a:cubicBezTo>
                      <a:pt x="27" y="78"/>
                      <a:pt x="27" y="78"/>
                      <a:pt x="27" y="78"/>
                    </a:cubicBezTo>
                    <a:cubicBezTo>
                      <a:pt x="27" y="78"/>
                      <a:pt x="27" y="78"/>
                      <a:pt x="27" y="78"/>
                    </a:cubicBezTo>
                    <a:cubicBezTo>
                      <a:pt x="26" y="78"/>
                      <a:pt x="26" y="78"/>
                      <a:pt x="26" y="78"/>
                    </a:cubicBezTo>
                    <a:cubicBezTo>
                      <a:pt x="24" y="76"/>
                      <a:pt x="24" y="76"/>
                      <a:pt x="24" y="76"/>
                    </a:cubicBezTo>
                    <a:cubicBezTo>
                      <a:pt x="24" y="75"/>
                      <a:pt x="23" y="75"/>
                      <a:pt x="22" y="74"/>
                    </a:cubicBezTo>
                    <a:cubicBezTo>
                      <a:pt x="21" y="73"/>
                      <a:pt x="21" y="73"/>
                      <a:pt x="21" y="73"/>
                    </a:cubicBezTo>
                    <a:cubicBezTo>
                      <a:pt x="21" y="72"/>
                      <a:pt x="21" y="72"/>
                      <a:pt x="21" y="72"/>
                    </a:cubicBezTo>
                    <a:cubicBezTo>
                      <a:pt x="21" y="72"/>
                      <a:pt x="21" y="72"/>
                      <a:pt x="21" y="72"/>
                    </a:cubicBezTo>
                    <a:cubicBezTo>
                      <a:pt x="22" y="69"/>
                      <a:pt x="22" y="69"/>
                      <a:pt x="22" y="69"/>
                    </a:cubicBezTo>
                    <a:cubicBezTo>
                      <a:pt x="22" y="68"/>
                      <a:pt x="22" y="68"/>
                      <a:pt x="22" y="68"/>
                    </a:cubicBezTo>
                    <a:cubicBezTo>
                      <a:pt x="22" y="68"/>
                      <a:pt x="22" y="68"/>
                      <a:pt x="22" y="68"/>
                    </a:cubicBezTo>
                    <a:cubicBezTo>
                      <a:pt x="22" y="67"/>
                      <a:pt x="22" y="67"/>
                      <a:pt x="22" y="67"/>
                    </a:cubicBezTo>
                    <a:cubicBezTo>
                      <a:pt x="22" y="65"/>
                      <a:pt x="23" y="64"/>
                      <a:pt x="23" y="63"/>
                    </a:cubicBezTo>
                    <a:cubicBezTo>
                      <a:pt x="23" y="62"/>
                      <a:pt x="25" y="62"/>
                      <a:pt x="25" y="62"/>
                    </a:cubicBezTo>
                    <a:cubicBezTo>
                      <a:pt x="25" y="61"/>
                      <a:pt x="25" y="61"/>
                      <a:pt x="25" y="61"/>
                    </a:cubicBezTo>
                    <a:cubicBezTo>
                      <a:pt x="24" y="61"/>
                      <a:pt x="24" y="61"/>
                      <a:pt x="24" y="61"/>
                    </a:cubicBezTo>
                    <a:cubicBezTo>
                      <a:pt x="24" y="62"/>
                      <a:pt x="24" y="62"/>
                      <a:pt x="24" y="62"/>
                    </a:cubicBezTo>
                    <a:cubicBezTo>
                      <a:pt x="23" y="63"/>
                      <a:pt x="23" y="63"/>
                      <a:pt x="23" y="63"/>
                    </a:cubicBezTo>
                    <a:cubicBezTo>
                      <a:pt x="22" y="64"/>
                      <a:pt x="22" y="65"/>
                      <a:pt x="22" y="67"/>
                    </a:cubicBezTo>
                    <a:cubicBezTo>
                      <a:pt x="20" y="68"/>
                      <a:pt x="20" y="68"/>
                      <a:pt x="20" y="68"/>
                    </a:cubicBezTo>
                    <a:cubicBezTo>
                      <a:pt x="19" y="69"/>
                      <a:pt x="19" y="69"/>
                      <a:pt x="19" y="69"/>
                    </a:cubicBezTo>
                    <a:cubicBezTo>
                      <a:pt x="20" y="67"/>
                      <a:pt x="20" y="65"/>
                      <a:pt x="20" y="64"/>
                    </a:cubicBezTo>
                    <a:cubicBezTo>
                      <a:pt x="20" y="64"/>
                      <a:pt x="20" y="64"/>
                      <a:pt x="20" y="64"/>
                    </a:cubicBezTo>
                    <a:cubicBezTo>
                      <a:pt x="20" y="62"/>
                      <a:pt x="20" y="62"/>
                      <a:pt x="20" y="62"/>
                    </a:cubicBezTo>
                    <a:cubicBezTo>
                      <a:pt x="20" y="62"/>
                      <a:pt x="20" y="62"/>
                      <a:pt x="20" y="62"/>
                    </a:cubicBezTo>
                    <a:cubicBezTo>
                      <a:pt x="20" y="62"/>
                      <a:pt x="21" y="61"/>
                      <a:pt x="21" y="61"/>
                    </a:cubicBezTo>
                    <a:cubicBezTo>
                      <a:pt x="23" y="60"/>
                      <a:pt x="23" y="60"/>
                      <a:pt x="23" y="60"/>
                    </a:cubicBezTo>
                    <a:cubicBezTo>
                      <a:pt x="23" y="60"/>
                      <a:pt x="23" y="60"/>
                      <a:pt x="23" y="60"/>
                    </a:cubicBezTo>
                    <a:cubicBezTo>
                      <a:pt x="23" y="60"/>
                      <a:pt x="23" y="60"/>
                      <a:pt x="23" y="60"/>
                    </a:cubicBezTo>
                    <a:cubicBezTo>
                      <a:pt x="24" y="59"/>
                      <a:pt x="24" y="59"/>
                      <a:pt x="24" y="59"/>
                    </a:cubicBezTo>
                    <a:cubicBezTo>
                      <a:pt x="24" y="57"/>
                      <a:pt x="24" y="57"/>
                      <a:pt x="24" y="57"/>
                    </a:cubicBezTo>
                    <a:cubicBezTo>
                      <a:pt x="25" y="57"/>
                      <a:pt x="26" y="57"/>
                      <a:pt x="27" y="57"/>
                    </a:cubicBezTo>
                    <a:moveTo>
                      <a:pt x="28" y="52"/>
                    </a:moveTo>
                    <a:cubicBezTo>
                      <a:pt x="28" y="52"/>
                      <a:pt x="28" y="52"/>
                      <a:pt x="28" y="52"/>
                    </a:cubicBezTo>
                    <a:cubicBezTo>
                      <a:pt x="28" y="53"/>
                      <a:pt x="25" y="54"/>
                      <a:pt x="25" y="55"/>
                    </a:cubicBezTo>
                    <a:cubicBezTo>
                      <a:pt x="24" y="57"/>
                      <a:pt x="24" y="57"/>
                      <a:pt x="24" y="57"/>
                    </a:cubicBezTo>
                    <a:cubicBezTo>
                      <a:pt x="24" y="57"/>
                      <a:pt x="24" y="57"/>
                      <a:pt x="24" y="57"/>
                    </a:cubicBezTo>
                    <a:cubicBezTo>
                      <a:pt x="24" y="57"/>
                      <a:pt x="24" y="57"/>
                      <a:pt x="24" y="57"/>
                    </a:cubicBezTo>
                    <a:cubicBezTo>
                      <a:pt x="24" y="57"/>
                      <a:pt x="24" y="57"/>
                      <a:pt x="24" y="57"/>
                    </a:cubicBezTo>
                    <a:cubicBezTo>
                      <a:pt x="24" y="57"/>
                      <a:pt x="24" y="57"/>
                      <a:pt x="24" y="57"/>
                    </a:cubicBezTo>
                    <a:cubicBezTo>
                      <a:pt x="23" y="59"/>
                      <a:pt x="23" y="59"/>
                      <a:pt x="23" y="59"/>
                    </a:cubicBezTo>
                    <a:cubicBezTo>
                      <a:pt x="23" y="59"/>
                      <a:pt x="23" y="59"/>
                      <a:pt x="23" y="59"/>
                    </a:cubicBezTo>
                    <a:cubicBezTo>
                      <a:pt x="21" y="60"/>
                      <a:pt x="21" y="60"/>
                      <a:pt x="21" y="60"/>
                    </a:cubicBezTo>
                    <a:cubicBezTo>
                      <a:pt x="19" y="62"/>
                      <a:pt x="19" y="62"/>
                      <a:pt x="19" y="62"/>
                    </a:cubicBezTo>
                    <a:cubicBezTo>
                      <a:pt x="19" y="61"/>
                      <a:pt x="18" y="60"/>
                      <a:pt x="18" y="60"/>
                    </a:cubicBezTo>
                    <a:cubicBezTo>
                      <a:pt x="18" y="59"/>
                      <a:pt x="18" y="59"/>
                      <a:pt x="18" y="59"/>
                    </a:cubicBezTo>
                    <a:cubicBezTo>
                      <a:pt x="19" y="57"/>
                      <a:pt x="19" y="57"/>
                      <a:pt x="19" y="57"/>
                    </a:cubicBezTo>
                    <a:cubicBezTo>
                      <a:pt x="18" y="57"/>
                      <a:pt x="18" y="57"/>
                      <a:pt x="18" y="57"/>
                    </a:cubicBezTo>
                    <a:cubicBezTo>
                      <a:pt x="18" y="57"/>
                      <a:pt x="18" y="58"/>
                      <a:pt x="18" y="59"/>
                    </a:cubicBezTo>
                    <a:cubicBezTo>
                      <a:pt x="18" y="60"/>
                      <a:pt x="18" y="60"/>
                      <a:pt x="18" y="60"/>
                    </a:cubicBezTo>
                    <a:cubicBezTo>
                      <a:pt x="18" y="60"/>
                      <a:pt x="19" y="61"/>
                      <a:pt x="19" y="62"/>
                    </a:cubicBezTo>
                    <a:cubicBezTo>
                      <a:pt x="19" y="63"/>
                      <a:pt x="19" y="63"/>
                      <a:pt x="19" y="63"/>
                    </a:cubicBezTo>
                    <a:cubicBezTo>
                      <a:pt x="19" y="63"/>
                      <a:pt x="19" y="63"/>
                      <a:pt x="19" y="63"/>
                    </a:cubicBezTo>
                    <a:cubicBezTo>
                      <a:pt x="19" y="64"/>
                      <a:pt x="19" y="64"/>
                      <a:pt x="19" y="64"/>
                    </a:cubicBezTo>
                    <a:cubicBezTo>
                      <a:pt x="19" y="64"/>
                      <a:pt x="19" y="64"/>
                      <a:pt x="19" y="64"/>
                    </a:cubicBezTo>
                    <a:cubicBezTo>
                      <a:pt x="19" y="66"/>
                      <a:pt x="19" y="68"/>
                      <a:pt x="18" y="70"/>
                    </a:cubicBezTo>
                    <a:cubicBezTo>
                      <a:pt x="17" y="71"/>
                      <a:pt x="17" y="71"/>
                      <a:pt x="17" y="71"/>
                    </a:cubicBezTo>
                    <a:cubicBezTo>
                      <a:pt x="17" y="71"/>
                      <a:pt x="17" y="71"/>
                      <a:pt x="17" y="71"/>
                    </a:cubicBezTo>
                    <a:cubicBezTo>
                      <a:pt x="17" y="71"/>
                      <a:pt x="17" y="71"/>
                      <a:pt x="17" y="71"/>
                    </a:cubicBezTo>
                    <a:cubicBezTo>
                      <a:pt x="16" y="74"/>
                      <a:pt x="16" y="74"/>
                      <a:pt x="16" y="74"/>
                    </a:cubicBezTo>
                    <a:cubicBezTo>
                      <a:pt x="16" y="74"/>
                      <a:pt x="15" y="77"/>
                      <a:pt x="14" y="78"/>
                    </a:cubicBezTo>
                    <a:cubicBezTo>
                      <a:pt x="12" y="79"/>
                      <a:pt x="12" y="80"/>
                      <a:pt x="12" y="81"/>
                    </a:cubicBezTo>
                    <a:cubicBezTo>
                      <a:pt x="12" y="82"/>
                      <a:pt x="12" y="83"/>
                      <a:pt x="11" y="83"/>
                    </a:cubicBezTo>
                    <a:cubicBezTo>
                      <a:pt x="11" y="85"/>
                      <a:pt x="10" y="85"/>
                      <a:pt x="10" y="86"/>
                    </a:cubicBezTo>
                    <a:cubicBezTo>
                      <a:pt x="10" y="87"/>
                      <a:pt x="10" y="87"/>
                      <a:pt x="10" y="87"/>
                    </a:cubicBezTo>
                    <a:cubicBezTo>
                      <a:pt x="10" y="88"/>
                      <a:pt x="10" y="88"/>
                      <a:pt x="10" y="89"/>
                    </a:cubicBezTo>
                    <a:cubicBezTo>
                      <a:pt x="9" y="90"/>
                      <a:pt x="9" y="91"/>
                      <a:pt x="9" y="92"/>
                    </a:cubicBezTo>
                    <a:cubicBezTo>
                      <a:pt x="9" y="93"/>
                      <a:pt x="9" y="93"/>
                      <a:pt x="9" y="93"/>
                    </a:cubicBezTo>
                    <a:cubicBezTo>
                      <a:pt x="9" y="94"/>
                      <a:pt x="9" y="96"/>
                      <a:pt x="11" y="96"/>
                    </a:cubicBezTo>
                    <a:cubicBezTo>
                      <a:pt x="11" y="96"/>
                      <a:pt x="11" y="96"/>
                      <a:pt x="11" y="96"/>
                    </a:cubicBezTo>
                    <a:cubicBezTo>
                      <a:pt x="13" y="96"/>
                      <a:pt x="13" y="96"/>
                      <a:pt x="13" y="96"/>
                    </a:cubicBezTo>
                    <a:cubicBezTo>
                      <a:pt x="13" y="96"/>
                      <a:pt x="13" y="96"/>
                      <a:pt x="13" y="96"/>
                    </a:cubicBezTo>
                    <a:cubicBezTo>
                      <a:pt x="14" y="97"/>
                      <a:pt x="14" y="97"/>
                      <a:pt x="14" y="97"/>
                    </a:cubicBezTo>
                    <a:cubicBezTo>
                      <a:pt x="15" y="98"/>
                      <a:pt x="15" y="98"/>
                      <a:pt x="15" y="98"/>
                    </a:cubicBezTo>
                    <a:cubicBezTo>
                      <a:pt x="15" y="98"/>
                      <a:pt x="15" y="98"/>
                      <a:pt x="15" y="98"/>
                    </a:cubicBezTo>
                    <a:cubicBezTo>
                      <a:pt x="15" y="98"/>
                      <a:pt x="15" y="98"/>
                      <a:pt x="15" y="98"/>
                    </a:cubicBezTo>
                    <a:cubicBezTo>
                      <a:pt x="15" y="98"/>
                      <a:pt x="15" y="98"/>
                      <a:pt x="15" y="98"/>
                    </a:cubicBezTo>
                    <a:cubicBezTo>
                      <a:pt x="15" y="97"/>
                      <a:pt x="15" y="97"/>
                      <a:pt x="15" y="97"/>
                    </a:cubicBezTo>
                    <a:cubicBezTo>
                      <a:pt x="13" y="96"/>
                      <a:pt x="13" y="96"/>
                      <a:pt x="13" y="96"/>
                    </a:cubicBezTo>
                    <a:cubicBezTo>
                      <a:pt x="13" y="96"/>
                      <a:pt x="13" y="96"/>
                      <a:pt x="13" y="96"/>
                    </a:cubicBezTo>
                    <a:cubicBezTo>
                      <a:pt x="14" y="96"/>
                      <a:pt x="14" y="96"/>
                      <a:pt x="14" y="96"/>
                    </a:cubicBezTo>
                    <a:cubicBezTo>
                      <a:pt x="15" y="96"/>
                      <a:pt x="15" y="96"/>
                      <a:pt x="15" y="96"/>
                    </a:cubicBezTo>
                    <a:cubicBezTo>
                      <a:pt x="16" y="96"/>
                      <a:pt x="16" y="96"/>
                      <a:pt x="16" y="96"/>
                    </a:cubicBezTo>
                    <a:cubicBezTo>
                      <a:pt x="17" y="97"/>
                      <a:pt x="17" y="97"/>
                      <a:pt x="17" y="97"/>
                    </a:cubicBezTo>
                    <a:cubicBezTo>
                      <a:pt x="17" y="97"/>
                      <a:pt x="17" y="97"/>
                      <a:pt x="17" y="97"/>
                    </a:cubicBezTo>
                    <a:cubicBezTo>
                      <a:pt x="17" y="96"/>
                      <a:pt x="17" y="96"/>
                      <a:pt x="17" y="96"/>
                    </a:cubicBezTo>
                    <a:cubicBezTo>
                      <a:pt x="18" y="97"/>
                      <a:pt x="18" y="97"/>
                      <a:pt x="18" y="97"/>
                    </a:cubicBezTo>
                    <a:cubicBezTo>
                      <a:pt x="18" y="97"/>
                      <a:pt x="18" y="97"/>
                      <a:pt x="18" y="97"/>
                    </a:cubicBezTo>
                    <a:cubicBezTo>
                      <a:pt x="17" y="98"/>
                      <a:pt x="17" y="98"/>
                      <a:pt x="17" y="98"/>
                    </a:cubicBezTo>
                    <a:cubicBezTo>
                      <a:pt x="16" y="99"/>
                      <a:pt x="14" y="99"/>
                      <a:pt x="13" y="100"/>
                    </a:cubicBezTo>
                    <a:cubicBezTo>
                      <a:pt x="12" y="100"/>
                      <a:pt x="11" y="100"/>
                      <a:pt x="10" y="100"/>
                    </a:cubicBezTo>
                    <a:cubicBezTo>
                      <a:pt x="9" y="100"/>
                      <a:pt x="9" y="100"/>
                      <a:pt x="9" y="100"/>
                    </a:cubicBezTo>
                    <a:cubicBezTo>
                      <a:pt x="7" y="98"/>
                      <a:pt x="7" y="98"/>
                      <a:pt x="7" y="98"/>
                    </a:cubicBezTo>
                    <a:cubicBezTo>
                      <a:pt x="7" y="95"/>
                      <a:pt x="7" y="95"/>
                      <a:pt x="7" y="95"/>
                    </a:cubicBezTo>
                    <a:cubicBezTo>
                      <a:pt x="6" y="93"/>
                      <a:pt x="6" y="93"/>
                      <a:pt x="6" y="93"/>
                    </a:cubicBezTo>
                    <a:cubicBezTo>
                      <a:pt x="7" y="88"/>
                      <a:pt x="7" y="88"/>
                      <a:pt x="7" y="88"/>
                    </a:cubicBezTo>
                    <a:cubicBezTo>
                      <a:pt x="7" y="88"/>
                      <a:pt x="7" y="87"/>
                      <a:pt x="7" y="86"/>
                    </a:cubicBezTo>
                    <a:cubicBezTo>
                      <a:pt x="7" y="84"/>
                      <a:pt x="7" y="83"/>
                      <a:pt x="7" y="82"/>
                    </a:cubicBezTo>
                    <a:cubicBezTo>
                      <a:pt x="8" y="79"/>
                      <a:pt x="8" y="79"/>
                      <a:pt x="8" y="79"/>
                    </a:cubicBezTo>
                    <a:cubicBezTo>
                      <a:pt x="9" y="77"/>
                      <a:pt x="9" y="77"/>
                      <a:pt x="9" y="77"/>
                    </a:cubicBezTo>
                    <a:cubicBezTo>
                      <a:pt x="9" y="78"/>
                      <a:pt x="9" y="78"/>
                      <a:pt x="9" y="78"/>
                    </a:cubicBezTo>
                    <a:cubicBezTo>
                      <a:pt x="10" y="77"/>
                      <a:pt x="10" y="77"/>
                      <a:pt x="10" y="77"/>
                    </a:cubicBezTo>
                    <a:cubicBezTo>
                      <a:pt x="11" y="75"/>
                      <a:pt x="11" y="75"/>
                      <a:pt x="11" y="75"/>
                    </a:cubicBezTo>
                    <a:cubicBezTo>
                      <a:pt x="11" y="75"/>
                      <a:pt x="11" y="75"/>
                      <a:pt x="11" y="75"/>
                    </a:cubicBezTo>
                    <a:cubicBezTo>
                      <a:pt x="11" y="74"/>
                      <a:pt x="10" y="73"/>
                      <a:pt x="9" y="72"/>
                    </a:cubicBezTo>
                    <a:cubicBezTo>
                      <a:pt x="9" y="70"/>
                      <a:pt x="8" y="67"/>
                      <a:pt x="7" y="66"/>
                    </a:cubicBezTo>
                    <a:cubicBezTo>
                      <a:pt x="7" y="66"/>
                      <a:pt x="7" y="66"/>
                      <a:pt x="7" y="66"/>
                    </a:cubicBezTo>
                    <a:cubicBezTo>
                      <a:pt x="7" y="65"/>
                      <a:pt x="9" y="62"/>
                      <a:pt x="9" y="62"/>
                    </a:cubicBezTo>
                    <a:cubicBezTo>
                      <a:pt x="8" y="62"/>
                      <a:pt x="8" y="62"/>
                      <a:pt x="8" y="62"/>
                    </a:cubicBezTo>
                    <a:cubicBezTo>
                      <a:pt x="8" y="62"/>
                      <a:pt x="7" y="64"/>
                      <a:pt x="7" y="66"/>
                    </a:cubicBezTo>
                    <a:cubicBezTo>
                      <a:pt x="7" y="66"/>
                      <a:pt x="7" y="66"/>
                      <a:pt x="7" y="66"/>
                    </a:cubicBezTo>
                    <a:cubicBezTo>
                      <a:pt x="7" y="67"/>
                      <a:pt x="8" y="71"/>
                      <a:pt x="9" y="72"/>
                    </a:cubicBezTo>
                    <a:cubicBezTo>
                      <a:pt x="10" y="73"/>
                      <a:pt x="10" y="75"/>
                      <a:pt x="10" y="75"/>
                    </a:cubicBezTo>
                    <a:cubicBezTo>
                      <a:pt x="10" y="75"/>
                      <a:pt x="10" y="75"/>
                      <a:pt x="10" y="75"/>
                    </a:cubicBezTo>
                    <a:cubicBezTo>
                      <a:pt x="9" y="77"/>
                      <a:pt x="9" y="77"/>
                      <a:pt x="9" y="77"/>
                    </a:cubicBezTo>
                    <a:cubicBezTo>
                      <a:pt x="9" y="77"/>
                      <a:pt x="9" y="77"/>
                      <a:pt x="9" y="77"/>
                    </a:cubicBezTo>
                    <a:cubicBezTo>
                      <a:pt x="9" y="77"/>
                      <a:pt x="9" y="77"/>
                      <a:pt x="9" y="77"/>
                    </a:cubicBezTo>
                    <a:cubicBezTo>
                      <a:pt x="8" y="76"/>
                      <a:pt x="8" y="76"/>
                      <a:pt x="8" y="76"/>
                    </a:cubicBezTo>
                    <a:cubicBezTo>
                      <a:pt x="8" y="76"/>
                      <a:pt x="8" y="76"/>
                      <a:pt x="8" y="76"/>
                    </a:cubicBezTo>
                    <a:cubicBezTo>
                      <a:pt x="9" y="75"/>
                      <a:pt x="9" y="75"/>
                      <a:pt x="9" y="75"/>
                    </a:cubicBezTo>
                    <a:cubicBezTo>
                      <a:pt x="10" y="74"/>
                      <a:pt x="10" y="74"/>
                      <a:pt x="10" y="74"/>
                    </a:cubicBezTo>
                    <a:cubicBezTo>
                      <a:pt x="7" y="74"/>
                      <a:pt x="7" y="74"/>
                      <a:pt x="7" y="74"/>
                    </a:cubicBezTo>
                    <a:cubicBezTo>
                      <a:pt x="8" y="73"/>
                      <a:pt x="8" y="73"/>
                      <a:pt x="8" y="73"/>
                    </a:cubicBezTo>
                    <a:cubicBezTo>
                      <a:pt x="8" y="72"/>
                      <a:pt x="8" y="72"/>
                      <a:pt x="8" y="72"/>
                    </a:cubicBezTo>
                    <a:cubicBezTo>
                      <a:pt x="7" y="72"/>
                      <a:pt x="7" y="72"/>
                      <a:pt x="7" y="72"/>
                    </a:cubicBezTo>
                    <a:cubicBezTo>
                      <a:pt x="7" y="71"/>
                      <a:pt x="7" y="71"/>
                      <a:pt x="7" y="71"/>
                    </a:cubicBezTo>
                    <a:cubicBezTo>
                      <a:pt x="7" y="71"/>
                      <a:pt x="7" y="71"/>
                      <a:pt x="7" y="71"/>
                    </a:cubicBezTo>
                    <a:cubicBezTo>
                      <a:pt x="6" y="71"/>
                      <a:pt x="6" y="71"/>
                      <a:pt x="6" y="71"/>
                    </a:cubicBezTo>
                    <a:cubicBezTo>
                      <a:pt x="6" y="70"/>
                      <a:pt x="6" y="70"/>
                      <a:pt x="6" y="70"/>
                    </a:cubicBezTo>
                    <a:cubicBezTo>
                      <a:pt x="7" y="69"/>
                      <a:pt x="7" y="69"/>
                      <a:pt x="7" y="69"/>
                    </a:cubicBezTo>
                    <a:cubicBezTo>
                      <a:pt x="5" y="70"/>
                      <a:pt x="5" y="70"/>
                      <a:pt x="5" y="70"/>
                    </a:cubicBezTo>
                    <a:cubicBezTo>
                      <a:pt x="6" y="68"/>
                      <a:pt x="6" y="68"/>
                      <a:pt x="6" y="68"/>
                    </a:cubicBezTo>
                    <a:cubicBezTo>
                      <a:pt x="6" y="68"/>
                      <a:pt x="6" y="68"/>
                      <a:pt x="6" y="68"/>
                    </a:cubicBezTo>
                    <a:cubicBezTo>
                      <a:pt x="5" y="68"/>
                      <a:pt x="5" y="68"/>
                      <a:pt x="5" y="68"/>
                    </a:cubicBezTo>
                    <a:cubicBezTo>
                      <a:pt x="6" y="66"/>
                      <a:pt x="6" y="66"/>
                      <a:pt x="6" y="66"/>
                    </a:cubicBezTo>
                    <a:cubicBezTo>
                      <a:pt x="6" y="66"/>
                      <a:pt x="6" y="66"/>
                      <a:pt x="6" y="66"/>
                    </a:cubicBezTo>
                    <a:cubicBezTo>
                      <a:pt x="6" y="65"/>
                      <a:pt x="6" y="65"/>
                      <a:pt x="6" y="65"/>
                    </a:cubicBezTo>
                    <a:cubicBezTo>
                      <a:pt x="6" y="65"/>
                      <a:pt x="2" y="62"/>
                      <a:pt x="2" y="59"/>
                    </a:cubicBezTo>
                    <a:cubicBezTo>
                      <a:pt x="2" y="55"/>
                      <a:pt x="9" y="48"/>
                      <a:pt x="9" y="41"/>
                    </a:cubicBezTo>
                    <a:cubicBezTo>
                      <a:pt x="9" y="41"/>
                      <a:pt x="9" y="41"/>
                      <a:pt x="9" y="41"/>
                    </a:cubicBezTo>
                    <a:cubicBezTo>
                      <a:pt x="9" y="40"/>
                      <a:pt x="9" y="39"/>
                      <a:pt x="9" y="38"/>
                    </a:cubicBezTo>
                    <a:cubicBezTo>
                      <a:pt x="11" y="38"/>
                      <a:pt x="11" y="38"/>
                      <a:pt x="11" y="38"/>
                    </a:cubicBezTo>
                    <a:cubicBezTo>
                      <a:pt x="10" y="40"/>
                      <a:pt x="10" y="42"/>
                      <a:pt x="10" y="42"/>
                    </a:cubicBezTo>
                    <a:cubicBezTo>
                      <a:pt x="10" y="43"/>
                      <a:pt x="10" y="43"/>
                      <a:pt x="10" y="43"/>
                    </a:cubicBezTo>
                    <a:cubicBezTo>
                      <a:pt x="10" y="43"/>
                      <a:pt x="10" y="43"/>
                      <a:pt x="10" y="43"/>
                    </a:cubicBezTo>
                    <a:cubicBezTo>
                      <a:pt x="10" y="43"/>
                      <a:pt x="10" y="43"/>
                      <a:pt x="10" y="43"/>
                    </a:cubicBezTo>
                    <a:cubicBezTo>
                      <a:pt x="10" y="43"/>
                      <a:pt x="10" y="43"/>
                      <a:pt x="10" y="43"/>
                    </a:cubicBezTo>
                    <a:cubicBezTo>
                      <a:pt x="10" y="43"/>
                      <a:pt x="10" y="43"/>
                      <a:pt x="10" y="43"/>
                    </a:cubicBezTo>
                    <a:cubicBezTo>
                      <a:pt x="11" y="43"/>
                      <a:pt x="11" y="43"/>
                      <a:pt x="11" y="43"/>
                    </a:cubicBezTo>
                    <a:cubicBezTo>
                      <a:pt x="11" y="44"/>
                      <a:pt x="11" y="44"/>
                      <a:pt x="11" y="44"/>
                    </a:cubicBezTo>
                    <a:cubicBezTo>
                      <a:pt x="9" y="51"/>
                      <a:pt x="4" y="53"/>
                      <a:pt x="4" y="58"/>
                    </a:cubicBezTo>
                    <a:cubicBezTo>
                      <a:pt x="4" y="59"/>
                      <a:pt x="4" y="59"/>
                      <a:pt x="4" y="59"/>
                    </a:cubicBezTo>
                    <a:cubicBezTo>
                      <a:pt x="4" y="59"/>
                      <a:pt x="5" y="62"/>
                      <a:pt x="6" y="62"/>
                    </a:cubicBezTo>
                    <a:cubicBezTo>
                      <a:pt x="7" y="62"/>
                      <a:pt x="7" y="62"/>
                      <a:pt x="7" y="62"/>
                    </a:cubicBezTo>
                    <a:cubicBezTo>
                      <a:pt x="7" y="62"/>
                      <a:pt x="7" y="62"/>
                      <a:pt x="7" y="62"/>
                    </a:cubicBezTo>
                    <a:cubicBezTo>
                      <a:pt x="8" y="61"/>
                      <a:pt x="8" y="61"/>
                      <a:pt x="8" y="61"/>
                    </a:cubicBezTo>
                    <a:cubicBezTo>
                      <a:pt x="9" y="60"/>
                      <a:pt x="9" y="60"/>
                      <a:pt x="9" y="60"/>
                    </a:cubicBezTo>
                    <a:cubicBezTo>
                      <a:pt x="9" y="58"/>
                      <a:pt x="10" y="57"/>
                      <a:pt x="11" y="56"/>
                    </a:cubicBezTo>
                    <a:cubicBezTo>
                      <a:pt x="13" y="54"/>
                      <a:pt x="15" y="52"/>
                      <a:pt x="16" y="50"/>
                    </a:cubicBezTo>
                    <a:cubicBezTo>
                      <a:pt x="17" y="49"/>
                      <a:pt x="17" y="48"/>
                      <a:pt x="17" y="47"/>
                    </a:cubicBezTo>
                    <a:cubicBezTo>
                      <a:pt x="17" y="46"/>
                      <a:pt x="17" y="46"/>
                      <a:pt x="17" y="46"/>
                    </a:cubicBezTo>
                    <a:cubicBezTo>
                      <a:pt x="18" y="46"/>
                      <a:pt x="19" y="45"/>
                      <a:pt x="19" y="45"/>
                    </a:cubicBezTo>
                    <a:cubicBezTo>
                      <a:pt x="19" y="47"/>
                      <a:pt x="19" y="49"/>
                      <a:pt x="19" y="49"/>
                    </a:cubicBezTo>
                    <a:cubicBezTo>
                      <a:pt x="19" y="49"/>
                      <a:pt x="19" y="49"/>
                      <a:pt x="19" y="49"/>
                    </a:cubicBezTo>
                    <a:cubicBezTo>
                      <a:pt x="19" y="49"/>
                      <a:pt x="19" y="49"/>
                      <a:pt x="19" y="49"/>
                    </a:cubicBezTo>
                    <a:cubicBezTo>
                      <a:pt x="22" y="49"/>
                      <a:pt x="24" y="46"/>
                      <a:pt x="25" y="46"/>
                    </a:cubicBezTo>
                    <a:cubicBezTo>
                      <a:pt x="25" y="46"/>
                      <a:pt x="25" y="46"/>
                      <a:pt x="25" y="46"/>
                    </a:cubicBezTo>
                    <a:cubicBezTo>
                      <a:pt x="27" y="49"/>
                      <a:pt x="27" y="49"/>
                      <a:pt x="27" y="49"/>
                    </a:cubicBezTo>
                    <a:cubicBezTo>
                      <a:pt x="28" y="51"/>
                      <a:pt x="28" y="51"/>
                      <a:pt x="28" y="51"/>
                    </a:cubicBezTo>
                    <a:cubicBezTo>
                      <a:pt x="28" y="51"/>
                      <a:pt x="28" y="51"/>
                      <a:pt x="28" y="51"/>
                    </a:cubicBezTo>
                    <a:cubicBezTo>
                      <a:pt x="28" y="51"/>
                      <a:pt x="28" y="51"/>
                      <a:pt x="28" y="51"/>
                    </a:cubicBezTo>
                    <a:lnTo>
                      <a:pt x="28" y="52"/>
                    </a:lnTo>
                    <a:close/>
                    <a:moveTo>
                      <a:pt x="39" y="62"/>
                    </a:moveTo>
                    <a:cubicBezTo>
                      <a:pt x="38" y="62"/>
                      <a:pt x="38" y="62"/>
                      <a:pt x="38" y="62"/>
                    </a:cubicBezTo>
                    <a:cubicBezTo>
                      <a:pt x="38" y="62"/>
                      <a:pt x="38" y="62"/>
                      <a:pt x="38" y="62"/>
                    </a:cubicBezTo>
                    <a:cubicBezTo>
                      <a:pt x="38" y="62"/>
                      <a:pt x="38" y="62"/>
                      <a:pt x="38" y="62"/>
                    </a:cubicBezTo>
                    <a:cubicBezTo>
                      <a:pt x="38" y="62"/>
                      <a:pt x="38" y="62"/>
                      <a:pt x="38" y="62"/>
                    </a:cubicBezTo>
                    <a:cubicBezTo>
                      <a:pt x="39" y="61"/>
                      <a:pt x="39" y="61"/>
                      <a:pt x="39" y="61"/>
                    </a:cubicBezTo>
                    <a:cubicBezTo>
                      <a:pt x="39" y="62"/>
                      <a:pt x="39" y="62"/>
                      <a:pt x="39" y="62"/>
                    </a:cubicBezTo>
                    <a:close/>
                    <a:moveTo>
                      <a:pt x="44" y="45"/>
                    </a:moveTo>
                    <a:cubicBezTo>
                      <a:pt x="44" y="46"/>
                      <a:pt x="44" y="46"/>
                      <a:pt x="44" y="46"/>
                    </a:cubicBezTo>
                    <a:cubicBezTo>
                      <a:pt x="44" y="46"/>
                      <a:pt x="44" y="46"/>
                      <a:pt x="44" y="46"/>
                    </a:cubicBezTo>
                    <a:cubicBezTo>
                      <a:pt x="44" y="46"/>
                      <a:pt x="44" y="46"/>
                      <a:pt x="44" y="46"/>
                    </a:cubicBezTo>
                    <a:cubicBezTo>
                      <a:pt x="43" y="45"/>
                      <a:pt x="43" y="45"/>
                      <a:pt x="43" y="45"/>
                    </a:cubicBezTo>
                    <a:lnTo>
                      <a:pt x="44" y="45"/>
                    </a:lnTo>
                    <a:close/>
                    <a:moveTo>
                      <a:pt x="40" y="48"/>
                    </a:moveTo>
                    <a:cubicBezTo>
                      <a:pt x="40" y="47"/>
                      <a:pt x="40" y="47"/>
                      <a:pt x="40" y="47"/>
                    </a:cubicBezTo>
                    <a:cubicBezTo>
                      <a:pt x="40" y="47"/>
                      <a:pt x="40" y="47"/>
                      <a:pt x="40" y="47"/>
                    </a:cubicBezTo>
                    <a:cubicBezTo>
                      <a:pt x="40" y="47"/>
                      <a:pt x="40" y="47"/>
                      <a:pt x="40" y="47"/>
                    </a:cubicBezTo>
                    <a:cubicBezTo>
                      <a:pt x="41" y="46"/>
                      <a:pt x="41" y="46"/>
                      <a:pt x="41" y="46"/>
                    </a:cubicBezTo>
                    <a:cubicBezTo>
                      <a:pt x="41" y="46"/>
                      <a:pt x="41" y="46"/>
                      <a:pt x="41" y="46"/>
                    </a:cubicBezTo>
                    <a:cubicBezTo>
                      <a:pt x="41" y="48"/>
                      <a:pt x="41" y="48"/>
                      <a:pt x="41" y="48"/>
                    </a:cubicBezTo>
                    <a:cubicBezTo>
                      <a:pt x="41" y="50"/>
                      <a:pt x="41" y="50"/>
                      <a:pt x="41" y="50"/>
                    </a:cubicBezTo>
                    <a:cubicBezTo>
                      <a:pt x="41" y="50"/>
                      <a:pt x="41" y="50"/>
                      <a:pt x="41" y="50"/>
                    </a:cubicBezTo>
                    <a:cubicBezTo>
                      <a:pt x="41" y="51"/>
                      <a:pt x="41" y="51"/>
                      <a:pt x="41" y="51"/>
                    </a:cubicBezTo>
                    <a:cubicBezTo>
                      <a:pt x="41" y="51"/>
                      <a:pt x="41" y="51"/>
                      <a:pt x="41" y="51"/>
                    </a:cubicBezTo>
                    <a:cubicBezTo>
                      <a:pt x="41" y="50"/>
                      <a:pt x="41" y="50"/>
                      <a:pt x="41" y="50"/>
                    </a:cubicBezTo>
                    <a:cubicBezTo>
                      <a:pt x="40" y="48"/>
                      <a:pt x="40" y="48"/>
                      <a:pt x="40" y="48"/>
                    </a:cubicBezTo>
                    <a:cubicBezTo>
                      <a:pt x="40" y="48"/>
                      <a:pt x="40" y="48"/>
                      <a:pt x="40" y="48"/>
                    </a:cubicBezTo>
                    <a:close/>
                    <a:moveTo>
                      <a:pt x="40" y="49"/>
                    </a:moveTo>
                    <a:cubicBezTo>
                      <a:pt x="40" y="49"/>
                      <a:pt x="40" y="49"/>
                      <a:pt x="40" y="49"/>
                    </a:cubicBezTo>
                    <a:cubicBezTo>
                      <a:pt x="40" y="49"/>
                      <a:pt x="40" y="49"/>
                      <a:pt x="40" y="49"/>
                    </a:cubicBezTo>
                    <a:cubicBezTo>
                      <a:pt x="40" y="48"/>
                      <a:pt x="40" y="48"/>
                      <a:pt x="40" y="48"/>
                    </a:cubicBezTo>
                    <a:cubicBezTo>
                      <a:pt x="40" y="48"/>
                      <a:pt x="40" y="48"/>
                      <a:pt x="40" y="48"/>
                    </a:cubicBezTo>
                    <a:cubicBezTo>
                      <a:pt x="40" y="48"/>
                      <a:pt x="40" y="48"/>
                      <a:pt x="40" y="48"/>
                    </a:cubicBezTo>
                    <a:cubicBezTo>
                      <a:pt x="40" y="50"/>
                      <a:pt x="40" y="50"/>
                      <a:pt x="40" y="50"/>
                    </a:cubicBezTo>
                    <a:cubicBezTo>
                      <a:pt x="40" y="50"/>
                      <a:pt x="40" y="50"/>
                      <a:pt x="40" y="50"/>
                    </a:cubicBezTo>
                    <a:cubicBezTo>
                      <a:pt x="40" y="50"/>
                      <a:pt x="40" y="50"/>
                      <a:pt x="40" y="50"/>
                    </a:cubicBezTo>
                    <a:lnTo>
                      <a:pt x="40" y="49"/>
                    </a:lnTo>
                    <a:close/>
                    <a:moveTo>
                      <a:pt x="36" y="51"/>
                    </a:moveTo>
                    <a:cubicBezTo>
                      <a:pt x="35" y="51"/>
                      <a:pt x="35" y="51"/>
                      <a:pt x="35" y="51"/>
                    </a:cubicBezTo>
                    <a:cubicBezTo>
                      <a:pt x="36" y="52"/>
                      <a:pt x="37" y="52"/>
                      <a:pt x="38" y="52"/>
                    </a:cubicBezTo>
                    <a:cubicBezTo>
                      <a:pt x="39" y="53"/>
                      <a:pt x="39" y="53"/>
                      <a:pt x="39" y="53"/>
                    </a:cubicBezTo>
                    <a:cubicBezTo>
                      <a:pt x="39" y="53"/>
                      <a:pt x="39" y="53"/>
                      <a:pt x="39" y="53"/>
                    </a:cubicBezTo>
                    <a:cubicBezTo>
                      <a:pt x="40" y="53"/>
                      <a:pt x="40" y="53"/>
                      <a:pt x="40" y="53"/>
                    </a:cubicBezTo>
                    <a:cubicBezTo>
                      <a:pt x="40" y="52"/>
                      <a:pt x="40" y="52"/>
                      <a:pt x="40" y="52"/>
                    </a:cubicBezTo>
                    <a:cubicBezTo>
                      <a:pt x="41" y="52"/>
                      <a:pt x="41" y="52"/>
                      <a:pt x="41" y="52"/>
                    </a:cubicBezTo>
                    <a:cubicBezTo>
                      <a:pt x="41" y="51"/>
                      <a:pt x="41" y="51"/>
                      <a:pt x="41" y="51"/>
                    </a:cubicBezTo>
                    <a:cubicBezTo>
                      <a:pt x="42" y="50"/>
                      <a:pt x="42" y="50"/>
                      <a:pt x="42" y="50"/>
                    </a:cubicBezTo>
                    <a:cubicBezTo>
                      <a:pt x="42" y="50"/>
                      <a:pt x="42" y="50"/>
                      <a:pt x="42" y="50"/>
                    </a:cubicBezTo>
                    <a:cubicBezTo>
                      <a:pt x="42" y="48"/>
                      <a:pt x="42" y="48"/>
                      <a:pt x="42" y="48"/>
                    </a:cubicBezTo>
                    <a:cubicBezTo>
                      <a:pt x="42" y="46"/>
                      <a:pt x="42" y="46"/>
                      <a:pt x="42" y="46"/>
                    </a:cubicBezTo>
                    <a:cubicBezTo>
                      <a:pt x="43" y="45"/>
                      <a:pt x="43" y="45"/>
                      <a:pt x="43" y="45"/>
                    </a:cubicBezTo>
                    <a:cubicBezTo>
                      <a:pt x="43" y="45"/>
                      <a:pt x="43" y="45"/>
                      <a:pt x="43" y="45"/>
                    </a:cubicBezTo>
                    <a:cubicBezTo>
                      <a:pt x="44" y="46"/>
                      <a:pt x="44" y="46"/>
                      <a:pt x="44" y="46"/>
                    </a:cubicBezTo>
                    <a:cubicBezTo>
                      <a:pt x="43" y="49"/>
                      <a:pt x="43" y="49"/>
                      <a:pt x="43" y="49"/>
                    </a:cubicBezTo>
                    <a:cubicBezTo>
                      <a:pt x="42" y="52"/>
                      <a:pt x="42" y="52"/>
                      <a:pt x="42" y="52"/>
                    </a:cubicBezTo>
                    <a:cubicBezTo>
                      <a:pt x="41" y="55"/>
                      <a:pt x="41" y="55"/>
                      <a:pt x="41" y="55"/>
                    </a:cubicBezTo>
                    <a:cubicBezTo>
                      <a:pt x="40" y="56"/>
                      <a:pt x="40" y="57"/>
                      <a:pt x="40" y="58"/>
                    </a:cubicBezTo>
                    <a:cubicBezTo>
                      <a:pt x="39" y="60"/>
                      <a:pt x="39" y="60"/>
                      <a:pt x="39" y="60"/>
                    </a:cubicBezTo>
                    <a:cubicBezTo>
                      <a:pt x="38" y="61"/>
                      <a:pt x="38" y="61"/>
                      <a:pt x="38" y="61"/>
                    </a:cubicBezTo>
                    <a:cubicBezTo>
                      <a:pt x="38" y="60"/>
                      <a:pt x="38" y="60"/>
                      <a:pt x="38" y="60"/>
                    </a:cubicBezTo>
                    <a:cubicBezTo>
                      <a:pt x="38" y="60"/>
                      <a:pt x="38" y="60"/>
                      <a:pt x="38" y="60"/>
                    </a:cubicBezTo>
                    <a:cubicBezTo>
                      <a:pt x="38" y="59"/>
                      <a:pt x="38" y="59"/>
                      <a:pt x="38" y="59"/>
                    </a:cubicBezTo>
                    <a:cubicBezTo>
                      <a:pt x="39" y="57"/>
                      <a:pt x="39" y="57"/>
                      <a:pt x="39" y="57"/>
                    </a:cubicBezTo>
                    <a:cubicBezTo>
                      <a:pt x="40" y="56"/>
                      <a:pt x="40" y="56"/>
                      <a:pt x="40" y="56"/>
                    </a:cubicBezTo>
                    <a:cubicBezTo>
                      <a:pt x="40" y="55"/>
                      <a:pt x="40" y="55"/>
                      <a:pt x="40" y="55"/>
                    </a:cubicBezTo>
                    <a:cubicBezTo>
                      <a:pt x="39" y="55"/>
                      <a:pt x="39" y="55"/>
                      <a:pt x="38" y="54"/>
                    </a:cubicBezTo>
                    <a:cubicBezTo>
                      <a:pt x="37" y="54"/>
                      <a:pt x="36" y="53"/>
                      <a:pt x="36" y="53"/>
                    </a:cubicBezTo>
                    <a:cubicBezTo>
                      <a:pt x="34" y="53"/>
                      <a:pt x="34" y="53"/>
                      <a:pt x="34" y="53"/>
                    </a:cubicBezTo>
                    <a:cubicBezTo>
                      <a:pt x="34" y="52"/>
                      <a:pt x="34" y="52"/>
                      <a:pt x="34" y="52"/>
                    </a:cubicBezTo>
                    <a:cubicBezTo>
                      <a:pt x="34" y="52"/>
                      <a:pt x="34" y="52"/>
                      <a:pt x="34" y="52"/>
                    </a:cubicBezTo>
                    <a:cubicBezTo>
                      <a:pt x="34" y="52"/>
                      <a:pt x="34" y="52"/>
                      <a:pt x="34" y="52"/>
                    </a:cubicBezTo>
                    <a:lnTo>
                      <a:pt x="36" y="51"/>
                    </a:lnTo>
                    <a:close/>
                    <a:moveTo>
                      <a:pt x="36" y="47"/>
                    </a:moveTo>
                    <a:cubicBezTo>
                      <a:pt x="34" y="49"/>
                      <a:pt x="34" y="49"/>
                      <a:pt x="34" y="49"/>
                    </a:cubicBezTo>
                    <a:cubicBezTo>
                      <a:pt x="34" y="49"/>
                      <a:pt x="34" y="49"/>
                      <a:pt x="34" y="49"/>
                    </a:cubicBezTo>
                    <a:cubicBezTo>
                      <a:pt x="34" y="49"/>
                      <a:pt x="34" y="49"/>
                      <a:pt x="34" y="49"/>
                    </a:cubicBezTo>
                    <a:cubicBezTo>
                      <a:pt x="35" y="51"/>
                      <a:pt x="35" y="51"/>
                      <a:pt x="35" y="51"/>
                    </a:cubicBezTo>
                    <a:cubicBezTo>
                      <a:pt x="34" y="52"/>
                      <a:pt x="34" y="52"/>
                      <a:pt x="34" y="52"/>
                    </a:cubicBezTo>
                    <a:cubicBezTo>
                      <a:pt x="33" y="52"/>
                      <a:pt x="33" y="52"/>
                      <a:pt x="33" y="52"/>
                    </a:cubicBezTo>
                    <a:cubicBezTo>
                      <a:pt x="33" y="52"/>
                      <a:pt x="33" y="52"/>
                      <a:pt x="33" y="52"/>
                    </a:cubicBezTo>
                    <a:cubicBezTo>
                      <a:pt x="33" y="52"/>
                      <a:pt x="33" y="52"/>
                      <a:pt x="33" y="52"/>
                    </a:cubicBezTo>
                    <a:cubicBezTo>
                      <a:pt x="33" y="52"/>
                      <a:pt x="33" y="52"/>
                      <a:pt x="33" y="52"/>
                    </a:cubicBezTo>
                    <a:cubicBezTo>
                      <a:pt x="33" y="53"/>
                      <a:pt x="33" y="54"/>
                      <a:pt x="33" y="55"/>
                    </a:cubicBezTo>
                    <a:cubicBezTo>
                      <a:pt x="32" y="54"/>
                      <a:pt x="31" y="51"/>
                      <a:pt x="28" y="50"/>
                    </a:cubicBezTo>
                    <a:cubicBezTo>
                      <a:pt x="28" y="50"/>
                      <a:pt x="28" y="50"/>
                      <a:pt x="28" y="50"/>
                    </a:cubicBezTo>
                    <a:cubicBezTo>
                      <a:pt x="28" y="50"/>
                      <a:pt x="28" y="50"/>
                      <a:pt x="28" y="50"/>
                    </a:cubicBezTo>
                    <a:cubicBezTo>
                      <a:pt x="28" y="48"/>
                      <a:pt x="28" y="48"/>
                      <a:pt x="28" y="48"/>
                    </a:cubicBezTo>
                    <a:cubicBezTo>
                      <a:pt x="28" y="47"/>
                      <a:pt x="28" y="47"/>
                      <a:pt x="28" y="47"/>
                    </a:cubicBezTo>
                    <a:cubicBezTo>
                      <a:pt x="27" y="45"/>
                      <a:pt x="27" y="45"/>
                      <a:pt x="27" y="45"/>
                    </a:cubicBezTo>
                    <a:cubicBezTo>
                      <a:pt x="27" y="45"/>
                      <a:pt x="27" y="45"/>
                      <a:pt x="27" y="45"/>
                    </a:cubicBezTo>
                    <a:cubicBezTo>
                      <a:pt x="27" y="47"/>
                      <a:pt x="27" y="47"/>
                      <a:pt x="27" y="47"/>
                    </a:cubicBezTo>
                    <a:cubicBezTo>
                      <a:pt x="27" y="48"/>
                      <a:pt x="27" y="48"/>
                      <a:pt x="27" y="48"/>
                    </a:cubicBezTo>
                    <a:cubicBezTo>
                      <a:pt x="26" y="46"/>
                      <a:pt x="26" y="46"/>
                      <a:pt x="26" y="46"/>
                    </a:cubicBezTo>
                    <a:cubicBezTo>
                      <a:pt x="25" y="45"/>
                      <a:pt x="25" y="45"/>
                      <a:pt x="25" y="45"/>
                    </a:cubicBezTo>
                    <a:cubicBezTo>
                      <a:pt x="25" y="45"/>
                      <a:pt x="25" y="45"/>
                      <a:pt x="25" y="45"/>
                    </a:cubicBezTo>
                    <a:cubicBezTo>
                      <a:pt x="24" y="45"/>
                      <a:pt x="24" y="45"/>
                      <a:pt x="24" y="45"/>
                    </a:cubicBezTo>
                    <a:cubicBezTo>
                      <a:pt x="24" y="45"/>
                      <a:pt x="22" y="47"/>
                      <a:pt x="20" y="48"/>
                    </a:cubicBezTo>
                    <a:cubicBezTo>
                      <a:pt x="23" y="44"/>
                      <a:pt x="23" y="44"/>
                      <a:pt x="23" y="44"/>
                    </a:cubicBezTo>
                    <a:cubicBezTo>
                      <a:pt x="25" y="43"/>
                      <a:pt x="27" y="41"/>
                      <a:pt x="27" y="41"/>
                    </a:cubicBezTo>
                    <a:cubicBezTo>
                      <a:pt x="27" y="41"/>
                      <a:pt x="27" y="41"/>
                      <a:pt x="27" y="41"/>
                    </a:cubicBezTo>
                    <a:cubicBezTo>
                      <a:pt x="27" y="41"/>
                      <a:pt x="27" y="41"/>
                      <a:pt x="27" y="41"/>
                    </a:cubicBezTo>
                    <a:cubicBezTo>
                      <a:pt x="27" y="41"/>
                      <a:pt x="27" y="41"/>
                      <a:pt x="27" y="41"/>
                    </a:cubicBezTo>
                    <a:cubicBezTo>
                      <a:pt x="26" y="41"/>
                      <a:pt x="26" y="41"/>
                      <a:pt x="26" y="41"/>
                    </a:cubicBezTo>
                    <a:cubicBezTo>
                      <a:pt x="26" y="41"/>
                      <a:pt x="26" y="41"/>
                      <a:pt x="26" y="41"/>
                    </a:cubicBezTo>
                    <a:cubicBezTo>
                      <a:pt x="25" y="40"/>
                      <a:pt x="25" y="40"/>
                      <a:pt x="25" y="40"/>
                    </a:cubicBezTo>
                    <a:cubicBezTo>
                      <a:pt x="25" y="40"/>
                      <a:pt x="25" y="40"/>
                      <a:pt x="25" y="40"/>
                    </a:cubicBezTo>
                    <a:cubicBezTo>
                      <a:pt x="25" y="40"/>
                      <a:pt x="25" y="40"/>
                      <a:pt x="25" y="40"/>
                    </a:cubicBezTo>
                    <a:cubicBezTo>
                      <a:pt x="24" y="40"/>
                      <a:pt x="24" y="40"/>
                      <a:pt x="24" y="40"/>
                    </a:cubicBezTo>
                    <a:cubicBezTo>
                      <a:pt x="24" y="40"/>
                      <a:pt x="24" y="40"/>
                      <a:pt x="24" y="40"/>
                    </a:cubicBezTo>
                    <a:cubicBezTo>
                      <a:pt x="23" y="41"/>
                      <a:pt x="23" y="41"/>
                      <a:pt x="23" y="41"/>
                    </a:cubicBezTo>
                    <a:cubicBezTo>
                      <a:pt x="22" y="41"/>
                      <a:pt x="21" y="41"/>
                      <a:pt x="20" y="41"/>
                    </a:cubicBezTo>
                    <a:cubicBezTo>
                      <a:pt x="20" y="41"/>
                      <a:pt x="20" y="41"/>
                      <a:pt x="20" y="41"/>
                    </a:cubicBezTo>
                    <a:cubicBezTo>
                      <a:pt x="20" y="41"/>
                      <a:pt x="20" y="41"/>
                      <a:pt x="20" y="41"/>
                    </a:cubicBezTo>
                    <a:cubicBezTo>
                      <a:pt x="20" y="41"/>
                      <a:pt x="20" y="41"/>
                      <a:pt x="20" y="41"/>
                    </a:cubicBezTo>
                    <a:cubicBezTo>
                      <a:pt x="19" y="40"/>
                      <a:pt x="19" y="40"/>
                      <a:pt x="19" y="40"/>
                    </a:cubicBezTo>
                    <a:cubicBezTo>
                      <a:pt x="18" y="38"/>
                      <a:pt x="18" y="38"/>
                      <a:pt x="18" y="38"/>
                    </a:cubicBezTo>
                    <a:cubicBezTo>
                      <a:pt x="18" y="38"/>
                      <a:pt x="18" y="38"/>
                      <a:pt x="18" y="38"/>
                    </a:cubicBezTo>
                    <a:cubicBezTo>
                      <a:pt x="18" y="38"/>
                      <a:pt x="18" y="38"/>
                      <a:pt x="18" y="38"/>
                    </a:cubicBezTo>
                    <a:cubicBezTo>
                      <a:pt x="17" y="38"/>
                      <a:pt x="17" y="38"/>
                      <a:pt x="17" y="38"/>
                    </a:cubicBezTo>
                    <a:cubicBezTo>
                      <a:pt x="16" y="38"/>
                      <a:pt x="16" y="38"/>
                      <a:pt x="16" y="38"/>
                    </a:cubicBezTo>
                    <a:cubicBezTo>
                      <a:pt x="15" y="38"/>
                      <a:pt x="15" y="38"/>
                      <a:pt x="15" y="38"/>
                    </a:cubicBezTo>
                    <a:cubicBezTo>
                      <a:pt x="15" y="38"/>
                      <a:pt x="15" y="38"/>
                      <a:pt x="15" y="38"/>
                    </a:cubicBezTo>
                    <a:cubicBezTo>
                      <a:pt x="15" y="35"/>
                      <a:pt x="15" y="35"/>
                      <a:pt x="15" y="35"/>
                    </a:cubicBezTo>
                    <a:cubicBezTo>
                      <a:pt x="15" y="35"/>
                      <a:pt x="15" y="35"/>
                      <a:pt x="15" y="35"/>
                    </a:cubicBezTo>
                    <a:cubicBezTo>
                      <a:pt x="15" y="34"/>
                      <a:pt x="15" y="34"/>
                      <a:pt x="15" y="34"/>
                    </a:cubicBezTo>
                    <a:cubicBezTo>
                      <a:pt x="15" y="34"/>
                      <a:pt x="15" y="34"/>
                      <a:pt x="15" y="34"/>
                    </a:cubicBezTo>
                    <a:cubicBezTo>
                      <a:pt x="14" y="34"/>
                      <a:pt x="14" y="34"/>
                      <a:pt x="14" y="34"/>
                    </a:cubicBezTo>
                    <a:cubicBezTo>
                      <a:pt x="13" y="34"/>
                      <a:pt x="13" y="34"/>
                      <a:pt x="13" y="34"/>
                    </a:cubicBezTo>
                    <a:cubicBezTo>
                      <a:pt x="12" y="34"/>
                      <a:pt x="12" y="34"/>
                      <a:pt x="12" y="34"/>
                    </a:cubicBezTo>
                    <a:cubicBezTo>
                      <a:pt x="12" y="34"/>
                      <a:pt x="12" y="34"/>
                      <a:pt x="12" y="34"/>
                    </a:cubicBezTo>
                    <a:cubicBezTo>
                      <a:pt x="12" y="32"/>
                      <a:pt x="12" y="32"/>
                      <a:pt x="12" y="32"/>
                    </a:cubicBezTo>
                    <a:cubicBezTo>
                      <a:pt x="12" y="32"/>
                      <a:pt x="12" y="32"/>
                      <a:pt x="12" y="32"/>
                    </a:cubicBezTo>
                    <a:cubicBezTo>
                      <a:pt x="13" y="32"/>
                      <a:pt x="13" y="32"/>
                      <a:pt x="13" y="32"/>
                    </a:cubicBezTo>
                    <a:cubicBezTo>
                      <a:pt x="13" y="32"/>
                      <a:pt x="13" y="32"/>
                      <a:pt x="13" y="32"/>
                    </a:cubicBezTo>
                    <a:cubicBezTo>
                      <a:pt x="13" y="31"/>
                      <a:pt x="13" y="31"/>
                      <a:pt x="13" y="31"/>
                    </a:cubicBezTo>
                    <a:cubicBezTo>
                      <a:pt x="12" y="31"/>
                      <a:pt x="12" y="31"/>
                      <a:pt x="12" y="31"/>
                    </a:cubicBezTo>
                    <a:cubicBezTo>
                      <a:pt x="12" y="31"/>
                      <a:pt x="12" y="31"/>
                      <a:pt x="12" y="31"/>
                    </a:cubicBezTo>
                    <a:cubicBezTo>
                      <a:pt x="10" y="30"/>
                      <a:pt x="10" y="30"/>
                      <a:pt x="10" y="30"/>
                    </a:cubicBezTo>
                    <a:cubicBezTo>
                      <a:pt x="11" y="28"/>
                      <a:pt x="11" y="28"/>
                      <a:pt x="11" y="28"/>
                    </a:cubicBezTo>
                    <a:cubicBezTo>
                      <a:pt x="11" y="28"/>
                      <a:pt x="11" y="28"/>
                      <a:pt x="11" y="28"/>
                    </a:cubicBezTo>
                    <a:cubicBezTo>
                      <a:pt x="12" y="28"/>
                      <a:pt x="12" y="28"/>
                      <a:pt x="12" y="28"/>
                    </a:cubicBezTo>
                    <a:cubicBezTo>
                      <a:pt x="12" y="28"/>
                      <a:pt x="12" y="28"/>
                      <a:pt x="12" y="28"/>
                    </a:cubicBezTo>
                    <a:cubicBezTo>
                      <a:pt x="11" y="26"/>
                      <a:pt x="11" y="26"/>
                      <a:pt x="11" y="26"/>
                    </a:cubicBezTo>
                    <a:cubicBezTo>
                      <a:pt x="11" y="26"/>
                      <a:pt x="11" y="26"/>
                      <a:pt x="11" y="26"/>
                    </a:cubicBezTo>
                    <a:cubicBezTo>
                      <a:pt x="11" y="27"/>
                      <a:pt x="11" y="27"/>
                      <a:pt x="11" y="27"/>
                    </a:cubicBezTo>
                    <a:cubicBezTo>
                      <a:pt x="9" y="25"/>
                      <a:pt x="9" y="25"/>
                      <a:pt x="9" y="25"/>
                    </a:cubicBezTo>
                    <a:cubicBezTo>
                      <a:pt x="11" y="24"/>
                      <a:pt x="11" y="24"/>
                      <a:pt x="11" y="24"/>
                    </a:cubicBezTo>
                    <a:cubicBezTo>
                      <a:pt x="11" y="24"/>
                      <a:pt x="11" y="24"/>
                      <a:pt x="11" y="24"/>
                    </a:cubicBezTo>
                    <a:cubicBezTo>
                      <a:pt x="12" y="25"/>
                      <a:pt x="12" y="25"/>
                      <a:pt x="12" y="25"/>
                    </a:cubicBezTo>
                    <a:cubicBezTo>
                      <a:pt x="12" y="23"/>
                      <a:pt x="12" y="23"/>
                      <a:pt x="12" y="23"/>
                    </a:cubicBezTo>
                    <a:cubicBezTo>
                      <a:pt x="11" y="23"/>
                      <a:pt x="11" y="23"/>
                      <a:pt x="11" y="23"/>
                    </a:cubicBezTo>
                    <a:cubicBezTo>
                      <a:pt x="11" y="23"/>
                      <a:pt x="11" y="23"/>
                      <a:pt x="11" y="23"/>
                    </a:cubicBezTo>
                    <a:cubicBezTo>
                      <a:pt x="11" y="21"/>
                      <a:pt x="11" y="21"/>
                      <a:pt x="11" y="21"/>
                    </a:cubicBezTo>
                    <a:cubicBezTo>
                      <a:pt x="11" y="21"/>
                      <a:pt x="11" y="21"/>
                      <a:pt x="11" y="21"/>
                    </a:cubicBezTo>
                    <a:cubicBezTo>
                      <a:pt x="10" y="21"/>
                      <a:pt x="10" y="21"/>
                      <a:pt x="10" y="21"/>
                    </a:cubicBezTo>
                    <a:cubicBezTo>
                      <a:pt x="11" y="21"/>
                      <a:pt x="11" y="21"/>
                      <a:pt x="11" y="21"/>
                    </a:cubicBezTo>
                    <a:cubicBezTo>
                      <a:pt x="11" y="21"/>
                      <a:pt x="11" y="21"/>
                      <a:pt x="11" y="21"/>
                    </a:cubicBezTo>
                    <a:cubicBezTo>
                      <a:pt x="11" y="21"/>
                      <a:pt x="11" y="21"/>
                      <a:pt x="11" y="21"/>
                    </a:cubicBezTo>
                    <a:cubicBezTo>
                      <a:pt x="12" y="20"/>
                      <a:pt x="12" y="20"/>
                      <a:pt x="12" y="20"/>
                    </a:cubicBezTo>
                    <a:cubicBezTo>
                      <a:pt x="12" y="20"/>
                      <a:pt x="12" y="20"/>
                      <a:pt x="12" y="20"/>
                    </a:cubicBezTo>
                    <a:cubicBezTo>
                      <a:pt x="12" y="20"/>
                      <a:pt x="12" y="19"/>
                      <a:pt x="12" y="18"/>
                    </a:cubicBezTo>
                    <a:cubicBezTo>
                      <a:pt x="12" y="16"/>
                      <a:pt x="12" y="16"/>
                      <a:pt x="12" y="16"/>
                    </a:cubicBezTo>
                    <a:cubicBezTo>
                      <a:pt x="12" y="16"/>
                      <a:pt x="12" y="16"/>
                      <a:pt x="12" y="16"/>
                    </a:cubicBezTo>
                    <a:cubicBezTo>
                      <a:pt x="12" y="17"/>
                      <a:pt x="13" y="18"/>
                      <a:pt x="13" y="19"/>
                    </a:cubicBezTo>
                    <a:cubicBezTo>
                      <a:pt x="14" y="20"/>
                      <a:pt x="14" y="21"/>
                      <a:pt x="16" y="22"/>
                    </a:cubicBezTo>
                    <a:cubicBezTo>
                      <a:pt x="17" y="23"/>
                      <a:pt x="18" y="24"/>
                      <a:pt x="19" y="25"/>
                    </a:cubicBezTo>
                    <a:cubicBezTo>
                      <a:pt x="19" y="25"/>
                      <a:pt x="19" y="25"/>
                      <a:pt x="19" y="25"/>
                    </a:cubicBezTo>
                    <a:cubicBezTo>
                      <a:pt x="19" y="26"/>
                      <a:pt x="19" y="26"/>
                      <a:pt x="19" y="26"/>
                    </a:cubicBezTo>
                    <a:cubicBezTo>
                      <a:pt x="19" y="26"/>
                      <a:pt x="18" y="28"/>
                      <a:pt x="17" y="28"/>
                    </a:cubicBezTo>
                    <a:cubicBezTo>
                      <a:pt x="17" y="28"/>
                      <a:pt x="17" y="28"/>
                      <a:pt x="17" y="28"/>
                    </a:cubicBezTo>
                    <a:cubicBezTo>
                      <a:pt x="17" y="28"/>
                      <a:pt x="17" y="28"/>
                      <a:pt x="17" y="28"/>
                    </a:cubicBezTo>
                    <a:cubicBezTo>
                      <a:pt x="16" y="28"/>
                      <a:pt x="16" y="28"/>
                      <a:pt x="16" y="28"/>
                    </a:cubicBezTo>
                    <a:cubicBezTo>
                      <a:pt x="16" y="29"/>
                      <a:pt x="16" y="29"/>
                      <a:pt x="16" y="29"/>
                    </a:cubicBezTo>
                    <a:cubicBezTo>
                      <a:pt x="16" y="31"/>
                      <a:pt x="17" y="33"/>
                      <a:pt x="19" y="33"/>
                    </a:cubicBezTo>
                    <a:cubicBezTo>
                      <a:pt x="20" y="33"/>
                      <a:pt x="20" y="33"/>
                      <a:pt x="20" y="33"/>
                    </a:cubicBezTo>
                    <a:cubicBezTo>
                      <a:pt x="20" y="33"/>
                      <a:pt x="22" y="35"/>
                      <a:pt x="23" y="35"/>
                    </a:cubicBezTo>
                    <a:cubicBezTo>
                      <a:pt x="24" y="35"/>
                      <a:pt x="24" y="35"/>
                      <a:pt x="24" y="35"/>
                    </a:cubicBezTo>
                    <a:cubicBezTo>
                      <a:pt x="25" y="35"/>
                      <a:pt x="25" y="35"/>
                      <a:pt x="25" y="35"/>
                    </a:cubicBezTo>
                    <a:cubicBezTo>
                      <a:pt x="25" y="34"/>
                      <a:pt x="25" y="34"/>
                      <a:pt x="25" y="34"/>
                    </a:cubicBezTo>
                    <a:cubicBezTo>
                      <a:pt x="27" y="36"/>
                      <a:pt x="27" y="36"/>
                      <a:pt x="27" y="36"/>
                    </a:cubicBezTo>
                    <a:cubicBezTo>
                      <a:pt x="27" y="36"/>
                      <a:pt x="27" y="36"/>
                      <a:pt x="27" y="36"/>
                    </a:cubicBezTo>
                    <a:cubicBezTo>
                      <a:pt x="28" y="34"/>
                      <a:pt x="28" y="34"/>
                      <a:pt x="28" y="34"/>
                    </a:cubicBezTo>
                    <a:cubicBezTo>
                      <a:pt x="28" y="34"/>
                      <a:pt x="28" y="34"/>
                      <a:pt x="28" y="34"/>
                    </a:cubicBezTo>
                    <a:cubicBezTo>
                      <a:pt x="29" y="33"/>
                      <a:pt x="29" y="33"/>
                      <a:pt x="29" y="33"/>
                    </a:cubicBezTo>
                    <a:cubicBezTo>
                      <a:pt x="29" y="35"/>
                      <a:pt x="29" y="35"/>
                      <a:pt x="29" y="35"/>
                    </a:cubicBezTo>
                    <a:cubicBezTo>
                      <a:pt x="31" y="36"/>
                      <a:pt x="31" y="36"/>
                      <a:pt x="31" y="36"/>
                    </a:cubicBezTo>
                    <a:cubicBezTo>
                      <a:pt x="31" y="38"/>
                      <a:pt x="31" y="38"/>
                      <a:pt x="31" y="38"/>
                    </a:cubicBezTo>
                    <a:cubicBezTo>
                      <a:pt x="31" y="39"/>
                      <a:pt x="31" y="39"/>
                      <a:pt x="31" y="39"/>
                    </a:cubicBezTo>
                    <a:cubicBezTo>
                      <a:pt x="31" y="41"/>
                      <a:pt x="31" y="43"/>
                      <a:pt x="30" y="44"/>
                    </a:cubicBezTo>
                    <a:cubicBezTo>
                      <a:pt x="30" y="45"/>
                      <a:pt x="30" y="45"/>
                      <a:pt x="30" y="45"/>
                    </a:cubicBezTo>
                    <a:cubicBezTo>
                      <a:pt x="30" y="46"/>
                      <a:pt x="32" y="48"/>
                      <a:pt x="32" y="48"/>
                    </a:cubicBezTo>
                    <a:cubicBezTo>
                      <a:pt x="32" y="49"/>
                      <a:pt x="32" y="49"/>
                      <a:pt x="32" y="49"/>
                    </a:cubicBezTo>
                    <a:cubicBezTo>
                      <a:pt x="32" y="48"/>
                      <a:pt x="32" y="48"/>
                      <a:pt x="32" y="48"/>
                    </a:cubicBezTo>
                    <a:cubicBezTo>
                      <a:pt x="32" y="48"/>
                      <a:pt x="32" y="48"/>
                      <a:pt x="32" y="48"/>
                    </a:cubicBezTo>
                    <a:cubicBezTo>
                      <a:pt x="33" y="48"/>
                      <a:pt x="34" y="48"/>
                      <a:pt x="36" y="47"/>
                    </a:cubicBezTo>
                    <a:moveTo>
                      <a:pt x="11" y="27"/>
                    </a:moveTo>
                    <a:cubicBezTo>
                      <a:pt x="11" y="27"/>
                      <a:pt x="11" y="27"/>
                      <a:pt x="11" y="27"/>
                    </a:cubicBezTo>
                    <a:cubicBezTo>
                      <a:pt x="11" y="27"/>
                      <a:pt x="11" y="27"/>
                      <a:pt x="11" y="27"/>
                    </a:cubicBezTo>
                    <a:close/>
                    <a:moveTo>
                      <a:pt x="36" y="42"/>
                    </a:moveTo>
                    <a:cubicBezTo>
                      <a:pt x="34" y="45"/>
                      <a:pt x="33" y="47"/>
                      <a:pt x="32" y="48"/>
                    </a:cubicBezTo>
                    <a:cubicBezTo>
                      <a:pt x="32" y="47"/>
                      <a:pt x="31" y="46"/>
                      <a:pt x="31" y="45"/>
                    </a:cubicBezTo>
                    <a:cubicBezTo>
                      <a:pt x="31" y="44"/>
                      <a:pt x="31" y="44"/>
                      <a:pt x="31" y="44"/>
                    </a:cubicBezTo>
                    <a:cubicBezTo>
                      <a:pt x="31" y="43"/>
                      <a:pt x="32" y="41"/>
                      <a:pt x="32" y="39"/>
                    </a:cubicBezTo>
                    <a:cubicBezTo>
                      <a:pt x="32" y="38"/>
                      <a:pt x="32" y="38"/>
                      <a:pt x="32" y="38"/>
                    </a:cubicBezTo>
                    <a:cubicBezTo>
                      <a:pt x="31" y="37"/>
                      <a:pt x="31" y="37"/>
                      <a:pt x="31" y="37"/>
                    </a:cubicBezTo>
                    <a:cubicBezTo>
                      <a:pt x="31" y="36"/>
                      <a:pt x="31" y="36"/>
                      <a:pt x="31" y="36"/>
                    </a:cubicBezTo>
                    <a:cubicBezTo>
                      <a:pt x="32" y="35"/>
                      <a:pt x="32" y="35"/>
                      <a:pt x="32" y="35"/>
                    </a:cubicBezTo>
                    <a:cubicBezTo>
                      <a:pt x="33" y="34"/>
                      <a:pt x="33" y="34"/>
                      <a:pt x="33" y="34"/>
                    </a:cubicBezTo>
                    <a:cubicBezTo>
                      <a:pt x="34" y="36"/>
                      <a:pt x="34" y="36"/>
                      <a:pt x="34" y="36"/>
                    </a:cubicBezTo>
                    <a:cubicBezTo>
                      <a:pt x="36" y="37"/>
                      <a:pt x="36" y="37"/>
                      <a:pt x="36" y="37"/>
                    </a:cubicBezTo>
                    <a:cubicBezTo>
                      <a:pt x="37" y="39"/>
                      <a:pt x="37" y="39"/>
                      <a:pt x="37" y="39"/>
                    </a:cubicBezTo>
                    <a:cubicBezTo>
                      <a:pt x="37" y="40"/>
                      <a:pt x="36" y="41"/>
                      <a:pt x="36" y="42"/>
                    </a:cubicBezTo>
                    <a:moveTo>
                      <a:pt x="44" y="32"/>
                    </a:moveTo>
                    <a:cubicBezTo>
                      <a:pt x="43" y="32"/>
                      <a:pt x="43" y="32"/>
                      <a:pt x="43" y="32"/>
                    </a:cubicBezTo>
                    <a:cubicBezTo>
                      <a:pt x="42" y="32"/>
                      <a:pt x="42" y="32"/>
                      <a:pt x="42" y="32"/>
                    </a:cubicBezTo>
                    <a:cubicBezTo>
                      <a:pt x="41" y="33"/>
                      <a:pt x="40" y="35"/>
                      <a:pt x="40" y="36"/>
                    </a:cubicBezTo>
                    <a:cubicBezTo>
                      <a:pt x="40" y="37"/>
                      <a:pt x="40" y="37"/>
                      <a:pt x="40" y="37"/>
                    </a:cubicBezTo>
                    <a:cubicBezTo>
                      <a:pt x="40" y="38"/>
                      <a:pt x="40" y="38"/>
                      <a:pt x="40" y="38"/>
                    </a:cubicBezTo>
                    <a:cubicBezTo>
                      <a:pt x="37" y="39"/>
                      <a:pt x="37" y="39"/>
                      <a:pt x="37" y="39"/>
                    </a:cubicBezTo>
                    <a:cubicBezTo>
                      <a:pt x="37" y="39"/>
                      <a:pt x="37" y="39"/>
                      <a:pt x="37" y="39"/>
                    </a:cubicBezTo>
                    <a:cubicBezTo>
                      <a:pt x="37" y="37"/>
                      <a:pt x="37" y="37"/>
                      <a:pt x="37" y="37"/>
                    </a:cubicBezTo>
                    <a:cubicBezTo>
                      <a:pt x="37" y="37"/>
                      <a:pt x="37" y="37"/>
                      <a:pt x="37" y="37"/>
                    </a:cubicBezTo>
                    <a:cubicBezTo>
                      <a:pt x="38" y="37"/>
                      <a:pt x="38" y="37"/>
                      <a:pt x="38" y="37"/>
                    </a:cubicBezTo>
                    <a:cubicBezTo>
                      <a:pt x="38" y="37"/>
                      <a:pt x="38" y="37"/>
                      <a:pt x="38" y="37"/>
                    </a:cubicBezTo>
                    <a:cubicBezTo>
                      <a:pt x="39" y="37"/>
                      <a:pt x="39" y="37"/>
                      <a:pt x="39" y="37"/>
                    </a:cubicBezTo>
                    <a:cubicBezTo>
                      <a:pt x="38" y="36"/>
                      <a:pt x="38" y="36"/>
                      <a:pt x="38" y="36"/>
                    </a:cubicBezTo>
                    <a:cubicBezTo>
                      <a:pt x="36" y="34"/>
                      <a:pt x="36" y="34"/>
                      <a:pt x="36" y="34"/>
                    </a:cubicBezTo>
                    <a:cubicBezTo>
                      <a:pt x="36" y="34"/>
                      <a:pt x="36" y="34"/>
                      <a:pt x="36" y="34"/>
                    </a:cubicBezTo>
                    <a:cubicBezTo>
                      <a:pt x="37" y="31"/>
                      <a:pt x="37" y="31"/>
                      <a:pt x="37" y="31"/>
                    </a:cubicBezTo>
                    <a:cubicBezTo>
                      <a:pt x="38" y="31"/>
                      <a:pt x="38" y="30"/>
                      <a:pt x="38" y="29"/>
                    </a:cubicBezTo>
                    <a:cubicBezTo>
                      <a:pt x="39" y="28"/>
                      <a:pt x="39" y="27"/>
                      <a:pt x="39" y="26"/>
                    </a:cubicBezTo>
                    <a:cubicBezTo>
                      <a:pt x="39" y="27"/>
                      <a:pt x="40" y="28"/>
                      <a:pt x="40" y="29"/>
                    </a:cubicBezTo>
                    <a:cubicBezTo>
                      <a:pt x="40" y="29"/>
                      <a:pt x="40" y="29"/>
                      <a:pt x="40" y="29"/>
                    </a:cubicBezTo>
                    <a:cubicBezTo>
                      <a:pt x="40" y="30"/>
                      <a:pt x="40" y="30"/>
                      <a:pt x="40" y="30"/>
                    </a:cubicBezTo>
                    <a:cubicBezTo>
                      <a:pt x="41" y="29"/>
                      <a:pt x="41" y="29"/>
                      <a:pt x="41" y="29"/>
                    </a:cubicBezTo>
                    <a:cubicBezTo>
                      <a:pt x="42" y="28"/>
                      <a:pt x="42" y="28"/>
                      <a:pt x="42" y="28"/>
                    </a:cubicBezTo>
                    <a:cubicBezTo>
                      <a:pt x="42" y="30"/>
                      <a:pt x="42" y="30"/>
                      <a:pt x="42" y="30"/>
                    </a:cubicBezTo>
                    <a:cubicBezTo>
                      <a:pt x="42" y="30"/>
                      <a:pt x="42" y="30"/>
                      <a:pt x="42" y="30"/>
                    </a:cubicBezTo>
                    <a:cubicBezTo>
                      <a:pt x="42" y="31"/>
                      <a:pt x="42" y="31"/>
                      <a:pt x="42" y="31"/>
                    </a:cubicBezTo>
                    <a:cubicBezTo>
                      <a:pt x="42" y="31"/>
                      <a:pt x="42" y="31"/>
                      <a:pt x="42" y="31"/>
                    </a:cubicBezTo>
                    <a:cubicBezTo>
                      <a:pt x="43" y="30"/>
                      <a:pt x="43" y="30"/>
                      <a:pt x="43" y="30"/>
                    </a:cubicBezTo>
                    <a:cubicBezTo>
                      <a:pt x="43" y="30"/>
                      <a:pt x="44" y="31"/>
                      <a:pt x="44" y="32"/>
                    </a:cubicBezTo>
                    <a:moveTo>
                      <a:pt x="48" y="29"/>
                    </a:moveTo>
                    <a:cubicBezTo>
                      <a:pt x="48" y="29"/>
                      <a:pt x="48" y="29"/>
                      <a:pt x="48" y="29"/>
                    </a:cubicBezTo>
                    <a:cubicBezTo>
                      <a:pt x="48" y="29"/>
                      <a:pt x="48" y="29"/>
                      <a:pt x="48" y="29"/>
                    </a:cubicBezTo>
                    <a:cubicBezTo>
                      <a:pt x="47" y="28"/>
                      <a:pt x="47" y="28"/>
                      <a:pt x="47" y="28"/>
                    </a:cubicBezTo>
                    <a:cubicBezTo>
                      <a:pt x="47" y="28"/>
                      <a:pt x="47" y="28"/>
                      <a:pt x="47" y="28"/>
                    </a:cubicBezTo>
                    <a:cubicBezTo>
                      <a:pt x="47" y="28"/>
                      <a:pt x="47" y="28"/>
                      <a:pt x="47" y="28"/>
                    </a:cubicBezTo>
                    <a:lnTo>
                      <a:pt x="48" y="29"/>
                    </a:lnTo>
                    <a:close/>
                    <a:moveTo>
                      <a:pt x="47" y="15"/>
                    </a:moveTo>
                    <a:cubicBezTo>
                      <a:pt x="46" y="18"/>
                      <a:pt x="46" y="18"/>
                      <a:pt x="46" y="18"/>
                    </a:cubicBezTo>
                    <a:cubicBezTo>
                      <a:pt x="46" y="18"/>
                      <a:pt x="46" y="19"/>
                      <a:pt x="46" y="20"/>
                    </a:cubicBezTo>
                    <a:cubicBezTo>
                      <a:pt x="46" y="21"/>
                      <a:pt x="46" y="21"/>
                      <a:pt x="46" y="21"/>
                    </a:cubicBezTo>
                    <a:cubicBezTo>
                      <a:pt x="47" y="25"/>
                      <a:pt x="47" y="25"/>
                      <a:pt x="47" y="25"/>
                    </a:cubicBezTo>
                    <a:cubicBezTo>
                      <a:pt x="47" y="27"/>
                      <a:pt x="47" y="27"/>
                      <a:pt x="47" y="27"/>
                    </a:cubicBezTo>
                    <a:cubicBezTo>
                      <a:pt x="47" y="27"/>
                      <a:pt x="47" y="27"/>
                      <a:pt x="47" y="27"/>
                    </a:cubicBezTo>
                    <a:cubicBezTo>
                      <a:pt x="47" y="28"/>
                      <a:pt x="47" y="28"/>
                      <a:pt x="47" y="28"/>
                    </a:cubicBezTo>
                    <a:cubicBezTo>
                      <a:pt x="47" y="28"/>
                      <a:pt x="47" y="28"/>
                      <a:pt x="47" y="28"/>
                    </a:cubicBezTo>
                    <a:cubicBezTo>
                      <a:pt x="46" y="27"/>
                      <a:pt x="46" y="27"/>
                      <a:pt x="46" y="27"/>
                    </a:cubicBezTo>
                    <a:cubicBezTo>
                      <a:pt x="46" y="26"/>
                      <a:pt x="46" y="26"/>
                      <a:pt x="46" y="26"/>
                    </a:cubicBezTo>
                    <a:cubicBezTo>
                      <a:pt x="46" y="24"/>
                      <a:pt x="46" y="24"/>
                      <a:pt x="46" y="24"/>
                    </a:cubicBezTo>
                    <a:cubicBezTo>
                      <a:pt x="45" y="23"/>
                      <a:pt x="45" y="23"/>
                      <a:pt x="45" y="23"/>
                    </a:cubicBezTo>
                    <a:cubicBezTo>
                      <a:pt x="45" y="23"/>
                      <a:pt x="45" y="23"/>
                      <a:pt x="45" y="23"/>
                    </a:cubicBezTo>
                    <a:cubicBezTo>
                      <a:pt x="45" y="23"/>
                      <a:pt x="45" y="23"/>
                      <a:pt x="45" y="23"/>
                    </a:cubicBezTo>
                    <a:cubicBezTo>
                      <a:pt x="45" y="22"/>
                      <a:pt x="45" y="22"/>
                      <a:pt x="45" y="22"/>
                    </a:cubicBezTo>
                    <a:cubicBezTo>
                      <a:pt x="45" y="23"/>
                      <a:pt x="45" y="23"/>
                      <a:pt x="45" y="23"/>
                    </a:cubicBezTo>
                    <a:cubicBezTo>
                      <a:pt x="45" y="23"/>
                      <a:pt x="45" y="23"/>
                      <a:pt x="45" y="23"/>
                    </a:cubicBezTo>
                    <a:cubicBezTo>
                      <a:pt x="45" y="23"/>
                      <a:pt x="45" y="23"/>
                      <a:pt x="45" y="23"/>
                    </a:cubicBezTo>
                    <a:cubicBezTo>
                      <a:pt x="45" y="23"/>
                      <a:pt x="45" y="23"/>
                      <a:pt x="45" y="23"/>
                    </a:cubicBezTo>
                    <a:cubicBezTo>
                      <a:pt x="45" y="23"/>
                      <a:pt x="44" y="25"/>
                      <a:pt x="44" y="26"/>
                    </a:cubicBezTo>
                    <a:cubicBezTo>
                      <a:pt x="43" y="28"/>
                      <a:pt x="43" y="28"/>
                      <a:pt x="43" y="28"/>
                    </a:cubicBezTo>
                    <a:cubicBezTo>
                      <a:pt x="43" y="30"/>
                      <a:pt x="43" y="30"/>
                      <a:pt x="43" y="30"/>
                    </a:cubicBezTo>
                    <a:cubicBezTo>
                      <a:pt x="42" y="28"/>
                      <a:pt x="42" y="28"/>
                      <a:pt x="42" y="28"/>
                    </a:cubicBezTo>
                    <a:cubicBezTo>
                      <a:pt x="42" y="27"/>
                      <a:pt x="42" y="27"/>
                      <a:pt x="42" y="27"/>
                    </a:cubicBezTo>
                    <a:cubicBezTo>
                      <a:pt x="42" y="27"/>
                      <a:pt x="42" y="27"/>
                      <a:pt x="42" y="27"/>
                    </a:cubicBezTo>
                    <a:cubicBezTo>
                      <a:pt x="42" y="26"/>
                      <a:pt x="42" y="26"/>
                      <a:pt x="42" y="26"/>
                    </a:cubicBezTo>
                    <a:cubicBezTo>
                      <a:pt x="43" y="24"/>
                      <a:pt x="43" y="22"/>
                      <a:pt x="43" y="21"/>
                    </a:cubicBezTo>
                    <a:cubicBezTo>
                      <a:pt x="43" y="20"/>
                      <a:pt x="43" y="20"/>
                      <a:pt x="43" y="20"/>
                    </a:cubicBezTo>
                    <a:cubicBezTo>
                      <a:pt x="43" y="18"/>
                      <a:pt x="43" y="18"/>
                      <a:pt x="43" y="18"/>
                    </a:cubicBezTo>
                    <a:cubicBezTo>
                      <a:pt x="44" y="19"/>
                      <a:pt x="44" y="19"/>
                      <a:pt x="44" y="19"/>
                    </a:cubicBezTo>
                    <a:cubicBezTo>
                      <a:pt x="44" y="18"/>
                      <a:pt x="44" y="18"/>
                      <a:pt x="44" y="18"/>
                    </a:cubicBezTo>
                    <a:cubicBezTo>
                      <a:pt x="44" y="16"/>
                      <a:pt x="44" y="16"/>
                      <a:pt x="44" y="16"/>
                    </a:cubicBezTo>
                    <a:cubicBezTo>
                      <a:pt x="44" y="15"/>
                      <a:pt x="43" y="14"/>
                      <a:pt x="43" y="14"/>
                    </a:cubicBezTo>
                    <a:cubicBezTo>
                      <a:pt x="43" y="14"/>
                      <a:pt x="43" y="14"/>
                      <a:pt x="43" y="14"/>
                    </a:cubicBezTo>
                    <a:cubicBezTo>
                      <a:pt x="43" y="13"/>
                      <a:pt x="43" y="13"/>
                      <a:pt x="43" y="13"/>
                    </a:cubicBezTo>
                    <a:cubicBezTo>
                      <a:pt x="43" y="12"/>
                      <a:pt x="43" y="12"/>
                      <a:pt x="43" y="12"/>
                    </a:cubicBezTo>
                    <a:cubicBezTo>
                      <a:pt x="44" y="12"/>
                      <a:pt x="44" y="12"/>
                      <a:pt x="44" y="12"/>
                    </a:cubicBezTo>
                    <a:cubicBezTo>
                      <a:pt x="44" y="12"/>
                      <a:pt x="44" y="12"/>
                      <a:pt x="44" y="12"/>
                    </a:cubicBezTo>
                    <a:cubicBezTo>
                      <a:pt x="45" y="14"/>
                      <a:pt x="45" y="14"/>
                      <a:pt x="45" y="14"/>
                    </a:cubicBezTo>
                    <a:cubicBezTo>
                      <a:pt x="45" y="14"/>
                      <a:pt x="45" y="14"/>
                      <a:pt x="45" y="14"/>
                    </a:cubicBezTo>
                    <a:cubicBezTo>
                      <a:pt x="45" y="14"/>
                      <a:pt x="45" y="14"/>
                      <a:pt x="45" y="14"/>
                    </a:cubicBezTo>
                    <a:cubicBezTo>
                      <a:pt x="45" y="15"/>
                      <a:pt x="45" y="15"/>
                      <a:pt x="45" y="15"/>
                    </a:cubicBezTo>
                    <a:cubicBezTo>
                      <a:pt x="44" y="16"/>
                      <a:pt x="44" y="16"/>
                      <a:pt x="44" y="16"/>
                    </a:cubicBezTo>
                    <a:cubicBezTo>
                      <a:pt x="44" y="16"/>
                      <a:pt x="44" y="16"/>
                      <a:pt x="44" y="16"/>
                    </a:cubicBezTo>
                    <a:cubicBezTo>
                      <a:pt x="44" y="17"/>
                      <a:pt x="44" y="17"/>
                      <a:pt x="44" y="17"/>
                    </a:cubicBezTo>
                    <a:cubicBezTo>
                      <a:pt x="44" y="19"/>
                      <a:pt x="44" y="19"/>
                      <a:pt x="44" y="19"/>
                    </a:cubicBezTo>
                    <a:cubicBezTo>
                      <a:pt x="45" y="19"/>
                      <a:pt x="45" y="19"/>
                      <a:pt x="45" y="19"/>
                    </a:cubicBezTo>
                    <a:cubicBezTo>
                      <a:pt x="45" y="17"/>
                      <a:pt x="45" y="17"/>
                      <a:pt x="45" y="17"/>
                    </a:cubicBezTo>
                    <a:cubicBezTo>
                      <a:pt x="45" y="16"/>
                      <a:pt x="45" y="16"/>
                      <a:pt x="45" y="16"/>
                    </a:cubicBezTo>
                    <a:cubicBezTo>
                      <a:pt x="45" y="16"/>
                      <a:pt x="45" y="16"/>
                      <a:pt x="45" y="16"/>
                    </a:cubicBezTo>
                    <a:cubicBezTo>
                      <a:pt x="45" y="15"/>
                      <a:pt x="45" y="15"/>
                      <a:pt x="45" y="15"/>
                    </a:cubicBezTo>
                    <a:cubicBezTo>
                      <a:pt x="45" y="15"/>
                      <a:pt x="45" y="15"/>
                      <a:pt x="45" y="15"/>
                    </a:cubicBezTo>
                    <a:cubicBezTo>
                      <a:pt x="47" y="13"/>
                      <a:pt x="47" y="13"/>
                      <a:pt x="47" y="13"/>
                    </a:cubicBezTo>
                    <a:cubicBezTo>
                      <a:pt x="47" y="13"/>
                      <a:pt x="47" y="13"/>
                      <a:pt x="47" y="13"/>
                    </a:cubicBezTo>
                    <a:cubicBezTo>
                      <a:pt x="47" y="13"/>
                      <a:pt x="47" y="13"/>
                      <a:pt x="47" y="13"/>
                    </a:cubicBezTo>
                    <a:cubicBezTo>
                      <a:pt x="48" y="14"/>
                      <a:pt x="48" y="14"/>
                      <a:pt x="48" y="14"/>
                    </a:cubicBezTo>
                    <a:lnTo>
                      <a:pt x="47" y="15"/>
                    </a:lnTo>
                    <a:close/>
                    <a:moveTo>
                      <a:pt x="48" y="13"/>
                    </a:moveTo>
                    <a:cubicBezTo>
                      <a:pt x="47" y="13"/>
                      <a:pt x="47" y="13"/>
                      <a:pt x="47" y="13"/>
                    </a:cubicBezTo>
                    <a:cubicBezTo>
                      <a:pt x="47" y="13"/>
                      <a:pt x="47" y="13"/>
                      <a:pt x="47" y="13"/>
                    </a:cubicBezTo>
                    <a:cubicBezTo>
                      <a:pt x="48" y="12"/>
                      <a:pt x="48" y="12"/>
                      <a:pt x="48" y="12"/>
                    </a:cubicBezTo>
                    <a:cubicBezTo>
                      <a:pt x="48" y="12"/>
                      <a:pt x="48" y="12"/>
                      <a:pt x="48" y="12"/>
                    </a:cubicBezTo>
                    <a:lnTo>
                      <a:pt x="48" y="13"/>
                    </a:lnTo>
                    <a:close/>
                    <a:moveTo>
                      <a:pt x="11" y="78"/>
                    </a:moveTo>
                    <a:cubicBezTo>
                      <a:pt x="11" y="79"/>
                      <a:pt x="11" y="79"/>
                      <a:pt x="11" y="79"/>
                    </a:cubicBezTo>
                    <a:cubicBezTo>
                      <a:pt x="10" y="80"/>
                      <a:pt x="10" y="80"/>
                      <a:pt x="10" y="80"/>
                    </a:cubicBezTo>
                    <a:cubicBezTo>
                      <a:pt x="10" y="81"/>
                      <a:pt x="10" y="81"/>
                      <a:pt x="10" y="81"/>
                    </a:cubicBezTo>
                    <a:cubicBezTo>
                      <a:pt x="11" y="81"/>
                      <a:pt x="11" y="81"/>
                      <a:pt x="11" y="81"/>
                    </a:cubicBezTo>
                    <a:cubicBezTo>
                      <a:pt x="11" y="80"/>
                      <a:pt x="11" y="80"/>
                      <a:pt x="11" y="80"/>
                    </a:cubicBezTo>
                    <a:cubicBezTo>
                      <a:pt x="11" y="80"/>
                      <a:pt x="11" y="80"/>
                      <a:pt x="11" y="80"/>
                    </a:cubicBezTo>
                    <a:cubicBezTo>
                      <a:pt x="12" y="78"/>
                      <a:pt x="12" y="78"/>
                      <a:pt x="12" y="78"/>
                    </a:cubicBezTo>
                    <a:lnTo>
                      <a:pt x="11" y="78"/>
                    </a:lnTo>
                    <a:close/>
                    <a:moveTo>
                      <a:pt x="26" y="52"/>
                    </a:moveTo>
                    <a:cubicBezTo>
                      <a:pt x="26" y="52"/>
                      <a:pt x="24" y="53"/>
                      <a:pt x="23" y="54"/>
                    </a:cubicBezTo>
                    <a:cubicBezTo>
                      <a:pt x="21" y="55"/>
                      <a:pt x="20" y="55"/>
                      <a:pt x="20" y="56"/>
                    </a:cubicBezTo>
                    <a:cubicBezTo>
                      <a:pt x="19" y="57"/>
                      <a:pt x="19" y="57"/>
                      <a:pt x="19" y="57"/>
                    </a:cubicBezTo>
                    <a:cubicBezTo>
                      <a:pt x="20" y="57"/>
                      <a:pt x="20" y="57"/>
                      <a:pt x="20" y="57"/>
                    </a:cubicBezTo>
                    <a:cubicBezTo>
                      <a:pt x="20" y="56"/>
                      <a:pt x="20" y="56"/>
                      <a:pt x="20" y="56"/>
                    </a:cubicBezTo>
                    <a:cubicBezTo>
                      <a:pt x="20" y="55"/>
                      <a:pt x="21" y="55"/>
                      <a:pt x="23" y="54"/>
                    </a:cubicBezTo>
                    <a:cubicBezTo>
                      <a:pt x="25" y="54"/>
                      <a:pt x="26" y="52"/>
                      <a:pt x="26" y="52"/>
                    </a:cubicBezTo>
                    <a:close/>
                    <a:moveTo>
                      <a:pt x="8" y="82"/>
                    </a:moveTo>
                    <a:cubicBezTo>
                      <a:pt x="8" y="83"/>
                      <a:pt x="8" y="83"/>
                      <a:pt x="8" y="83"/>
                    </a:cubicBezTo>
                    <a:cubicBezTo>
                      <a:pt x="8" y="83"/>
                      <a:pt x="8" y="83"/>
                      <a:pt x="8" y="83"/>
                    </a:cubicBezTo>
                    <a:cubicBezTo>
                      <a:pt x="8" y="83"/>
                      <a:pt x="8" y="83"/>
                      <a:pt x="8" y="83"/>
                    </a:cubicBezTo>
                    <a:cubicBezTo>
                      <a:pt x="9" y="84"/>
                      <a:pt x="9" y="84"/>
                      <a:pt x="9" y="84"/>
                    </a:cubicBezTo>
                    <a:cubicBezTo>
                      <a:pt x="9" y="85"/>
                      <a:pt x="9" y="85"/>
                      <a:pt x="9" y="85"/>
                    </a:cubicBezTo>
                    <a:cubicBezTo>
                      <a:pt x="8" y="85"/>
                      <a:pt x="9" y="86"/>
                      <a:pt x="8" y="86"/>
                    </a:cubicBezTo>
                    <a:cubicBezTo>
                      <a:pt x="7" y="88"/>
                      <a:pt x="7" y="88"/>
                      <a:pt x="7" y="88"/>
                    </a:cubicBezTo>
                    <a:cubicBezTo>
                      <a:pt x="7" y="89"/>
                      <a:pt x="7" y="89"/>
                      <a:pt x="7" y="89"/>
                    </a:cubicBezTo>
                    <a:cubicBezTo>
                      <a:pt x="7" y="90"/>
                      <a:pt x="7" y="91"/>
                      <a:pt x="7" y="92"/>
                    </a:cubicBezTo>
                    <a:cubicBezTo>
                      <a:pt x="7" y="95"/>
                      <a:pt x="7" y="95"/>
                      <a:pt x="7" y="95"/>
                    </a:cubicBezTo>
                    <a:cubicBezTo>
                      <a:pt x="7" y="95"/>
                      <a:pt x="7" y="95"/>
                      <a:pt x="7" y="95"/>
                    </a:cubicBezTo>
                    <a:cubicBezTo>
                      <a:pt x="8" y="96"/>
                      <a:pt x="8" y="96"/>
                      <a:pt x="8" y="96"/>
                    </a:cubicBezTo>
                    <a:cubicBezTo>
                      <a:pt x="8" y="96"/>
                      <a:pt x="8" y="96"/>
                      <a:pt x="8" y="96"/>
                    </a:cubicBezTo>
                    <a:cubicBezTo>
                      <a:pt x="8" y="95"/>
                      <a:pt x="8" y="95"/>
                      <a:pt x="8" y="95"/>
                    </a:cubicBezTo>
                    <a:cubicBezTo>
                      <a:pt x="8" y="95"/>
                      <a:pt x="8" y="95"/>
                      <a:pt x="8" y="95"/>
                    </a:cubicBezTo>
                    <a:cubicBezTo>
                      <a:pt x="8" y="92"/>
                      <a:pt x="8" y="92"/>
                      <a:pt x="8" y="92"/>
                    </a:cubicBezTo>
                    <a:cubicBezTo>
                      <a:pt x="8" y="91"/>
                      <a:pt x="8" y="90"/>
                      <a:pt x="8" y="89"/>
                    </a:cubicBezTo>
                    <a:cubicBezTo>
                      <a:pt x="8" y="89"/>
                      <a:pt x="8" y="89"/>
                      <a:pt x="8" y="89"/>
                    </a:cubicBezTo>
                    <a:cubicBezTo>
                      <a:pt x="9" y="87"/>
                      <a:pt x="9" y="87"/>
                      <a:pt x="9" y="87"/>
                    </a:cubicBezTo>
                    <a:cubicBezTo>
                      <a:pt x="9" y="85"/>
                      <a:pt x="9" y="85"/>
                      <a:pt x="9" y="85"/>
                    </a:cubicBezTo>
                    <a:cubicBezTo>
                      <a:pt x="9" y="84"/>
                      <a:pt x="9" y="84"/>
                      <a:pt x="9" y="84"/>
                    </a:cubicBezTo>
                    <a:cubicBezTo>
                      <a:pt x="9" y="83"/>
                      <a:pt x="8" y="83"/>
                      <a:pt x="8" y="82"/>
                    </a:cubicBezTo>
                    <a:close/>
                    <a:moveTo>
                      <a:pt x="21" y="34"/>
                    </a:moveTo>
                    <a:cubicBezTo>
                      <a:pt x="20" y="34"/>
                      <a:pt x="20" y="34"/>
                      <a:pt x="20" y="34"/>
                    </a:cubicBezTo>
                    <a:cubicBezTo>
                      <a:pt x="19" y="34"/>
                      <a:pt x="19" y="34"/>
                      <a:pt x="19" y="34"/>
                    </a:cubicBezTo>
                    <a:cubicBezTo>
                      <a:pt x="18" y="34"/>
                      <a:pt x="18" y="34"/>
                      <a:pt x="18" y="34"/>
                    </a:cubicBezTo>
                    <a:cubicBezTo>
                      <a:pt x="18" y="33"/>
                      <a:pt x="18" y="33"/>
                      <a:pt x="18" y="33"/>
                    </a:cubicBezTo>
                    <a:cubicBezTo>
                      <a:pt x="18" y="32"/>
                      <a:pt x="17" y="32"/>
                      <a:pt x="16" y="32"/>
                    </a:cubicBezTo>
                    <a:cubicBezTo>
                      <a:pt x="15" y="31"/>
                      <a:pt x="15" y="31"/>
                      <a:pt x="15" y="30"/>
                    </a:cubicBezTo>
                    <a:cubicBezTo>
                      <a:pt x="15" y="30"/>
                      <a:pt x="15" y="30"/>
                      <a:pt x="15" y="30"/>
                    </a:cubicBezTo>
                    <a:cubicBezTo>
                      <a:pt x="15" y="29"/>
                      <a:pt x="15" y="29"/>
                      <a:pt x="15" y="29"/>
                    </a:cubicBezTo>
                    <a:cubicBezTo>
                      <a:pt x="15" y="29"/>
                      <a:pt x="15" y="29"/>
                      <a:pt x="15" y="29"/>
                    </a:cubicBezTo>
                    <a:cubicBezTo>
                      <a:pt x="15" y="27"/>
                      <a:pt x="15" y="27"/>
                      <a:pt x="15" y="27"/>
                    </a:cubicBezTo>
                    <a:cubicBezTo>
                      <a:pt x="14" y="25"/>
                      <a:pt x="14" y="25"/>
                      <a:pt x="14" y="25"/>
                    </a:cubicBezTo>
                    <a:cubicBezTo>
                      <a:pt x="15" y="26"/>
                      <a:pt x="15" y="26"/>
                      <a:pt x="15" y="26"/>
                    </a:cubicBezTo>
                    <a:cubicBezTo>
                      <a:pt x="15" y="26"/>
                      <a:pt x="15" y="26"/>
                      <a:pt x="15" y="26"/>
                    </a:cubicBezTo>
                    <a:cubicBezTo>
                      <a:pt x="16" y="25"/>
                      <a:pt x="16" y="25"/>
                      <a:pt x="16" y="25"/>
                    </a:cubicBezTo>
                    <a:cubicBezTo>
                      <a:pt x="16" y="25"/>
                      <a:pt x="16" y="25"/>
                      <a:pt x="16" y="25"/>
                    </a:cubicBezTo>
                    <a:cubicBezTo>
                      <a:pt x="16" y="23"/>
                      <a:pt x="16" y="23"/>
                      <a:pt x="16" y="23"/>
                    </a:cubicBezTo>
                    <a:cubicBezTo>
                      <a:pt x="14" y="22"/>
                      <a:pt x="14" y="22"/>
                      <a:pt x="14" y="22"/>
                    </a:cubicBezTo>
                    <a:cubicBezTo>
                      <a:pt x="14" y="22"/>
                      <a:pt x="14" y="22"/>
                      <a:pt x="14" y="22"/>
                    </a:cubicBezTo>
                    <a:cubicBezTo>
                      <a:pt x="15" y="23"/>
                      <a:pt x="15" y="23"/>
                      <a:pt x="15" y="23"/>
                    </a:cubicBezTo>
                    <a:cubicBezTo>
                      <a:pt x="15" y="23"/>
                      <a:pt x="15" y="23"/>
                      <a:pt x="15" y="23"/>
                    </a:cubicBezTo>
                    <a:cubicBezTo>
                      <a:pt x="16" y="25"/>
                      <a:pt x="16" y="25"/>
                      <a:pt x="16" y="25"/>
                    </a:cubicBezTo>
                    <a:cubicBezTo>
                      <a:pt x="16" y="25"/>
                      <a:pt x="16" y="25"/>
                      <a:pt x="16" y="25"/>
                    </a:cubicBezTo>
                    <a:cubicBezTo>
                      <a:pt x="15" y="25"/>
                      <a:pt x="15" y="25"/>
                      <a:pt x="15" y="25"/>
                    </a:cubicBezTo>
                    <a:cubicBezTo>
                      <a:pt x="15" y="25"/>
                      <a:pt x="15" y="25"/>
                      <a:pt x="15" y="25"/>
                    </a:cubicBezTo>
                    <a:cubicBezTo>
                      <a:pt x="14" y="25"/>
                      <a:pt x="14" y="25"/>
                      <a:pt x="14" y="25"/>
                    </a:cubicBezTo>
                    <a:cubicBezTo>
                      <a:pt x="14" y="24"/>
                      <a:pt x="14" y="24"/>
                      <a:pt x="14" y="24"/>
                    </a:cubicBezTo>
                    <a:cubicBezTo>
                      <a:pt x="14" y="25"/>
                      <a:pt x="14" y="25"/>
                      <a:pt x="14" y="25"/>
                    </a:cubicBezTo>
                    <a:cubicBezTo>
                      <a:pt x="14" y="27"/>
                      <a:pt x="14" y="27"/>
                      <a:pt x="14" y="27"/>
                    </a:cubicBezTo>
                    <a:cubicBezTo>
                      <a:pt x="15" y="29"/>
                      <a:pt x="15" y="29"/>
                      <a:pt x="15" y="29"/>
                    </a:cubicBezTo>
                    <a:cubicBezTo>
                      <a:pt x="15" y="29"/>
                      <a:pt x="15" y="29"/>
                      <a:pt x="15" y="29"/>
                    </a:cubicBezTo>
                    <a:cubicBezTo>
                      <a:pt x="14" y="30"/>
                      <a:pt x="14" y="30"/>
                      <a:pt x="14" y="30"/>
                    </a:cubicBezTo>
                    <a:cubicBezTo>
                      <a:pt x="14" y="31"/>
                      <a:pt x="14" y="31"/>
                      <a:pt x="14" y="31"/>
                    </a:cubicBezTo>
                    <a:cubicBezTo>
                      <a:pt x="14" y="31"/>
                      <a:pt x="14" y="32"/>
                      <a:pt x="16" y="32"/>
                    </a:cubicBezTo>
                    <a:cubicBezTo>
                      <a:pt x="17" y="33"/>
                      <a:pt x="18" y="33"/>
                      <a:pt x="18" y="33"/>
                    </a:cubicBezTo>
                    <a:cubicBezTo>
                      <a:pt x="18" y="34"/>
                      <a:pt x="18" y="34"/>
                      <a:pt x="18" y="34"/>
                    </a:cubicBezTo>
                    <a:cubicBezTo>
                      <a:pt x="19" y="35"/>
                      <a:pt x="19" y="35"/>
                      <a:pt x="19" y="35"/>
                    </a:cubicBezTo>
                    <a:cubicBezTo>
                      <a:pt x="20" y="34"/>
                      <a:pt x="20" y="34"/>
                      <a:pt x="20" y="34"/>
                    </a:cubicBezTo>
                    <a:cubicBezTo>
                      <a:pt x="20" y="34"/>
                      <a:pt x="20" y="34"/>
                      <a:pt x="20" y="34"/>
                    </a:cubicBezTo>
                    <a:cubicBezTo>
                      <a:pt x="21" y="35"/>
                      <a:pt x="22" y="36"/>
                      <a:pt x="22" y="37"/>
                    </a:cubicBezTo>
                    <a:cubicBezTo>
                      <a:pt x="22" y="37"/>
                      <a:pt x="22" y="37"/>
                      <a:pt x="22" y="37"/>
                    </a:cubicBezTo>
                    <a:cubicBezTo>
                      <a:pt x="23" y="37"/>
                      <a:pt x="23" y="37"/>
                      <a:pt x="23" y="37"/>
                    </a:cubicBezTo>
                    <a:cubicBezTo>
                      <a:pt x="23" y="37"/>
                      <a:pt x="23" y="37"/>
                      <a:pt x="23" y="37"/>
                    </a:cubicBezTo>
                    <a:cubicBezTo>
                      <a:pt x="23" y="36"/>
                      <a:pt x="22" y="34"/>
                      <a:pt x="21" y="34"/>
                    </a:cubicBezTo>
                    <a:moveTo>
                      <a:pt x="26" y="23"/>
                    </a:moveTo>
                    <a:cubicBezTo>
                      <a:pt x="26" y="20"/>
                      <a:pt x="26" y="20"/>
                      <a:pt x="26" y="20"/>
                    </a:cubicBezTo>
                    <a:cubicBezTo>
                      <a:pt x="27" y="19"/>
                      <a:pt x="27" y="19"/>
                      <a:pt x="27" y="19"/>
                    </a:cubicBezTo>
                    <a:cubicBezTo>
                      <a:pt x="26" y="19"/>
                      <a:pt x="26" y="19"/>
                      <a:pt x="26" y="19"/>
                    </a:cubicBezTo>
                    <a:cubicBezTo>
                      <a:pt x="26" y="20"/>
                      <a:pt x="26" y="20"/>
                      <a:pt x="26" y="20"/>
                    </a:cubicBezTo>
                    <a:cubicBezTo>
                      <a:pt x="25" y="20"/>
                      <a:pt x="25" y="20"/>
                      <a:pt x="25" y="20"/>
                    </a:cubicBezTo>
                    <a:cubicBezTo>
                      <a:pt x="25" y="20"/>
                      <a:pt x="25" y="20"/>
                      <a:pt x="25" y="20"/>
                    </a:cubicBezTo>
                    <a:cubicBezTo>
                      <a:pt x="25" y="22"/>
                      <a:pt x="25" y="22"/>
                      <a:pt x="25" y="22"/>
                    </a:cubicBezTo>
                    <a:lnTo>
                      <a:pt x="26" y="23"/>
                    </a:lnTo>
                    <a:close/>
                    <a:moveTo>
                      <a:pt x="23" y="73"/>
                    </a:moveTo>
                    <a:cubicBezTo>
                      <a:pt x="23" y="73"/>
                      <a:pt x="23" y="73"/>
                      <a:pt x="23" y="73"/>
                    </a:cubicBezTo>
                    <a:cubicBezTo>
                      <a:pt x="23" y="74"/>
                      <a:pt x="23" y="74"/>
                      <a:pt x="23" y="74"/>
                    </a:cubicBezTo>
                    <a:cubicBezTo>
                      <a:pt x="23" y="74"/>
                      <a:pt x="23" y="74"/>
                      <a:pt x="23" y="74"/>
                    </a:cubicBezTo>
                    <a:cubicBezTo>
                      <a:pt x="23" y="74"/>
                      <a:pt x="23" y="74"/>
                      <a:pt x="23" y="74"/>
                    </a:cubicBezTo>
                    <a:cubicBezTo>
                      <a:pt x="23" y="74"/>
                      <a:pt x="23" y="74"/>
                      <a:pt x="23" y="74"/>
                    </a:cubicBezTo>
                    <a:cubicBezTo>
                      <a:pt x="24" y="74"/>
                      <a:pt x="24" y="74"/>
                      <a:pt x="24" y="74"/>
                    </a:cubicBezTo>
                    <a:cubicBezTo>
                      <a:pt x="25" y="75"/>
                      <a:pt x="25" y="75"/>
                      <a:pt x="25" y="75"/>
                    </a:cubicBezTo>
                    <a:cubicBezTo>
                      <a:pt x="25" y="75"/>
                      <a:pt x="26" y="77"/>
                      <a:pt x="27" y="78"/>
                    </a:cubicBezTo>
                    <a:cubicBezTo>
                      <a:pt x="28" y="79"/>
                      <a:pt x="28" y="79"/>
                      <a:pt x="28" y="79"/>
                    </a:cubicBezTo>
                    <a:cubicBezTo>
                      <a:pt x="28" y="79"/>
                      <a:pt x="28" y="79"/>
                      <a:pt x="28" y="79"/>
                    </a:cubicBezTo>
                    <a:cubicBezTo>
                      <a:pt x="29" y="79"/>
                      <a:pt x="29" y="79"/>
                      <a:pt x="29" y="79"/>
                    </a:cubicBezTo>
                    <a:cubicBezTo>
                      <a:pt x="28" y="78"/>
                      <a:pt x="28" y="78"/>
                      <a:pt x="28" y="78"/>
                    </a:cubicBezTo>
                    <a:cubicBezTo>
                      <a:pt x="27" y="77"/>
                      <a:pt x="27" y="77"/>
                      <a:pt x="27" y="77"/>
                    </a:cubicBezTo>
                    <a:cubicBezTo>
                      <a:pt x="25" y="74"/>
                      <a:pt x="25" y="74"/>
                      <a:pt x="25" y="74"/>
                    </a:cubicBezTo>
                    <a:cubicBezTo>
                      <a:pt x="24" y="73"/>
                      <a:pt x="24" y="73"/>
                      <a:pt x="24" y="73"/>
                    </a:cubicBezTo>
                    <a:cubicBezTo>
                      <a:pt x="25" y="72"/>
                      <a:pt x="25" y="72"/>
                      <a:pt x="25" y="72"/>
                    </a:cubicBezTo>
                    <a:cubicBezTo>
                      <a:pt x="24" y="72"/>
                      <a:pt x="24" y="72"/>
                      <a:pt x="24" y="72"/>
                    </a:cubicBezTo>
                    <a:cubicBezTo>
                      <a:pt x="24" y="72"/>
                      <a:pt x="24" y="72"/>
                      <a:pt x="23" y="7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1" name="Freeform 33">
                <a:extLst>
                  <a:ext uri="{FF2B5EF4-FFF2-40B4-BE49-F238E27FC236}">
                    <a16:creationId xmlns:a16="http://schemas.microsoft.com/office/drawing/2014/main" id="{A2F2A63F-3645-455C-A196-604BE806128E}"/>
                  </a:ext>
                </a:extLst>
              </p:cNvPr>
              <p:cNvSpPr>
                <a:spLocks noEditPoints="1"/>
              </p:cNvSpPr>
              <p:nvPr/>
            </p:nvSpPr>
            <p:spPr bwMode="auto">
              <a:xfrm>
                <a:off x="6288088" y="2517775"/>
                <a:ext cx="104775" cy="215900"/>
              </a:xfrm>
              <a:custGeom>
                <a:avLst/>
                <a:gdLst>
                  <a:gd name="T0" fmla="*/ 4 w 48"/>
                  <a:gd name="T1" fmla="*/ 10 h 100"/>
                  <a:gd name="T2" fmla="*/ 10 w 48"/>
                  <a:gd name="T3" fmla="*/ 26 h 100"/>
                  <a:gd name="T4" fmla="*/ 14 w 48"/>
                  <a:gd name="T5" fmla="*/ 21 h 100"/>
                  <a:gd name="T6" fmla="*/ 28 w 48"/>
                  <a:gd name="T7" fmla="*/ 13 h 100"/>
                  <a:gd name="T8" fmla="*/ 43 w 48"/>
                  <a:gd name="T9" fmla="*/ 6 h 100"/>
                  <a:gd name="T10" fmla="*/ 47 w 48"/>
                  <a:gd name="T11" fmla="*/ 43 h 100"/>
                  <a:gd name="T12" fmla="*/ 42 w 48"/>
                  <a:gd name="T13" fmla="*/ 38 h 100"/>
                  <a:gd name="T14" fmla="*/ 41 w 48"/>
                  <a:gd name="T15" fmla="*/ 79 h 100"/>
                  <a:gd name="T16" fmla="*/ 38 w 48"/>
                  <a:gd name="T17" fmla="*/ 87 h 100"/>
                  <a:gd name="T18" fmla="*/ 18 w 48"/>
                  <a:gd name="T19" fmla="*/ 83 h 100"/>
                  <a:gd name="T20" fmla="*/ 20 w 48"/>
                  <a:gd name="T21" fmla="*/ 52 h 100"/>
                  <a:gd name="T22" fmla="*/ 10 w 48"/>
                  <a:gd name="T23" fmla="*/ 61 h 100"/>
                  <a:gd name="T24" fmla="*/ 9 w 48"/>
                  <a:gd name="T25" fmla="*/ 49 h 100"/>
                  <a:gd name="T26" fmla="*/ 5 w 48"/>
                  <a:gd name="T27" fmla="*/ 30 h 100"/>
                  <a:gd name="T28" fmla="*/ 0 w 48"/>
                  <a:gd name="T29" fmla="*/ 12 h 100"/>
                  <a:gd name="T30" fmla="*/ 6 w 48"/>
                  <a:gd name="T31" fmla="*/ 13 h 100"/>
                  <a:gd name="T32" fmla="*/ 19 w 48"/>
                  <a:gd name="T33" fmla="*/ 20 h 100"/>
                  <a:gd name="T34" fmla="*/ 21 w 48"/>
                  <a:gd name="T35" fmla="*/ 19 h 100"/>
                  <a:gd name="T36" fmla="*/ 22 w 48"/>
                  <a:gd name="T37" fmla="*/ 14 h 100"/>
                  <a:gd name="T38" fmla="*/ 11 w 48"/>
                  <a:gd name="T39" fmla="*/ 36 h 100"/>
                  <a:gd name="T40" fmla="*/ 29 w 48"/>
                  <a:gd name="T41" fmla="*/ 26 h 100"/>
                  <a:gd name="T42" fmla="*/ 30 w 48"/>
                  <a:gd name="T43" fmla="*/ 22 h 100"/>
                  <a:gd name="T44" fmla="*/ 38 w 48"/>
                  <a:gd name="T45" fmla="*/ 7 h 100"/>
                  <a:gd name="T46" fmla="*/ 26 w 48"/>
                  <a:gd name="T47" fmla="*/ 41 h 100"/>
                  <a:gd name="T48" fmla="*/ 29 w 48"/>
                  <a:gd name="T49" fmla="*/ 42 h 100"/>
                  <a:gd name="T50" fmla="*/ 34 w 48"/>
                  <a:gd name="T51" fmla="*/ 42 h 100"/>
                  <a:gd name="T52" fmla="*/ 37 w 48"/>
                  <a:gd name="T53" fmla="*/ 44 h 100"/>
                  <a:gd name="T54" fmla="*/ 37 w 48"/>
                  <a:gd name="T55" fmla="*/ 38 h 100"/>
                  <a:gd name="T56" fmla="*/ 39 w 48"/>
                  <a:gd name="T57" fmla="*/ 34 h 100"/>
                  <a:gd name="T58" fmla="*/ 38 w 48"/>
                  <a:gd name="T59" fmla="*/ 23 h 100"/>
                  <a:gd name="T60" fmla="*/ 47 w 48"/>
                  <a:gd name="T61" fmla="*/ 14 h 100"/>
                  <a:gd name="T62" fmla="*/ 42 w 48"/>
                  <a:gd name="T63" fmla="*/ 29 h 100"/>
                  <a:gd name="T64" fmla="*/ 45 w 48"/>
                  <a:gd name="T65" fmla="*/ 51 h 100"/>
                  <a:gd name="T66" fmla="*/ 46 w 48"/>
                  <a:gd name="T67" fmla="*/ 43 h 100"/>
                  <a:gd name="T68" fmla="*/ 40 w 48"/>
                  <a:gd name="T69" fmla="*/ 34 h 100"/>
                  <a:gd name="T70" fmla="*/ 18 w 48"/>
                  <a:gd name="T71" fmla="*/ 78 h 100"/>
                  <a:gd name="T72" fmla="*/ 18 w 48"/>
                  <a:gd name="T73" fmla="*/ 82 h 100"/>
                  <a:gd name="T74" fmla="*/ 29 w 48"/>
                  <a:gd name="T75" fmla="*/ 64 h 100"/>
                  <a:gd name="T76" fmla="*/ 30 w 48"/>
                  <a:gd name="T77" fmla="*/ 59 h 100"/>
                  <a:gd name="T78" fmla="*/ 37 w 48"/>
                  <a:gd name="T79" fmla="*/ 96 h 100"/>
                  <a:gd name="T80" fmla="*/ 42 w 48"/>
                  <a:gd name="T81" fmla="*/ 98 h 100"/>
                  <a:gd name="T82" fmla="*/ 40 w 48"/>
                  <a:gd name="T83" fmla="*/ 77 h 100"/>
                  <a:gd name="T84" fmla="*/ 40 w 48"/>
                  <a:gd name="T85" fmla="*/ 38 h 100"/>
                  <a:gd name="T86" fmla="*/ 29 w 48"/>
                  <a:gd name="T87" fmla="*/ 49 h 100"/>
                  <a:gd name="T88" fmla="*/ 8 w 48"/>
                  <a:gd name="T89" fmla="*/ 47 h 100"/>
                  <a:gd name="T90" fmla="*/ 11 w 48"/>
                  <a:gd name="T91" fmla="*/ 52 h 100"/>
                  <a:gd name="T92" fmla="*/ 9 w 48"/>
                  <a:gd name="T93" fmla="*/ 57 h 100"/>
                  <a:gd name="T94" fmla="*/ 20 w 48"/>
                  <a:gd name="T95" fmla="*/ 48 h 100"/>
                  <a:gd name="T96" fmla="*/ 28 w 48"/>
                  <a:gd name="T97" fmla="*/ 41 h 100"/>
                  <a:gd name="T98" fmla="*/ 36 w 48"/>
                  <a:gd name="T99" fmla="*/ 31 h 100"/>
                  <a:gd name="T100" fmla="*/ 36 w 48"/>
                  <a:gd name="T101" fmla="*/ 20 h 100"/>
                  <a:gd name="T102" fmla="*/ 20 w 48"/>
                  <a:gd name="T103" fmla="*/ 34 h 100"/>
                  <a:gd name="T104" fmla="*/ 17 w 48"/>
                  <a:gd name="T105" fmla="*/ 35 h 100"/>
                  <a:gd name="T106" fmla="*/ 10 w 48"/>
                  <a:gd name="T107" fmla="*/ 26 h 100"/>
                  <a:gd name="T108" fmla="*/ 1 w 48"/>
                  <a:gd name="T109" fmla="*/ 27 h 100"/>
                  <a:gd name="T110" fmla="*/ 5 w 48"/>
                  <a:gd name="T111" fmla="*/ 18 h 100"/>
                  <a:gd name="T112" fmla="*/ 2 w 48"/>
                  <a:gd name="T113" fmla="*/ 13 h 100"/>
                  <a:gd name="T114" fmla="*/ 28 w 48"/>
                  <a:gd name="T115" fmla="*/ 56 h 100"/>
                  <a:gd name="T116" fmla="*/ 39 w 48"/>
                  <a:gd name="T117" fmla="*/ 85 h 100"/>
                  <a:gd name="T118" fmla="*/ 33 w 48"/>
                  <a:gd name="T119" fmla="*/ 23 h 100"/>
                  <a:gd name="T120" fmla="*/ 23 w 48"/>
                  <a:gd name="T121" fmla="*/ 23 h 100"/>
                  <a:gd name="T122" fmla="*/ 24 w 48"/>
                  <a:gd name="T123" fmla="*/ 7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 h="100">
                    <a:moveTo>
                      <a:pt x="35" y="22"/>
                    </a:moveTo>
                    <a:cubicBezTo>
                      <a:pt x="35" y="22"/>
                      <a:pt x="35" y="22"/>
                      <a:pt x="35" y="22"/>
                    </a:cubicBezTo>
                    <a:close/>
                    <a:moveTo>
                      <a:pt x="37" y="71"/>
                    </a:moveTo>
                    <a:cubicBezTo>
                      <a:pt x="37" y="72"/>
                      <a:pt x="37" y="72"/>
                      <a:pt x="37" y="72"/>
                    </a:cubicBezTo>
                    <a:cubicBezTo>
                      <a:pt x="37" y="73"/>
                      <a:pt x="37" y="73"/>
                      <a:pt x="37" y="73"/>
                    </a:cubicBezTo>
                    <a:cubicBezTo>
                      <a:pt x="37" y="73"/>
                      <a:pt x="37" y="73"/>
                      <a:pt x="37" y="73"/>
                    </a:cubicBezTo>
                    <a:cubicBezTo>
                      <a:pt x="37" y="72"/>
                      <a:pt x="37" y="72"/>
                      <a:pt x="37" y="72"/>
                    </a:cubicBezTo>
                    <a:cubicBezTo>
                      <a:pt x="37" y="71"/>
                      <a:pt x="37" y="71"/>
                      <a:pt x="37" y="71"/>
                    </a:cubicBezTo>
                    <a:close/>
                    <a:moveTo>
                      <a:pt x="0" y="12"/>
                    </a:moveTo>
                    <a:cubicBezTo>
                      <a:pt x="0" y="12"/>
                      <a:pt x="0" y="12"/>
                      <a:pt x="0" y="12"/>
                    </a:cubicBezTo>
                    <a:cubicBezTo>
                      <a:pt x="0" y="12"/>
                      <a:pt x="0" y="12"/>
                      <a:pt x="0" y="12"/>
                    </a:cubicBezTo>
                    <a:cubicBezTo>
                      <a:pt x="1" y="12"/>
                      <a:pt x="1" y="12"/>
                      <a:pt x="1" y="12"/>
                    </a:cubicBezTo>
                    <a:cubicBezTo>
                      <a:pt x="2" y="13"/>
                      <a:pt x="2" y="13"/>
                      <a:pt x="2" y="13"/>
                    </a:cubicBezTo>
                    <a:cubicBezTo>
                      <a:pt x="2" y="13"/>
                      <a:pt x="2" y="13"/>
                      <a:pt x="2" y="13"/>
                    </a:cubicBezTo>
                    <a:cubicBezTo>
                      <a:pt x="2" y="13"/>
                      <a:pt x="2" y="13"/>
                      <a:pt x="2" y="13"/>
                    </a:cubicBezTo>
                    <a:cubicBezTo>
                      <a:pt x="3" y="14"/>
                      <a:pt x="3" y="14"/>
                      <a:pt x="3" y="14"/>
                    </a:cubicBezTo>
                    <a:cubicBezTo>
                      <a:pt x="3" y="14"/>
                      <a:pt x="3" y="14"/>
                      <a:pt x="3" y="14"/>
                    </a:cubicBezTo>
                    <a:cubicBezTo>
                      <a:pt x="3" y="14"/>
                      <a:pt x="3" y="14"/>
                      <a:pt x="3" y="14"/>
                    </a:cubicBezTo>
                    <a:cubicBezTo>
                      <a:pt x="4" y="12"/>
                      <a:pt x="4" y="12"/>
                      <a:pt x="4" y="12"/>
                    </a:cubicBezTo>
                    <a:cubicBezTo>
                      <a:pt x="4" y="12"/>
                      <a:pt x="4" y="12"/>
                      <a:pt x="4" y="12"/>
                    </a:cubicBezTo>
                    <a:cubicBezTo>
                      <a:pt x="4" y="12"/>
                      <a:pt x="4" y="12"/>
                      <a:pt x="4" y="12"/>
                    </a:cubicBezTo>
                    <a:cubicBezTo>
                      <a:pt x="4" y="11"/>
                      <a:pt x="3" y="10"/>
                      <a:pt x="3" y="10"/>
                    </a:cubicBezTo>
                    <a:cubicBezTo>
                      <a:pt x="3" y="10"/>
                      <a:pt x="3" y="10"/>
                      <a:pt x="3" y="10"/>
                    </a:cubicBezTo>
                    <a:cubicBezTo>
                      <a:pt x="4" y="10"/>
                      <a:pt x="4" y="10"/>
                      <a:pt x="4" y="10"/>
                    </a:cubicBezTo>
                    <a:cubicBezTo>
                      <a:pt x="4" y="10"/>
                      <a:pt x="4" y="10"/>
                      <a:pt x="4" y="10"/>
                    </a:cubicBezTo>
                    <a:cubicBezTo>
                      <a:pt x="5" y="10"/>
                      <a:pt x="5" y="11"/>
                      <a:pt x="5" y="12"/>
                    </a:cubicBezTo>
                    <a:cubicBezTo>
                      <a:pt x="5" y="12"/>
                      <a:pt x="5" y="12"/>
                      <a:pt x="5" y="12"/>
                    </a:cubicBezTo>
                    <a:cubicBezTo>
                      <a:pt x="6" y="13"/>
                      <a:pt x="6" y="13"/>
                      <a:pt x="6" y="13"/>
                    </a:cubicBezTo>
                    <a:cubicBezTo>
                      <a:pt x="6" y="12"/>
                      <a:pt x="6" y="12"/>
                      <a:pt x="6" y="12"/>
                    </a:cubicBezTo>
                    <a:cubicBezTo>
                      <a:pt x="6" y="12"/>
                      <a:pt x="6" y="12"/>
                      <a:pt x="6" y="12"/>
                    </a:cubicBezTo>
                    <a:cubicBezTo>
                      <a:pt x="6" y="11"/>
                      <a:pt x="6" y="11"/>
                      <a:pt x="6" y="11"/>
                    </a:cubicBezTo>
                    <a:cubicBezTo>
                      <a:pt x="6" y="11"/>
                      <a:pt x="6" y="11"/>
                      <a:pt x="6" y="11"/>
                    </a:cubicBezTo>
                    <a:cubicBezTo>
                      <a:pt x="6" y="11"/>
                      <a:pt x="6" y="11"/>
                      <a:pt x="6" y="11"/>
                    </a:cubicBezTo>
                    <a:cubicBezTo>
                      <a:pt x="6" y="11"/>
                      <a:pt x="6" y="11"/>
                      <a:pt x="6" y="11"/>
                    </a:cubicBezTo>
                    <a:cubicBezTo>
                      <a:pt x="7" y="13"/>
                      <a:pt x="7" y="13"/>
                      <a:pt x="7" y="13"/>
                    </a:cubicBezTo>
                    <a:cubicBezTo>
                      <a:pt x="7" y="13"/>
                      <a:pt x="7" y="13"/>
                      <a:pt x="7" y="13"/>
                    </a:cubicBezTo>
                    <a:cubicBezTo>
                      <a:pt x="8" y="15"/>
                      <a:pt x="8" y="15"/>
                      <a:pt x="8" y="15"/>
                    </a:cubicBezTo>
                    <a:cubicBezTo>
                      <a:pt x="8" y="15"/>
                      <a:pt x="8" y="15"/>
                      <a:pt x="8" y="15"/>
                    </a:cubicBezTo>
                    <a:cubicBezTo>
                      <a:pt x="8" y="16"/>
                      <a:pt x="7" y="17"/>
                      <a:pt x="6" y="17"/>
                    </a:cubicBezTo>
                    <a:cubicBezTo>
                      <a:pt x="6" y="18"/>
                      <a:pt x="6" y="19"/>
                      <a:pt x="6" y="20"/>
                    </a:cubicBezTo>
                    <a:cubicBezTo>
                      <a:pt x="6" y="21"/>
                      <a:pt x="6" y="21"/>
                      <a:pt x="6" y="21"/>
                    </a:cubicBezTo>
                    <a:cubicBezTo>
                      <a:pt x="6" y="22"/>
                      <a:pt x="6" y="24"/>
                      <a:pt x="7" y="25"/>
                    </a:cubicBezTo>
                    <a:cubicBezTo>
                      <a:pt x="7" y="27"/>
                      <a:pt x="7" y="27"/>
                      <a:pt x="7" y="27"/>
                    </a:cubicBezTo>
                    <a:cubicBezTo>
                      <a:pt x="7" y="27"/>
                      <a:pt x="7" y="27"/>
                      <a:pt x="7" y="27"/>
                    </a:cubicBezTo>
                    <a:cubicBezTo>
                      <a:pt x="8" y="28"/>
                      <a:pt x="8" y="28"/>
                      <a:pt x="8" y="28"/>
                    </a:cubicBezTo>
                    <a:cubicBezTo>
                      <a:pt x="8" y="26"/>
                      <a:pt x="10" y="25"/>
                      <a:pt x="10" y="25"/>
                    </a:cubicBezTo>
                    <a:cubicBezTo>
                      <a:pt x="10" y="25"/>
                      <a:pt x="10" y="25"/>
                      <a:pt x="10" y="25"/>
                    </a:cubicBezTo>
                    <a:cubicBezTo>
                      <a:pt x="10" y="26"/>
                      <a:pt x="10" y="26"/>
                      <a:pt x="10" y="26"/>
                    </a:cubicBezTo>
                    <a:cubicBezTo>
                      <a:pt x="10" y="26"/>
                      <a:pt x="10" y="26"/>
                      <a:pt x="10" y="26"/>
                    </a:cubicBezTo>
                    <a:cubicBezTo>
                      <a:pt x="10" y="27"/>
                      <a:pt x="11" y="28"/>
                      <a:pt x="11" y="29"/>
                    </a:cubicBezTo>
                    <a:cubicBezTo>
                      <a:pt x="11" y="30"/>
                      <a:pt x="11" y="30"/>
                      <a:pt x="12" y="31"/>
                    </a:cubicBezTo>
                    <a:cubicBezTo>
                      <a:pt x="13" y="33"/>
                      <a:pt x="13" y="33"/>
                      <a:pt x="13" y="33"/>
                    </a:cubicBezTo>
                    <a:cubicBezTo>
                      <a:pt x="13" y="32"/>
                      <a:pt x="14" y="31"/>
                      <a:pt x="14" y="30"/>
                    </a:cubicBezTo>
                    <a:cubicBezTo>
                      <a:pt x="16" y="28"/>
                      <a:pt x="18" y="27"/>
                      <a:pt x="19" y="26"/>
                    </a:cubicBezTo>
                    <a:cubicBezTo>
                      <a:pt x="20" y="25"/>
                      <a:pt x="21" y="24"/>
                      <a:pt x="21" y="23"/>
                    </a:cubicBezTo>
                    <a:cubicBezTo>
                      <a:pt x="21" y="23"/>
                      <a:pt x="21" y="23"/>
                      <a:pt x="21" y="23"/>
                    </a:cubicBezTo>
                    <a:cubicBezTo>
                      <a:pt x="21" y="22"/>
                      <a:pt x="21" y="22"/>
                      <a:pt x="21" y="22"/>
                    </a:cubicBezTo>
                    <a:cubicBezTo>
                      <a:pt x="20" y="22"/>
                      <a:pt x="20" y="22"/>
                      <a:pt x="20" y="22"/>
                    </a:cubicBezTo>
                    <a:cubicBezTo>
                      <a:pt x="19" y="22"/>
                      <a:pt x="19" y="22"/>
                      <a:pt x="19" y="22"/>
                    </a:cubicBezTo>
                    <a:cubicBezTo>
                      <a:pt x="19" y="22"/>
                      <a:pt x="18" y="23"/>
                      <a:pt x="17" y="23"/>
                    </a:cubicBezTo>
                    <a:cubicBezTo>
                      <a:pt x="17" y="23"/>
                      <a:pt x="17" y="23"/>
                      <a:pt x="17" y="23"/>
                    </a:cubicBezTo>
                    <a:cubicBezTo>
                      <a:pt x="15" y="23"/>
                      <a:pt x="15" y="23"/>
                      <a:pt x="15" y="23"/>
                    </a:cubicBezTo>
                    <a:cubicBezTo>
                      <a:pt x="15" y="23"/>
                      <a:pt x="15" y="23"/>
                      <a:pt x="15" y="23"/>
                    </a:cubicBezTo>
                    <a:cubicBezTo>
                      <a:pt x="14" y="22"/>
                      <a:pt x="14" y="22"/>
                      <a:pt x="14" y="22"/>
                    </a:cubicBezTo>
                    <a:cubicBezTo>
                      <a:pt x="14" y="22"/>
                      <a:pt x="14" y="22"/>
                      <a:pt x="14" y="22"/>
                    </a:cubicBezTo>
                    <a:cubicBezTo>
                      <a:pt x="14" y="22"/>
                      <a:pt x="14" y="22"/>
                      <a:pt x="14" y="22"/>
                    </a:cubicBezTo>
                    <a:cubicBezTo>
                      <a:pt x="13" y="22"/>
                      <a:pt x="13" y="22"/>
                      <a:pt x="13" y="22"/>
                    </a:cubicBezTo>
                    <a:cubicBezTo>
                      <a:pt x="13" y="21"/>
                      <a:pt x="13" y="21"/>
                      <a:pt x="13" y="21"/>
                    </a:cubicBezTo>
                    <a:cubicBezTo>
                      <a:pt x="14" y="21"/>
                      <a:pt x="14" y="21"/>
                      <a:pt x="14" y="21"/>
                    </a:cubicBezTo>
                    <a:cubicBezTo>
                      <a:pt x="14" y="21"/>
                      <a:pt x="14" y="21"/>
                      <a:pt x="14" y="21"/>
                    </a:cubicBezTo>
                    <a:cubicBezTo>
                      <a:pt x="14" y="21"/>
                      <a:pt x="14" y="21"/>
                      <a:pt x="14" y="21"/>
                    </a:cubicBezTo>
                    <a:cubicBezTo>
                      <a:pt x="14" y="21"/>
                      <a:pt x="14" y="21"/>
                      <a:pt x="14" y="21"/>
                    </a:cubicBezTo>
                    <a:cubicBezTo>
                      <a:pt x="16" y="21"/>
                      <a:pt x="16" y="21"/>
                      <a:pt x="16" y="21"/>
                    </a:cubicBezTo>
                    <a:cubicBezTo>
                      <a:pt x="17" y="20"/>
                      <a:pt x="17" y="20"/>
                      <a:pt x="17" y="20"/>
                    </a:cubicBezTo>
                    <a:cubicBezTo>
                      <a:pt x="17" y="19"/>
                      <a:pt x="17" y="19"/>
                      <a:pt x="17" y="19"/>
                    </a:cubicBezTo>
                    <a:cubicBezTo>
                      <a:pt x="17" y="19"/>
                      <a:pt x="17" y="19"/>
                      <a:pt x="17" y="19"/>
                    </a:cubicBezTo>
                    <a:cubicBezTo>
                      <a:pt x="16" y="18"/>
                      <a:pt x="16" y="18"/>
                      <a:pt x="16" y="18"/>
                    </a:cubicBezTo>
                    <a:cubicBezTo>
                      <a:pt x="16" y="18"/>
                      <a:pt x="16" y="18"/>
                      <a:pt x="16" y="18"/>
                    </a:cubicBezTo>
                    <a:cubicBezTo>
                      <a:pt x="14" y="19"/>
                      <a:pt x="14" y="19"/>
                      <a:pt x="14" y="19"/>
                    </a:cubicBezTo>
                    <a:cubicBezTo>
                      <a:pt x="14" y="19"/>
                      <a:pt x="14" y="19"/>
                      <a:pt x="14" y="19"/>
                    </a:cubicBezTo>
                    <a:cubicBezTo>
                      <a:pt x="14" y="19"/>
                      <a:pt x="14" y="19"/>
                      <a:pt x="14" y="19"/>
                    </a:cubicBezTo>
                    <a:cubicBezTo>
                      <a:pt x="14" y="18"/>
                      <a:pt x="14" y="18"/>
                      <a:pt x="14" y="18"/>
                    </a:cubicBezTo>
                    <a:cubicBezTo>
                      <a:pt x="14" y="17"/>
                      <a:pt x="14" y="14"/>
                      <a:pt x="16" y="14"/>
                    </a:cubicBezTo>
                    <a:cubicBezTo>
                      <a:pt x="19" y="14"/>
                      <a:pt x="19" y="14"/>
                      <a:pt x="19" y="14"/>
                    </a:cubicBezTo>
                    <a:cubicBezTo>
                      <a:pt x="19" y="14"/>
                      <a:pt x="20" y="13"/>
                      <a:pt x="21" y="13"/>
                    </a:cubicBezTo>
                    <a:cubicBezTo>
                      <a:pt x="22" y="13"/>
                      <a:pt x="23" y="13"/>
                      <a:pt x="24" y="13"/>
                    </a:cubicBezTo>
                    <a:cubicBezTo>
                      <a:pt x="24" y="13"/>
                      <a:pt x="24" y="13"/>
                      <a:pt x="24" y="13"/>
                    </a:cubicBezTo>
                    <a:cubicBezTo>
                      <a:pt x="24" y="13"/>
                      <a:pt x="24" y="13"/>
                      <a:pt x="24" y="13"/>
                    </a:cubicBezTo>
                    <a:cubicBezTo>
                      <a:pt x="26" y="13"/>
                      <a:pt x="26" y="13"/>
                      <a:pt x="26" y="13"/>
                    </a:cubicBezTo>
                    <a:cubicBezTo>
                      <a:pt x="26" y="13"/>
                      <a:pt x="26" y="13"/>
                      <a:pt x="26" y="13"/>
                    </a:cubicBezTo>
                    <a:cubicBezTo>
                      <a:pt x="27" y="13"/>
                      <a:pt x="27" y="13"/>
                      <a:pt x="27" y="13"/>
                    </a:cubicBezTo>
                    <a:cubicBezTo>
                      <a:pt x="27" y="14"/>
                      <a:pt x="27" y="14"/>
                      <a:pt x="27" y="14"/>
                    </a:cubicBezTo>
                    <a:cubicBezTo>
                      <a:pt x="27" y="14"/>
                      <a:pt x="27" y="14"/>
                      <a:pt x="27" y="14"/>
                    </a:cubicBezTo>
                    <a:cubicBezTo>
                      <a:pt x="28" y="13"/>
                      <a:pt x="28" y="13"/>
                      <a:pt x="28" y="13"/>
                    </a:cubicBezTo>
                    <a:cubicBezTo>
                      <a:pt x="28" y="12"/>
                      <a:pt x="28" y="12"/>
                      <a:pt x="28" y="12"/>
                    </a:cubicBezTo>
                    <a:cubicBezTo>
                      <a:pt x="28" y="13"/>
                      <a:pt x="28" y="13"/>
                      <a:pt x="28" y="13"/>
                    </a:cubicBezTo>
                    <a:cubicBezTo>
                      <a:pt x="29" y="15"/>
                      <a:pt x="29" y="15"/>
                      <a:pt x="29" y="15"/>
                    </a:cubicBezTo>
                    <a:cubicBezTo>
                      <a:pt x="29" y="16"/>
                      <a:pt x="29" y="16"/>
                      <a:pt x="29" y="16"/>
                    </a:cubicBezTo>
                    <a:cubicBezTo>
                      <a:pt x="29" y="16"/>
                      <a:pt x="29" y="16"/>
                      <a:pt x="29" y="16"/>
                    </a:cubicBezTo>
                    <a:cubicBezTo>
                      <a:pt x="28" y="16"/>
                      <a:pt x="28" y="16"/>
                      <a:pt x="28" y="16"/>
                    </a:cubicBezTo>
                    <a:cubicBezTo>
                      <a:pt x="28" y="16"/>
                      <a:pt x="28" y="16"/>
                      <a:pt x="28" y="16"/>
                    </a:cubicBezTo>
                    <a:cubicBezTo>
                      <a:pt x="28" y="16"/>
                      <a:pt x="29" y="17"/>
                      <a:pt x="30" y="19"/>
                    </a:cubicBezTo>
                    <a:cubicBezTo>
                      <a:pt x="31" y="18"/>
                      <a:pt x="31" y="18"/>
                      <a:pt x="31" y="18"/>
                    </a:cubicBezTo>
                    <a:cubicBezTo>
                      <a:pt x="31" y="17"/>
                      <a:pt x="32" y="16"/>
                      <a:pt x="32" y="16"/>
                    </a:cubicBezTo>
                    <a:cubicBezTo>
                      <a:pt x="32" y="15"/>
                      <a:pt x="32" y="15"/>
                      <a:pt x="32" y="15"/>
                    </a:cubicBezTo>
                    <a:cubicBezTo>
                      <a:pt x="32" y="15"/>
                      <a:pt x="32" y="15"/>
                      <a:pt x="32" y="15"/>
                    </a:cubicBezTo>
                    <a:cubicBezTo>
                      <a:pt x="33" y="16"/>
                      <a:pt x="33" y="16"/>
                      <a:pt x="33" y="16"/>
                    </a:cubicBezTo>
                    <a:cubicBezTo>
                      <a:pt x="33" y="14"/>
                      <a:pt x="34" y="11"/>
                      <a:pt x="34" y="11"/>
                    </a:cubicBezTo>
                    <a:cubicBezTo>
                      <a:pt x="34" y="10"/>
                      <a:pt x="34" y="10"/>
                      <a:pt x="34" y="10"/>
                    </a:cubicBezTo>
                    <a:cubicBezTo>
                      <a:pt x="34" y="10"/>
                      <a:pt x="34" y="10"/>
                      <a:pt x="34" y="10"/>
                    </a:cubicBezTo>
                    <a:cubicBezTo>
                      <a:pt x="35" y="12"/>
                      <a:pt x="35" y="12"/>
                      <a:pt x="35" y="12"/>
                    </a:cubicBezTo>
                    <a:cubicBezTo>
                      <a:pt x="35" y="11"/>
                      <a:pt x="35" y="9"/>
                      <a:pt x="35" y="8"/>
                    </a:cubicBezTo>
                    <a:cubicBezTo>
                      <a:pt x="35" y="4"/>
                      <a:pt x="35" y="0"/>
                      <a:pt x="35" y="0"/>
                    </a:cubicBezTo>
                    <a:cubicBezTo>
                      <a:pt x="35" y="0"/>
                      <a:pt x="35" y="0"/>
                      <a:pt x="35" y="0"/>
                    </a:cubicBezTo>
                    <a:cubicBezTo>
                      <a:pt x="35" y="0"/>
                      <a:pt x="35" y="0"/>
                      <a:pt x="35" y="0"/>
                    </a:cubicBezTo>
                    <a:cubicBezTo>
                      <a:pt x="38" y="0"/>
                      <a:pt x="40" y="6"/>
                      <a:pt x="40" y="9"/>
                    </a:cubicBezTo>
                    <a:cubicBezTo>
                      <a:pt x="40" y="9"/>
                      <a:pt x="40" y="9"/>
                      <a:pt x="40" y="9"/>
                    </a:cubicBezTo>
                    <a:cubicBezTo>
                      <a:pt x="40" y="10"/>
                      <a:pt x="40" y="10"/>
                      <a:pt x="40" y="10"/>
                    </a:cubicBezTo>
                    <a:cubicBezTo>
                      <a:pt x="40" y="11"/>
                      <a:pt x="40" y="11"/>
                      <a:pt x="40" y="11"/>
                    </a:cubicBezTo>
                    <a:cubicBezTo>
                      <a:pt x="41" y="10"/>
                      <a:pt x="42" y="8"/>
                      <a:pt x="43" y="6"/>
                    </a:cubicBezTo>
                    <a:cubicBezTo>
                      <a:pt x="45" y="4"/>
                      <a:pt x="46" y="2"/>
                      <a:pt x="46" y="2"/>
                    </a:cubicBezTo>
                    <a:cubicBezTo>
                      <a:pt x="46" y="1"/>
                      <a:pt x="46" y="1"/>
                      <a:pt x="46" y="1"/>
                    </a:cubicBezTo>
                    <a:cubicBezTo>
                      <a:pt x="46" y="2"/>
                      <a:pt x="46" y="2"/>
                      <a:pt x="46" y="2"/>
                    </a:cubicBezTo>
                    <a:cubicBezTo>
                      <a:pt x="47" y="3"/>
                      <a:pt x="48" y="4"/>
                      <a:pt x="48" y="5"/>
                    </a:cubicBezTo>
                    <a:cubicBezTo>
                      <a:pt x="47" y="9"/>
                      <a:pt x="45" y="13"/>
                      <a:pt x="44" y="15"/>
                    </a:cubicBezTo>
                    <a:cubicBezTo>
                      <a:pt x="45" y="14"/>
                      <a:pt x="47" y="12"/>
                      <a:pt x="47" y="12"/>
                    </a:cubicBezTo>
                    <a:cubicBezTo>
                      <a:pt x="47" y="12"/>
                      <a:pt x="47" y="12"/>
                      <a:pt x="47" y="12"/>
                    </a:cubicBezTo>
                    <a:cubicBezTo>
                      <a:pt x="47" y="12"/>
                      <a:pt x="47" y="12"/>
                      <a:pt x="47" y="12"/>
                    </a:cubicBezTo>
                    <a:cubicBezTo>
                      <a:pt x="48" y="14"/>
                      <a:pt x="48" y="14"/>
                      <a:pt x="48" y="14"/>
                    </a:cubicBezTo>
                    <a:cubicBezTo>
                      <a:pt x="48" y="17"/>
                      <a:pt x="45" y="20"/>
                      <a:pt x="44" y="21"/>
                    </a:cubicBezTo>
                    <a:cubicBezTo>
                      <a:pt x="45" y="21"/>
                      <a:pt x="47" y="20"/>
                      <a:pt x="47" y="20"/>
                    </a:cubicBezTo>
                    <a:cubicBezTo>
                      <a:pt x="47" y="20"/>
                      <a:pt x="47" y="20"/>
                      <a:pt x="47" y="20"/>
                    </a:cubicBezTo>
                    <a:cubicBezTo>
                      <a:pt x="47" y="21"/>
                      <a:pt x="47" y="21"/>
                      <a:pt x="47" y="21"/>
                    </a:cubicBezTo>
                    <a:cubicBezTo>
                      <a:pt x="47" y="21"/>
                      <a:pt x="47" y="21"/>
                      <a:pt x="47" y="21"/>
                    </a:cubicBezTo>
                    <a:cubicBezTo>
                      <a:pt x="47" y="24"/>
                      <a:pt x="44" y="27"/>
                      <a:pt x="43" y="28"/>
                    </a:cubicBezTo>
                    <a:cubicBezTo>
                      <a:pt x="45" y="28"/>
                      <a:pt x="46" y="29"/>
                      <a:pt x="46" y="29"/>
                    </a:cubicBezTo>
                    <a:cubicBezTo>
                      <a:pt x="46" y="29"/>
                      <a:pt x="46" y="29"/>
                      <a:pt x="46" y="29"/>
                    </a:cubicBezTo>
                    <a:cubicBezTo>
                      <a:pt x="46" y="29"/>
                      <a:pt x="46" y="29"/>
                      <a:pt x="46" y="29"/>
                    </a:cubicBezTo>
                    <a:cubicBezTo>
                      <a:pt x="45" y="31"/>
                      <a:pt x="44" y="32"/>
                      <a:pt x="43" y="33"/>
                    </a:cubicBezTo>
                    <a:cubicBezTo>
                      <a:pt x="43" y="33"/>
                      <a:pt x="43" y="33"/>
                      <a:pt x="43" y="33"/>
                    </a:cubicBezTo>
                    <a:cubicBezTo>
                      <a:pt x="43" y="33"/>
                      <a:pt x="43" y="33"/>
                      <a:pt x="43" y="33"/>
                    </a:cubicBezTo>
                    <a:cubicBezTo>
                      <a:pt x="46" y="33"/>
                      <a:pt x="48" y="35"/>
                      <a:pt x="48" y="38"/>
                    </a:cubicBezTo>
                    <a:cubicBezTo>
                      <a:pt x="48" y="38"/>
                      <a:pt x="48" y="38"/>
                      <a:pt x="48" y="38"/>
                    </a:cubicBezTo>
                    <a:cubicBezTo>
                      <a:pt x="48" y="41"/>
                      <a:pt x="47" y="42"/>
                      <a:pt x="47" y="43"/>
                    </a:cubicBezTo>
                    <a:cubicBezTo>
                      <a:pt x="47" y="43"/>
                      <a:pt x="47" y="43"/>
                      <a:pt x="47" y="43"/>
                    </a:cubicBezTo>
                    <a:cubicBezTo>
                      <a:pt x="47" y="44"/>
                      <a:pt x="48" y="44"/>
                      <a:pt x="48" y="48"/>
                    </a:cubicBezTo>
                    <a:cubicBezTo>
                      <a:pt x="48" y="49"/>
                      <a:pt x="48" y="49"/>
                      <a:pt x="48" y="49"/>
                    </a:cubicBezTo>
                    <a:cubicBezTo>
                      <a:pt x="48" y="51"/>
                      <a:pt x="46" y="51"/>
                      <a:pt x="45" y="51"/>
                    </a:cubicBezTo>
                    <a:cubicBezTo>
                      <a:pt x="45" y="51"/>
                      <a:pt x="45" y="51"/>
                      <a:pt x="45" y="51"/>
                    </a:cubicBezTo>
                    <a:cubicBezTo>
                      <a:pt x="44" y="51"/>
                      <a:pt x="44" y="51"/>
                      <a:pt x="44" y="51"/>
                    </a:cubicBezTo>
                    <a:cubicBezTo>
                      <a:pt x="44" y="51"/>
                      <a:pt x="44" y="51"/>
                      <a:pt x="44" y="51"/>
                    </a:cubicBezTo>
                    <a:cubicBezTo>
                      <a:pt x="44" y="51"/>
                      <a:pt x="44" y="51"/>
                      <a:pt x="44" y="51"/>
                    </a:cubicBezTo>
                    <a:cubicBezTo>
                      <a:pt x="45" y="51"/>
                      <a:pt x="45" y="49"/>
                      <a:pt x="45" y="48"/>
                    </a:cubicBezTo>
                    <a:cubicBezTo>
                      <a:pt x="45" y="48"/>
                      <a:pt x="45" y="48"/>
                      <a:pt x="45" y="48"/>
                    </a:cubicBezTo>
                    <a:cubicBezTo>
                      <a:pt x="46" y="47"/>
                      <a:pt x="43" y="45"/>
                      <a:pt x="43" y="43"/>
                    </a:cubicBezTo>
                    <a:cubicBezTo>
                      <a:pt x="42" y="42"/>
                      <a:pt x="42" y="42"/>
                      <a:pt x="42" y="42"/>
                    </a:cubicBezTo>
                    <a:cubicBezTo>
                      <a:pt x="42" y="40"/>
                      <a:pt x="45" y="39"/>
                      <a:pt x="45" y="39"/>
                    </a:cubicBezTo>
                    <a:cubicBezTo>
                      <a:pt x="46" y="38"/>
                      <a:pt x="46" y="38"/>
                      <a:pt x="46" y="38"/>
                    </a:cubicBezTo>
                    <a:cubicBezTo>
                      <a:pt x="46" y="38"/>
                      <a:pt x="46" y="38"/>
                      <a:pt x="46" y="38"/>
                    </a:cubicBezTo>
                    <a:cubicBezTo>
                      <a:pt x="46" y="36"/>
                      <a:pt x="44" y="36"/>
                      <a:pt x="44" y="36"/>
                    </a:cubicBezTo>
                    <a:cubicBezTo>
                      <a:pt x="44" y="36"/>
                      <a:pt x="44" y="36"/>
                      <a:pt x="44" y="36"/>
                    </a:cubicBezTo>
                    <a:cubicBezTo>
                      <a:pt x="43" y="36"/>
                      <a:pt x="43" y="36"/>
                      <a:pt x="43" y="36"/>
                    </a:cubicBezTo>
                    <a:cubicBezTo>
                      <a:pt x="43" y="36"/>
                      <a:pt x="43" y="36"/>
                      <a:pt x="43" y="36"/>
                    </a:cubicBezTo>
                    <a:cubicBezTo>
                      <a:pt x="43" y="36"/>
                      <a:pt x="43" y="36"/>
                      <a:pt x="43" y="36"/>
                    </a:cubicBezTo>
                    <a:cubicBezTo>
                      <a:pt x="43" y="36"/>
                      <a:pt x="43" y="36"/>
                      <a:pt x="43" y="36"/>
                    </a:cubicBezTo>
                    <a:cubicBezTo>
                      <a:pt x="41" y="36"/>
                      <a:pt x="41" y="36"/>
                      <a:pt x="41" y="36"/>
                    </a:cubicBezTo>
                    <a:cubicBezTo>
                      <a:pt x="42" y="37"/>
                      <a:pt x="42" y="37"/>
                      <a:pt x="42" y="37"/>
                    </a:cubicBezTo>
                    <a:cubicBezTo>
                      <a:pt x="42" y="38"/>
                      <a:pt x="42" y="38"/>
                      <a:pt x="42" y="38"/>
                    </a:cubicBezTo>
                    <a:cubicBezTo>
                      <a:pt x="41" y="38"/>
                      <a:pt x="41" y="38"/>
                      <a:pt x="41" y="38"/>
                    </a:cubicBezTo>
                    <a:cubicBezTo>
                      <a:pt x="40" y="38"/>
                      <a:pt x="40" y="38"/>
                      <a:pt x="40" y="38"/>
                    </a:cubicBezTo>
                    <a:cubicBezTo>
                      <a:pt x="40" y="39"/>
                      <a:pt x="40" y="40"/>
                      <a:pt x="40" y="41"/>
                    </a:cubicBezTo>
                    <a:cubicBezTo>
                      <a:pt x="40" y="41"/>
                      <a:pt x="40" y="41"/>
                      <a:pt x="40" y="41"/>
                    </a:cubicBezTo>
                    <a:cubicBezTo>
                      <a:pt x="40" y="48"/>
                      <a:pt x="47" y="54"/>
                      <a:pt x="47" y="59"/>
                    </a:cubicBezTo>
                    <a:cubicBezTo>
                      <a:pt x="47" y="62"/>
                      <a:pt x="44" y="65"/>
                      <a:pt x="43" y="66"/>
                    </a:cubicBezTo>
                    <a:cubicBezTo>
                      <a:pt x="44" y="68"/>
                      <a:pt x="44" y="68"/>
                      <a:pt x="44" y="68"/>
                    </a:cubicBezTo>
                    <a:cubicBezTo>
                      <a:pt x="45" y="68"/>
                      <a:pt x="45" y="68"/>
                      <a:pt x="45" y="68"/>
                    </a:cubicBezTo>
                    <a:cubicBezTo>
                      <a:pt x="43" y="69"/>
                      <a:pt x="43" y="69"/>
                      <a:pt x="43" y="69"/>
                    </a:cubicBezTo>
                    <a:cubicBezTo>
                      <a:pt x="44" y="70"/>
                      <a:pt x="44" y="70"/>
                      <a:pt x="44" y="70"/>
                    </a:cubicBezTo>
                    <a:cubicBezTo>
                      <a:pt x="43" y="70"/>
                      <a:pt x="43" y="70"/>
                      <a:pt x="43" y="70"/>
                    </a:cubicBezTo>
                    <a:cubicBezTo>
                      <a:pt x="43" y="71"/>
                      <a:pt x="43" y="71"/>
                      <a:pt x="43" y="71"/>
                    </a:cubicBezTo>
                    <a:cubicBezTo>
                      <a:pt x="43" y="72"/>
                      <a:pt x="43" y="72"/>
                      <a:pt x="43" y="72"/>
                    </a:cubicBezTo>
                    <a:cubicBezTo>
                      <a:pt x="42" y="72"/>
                      <a:pt x="42" y="72"/>
                      <a:pt x="42" y="72"/>
                    </a:cubicBezTo>
                    <a:cubicBezTo>
                      <a:pt x="43" y="73"/>
                      <a:pt x="43" y="73"/>
                      <a:pt x="43" y="73"/>
                    </a:cubicBezTo>
                    <a:cubicBezTo>
                      <a:pt x="43" y="73"/>
                      <a:pt x="43" y="73"/>
                      <a:pt x="43" y="73"/>
                    </a:cubicBezTo>
                    <a:cubicBezTo>
                      <a:pt x="42" y="73"/>
                      <a:pt x="42" y="73"/>
                      <a:pt x="42" y="73"/>
                    </a:cubicBezTo>
                    <a:cubicBezTo>
                      <a:pt x="42" y="74"/>
                      <a:pt x="42" y="74"/>
                      <a:pt x="42" y="74"/>
                    </a:cubicBezTo>
                    <a:cubicBezTo>
                      <a:pt x="42" y="75"/>
                      <a:pt x="42" y="75"/>
                      <a:pt x="42" y="75"/>
                    </a:cubicBezTo>
                    <a:cubicBezTo>
                      <a:pt x="41" y="75"/>
                      <a:pt x="41" y="75"/>
                      <a:pt x="41" y="75"/>
                    </a:cubicBezTo>
                    <a:cubicBezTo>
                      <a:pt x="41" y="77"/>
                      <a:pt x="41" y="77"/>
                      <a:pt x="41" y="77"/>
                    </a:cubicBezTo>
                    <a:cubicBezTo>
                      <a:pt x="42" y="77"/>
                      <a:pt x="42" y="77"/>
                      <a:pt x="42" y="77"/>
                    </a:cubicBezTo>
                    <a:cubicBezTo>
                      <a:pt x="40" y="77"/>
                      <a:pt x="40" y="77"/>
                      <a:pt x="40" y="77"/>
                    </a:cubicBezTo>
                    <a:cubicBezTo>
                      <a:pt x="41" y="79"/>
                      <a:pt x="41" y="79"/>
                      <a:pt x="41" y="79"/>
                    </a:cubicBezTo>
                    <a:cubicBezTo>
                      <a:pt x="43" y="82"/>
                      <a:pt x="43" y="82"/>
                      <a:pt x="43" y="82"/>
                    </a:cubicBezTo>
                    <a:cubicBezTo>
                      <a:pt x="43" y="83"/>
                      <a:pt x="42" y="84"/>
                      <a:pt x="42" y="86"/>
                    </a:cubicBezTo>
                    <a:cubicBezTo>
                      <a:pt x="42" y="87"/>
                      <a:pt x="42" y="88"/>
                      <a:pt x="42" y="88"/>
                    </a:cubicBezTo>
                    <a:cubicBezTo>
                      <a:pt x="43" y="93"/>
                      <a:pt x="43" y="93"/>
                      <a:pt x="43" y="93"/>
                    </a:cubicBezTo>
                    <a:cubicBezTo>
                      <a:pt x="43" y="95"/>
                      <a:pt x="43" y="95"/>
                      <a:pt x="43" y="95"/>
                    </a:cubicBezTo>
                    <a:cubicBezTo>
                      <a:pt x="42" y="99"/>
                      <a:pt x="42" y="99"/>
                      <a:pt x="42" y="99"/>
                    </a:cubicBezTo>
                    <a:cubicBezTo>
                      <a:pt x="42" y="100"/>
                      <a:pt x="41" y="100"/>
                      <a:pt x="40" y="100"/>
                    </a:cubicBezTo>
                    <a:cubicBezTo>
                      <a:pt x="39" y="100"/>
                      <a:pt x="39" y="100"/>
                      <a:pt x="39" y="100"/>
                    </a:cubicBezTo>
                    <a:cubicBezTo>
                      <a:pt x="38" y="100"/>
                      <a:pt x="36" y="100"/>
                      <a:pt x="35" y="100"/>
                    </a:cubicBezTo>
                    <a:cubicBezTo>
                      <a:pt x="34" y="100"/>
                      <a:pt x="32" y="99"/>
                      <a:pt x="31" y="98"/>
                    </a:cubicBezTo>
                    <a:cubicBezTo>
                      <a:pt x="30" y="97"/>
                      <a:pt x="30" y="97"/>
                      <a:pt x="30" y="97"/>
                    </a:cubicBezTo>
                    <a:cubicBezTo>
                      <a:pt x="30" y="97"/>
                      <a:pt x="30" y="97"/>
                      <a:pt x="30" y="97"/>
                    </a:cubicBezTo>
                    <a:cubicBezTo>
                      <a:pt x="32" y="95"/>
                      <a:pt x="32" y="95"/>
                      <a:pt x="32" y="95"/>
                    </a:cubicBezTo>
                    <a:cubicBezTo>
                      <a:pt x="33" y="95"/>
                      <a:pt x="33" y="95"/>
                      <a:pt x="33" y="95"/>
                    </a:cubicBezTo>
                    <a:cubicBezTo>
                      <a:pt x="34" y="95"/>
                      <a:pt x="34" y="95"/>
                      <a:pt x="34" y="95"/>
                    </a:cubicBezTo>
                    <a:cubicBezTo>
                      <a:pt x="34" y="95"/>
                      <a:pt x="34" y="95"/>
                      <a:pt x="34" y="95"/>
                    </a:cubicBezTo>
                    <a:cubicBezTo>
                      <a:pt x="34" y="95"/>
                      <a:pt x="34" y="95"/>
                      <a:pt x="34" y="95"/>
                    </a:cubicBezTo>
                    <a:cubicBezTo>
                      <a:pt x="35" y="95"/>
                      <a:pt x="35" y="95"/>
                      <a:pt x="35" y="95"/>
                    </a:cubicBezTo>
                    <a:cubicBezTo>
                      <a:pt x="36" y="95"/>
                      <a:pt x="36" y="96"/>
                      <a:pt x="37" y="96"/>
                    </a:cubicBezTo>
                    <a:cubicBezTo>
                      <a:pt x="37" y="96"/>
                      <a:pt x="37" y="96"/>
                      <a:pt x="37" y="96"/>
                    </a:cubicBezTo>
                    <a:cubicBezTo>
                      <a:pt x="39" y="96"/>
                      <a:pt x="39" y="94"/>
                      <a:pt x="39" y="93"/>
                    </a:cubicBezTo>
                    <a:cubicBezTo>
                      <a:pt x="39" y="92"/>
                      <a:pt x="39" y="92"/>
                      <a:pt x="39" y="92"/>
                    </a:cubicBezTo>
                    <a:cubicBezTo>
                      <a:pt x="39" y="91"/>
                      <a:pt x="39" y="91"/>
                      <a:pt x="38" y="90"/>
                    </a:cubicBezTo>
                    <a:cubicBezTo>
                      <a:pt x="38" y="89"/>
                      <a:pt x="38" y="88"/>
                      <a:pt x="38" y="87"/>
                    </a:cubicBezTo>
                    <a:cubicBezTo>
                      <a:pt x="38" y="86"/>
                      <a:pt x="38" y="86"/>
                      <a:pt x="38" y="86"/>
                    </a:cubicBezTo>
                    <a:cubicBezTo>
                      <a:pt x="38" y="85"/>
                      <a:pt x="38" y="85"/>
                      <a:pt x="37" y="84"/>
                    </a:cubicBezTo>
                    <a:cubicBezTo>
                      <a:pt x="36" y="83"/>
                      <a:pt x="36" y="82"/>
                      <a:pt x="36" y="81"/>
                    </a:cubicBezTo>
                    <a:cubicBezTo>
                      <a:pt x="36" y="80"/>
                      <a:pt x="36" y="79"/>
                      <a:pt x="35" y="78"/>
                    </a:cubicBezTo>
                    <a:cubicBezTo>
                      <a:pt x="33" y="77"/>
                      <a:pt x="32" y="75"/>
                      <a:pt x="32" y="74"/>
                    </a:cubicBezTo>
                    <a:cubicBezTo>
                      <a:pt x="31" y="72"/>
                      <a:pt x="31" y="72"/>
                      <a:pt x="31" y="72"/>
                    </a:cubicBezTo>
                    <a:cubicBezTo>
                      <a:pt x="30" y="70"/>
                      <a:pt x="30" y="70"/>
                      <a:pt x="30" y="70"/>
                    </a:cubicBezTo>
                    <a:cubicBezTo>
                      <a:pt x="30" y="70"/>
                      <a:pt x="30" y="70"/>
                      <a:pt x="30" y="70"/>
                    </a:cubicBezTo>
                    <a:cubicBezTo>
                      <a:pt x="29" y="69"/>
                      <a:pt x="29" y="69"/>
                      <a:pt x="28" y="68"/>
                    </a:cubicBezTo>
                    <a:cubicBezTo>
                      <a:pt x="27" y="67"/>
                      <a:pt x="27" y="67"/>
                      <a:pt x="27" y="67"/>
                    </a:cubicBezTo>
                    <a:cubicBezTo>
                      <a:pt x="27" y="68"/>
                      <a:pt x="27" y="68"/>
                      <a:pt x="27" y="68"/>
                    </a:cubicBezTo>
                    <a:cubicBezTo>
                      <a:pt x="27" y="68"/>
                      <a:pt x="27" y="68"/>
                      <a:pt x="27" y="68"/>
                    </a:cubicBezTo>
                    <a:cubicBezTo>
                      <a:pt x="27" y="68"/>
                      <a:pt x="27" y="68"/>
                      <a:pt x="27" y="68"/>
                    </a:cubicBezTo>
                    <a:cubicBezTo>
                      <a:pt x="27" y="68"/>
                      <a:pt x="27" y="68"/>
                      <a:pt x="27" y="68"/>
                    </a:cubicBezTo>
                    <a:cubicBezTo>
                      <a:pt x="27" y="69"/>
                      <a:pt x="27" y="69"/>
                      <a:pt x="27" y="69"/>
                    </a:cubicBezTo>
                    <a:cubicBezTo>
                      <a:pt x="28" y="71"/>
                      <a:pt x="28" y="71"/>
                      <a:pt x="28" y="71"/>
                    </a:cubicBezTo>
                    <a:cubicBezTo>
                      <a:pt x="28" y="72"/>
                      <a:pt x="28" y="72"/>
                      <a:pt x="28" y="72"/>
                    </a:cubicBezTo>
                    <a:cubicBezTo>
                      <a:pt x="28" y="74"/>
                      <a:pt x="28" y="74"/>
                      <a:pt x="28" y="74"/>
                    </a:cubicBezTo>
                    <a:cubicBezTo>
                      <a:pt x="26" y="75"/>
                      <a:pt x="26" y="75"/>
                      <a:pt x="26" y="75"/>
                    </a:cubicBezTo>
                    <a:cubicBezTo>
                      <a:pt x="25" y="76"/>
                      <a:pt x="25" y="76"/>
                      <a:pt x="25" y="76"/>
                    </a:cubicBezTo>
                    <a:cubicBezTo>
                      <a:pt x="23" y="78"/>
                      <a:pt x="23" y="78"/>
                      <a:pt x="23" y="78"/>
                    </a:cubicBezTo>
                    <a:cubicBezTo>
                      <a:pt x="22" y="79"/>
                      <a:pt x="22" y="79"/>
                      <a:pt x="22" y="79"/>
                    </a:cubicBezTo>
                    <a:cubicBezTo>
                      <a:pt x="21" y="81"/>
                      <a:pt x="21" y="81"/>
                      <a:pt x="21" y="81"/>
                    </a:cubicBezTo>
                    <a:cubicBezTo>
                      <a:pt x="20" y="82"/>
                      <a:pt x="19" y="83"/>
                      <a:pt x="18" y="83"/>
                    </a:cubicBezTo>
                    <a:cubicBezTo>
                      <a:pt x="16" y="83"/>
                      <a:pt x="15" y="80"/>
                      <a:pt x="14" y="79"/>
                    </a:cubicBezTo>
                    <a:cubicBezTo>
                      <a:pt x="14" y="78"/>
                      <a:pt x="13" y="76"/>
                      <a:pt x="13" y="75"/>
                    </a:cubicBezTo>
                    <a:cubicBezTo>
                      <a:pt x="13" y="72"/>
                      <a:pt x="13" y="72"/>
                      <a:pt x="13" y="72"/>
                    </a:cubicBezTo>
                    <a:cubicBezTo>
                      <a:pt x="13" y="72"/>
                      <a:pt x="13" y="72"/>
                      <a:pt x="13" y="72"/>
                    </a:cubicBezTo>
                    <a:cubicBezTo>
                      <a:pt x="14" y="72"/>
                      <a:pt x="14" y="72"/>
                      <a:pt x="14" y="72"/>
                    </a:cubicBezTo>
                    <a:cubicBezTo>
                      <a:pt x="15" y="73"/>
                      <a:pt x="15" y="73"/>
                      <a:pt x="15" y="73"/>
                    </a:cubicBezTo>
                    <a:cubicBezTo>
                      <a:pt x="16" y="74"/>
                      <a:pt x="16" y="74"/>
                      <a:pt x="16" y="74"/>
                    </a:cubicBezTo>
                    <a:cubicBezTo>
                      <a:pt x="17" y="75"/>
                      <a:pt x="17" y="75"/>
                      <a:pt x="17" y="75"/>
                    </a:cubicBezTo>
                    <a:cubicBezTo>
                      <a:pt x="18" y="77"/>
                      <a:pt x="18" y="77"/>
                      <a:pt x="18" y="77"/>
                    </a:cubicBezTo>
                    <a:cubicBezTo>
                      <a:pt x="18" y="77"/>
                      <a:pt x="18" y="77"/>
                      <a:pt x="18" y="77"/>
                    </a:cubicBezTo>
                    <a:cubicBezTo>
                      <a:pt x="19" y="76"/>
                      <a:pt x="19" y="76"/>
                      <a:pt x="19" y="76"/>
                    </a:cubicBezTo>
                    <a:cubicBezTo>
                      <a:pt x="20" y="76"/>
                      <a:pt x="21" y="74"/>
                      <a:pt x="22" y="73"/>
                    </a:cubicBezTo>
                    <a:cubicBezTo>
                      <a:pt x="22" y="72"/>
                      <a:pt x="23" y="71"/>
                      <a:pt x="23" y="70"/>
                    </a:cubicBezTo>
                    <a:cubicBezTo>
                      <a:pt x="23" y="69"/>
                      <a:pt x="23" y="69"/>
                      <a:pt x="23" y="69"/>
                    </a:cubicBezTo>
                    <a:cubicBezTo>
                      <a:pt x="22" y="68"/>
                      <a:pt x="19" y="66"/>
                      <a:pt x="18" y="65"/>
                    </a:cubicBezTo>
                    <a:cubicBezTo>
                      <a:pt x="18" y="64"/>
                      <a:pt x="18" y="64"/>
                      <a:pt x="18" y="64"/>
                    </a:cubicBezTo>
                    <a:cubicBezTo>
                      <a:pt x="18" y="63"/>
                      <a:pt x="18" y="63"/>
                      <a:pt x="18" y="63"/>
                    </a:cubicBezTo>
                    <a:cubicBezTo>
                      <a:pt x="17" y="62"/>
                      <a:pt x="17" y="61"/>
                      <a:pt x="17" y="61"/>
                    </a:cubicBezTo>
                    <a:cubicBezTo>
                      <a:pt x="17" y="57"/>
                      <a:pt x="20" y="56"/>
                      <a:pt x="22" y="56"/>
                    </a:cubicBezTo>
                    <a:cubicBezTo>
                      <a:pt x="24" y="56"/>
                      <a:pt x="24" y="56"/>
                      <a:pt x="24" y="56"/>
                    </a:cubicBezTo>
                    <a:cubicBezTo>
                      <a:pt x="23" y="56"/>
                      <a:pt x="23" y="56"/>
                      <a:pt x="23" y="56"/>
                    </a:cubicBezTo>
                    <a:cubicBezTo>
                      <a:pt x="22" y="54"/>
                      <a:pt x="22" y="54"/>
                      <a:pt x="22" y="54"/>
                    </a:cubicBezTo>
                    <a:cubicBezTo>
                      <a:pt x="20" y="53"/>
                      <a:pt x="20" y="53"/>
                      <a:pt x="20" y="53"/>
                    </a:cubicBezTo>
                    <a:cubicBezTo>
                      <a:pt x="20" y="52"/>
                      <a:pt x="20" y="52"/>
                      <a:pt x="20" y="52"/>
                    </a:cubicBezTo>
                    <a:cubicBezTo>
                      <a:pt x="20" y="52"/>
                      <a:pt x="20" y="52"/>
                      <a:pt x="20" y="52"/>
                    </a:cubicBezTo>
                    <a:cubicBezTo>
                      <a:pt x="20" y="52"/>
                      <a:pt x="20" y="52"/>
                      <a:pt x="20" y="52"/>
                    </a:cubicBezTo>
                    <a:cubicBezTo>
                      <a:pt x="20" y="51"/>
                      <a:pt x="20" y="51"/>
                      <a:pt x="20" y="51"/>
                    </a:cubicBezTo>
                    <a:cubicBezTo>
                      <a:pt x="17" y="52"/>
                      <a:pt x="16" y="56"/>
                      <a:pt x="16" y="56"/>
                    </a:cubicBezTo>
                    <a:cubicBezTo>
                      <a:pt x="16" y="57"/>
                      <a:pt x="16" y="57"/>
                      <a:pt x="16" y="57"/>
                    </a:cubicBezTo>
                    <a:cubicBezTo>
                      <a:pt x="16" y="56"/>
                      <a:pt x="16" y="56"/>
                      <a:pt x="16" y="56"/>
                    </a:cubicBezTo>
                    <a:cubicBezTo>
                      <a:pt x="15" y="55"/>
                      <a:pt x="15" y="54"/>
                      <a:pt x="15" y="53"/>
                    </a:cubicBezTo>
                    <a:cubicBezTo>
                      <a:pt x="13" y="54"/>
                      <a:pt x="13" y="54"/>
                      <a:pt x="13" y="54"/>
                    </a:cubicBezTo>
                    <a:cubicBezTo>
                      <a:pt x="12" y="54"/>
                      <a:pt x="12" y="54"/>
                      <a:pt x="11" y="55"/>
                    </a:cubicBezTo>
                    <a:cubicBezTo>
                      <a:pt x="10" y="55"/>
                      <a:pt x="10" y="55"/>
                      <a:pt x="9" y="56"/>
                    </a:cubicBezTo>
                    <a:cubicBezTo>
                      <a:pt x="9" y="56"/>
                      <a:pt x="9" y="56"/>
                      <a:pt x="9" y="56"/>
                    </a:cubicBezTo>
                    <a:cubicBezTo>
                      <a:pt x="10" y="57"/>
                      <a:pt x="10" y="57"/>
                      <a:pt x="10" y="57"/>
                    </a:cubicBezTo>
                    <a:cubicBezTo>
                      <a:pt x="11" y="58"/>
                      <a:pt x="11" y="58"/>
                      <a:pt x="11" y="58"/>
                    </a:cubicBezTo>
                    <a:cubicBezTo>
                      <a:pt x="12" y="60"/>
                      <a:pt x="12" y="60"/>
                      <a:pt x="12" y="60"/>
                    </a:cubicBezTo>
                    <a:cubicBezTo>
                      <a:pt x="12" y="60"/>
                      <a:pt x="12" y="60"/>
                      <a:pt x="12" y="60"/>
                    </a:cubicBezTo>
                    <a:cubicBezTo>
                      <a:pt x="11" y="61"/>
                      <a:pt x="11" y="61"/>
                      <a:pt x="11" y="61"/>
                    </a:cubicBezTo>
                    <a:cubicBezTo>
                      <a:pt x="11" y="62"/>
                      <a:pt x="11" y="62"/>
                      <a:pt x="11" y="62"/>
                    </a:cubicBezTo>
                    <a:cubicBezTo>
                      <a:pt x="10" y="63"/>
                      <a:pt x="10" y="63"/>
                      <a:pt x="10" y="63"/>
                    </a:cubicBezTo>
                    <a:cubicBezTo>
                      <a:pt x="9" y="63"/>
                      <a:pt x="9" y="63"/>
                      <a:pt x="9" y="63"/>
                    </a:cubicBezTo>
                    <a:cubicBezTo>
                      <a:pt x="9" y="63"/>
                      <a:pt x="9" y="63"/>
                      <a:pt x="9" y="63"/>
                    </a:cubicBezTo>
                    <a:cubicBezTo>
                      <a:pt x="9" y="62"/>
                      <a:pt x="9" y="62"/>
                      <a:pt x="9" y="62"/>
                    </a:cubicBezTo>
                    <a:cubicBezTo>
                      <a:pt x="10" y="62"/>
                      <a:pt x="10" y="62"/>
                      <a:pt x="10" y="62"/>
                    </a:cubicBezTo>
                    <a:cubicBezTo>
                      <a:pt x="10" y="61"/>
                      <a:pt x="10" y="61"/>
                      <a:pt x="10" y="61"/>
                    </a:cubicBezTo>
                    <a:cubicBezTo>
                      <a:pt x="10" y="61"/>
                      <a:pt x="10" y="61"/>
                      <a:pt x="10" y="61"/>
                    </a:cubicBezTo>
                    <a:cubicBezTo>
                      <a:pt x="9" y="61"/>
                      <a:pt x="9" y="61"/>
                      <a:pt x="9" y="61"/>
                    </a:cubicBezTo>
                    <a:cubicBezTo>
                      <a:pt x="8" y="58"/>
                      <a:pt x="8" y="58"/>
                      <a:pt x="8" y="58"/>
                    </a:cubicBezTo>
                    <a:cubicBezTo>
                      <a:pt x="7" y="55"/>
                      <a:pt x="7" y="55"/>
                      <a:pt x="7" y="55"/>
                    </a:cubicBezTo>
                    <a:cubicBezTo>
                      <a:pt x="6" y="54"/>
                      <a:pt x="6" y="52"/>
                      <a:pt x="6" y="52"/>
                    </a:cubicBezTo>
                    <a:cubicBezTo>
                      <a:pt x="5" y="49"/>
                      <a:pt x="5" y="49"/>
                      <a:pt x="5" y="49"/>
                    </a:cubicBezTo>
                    <a:cubicBezTo>
                      <a:pt x="4" y="47"/>
                      <a:pt x="4" y="47"/>
                      <a:pt x="4" y="47"/>
                    </a:cubicBezTo>
                    <a:cubicBezTo>
                      <a:pt x="4" y="46"/>
                      <a:pt x="4" y="46"/>
                      <a:pt x="4" y="46"/>
                    </a:cubicBezTo>
                    <a:cubicBezTo>
                      <a:pt x="5" y="46"/>
                      <a:pt x="5" y="46"/>
                      <a:pt x="5" y="46"/>
                    </a:cubicBezTo>
                    <a:cubicBezTo>
                      <a:pt x="4" y="46"/>
                      <a:pt x="4" y="46"/>
                      <a:pt x="4" y="46"/>
                    </a:cubicBezTo>
                    <a:cubicBezTo>
                      <a:pt x="4" y="46"/>
                      <a:pt x="4" y="46"/>
                      <a:pt x="4" y="46"/>
                    </a:cubicBezTo>
                    <a:cubicBezTo>
                      <a:pt x="4" y="46"/>
                      <a:pt x="4" y="46"/>
                      <a:pt x="4" y="46"/>
                    </a:cubicBezTo>
                    <a:cubicBezTo>
                      <a:pt x="5" y="45"/>
                      <a:pt x="5" y="45"/>
                      <a:pt x="5" y="45"/>
                    </a:cubicBezTo>
                    <a:cubicBezTo>
                      <a:pt x="5" y="45"/>
                      <a:pt x="5" y="45"/>
                      <a:pt x="5" y="45"/>
                    </a:cubicBezTo>
                    <a:cubicBezTo>
                      <a:pt x="5" y="45"/>
                      <a:pt x="5" y="45"/>
                      <a:pt x="5" y="45"/>
                    </a:cubicBezTo>
                    <a:cubicBezTo>
                      <a:pt x="6" y="45"/>
                      <a:pt x="6" y="45"/>
                      <a:pt x="6" y="45"/>
                    </a:cubicBezTo>
                    <a:cubicBezTo>
                      <a:pt x="7" y="45"/>
                      <a:pt x="7" y="45"/>
                      <a:pt x="7" y="45"/>
                    </a:cubicBezTo>
                    <a:cubicBezTo>
                      <a:pt x="8" y="45"/>
                      <a:pt x="8" y="45"/>
                      <a:pt x="8" y="45"/>
                    </a:cubicBezTo>
                    <a:cubicBezTo>
                      <a:pt x="9" y="47"/>
                      <a:pt x="9" y="47"/>
                      <a:pt x="9" y="47"/>
                    </a:cubicBezTo>
                    <a:cubicBezTo>
                      <a:pt x="9" y="47"/>
                      <a:pt x="9" y="47"/>
                      <a:pt x="9" y="47"/>
                    </a:cubicBezTo>
                    <a:cubicBezTo>
                      <a:pt x="9" y="47"/>
                      <a:pt x="9" y="47"/>
                      <a:pt x="9" y="47"/>
                    </a:cubicBezTo>
                    <a:cubicBezTo>
                      <a:pt x="9" y="47"/>
                      <a:pt x="9" y="47"/>
                      <a:pt x="9" y="47"/>
                    </a:cubicBezTo>
                    <a:cubicBezTo>
                      <a:pt x="10" y="48"/>
                      <a:pt x="10" y="48"/>
                      <a:pt x="10" y="48"/>
                    </a:cubicBezTo>
                    <a:cubicBezTo>
                      <a:pt x="9" y="49"/>
                      <a:pt x="9" y="49"/>
                      <a:pt x="9" y="49"/>
                    </a:cubicBezTo>
                    <a:cubicBezTo>
                      <a:pt x="9" y="49"/>
                      <a:pt x="9" y="49"/>
                      <a:pt x="9" y="49"/>
                    </a:cubicBezTo>
                    <a:cubicBezTo>
                      <a:pt x="9" y="49"/>
                      <a:pt x="9" y="49"/>
                      <a:pt x="9" y="49"/>
                    </a:cubicBezTo>
                    <a:cubicBezTo>
                      <a:pt x="9" y="50"/>
                      <a:pt x="9" y="50"/>
                      <a:pt x="9" y="50"/>
                    </a:cubicBezTo>
                    <a:cubicBezTo>
                      <a:pt x="9" y="52"/>
                      <a:pt x="9" y="52"/>
                      <a:pt x="9" y="52"/>
                    </a:cubicBezTo>
                    <a:cubicBezTo>
                      <a:pt x="9" y="52"/>
                      <a:pt x="9" y="52"/>
                      <a:pt x="9" y="52"/>
                    </a:cubicBezTo>
                    <a:cubicBezTo>
                      <a:pt x="9" y="52"/>
                      <a:pt x="9" y="52"/>
                      <a:pt x="9" y="52"/>
                    </a:cubicBezTo>
                    <a:cubicBezTo>
                      <a:pt x="9" y="52"/>
                      <a:pt x="9" y="52"/>
                      <a:pt x="9" y="52"/>
                    </a:cubicBezTo>
                    <a:cubicBezTo>
                      <a:pt x="9" y="52"/>
                      <a:pt x="9" y="52"/>
                      <a:pt x="9" y="52"/>
                    </a:cubicBezTo>
                    <a:cubicBezTo>
                      <a:pt x="11" y="52"/>
                      <a:pt x="11" y="52"/>
                      <a:pt x="11" y="52"/>
                    </a:cubicBezTo>
                    <a:cubicBezTo>
                      <a:pt x="11" y="52"/>
                      <a:pt x="13" y="51"/>
                      <a:pt x="14" y="50"/>
                    </a:cubicBezTo>
                    <a:cubicBezTo>
                      <a:pt x="14" y="49"/>
                      <a:pt x="14" y="49"/>
                      <a:pt x="14" y="49"/>
                    </a:cubicBezTo>
                    <a:cubicBezTo>
                      <a:pt x="12" y="47"/>
                      <a:pt x="12" y="47"/>
                      <a:pt x="12" y="47"/>
                    </a:cubicBezTo>
                    <a:cubicBezTo>
                      <a:pt x="12" y="47"/>
                      <a:pt x="12" y="47"/>
                      <a:pt x="12" y="47"/>
                    </a:cubicBezTo>
                    <a:cubicBezTo>
                      <a:pt x="12" y="47"/>
                      <a:pt x="12" y="47"/>
                      <a:pt x="12" y="47"/>
                    </a:cubicBezTo>
                    <a:cubicBezTo>
                      <a:pt x="13" y="47"/>
                      <a:pt x="13" y="47"/>
                      <a:pt x="13" y="47"/>
                    </a:cubicBezTo>
                    <a:cubicBezTo>
                      <a:pt x="14" y="47"/>
                      <a:pt x="15" y="47"/>
                      <a:pt x="16" y="47"/>
                    </a:cubicBezTo>
                    <a:cubicBezTo>
                      <a:pt x="15" y="46"/>
                      <a:pt x="14" y="45"/>
                      <a:pt x="12" y="43"/>
                    </a:cubicBezTo>
                    <a:cubicBezTo>
                      <a:pt x="11" y="40"/>
                      <a:pt x="11" y="40"/>
                      <a:pt x="11" y="40"/>
                    </a:cubicBezTo>
                    <a:cubicBezTo>
                      <a:pt x="8" y="38"/>
                      <a:pt x="8" y="38"/>
                      <a:pt x="8" y="38"/>
                    </a:cubicBezTo>
                    <a:cubicBezTo>
                      <a:pt x="8" y="38"/>
                      <a:pt x="8" y="37"/>
                      <a:pt x="8" y="36"/>
                    </a:cubicBezTo>
                    <a:cubicBezTo>
                      <a:pt x="8" y="35"/>
                      <a:pt x="7" y="33"/>
                      <a:pt x="6" y="33"/>
                    </a:cubicBezTo>
                    <a:cubicBezTo>
                      <a:pt x="5" y="32"/>
                      <a:pt x="5" y="32"/>
                      <a:pt x="5" y="32"/>
                    </a:cubicBezTo>
                    <a:cubicBezTo>
                      <a:pt x="4" y="32"/>
                      <a:pt x="4" y="34"/>
                      <a:pt x="4" y="34"/>
                    </a:cubicBezTo>
                    <a:cubicBezTo>
                      <a:pt x="3" y="34"/>
                      <a:pt x="3" y="34"/>
                      <a:pt x="3" y="34"/>
                    </a:cubicBezTo>
                    <a:cubicBezTo>
                      <a:pt x="4" y="31"/>
                      <a:pt x="5" y="30"/>
                      <a:pt x="5" y="30"/>
                    </a:cubicBezTo>
                    <a:cubicBezTo>
                      <a:pt x="5" y="29"/>
                      <a:pt x="5" y="29"/>
                      <a:pt x="5" y="29"/>
                    </a:cubicBezTo>
                    <a:cubicBezTo>
                      <a:pt x="5" y="28"/>
                      <a:pt x="4" y="27"/>
                      <a:pt x="4" y="26"/>
                    </a:cubicBezTo>
                    <a:cubicBezTo>
                      <a:pt x="4" y="24"/>
                      <a:pt x="4" y="24"/>
                      <a:pt x="4" y="24"/>
                    </a:cubicBezTo>
                    <a:cubicBezTo>
                      <a:pt x="3" y="24"/>
                      <a:pt x="3" y="24"/>
                      <a:pt x="3" y="24"/>
                    </a:cubicBezTo>
                    <a:cubicBezTo>
                      <a:pt x="3" y="26"/>
                      <a:pt x="3" y="26"/>
                      <a:pt x="3" y="26"/>
                    </a:cubicBezTo>
                    <a:cubicBezTo>
                      <a:pt x="3" y="28"/>
                      <a:pt x="3" y="28"/>
                      <a:pt x="3" y="28"/>
                    </a:cubicBezTo>
                    <a:cubicBezTo>
                      <a:pt x="2" y="28"/>
                      <a:pt x="2" y="28"/>
                      <a:pt x="2" y="28"/>
                    </a:cubicBezTo>
                    <a:cubicBezTo>
                      <a:pt x="1" y="29"/>
                      <a:pt x="1" y="29"/>
                      <a:pt x="1" y="29"/>
                    </a:cubicBezTo>
                    <a:cubicBezTo>
                      <a:pt x="1" y="29"/>
                      <a:pt x="1" y="29"/>
                      <a:pt x="1" y="29"/>
                    </a:cubicBezTo>
                    <a:cubicBezTo>
                      <a:pt x="0" y="29"/>
                      <a:pt x="0" y="29"/>
                      <a:pt x="0" y="29"/>
                    </a:cubicBezTo>
                    <a:cubicBezTo>
                      <a:pt x="0" y="28"/>
                      <a:pt x="0" y="28"/>
                      <a:pt x="0" y="28"/>
                    </a:cubicBezTo>
                    <a:cubicBezTo>
                      <a:pt x="0" y="28"/>
                      <a:pt x="0" y="28"/>
                      <a:pt x="0" y="28"/>
                    </a:cubicBezTo>
                    <a:cubicBezTo>
                      <a:pt x="1" y="28"/>
                      <a:pt x="1" y="28"/>
                      <a:pt x="1" y="28"/>
                    </a:cubicBezTo>
                    <a:cubicBezTo>
                      <a:pt x="1" y="27"/>
                      <a:pt x="1" y="27"/>
                      <a:pt x="1" y="27"/>
                    </a:cubicBezTo>
                    <a:cubicBezTo>
                      <a:pt x="1" y="27"/>
                      <a:pt x="1" y="27"/>
                      <a:pt x="1" y="27"/>
                    </a:cubicBezTo>
                    <a:cubicBezTo>
                      <a:pt x="1" y="25"/>
                      <a:pt x="1" y="25"/>
                      <a:pt x="1" y="25"/>
                    </a:cubicBezTo>
                    <a:cubicBezTo>
                      <a:pt x="2" y="21"/>
                      <a:pt x="2" y="21"/>
                      <a:pt x="2" y="21"/>
                    </a:cubicBezTo>
                    <a:cubicBezTo>
                      <a:pt x="2" y="20"/>
                      <a:pt x="2" y="20"/>
                      <a:pt x="2" y="20"/>
                    </a:cubicBezTo>
                    <a:cubicBezTo>
                      <a:pt x="2" y="19"/>
                      <a:pt x="2" y="18"/>
                      <a:pt x="2" y="18"/>
                    </a:cubicBezTo>
                    <a:cubicBezTo>
                      <a:pt x="1" y="15"/>
                      <a:pt x="1" y="15"/>
                      <a:pt x="1" y="15"/>
                    </a:cubicBezTo>
                    <a:cubicBezTo>
                      <a:pt x="0" y="14"/>
                      <a:pt x="0" y="14"/>
                      <a:pt x="0" y="14"/>
                    </a:cubicBezTo>
                    <a:cubicBezTo>
                      <a:pt x="1" y="13"/>
                      <a:pt x="1" y="13"/>
                      <a:pt x="1" y="13"/>
                    </a:cubicBezTo>
                    <a:cubicBezTo>
                      <a:pt x="1" y="13"/>
                      <a:pt x="1" y="13"/>
                      <a:pt x="1" y="13"/>
                    </a:cubicBezTo>
                    <a:lnTo>
                      <a:pt x="0" y="12"/>
                    </a:lnTo>
                    <a:close/>
                    <a:moveTo>
                      <a:pt x="13" y="21"/>
                    </a:moveTo>
                    <a:cubicBezTo>
                      <a:pt x="13" y="21"/>
                      <a:pt x="13" y="21"/>
                      <a:pt x="13" y="21"/>
                    </a:cubicBezTo>
                    <a:cubicBezTo>
                      <a:pt x="14" y="22"/>
                      <a:pt x="14" y="22"/>
                      <a:pt x="14" y="22"/>
                    </a:cubicBezTo>
                    <a:lnTo>
                      <a:pt x="13" y="21"/>
                    </a:lnTo>
                    <a:close/>
                    <a:moveTo>
                      <a:pt x="4" y="10"/>
                    </a:moveTo>
                    <a:cubicBezTo>
                      <a:pt x="4" y="10"/>
                      <a:pt x="4" y="10"/>
                      <a:pt x="4" y="10"/>
                    </a:cubicBezTo>
                    <a:cubicBezTo>
                      <a:pt x="5" y="12"/>
                      <a:pt x="5" y="12"/>
                      <a:pt x="5" y="12"/>
                    </a:cubicBezTo>
                    <a:cubicBezTo>
                      <a:pt x="5" y="12"/>
                      <a:pt x="5" y="12"/>
                      <a:pt x="5" y="12"/>
                    </a:cubicBezTo>
                    <a:cubicBezTo>
                      <a:pt x="5" y="12"/>
                      <a:pt x="5" y="12"/>
                      <a:pt x="5" y="12"/>
                    </a:cubicBezTo>
                    <a:cubicBezTo>
                      <a:pt x="5" y="12"/>
                      <a:pt x="5" y="12"/>
                      <a:pt x="5" y="12"/>
                    </a:cubicBezTo>
                    <a:lnTo>
                      <a:pt x="4" y="10"/>
                    </a:lnTo>
                    <a:close/>
                    <a:moveTo>
                      <a:pt x="6" y="12"/>
                    </a:moveTo>
                    <a:cubicBezTo>
                      <a:pt x="6" y="12"/>
                      <a:pt x="6" y="12"/>
                      <a:pt x="6" y="12"/>
                    </a:cubicBezTo>
                    <a:cubicBezTo>
                      <a:pt x="6" y="13"/>
                      <a:pt x="6" y="13"/>
                      <a:pt x="6" y="13"/>
                    </a:cubicBezTo>
                    <a:cubicBezTo>
                      <a:pt x="7" y="13"/>
                      <a:pt x="7" y="13"/>
                      <a:pt x="7" y="13"/>
                    </a:cubicBezTo>
                    <a:cubicBezTo>
                      <a:pt x="7" y="13"/>
                      <a:pt x="7" y="13"/>
                      <a:pt x="7" y="13"/>
                    </a:cubicBezTo>
                    <a:lnTo>
                      <a:pt x="6" y="12"/>
                    </a:lnTo>
                    <a:close/>
                    <a:moveTo>
                      <a:pt x="6" y="17"/>
                    </a:moveTo>
                    <a:cubicBezTo>
                      <a:pt x="7" y="16"/>
                      <a:pt x="7" y="15"/>
                      <a:pt x="7" y="15"/>
                    </a:cubicBezTo>
                    <a:cubicBezTo>
                      <a:pt x="7" y="15"/>
                      <a:pt x="7" y="15"/>
                      <a:pt x="7" y="15"/>
                    </a:cubicBezTo>
                    <a:cubicBezTo>
                      <a:pt x="7" y="13"/>
                      <a:pt x="7" y="13"/>
                      <a:pt x="7" y="13"/>
                    </a:cubicBezTo>
                    <a:cubicBezTo>
                      <a:pt x="7" y="13"/>
                      <a:pt x="7" y="13"/>
                      <a:pt x="7" y="13"/>
                    </a:cubicBezTo>
                    <a:cubicBezTo>
                      <a:pt x="7" y="13"/>
                      <a:pt x="7" y="13"/>
                      <a:pt x="7" y="13"/>
                    </a:cubicBezTo>
                    <a:cubicBezTo>
                      <a:pt x="6" y="13"/>
                      <a:pt x="6" y="13"/>
                      <a:pt x="6" y="13"/>
                    </a:cubicBezTo>
                    <a:cubicBezTo>
                      <a:pt x="6" y="14"/>
                      <a:pt x="6" y="14"/>
                      <a:pt x="6" y="14"/>
                    </a:cubicBezTo>
                    <a:cubicBezTo>
                      <a:pt x="6" y="14"/>
                      <a:pt x="6" y="14"/>
                      <a:pt x="6" y="14"/>
                    </a:cubicBezTo>
                    <a:cubicBezTo>
                      <a:pt x="6" y="15"/>
                      <a:pt x="6" y="15"/>
                      <a:pt x="5" y="16"/>
                    </a:cubicBezTo>
                    <a:cubicBezTo>
                      <a:pt x="5" y="18"/>
                      <a:pt x="5" y="18"/>
                      <a:pt x="5" y="18"/>
                    </a:cubicBezTo>
                    <a:cubicBezTo>
                      <a:pt x="5" y="18"/>
                      <a:pt x="5" y="18"/>
                      <a:pt x="5" y="18"/>
                    </a:cubicBezTo>
                    <a:lnTo>
                      <a:pt x="6" y="17"/>
                    </a:lnTo>
                    <a:close/>
                    <a:moveTo>
                      <a:pt x="19" y="21"/>
                    </a:moveTo>
                    <a:cubicBezTo>
                      <a:pt x="20" y="21"/>
                      <a:pt x="20" y="21"/>
                      <a:pt x="20" y="21"/>
                    </a:cubicBezTo>
                    <a:cubicBezTo>
                      <a:pt x="21" y="22"/>
                      <a:pt x="21" y="22"/>
                      <a:pt x="21" y="22"/>
                    </a:cubicBezTo>
                    <a:cubicBezTo>
                      <a:pt x="21" y="21"/>
                      <a:pt x="21" y="21"/>
                      <a:pt x="21" y="21"/>
                    </a:cubicBezTo>
                    <a:cubicBezTo>
                      <a:pt x="21" y="20"/>
                      <a:pt x="21" y="20"/>
                      <a:pt x="21" y="20"/>
                    </a:cubicBezTo>
                    <a:cubicBezTo>
                      <a:pt x="21" y="20"/>
                      <a:pt x="21" y="20"/>
                      <a:pt x="21" y="20"/>
                    </a:cubicBezTo>
                    <a:cubicBezTo>
                      <a:pt x="21" y="20"/>
                      <a:pt x="21" y="20"/>
                      <a:pt x="21" y="20"/>
                    </a:cubicBezTo>
                    <a:cubicBezTo>
                      <a:pt x="20" y="20"/>
                      <a:pt x="20" y="20"/>
                      <a:pt x="20" y="20"/>
                    </a:cubicBezTo>
                    <a:cubicBezTo>
                      <a:pt x="19" y="21"/>
                      <a:pt x="19" y="21"/>
                      <a:pt x="19" y="21"/>
                    </a:cubicBezTo>
                    <a:cubicBezTo>
                      <a:pt x="18" y="22"/>
                      <a:pt x="18" y="22"/>
                      <a:pt x="18" y="22"/>
                    </a:cubicBezTo>
                    <a:cubicBezTo>
                      <a:pt x="17" y="22"/>
                      <a:pt x="17" y="22"/>
                      <a:pt x="17" y="22"/>
                    </a:cubicBezTo>
                    <a:lnTo>
                      <a:pt x="19" y="21"/>
                    </a:lnTo>
                    <a:close/>
                    <a:moveTo>
                      <a:pt x="21" y="20"/>
                    </a:moveTo>
                    <a:cubicBezTo>
                      <a:pt x="21" y="20"/>
                      <a:pt x="21" y="20"/>
                      <a:pt x="21" y="20"/>
                    </a:cubicBezTo>
                    <a:cubicBezTo>
                      <a:pt x="21" y="19"/>
                      <a:pt x="21" y="19"/>
                      <a:pt x="21" y="19"/>
                    </a:cubicBezTo>
                    <a:cubicBezTo>
                      <a:pt x="20" y="19"/>
                      <a:pt x="20" y="19"/>
                      <a:pt x="20" y="19"/>
                    </a:cubicBezTo>
                    <a:cubicBezTo>
                      <a:pt x="19" y="20"/>
                      <a:pt x="19" y="20"/>
                      <a:pt x="19" y="20"/>
                    </a:cubicBezTo>
                    <a:cubicBezTo>
                      <a:pt x="19" y="20"/>
                      <a:pt x="19" y="20"/>
                      <a:pt x="19" y="20"/>
                    </a:cubicBezTo>
                    <a:cubicBezTo>
                      <a:pt x="20" y="20"/>
                      <a:pt x="20" y="20"/>
                      <a:pt x="20" y="20"/>
                    </a:cubicBezTo>
                    <a:cubicBezTo>
                      <a:pt x="20" y="20"/>
                      <a:pt x="20" y="20"/>
                      <a:pt x="20" y="20"/>
                    </a:cubicBezTo>
                    <a:cubicBezTo>
                      <a:pt x="21" y="20"/>
                      <a:pt x="21" y="20"/>
                      <a:pt x="21" y="20"/>
                    </a:cubicBezTo>
                    <a:close/>
                    <a:moveTo>
                      <a:pt x="16" y="21"/>
                    </a:moveTo>
                    <a:cubicBezTo>
                      <a:pt x="14" y="22"/>
                      <a:pt x="14" y="22"/>
                      <a:pt x="14" y="22"/>
                    </a:cubicBezTo>
                    <a:cubicBezTo>
                      <a:pt x="14" y="22"/>
                      <a:pt x="14" y="22"/>
                      <a:pt x="14" y="22"/>
                    </a:cubicBezTo>
                    <a:cubicBezTo>
                      <a:pt x="15" y="22"/>
                      <a:pt x="15" y="22"/>
                      <a:pt x="15" y="22"/>
                    </a:cubicBezTo>
                    <a:cubicBezTo>
                      <a:pt x="15" y="22"/>
                      <a:pt x="15" y="22"/>
                      <a:pt x="15" y="22"/>
                    </a:cubicBezTo>
                    <a:cubicBezTo>
                      <a:pt x="16" y="22"/>
                      <a:pt x="16" y="22"/>
                      <a:pt x="16" y="22"/>
                    </a:cubicBezTo>
                    <a:cubicBezTo>
                      <a:pt x="18" y="21"/>
                      <a:pt x="18" y="21"/>
                      <a:pt x="18" y="21"/>
                    </a:cubicBezTo>
                    <a:cubicBezTo>
                      <a:pt x="19" y="20"/>
                      <a:pt x="19" y="20"/>
                      <a:pt x="19" y="20"/>
                    </a:cubicBezTo>
                    <a:cubicBezTo>
                      <a:pt x="19" y="20"/>
                      <a:pt x="19" y="20"/>
                      <a:pt x="19" y="20"/>
                    </a:cubicBezTo>
                    <a:cubicBezTo>
                      <a:pt x="18" y="20"/>
                      <a:pt x="18" y="20"/>
                      <a:pt x="18" y="20"/>
                    </a:cubicBezTo>
                    <a:cubicBezTo>
                      <a:pt x="17" y="20"/>
                      <a:pt x="17" y="20"/>
                      <a:pt x="17" y="20"/>
                    </a:cubicBezTo>
                    <a:lnTo>
                      <a:pt x="16" y="21"/>
                    </a:lnTo>
                    <a:close/>
                    <a:moveTo>
                      <a:pt x="16" y="15"/>
                    </a:moveTo>
                    <a:cubicBezTo>
                      <a:pt x="15" y="15"/>
                      <a:pt x="15" y="15"/>
                      <a:pt x="15" y="16"/>
                    </a:cubicBezTo>
                    <a:cubicBezTo>
                      <a:pt x="14" y="18"/>
                      <a:pt x="14" y="18"/>
                      <a:pt x="14" y="18"/>
                    </a:cubicBezTo>
                    <a:cubicBezTo>
                      <a:pt x="16" y="17"/>
                      <a:pt x="16" y="17"/>
                      <a:pt x="16" y="17"/>
                    </a:cubicBezTo>
                    <a:cubicBezTo>
                      <a:pt x="16" y="17"/>
                      <a:pt x="16" y="17"/>
                      <a:pt x="16" y="17"/>
                    </a:cubicBezTo>
                    <a:cubicBezTo>
                      <a:pt x="17" y="18"/>
                      <a:pt x="17" y="18"/>
                      <a:pt x="17" y="18"/>
                    </a:cubicBezTo>
                    <a:cubicBezTo>
                      <a:pt x="18" y="19"/>
                      <a:pt x="18" y="19"/>
                      <a:pt x="18" y="19"/>
                    </a:cubicBezTo>
                    <a:cubicBezTo>
                      <a:pt x="20" y="19"/>
                      <a:pt x="20" y="19"/>
                      <a:pt x="20" y="19"/>
                    </a:cubicBezTo>
                    <a:cubicBezTo>
                      <a:pt x="21" y="19"/>
                      <a:pt x="21" y="19"/>
                      <a:pt x="21" y="19"/>
                    </a:cubicBezTo>
                    <a:cubicBezTo>
                      <a:pt x="20" y="17"/>
                      <a:pt x="20" y="17"/>
                      <a:pt x="20" y="17"/>
                    </a:cubicBezTo>
                    <a:cubicBezTo>
                      <a:pt x="19" y="15"/>
                      <a:pt x="19" y="15"/>
                      <a:pt x="19" y="15"/>
                    </a:cubicBezTo>
                    <a:lnTo>
                      <a:pt x="16" y="15"/>
                    </a:lnTo>
                    <a:close/>
                    <a:moveTo>
                      <a:pt x="20" y="15"/>
                    </a:moveTo>
                    <a:cubicBezTo>
                      <a:pt x="20" y="15"/>
                      <a:pt x="20" y="15"/>
                      <a:pt x="20" y="15"/>
                    </a:cubicBezTo>
                    <a:cubicBezTo>
                      <a:pt x="20" y="15"/>
                      <a:pt x="20" y="15"/>
                      <a:pt x="20" y="15"/>
                    </a:cubicBezTo>
                    <a:close/>
                    <a:moveTo>
                      <a:pt x="26" y="13"/>
                    </a:moveTo>
                    <a:cubicBezTo>
                      <a:pt x="26" y="14"/>
                      <a:pt x="26" y="14"/>
                      <a:pt x="26" y="14"/>
                    </a:cubicBezTo>
                    <a:cubicBezTo>
                      <a:pt x="26" y="14"/>
                      <a:pt x="26" y="14"/>
                      <a:pt x="26" y="14"/>
                    </a:cubicBezTo>
                    <a:lnTo>
                      <a:pt x="26" y="13"/>
                    </a:lnTo>
                    <a:close/>
                    <a:moveTo>
                      <a:pt x="28" y="16"/>
                    </a:moveTo>
                    <a:cubicBezTo>
                      <a:pt x="28" y="16"/>
                      <a:pt x="28" y="16"/>
                      <a:pt x="28" y="16"/>
                    </a:cubicBezTo>
                    <a:cubicBezTo>
                      <a:pt x="28" y="16"/>
                      <a:pt x="28" y="16"/>
                      <a:pt x="28" y="16"/>
                    </a:cubicBezTo>
                    <a:cubicBezTo>
                      <a:pt x="28" y="14"/>
                      <a:pt x="28" y="14"/>
                      <a:pt x="28" y="14"/>
                    </a:cubicBezTo>
                    <a:cubicBezTo>
                      <a:pt x="27" y="14"/>
                      <a:pt x="27" y="14"/>
                      <a:pt x="27" y="14"/>
                    </a:cubicBezTo>
                    <a:cubicBezTo>
                      <a:pt x="27" y="14"/>
                      <a:pt x="27" y="14"/>
                      <a:pt x="27" y="14"/>
                    </a:cubicBezTo>
                    <a:cubicBezTo>
                      <a:pt x="26" y="14"/>
                      <a:pt x="26" y="14"/>
                      <a:pt x="26" y="14"/>
                    </a:cubicBezTo>
                    <a:cubicBezTo>
                      <a:pt x="25" y="14"/>
                      <a:pt x="25" y="14"/>
                      <a:pt x="25" y="14"/>
                    </a:cubicBezTo>
                    <a:cubicBezTo>
                      <a:pt x="24" y="14"/>
                      <a:pt x="24" y="14"/>
                      <a:pt x="24" y="14"/>
                    </a:cubicBezTo>
                    <a:cubicBezTo>
                      <a:pt x="22" y="14"/>
                      <a:pt x="22" y="13"/>
                      <a:pt x="21" y="13"/>
                    </a:cubicBezTo>
                    <a:cubicBezTo>
                      <a:pt x="20" y="15"/>
                      <a:pt x="20" y="15"/>
                      <a:pt x="20" y="15"/>
                    </a:cubicBezTo>
                    <a:cubicBezTo>
                      <a:pt x="20" y="15"/>
                      <a:pt x="20" y="15"/>
                      <a:pt x="20" y="15"/>
                    </a:cubicBezTo>
                    <a:cubicBezTo>
                      <a:pt x="21" y="14"/>
                      <a:pt x="21" y="14"/>
                      <a:pt x="21" y="14"/>
                    </a:cubicBezTo>
                    <a:cubicBezTo>
                      <a:pt x="22" y="14"/>
                      <a:pt x="22" y="14"/>
                      <a:pt x="22" y="14"/>
                    </a:cubicBezTo>
                    <a:cubicBezTo>
                      <a:pt x="23" y="14"/>
                      <a:pt x="23" y="14"/>
                      <a:pt x="23" y="14"/>
                    </a:cubicBezTo>
                    <a:cubicBezTo>
                      <a:pt x="24" y="15"/>
                      <a:pt x="24" y="15"/>
                      <a:pt x="24" y="15"/>
                    </a:cubicBezTo>
                    <a:cubicBezTo>
                      <a:pt x="24" y="15"/>
                      <a:pt x="24" y="15"/>
                      <a:pt x="24" y="15"/>
                    </a:cubicBezTo>
                    <a:cubicBezTo>
                      <a:pt x="25" y="15"/>
                      <a:pt x="25" y="15"/>
                      <a:pt x="25" y="15"/>
                    </a:cubicBezTo>
                    <a:cubicBezTo>
                      <a:pt x="24" y="16"/>
                      <a:pt x="24" y="16"/>
                      <a:pt x="24" y="16"/>
                    </a:cubicBezTo>
                    <a:cubicBezTo>
                      <a:pt x="24" y="16"/>
                      <a:pt x="24" y="16"/>
                      <a:pt x="24" y="16"/>
                    </a:cubicBezTo>
                    <a:cubicBezTo>
                      <a:pt x="25" y="17"/>
                      <a:pt x="25" y="17"/>
                      <a:pt x="25" y="17"/>
                    </a:cubicBezTo>
                    <a:cubicBezTo>
                      <a:pt x="25" y="17"/>
                      <a:pt x="25" y="17"/>
                      <a:pt x="25" y="17"/>
                    </a:cubicBezTo>
                    <a:cubicBezTo>
                      <a:pt x="25" y="18"/>
                      <a:pt x="25" y="18"/>
                      <a:pt x="25" y="18"/>
                    </a:cubicBezTo>
                    <a:cubicBezTo>
                      <a:pt x="25" y="18"/>
                      <a:pt x="25" y="18"/>
                      <a:pt x="25" y="18"/>
                    </a:cubicBezTo>
                    <a:cubicBezTo>
                      <a:pt x="23" y="17"/>
                      <a:pt x="23" y="17"/>
                      <a:pt x="23" y="17"/>
                    </a:cubicBezTo>
                    <a:cubicBezTo>
                      <a:pt x="22" y="18"/>
                      <a:pt x="22" y="18"/>
                      <a:pt x="22" y="18"/>
                    </a:cubicBezTo>
                    <a:cubicBezTo>
                      <a:pt x="21" y="17"/>
                      <a:pt x="21" y="17"/>
                      <a:pt x="21" y="17"/>
                    </a:cubicBezTo>
                    <a:cubicBezTo>
                      <a:pt x="22" y="19"/>
                      <a:pt x="22" y="19"/>
                      <a:pt x="22" y="19"/>
                    </a:cubicBezTo>
                    <a:cubicBezTo>
                      <a:pt x="22" y="19"/>
                      <a:pt x="22" y="19"/>
                      <a:pt x="22" y="19"/>
                    </a:cubicBezTo>
                    <a:cubicBezTo>
                      <a:pt x="22" y="20"/>
                      <a:pt x="22" y="20"/>
                      <a:pt x="22" y="20"/>
                    </a:cubicBezTo>
                    <a:cubicBezTo>
                      <a:pt x="22" y="22"/>
                      <a:pt x="22" y="22"/>
                      <a:pt x="22" y="22"/>
                    </a:cubicBezTo>
                    <a:cubicBezTo>
                      <a:pt x="22" y="23"/>
                      <a:pt x="22" y="23"/>
                      <a:pt x="22" y="23"/>
                    </a:cubicBezTo>
                    <a:cubicBezTo>
                      <a:pt x="22" y="23"/>
                      <a:pt x="22" y="23"/>
                      <a:pt x="22" y="23"/>
                    </a:cubicBezTo>
                    <a:cubicBezTo>
                      <a:pt x="22" y="24"/>
                      <a:pt x="21" y="25"/>
                      <a:pt x="19" y="26"/>
                    </a:cubicBezTo>
                    <a:cubicBezTo>
                      <a:pt x="18" y="27"/>
                      <a:pt x="16" y="29"/>
                      <a:pt x="15" y="30"/>
                    </a:cubicBezTo>
                    <a:cubicBezTo>
                      <a:pt x="13" y="32"/>
                      <a:pt x="13" y="34"/>
                      <a:pt x="13" y="35"/>
                    </a:cubicBezTo>
                    <a:cubicBezTo>
                      <a:pt x="11" y="36"/>
                      <a:pt x="11" y="36"/>
                      <a:pt x="11" y="36"/>
                    </a:cubicBezTo>
                    <a:cubicBezTo>
                      <a:pt x="11" y="36"/>
                      <a:pt x="11" y="36"/>
                      <a:pt x="11" y="36"/>
                    </a:cubicBezTo>
                    <a:cubicBezTo>
                      <a:pt x="11" y="36"/>
                      <a:pt x="11" y="36"/>
                      <a:pt x="11" y="36"/>
                    </a:cubicBezTo>
                    <a:cubicBezTo>
                      <a:pt x="14" y="35"/>
                      <a:pt x="14" y="35"/>
                      <a:pt x="14" y="35"/>
                    </a:cubicBezTo>
                    <a:cubicBezTo>
                      <a:pt x="16" y="34"/>
                      <a:pt x="16" y="34"/>
                      <a:pt x="16" y="34"/>
                    </a:cubicBezTo>
                    <a:cubicBezTo>
                      <a:pt x="17" y="35"/>
                      <a:pt x="17" y="35"/>
                      <a:pt x="17" y="35"/>
                    </a:cubicBezTo>
                    <a:cubicBezTo>
                      <a:pt x="18" y="36"/>
                      <a:pt x="18" y="36"/>
                      <a:pt x="18" y="36"/>
                    </a:cubicBezTo>
                    <a:cubicBezTo>
                      <a:pt x="19" y="35"/>
                      <a:pt x="19" y="35"/>
                      <a:pt x="19" y="35"/>
                    </a:cubicBezTo>
                    <a:cubicBezTo>
                      <a:pt x="19" y="33"/>
                      <a:pt x="19" y="33"/>
                      <a:pt x="19" y="33"/>
                    </a:cubicBezTo>
                    <a:cubicBezTo>
                      <a:pt x="20" y="33"/>
                      <a:pt x="20" y="33"/>
                      <a:pt x="20" y="33"/>
                    </a:cubicBezTo>
                    <a:cubicBezTo>
                      <a:pt x="20" y="33"/>
                      <a:pt x="20" y="33"/>
                      <a:pt x="20" y="33"/>
                    </a:cubicBezTo>
                    <a:cubicBezTo>
                      <a:pt x="21" y="34"/>
                      <a:pt x="21" y="34"/>
                      <a:pt x="21" y="34"/>
                    </a:cubicBezTo>
                    <a:cubicBezTo>
                      <a:pt x="21" y="35"/>
                      <a:pt x="21" y="35"/>
                      <a:pt x="21" y="35"/>
                    </a:cubicBezTo>
                    <a:cubicBezTo>
                      <a:pt x="22" y="35"/>
                      <a:pt x="22" y="35"/>
                      <a:pt x="22" y="35"/>
                    </a:cubicBezTo>
                    <a:cubicBezTo>
                      <a:pt x="22" y="35"/>
                      <a:pt x="22" y="35"/>
                      <a:pt x="22" y="35"/>
                    </a:cubicBezTo>
                    <a:cubicBezTo>
                      <a:pt x="23" y="33"/>
                      <a:pt x="23" y="33"/>
                      <a:pt x="23" y="33"/>
                    </a:cubicBezTo>
                    <a:cubicBezTo>
                      <a:pt x="24" y="33"/>
                      <a:pt x="24" y="33"/>
                      <a:pt x="24" y="33"/>
                    </a:cubicBezTo>
                    <a:cubicBezTo>
                      <a:pt x="24" y="33"/>
                      <a:pt x="24" y="33"/>
                      <a:pt x="24" y="33"/>
                    </a:cubicBezTo>
                    <a:cubicBezTo>
                      <a:pt x="24" y="34"/>
                      <a:pt x="24" y="34"/>
                      <a:pt x="24" y="34"/>
                    </a:cubicBezTo>
                    <a:cubicBezTo>
                      <a:pt x="25" y="35"/>
                      <a:pt x="25" y="35"/>
                      <a:pt x="25" y="35"/>
                    </a:cubicBezTo>
                    <a:cubicBezTo>
                      <a:pt x="25" y="35"/>
                      <a:pt x="25" y="35"/>
                      <a:pt x="25" y="35"/>
                    </a:cubicBezTo>
                    <a:cubicBezTo>
                      <a:pt x="28" y="33"/>
                      <a:pt x="28" y="33"/>
                      <a:pt x="28" y="33"/>
                    </a:cubicBezTo>
                    <a:cubicBezTo>
                      <a:pt x="28" y="32"/>
                      <a:pt x="28" y="32"/>
                      <a:pt x="28" y="31"/>
                    </a:cubicBezTo>
                    <a:cubicBezTo>
                      <a:pt x="28" y="30"/>
                      <a:pt x="28" y="30"/>
                      <a:pt x="28" y="30"/>
                    </a:cubicBezTo>
                    <a:cubicBezTo>
                      <a:pt x="28" y="29"/>
                      <a:pt x="29" y="28"/>
                      <a:pt x="29" y="26"/>
                    </a:cubicBezTo>
                    <a:cubicBezTo>
                      <a:pt x="29" y="26"/>
                      <a:pt x="29" y="26"/>
                      <a:pt x="29" y="26"/>
                    </a:cubicBezTo>
                    <a:cubicBezTo>
                      <a:pt x="29" y="26"/>
                      <a:pt x="29" y="26"/>
                      <a:pt x="29" y="26"/>
                    </a:cubicBezTo>
                    <a:cubicBezTo>
                      <a:pt x="29" y="26"/>
                      <a:pt x="29" y="26"/>
                      <a:pt x="29" y="26"/>
                    </a:cubicBezTo>
                    <a:cubicBezTo>
                      <a:pt x="29" y="25"/>
                      <a:pt x="29" y="25"/>
                      <a:pt x="29" y="25"/>
                    </a:cubicBezTo>
                    <a:cubicBezTo>
                      <a:pt x="30" y="23"/>
                      <a:pt x="30" y="23"/>
                      <a:pt x="30" y="23"/>
                    </a:cubicBezTo>
                    <a:cubicBezTo>
                      <a:pt x="30" y="21"/>
                      <a:pt x="30" y="21"/>
                      <a:pt x="30" y="21"/>
                    </a:cubicBezTo>
                    <a:cubicBezTo>
                      <a:pt x="30" y="18"/>
                      <a:pt x="28" y="17"/>
                      <a:pt x="28" y="16"/>
                    </a:cubicBezTo>
                    <a:moveTo>
                      <a:pt x="29" y="31"/>
                    </a:moveTo>
                    <a:cubicBezTo>
                      <a:pt x="29" y="32"/>
                      <a:pt x="29" y="32"/>
                      <a:pt x="29" y="32"/>
                    </a:cubicBezTo>
                    <a:cubicBezTo>
                      <a:pt x="29" y="32"/>
                      <a:pt x="29" y="32"/>
                      <a:pt x="29" y="32"/>
                    </a:cubicBezTo>
                    <a:cubicBezTo>
                      <a:pt x="31" y="32"/>
                      <a:pt x="32" y="31"/>
                      <a:pt x="32" y="29"/>
                    </a:cubicBezTo>
                    <a:cubicBezTo>
                      <a:pt x="32" y="28"/>
                      <a:pt x="32" y="28"/>
                      <a:pt x="32" y="28"/>
                    </a:cubicBezTo>
                    <a:cubicBezTo>
                      <a:pt x="31" y="28"/>
                      <a:pt x="30" y="27"/>
                      <a:pt x="29" y="27"/>
                    </a:cubicBezTo>
                    <a:cubicBezTo>
                      <a:pt x="29" y="28"/>
                      <a:pt x="29" y="30"/>
                      <a:pt x="29" y="30"/>
                    </a:cubicBezTo>
                    <a:lnTo>
                      <a:pt x="29" y="31"/>
                    </a:lnTo>
                    <a:close/>
                    <a:moveTo>
                      <a:pt x="33" y="18"/>
                    </a:moveTo>
                    <a:cubicBezTo>
                      <a:pt x="33" y="18"/>
                      <a:pt x="33" y="18"/>
                      <a:pt x="33" y="18"/>
                    </a:cubicBezTo>
                    <a:cubicBezTo>
                      <a:pt x="33" y="17"/>
                      <a:pt x="33" y="17"/>
                      <a:pt x="33" y="17"/>
                    </a:cubicBezTo>
                    <a:cubicBezTo>
                      <a:pt x="32" y="16"/>
                      <a:pt x="32" y="16"/>
                      <a:pt x="32" y="16"/>
                    </a:cubicBezTo>
                    <a:cubicBezTo>
                      <a:pt x="31" y="18"/>
                      <a:pt x="31" y="18"/>
                      <a:pt x="31" y="18"/>
                    </a:cubicBezTo>
                    <a:cubicBezTo>
                      <a:pt x="31" y="19"/>
                      <a:pt x="31" y="20"/>
                      <a:pt x="30" y="20"/>
                    </a:cubicBezTo>
                    <a:cubicBezTo>
                      <a:pt x="30" y="20"/>
                      <a:pt x="30" y="20"/>
                      <a:pt x="30" y="20"/>
                    </a:cubicBezTo>
                    <a:cubicBezTo>
                      <a:pt x="30" y="21"/>
                      <a:pt x="30" y="21"/>
                      <a:pt x="30" y="21"/>
                    </a:cubicBezTo>
                    <a:cubicBezTo>
                      <a:pt x="30" y="21"/>
                      <a:pt x="30" y="21"/>
                      <a:pt x="30" y="21"/>
                    </a:cubicBezTo>
                    <a:cubicBezTo>
                      <a:pt x="30" y="22"/>
                      <a:pt x="30" y="22"/>
                      <a:pt x="30" y="22"/>
                    </a:cubicBezTo>
                    <a:cubicBezTo>
                      <a:pt x="30" y="23"/>
                      <a:pt x="30" y="23"/>
                      <a:pt x="30" y="23"/>
                    </a:cubicBezTo>
                    <a:cubicBezTo>
                      <a:pt x="30" y="24"/>
                      <a:pt x="30" y="24"/>
                      <a:pt x="30" y="24"/>
                    </a:cubicBezTo>
                    <a:cubicBezTo>
                      <a:pt x="32" y="22"/>
                      <a:pt x="32" y="22"/>
                      <a:pt x="32" y="22"/>
                    </a:cubicBezTo>
                    <a:cubicBezTo>
                      <a:pt x="33" y="21"/>
                      <a:pt x="33" y="21"/>
                      <a:pt x="33" y="21"/>
                    </a:cubicBezTo>
                    <a:cubicBezTo>
                      <a:pt x="33" y="21"/>
                      <a:pt x="33" y="21"/>
                      <a:pt x="33" y="21"/>
                    </a:cubicBezTo>
                    <a:cubicBezTo>
                      <a:pt x="33" y="20"/>
                      <a:pt x="33" y="20"/>
                      <a:pt x="33" y="20"/>
                    </a:cubicBezTo>
                    <a:lnTo>
                      <a:pt x="33" y="18"/>
                    </a:lnTo>
                    <a:close/>
                    <a:moveTo>
                      <a:pt x="35" y="13"/>
                    </a:moveTo>
                    <a:cubicBezTo>
                      <a:pt x="35" y="13"/>
                      <a:pt x="35" y="13"/>
                      <a:pt x="35" y="13"/>
                    </a:cubicBezTo>
                    <a:cubicBezTo>
                      <a:pt x="35" y="13"/>
                      <a:pt x="35" y="13"/>
                      <a:pt x="35" y="13"/>
                    </a:cubicBezTo>
                    <a:cubicBezTo>
                      <a:pt x="34" y="11"/>
                      <a:pt x="34" y="11"/>
                      <a:pt x="34" y="11"/>
                    </a:cubicBezTo>
                    <a:cubicBezTo>
                      <a:pt x="34" y="12"/>
                      <a:pt x="34" y="16"/>
                      <a:pt x="33" y="17"/>
                    </a:cubicBezTo>
                    <a:cubicBezTo>
                      <a:pt x="33" y="18"/>
                      <a:pt x="34" y="19"/>
                      <a:pt x="34" y="20"/>
                    </a:cubicBezTo>
                    <a:cubicBezTo>
                      <a:pt x="34" y="20"/>
                      <a:pt x="34" y="20"/>
                      <a:pt x="34" y="20"/>
                    </a:cubicBezTo>
                    <a:cubicBezTo>
                      <a:pt x="35" y="18"/>
                      <a:pt x="35" y="18"/>
                      <a:pt x="35" y="18"/>
                    </a:cubicBezTo>
                    <a:cubicBezTo>
                      <a:pt x="36" y="16"/>
                      <a:pt x="36" y="16"/>
                      <a:pt x="36" y="16"/>
                    </a:cubicBezTo>
                    <a:cubicBezTo>
                      <a:pt x="36" y="16"/>
                      <a:pt x="36" y="16"/>
                      <a:pt x="36" y="16"/>
                    </a:cubicBezTo>
                    <a:cubicBezTo>
                      <a:pt x="36" y="16"/>
                      <a:pt x="36" y="16"/>
                      <a:pt x="36" y="16"/>
                    </a:cubicBezTo>
                    <a:cubicBezTo>
                      <a:pt x="36" y="15"/>
                      <a:pt x="35" y="14"/>
                      <a:pt x="35" y="13"/>
                    </a:cubicBezTo>
                    <a:moveTo>
                      <a:pt x="36" y="1"/>
                    </a:moveTo>
                    <a:cubicBezTo>
                      <a:pt x="36" y="2"/>
                      <a:pt x="36" y="5"/>
                      <a:pt x="36" y="8"/>
                    </a:cubicBezTo>
                    <a:cubicBezTo>
                      <a:pt x="36" y="9"/>
                      <a:pt x="36" y="11"/>
                      <a:pt x="35" y="12"/>
                    </a:cubicBezTo>
                    <a:cubicBezTo>
                      <a:pt x="35" y="12"/>
                      <a:pt x="36" y="13"/>
                      <a:pt x="36" y="14"/>
                    </a:cubicBezTo>
                    <a:cubicBezTo>
                      <a:pt x="36" y="14"/>
                      <a:pt x="38" y="10"/>
                      <a:pt x="38" y="7"/>
                    </a:cubicBezTo>
                    <a:cubicBezTo>
                      <a:pt x="38" y="5"/>
                      <a:pt x="37" y="3"/>
                      <a:pt x="36" y="1"/>
                    </a:cubicBezTo>
                    <a:moveTo>
                      <a:pt x="37" y="2"/>
                    </a:moveTo>
                    <a:cubicBezTo>
                      <a:pt x="38" y="4"/>
                      <a:pt x="38" y="5"/>
                      <a:pt x="38" y="7"/>
                    </a:cubicBezTo>
                    <a:cubicBezTo>
                      <a:pt x="38" y="11"/>
                      <a:pt x="36" y="15"/>
                      <a:pt x="36" y="15"/>
                    </a:cubicBezTo>
                    <a:cubicBezTo>
                      <a:pt x="36" y="15"/>
                      <a:pt x="36" y="15"/>
                      <a:pt x="36" y="15"/>
                    </a:cubicBezTo>
                    <a:cubicBezTo>
                      <a:pt x="37" y="16"/>
                      <a:pt x="37" y="16"/>
                      <a:pt x="37" y="16"/>
                    </a:cubicBezTo>
                    <a:cubicBezTo>
                      <a:pt x="37" y="15"/>
                      <a:pt x="37" y="15"/>
                      <a:pt x="37" y="15"/>
                    </a:cubicBezTo>
                    <a:cubicBezTo>
                      <a:pt x="39" y="12"/>
                      <a:pt x="39" y="12"/>
                      <a:pt x="39" y="12"/>
                    </a:cubicBezTo>
                    <a:cubicBezTo>
                      <a:pt x="39" y="10"/>
                      <a:pt x="39" y="10"/>
                      <a:pt x="39" y="10"/>
                    </a:cubicBezTo>
                    <a:cubicBezTo>
                      <a:pt x="39" y="10"/>
                      <a:pt x="39" y="10"/>
                      <a:pt x="39" y="10"/>
                    </a:cubicBezTo>
                    <a:cubicBezTo>
                      <a:pt x="39" y="10"/>
                      <a:pt x="39" y="10"/>
                      <a:pt x="39" y="10"/>
                    </a:cubicBezTo>
                    <a:cubicBezTo>
                      <a:pt x="39" y="10"/>
                      <a:pt x="39" y="10"/>
                      <a:pt x="39" y="10"/>
                    </a:cubicBezTo>
                    <a:cubicBezTo>
                      <a:pt x="39" y="9"/>
                      <a:pt x="39" y="9"/>
                      <a:pt x="39" y="9"/>
                    </a:cubicBezTo>
                    <a:cubicBezTo>
                      <a:pt x="39" y="7"/>
                      <a:pt x="38" y="4"/>
                      <a:pt x="37" y="2"/>
                    </a:cubicBezTo>
                    <a:moveTo>
                      <a:pt x="40" y="12"/>
                    </a:moveTo>
                    <a:cubicBezTo>
                      <a:pt x="40" y="11"/>
                      <a:pt x="40" y="11"/>
                      <a:pt x="40" y="11"/>
                    </a:cubicBezTo>
                    <a:cubicBezTo>
                      <a:pt x="39" y="13"/>
                      <a:pt x="37" y="16"/>
                      <a:pt x="37" y="17"/>
                    </a:cubicBezTo>
                    <a:cubicBezTo>
                      <a:pt x="37" y="18"/>
                      <a:pt x="37" y="18"/>
                      <a:pt x="37" y="18"/>
                    </a:cubicBezTo>
                    <a:cubicBezTo>
                      <a:pt x="37" y="20"/>
                      <a:pt x="37" y="20"/>
                      <a:pt x="37" y="20"/>
                    </a:cubicBezTo>
                    <a:cubicBezTo>
                      <a:pt x="38" y="20"/>
                      <a:pt x="38" y="20"/>
                      <a:pt x="38" y="20"/>
                    </a:cubicBezTo>
                    <a:cubicBezTo>
                      <a:pt x="38" y="20"/>
                      <a:pt x="40" y="16"/>
                      <a:pt x="40" y="12"/>
                    </a:cubicBezTo>
                    <a:close/>
                    <a:moveTo>
                      <a:pt x="27" y="44"/>
                    </a:moveTo>
                    <a:cubicBezTo>
                      <a:pt x="26" y="41"/>
                      <a:pt x="26" y="41"/>
                      <a:pt x="26" y="41"/>
                    </a:cubicBezTo>
                    <a:cubicBezTo>
                      <a:pt x="26" y="41"/>
                      <a:pt x="26" y="41"/>
                      <a:pt x="26" y="41"/>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1"/>
                      <a:pt x="23" y="41"/>
                      <a:pt x="23" y="41"/>
                    </a:cubicBezTo>
                    <a:cubicBezTo>
                      <a:pt x="23" y="42"/>
                      <a:pt x="25" y="43"/>
                      <a:pt x="27" y="44"/>
                    </a:cubicBezTo>
                    <a:moveTo>
                      <a:pt x="27" y="44"/>
                    </a:moveTo>
                    <a:cubicBezTo>
                      <a:pt x="29" y="48"/>
                      <a:pt x="29" y="48"/>
                      <a:pt x="29" y="48"/>
                    </a:cubicBezTo>
                    <a:cubicBezTo>
                      <a:pt x="29" y="47"/>
                      <a:pt x="29" y="47"/>
                      <a:pt x="29" y="47"/>
                    </a:cubicBezTo>
                    <a:cubicBezTo>
                      <a:pt x="29" y="46"/>
                      <a:pt x="28" y="45"/>
                      <a:pt x="28" y="44"/>
                    </a:cubicBezTo>
                    <a:cubicBezTo>
                      <a:pt x="28" y="44"/>
                      <a:pt x="28" y="44"/>
                      <a:pt x="28" y="44"/>
                    </a:cubicBezTo>
                    <a:cubicBezTo>
                      <a:pt x="28" y="44"/>
                      <a:pt x="28" y="44"/>
                      <a:pt x="28" y="44"/>
                    </a:cubicBezTo>
                    <a:lnTo>
                      <a:pt x="27" y="44"/>
                    </a:lnTo>
                    <a:close/>
                    <a:moveTo>
                      <a:pt x="28" y="44"/>
                    </a:moveTo>
                    <a:cubicBezTo>
                      <a:pt x="28" y="42"/>
                      <a:pt x="28" y="42"/>
                      <a:pt x="28" y="42"/>
                    </a:cubicBezTo>
                    <a:cubicBezTo>
                      <a:pt x="28" y="42"/>
                      <a:pt x="28" y="42"/>
                      <a:pt x="28" y="42"/>
                    </a:cubicBezTo>
                    <a:cubicBezTo>
                      <a:pt x="27" y="41"/>
                      <a:pt x="27" y="41"/>
                      <a:pt x="27" y="41"/>
                    </a:cubicBezTo>
                    <a:lnTo>
                      <a:pt x="28" y="44"/>
                    </a:lnTo>
                    <a:close/>
                    <a:moveTo>
                      <a:pt x="28" y="44"/>
                    </a:moveTo>
                    <a:cubicBezTo>
                      <a:pt x="28" y="44"/>
                      <a:pt x="28" y="44"/>
                      <a:pt x="28" y="44"/>
                    </a:cubicBezTo>
                    <a:cubicBezTo>
                      <a:pt x="29" y="44"/>
                      <a:pt x="30" y="45"/>
                      <a:pt x="33" y="45"/>
                    </a:cubicBezTo>
                    <a:cubicBezTo>
                      <a:pt x="31" y="45"/>
                      <a:pt x="30" y="43"/>
                      <a:pt x="30" y="42"/>
                    </a:cubicBezTo>
                    <a:cubicBezTo>
                      <a:pt x="29" y="42"/>
                      <a:pt x="29" y="42"/>
                      <a:pt x="29" y="42"/>
                    </a:cubicBezTo>
                    <a:lnTo>
                      <a:pt x="28" y="44"/>
                    </a:lnTo>
                    <a:close/>
                    <a:moveTo>
                      <a:pt x="37" y="34"/>
                    </a:moveTo>
                    <a:cubicBezTo>
                      <a:pt x="38" y="34"/>
                      <a:pt x="38" y="34"/>
                      <a:pt x="38" y="34"/>
                    </a:cubicBezTo>
                    <a:cubicBezTo>
                      <a:pt x="38" y="34"/>
                      <a:pt x="38" y="34"/>
                      <a:pt x="38" y="34"/>
                    </a:cubicBezTo>
                    <a:cubicBezTo>
                      <a:pt x="38" y="34"/>
                      <a:pt x="38" y="34"/>
                      <a:pt x="38" y="34"/>
                    </a:cubicBezTo>
                    <a:cubicBezTo>
                      <a:pt x="38" y="34"/>
                      <a:pt x="38" y="34"/>
                      <a:pt x="38" y="34"/>
                    </a:cubicBezTo>
                    <a:cubicBezTo>
                      <a:pt x="38" y="34"/>
                      <a:pt x="38" y="34"/>
                      <a:pt x="38" y="34"/>
                    </a:cubicBezTo>
                    <a:cubicBezTo>
                      <a:pt x="39" y="34"/>
                      <a:pt x="39" y="34"/>
                      <a:pt x="39" y="34"/>
                    </a:cubicBezTo>
                    <a:cubicBezTo>
                      <a:pt x="37" y="32"/>
                      <a:pt x="37" y="32"/>
                      <a:pt x="37" y="32"/>
                    </a:cubicBezTo>
                    <a:cubicBezTo>
                      <a:pt x="37" y="34"/>
                      <a:pt x="37" y="34"/>
                      <a:pt x="37" y="34"/>
                    </a:cubicBezTo>
                    <a:cubicBezTo>
                      <a:pt x="37" y="34"/>
                      <a:pt x="37" y="34"/>
                      <a:pt x="37" y="34"/>
                    </a:cubicBezTo>
                    <a:close/>
                    <a:moveTo>
                      <a:pt x="37" y="38"/>
                    </a:moveTo>
                    <a:cubicBezTo>
                      <a:pt x="36" y="39"/>
                      <a:pt x="35" y="39"/>
                      <a:pt x="35" y="39"/>
                    </a:cubicBezTo>
                    <a:cubicBezTo>
                      <a:pt x="36" y="40"/>
                      <a:pt x="36" y="40"/>
                      <a:pt x="36" y="40"/>
                    </a:cubicBezTo>
                    <a:cubicBezTo>
                      <a:pt x="38" y="42"/>
                      <a:pt x="38" y="42"/>
                      <a:pt x="38" y="42"/>
                    </a:cubicBezTo>
                    <a:cubicBezTo>
                      <a:pt x="38" y="41"/>
                      <a:pt x="38" y="39"/>
                      <a:pt x="37" y="38"/>
                    </a:cubicBezTo>
                    <a:moveTo>
                      <a:pt x="34" y="40"/>
                    </a:moveTo>
                    <a:cubicBezTo>
                      <a:pt x="34" y="41"/>
                      <a:pt x="34" y="42"/>
                      <a:pt x="34" y="42"/>
                    </a:cubicBezTo>
                    <a:cubicBezTo>
                      <a:pt x="33" y="42"/>
                      <a:pt x="33" y="42"/>
                      <a:pt x="33" y="42"/>
                    </a:cubicBezTo>
                    <a:cubicBezTo>
                      <a:pt x="33" y="42"/>
                      <a:pt x="33" y="42"/>
                      <a:pt x="33" y="42"/>
                    </a:cubicBezTo>
                    <a:cubicBezTo>
                      <a:pt x="32" y="42"/>
                      <a:pt x="31" y="42"/>
                      <a:pt x="31" y="42"/>
                    </a:cubicBezTo>
                    <a:cubicBezTo>
                      <a:pt x="31" y="43"/>
                      <a:pt x="32" y="45"/>
                      <a:pt x="34" y="45"/>
                    </a:cubicBezTo>
                    <a:cubicBezTo>
                      <a:pt x="34" y="45"/>
                      <a:pt x="34" y="43"/>
                      <a:pt x="33" y="42"/>
                    </a:cubicBezTo>
                    <a:cubicBezTo>
                      <a:pt x="34" y="42"/>
                      <a:pt x="34" y="42"/>
                      <a:pt x="34" y="42"/>
                    </a:cubicBezTo>
                    <a:cubicBezTo>
                      <a:pt x="34" y="42"/>
                      <a:pt x="34" y="42"/>
                      <a:pt x="34" y="42"/>
                    </a:cubicBezTo>
                    <a:cubicBezTo>
                      <a:pt x="36" y="43"/>
                      <a:pt x="36" y="43"/>
                      <a:pt x="36" y="43"/>
                    </a:cubicBezTo>
                    <a:cubicBezTo>
                      <a:pt x="37" y="42"/>
                      <a:pt x="37" y="42"/>
                      <a:pt x="37" y="42"/>
                    </a:cubicBezTo>
                    <a:cubicBezTo>
                      <a:pt x="36" y="42"/>
                      <a:pt x="35" y="40"/>
                      <a:pt x="34" y="40"/>
                    </a:cubicBezTo>
                    <a:moveTo>
                      <a:pt x="37" y="44"/>
                    </a:moveTo>
                    <a:cubicBezTo>
                      <a:pt x="37" y="43"/>
                      <a:pt x="37" y="43"/>
                      <a:pt x="37" y="43"/>
                    </a:cubicBezTo>
                    <a:cubicBezTo>
                      <a:pt x="36" y="43"/>
                      <a:pt x="36" y="43"/>
                      <a:pt x="36" y="43"/>
                    </a:cubicBezTo>
                    <a:cubicBezTo>
                      <a:pt x="34" y="43"/>
                      <a:pt x="34" y="43"/>
                      <a:pt x="34" y="43"/>
                    </a:cubicBezTo>
                    <a:cubicBezTo>
                      <a:pt x="34" y="44"/>
                      <a:pt x="35" y="45"/>
                      <a:pt x="35" y="46"/>
                    </a:cubicBezTo>
                    <a:cubicBezTo>
                      <a:pt x="35" y="46"/>
                      <a:pt x="35" y="46"/>
                      <a:pt x="35" y="46"/>
                    </a:cubicBezTo>
                    <a:cubicBezTo>
                      <a:pt x="34" y="46"/>
                      <a:pt x="34" y="46"/>
                      <a:pt x="34" y="46"/>
                    </a:cubicBezTo>
                    <a:cubicBezTo>
                      <a:pt x="34" y="46"/>
                      <a:pt x="34" y="46"/>
                      <a:pt x="34" y="46"/>
                    </a:cubicBezTo>
                    <a:cubicBezTo>
                      <a:pt x="33" y="46"/>
                      <a:pt x="33" y="46"/>
                      <a:pt x="33" y="46"/>
                    </a:cubicBezTo>
                    <a:cubicBezTo>
                      <a:pt x="32" y="46"/>
                      <a:pt x="32" y="46"/>
                      <a:pt x="32" y="46"/>
                    </a:cubicBezTo>
                    <a:cubicBezTo>
                      <a:pt x="32" y="47"/>
                      <a:pt x="32" y="47"/>
                      <a:pt x="32" y="47"/>
                    </a:cubicBezTo>
                    <a:cubicBezTo>
                      <a:pt x="32" y="48"/>
                      <a:pt x="33" y="48"/>
                      <a:pt x="33" y="50"/>
                    </a:cubicBezTo>
                    <a:cubicBezTo>
                      <a:pt x="34" y="52"/>
                      <a:pt x="36" y="54"/>
                      <a:pt x="38" y="55"/>
                    </a:cubicBezTo>
                    <a:cubicBezTo>
                      <a:pt x="39" y="57"/>
                      <a:pt x="40" y="58"/>
                      <a:pt x="41" y="60"/>
                    </a:cubicBezTo>
                    <a:cubicBezTo>
                      <a:pt x="41" y="61"/>
                      <a:pt x="41" y="61"/>
                      <a:pt x="41" y="61"/>
                    </a:cubicBezTo>
                    <a:cubicBezTo>
                      <a:pt x="42" y="61"/>
                      <a:pt x="42" y="61"/>
                      <a:pt x="42" y="61"/>
                    </a:cubicBezTo>
                    <a:cubicBezTo>
                      <a:pt x="42" y="61"/>
                      <a:pt x="42" y="61"/>
                      <a:pt x="42" y="61"/>
                    </a:cubicBezTo>
                    <a:cubicBezTo>
                      <a:pt x="43" y="61"/>
                      <a:pt x="44" y="59"/>
                      <a:pt x="44" y="59"/>
                    </a:cubicBezTo>
                    <a:cubicBezTo>
                      <a:pt x="44" y="58"/>
                      <a:pt x="44" y="58"/>
                      <a:pt x="44" y="58"/>
                    </a:cubicBezTo>
                    <a:cubicBezTo>
                      <a:pt x="44" y="54"/>
                      <a:pt x="39" y="52"/>
                      <a:pt x="37" y="44"/>
                    </a:cubicBezTo>
                    <a:moveTo>
                      <a:pt x="31" y="42"/>
                    </a:moveTo>
                    <a:cubicBezTo>
                      <a:pt x="32" y="42"/>
                      <a:pt x="32" y="42"/>
                      <a:pt x="32" y="42"/>
                    </a:cubicBezTo>
                    <a:cubicBezTo>
                      <a:pt x="31" y="41"/>
                      <a:pt x="31" y="40"/>
                      <a:pt x="31" y="39"/>
                    </a:cubicBezTo>
                    <a:cubicBezTo>
                      <a:pt x="30" y="40"/>
                      <a:pt x="30" y="40"/>
                      <a:pt x="30" y="40"/>
                    </a:cubicBezTo>
                    <a:cubicBezTo>
                      <a:pt x="29" y="42"/>
                      <a:pt x="29" y="42"/>
                      <a:pt x="29" y="42"/>
                    </a:cubicBezTo>
                    <a:lnTo>
                      <a:pt x="31" y="42"/>
                    </a:lnTo>
                    <a:close/>
                    <a:moveTo>
                      <a:pt x="33" y="41"/>
                    </a:moveTo>
                    <a:cubicBezTo>
                      <a:pt x="34" y="39"/>
                      <a:pt x="34" y="39"/>
                      <a:pt x="34" y="39"/>
                    </a:cubicBezTo>
                    <a:cubicBezTo>
                      <a:pt x="34" y="39"/>
                      <a:pt x="34" y="39"/>
                      <a:pt x="34" y="39"/>
                    </a:cubicBezTo>
                    <a:cubicBezTo>
                      <a:pt x="34" y="39"/>
                      <a:pt x="34" y="39"/>
                      <a:pt x="34" y="39"/>
                    </a:cubicBezTo>
                    <a:cubicBezTo>
                      <a:pt x="34" y="39"/>
                      <a:pt x="34" y="39"/>
                      <a:pt x="34" y="39"/>
                    </a:cubicBezTo>
                    <a:cubicBezTo>
                      <a:pt x="34" y="39"/>
                      <a:pt x="35" y="39"/>
                      <a:pt x="37" y="38"/>
                    </a:cubicBezTo>
                    <a:cubicBezTo>
                      <a:pt x="36" y="38"/>
                      <a:pt x="35" y="37"/>
                      <a:pt x="35" y="36"/>
                    </a:cubicBezTo>
                    <a:cubicBezTo>
                      <a:pt x="34" y="38"/>
                      <a:pt x="34" y="38"/>
                      <a:pt x="34" y="38"/>
                    </a:cubicBezTo>
                    <a:cubicBezTo>
                      <a:pt x="34" y="38"/>
                      <a:pt x="34" y="38"/>
                      <a:pt x="34" y="38"/>
                    </a:cubicBezTo>
                    <a:cubicBezTo>
                      <a:pt x="34" y="38"/>
                      <a:pt x="34" y="38"/>
                      <a:pt x="34" y="38"/>
                    </a:cubicBezTo>
                    <a:cubicBezTo>
                      <a:pt x="34" y="38"/>
                      <a:pt x="34" y="38"/>
                      <a:pt x="33" y="38"/>
                    </a:cubicBezTo>
                    <a:cubicBezTo>
                      <a:pt x="31" y="39"/>
                      <a:pt x="31" y="39"/>
                      <a:pt x="31" y="39"/>
                    </a:cubicBezTo>
                    <a:cubicBezTo>
                      <a:pt x="31" y="39"/>
                      <a:pt x="31" y="39"/>
                      <a:pt x="31" y="39"/>
                    </a:cubicBezTo>
                    <a:cubicBezTo>
                      <a:pt x="31" y="39"/>
                      <a:pt x="32" y="41"/>
                      <a:pt x="33" y="41"/>
                    </a:cubicBezTo>
                    <a:moveTo>
                      <a:pt x="35" y="35"/>
                    </a:moveTo>
                    <a:cubicBezTo>
                      <a:pt x="35" y="35"/>
                      <a:pt x="35" y="35"/>
                      <a:pt x="35" y="35"/>
                    </a:cubicBezTo>
                    <a:cubicBezTo>
                      <a:pt x="35" y="36"/>
                      <a:pt x="35" y="36"/>
                      <a:pt x="35" y="36"/>
                    </a:cubicBezTo>
                    <a:cubicBezTo>
                      <a:pt x="35" y="36"/>
                      <a:pt x="36" y="37"/>
                      <a:pt x="37" y="38"/>
                    </a:cubicBezTo>
                    <a:cubicBezTo>
                      <a:pt x="37" y="36"/>
                      <a:pt x="37" y="36"/>
                      <a:pt x="37" y="36"/>
                    </a:cubicBezTo>
                    <a:cubicBezTo>
                      <a:pt x="37" y="36"/>
                      <a:pt x="37" y="36"/>
                      <a:pt x="37" y="36"/>
                    </a:cubicBezTo>
                    <a:cubicBezTo>
                      <a:pt x="37" y="34"/>
                      <a:pt x="37" y="34"/>
                      <a:pt x="37" y="34"/>
                    </a:cubicBezTo>
                    <a:cubicBezTo>
                      <a:pt x="37" y="34"/>
                      <a:pt x="37" y="34"/>
                      <a:pt x="37" y="34"/>
                    </a:cubicBezTo>
                    <a:cubicBezTo>
                      <a:pt x="37" y="34"/>
                      <a:pt x="37" y="34"/>
                      <a:pt x="37" y="34"/>
                    </a:cubicBezTo>
                    <a:cubicBezTo>
                      <a:pt x="37" y="34"/>
                      <a:pt x="37" y="34"/>
                      <a:pt x="37" y="34"/>
                    </a:cubicBezTo>
                    <a:cubicBezTo>
                      <a:pt x="37" y="35"/>
                      <a:pt x="37" y="35"/>
                      <a:pt x="37" y="35"/>
                    </a:cubicBezTo>
                    <a:cubicBezTo>
                      <a:pt x="37" y="35"/>
                      <a:pt x="37" y="35"/>
                      <a:pt x="37" y="35"/>
                    </a:cubicBezTo>
                    <a:cubicBezTo>
                      <a:pt x="36" y="35"/>
                      <a:pt x="36" y="35"/>
                      <a:pt x="36" y="35"/>
                    </a:cubicBezTo>
                    <a:cubicBezTo>
                      <a:pt x="35" y="35"/>
                      <a:pt x="35" y="35"/>
                      <a:pt x="35" y="35"/>
                    </a:cubicBezTo>
                    <a:close/>
                    <a:moveTo>
                      <a:pt x="39" y="34"/>
                    </a:moveTo>
                    <a:cubicBezTo>
                      <a:pt x="39" y="32"/>
                      <a:pt x="39" y="32"/>
                      <a:pt x="39" y="32"/>
                    </a:cubicBezTo>
                    <a:cubicBezTo>
                      <a:pt x="39" y="31"/>
                      <a:pt x="39" y="31"/>
                      <a:pt x="39" y="31"/>
                    </a:cubicBezTo>
                    <a:cubicBezTo>
                      <a:pt x="39" y="30"/>
                      <a:pt x="39" y="30"/>
                      <a:pt x="39" y="30"/>
                    </a:cubicBezTo>
                    <a:cubicBezTo>
                      <a:pt x="39" y="30"/>
                      <a:pt x="39" y="30"/>
                      <a:pt x="39" y="30"/>
                    </a:cubicBezTo>
                    <a:cubicBezTo>
                      <a:pt x="41" y="29"/>
                      <a:pt x="41" y="29"/>
                      <a:pt x="41" y="29"/>
                    </a:cubicBezTo>
                    <a:cubicBezTo>
                      <a:pt x="41" y="28"/>
                      <a:pt x="41" y="28"/>
                      <a:pt x="41" y="28"/>
                    </a:cubicBezTo>
                    <a:cubicBezTo>
                      <a:pt x="41" y="28"/>
                      <a:pt x="41" y="28"/>
                      <a:pt x="41" y="28"/>
                    </a:cubicBezTo>
                    <a:cubicBezTo>
                      <a:pt x="38" y="28"/>
                      <a:pt x="38" y="28"/>
                      <a:pt x="38" y="28"/>
                    </a:cubicBezTo>
                    <a:cubicBezTo>
                      <a:pt x="39" y="29"/>
                      <a:pt x="39" y="30"/>
                      <a:pt x="39" y="30"/>
                    </a:cubicBezTo>
                    <a:cubicBezTo>
                      <a:pt x="39" y="30"/>
                      <a:pt x="39" y="30"/>
                      <a:pt x="39" y="30"/>
                    </a:cubicBezTo>
                    <a:cubicBezTo>
                      <a:pt x="39" y="30"/>
                      <a:pt x="39" y="30"/>
                      <a:pt x="39" y="30"/>
                    </a:cubicBezTo>
                    <a:cubicBezTo>
                      <a:pt x="37" y="32"/>
                      <a:pt x="37" y="32"/>
                      <a:pt x="37" y="32"/>
                    </a:cubicBezTo>
                    <a:lnTo>
                      <a:pt x="39" y="34"/>
                    </a:lnTo>
                    <a:close/>
                    <a:moveTo>
                      <a:pt x="38" y="27"/>
                    </a:moveTo>
                    <a:cubicBezTo>
                      <a:pt x="39" y="27"/>
                      <a:pt x="40" y="27"/>
                      <a:pt x="41" y="28"/>
                    </a:cubicBezTo>
                    <a:cubicBezTo>
                      <a:pt x="41" y="27"/>
                      <a:pt x="41" y="27"/>
                      <a:pt x="41" y="27"/>
                    </a:cubicBezTo>
                    <a:cubicBezTo>
                      <a:pt x="40" y="25"/>
                      <a:pt x="40" y="25"/>
                      <a:pt x="40" y="25"/>
                    </a:cubicBezTo>
                    <a:cubicBezTo>
                      <a:pt x="40" y="25"/>
                      <a:pt x="40" y="25"/>
                      <a:pt x="40" y="25"/>
                    </a:cubicBezTo>
                    <a:cubicBezTo>
                      <a:pt x="40" y="25"/>
                      <a:pt x="40" y="25"/>
                      <a:pt x="40" y="25"/>
                    </a:cubicBezTo>
                    <a:cubicBezTo>
                      <a:pt x="38" y="27"/>
                      <a:pt x="38" y="27"/>
                      <a:pt x="38" y="27"/>
                    </a:cubicBezTo>
                    <a:close/>
                    <a:moveTo>
                      <a:pt x="40" y="25"/>
                    </a:move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1" y="24"/>
                      <a:pt x="41" y="23"/>
                    </a:cubicBezTo>
                    <a:cubicBezTo>
                      <a:pt x="41" y="23"/>
                      <a:pt x="41" y="23"/>
                      <a:pt x="41" y="23"/>
                    </a:cubicBezTo>
                    <a:cubicBezTo>
                      <a:pt x="39" y="23"/>
                      <a:pt x="39" y="23"/>
                      <a:pt x="39" y="23"/>
                    </a:cubicBezTo>
                    <a:cubicBezTo>
                      <a:pt x="38" y="23"/>
                      <a:pt x="38" y="23"/>
                      <a:pt x="38" y="23"/>
                    </a:cubicBezTo>
                    <a:cubicBezTo>
                      <a:pt x="39" y="25"/>
                      <a:pt x="39" y="25"/>
                      <a:pt x="39" y="25"/>
                    </a:cubicBezTo>
                    <a:lnTo>
                      <a:pt x="40" y="25"/>
                    </a:lnTo>
                    <a:close/>
                    <a:moveTo>
                      <a:pt x="38" y="23"/>
                    </a:moveTo>
                    <a:cubicBezTo>
                      <a:pt x="39" y="22"/>
                      <a:pt x="40" y="22"/>
                      <a:pt x="41" y="22"/>
                    </a:cubicBezTo>
                    <a:cubicBezTo>
                      <a:pt x="39" y="21"/>
                      <a:pt x="39" y="21"/>
                      <a:pt x="39" y="21"/>
                    </a:cubicBezTo>
                    <a:cubicBezTo>
                      <a:pt x="39" y="21"/>
                      <a:pt x="39" y="21"/>
                      <a:pt x="39" y="21"/>
                    </a:cubicBezTo>
                    <a:lnTo>
                      <a:pt x="38" y="23"/>
                    </a:lnTo>
                    <a:close/>
                    <a:moveTo>
                      <a:pt x="46" y="3"/>
                    </a:moveTo>
                    <a:cubicBezTo>
                      <a:pt x="45" y="5"/>
                      <a:pt x="42" y="10"/>
                      <a:pt x="40" y="12"/>
                    </a:cubicBezTo>
                    <a:cubicBezTo>
                      <a:pt x="40" y="13"/>
                      <a:pt x="40" y="14"/>
                      <a:pt x="40" y="15"/>
                    </a:cubicBezTo>
                    <a:cubicBezTo>
                      <a:pt x="42" y="13"/>
                      <a:pt x="46" y="7"/>
                      <a:pt x="46" y="3"/>
                    </a:cubicBezTo>
                    <a:close/>
                    <a:moveTo>
                      <a:pt x="46" y="2"/>
                    </a:moveTo>
                    <a:cubicBezTo>
                      <a:pt x="46" y="3"/>
                      <a:pt x="46" y="3"/>
                      <a:pt x="46" y="3"/>
                    </a:cubicBezTo>
                    <a:cubicBezTo>
                      <a:pt x="46" y="2"/>
                      <a:pt x="46" y="2"/>
                      <a:pt x="46" y="2"/>
                    </a:cubicBezTo>
                    <a:close/>
                    <a:moveTo>
                      <a:pt x="47" y="5"/>
                    </a:moveTo>
                    <a:cubicBezTo>
                      <a:pt x="47" y="3"/>
                      <a:pt x="47" y="3"/>
                      <a:pt x="47" y="3"/>
                    </a:cubicBezTo>
                    <a:cubicBezTo>
                      <a:pt x="47" y="3"/>
                      <a:pt x="47" y="3"/>
                      <a:pt x="47" y="3"/>
                    </a:cubicBezTo>
                    <a:cubicBezTo>
                      <a:pt x="47" y="9"/>
                      <a:pt x="40" y="16"/>
                      <a:pt x="40" y="16"/>
                    </a:cubicBezTo>
                    <a:cubicBezTo>
                      <a:pt x="40" y="17"/>
                      <a:pt x="39" y="19"/>
                      <a:pt x="39" y="20"/>
                    </a:cubicBezTo>
                    <a:cubicBezTo>
                      <a:pt x="40" y="19"/>
                      <a:pt x="41" y="18"/>
                      <a:pt x="42" y="16"/>
                    </a:cubicBezTo>
                    <a:cubicBezTo>
                      <a:pt x="42" y="16"/>
                      <a:pt x="42" y="16"/>
                      <a:pt x="42" y="16"/>
                    </a:cubicBezTo>
                    <a:cubicBezTo>
                      <a:pt x="42" y="16"/>
                      <a:pt x="47" y="10"/>
                      <a:pt x="47" y="5"/>
                    </a:cubicBezTo>
                    <a:moveTo>
                      <a:pt x="43" y="16"/>
                    </a:moveTo>
                    <a:cubicBezTo>
                      <a:pt x="41" y="18"/>
                      <a:pt x="39" y="20"/>
                      <a:pt x="39" y="20"/>
                    </a:cubicBezTo>
                    <a:cubicBezTo>
                      <a:pt x="40" y="21"/>
                      <a:pt x="40" y="21"/>
                      <a:pt x="40" y="21"/>
                    </a:cubicBezTo>
                    <a:cubicBezTo>
                      <a:pt x="40" y="21"/>
                      <a:pt x="42" y="19"/>
                      <a:pt x="43" y="18"/>
                    </a:cubicBezTo>
                    <a:cubicBezTo>
                      <a:pt x="44" y="17"/>
                      <a:pt x="46" y="15"/>
                      <a:pt x="47" y="13"/>
                    </a:cubicBezTo>
                    <a:cubicBezTo>
                      <a:pt x="46" y="14"/>
                      <a:pt x="44" y="16"/>
                      <a:pt x="43" y="16"/>
                    </a:cubicBezTo>
                    <a:moveTo>
                      <a:pt x="43" y="22"/>
                    </a:moveTo>
                    <a:cubicBezTo>
                      <a:pt x="42" y="22"/>
                      <a:pt x="42" y="22"/>
                      <a:pt x="42" y="22"/>
                    </a:cubicBezTo>
                    <a:cubicBezTo>
                      <a:pt x="42" y="22"/>
                      <a:pt x="47" y="18"/>
                      <a:pt x="47" y="14"/>
                    </a:cubicBezTo>
                    <a:cubicBezTo>
                      <a:pt x="47" y="14"/>
                      <a:pt x="47" y="14"/>
                      <a:pt x="47" y="14"/>
                    </a:cubicBezTo>
                    <a:cubicBezTo>
                      <a:pt x="46" y="17"/>
                      <a:pt x="41" y="20"/>
                      <a:pt x="40" y="21"/>
                    </a:cubicBezTo>
                    <a:cubicBezTo>
                      <a:pt x="42" y="22"/>
                      <a:pt x="42" y="22"/>
                      <a:pt x="42" y="22"/>
                    </a:cubicBezTo>
                    <a:cubicBezTo>
                      <a:pt x="42" y="22"/>
                      <a:pt x="42" y="22"/>
                      <a:pt x="42" y="22"/>
                    </a:cubicBezTo>
                    <a:cubicBezTo>
                      <a:pt x="42" y="22"/>
                      <a:pt x="42" y="22"/>
                      <a:pt x="42" y="22"/>
                    </a:cubicBezTo>
                    <a:cubicBezTo>
                      <a:pt x="42" y="24"/>
                      <a:pt x="41" y="25"/>
                      <a:pt x="40" y="25"/>
                    </a:cubicBezTo>
                    <a:cubicBezTo>
                      <a:pt x="41" y="26"/>
                      <a:pt x="41" y="26"/>
                      <a:pt x="41" y="26"/>
                    </a:cubicBezTo>
                    <a:cubicBezTo>
                      <a:pt x="41" y="25"/>
                      <a:pt x="42" y="25"/>
                      <a:pt x="43" y="24"/>
                    </a:cubicBezTo>
                    <a:cubicBezTo>
                      <a:pt x="45" y="23"/>
                      <a:pt x="46" y="22"/>
                      <a:pt x="46" y="21"/>
                    </a:cubicBezTo>
                    <a:cubicBezTo>
                      <a:pt x="45" y="21"/>
                      <a:pt x="44" y="21"/>
                      <a:pt x="43" y="22"/>
                    </a:cubicBezTo>
                    <a:moveTo>
                      <a:pt x="44" y="26"/>
                    </a:moveTo>
                    <a:cubicBezTo>
                      <a:pt x="45" y="25"/>
                      <a:pt x="46" y="23"/>
                      <a:pt x="47" y="22"/>
                    </a:cubicBezTo>
                    <a:cubicBezTo>
                      <a:pt x="45" y="24"/>
                      <a:pt x="42" y="26"/>
                      <a:pt x="41" y="26"/>
                    </a:cubicBezTo>
                    <a:cubicBezTo>
                      <a:pt x="42" y="28"/>
                      <a:pt x="42" y="28"/>
                      <a:pt x="42" y="28"/>
                    </a:cubicBezTo>
                    <a:cubicBezTo>
                      <a:pt x="42" y="28"/>
                      <a:pt x="42" y="28"/>
                      <a:pt x="42" y="28"/>
                    </a:cubicBezTo>
                    <a:cubicBezTo>
                      <a:pt x="42" y="28"/>
                      <a:pt x="42" y="28"/>
                      <a:pt x="42" y="28"/>
                    </a:cubicBezTo>
                    <a:cubicBezTo>
                      <a:pt x="43" y="28"/>
                      <a:pt x="44" y="27"/>
                      <a:pt x="44" y="26"/>
                    </a:cubicBezTo>
                    <a:moveTo>
                      <a:pt x="45" y="29"/>
                    </a:moveTo>
                    <a:cubicBezTo>
                      <a:pt x="44" y="29"/>
                      <a:pt x="44" y="28"/>
                      <a:pt x="43" y="28"/>
                    </a:cubicBezTo>
                    <a:cubicBezTo>
                      <a:pt x="43" y="28"/>
                      <a:pt x="43" y="28"/>
                      <a:pt x="43" y="28"/>
                    </a:cubicBezTo>
                    <a:cubicBezTo>
                      <a:pt x="43" y="28"/>
                      <a:pt x="43" y="28"/>
                      <a:pt x="43" y="28"/>
                    </a:cubicBezTo>
                    <a:cubicBezTo>
                      <a:pt x="42" y="29"/>
                      <a:pt x="42" y="29"/>
                      <a:pt x="42" y="29"/>
                    </a:cubicBezTo>
                    <a:cubicBezTo>
                      <a:pt x="42" y="29"/>
                      <a:pt x="42" y="29"/>
                      <a:pt x="42" y="29"/>
                    </a:cubicBezTo>
                    <a:cubicBezTo>
                      <a:pt x="42" y="29"/>
                      <a:pt x="42" y="29"/>
                      <a:pt x="42" y="29"/>
                    </a:cubicBezTo>
                    <a:cubicBezTo>
                      <a:pt x="40" y="30"/>
                      <a:pt x="40" y="30"/>
                      <a:pt x="40" y="30"/>
                    </a:cubicBezTo>
                    <a:cubicBezTo>
                      <a:pt x="42" y="30"/>
                      <a:pt x="42" y="30"/>
                      <a:pt x="42" y="30"/>
                    </a:cubicBezTo>
                    <a:cubicBezTo>
                      <a:pt x="43" y="30"/>
                      <a:pt x="45" y="29"/>
                      <a:pt x="45" y="29"/>
                    </a:cubicBezTo>
                    <a:close/>
                    <a:moveTo>
                      <a:pt x="45" y="30"/>
                    </a:moveTo>
                    <a:cubicBezTo>
                      <a:pt x="43" y="31"/>
                      <a:pt x="41" y="31"/>
                      <a:pt x="40" y="31"/>
                    </a:cubicBezTo>
                    <a:cubicBezTo>
                      <a:pt x="40" y="32"/>
                      <a:pt x="40" y="32"/>
                      <a:pt x="40" y="32"/>
                    </a:cubicBezTo>
                    <a:cubicBezTo>
                      <a:pt x="40" y="34"/>
                      <a:pt x="40" y="34"/>
                      <a:pt x="40" y="34"/>
                    </a:cubicBezTo>
                    <a:cubicBezTo>
                      <a:pt x="40" y="34"/>
                      <a:pt x="40" y="34"/>
                      <a:pt x="40" y="34"/>
                    </a:cubicBezTo>
                    <a:cubicBezTo>
                      <a:pt x="40" y="34"/>
                      <a:pt x="40" y="34"/>
                      <a:pt x="40" y="34"/>
                    </a:cubicBezTo>
                    <a:cubicBezTo>
                      <a:pt x="41" y="33"/>
                      <a:pt x="41" y="33"/>
                      <a:pt x="41" y="33"/>
                    </a:cubicBezTo>
                    <a:cubicBezTo>
                      <a:pt x="42" y="33"/>
                      <a:pt x="44" y="32"/>
                      <a:pt x="45" y="30"/>
                    </a:cubicBezTo>
                    <a:moveTo>
                      <a:pt x="43" y="35"/>
                    </a:moveTo>
                    <a:cubicBezTo>
                      <a:pt x="43" y="35"/>
                      <a:pt x="43" y="35"/>
                      <a:pt x="43" y="35"/>
                    </a:cubicBezTo>
                    <a:cubicBezTo>
                      <a:pt x="44" y="35"/>
                      <a:pt x="44" y="35"/>
                      <a:pt x="44" y="35"/>
                    </a:cubicBezTo>
                    <a:cubicBezTo>
                      <a:pt x="44" y="35"/>
                      <a:pt x="46" y="36"/>
                      <a:pt x="46" y="38"/>
                    </a:cubicBezTo>
                    <a:cubicBezTo>
                      <a:pt x="46" y="38"/>
                      <a:pt x="46" y="38"/>
                      <a:pt x="46" y="38"/>
                    </a:cubicBezTo>
                    <a:cubicBezTo>
                      <a:pt x="46" y="40"/>
                      <a:pt x="46" y="40"/>
                      <a:pt x="46" y="40"/>
                    </a:cubicBezTo>
                    <a:cubicBezTo>
                      <a:pt x="45" y="40"/>
                      <a:pt x="45" y="40"/>
                      <a:pt x="45" y="40"/>
                    </a:cubicBezTo>
                    <a:cubicBezTo>
                      <a:pt x="45" y="40"/>
                      <a:pt x="43" y="40"/>
                      <a:pt x="43" y="42"/>
                    </a:cubicBezTo>
                    <a:cubicBezTo>
                      <a:pt x="43" y="43"/>
                      <a:pt x="43" y="43"/>
                      <a:pt x="43" y="43"/>
                    </a:cubicBezTo>
                    <a:cubicBezTo>
                      <a:pt x="44" y="45"/>
                      <a:pt x="46" y="46"/>
                      <a:pt x="46" y="48"/>
                    </a:cubicBezTo>
                    <a:cubicBezTo>
                      <a:pt x="46" y="48"/>
                      <a:pt x="46" y="48"/>
                      <a:pt x="46" y="48"/>
                    </a:cubicBezTo>
                    <a:cubicBezTo>
                      <a:pt x="46" y="49"/>
                      <a:pt x="45" y="50"/>
                      <a:pt x="45" y="51"/>
                    </a:cubicBezTo>
                    <a:cubicBezTo>
                      <a:pt x="45" y="51"/>
                      <a:pt x="45" y="51"/>
                      <a:pt x="45" y="51"/>
                    </a:cubicBezTo>
                    <a:cubicBezTo>
                      <a:pt x="45" y="51"/>
                      <a:pt x="45" y="51"/>
                      <a:pt x="45" y="51"/>
                    </a:cubicBezTo>
                    <a:cubicBezTo>
                      <a:pt x="45" y="51"/>
                      <a:pt x="46" y="50"/>
                      <a:pt x="46" y="49"/>
                    </a:cubicBezTo>
                    <a:cubicBezTo>
                      <a:pt x="46" y="48"/>
                      <a:pt x="46" y="48"/>
                      <a:pt x="46" y="48"/>
                    </a:cubicBezTo>
                    <a:cubicBezTo>
                      <a:pt x="46" y="46"/>
                      <a:pt x="46" y="46"/>
                      <a:pt x="46" y="46"/>
                    </a:cubicBezTo>
                    <a:cubicBezTo>
                      <a:pt x="45" y="45"/>
                      <a:pt x="44" y="44"/>
                      <a:pt x="44" y="43"/>
                    </a:cubicBezTo>
                    <a:cubicBezTo>
                      <a:pt x="44" y="42"/>
                      <a:pt x="44" y="42"/>
                      <a:pt x="44" y="42"/>
                    </a:cubicBezTo>
                    <a:cubicBezTo>
                      <a:pt x="44" y="41"/>
                      <a:pt x="46" y="40"/>
                      <a:pt x="46" y="40"/>
                    </a:cubicBezTo>
                    <a:cubicBezTo>
                      <a:pt x="46" y="40"/>
                      <a:pt x="46" y="40"/>
                      <a:pt x="46" y="40"/>
                    </a:cubicBezTo>
                    <a:cubicBezTo>
                      <a:pt x="46" y="40"/>
                      <a:pt x="45" y="41"/>
                      <a:pt x="45" y="42"/>
                    </a:cubicBezTo>
                    <a:cubicBezTo>
                      <a:pt x="45" y="43"/>
                      <a:pt x="45" y="43"/>
                      <a:pt x="45" y="43"/>
                    </a:cubicBezTo>
                    <a:cubicBezTo>
                      <a:pt x="45" y="44"/>
                      <a:pt x="46" y="45"/>
                      <a:pt x="46" y="46"/>
                    </a:cubicBezTo>
                    <a:cubicBezTo>
                      <a:pt x="47" y="48"/>
                      <a:pt x="47" y="48"/>
                      <a:pt x="47" y="48"/>
                    </a:cubicBezTo>
                    <a:cubicBezTo>
                      <a:pt x="47" y="49"/>
                      <a:pt x="47" y="49"/>
                      <a:pt x="47" y="49"/>
                    </a:cubicBezTo>
                    <a:cubicBezTo>
                      <a:pt x="46" y="50"/>
                      <a:pt x="46" y="50"/>
                      <a:pt x="46" y="50"/>
                    </a:cubicBezTo>
                    <a:cubicBezTo>
                      <a:pt x="47" y="49"/>
                      <a:pt x="47" y="49"/>
                      <a:pt x="47" y="49"/>
                    </a:cubicBezTo>
                    <a:cubicBezTo>
                      <a:pt x="47" y="49"/>
                      <a:pt x="47" y="49"/>
                      <a:pt x="47" y="48"/>
                    </a:cubicBezTo>
                    <a:cubicBezTo>
                      <a:pt x="47" y="48"/>
                      <a:pt x="47" y="48"/>
                      <a:pt x="47" y="48"/>
                    </a:cubicBezTo>
                    <a:cubicBezTo>
                      <a:pt x="47" y="47"/>
                      <a:pt x="46" y="43"/>
                      <a:pt x="45" y="43"/>
                    </a:cubicBezTo>
                    <a:cubicBezTo>
                      <a:pt x="45" y="42"/>
                      <a:pt x="45" y="42"/>
                      <a:pt x="45" y="42"/>
                    </a:cubicBezTo>
                    <a:cubicBezTo>
                      <a:pt x="45" y="41"/>
                      <a:pt x="47" y="40"/>
                      <a:pt x="47" y="40"/>
                    </a:cubicBezTo>
                    <a:cubicBezTo>
                      <a:pt x="47" y="41"/>
                      <a:pt x="47" y="41"/>
                      <a:pt x="47" y="41"/>
                    </a:cubicBezTo>
                    <a:cubicBezTo>
                      <a:pt x="47" y="41"/>
                      <a:pt x="47" y="41"/>
                      <a:pt x="47" y="41"/>
                    </a:cubicBezTo>
                    <a:cubicBezTo>
                      <a:pt x="46" y="42"/>
                      <a:pt x="46" y="42"/>
                      <a:pt x="46" y="42"/>
                    </a:cubicBezTo>
                    <a:cubicBezTo>
                      <a:pt x="46" y="43"/>
                      <a:pt x="46" y="43"/>
                      <a:pt x="46" y="43"/>
                    </a:cubicBezTo>
                    <a:cubicBezTo>
                      <a:pt x="46" y="43"/>
                      <a:pt x="47" y="46"/>
                      <a:pt x="47" y="48"/>
                    </a:cubicBezTo>
                    <a:cubicBezTo>
                      <a:pt x="47" y="48"/>
                      <a:pt x="47" y="48"/>
                      <a:pt x="47" y="48"/>
                    </a:cubicBezTo>
                    <a:cubicBezTo>
                      <a:pt x="47" y="50"/>
                      <a:pt x="47" y="50"/>
                      <a:pt x="47" y="50"/>
                    </a:cubicBezTo>
                    <a:cubicBezTo>
                      <a:pt x="46" y="51"/>
                      <a:pt x="46" y="51"/>
                      <a:pt x="46" y="51"/>
                    </a:cubicBezTo>
                    <a:cubicBezTo>
                      <a:pt x="47" y="51"/>
                      <a:pt x="48" y="50"/>
                      <a:pt x="48" y="49"/>
                    </a:cubicBezTo>
                    <a:cubicBezTo>
                      <a:pt x="48" y="48"/>
                      <a:pt x="48" y="48"/>
                      <a:pt x="48" y="48"/>
                    </a:cubicBezTo>
                    <a:cubicBezTo>
                      <a:pt x="47" y="44"/>
                      <a:pt x="47" y="44"/>
                      <a:pt x="46" y="43"/>
                    </a:cubicBezTo>
                    <a:cubicBezTo>
                      <a:pt x="46" y="43"/>
                      <a:pt x="46" y="43"/>
                      <a:pt x="46" y="43"/>
                    </a:cubicBezTo>
                    <a:cubicBezTo>
                      <a:pt x="47" y="42"/>
                      <a:pt x="48" y="41"/>
                      <a:pt x="48" y="38"/>
                    </a:cubicBezTo>
                    <a:cubicBezTo>
                      <a:pt x="48" y="38"/>
                      <a:pt x="48" y="38"/>
                      <a:pt x="48" y="38"/>
                    </a:cubicBezTo>
                    <a:cubicBezTo>
                      <a:pt x="48" y="35"/>
                      <a:pt x="46" y="34"/>
                      <a:pt x="43" y="34"/>
                    </a:cubicBezTo>
                    <a:cubicBezTo>
                      <a:pt x="43" y="34"/>
                      <a:pt x="43" y="34"/>
                      <a:pt x="43" y="34"/>
                    </a:cubicBezTo>
                    <a:cubicBezTo>
                      <a:pt x="41" y="34"/>
                      <a:pt x="41" y="34"/>
                      <a:pt x="41" y="34"/>
                    </a:cubicBezTo>
                    <a:cubicBezTo>
                      <a:pt x="41" y="34"/>
                      <a:pt x="41" y="34"/>
                      <a:pt x="41" y="34"/>
                    </a:cubicBezTo>
                    <a:cubicBezTo>
                      <a:pt x="41" y="35"/>
                      <a:pt x="41" y="35"/>
                      <a:pt x="41" y="35"/>
                    </a:cubicBezTo>
                    <a:lnTo>
                      <a:pt x="43" y="35"/>
                    </a:lnTo>
                    <a:close/>
                    <a:moveTo>
                      <a:pt x="40" y="34"/>
                    </a:moveTo>
                    <a:cubicBezTo>
                      <a:pt x="40" y="34"/>
                      <a:pt x="40" y="34"/>
                      <a:pt x="40" y="34"/>
                    </a:cubicBezTo>
                    <a:cubicBezTo>
                      <a:pt x="40" y="34"/>
                      <a:pt x="40" y="34"/>
                      <a:pt x="40" y="34"/>
                    </a:cubicBezTo>
                    <a:cubicBezTo>
                      <a:pt x="40" y="34"/>
                      <a:pt x="40" y="34"/>
                      <a:pt x="40" y="34"/>
                    </a:cubicBezTo>
                    <a:cubicBezTo>
                      <a:pt x="40" y="35"/>
                      <a:pt x="40" y="35"/>
                      <a:pt x="40" y="35"/>
                    </a:cubicBezTo>
                    <a:cubicBezTo>
                      <a:pt x="38" y="35"/>
                      <a:pt x="38" y="35"/>
                      <a:pt x="38" y="35"/>
                    </a:cubicBezTo>
                    <a:cubicBezTo>
                      <a:pt x="41" y="37"/>
                      <a:pt x="41" y="37"/>
                      <a:pt x="41" y="37"/>
                    </a:cubicBezTo>
                    <a:lnTo>
                      <a:pt x="40" y="34"/>
                    </a:lnTo>
                    <a:close/>
                    <a:moveTo>
                      <a:pt x="41" y="37"/>
                    </a:moveTo>
                    <a:cubicBezTo>
                      <a:pt x="40" y="37"/>
                      <a:pt x="38" y="36"/>
                      <a:pt x="38" y="35"/>
                    </a:cubicBezTo>
                    <a:cubicBezTo>
                      <a:pt x="38" y="36"/>
                      <a:pt x="38" y="36"/>
                      <a:pt x="38" y="36"/>
                    </a:cubicBezTo>
                    <a:cubicBezTo>
                      <a:pt x="38" y="36"/>
                      <a:pt x="38" y="36"/>
                      <a:pt x="38" y="36"/>
                    </a:cubicBezTo>
                    <a:cubicBezTo>
                      <a:pt x="38" y="38"/>
                      <a:pt x="38" y="38"/>
                      <a:pt x="38" y="38"/>
                    </a:cubicBezTo>
                    <a:cubicBezTo>
                      <a:pt x="38" y="38"/>
                      <a:pt x="40" y="37"/>
                      <a:pt x="41" y="37"/>
                    </a:cubicBezTo>
                    <a:moveTo>
                      <a:pt x="22" y="57"/>
                    </a:moveTo>
                    <a:cubicBezTo>
                      <a:pt x="20" y="57"/>
                      <a:pt x="18" y="57"/>
                      <a:pt x="17" y="61"/>
                    </a:cubicBezTo>
                    <a:cubicBezTo>
                      <a:pt x="19" y="63"/>
                      <a:pt x="19" y="63"/>
                      <a:pt x="19" y="63"/>
                    </a:cubicBezTo>
                    <a:cubicBezTo>
                      <a:pt x="19" y="63"/>
                      <a:pt x="19" y="63"/>
                      <a:pt x="19" y="63"/>
                    </a:cubicBezTo>
                    <a:cubicBezTo>
                      <a:pt x="19" y="64"/>
                      <a:pt x="19" y="64"/>
                      <a:pt x="19" y="64"/>
                    </a:cubicBezTo>
                    <a:cubicBezTo>
                      <a:pt x="18" y="64"/>
                      <a:pt x="18" y="64"/>
                      <a:pt x="18" y="64"/>
                    </a:cubicBezTo>
                    <a:cubicBezTo>
                      <a:pt x="19" y="65"/>
                      <a:pt x="19" y="65"/>
                      <a:pt x="19" y="65"/>
                    </a:cubicBezTo>
                    <a:cubicBezTo>
                      <a:pt x="20" y="66"/>
                      <a:pt x="22" y="68"/>
                      <a:pt x="23" y="69"/>
                    </a:cubicBezTo>
                    <a:cubicBezTo>
                      <a:pt x="24" y="70"/>
                      <a:pt x="24" y="70"/>
                      <a:pt x="24" y="70"/>
                    </a:cubicBezTo>
                    <a:cubicBezTo>
                      <a:pt x="24" y="71"/>
                      <a:pt x="23" y="72"/>
                      <a:pt x="22" y="73"/>
                    </a:cubicBezTo>
                    <a:cubicBezTo>
                      <a:pt x="22" y="74"/>
                      <a:pt x="20" y="76"/>
                      <a:pt x="19" y="77"/>
                    </a:cubicBezTo>
                    <a:cubicBezTo>
                      <a:pt x="18" y="78"/>
                      <a:pt x="18" y="78"/>
                      <a:pt x="18" y="78"/>
                    </a:cubicBezTo>
                    <a:cubicBezTo>
                      <a:pt x="18" y="78"/>
                      <a:pt x="18" y="78"/>
                      <a:pt x="18" y="78"/>
                    </a:cubicBezTo>
                    <a:cubicBezTo>
                      <a:pt x="18" y="78"/>
                      <a:pt x="18" y="78"/>
                      <a:pt x="18" y="78"/>
                    </a:cubicBezTo>
                    <a:cubicBezTo>
                      <a:pt x="19" y="80"/>
                      <a:pt x="19" y="80"/>
                      <a:pt x="19" y="80"/>
                    </a:cubicBezTo>
                    <a:cubicBezTo>
                      <a:pt x="18" y="80"/>
                      <a:pt x="18" y="80"/>
                      <a:pt x="18" y="80"/>
                    </a:cubicBezTo>
                    <a:cubicBezTo>
                      <a:pt x="18" y="79"/>
                      <a:pt x="18" y="79"/>
                      <a:pt x="18" y="79"/>
                    </a:cubicBezTo>
                    <a:cubicBezTo>
                      <a:pt x="18" y="78"/>
                      <a:pt x="18" y="78"/>
                      <a:pt x="18" y="78"/>
                    </a:cubicBezTo>
                    <a:cubicBezTo>
                      <a:pt x="17" y="78"/>
                      <a:pt x="17" y="78"/>
                      <a:pt x="17" y="78"/>
                    </a:cubicBezTo>
                    <a:cubicBezTo>
                      <a:pt x="17" y="77"/>
                      <a:pt x="17" y="77"/>
                      <a:pt x="17" y="77"/>
                    </a:cubicBezTo>
                    <a:cubicBezTo>
                      <a:pt x="16" y="76"/>
                      <a:pt x="16" y="76"/>
                      <a:pt x="16" y="76"/>
                    </a:cubicBezTo>
                    <a:cubicBezTo>
                      <a:pt x="16" y="76"/>
                      <a:pt x="16" y="76"/>
                      <a:pt x="16" y="76"/>
                    </a:cubicBezTo>
                    <a:cubicBezTo>
                      <a:pt x="15" y="76"/>
                      <a:pt x="15" y="76"/>
                      <a:pt x="15" y="76"/>
                    </a:cubicBezTo>
                    <a:cubicBezTo>
                      <a:pt x="14" y="76"/>
                      <a:pt x="14" y="76"/>
                      <a:pt x="14" y="76"/>
                    </a:cubicBezTo>
                    <a:cubicBezTo>
                      <a:pt x="14" y="76"/>
                      <a:pt x="14" y="76"/>
                      <a:pt x="14" y="76"/>
                    </a:cubicBezTo>
                    <a:cubicBezTo>
                      <a:pt x="16" y="75"/>
                      <a:pt x="16" y="75"/>
                      <a:pt x="16" y="75"/>
                    </a:cubicBezTo>
                    <a:cubicBezTo>
                      <a:pt x="16" y="75"/>
                      <a:pt x="16" y="75"/>
                      <a:pt x="16" y="75"/>
                    </a:cubicBezTo>
                    <a:cubicBezTo>
                      <a:pt x="17" y="76"/>
                      <a:pt x="17" y="76"/>
                      <a:pt x="17" y="76"/>
                    </a:cubicBezTo>
                    <a:cubicBezTo>
                      <a:pt x="17" y="77"/>
                      <a:pt x="17" y="77"/>
                      <a:pt x="17" y="77"/>
                    </a:cubicBezTo>
                    <a:cubicBezTo>
                      <a:pt x="17" y="75"/>
                      <a:pt x="17" y="75"/>
                      <a:pt x="17" y="75"/>
                    </a:cubicBezTo>
                    <a:cubicBezTo>
                      <a:pt x="16" y="74"/>
                      <a:pt x="16" y="74"/>
                      <a:pt x="16" y="74"/>
                    </a:cubicBezTo>
                    <a:cubicBezTo>
                      <a:pt x="15" y="74"/>
                      <a:pt x="15" y="74"/>
                      <a:pt x="15" y="74"/>
                    </a:cubicBezTo>
                    <a:cubicBezTo>
                      <a:pt x="15" y="74"/>
                      <a:pt x="15" y="74"/>
                      <a:pt x="15" y="74"/>
                    </a:cubicBezTo>
                    <a:cubicBezTo>
                      <a:pt x="14" y="75"/>
                      <a:pt x="14" y="75"/>
                      <a:pt x="14" y="75"/>
                    </a:cubicBezTo>
                    <a:cubicBezTo>
                      <a:pt x="14" y="74"/>
                      <a:pt x="14" y="74"/>
                      <a:pt x="14" y="74"/>
                    </a:cubicBezTo>
                    <a:cubicBezTo>
                      <a:pt x="14" y="74"/>
                      <a:pt x="14" y="74"/>
                      <a:pt x="14" y="74"/>
                    </a:cubicBezTo>
                    <a:cubicBezTo>
                      <a:pt x="15" y="74"/>
                      <a:pt x="15" y="74"/>
                      <a:pt x="15" y="74"/>
                    </a:cubicBezTo>
                    <a:cubicBezTo>
                      <a:pt x="14" y="73"/>
                      <a:pt x="14" y="73"/>
                      <a:pt x="14" y="73"/>
                    </a:cubicBezTo>
                    <a:cubicBezTo>
                      <a:pt x="14" y="73"/>
                      <a:pt x="14" y="73"/>
                      <a:pt x="14" y="73"/>
                    </a:cubicBezTo>
                    <a:cubicBezTo>
                      <a:pt x="14" y="75"/>
                      <a:pt x="14" y="75"/>
                      <a:pt x="14" y="75"/>
                    </a:cubicBezTo>
                    <a:cubicBezTo>
                      <a:pt x="15" y="79"/>
                      <a:pt x="15" y="79"/>
                      <a:pt x="15" y="79"/>
                    </a:cubicBezTo>
                    <a:cubicBezTo>
                      <a:pt x="15" y="80"/>
                      <a:pt x="17" y="82"/>
                      <a:pt x="18" y="82"/>
                    </a:cubicBezTo>
                    <a:cubicBezTo>
                      <a:pt x="19" y="82"/>
                      <a:pt x="20" y="82"/>
                      <a:pt x="20" y="81"/>
                    </a:cubicBezTo>
                    <a:cubicBezTo>
                      <a:pt x="21" y="80"/>
                      <a:pt x="21" y="78"/>
                      <a:pt x="21" y="78"/>
                    </a:cubicBezTo>
                    <a:cubicBezTo>
                      <a:pt x="21" y="78"/>
                      <a:pt x="21" y="78"/>
                      <a:pt x="21" y="78"/>
                    </a:cubicBezTo>
                    <a:cubicBezTo>
                      <a:pt x="22" y="78"/>
                      <a:pt x="22" y="78"/>
                      <a:pt x="22" y="78"/>
                    </a:cubicBezTo>
                    <a:cubicBezTo>
                      <a:pt x="23" y="78"/>
                      <a:pt x="23" y="78"/>
                      <a:pt x="23" y="78"/>
                    </a:cubicBezTo>
                    <a:cubicBezTo>
                      <a:pt x="24" y="76"/>
                      <a:pt x="24" y="76"/>
                      <a:pt x="24" y="76"/>
                    </a:cubicBezTo>
                    <a:cubicBezTo>
                      <a:pt x="26" y="74"/>
                      <a:pt x="26" y="74"/>
                      <a:pt x="26" y="74"/>
                    </a:cubicBezTo>
                    <a:cubicBezTo>
                      <a:pt x="28" y="73"/>
                      <a:pt x="28" y="73"/>
                      <a:pt x="28" y="73"/>
                    </a:cubicBezTo>
                    <a:cubicBezTo>
                      <a:pt x="28" y="72"/>
                      <a:pt x="28" y="72"/>
                      <a:pt x="28" y="72"/>
                    </a:cubicBezTo>
                    <a:cubicBezTo>
                      <a:pt x="28" y="72"/>
                      <a:pt x="28" y="72"/>
                      <a:pt x="28" y="72"/>
                    </a:cubicBezTo>
                    <a:cubicBezTo>
                      <a:pt x="27" y="69"/>
                      <a:pt x="27" y="69"/>
                      <a:pt x="27" y="69"/>
                    </a:cubicBezTo>
                    <a:cubicBezTo>
                      <a:pt x="26" y="68"/>
                      <a:pt x="26" y="68"/>
                      <a:pt x="26" y="68"/>
                    </a:cubicBezTo>
                    <a:cubicBezTo>
                      <a:pt x="26" y="68"/>
                      <a:pt x="26" y="68"/>
                      <a:pt x="26" y="68"/>
                    </a:cubicBezTo>
                    <a:cubicBezTo>
                      <a:pt x="26" y="67"/>
                      <a:pt x="26" y="67"/>
                      <a:pt x="26" y="67"/>
                    </a:cubicBezTo>
                    <a:cubicBezTo>
                      <a:pt x="26" y="65"/>
                      <a:pt x="26" y="64"/>
                      <a:pt x="25" y="63"/>
                    </a:cubicBezTo>
                    <a:cubicBezTo>
                      <a:pt x="25" y="62"/>
                      <a:pt x="23" y="62"/>
                      <a:pt x="23" y="62"/>
                    </a:cubicBezTo>
                    <a:cubicBezTo>
                      <a:pt x="24" y="61"/>
                      <a:pt x="24" y="61"/>
                      <a:pt x="24" y="61"/>
                    </a:cubicBezTo>
                    <a:cubicBezTo>
                      <a:pt x="25" y="61"/>
                      <a:pt x="25" y="61"/>
                      <a:pt x="25" y="61"/>
                    </a:cubicBezTo>
                    <a:cubicBezTo>
                      <a:pt x="25" y="62"/>
                      <a:pt x="25" y="62"/>
                      <a:pt x="25" y="62"/>
                    </a:cubicBezTo>
                    <a:cubicBezTo>
                      <a:pt x="26" y="63"/>
                      <a:pt x="26" y="63"/>
                      <a:pt x="26" y="63"/>
                    </a:cubicBezTo>
                    <a:cubicBezTo>
                      <a:pt x="26" y="64"/>
                      <a:pt x="27" y="65"/>
                      <a:pt x="27" y="67"/>
                    </a:cubicBezTo>
                    <a:cubicBezTo>
                      <a:pt x="28" y="68"/>
                      <a:pt x="28" y="68"/>
                      <a:pt x="28" y="68"/>
                    </a:cubicBezTo>
                    <a:cubicBezTo>
                      <a:pt x="30" y="69"/>
                      <a:pt x="30" y="69"/>
                      <a:pt x="30" y="69"/>
                    </a:cubicBezTo>
                    <a:cubicBezTo>
                      <a:pt x="29" y="67"/>
                      <a:pt x="29" y="65"/>
                      <a:pt x="29" y="64"/>
                    </a:cubicBezTo>
                    <a:cubicBezTo>
                      <a:pt x="29" y="64"/>
                      <a:pt x="29" y="64"/>
                      <a:pt x="29" y="64"/>
                    </a:cubicBezTo>
                    <a:cubicBezTo>
                      <a:pt x="29" y="62"/>
                      <a:pt x="29" y="62"/>
                      <a:pt x="29" y="62"/>
                    </a:cubicBezTo>
                    <a:cubicBezTo>
                      <a:pt x="29" y="62"/>
                      <a:pt x="29" y="62"/>
                      <a:pt x="29" y="62"/>
                    </a:cubicBezTo>
                    <a:cubicBezTo>
                      <a:pt x="29" y="62"/>
                      <a:pt x="28" y="61"/>
                      <a:pt x="27" y="61"/>
                    </a:cubicBezTo>
                    <a:cubicBezTo>
                      <a:pt x="26" y="60"/>
                      <a:pt x="26" y="60"/>
                      <a:pt x="26" y="60"/>
                    </a:cubicBezTo>
                    <a:cubicBezTo>
                      <a:pt x="25" y="60"/>
                      <a:pt x="25" y="60"/>
                      <a:pt x="25" y="60"/>
                    </a:cubicBezTo>
                    <a:cubicBezTo>
                      <a:pt x="25" y="60"/>
                      <a:pt x="25" y="60"/>
                      <a:pt x="25" y="60"/>
                    </a:cubicBezTo>
                    <a:cubicBezTo>
                      <a:pt x="25" y="59"/>
                      <a:pt x="25" y="59"/>
                      <a:pt x="25" y="59"/>
                    </a:cubicBezTo>
                    <a:cubicBezTo>
                      <a:pt x="25" y="57"/>
                      <a:pt x="25" y="57"/>
                      <a:pt x="25" y="57"/>
                    </a:cubicBezTo>
                    <a:cubicBezTo>
                      <a:pt x="24" y="57"/>
                      <a:pt x="23" y="57"/>
                      <a:pt x="22" y="57"/>
                    </a:cubicBezTo>
                    <a:moveTo>
                      <a:pt x="21" y="52"/>
                    </a:moveTo>
                    <a:cubicBezTo>
                      <a:pt x="21" y="52"/>
                      <a:pt x="21" y="52"/>
                      <a:pt x="21" y="52"/>
                    </a:cubicBezTo>
                    <a:cubicBezTo>
                      <a:pt x="21" y="53"/>
                      <a:pt x="23" y="54"/>
                      <a:pt x="24" y="55"/>
                    </a:cubicBezTo>
                    <a:cubicBezTo>
                      <a:pt x="25" y="57"/>
                      <a:pt x="25" y="57"/>
                      <a:pt x="25" y="57"/>
                    </a:cubicBezTo>
                    <a:cubicBezTo>
                      <a:pt x="25" y="57"/>
                      <a:pt x="25" y="57"/>
                      <a:pt x="25" y="57"/>
                    </a:cubicBezTo>
                    <a:cubicBezTo>
                      <a:pt x="25" y="57"/>
                      <a:pt x="25" y="57"/>
                      <a:pt x="25" y="57"/>
                    </a:cubicBezTo>
                    <a:cubicBezTo>
                      <a:pt x="25" y="57"/>
                      <a:pt x="25" y="57"/>
                      <a:pt x="25" y="57"/>
                    </a:cubicBezTo>
                    <a:cubicBezTo>
                      <a:pt x="25" y="57"/>
                      <a:pt x="25" y="57"/>
                      <a:pt x="25" y="57"/>
                    </a:cubicBezTo>
                    <a:cubicBezTo>
                      <a:pt x="26" y="59"/>
                      <a:pt x="26" y="59"/>
                      <a:pt x="26" y="59"/>
                    </a:cubicBezTo>
                    <a:cubicBezTo>
                      <a:pt x="26" y="59"/>
                      <a:pt x="26" y="59"/>
                      <a:pt x="26" y="59"/>
                    </a:cubicBezTo>
                    <a:cubicBezTo>
                      <a:pt x="28" y="60"/>
                      <a:pt x="28" y="60"/>
                      <a:pt x="28" y="60"/>
                    </a:cubicBezTo>
                    <a:cubicBezTo>
                      <a:pt x="29" y="62"/>
                      <a:pt x="29" y="62"/>
                      <a:pt x="29" y="62"/>
                    </a:cubicBezTo>
                    <a:cubicBezTo>
                      <a:pt x="30" y="61"/>
                      <a:pt x="30" y="60"/>
                      <a:pt x="30" y="60"/>
                    </a:cubicBezTo>
                    <a:cubicBezTo>
                      <a:pt x="30" y="59"/>
                      <a:pt x="30" y="59"/>
                      <a:pt x="30" y="59"/>
                    </a:cubicBezTo>
                    <a:cubicBezTo>
                      <a:pt x="30" y="57"/>
                      <a:pt x="30" y="57"/>
                      <a:pt x="30" y="57"/>
                    </a:cubicBezTo>
                    <a:cubicBezTo>
                      <a:pt x="30" y="57"/>
                      <a:pt x="30" y="57"/>
                      <a:pt x="30" y="57"/>
                    </a:cubicBezTo>
                    <a:cubicBezTo>
                      <a:pt x="30" y="57"/>
                      <a:pt x="31" y="58"/>
                      <a:pt x="31" y="59"/>
                    </a:cubicBezTo>
                    <a:cubicBezTo>
                      <a:pt x="31" y="60"/>
                      <a:pt x="31" y="60"/>
                      <a:pt x="31" y="60"/>
                    </a:cubicBezTo>
                    <a:cubicBezTo>
                      <a:pt x="31" y="60"/>
                      <a:pt x="30" y="61"/>
                      <a:pt x="30" y="62"/>
                    </a:cubicBezTo>
                    <a:cubicBezTo>
                      <a:pt x="30" y="63"/>
                      <a:pt x="30" y="63"/>
                      <a:pt x="30" y="63"/>
                    </a:cubicBezTo>
                    <a:cubicBezTo>
                      <a:pt x="30" y="63"/>
                      <a:pt x="30" y="63"/>
                      <a:pt x="30" y="63"/>
                    </a:cubicBezTo>
                    <a:cubicBezTo>
                      <a:pt x="29" y="64"/>
                      <a:pt x="29" y="64"/>
                      <a:pt x="29" y="64"/>
                    </a:cubicBezTo>
                    <a:cubicBezTo>
                      <a:pt x="29" y="64"/>
                      <a:pt x="29" y="64"/>
                      <a:pt x="29" y="64"/>
                    </a:cubicBezTo>
                    <a:cubicBezTo>
                      <a:pt x="30" y="66"/>
                      <a:pt x="30" y="68"/>
                      <a:pt x="31" y="70"/>
                    </a:cubicBezTo>
                    <a:cubicBezTo>
                      <a:pt x="32" y="71"/>
                      <a:pt x="32" y="71"/>
                      <a:pt x="32" y="71"/>
                    </a:cubicBezTo>
                    <a:cubicBezTo>
                      <a:pt x="32" y="71"/>
                      <a:pt x="32" y="71"/>
                      <a:pt x="32" y="71"/>
                    </a:cubicBezTo>
                    <a:cubicBezTo>
                      <a:pt x="32" y="71"/>
                      <a:pt x="32" y="71"/>
                      <a:pt x="32" y="71"/>
                    </a:cubicBezTo>
                    <a:cubicBezTo>
                      <a:pt x="32" y="74"/>
                      <a:pt x="32" y="74"/>
                      <a:pt x="32" y="74"/>
                    </a:cubicBezTo>
                    <a:cubicBezTo>
                      <a:pt x="33" y="74"/>
                      <a:pt x="34" y="77"/>
                      <a:pt x="35" y="78"/>
                    </a:cubicBezTo>
                    <a:cubicBezTo>
                      <a:pt x="36" y="79"/>
                      <a:pt x="36" y="80"/>
                      <a:pt x="37" y="81"/>
                    </a:cubicBezTo>
                    <a:cubicBezTo>
                      <a:pt x="37" y="82"/>
                      <a:pt x="36" y="83"/>
                      <a:pt x="37" y="83"/>
                    </a:cubicBezTo>
                    <a:cubicBezTo>
                      <a:pt x="38" y="85"/>
                      <a:pt x="38" y="85"/>
                      <a:pt x="38" y="86"/>
                    </a:cubicBezTo>
                    <a:cubicBezTo>
                      <a:pt x="38" y="87"/>
                      <a:pt x="38" y="87"/>
                      <a:pt x="38" y="87"/>
                    </a:cubicBezTo>
                    <a:cubicBezTo>
                      <a:pt x="38" y="88"/>
                      <a:pt x="38" y="88"/>
                      <a:pt x="39" y="89"/>
                    </a:cubicBezTo>
                    <a:cubicBezTo>
                      <a:pt x="39" y="90"/>
                      <a:pt x="40" y="91"/>
                      <a:pt x="40" y="92"/>
                    </a:cubicBezTo>
                    <a:cubicBezTo>
                      <a:pt x="39" y="93"/>
                      <a:pt x="39" y="93"/>
                      <a:pt x="39" y="93"/>
                    </a:cubicBezTo>
                    <a:cubicBezTo>
                      <a:pt x="39" y="94"/>
                      <a:pt x="39" y="96"/>
                      <a:pt x="38" y="96"/>
                    </a:cubicBezTo>
                    <a:cubicBezTo>
                      <a:pt x="37" y="96"/>
                      <a:pt x="37" y="96"/>
                      <a:pt x="37" y="96"/>
                    </a:cubicBezTo>
                    <a:cubicBezTo>
                      <a:pt x="36" y="96"/>
                      <a:pt x="36" y="96"/>
                      <a:pt x="36" y="96"/>
                    </a:cubicBezTo>
                    <a:cubicBezTo>
                      <a:pt x="36" y="96"/>
                      <a:pt x="36" y="96"/>
                      <a:pt x="36" y="96"/>
                    </a:cubicBezTo>
                    <a:cubicBezTo>
                      <a:pt x="35" y="96"/>
                      <a:pt x="35" y="96"/>
                      <a:pt x="35" y="96"/>
                    </a:cubicBezTo>
                    <a:cubicBezTo>
                      <a:pt x="34" y="97"/>
                      <a:pt x="34" y="97"/>
                      <a:pt x="34" y="97"/>
                    </a:cubicBezTo>
                    <a:cubicBezTo>
                      <a:pt x="34" y="98"/>
                      <a:pt x="34" y="98"/>
                      <a:pt x="34" y="98"/>
                    </a:cubicBezTo>
                    <a:cubicBezTo>
                      <a:pt x="34" y="98"/>
                      <a:pt x="34" y="98"/>
                      <a:pt x="34" y="98"/>
                    </a:cubicBezTo>
                    <a:cubicBezTo>
                      <a:pt x="33" y="98"/>
                      <a:pt x="33" y="98"/>
                      <a:pt x="33" y="98"/>
                    </a:cubicBezTo>
                    <a:cubicBezTo>
                      <a:pt x="33" y="98"/>
                      <a:pt x="33" y="98"/>
                      <a:pt x="33" y="98"/>
                    </a:cubicBezTo>
                    <a:cubicBezTo>
                      <a:pt x="34" y="97"/>
                      <a:pt x="34" y="97"/>
                      <a:pt x="34" y="97"/>
                    </a:cubicBezTo>
                    <a:cubicBezTo>
                      <a:pt x="35" y="96"/>
                      <a:pt x="35" y="96"/>
                      <a:pt x="35" y="96"/>
                    </a:cubicBezTo>
                    <a:cubicBezTo>
                      <a:pt x="35" y="96"/>
                      <a:pt x="35" y="96"/>
                      <a:pt x="35" y="96"/>
                    </a:cubicBezTo>
                    <a:cubicBezTo>
                      <a:pt x="35" y="96"/>
                      <a:pt x="35" y="96"/>
                      <a:pt x="35" y="96"/>
                    </a:cubicBezTo>
                    <a:cubicBezTo>
                      <a:pt x="34" y="96"/>
                      <a:pt x="34" y="96"/>
                      <a:pt x="34" y="96"/>
                    </a:cubicBezTo>
                    <a:cubicBezTo>
                      <a:pt x="33" y="96"/>
                      <a:pt x="33" y="96"/>
                      <a:pt x="33" y="96"/>
                    </a:cubicBezTo>
                    <a:cubicBezTo>
                      <a:pt x="32" y="97"/>
                      <a:pt x="32" y="97"/>
                      <a:pt x="32" y="97"/>
                    </a:cubicBezTo>
                    <a:cubicBezTo>
                      <a:pt x="31" y="97"/>
                      <a:pt x="31" y="97"/>
                      <a:pt x="31" y="97"/>
                    </a:cubicBezTo>
                    <a:cubicBezTo>
                      <a:pt x="32" y="96"/>
                      <a:pt x="32" y="96"/>
                      <a:pt x="32" y="96"/>
                    </a:cubicBezTo>
                    <a:cubicBezTo>
                      <a:pt x="31" y="97"/>
                      <a:pt x="31" y="97"/>
                      <a:pt x="31" y="97"/>
                    </a:cubicBezTo>
                    <a:cubicBezTo>
                      <a:pt x="31" y="97"/>
                      <a:pt x="31" y="97"/>
                      <a:pt x="31" y="97"/>
                    </a:cubicBezTo>
                    <a:cubicBezTo>
                      <a:pt x="32" y="98"/>
                      <a:pt x="32" y="98"/>
                      <a:pt x="32" y="98"/>
                    </a:cubicBezTo>
                    <a:cubicBezTo>
                      <a:pt x="33" y="99"/>
                      <a:pt x="34" y="99"/>
                      <a:pt x="35" y="100"/>
                    </a:cubicBezTo>
                    <a:cubicBezTo>
                      <a:pt x="36" y="100"/>
                      <a:pt x="38" y="100"/>
                      <a:pt x="39" y="100"/>
                    </a:cubicBezTo>
                    <a:cubicBezTo>
                      <a:pt x="40" y="100"/>
                      <a:pt x="40" y="100"/>
                      <a:pt x="40" y="100"/>
                    </a:cubicBezTo>
                    <a:cubicBezTo>
                      <a:pt x="42" y="98"/>
                      <a:pt x="42" y="98"/>
                      <a:pt x="42" y="98"/>
                    </a:cubicBezTo>
                    <a:cubicBezTo>
                      <a:pt x="42" y="95"/>
                      <a:pt x="42" y="95"/>
                      <a:pt x="42" y="95"/>
                    </a:cubicBezTo>
                    <a:cubicBezTo>
                      <a:pt x="43" y="93"/>
                      <a:pt x="43" y="93"/>
                      <a:pt x="43" y="93"/>
                    </a:cubicBezTo>
                    <a:cubicBezTo>
                      <a:pt x="42" y="88"/>
                      <a:pt x="42" y="88"/>
                      <a:pt x="42" y="88"/>
                    </a:cubicBezTo>
                    <a:cubicBezTo>
                      <a:pt x="42" y="88"/>
                      <a:pt x="41" y="87"/>
                      <a:pt x="41" y="86"/>
                    </a:cubicBezTo>
                    <a:cubicBezTo>
                      <a:pt x="41" y="84"/>
                      <a:pt x="42" y="83"/>
                      <a:pt x="42" y="82"/>
                    </a:cubicBezTo>
                    <a:cubicBezTo>
                      <a:pt x="40" y="79"/>
                      <a:pt x="40" y="79"/>
                      <a:pt x="40" y="79"/>
                    </a:cubicBezTo>
                    <a:cubicBezTo>
                      <a:pt x="40" y="77"/>
                      <a:pt x="40" y="77"/>
                      <a:pt x="40" y="77"/>
                    </a:cubicBezTo>
                    <a:cubicBezTo>
                      <a:pt x="40" y="78"/>
                      <a:pt x="40" y="78"/>
                      <a:pt x="40" y="78"/>
                    </a:cubicBezTo>
                    <a:cubicBezTo>
                      <a:pt x="39" y="77"/>
                      <a:pt x="39" y="77"/>
                      <a:pt x="39" y="77"/>
                    </a:cubicBezTo>
                    <a:cubicBezTo>
                      <a:pt x="38" y="75"/>
                      <a:pt x="38" y="75"/>
                      <a:pt x="38" y="75"/>
                    </a:cubicBezTo>
                    <a:cubicBezTo>
                      <a:pt x="38" y="75"/>
                      <a:pt x="38" y="75"/>
                      <a:pt x="38" y="75"/>
                    </a:cubicBezTo>
                    <a:cubicBezTo>
                      <a:pt x="38" y="74"/>
                      <a:pt x="38" y="73"/>
                      <a:pt x="39" y="72"/>
                    </a:cubicBezTo>
                    <a:cubicBezTo>
                      <a:pt x="40" y="70"/>
                      <a:pt x="41" y="67"/>
                      <a:pt x="41" y="66"/>
                    </a:cubicBezTo>
                    <a:cubicBezTo>
                      <a:pt x="41" y="66"/>
                      <a:pt x="41" y="66"/>
                      <a:pt x="41" y="66"/>
                    </a:cubicBezTo>
                    <a:cubicBezTo>
                      <a:pt x="41" y="65"/>
                      <a:pt x="40" y="62"/>
                      <a:pt x="40" y="62"/>
                    </a:cubicBezTo>
                    <a:cubicBezTo>
                      <a:pt x="40" y="62"/>
                      <a:pt x="40" y="62"/>
                      <a:pt x="40" y="62"/>
                    </a:cubicBezTo>
                    <a:cubicBezTo>
                      <a:pt x="40" y="62"/>
                      <a:pt x="42" y="64"/>
                      <a:pt x="42" y="66"/>
                    </a:cubicBezTo>
                    <a:cubicBezTo>
                      <a:pt x="42" y="66"/>
                      <a:pt x="42" y="66"/>
                      <a:pt x="42" y="66"/>
                    </a:cubicBezTo>
                    <a:cubicBezTo>
                      <a:pt x="41" y="67"/>
                      <a:pt x="40" y="71"/>
                      <a:pt x="40" y="72"/>
                    </a:cubicBezTo>
                    <a:cubicBezTo>
                      <a:pt x="39" y="73"/>
                      <a:pt x="38" y="75"/>
                      <a:pt x="38" y="75"/>
                    </a:cubicBezTo>
                    <a:cubicBezTo>
                      <a:pt x="38" y="75"/>
                      <a:pt x="38" y="75"/>
                      <a:pt x="38" y="75"/>
                    </a:cubicBezTo>
                    <a:cubicBezTo>
                      <a:pt x="39" y="77"/>
                      <a:pt x="39" y="77"/>
                      <a:pt x="39" y="77"/>
                    </a:cubicBezTo>
                    <a:cubicBezTo>
                      <a:pt x="40" y="77"/>
                      <a:pt x="40" y="77"/>
                      <a:pt x="40" y="77"/>
                    </a:cubicBezTo>
                    <a:cubicBezTo>
                      <a:pt x="40" y="77"/>
                      <a:pt x="40" y="77"/>
                      <a:pt x="40" y="77"/>
                    </a:cubicBezTo>
                    <a:cubicBezTo>
                      <a:pt x="41" y="76"/>
                      <a:pt x="41" y="76"/>
                      <a:pt x="41" y="76"/>
                    </a:cubicBezTo>
                    <a:cubicBezTo>
                      <a:pt x="40" y="76"/>
                      <a:pt x="40" y="76"/>
                      <a:pt x="40" y="76"/>
                    </a:cubicBezTo>
                    <a:cubicBezTo>
                      <a:pt x="40" y="75"/>
                      <a:pt x="40" y="75"/>
                      <a:pt x="40" y="75"/>
                    </a:cubicBezTo>
                    <a:cubicBezTo>
                      <a:pt x="39" y="74"/>
                      <a:pt x="39" y="74"/>
                      <a:pt x="39" y="74"/>
                    </a:cubicBezTo>
                    <a:cubicBezTo>
                      <a:pt x="41" y="74"/>
                      <a:pt x="41" y="74"/>
                      <a:pt x="41" y="74"/>
                    </a:cubicBezTo>
                    <a:cubicBezTo>
                      <a:pt x="41" y="73"/>
                      <a:pt x="41" y="73"/>
                      <a:pt x="41" y="73"/>
                    </a:cubicBezTo>
                    <a:cubicBezTo>
                      <a:pt x="41" y="72"/>
                      <a:pt x="41" y="72"/>
                      <a:pt x="41" y="72"/>
                    </a:cubicBezTo>
                    <a:cubicBezTo>
                      <a:pt x="42" y="72"/>
                      <a:pt x="42" y="72"/>
                      <a:pt x="42" y="72"/>
                    </a:cubicBezTo>
                    <a:cubicBezTo>
                      <a:pt x="42" y="71"/>
                      <a:pt x="42" y="71"/>
                      <a:pt x="42" y="71"/>
                    </a:cubicBezTo>
                    <a:cubicBezTo>
                      <a:pt x="42" y="71"/>
                      <a:pt x="42" y="71"/>
                      <a:pt x="42" y="71"/>
                    </a:cubicBezTo>
                    <a:cubicBezTo>
                      <a:pt x="43" y="71"/>
                      <a:pt x="43" y="71"/>
                      <a:pt x="43" y="71"/>
                    </a:cubicBezTo>
                    <a:cubicBezTo>
                      <a:pt x="42" y="70"/>
                      <a:pt x="42" y="70"/>
                      <a:pt x="42" y="70"/>
                    </a:cubicBezTo>
                    <a:cubicBezTo>
                      <a:pt x="42" y="69"/>
                      <a:pt x="42" y="69"/>
                      <a:pt x="42" y="69"/>
                    </a:cubicBezTo>
                    <a:cubicBezTo>
                      <a:pt x="43" y="70"/>
                      <a:pt x="43" y="70"/>
                      <a:pt x="43" y="70"/>
                    </a:cubicBezTo>
                    <a:cubicBezTo>
                      <a:pt x="43" y="68"/>
                      <a:pt x="43" y="68"/>
                      <a:pt x="43" y="68"/>
                    </a:cubicBezTo>
                    <a:cubicBezTo>
                      <a:pt x="43" y="68"/>
                      <a:pt x="43" y="68"/>
                      <a:pt x="43" y="68"/>
                    </a:cubicBezTo>
                    <a:cubicBezTo>
                      <a:pt x="44" y="68"/>
                      <a:pt x="44" y="68"/>
                      <a:pt x="44" y="68"/>
                    </a:cubicBezTo>
                    <a:cubicBezTo>
                      <a:pt x="43" y="66"/>
                      <a:pt x="43" y="66"/>
                      <a:pt x="43" y="66"/>
                    </a:cubicBezTo>
                    <a:cubicBezTo>
                      <a:pt x="43" y="66"/>
                      <a:pt x="43" y="66"/>
                      <a:pt x="43" y="66"/>
                    </a:cubicBezTo>
                    <a:cubicBezTo>
                      <a:pt x="43" y="65"/>
                      <a:pt x="43" y="65"/>
                      <a:pt x="43" y="65"/>
                    </a:cubicBezTo>
                    <a:cubicBezTo>
                      <a:pt x="43" y="65"/>
                      <a:pt x="47" y="62"/>
                      <a:pt x="47" y="59"/>
                    </a:cubicBezTo>
                    <a:cubicBezTo>
                      <a:pt x="47" y="55"/>
                      <a:pt x="39" y="48"/>
                      <a:pt x="39" y="41"/>
                    </a:cubicBezTo>
                    <a:cubicBezTo>
                      <a:pt x="39" y="41"/>
                      <a:pt x="39" y="41"/>
                      <a:pt x="39" y="41"/>
                    </a:cubicBezTo>
                    <a:cubicBezTo>
                      <a:pt x="39" y="40"/>
                      <a:pt x="39" y="39"/>
                      <a:pt x="40" y="38"/>
                    </a:cubicBezTo>
                    <a:cubicBezTo>
                      <a:pt x="38" y="38"/>
                      <a:pt x="38" y="38"/>
                      <a:pt x="38" y="38"/>
                    </a:cubicBezTo>
                    <a:cubicBezTo>
                      <a:pt x="38" y="40"/>
                      <a:pt x="38" y="42"/>
                      <a:pt x="38" y="42"/>
                    </a:cubicBezTo>
                    <a:cubicBezTo>
                      <a:pt x="38" y="43"/>
                      <a:pt x="38" y="43"/>
                      <a:pt x="38" y="43"/>
                    </a:cubicBezTo>
                    <a:cubicBezTo>
                      <a:pt x="38" y="43"/>
                      <a:pt x="38" y="43"/>
                      <a:pt x="38" y="43"/>
                    </a:cubicBezTo>
                    <a:cubicBezTo>
                      <a:pt x="38" y="43"/>
                      <a:pt x="38" y="43"/>
                      <a:pt x="38" y="43"/>
                    </a:cubicBezTo>
                    <a:cubicBezTo>
                      <a:pt x="38" y="43"/>
                      <a:pt x="38" y="43"/>
                      <a:pt x="38" y="43"/>
                    </a:cubicBezTo>
                    <a:cubicBezTo>
                      <a:pt x="38" y="43"/>
                      <a:pt x="38" y="43"/>
                      <a:pt x="38" y="43"/>
                    </a:cubicBezTo>
                    <a:cubicBezTo>
                      <a:pt x="37" y="43"/>
                      <a:pt x="37" y="43"/>
                      <a:pt x="37" y="43"/>
                    </a:cubicBezTo>
                    <a:cubicBezTo>
                      <a:pt x="38" y="44"/>
                      <a:pt x="38" y="44"/>
                      <a:pt x="38" y="44"/>
                    </a:cubicBezTo>
                    <a:cubicBezTo>
                      <a:pt x="39" y="51"/>
                      <a:pt x="45" y="53"/>
                      <a:pt x="45" y="58"/>
                    </a:cubicBezTo>
                    <a:cubicBezTo>
                      <a:pt x="45" y="59"/>
                      <a:pt x="45" y="59"/>
                      <a:pt x="45" y="59"/>
                    </a:cubicBezTo>
                    <a:cubicBezTo>
                      <a:pt x="45" y="59"/>
                      <a:pt x="44" y="62"/>
                      <a:pt x="42" y="62"/>
                    </a:cubicBezTo>
                    <a:cubicBezTo>
                      <a:pt x="42" y="62"/>
                      <a:pt x="42" y="62"/>
                      <a:pt x="42" y="62"/>
                    </a:cubicBezTo>
                    <a:cubicBezTo>
                      <a:pt x="42" y="62"/>
                      <a:pt x="42" y="62"/>
                      <a:pt x="42" y="62"/>
                    </a:cubicBezTo>
                    <a:cubicBezTo>
                      <a:pt x="41" y="61"/>
                      <a:pt x="41" y="61"/>
                      <a:pt x="41" y="61"/>
                    </a:cubicBezTo>
                    <a:cubicBezTo>
                      <a:pt x="40" y="60"/>
                      <a:pt x="40" y="60"/>
                      <a:pt x="40" y="60"/>
                    </a:cubicBezTo>
                    <a:cubicBezTo>
                      <a:pt x="39" y="58"/>
                      <a:pt x="39" y="57"/>
                      <a:pt x="37" y="56"/>
                    </a:cubicBezTo>
                    <a:cubicBezTo>
                      <a:pt x="36" y="54"/>
                      <a:pt x="33" y="52"/>
                      <a:pt x="33" y="50"/>
                    </a:cubicBezTo>
                    <a:cubicBezTo>
                      <a:pt x="32" y="49"/>
                      <a:pt x="31" y="48"/>
                      <a:pt x="31" y="47"/>
                    </a:cubicBezTo>
                    <a:cubicBezTo>
                      <a:pt x="31" y="46"/>
                      <a:pt x="31" y="46"/>
                      <a:pt x="31" y="46"/>
                    </a:cubicBezTo>
                    <a:cubicBezTo>
                      <a:pt x="30" y="46"/>
                      <a:pt x="30" y="45"/>
                      <a:pt x="29" y="45"/>
                    </a:cubicBezTo>
                    <a:cubicBezTo>
                      <a:pt x="30" y="47"/>
                      <a:pt x="30" y="49"/>
                      <a:pt x="30" y="49"/>
                    </a:cubicBezTo>
                    <a:cubicBezTo>
                      <a:pt x="30" y="49"/>
                      <a:pt x="30" y="49"/>
                      <a:pt x="30" y="49"/>
                    </a:cubicBezTo>
                    <a:cubicBezTo>
                      <a:pt x="29" y="49"/>
                      <a:pt x="29" y="49"/>
                      <a:pt x="29" y="49"/>
                    </a:cubicBezTo>
                    <a:cubicBezTo>
                      <a:pt x="27" y="49"/>
                      <a:pt x="25" y="46"/>
                      <a:pt x="24" y="46"/>
                    </a:cubicBezTo>
                    <a:cubicBezTo>
                      <a:pt x="24" y="46"/>
                      <a:pt x="24" y="46"/>
                      <a:pt x="24" y="46"/>
                    </a:cubicBezTo>
                    <a:cubicBezTo>
                      <a:pt x="21" y="49"/>
                      <a:pt x="21" y="49"/>
                      <a:pt x="21" y="49"/>
                    </a:cubicBezTo>
                    <a:cubicBezTo>
                      <a:pt x="21" y="51"/>
                      <a:pt x="21" y="51"/>
                      <a:pt x="21" y="51"/>
                    </a:cubicBezTo>
                    <a:cubicBezTo>
                      <a:pt x="21" y="51"/>
                      <a:pt x="21" y="51"/>
                      <a:pt x="21" y="51"/>
                    </a:cubicBezTo>
                    <a:cubicBezTo>
                      <a:pt x="20" y="51"/>
                      <a:pt x="20" y="51"/>
                      <a:pt x="20" y="51"/>
                    </a:cubicBezTo>
                    <a:lnTo>
                      <a:pt x="21" y="52"/>
                    </a:lnTo>
                    <a:close/>
                    <a:moveTo>
                      <a:pt x="9" y="62"/>
                    </a:moveTo>
                    <a:cubicBezTo>
                      <a:pt x="10" y="62"/>
                      <a:pt x="10" y="62"/>
                      <a:pt x="10" y="62"/>
                    </a:cubicBezTo>
                    <a:cubicBezTo>
                      <a:pt x="11" y="62"/>
                      <a:pt x="11" y="62"/>
                      <a:pt x="11" y="62"/>
                    </a:cubicBezTo>
                    <a:cubicBezTo>
                      <a:pt x="11" y="62"/>
                      <a:pt x="11" y="62"/>
                      <a:pt x="11" y="62"/>
                    </a:cubicBezTo>
                    <a:cubicBezTo>
                      <a:pt x="11" y="62"/>
                      <a:pt x="11" y="62"/>
                      <a:pt x="11" y="62"/>
                    </a:cubicBezTo>
                    <a:cubicBezTo>
                      <a:pt x="10" y="61"/>
                      <a:pt x="10" y="61"/>
                      <a:pt x="10" y="61"/>
                    </a:cubicBezTo>
                    <a:cubicBezTo>
                      <a:pt x="10" y="62"/>
                      <a:pt x="10" y="62"/>
                      <a:pt x="10" y="62"/>
                    </a:cubicBezTo>
                    <a:lnTo>
                      <a:pt x="9" y="62"/>
                    </a:lnTo>
                    <a:close/>
                    <a:moveTo>
                      <a:pt x="5" y="45"/>
                    </a:moveTo>
                    <a:cubicBezTo>
                      <a:pt x="4" y="46"/>
                      <a:pt x="4" y="46"/>
                      <a:pt x="4" y="46"/>
                    </a:cubicBezTo>
                    <a:cubicBezTo>
                      <a:pt x="5" y="46"/>
                      <a:pt x="5" y="46"/>
                      <a:pt x="5" y="46"/>
                    </a:cubicBezTo>
                    <a:cubicBezTo>
                      <a:pt x="5" y="46"/>
                      <a:pt x="5" y="46"/>
                      <a:pt x="5" y="46"/>
                    </a:cubicBezTo>
                    <a:cubicBezTo>
                      <a:pt x="5" y="46"/>
                      <a:pt x="5" y="46"/>
                      <a:pt x="5" y="46"/>
                    </a:cubicBezTo>
                    <a:cubicBezTo>
                      <a:pt x="5" y="45"/>
                      <a:pt x="5" y="45"/>
                      <a:pt x="5" y="45"/>
                    </a:cubicBezTo>
                    <a:close/>
                    <a:moveTo>
                      <a:pt x="8" y="48"/>
                    </a:moveTo>
                    <a:cubicBezTo>
                      <a:pt x="8" y="47"/>
                      <a:pt x="8" y="47"/>
                      <a:pt x="8" y="47"/>
                    </a:cubicBezTo>
                    <a:cubicBezTo>
                      <a:pt x="8" y="47"/>
                      <a:pt x="8" y="47"/>
                      <a:pt x="8" y="47"/>
                    </a:cubicBezTo>
                    <a:cubicBezTo>
                      <a:pt x="8" y="47"/>
                      <a:pt x="8" y="47"/>
                      <a:pt x="8" y="47"/>
                    </a:cubicBezTo>
                    <a:cubicBezTo>
                      <a:pt x="8" y="46"/>
                      <a:pt x="8" y="46"/>
                      <a:pt x="8" y="46"/>
                    </a:cubicBezTo>
                    <a:cubicBezTo>
                      <a:pt x="7" y="46"/>
                      <a:pt x="7" y="46"/>
                      <a:pt x="7" y="46"/>
                    </a:cubicBezTo>
                    <a:cubicBezTo>
                      <a:pt x="8" y="48"/>
                      <a:pt x="8" y="48"/>
                      <a:pt x="8" y="48"/>
                    </a:cubicBezTo>
                    <a:cubicBezTo>
                      <a:pt x="8" y="50"/>
                      <a:pt x="8" y="50"/>
                      <a:pt x="8" y="50"/>
                    </a:cubicBezTo>
                    <a:cubicBezTo>
                      <a:pt x="8" y="50"/>
                      <a:pt x="8" y="50"/>
                      <a:pt x="8" y="50"/>
                    </a:cubicBezTo>
                    <a:cubicBezTo>
                      <a:pt x="8" y="51"/>
                      <a:pt x="8" y="51"/>
                      <a:pt x="8" y="51"/>
                    </a:cubicBezTo>
                    <a:cubicBezTo>
                      <a:pt x="8" y="51"/>
                      <a:pt x="8" y="51"/>
                      <a:pt x="8" y="51"/>
                    </a:cubicBezTo>
                    <a:cubicBezTo>
                      <a:pt x="8" y="50"/>
                      <a:pt x="8" y="50"/>
                      <a:pt x="8" y="50"/>
                    </a:cubicBezTo>
                    <a:cubicBezTo>
                      <a:pt x="8" y="48"/>
                      <a:pt x="8" y="48"/>
                      <a:pt x="8" y="48"/>
                    </a:cubicBezTo>
                    <a:cubicBezTo>
                      <a:pt x="8" y="48"/>
                      <a:pt x="8" y="48"/>
                      <a:pt x="8" y="48"/>
                    </a:cubicBezTo>
                    <a:close/>
                    <a:moveTo>
                      <a:pt x="9" y="49"/>
                    </a:moveTo>
                    <a:cubicBezTo>
                      <a:pt x="9" y="49"/>
                      <a:pt x="9" y="49"/>
                      <a:pt x="9" y="49"/>
                    </a:cubicBezTo>
                    <a:cubicBezTo>
                      <a:pt x="9" y="49"/>
                      <a:pt x="9" y="49"/>
                      <a:pt x="9" y="49"/>
                    </a:cubicBezTo>
                    <a:cubicBezTo>
                      <a:pt x="9" y="48"/>
                      <a:pt x="9" y="48"/>
                      <a:pt x="9" y="48"/>
                    </a:cubicBezTo>
                    <a:cubicBezTo>
                      <a:pt x="9" y="48"/>
                      <a:pt x="9" y="48"/>
                      <a:pt x="9" y="48"/>
                    </a:cubicBezTo>
                    <a:cubicBezTo>
                      <a:pt x="9" y="48"/>
                      <a:pt x="9" y="48"/>
                      <a:pt x="9" y="48"/>
                    </a:cubicBezTo>
                    <a:cubicBezTo>
                      <a:pt x="8" y="50"/>
                      <a:pt x="8" y="50"/>
                      <a:pt x="8" y="50"/>
                    </a:cubicBezTo>
                    <a:cubicBezTo>
                      <a:pt x="8" y="50"/>
                      <a:pt x="8" y="50"/>
                      <a:pt x="8" y="50"/>
                    </a:cubicBezTo>
                    <a:cubicBezTo>
                      <a:pt x="9" y="50"/>
                      <a:pt x="9" y="50"/>
                      <a:pt x="9" y="50"/>
                    </a:cubicBezTo>
                    <a:lnTo>
                      <a:pt x="9" y="49"/>
                    </a:lnTo>
                    <a:close/>
                    <a:moveTo>
                      <a:pt x="13" y="51"/>
                    </a:moveTo>
                    <a:cubicBezTo>
                      <a:pt x="13" y="51"/>
                      <a:pt x="13" y="51"/>
                      <a:pt x="13" y="51"/>
                    </a:cubicBezTo>
                    <a:cubicBezTo>
                      <a:pt x="12" y="52"/>
                      <a:pt x="11" y="52"/>
                      <a:pt x="11" y="52"/>
                    </a:cubicBezTo>
                    <a:cubicBezTo>
                      <a:pt x="9" y="53"/>
                      <a:pt x="9" y="53"/>
                      <a:pt x="9" y="53"/>
                    </a:cubicBezTo>
                    <a:cubicBezTo>
                      <a:pt x="9" y="53"/>
                      <a:pt x="9" y="53"/>
                      <a:pt x="9" y="53"/>
                    </a:cubicBezTo>
                    <a:cubicBezTo>
                      <a:pt x="9" y="53"/>
                      <a:pt x="9" y="53"/>
                      <a:pt x="9" y="53"/>
                    </a:cubicBezTo>
                    <a:cubicBezTo>
                      <a:pt x="9" y="53"/>
                      <a:pt x="9" y="53"/>
                      <a:pt x="9" y="53"/>
                    </a:cubicBezTo>
                    <a:cubicBezTo>
                      <a:pt x="8" y="52"/>
                      <a:pt x="8" y="52"/>
                      <a:pt x="8" y="52"/>
                    </a:cubicBezTo>
                    <a:cubicBezTo>
                      <a:pt x="8" y="52"/>
                      <a:pt x="8" y="52"/>
                      <a:pt x="8" y="52"/>
                    </a:cubicBezTo>
                    <a:cubicBezTo>
                      <a:pt x="8" y="51"/>
                      <a:pt x="8" y="51"/>
                      <a:pt x="8" y="51"/>
                    </a:cubicBezTo>
                    <a:cubicBezTo>
                      <a:pt x="7" y="50"/>
                      <a:pt x="7" y="50"/>
                      <a:pt x="7" y="50"/>
                    </a:cubicBezTo>
                    <a:cubicBezTo>
                      <a:pt x="7" y="50"/>
                      <a:pt x="7" y="50"/>
                      <a:pt x="7" y="50"/>
                    </a:cubicBezTo>
                    <a:cubicBezTo>
                      <a:pt x="7" y="48"/>
                      <a:pt x="7" y="48"/>
                      <a:pt x="7" y="48"/>
                    </a:cubicBezTo>
                    <a:cubicBezTo>
                      <a:pt x="7" y="46"/>
                      <a:pt x="7" y="46"/>
                      <a:pt x="7" y="46"/>
                    </a:cubicBezTo>
                    <a:cubicBezTo>
                      <a:pt x="6" y="45"/>
                      <a:pt x="6" y="45"/>
                      <a:pt x="6" y="45"/>
                    </a:cubicBezTo>
                    <a:cubicBezTo>
                      <a:pt x="6" y="45"/>
                      <a:pt x="6" y="45"/>
                      <a:pt x="6" y="45"/>
                    </a:cubicBezTo>
                    <a:cubicBezTo>
                      <a:pt x="5" y="46"/>
                      <a:pt x="5" y="46"/>
                      <a:pt x="5" y="46"/>
                    </a:cubicBezTo>
                    <a:cubicBezTo>
                      <a:pt x="6" y="49"/>
                      <a:pt x="6" y="49"/>
                      <a:pt x="6" y="49"/>
                    </a:cubicBezTo>
                    <a:cubicBezTo>
                      <a:pt x="7" y="52"/>
                      <a:pt x="7" y="52"/>
                      <a:pt x="7" y="52"/>
                    </a:cubicBezTo>
                    <a:cubicBezTo>
                      <a:pt x="8" y="55"/>
                      <a:pt x="8" y="55"/>
                      <a:pt x="8" y="55"/>
                    </a:cubicBezTo>
                    <a:cubicBezTo>
                      <a:pt x="8" y="56"/>
                      <a:pt x="9" y="57"/>
                      <a:pt x="9" y="58"/>
                    </a:cubicBezTo>
                    <a:cubicBezTo>
                      <a:pt x="9" y="60"/>
                      <a:pt x="9" y="60"/>
                      <a:pt x="9" y="60"/>
                    </a:cubicBezTo>
                    <a:cubicBezTo>
                      <a:pt x="11" y="61"/>
                      <a:pt x="11" y="61"/>
                      <a:pt x="11" y="61"/>
                    </a:cubicBezTo>
                    <a:cubicBezTo>
                      <a:pt x="11" y="60"/>
                      <a:pt x="11" y="60"/>
                      <a:pt x="11" y="60"/>
                    </a:cubicBezTo>
                    <a:cubicBezTo>
                      <a:pt x="11" y="60"/>
                      <a:pt x="11" y="60"/>
                      <a:pt x="11" y="60"/>
                    </a:cubicBezTo>
                    <a:cubicBezTo>
                      <a:pt x="11" y="59"/>
                      <a:pt x="11" y="59"/>
                      <a:pt x="11" y="59"/>
                    </a:cubicBezTo>
                    <a:cubicBezTo>
                      <a:pt x="9" y="57"/>
                      <a:pt x="9" y="57"/>
                      <a:pt x="9" y="57"/>
                    </a:cubicBezTo>
                    <a:cubicBezTo>
                      <a:pt x="9" y="56"/>
                      <a:pt x="9" y="56"/>
                      <a:pt x="9" y="56"/>
                    </a:cubicBezTo>
                    <a:cubicBezTo>
                      <a:pt x="9" y="55"/>
                      <a:pt x="9" y="55"/>
                      <a:pt x="9" y="55"/>
                    </a:cubicBezTo>
                    <a:cubicBezTo>
                      <a:pt x="9" y="55"/>
                      <a:pt x="10" y="55"/>
                      <a:pt x="11" y="54"/>
                    </a:cubicBezTo>
                    <a:cubicBezTo>
                      <a:pt x="12" y="54"/>
                      <a:pt x="12" y="53"/>
                      <a:pt x="13" y="53"/>
                    </a:cubicBezTo>
                    <a:cubicBezTo>
                      <a:pt x="15" y="53"/>
                      <a:pt x="15" y="53"/>
                      <a:pt x="15" y="53"/>
                    </a:cubicBezTo>
                    <a:cubicBezTo>
                      <a:pt x="15" y="52"/>
                      <a:pt x="15" y="52"/>
                      <a:pt x="15" y="52"/>
                    </a:cubicBezTo>
                    <a:cubicBezTo>
                      <a:pt x="15" y="52"/>
                      <a:pt x="15" y="52"/>
                      <a:pt x="15" y="52"/>
                    </a:cubicBezTo>
                    <a:cubicBezTo>
                      <a:pt x="14" y="52"/>
                      <a:pt x="14" y="52"/>
                      <a:pt x="14" y="52"/>
                    </a:cubicBezTo>
                    <a:lnTo>
                      <a:pt x="13" y="51"/>
                    </a:lnTo>
                    <a:close/>
                    <a:moveTo>
                      <a:pt x="13" y="47"/>
                    </a:moveTo>
                    <a:cubicBezTo>
                      <a:pt x="14" y="49"/>
                      <a:pt x="14" y="49"/>
                      <a:pt x="14" y="49"/>
                    </a:cubicBezTo>
                    <a:cubicBezTo>
                      <a:pt x="15" y="49"/>
                      <a:pt x="15" y="49"/>
                      <a:pt x="15" y="49"/>
                    </a:cubicBezTo>
                    <a:cubicBezTo>
                      <a:pt x="14" y="49"/>
                      <a:pt x="14" y="49"/>
                      <a:pt x="14" y="49"/>
                    </a:cubicBezTo>
                    <a:cubicBezTo>
                      <a:pt x="14" y="51"/>
                      <a:pt x="14" y="51"/>
                      <a:pt x="14" y="51"/>
                    </a:cubicBezTo>
                    <a:cubicBezTo>
                      <a:pt x="14" y="52"/>
                      <a:pt x="14" y="52"/>
                      <a:pt x="14" y="52"/>
                    </a:cubicBezTo>
                    <a:cubicBezTo>
                      <a:pt x="15" y="52"/>
                      <a:pt x="15" y="52"/>
                      <a:pt x="15" y="52"/>
                    </a:cubicBezTo>
                    <a:cubicBezTo>
                      <a:pt x="15" y="52"/>
                      <a:pt x="15" y="52"/>
                      <a:pt x="15" y="52"/>
                    </a:cubicBezTo>
                    <a:cubicBezTo>
                      <a:pt x="15" y="52"/>
                      <a:pt x="15" y="52"/>
                      <a:pt x="15" y="52"/>
                    </a:cubicBezTo>
                    <a:cubicBezTo>
                      <a:pt x="15" y="52"/>
                      <a:pt x="15" y="52"/>
                      <a:pt x="15" y="52"/>
                    </a:cubicBezTo>
                    <a:cubicBezTo>
                      <a:pt x="15" y="53"/>
                      <a:pt x="15" y="54"/>
                      <a:pt x="16" y="55"/>
                    </a:cubicBezTo>
                    <a:cubicBezTo>
                      <a:pt x="16" y="54"/>
                      <a:pt x="18" y="51"/>
                      <a:pt x="20" y="50"/>
                    </a:cubicBezTo>
                    <a:cubicBezTo>
                      <a:pt x="20" y="50"/>
                      <a:pt x="20" y="50"/>
                      <a:pt x="20" y="50"/>
                    </a:cubicBezTo>
                    <a:cubicBezTo>
                      <a:pt x="20" y="50"/>
                      <a:pt x="20" y="50"/>
                      <a:pt x="20" y="50"/>
                    </a:cubicBezTo>
                    <a:cubicBezTo>
                      <a:pt x="20" y="48"/>
                      <a:pt x="20" y="48"/>
                      <a:pt x="20" y="48"/>
                    </a:cubicBezTo>
                    <a:cubicBezTo>
                      <a:pt x="21" y="47"/>
                      <a:pt x="21" y="47"/>
                      <a:pt x="21" y="47"/>
                    </a:cubicBezTo>
                    <a:cubicBezTo>
                      <a:pt x="21" y="45"/>
                      <a:pt x="21" y="45"/>
                      <a:pt x="21" y="45"/>
                    </a:cubicBezTo>
                    <a:cubicBezTo>
                      <a:pt x="22" y="45"/>
                      <a:pt x="22" y="45"/>
                      <a:pt x="22" y="45"/>
                    </a:cubicBezTo>
                    <a:cubicBezTo>
                      <a:pt x="21" y="47"/>
                      <a:pt x="21" y="47"/>
                      <a:pt x="21" y="47"/>
                    </a:cubicBezTo>
                    <a:cubicBezTo>
                      <a:pt x="21" y="48"/>
                      <a:pt x="21" y="48"/>
                      <a:pt x="21" y="48"/>
                    </a:cubicBezTo>
                    <a:cubicBezTo>
                      <a:pt x="23" y="46"/>
                      <a:pt x="23" y="46"/>
                      <a:pt x="23" y="46"/>
                    </a:cubicBezTo>
                    <a:cubicBezTo>
                      <a:pt x="24" y="45"/>
                      <a:pt x="24" y="45"/>
                      <a:pt x="24" y="45"/>
                    </a:cubicBezTo>
                    <a:cubicBezTo>
                      <a:pt x="24" y="45"/>
                      <a:pt x="24" y="45"/>
                      <a:pt x="24" y="45"/>
                    </a:cubicBezTo>
                    <a:cubicBezTo>
                      <a:pt x="24" y="45"/>
                      <a:pt x="24" y="45"/>
                      <a:pt x="24" y="45"/>
                    </a:cubicBezTo>
                    <a:cubicBezTo>
                      <a:pt x="24" y="45"/>
                      <a:pt x="26" y="47"/>
                      <a:pt x="29" y="48"/>
                    </a:cubicBezTo>
                    <a:cubicBezTo>
                      <a:pt x="26" y="44"/>
                      <a:pt x="26" y="44"/>
                      <a:pt x="26" y="44"/>
                    </a:cubicBezTo>
                    <a:cubicBezTo>
                      <a:pt x="23" y="43"/>
                      <a:pt x="22" y="41"/>
                      <a:pt x="22" y="41"/>
                    </a:cubicBezTo>
                    <a:cubicBezTo>
                      <a:pt x="22" y="41"/>
                      <a:pt x="22" y="41"/>
                      <a:pt x="22" y="41"/>
                    </a:cubicBezTo>
                    <a:cubicBezTo>
                      <a:pt x="21" y="41"/>
                      <a:pt x="21" y="41"/>
                      <a:pt x="21" y="41"/>
                    </a:cubicBezTo>
                    <a:cubicBezTo>
                      <a:pt x="21" y="41"/>
                      <a:pt x="21" y="41"/>
                      <a:pt x="21" y="41"/>
                    </a:cubicBezTo>
                    <a:cubicBezTo>
                      <a:pt x="23" y="41"/>
                      <a:pt x="23" y="41"/>
                      <a:pt x="23" y="41"/>
                    </a:cubicBezTo>
                    <a:cubicBezTo>
                      <a:pt x="23" y="41"/>
                      <a:pt x="23" y="41"/>
                      <a:pt x="23" y="41"/>
                    </a:cubicBezTo>
                    <a:cubicBezTo>
                      <a:pt x="23" y="40"/>
                      <a:pt x="23" y="40"/>
                      <a:pt x="23" y="40"/>
                    </a:cubicBezTo>
                    <a:cubicBezTo>
                      <a:pt x="24" y="40"/>
                      <a:pt x="24" y="40"/>
                      <a:pt x="24" y="40"/>
                    </a:cubicBezTo>
                    <a:cubicBezTo>
                      <a:pt x="24" y="40"/>
                      <a:pt x="24" y="40"/>
                      <a:pt x="24" y="40"/>
                    </a:cubicBezTo>
                    <a:cubicBezTo>
                      <a:pt x="24" y="40"/>
                      <a:pt x="24" y="40"/>
                      <a:pt x="24" y="40"/>
                    </a:cubicBezTo>
                    <a:cubicBezTo>
                      <a:pt x="25" y="40"/>
                      <a:pt x="25" y="40"/>
                      <a:pt x="25" y="40"/>
                    </a:cubicBezTo>
                    <a:cubicBezTo>
                      <a:pt x="26" y="41"/>
                      <a:pt x="26" y="41"/>
                      <a:pt x="26" y="41"/>
                    </a:cubicBezTo>
                    <a:cubicBezTo>
                      <a:pt x="27" y="41"/>
                      <a:pt x="28" y="41"/>
                      <a:pt x="28" y="41"/>
                    </a:cubicBezTo>
                    <a:cubicBezTo>
                      <a:pt x="28" y="41"/>
                      <a:pt x="28" y="41"/>
                      <a:pt x="28" y="41"/>
                    </a:cubicBezTo>
                    <a:cubicBezTo>
                      <a:pt x="29" y="41"/>
                      <a:pt x="29" y="41"/>
                      <a:pt x="29" y="41"/>
                    </a:cubicBezTo>
                    <a:cubicBezTo>
                      <a:pt x="29" y="41"/>
                      <a:pt x="29" y="41"/>
                      <a:pt x="29" y="41"/>
                    </a:cubicBezTo>
                    <a:cubicBezTo>
                      <a:pt x="30" y="40"/>
                      <a:pt x="30" y="40"/>
                      <a:pt x="30" y="40"/>
                    </a:cubicBezTo>
                    <a:cubicBezTo>
                      <a:pt x="30" y="38"/>
                      <a:pt x="30" y="38"/>
                      <a:pt x="30" y="38"/>
                    </a:cubicBezTo>
                    <a:cubicBezTo>
                      <a:pt x="31" y="38"/>
                      <a:pt x="31" y="38"/>
                      <a:pt x="31" y="38"/>
                    </a:cubicBezTo>
                    <a:cubicBezTo>
                      <a:pt x="31" y="38"/>
                      <a:pt x="31" y="38"/>
                      <a:pt x="31" y="38"/>
                    </a:cubicBezTo>
                    <a:cubicBezTo>
                      <a:pt x="31" y="38"/>
                      <a:pt x="31" y="38"/>
                      <a:pt x="31" y="38"/>
                    </a:cubicBezTo>
                    <a:cubicBezTo>
                      <a:pt x="33" y="38"/>
                      <a:pt x="33" y="38"/>
                      <a:pt x="33" y="38"/>
                    </a:cubicBezTo>
                    <a:cubicBezTo>
                      <a:pt x="34" y="38"/>
                      <a:pt x="34" y="38"/>
                      <a:pt x="34" y="38"/>
                    </a:cubicBezTo>
                    <a:cubicBezTo>
                      <a:pt x="34" y="38"/>
                      <a:pt x="34" y="38"/>
                      <a:pt x="34" y="38"/>
                    </a:cubicBezTo>
                    <a:cubicBezTo>
                      <a:pt x="34" y="35"/>
                      <a:pt x="34" y="35"/>
                      <a:pt x="34" y="35"/>
                    </a:cubicBezTo>
                    <a:cubicBezTo>
                      <a:pt x="34" y="35"/>
                      <a:pt x="34" y="35"/>
                      <a:pt x="34" y="35"/>
                    </a:cubicBezTo>
                    <a:cubicBezTo>
                      <a:pt x="34" y="34"/>
                      <a:pt x="34" y="34"/>
                      <a:pt x="34" y="34"/>
                    </a:cubicBezTo>
                    <a:cubicBezTo>
                      <a:pt x="34" y="34"/>
                      <a:pt x="34" y="34"/>
                      <a:pt x="34" y="34"/>
                    </a:cubicBezTo>
                    <a:cubicBezTo>
                      <a:pt x="34" y="34"/>
                      <a:pt x="34" y="34"/>
                      <a:pt x="34" y="34"/>
                    </a:cubicBezTo>
                    <a:cubicBezTo>
                      <a:pt x="36" y="34"/>
                      <a:pt x="36" y="34"/>
                      <a:pt x="36" y="34"/>
                    </a:cubicBezTo>
                    <a:cubicBezTo>
                      <a:pt x="36" y="34"/>
                      <a:pt x="36" y="34"/>
                      <a:pt x="36" y="34"/>
                    </a:cubicBezTo>
                    <a:cubicBezTo>
                      <a:pt x="36" y="34"/>
                      <a:pt x="36" y="34"/>
                      <a:pt x="36" y="34"/>
                    </a:cubicBezTo>
                    <a:cubicBezTo>
                      <a:pt x="36" y="32"/>
                      <a:pt x="36" y="32"/>
                      <a:pt x="36" y="32"/>
                    </a:cubicBezTo>
                    <a:cubicBezTo>
                      <a:pt x="36" y="32"/>
                      <a:pt x="36" y="32"/>
                      <a:pt x="36" y="32"/>
                    </a:cubicBezTo>
                    <a:cubicBezTo>
                      <a:pt x="36" y="32"/>
                      <a:pt x="36" y="32"/>
                      <a:pt x="36" y="32"/>
                    </a:cubicBezTo>
                    <a:cubicBezTo>
                      <a:pt x="35" y="32"/>
                      <a:pt x="35" y="32"/>
                      <a:pt x="35" y="32"/>
                    </a:cubicBezTo>
                    <a:cubicBezTo>
                      <a:pt x="36" y="31"/>
                      <a:pt x="36" y="31"/>
                      <a:pt x="36" y="31"/>
                    </a:cubicBezTo>
                    <a:cubicBezTo>
                      <a:pt x="36" y="31"/>
                      <a:pt x="36" y="31"/>
                      <a:pt x="36" y="31"/>
                    </a:cubicBezTo>
                    <a:cubicBezTo>
                      <a:pt x="36" y="31"/>
                      <a:pt x="36" y="31"/>
                      <a:pt x="36" y="31"/>
                    </a:cubicBezTo>
                    <a:cubicBezTo>
                      <a:pt x="38" y="30"/>
                      <a:pt x="38" y="30"/>
                      <a:pt x="38" y="30"/>
                    </a:cubicBezTo>
                    <a:cubicBezTo>
                      <a:pt x="38" y="28"/>
                      <a:pt x="38" y="28"/>
                      <a:pt x="38" y="28"/>
                    </a:cubicBezTo>
                    <a:cubicBezTo>
                      <a:pt x="38" y="28"/>
                      <a:pt x="38" y="28"/>
                      <a:pt x="38" y="28"/>
                    </a:cubicBezTo>
                    <a:cubicBezTo>
                      <a:pt x="37" y="28"/>
                      <a:pt x="37" y="28"/>
                      <a:pt x="37" y="28"/>
                    </a:cubicBezTo>
                    <a:cubicBezTo>
                      <a:pt x="36" y="28"/>
                      <a:pt x="36" y="28"/>
                      <a:pt x="36" y="28"/>
                    </a:cubicBezTo>
                    <a:cubicBezTo>
                      <a:pt x="37" y="26"/>
                      <a:pt x="37" y="26"/>
                      <a:pt x="37" y="26"/>
                    </a:cubicBezTo>
                    <a:cubicBezTo>
                      <a:pt x="37" y="26"/>
                      <a:pt x="37" y="26"/>
                      <a:pt x="37" y="26"/>
                    </a:cubicBezTo>
                    <a:cubicBezTo>
                      <a:pt x="38" y="27"/>
                      <a:pt x="38" y="27"/>
                      <a:pt x="38" y="27"/>
                    </a:cubicBezTo>
                    <a:cubicBezTo>
                      <a:pt x="39" y="25"/>
                      <a:pt x="39" y="25"/>
                      <a:pt x="39" y="25"/>
                    </a:cubicBezTo>
                    <a:cubicBezTo>
                      <a:pt x="38" y="24"/>
                      <a:pt x="38" y="24"/>
                      <a:pt x="38" y="24"/>
                    </a:cubicBezTo>
                    <a:cubicBezTo>
                      <a:pt x="37" y="24"/>
                      <a:pt x="37" y="24"/>
                      <a:pt x="37" y="24"/>
                    </a:cubicBezTo>
                    <a:cubicBezTo>
                      <a:pt x="37" y="25"/>
                      <a:pt x="37" y="25"/>
                      <a:pt x="37" y="25"/>
                    </a:cubicBezTo>
                    <a:cubicBezTo>
                      <a:pt x="37" y="23"/>
                      <a:pt x="37" y="23"/>
                      <a:pt x="37" y="23"/>
                    </a:cubicBezTo>
                    <a:cubicBezTo>
                      <a:pt x="37" y="23"/>
                      <a:pt x="37" y="23"/>
                      <a:pt x="37" y="23"/>
                    </a:cubicBezTo>
                    <a:cubicBezTo>
                      <a:pt x="37" y="23"/>
                      <a:pt x="37" y="23"/>
                      <a:pt x="37" y="23"/>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6" y="20"/>
                      <a:pt x="36" y="20"/>
                      <a:pt x="36" y="20"/>
                    </a:cubicBezTo>
                    <a:cubicBezTo>
                      <a:pt x="36" y="20"/>
                      <a:pt x="36" y="20"/>
                      <a:pt x="36" y="20"/>
                    </a:cubicBezTo>
                    <a:cubicBezTo>
                      <a:pt x="36" y="20"/>
                      <a:pt x="37" y="19"/>
                      <a:pt x="37" y="18"/>
                    </a:cubicBezTo>
                    <a:cubicBezTo>
                      <a:pt x="36" y="16"/>
                      <a:pt x="36" y="16"/>
                      <a:pt x="36" y="16"/>
                    </a:cubicBezTo>
                    <a:cubicBezTo>
                      <a:pt x="36" y="16"/>
                      <a:pt x="36" y="16"/>
                      <a:pt x="36" y="16"/>
                    </a:cubicBezTo>
                    <a:cubicBezTo>
                      <a:pt x="36" y="17"/>
                      <a:pt x="36" y="18"/>
                      <a:pt x="35" y="19"/>
                    </a:cubicBezTo>
                    <a:cubicBezTo>
                      <a:pt x="35" y="20"/>
                      <a:pt x="34" y="21"/>
                      <a:pt x="32" y="22"/>
                    </a:cubicBezTo>
                    <a:cubicBezTo>
                      <a:pt x="31" y="23"/>
                      <a:pt x="30" y="24"/>
                      <a:pt x="30" y="25"/>
                    </a:cubicBezTo>
                    <a:cubicBezTo>
                      <a:pt x="30" y="25"/>
                      <a:pt x="30" y="25"/>
                      <a:pt x="30" y="25"/>
                    </a:cubicBezTo>
                    <a:cubicBezTo>
                      <a:pt x="30" y="26"/>
                      <a:pt x="30" y="26"/>
                      <a:pt x="30" y="26"/>
                    </a:cubicBezTo>
                    <a:cubicBezTo>
                      <a:pt x="30" y="26"/>
                      <a:pt x="31" y="28"/>
                      <a:pt x="32" y="28"/>
                    </a:cubicBezTo>
                    <a:cubicBezTo>
                      <a:pt x="32" y="28"/>
                      <a:pt x="32" y="28"/>
                      <a:pt x="32" y="28"/>
                    </a:cubicBezTo>
                    <a:cubicBezTo>
                      <a:pt x="32" y="28"/>
                      <a:pt x="32" y="28"/>
                      <a:pt x="32" y="28"/>
                    </a:cubicBezTo>
                    <a:cubicBezTo>
                      <a:pt x="32" y="28"/>
                      <a:pt x="32" y="28"/>
                      <a:pt x="32" y="28"/>
                    </a:cubicBezTo>
                    <a:cubicBezTo>
                      <a:pt x="32" y="29"/>
                      <a:pt x="32" y="29"/>
                      <a:pt x="32" y="29"/>
                    </a:cubicBezTo>
                    <a:cubicBezTo>
                      <a:pt x="32" y="31"/>
                      <a:pt x="32" y="33"/>
                      <a:pt x="29" y="33"/>
                    </a:cubicBezTo>
                    <a:cubicBezTo>
                      <a:pt x="29" y="33"/>
                      <a:pt x="29" y="33"/>
                      <a:pt x="29" y="33"/>
                    </a:cubicBezTo>
                    <a:cubicBezTo>
                      <a:pt x="29" y="33"/>
                      <a:pt x="26" y="35"/>
                      <a:pt x="25" y="35"/>
                    </a:cubicBezTo>
                    <a:cubicBezTo>
                      <a:pt x="25" y="35"/>
                      <a:pt x="25" y="35"/>
                      <a:pt x="25" y="35"/>
                    </a:cubicBezTo>
                    <a:cubicBezTo>
                      <a:pt x="24" y="35"/>
                      <a:pt x="24" y="35"/>
                      <a:pt x="24" y="35"/>
                    </a:cubicBezTo>
                    <a:cubicBezTo>
                      <a:pt x="23" y="34"/>
                      <a:pt x="23" y="34"/>
                      <a:pt x="23" y="34"/>
                    </a:cubicBezTo>
                    <a:cubicBezTo>
                      <a:pt x="22" y="36"/>
                      <a:pt x="22" y="36"/>
                      <a:pt x="22" y="36"/>
                    </a:cubicBezTo>
                    <a:cubicBezTo>
                      <a:pt x="21" y="36"/>
                      <a:pt x="21" y="36"/>
                      <a:pt x="21" y="36"/>
                    </a:cubicBezTo>
                    <a:cubicBezTo>
                      <a:pt x="21" y="34"/>
                      <a:pt x="21" y="34"/>
                      <a:pt x="21" y="34"/>
                    </a:cubicBezTo>
                    <a:cubicBezTo>
                      <a:pt x="20" y="34"/>
                      <a:pt x="20" y="34"/>
                      <a:pt x="20" y="34"/>
                    </a:cubicBezTo>
                    <a:cubicBezTo>
                      <a:pt x="20" y="33"/>
                      <a:pt x="20" y="33"/>
                      <a:pt x="20" y="33"/>
                    </a:cubicBezTo>
                    <a:cubicBezTo>
                      <a:pt x="19" y="35"/>
                      <a:pt x="19" y="35"/>
                      <a:pt x="19" y="35"/>
                    </a:cubicBezTo>
                    <a:cubicBezTo>
                      <a:pt x="18" y="36"/>
                      <a:pt x="18" y="36"/>
                      <a:pt x="18" y="36"/>
                    </a:cubicBezTo>
                    <a:cubicBezTo>
                      <a:pt x="18" y="38"/>
                      <a:pt x="18" y="38"/>
                      <a:pt x="18" y="38"/>
                    </a:cubicBezTo>
                    <a:cubicBezTo>
                      <a:pt x="17" y="39"/>
                      <a:pt x="17" y="39"/>
                      <a:pt x="17" y="39"/>
                    </a:cubicBezTo>
                    <a:cubicBezTo>
                      <a:pt x="17" y="41"/>
                      <a:pt x="18" y="43"/>
                      <a:pt x="18" y="44"/>
                    </a:cubicBezTo>
                    <a:cubicBezTo>
                      <a:pt x="18" y="45"/>
                      <a:pt x="18" y="45"/>
                      <a:pt x="18" y="45"/>
                    </a:cubicBezTo>
                    <a:cubicBezTo>
                      <a:pt x="18" y="46"/>
                      <a:pt x="17" y="48"/>
                      <a:pt x="17" y="48"/>
                    </a:cubicBezTo>
                    <a:cubicBezTo>
                      <a:pt x="17" y="49"/>
                      <a:pt x="17" y="49"/>
                      <a:pt x="17" y="49"/>
                    </a:cubicBezTo>
                    <a:cubicBezTo>
                      <a:pt x="16" y="48"/>
                      <a:pt x="16" y="48"/>
                      <a:pt x="16" y="48"/>
                    </a:cubicBezTo>
                    <a:cubicBezTo>
                      <a:pt x="16" y="48"/>
                      <a:pt x="16" y="48"/>
                      <a:pt x="16" y="48"/>
                    </a:cubicBezTo>
                    <a:cubicBezTo>
                      <a:pt x="16" y="48"/>
                      <a:pt x="15" y="48"/>
                      <a:pt x="13" y="47"/>
                    </a:cubicBezTo>
                    <a:moveTo>
                      <a:pt x="37" y="27"/>
                    </a:moveTo>
                    <a:cubicBezTo>
                      <a:pt x="37" y="27"/>
                      <a:pt x="37" y="27"/>
                      <a:pt x="37" y="27"/>
                    </a:cubicBezTo>
                    <a:cubicBezTo>
                      <a:pt x="37" y="27"/>
                      <a:pt x="37" y="27"/>
                      <a:pt x="37" y="27"/>
                    </a:cubicBezTo>
                    <a:close/>
                    <a:moveTo>
                      <a:pt x="13" y="42"/>
                    </a:moveTo>
                    <a:cubicBezTo>
                      <a:pt x="14" y="45"/>
                      <a:pt x="16" y="47"/>
                      <a:pt x="17" y="48"/>
                    </a:cubicBezTo>
                    <a:cubicBezTo>
                      <a:pt x="17" y="47"/>
                      <a:pt x="18" y="46"/>
                      <a:pt x="18" y="45"/>
                    </a:cubicBezTo>
                    <a:cubicBezTo>
                      <a:pt x="18" y="44"/>
                      <a:pt x="18" y="44"/>
                      <a:pt x="18" y="44"/>
                    </a:cubicBezTo>
                    <a:cubicBezTo>
                      <a:pt x="18" y="43"/>
                      <a:pt x="17" y="41"/>
                      <a:pt x="17" y="39"/>
                    </a:cubicBezTo>
                    <a:cubicBezTo>
                      <a:pt x="17" y="38"/>
                      <a:pt x="17" y="38"/>
                      <a:pt x="17" y="38"/>
                    </a:cubicBezTo>
                    <a:cubicBezTo>
                      <a:pt x="17" y="37"/>
                      <a:pt x="17" y="37"/>
                      <a:pt x="17" y="37"/>
                    </a:cubicBezTo>
                    <a:cubicBezTo>
                      <a:pt x="17" y="36"/>
                      <a:pt x="17" y="36"/>
                      <a:pt x="17" y="36"/>
                    </a:cubicBezTo>
                    <a:cubicBezTo>
                      <a:pt x="17" y="35"/>
                      <a:pt x="17" y="35"/>
                      <a:pt x="17" y="35"/>
                    </a:cubicBezTo>
                    <a:cubicBezTo>
                      <a:pt x="16" y="34"/>
                      <a:pt x="16" y="34"/>
                      <a:pt x="16" y="34"/>
                    </a:cubicBezTo>
                    <a:cubicBezTo>
                      <a:pt x="14" y="36"/>
                      <a:pt x="14" y="36"/>
                      <a:pt x="14" y="36"/>
                    </a:cubicBezTo>
                    <a:cubicBezTo>
                      <a:pt x="12" y="37"/>
                      <a:pt x="12" y="37"/>
                      <a:pt x="12" y="37"/>
                    </a:cubicBezTo>
                    <a:cubicBezTo>
                      <a:pt x="12" y="39"/>
                      <a:pt x="12" y="39"/>
                      <a:pt x="12" y="39"/>
                    </a:cubicBezTo>
                    <a:cubicBezTo>
                      <a:pt x="12" y="40"/>
                      <a:pt x="12" y="41"/>
                      <a:pt x="13" y="42"/>
                    </a:cubicBezTo>
                    <a:moveTo>
                      <a:pt x="4" y="32"/>
                    </a:moveTo>
                    <a:cubicBezTo>
                      <a:pt x="5" y="32"/>
                      <a:pt x="5" y="32"/>
                      <a:pt x="5" y="32"/>
                    </a:cubicBezTo>
                    <a:cubicBezTo>
                      <a:pt x="7" y="32"/>
                      <a:pt x="7" y="32"/>
                      <a:pt x="7" y="32"/>
                    </a:cubicBezTo>
                    <a:cubicBezTo>
                      <a:pt x="8" y="33"/>
                      <a:pt x="8" y="35"/>
                      <a:pt x="8" y="36"/>
                    </a:cubicBezTo>
                    <a:cubicBezTo>
                      <a:pt x="8" y="37"/>
                      <a:pt x="8" y="37"/>
                      <a:pt x="8" y="37"/>
                    </a:cubicBezTo>
                    <a:cubicBezTo>
                      <a:pt x="9" y="38"/>
                      <a:pt x="9" y="38"/>
                      <a:pt x="9" y="38"/>
                    </a:cubicBezTo>
                    <a:cubicBezTo>
                      <a:pt x="11" y="39"/>
                      <a:pt x="11" y="39"/>
                      <a:pt x="11" y="39"/>
                    </a:cubicBezTo>
                    <a:cubicBezTo>
                      <a:pt x="11" y="39"/>
                      <a:pt x="11" y="39"/>
                      <a:pt x="11" y="39"/>
                    </a:cubicBezTo>
                    <a:cubicBezTo>
                      <a:pt x="12" y="37"/>
                      <a:pt x="12" y="37"/>
                      <a:pt x="12" y="37"/>
                    </a:cubicBezTo>
                    <a:cubicBezTo>
                      <a:pt x="11" y="37"/>
                      <a:pt x="11" y="37"/>
                      <a:pt x="11" y="37"/>
                    </a:cubicBezTo>
                    <a:cubicBezTo>
                      <a:pt x="11" y="37"/>
                      <a:pt x="11" y="37"/>
                      <a:pt x="11" y="37"/>
                    </a:cubicBezTo>
                    <a:cubicBezTo>
                      <a:pt x="10" y="37"/>
                      <a:pt x="10" y="37"/>
                      <a:pt x="10" y="37"/>
                    </a:cubicBezTo>
                    <a:cubicBezTo>
                      <a:pt x="10" y="37"/>
                      <a:pt x="10" y="37"/>
                      <a:pt x="10" y="37"/>
                    </a:cubicBezTo>
                    <a:cubicBezTo>
                      <a:pt x="10" y="36"/>
                      <a:pt x="10" y="36"/>
                      <a:pt x="10" y="36"/>
                    </a:cubicBezTo>
                    <a:cubicBezTo>
                      <a:pt x="12" y="34"/>
                      <a:pt x="12" y="34"/>
                      <a:pt x="12" y="34"/>
                    </a:cubicBezTo>
                    <a:cubicBezTo>
                      <a:pt x="12" y="34"/>
                      <a:pt x="12" y="34"/>
                      <a:pt x="12" y="34"/>
                    </a:cubicBezTo>
                    <a:cubicBezTo>
                      <a:pt x="11" y="31"/>
                      <a:pt x="11" y="31"/>
                      <a:pt x="11" y="31"/>
                    </a:cubicBezTo>
                    <a:cubicBezTo>
                      <a:pt x="11" y="31"/>
                      <a:pt x="10" y="30"/>
                      <a:pt x="10" y="29"/>
                    </a:cubicBezTo>
                    <a:cubicBezTo>
                      <a:pt x="10" y="28"/>
                      <a:pt x="10" y="27"/>
                      <a:pt x="10" y="26"/>
                    </a:cubicBezTo>
                    <a:cubicBezTo>
                      <a:pt x="9" y="27"/>
                      <a:pt x="8" y="28"/>
                      <a:pt x="8" y="29"/>
                    </a:cubicBezTo>
                    <a:cubicBezTo>
                      <a:pt x="8" y="29"/>
                      <a:pt x="8" y="29"/>
                      <a:pt x="8" y="29"/>
                    </a:cubicBezTo>
                    <a:cubicBezTo>
                      <a:pt x="8" y="30"/>
                      <a:pt x="8" y="30"/>
                      <a:pt x="8" y="30"/>
                    </a:cubicBezTo>
                    <a:cubicBezTo>
                      <a:pt x="8" y="29"/>
                      <a:pt x="8" y="29"/>
                      <a:pt x="8" y="29"/>
                    </a:cubicBezTo>
                    <a:cubicBezTo>
                      <a:pt x="7" y="28"/>
                      <a:pt x="7" y="28"/>
                      <a:pt x="7" y="28"/>
                    </a:cubicBezTo>
                    <a:cubicBezTo>
                      <a:pt x="7" y="30"/>
                      <a:pt x="7" y="30"/>
                      <a:pt x="7" y="30"/>
                    </a:cubicBezTo>
                    <a:cubicBezTo>
                      <a:pt x="7" y="30"/>
                      <a:pt x="7" y="30"/>
                      <a:pt x="7" y="30"/>
                    </a:cubicBezTo>
                    <a:cubicBezTo>
                      <a:pt x="7" y="31"/>
                      <a:pt x="7" y="31"/>
                      <a:pt x="7" y="31"/>
                    </a:cubicBezTo>
                    <a:cubicBezTo>
                      <a:pt x="6" y="31"/>
                      <a:pt x="6" y="31"/>
                      <a:pt x="6" y="31"/>
                    </a:cubicBezTo>
                    <a:cubicBezTo>
                      <a:pt x="5" y="30"/>
                      <a:pt x="5" y="30"/>
                      <a:pt x="5" y="30"/>
                    </a:cubicBezTo>
                    <a:cubicBezTo>
                      <a:pt x="5" y="30"/>
                      <a:pt x="5" y="31"/>
                      <a:pt x="4" y="32"/>
                    </a:cubicBezTo>
                    <a:moveTo>
                      <a:pt x="1" y="29"/>
                    </a:moveTo>
                    <a:cubicBezTo>
                      <a:pt x="1" y="29"/>
                      <a:pt x="1" y="29"/>
                      <a:pt x="1" y="29"/>
                    </a:cubicBezTo>
                    <a:cubicBezTo>
                      <a:pt x="1" y="29"/>
                      <a:pt x="1" y="29"/>
                      <a:pt x="1" y="29"/>
                    </a:cubicBezTo>
                    <a:cubicBezTo>
                      <a:pt x="2" y="28"/>
                      <a:pt x="2" y="28"/>
                      <a:pt x="2" y="28"/>
                    </a:cubicBezTo>
                    <a:cubicBezTo>
                      <a:pt x="1" y="28"/>
                      <a:pt x="1" y="28"/>
                      <a:pt x="1" y="28"/>
                    </a:cubicBezTo>
                    <a:cubicBezTo>
                      <a:pt x="1" y="28"/>
                      <a:pt x="1" y="28"/>
                      <a:pt x="1" y="28"/>
                    </a:cubicBezTo>
                    <a:lnTo>
                      <a:pt x="1" y="29"/>
                    </a:lnTo>
                    <a:close/>
                    <a:moveTo>
                      <a:pt x="1" y="15"/>
                    </a:moveTo>
                    <a:cubicBezTo>
                      <a:pt x="3" y="18"/>
                      <a:pt x="3" y="18"/>
                      <a:pt x="3" y="18"/>
                    </a:cubicBezTo>
                    <a:cubicBezTo>
                      <a:pt x="3" y="18"/>
                      <a:pt x="3" y="19"/>
                      <a:pt x="3" y="20"/>
                    </a:cubicBezTo>
                    <a:cubicBezTo>
                      <a:pt x="3" y="21"/>
                      <a:pt x="3" y="21"/>
                      <a:pt x="3" y="21"/>
                    </a:cubicBezTo>
                    <a:cubicBezTo>
                      <a:pt x="2" y="25"/>
                      <a:pt x="2" y="25"/>
                      <a:pt x="2" y="25"/>
                    </a:cubicBezTo>
                    <a:cubicBezTo>
                      <a:pt x="1" y="27"/>
                      <a:pt x="1" y="27"/>
                      <a:pt x="1" y="27"/>
                    </a:cubicBezTo>
                    <a:cubicBezTo>
                      <a:pt x="1" y="27"/>
                      <a:pt x="1" y="27"/>
                      <a:pt x="1" y="27"/>
                    </a:cubicBezTo>
                    <a:cubicBezTo>
                      <a:pt x="2" y="28"/>
                      <a:pt x="2" y="28"/>
                      <a:pt x="2" y="28"/>
                    </a:cubicBezTo>
                    <a:cubicBezTo>
                      <a:pt x="2" y="28"/>
                      <a:pt x="2" y="28"/>
                      <a:pt x="2" y="28"/>
                    </a:cubicBezTo>
                    <a:cubicBezTo>
                      <a:pt x="2" y="27"/>
                      <a:pt x="2" y="27"/>
                      <a:pt x="2" y="27"/>
                    </a:cubicBezTo>
                    <a:cubicBezTo>
                      <a:pt x="3" y="26"/>
                      <a:pt x="3" y="26"/>
                      <a:pt x="3" y="26"/>
                    </a:cubicBezTo>
                    <a:cubicBezTo>
                      <a:pt x="3" y="24"/>
                      <a:pt x="3" y="24"/>
                      <a:pt x="3" y="24"/>
                    </a:cubicBezTo>
                    <a:cubicBezTo>
                      <a:pt x="3" y="23"/>
                      <a:pt x="3" y="23"/>
                      <a:pt x="3" y="23"/>
                    </a:cubicBezTo>
                    <a:cubicBezTo>
                      <a:pt x="3" y="23"/>
                      <a:pt x="3" y="23"/>
                      <a:pt x="3" y="23"/>
                    </a:cubicBezTo>
                    <a:cubicBezTo>
                      <a:pt x="3" y="23"/>
                      <a:pt x="3" y="23"/>
                      <a:pt x="3" y="23"/>
                    </a:cubicBezTo>
                    <a:cubicBezTo>
                      <a:pt x="3" y="22"/>
                      <a:pt x="3" y="22"/>
                      <a:pt x="3" y="22"/>
                    </a:cubicBezTo>
                    <a:cubicBezTo>
                      <a:pt x="4" y="23"/>
                      <a:pt x="4" y="23"/>
                      <a:pt x="4" y="23"/>
                    </a:cubicBezTo>
                    <a:cubicBezTo>
                      <a:pt x="4" y="23"/>
                      <a:pt x="4" y="23"/>
                      <a:pt x="4" y="23"/>
                    </a:cubicBezTo>
                    <a:cubicBezTo>
                      <a:pt x="4" y="23"/>
                      <a:pt x="4" y="23"/>
                      <a:pt x="4" y="23"/>
                    </a:cubicBezTo>
                    <a:cubicBezTo>
                      <a:pt x="4" y="23"/>
                      <a:pt x="4" y="23"/>
                      <a:pt x="4" y="23"/>
                    </a:cubicBezTo>
                    <a:cubicBezTo>
                      <a:pt x="4" y="23"/>
                      <a:pt x="5" y="25"/>
                      <a:pt x="5" y="26"/>
                    </a:cubicBezTo>
                    <a:cubicBezTo>
                      <a:pt x="6" y="28"/>
                      <a:pt x="6" y="28"/>
                      <a:pt x="6" y="28"/>
                    </a:cubicBezTo>
                    <a:cubicBezTo>
                      <a:pt x="6" y="30"/>
                      <a:pt x="6" y="30"/>
                      <a:pt x="6" y="30"/>
                    </a:cubicBezTo>
                    <a:cubicBezTo>
                      <a:pt x="6" y="28"/>
                      <a:pt x="6" y="28"/>
                      <a:pt x="6" y="28"/>
                    </a:cubicBezTo>
                    <a:cubicBezTo>
                      <a:pt x="7" y="27"/>
                      <a:pt x="7" y="27"/>
                      <a:pt x="7" y="27"/>
                    </a:cubicBezTo>
                    <a:cubicBezTo>
                      <a:pt x="7" y="27"/>
                      <a:pt x="7" y="27"/>
                      <a:pt x="7" y="27"/>
                    </a:cubicBezTo>
                    <a:cubicBezTo>
                      <a:pt x="6" y="26"/>
                      <a:pt x="6" y="26"/>
                      <a:pt x="6" y="26"/>
                    </a:cubicBezTo>
                    <a:cubicBezTo>
                      <a:pt x="6" y="24"/>
                      <a:pt x="5" y="22"/>
                      <a:pt x="5" y="21"/>
                    </a:cubicBezTo>
                    <a:cubicBezTo>
                      <a:pt x="5" y="20"/>
                      <a:pt x="5" y="20"/>
                      <a:pt x="5" y="20"/>
                    </a:cubicBezTo>
                    <a:cubicBezTo>
                      <a:pt x="5" y="18"/>
                      <a:pt x="5" y="18"/>
                      <a:pt x="5" y="18"/>
                    </a:cubicBezTo>
                    <a:cubicBezTo>
                      <a:pt x="5" y="19"/>
                      <a:pt x="5" y="19"/>
                      <a:pt x="5" y="19"/>
                    </a:cubicBezTo>
                    <a:cubicBezTo>
                      <a:pt x="5" y="18"/>
                      <a:pt x="5" y="18"/>
                      <a:pt x="5" y="18"/>
                    </a:cubicBezTo>
                    <a:cubicBezTo>
                      <a:pt x="5" y="16"/>
                      <a:pt x="5" y="16"/>
                      <a:pt x="5" y="16"/>
                    </a:cubicBezTo>
                    <a:cubicBezTo>
                      <a:pt x="5" y="15"/>
                      <a:pt x="6" y="14"/>
                      <a:pt x="6" y="14"/>
                    </a:cubicBezTo>
                    <a:cubicBezTo>
                      <a:pt x="6" y="14"/>
                      <a:pt x="6" y="14"/>
                      <a:pt x="6" y="14"/>
                    </a:cubicBezTo>
                    <a:cubicBezTo>
                      <a:pt x="6" y="13"/>
                      <a:pt x="6" y="13"/>
                      <a:pt x="6" y="13"/>
                    </a:cubicBezTo>
                    <a:cubicBezTo>
                      <a:pt x="5" y="12"/>
                      <a:pt x="5" y="12"/>
                      <a:pt x="5" y="12"/>
                    </a:cubicBezTo>
                    <a:cubicBezTo>
                      <a:pt x="5" y="12"/>
                      <a:pt x="5" y="12"/>
                      <a:pt x="5" y="12"/>
                    </a:cubicBezTo>
                    <a:cubicBezTo>
                      <a:pt x="4" y="12"/>
                      <a:pt x="4" y="12"/>
                      <a:pt x="4" y="12"/>
                    </a:cubicBezTo>
                    <a:cubicBezTo>
                      <a:pt x="4" y="14"/>
                      <a:pt x="4" y="14"/>
                      <a:pt x="4" y="14"/>
                    </a:cubicBezTo>
                    <a:cubicBezTo>
                      <a:pt x="4" y="14"/>
                      <a:pt x="4" y="14"/>
                      <a:pt x="4" y="14"/>
                    </a:cubicBezTo>
                    <a:cubicBezTo>
                      <a:pt x="4" y="14"/>
                      <a:pt x="4" y="14"/>
                      <a:pt x="4" y="14"/>
                    </a:cubicBezTo>
                    <a:cubicBezTo>
                      <a:pt x="4" y="15"/>
                      <a:pt x="4" y="15"/>
                      <a:pt x="4" y="15"/>
                    </a:cubicBezTo>
                    <a:cubicBezTo>
                      <a:pt x="4" y="16"/>
                      <a:pt x="4" y="16"/>
                      <a:pt x="4" y="16"/>
                    </a:cubicBezTo>
                    <a:cubicBezTo>
                      <a:pt x="4" y="16"/>
                      <a:pt x="4" y="16"/>
                      <a:pt x="4" y="16"/>
                    </a:cubicBezTo>
                    <a:cubicBezTo>
                      <a:pt x="4" y="17"/>
                      <a:pt x="4" y="17"/>
                      <a:pt x="4" y="17"/>
                    </a:cubicBezTo>
                    <a:cubicBezTo>
                      <a:pt x="4" y="19"/>
                      <a:pt x="4" y="19"/>
                      <a:pt x="4" y="19"/>
                    </a:cubicBezTo>
                    <a:cubicBezTo>
                      <a:pt x="4" y="19"/>
                      <a:pt x="4" y="19"/>
                      <a:pt x="4" y="19"/>
                    </a:cubicBezTo>
                    <a:cubicBezTo>
                      <a:pt x="4" y="17"/>
                      <a:pt x="4" y="17"/>
                      <a:pt x="4" y="17"/>
                    </a:cubicBezTo>
                    <a:cubicBezTo>
                      <a:pt x="4" y="16"/>
                      <a:pt x="4" y="16"/>
                      <a:pt x="4" y="16"/>
                    </a:cubicBezTo>
                    <a:cubicBezTo>
                      <a:pt x="4" y="16"/>
                      <a:pt x="4" y="16"/>
                      <a:pt x="4" y="16"/>
                    </a:cubicBezTo>
                    <a:cubicBezTo>
                      <a:pt x="3" y="15"/>
                      <a:pt x="3" y="15"/>
                      <a:pt x="3" y="15"/>
                    </a:cubicBezTo>
                    <a:cubicBezTo>
                      <a:pt x="3" y="15"/>
                      <a:pt x="3" y="15"/>
                      <a:pt x="3" y="15"/>
                    </a:cubicBezTo>
                    <a:cubicBezTo>
                      <a:pt x="2" y="13"/>
                      <a:pt x="2" y="13"/>
                      <a:pt x="2" y="13"/>
                    </a:cubicBezTo>
                    <a:cubicBezTo>
                      <a:pt x="1" y="13"/>
                      <a:pt x="1" y="13"/>
                      <a:pt x="1" y="13"/>
                    </a:cubicBezTo>
                    <a:cubicBezTo>
                      <a:pt x="1" y="13"/>
                      <a:pt x="1" y="13"/>
                      <a:pt x="1" y="13"/>
                    </a:cubicBezTo>
                    <a:cubicBezTo>
                      <a:pt x="1" y="14"/>
                      <a:pt x="1" y="14"/>
                      <a:pt x="1" y="14"/>
                    </a:cubicBezTo>
                    <a:lnTo>
                      <a:pt x="1" y="15"/>
                    </a:lnTo>
                    <a:close/>
                    <a:moveTo>
                      <a:pt x="1" y="13"/>
                    </a:moveTo>
                    <a:cubicBezTo>
                      <a:pt x="1" y="13"/>
                      <a:pt x="1" y="13"/>
                      <a:pt x="1" y="13"/>
                    </a:cubicBezTo>
                    <a:cubicBezTo>
                      <a:pt x="2" y="13"/>
                      <a:pt x="2" y="13"/>
                      <a:pt x="2" y="13"/>
                    </a:cubicBezTo>
                    <a:cubicBezTo>
                      <a:pt x="1" y="12"/>
                      <a:pt x="1" y="12"/>
                      <a:pt x="1" y="12"/>
                    </a:cubicBezTo>
                    <a:cubicBezTo>
                      <a:pt x="0" y="12"/>
                      <a:pt x="0" y="12"/>
                      <a:pt x="0" y="12"/>
                    </a:cubicBezTo>
                    <a:lnTo>
                      <a:pt x="1" y="13"/>
                    </a:lnTo>
                    <a:close/>
                    <a:moveTo>
                      <a:pt x="37" y="78"/>
                    </a:moveTo>
                    <a:cubicBezTo>
                      <a:pt x="38" y="79"/>
                      <a:pt x="38" y="79"/>
                      <a:pt x="38" y="79"/>
                    </a:cubicBezTo>
                    <a:cubicBezTo>
                      <a:pt x="38" y="80"/>
                      <a:pt x="38" y="80"/>
                      <a:pt x="38" y="80"/>
                    </a:cubicBezTo>
                    <a:cubicBezTo>
                      <a:pt x="38" y="81"/>
                      <a:pt x="38" y="81"/>
                      <a:pt x="38" y="81"/>
                    </a:cubicBezTo>
                    <a:cubicBezTo>
                      <a:pt x="38" y="81"/>
                      <a:pt x="38" y="81"/>
                      <a:pt x="38" y="81"/>
                    </a:cubicBezTo>
                    <a:cubicBezTo>
                      <a:pt x="38" y="80"/>
                      <a:pt x="38" y="80"/>
                      <a:pt x="38" y="80"/>
                    </a:cubicBezTo>
                    <a:cubicBezTo>
                      <a:pt x="37" y="80"/>
                      <a:pt x="37" y="80"/>
                      <a:pt x="37" y="80"/>
                    </a:cubicBezTo>
                    <a:cubicBezTo>
                      <a:pt x="37" y="78"/>
                      <a:pt x="37" y="78"/>
                      <a:pt x="37" y="78"/>
                    </a:cubicBezTo>
                    <a:close/>
                    <a:moveTo>
                      <a:pt x="23" y="52"/>
                    </a:moveTo>
                    <a:cubicBezTo>
                      <a:pt x="23" y="52"/>
                      <a:pt x="24" y="53"/>
                      <a:pt x="26" y="54"/>
                    </a:cubicBezTo>
                    <a:cubicBezTo>
                      <a:pt x="28" y="55"/>
                      <a:pt x="29" y="55"/>
                      <a:pt x="29" y="56"/>
                    </a:cubicBezTo>
                    <a:cubicBezTo>
                      <a:pt x="29" y="57"/>
                      <a:pt x="29" y="57"/>
                      <a:pt x="29" y="57"/>
                    </a:cubicBezTo>
                    <a:cubicBezTo>
                      <a:pt x="29" y="57"/>
                      <a:pt x="29" y="57"/>
                      <a:pt x="29" y="57"/>
                    </a:cubicBezTo>
                    <a:cubicBezTo>
                      <a:pt x="28" y="56"/>
                      <a:pt x="28" y="56"/>
                      <a:pt x="28" y="56"/>
                    </a:cubicBezTo>
                    <a:cubicBezTo>
                      <a:pt x="28" y="55"/>
                      <a:pt x="28" y="55"/>
                      <a:pt x="26" y="54"/>
                    </a:cubicBezTo>
                    <a:cubicBezTo>
                      <a:pt x="24" y="54"/>
                      <a:pt x="22" y="52"/>
                      <a:pt x="22" y="52"/>
                    </a:cubicBezTo>
                    <a:lnTo>
                      <a:pt x="23" y="52"/>
                    </a:lnTo>
                    <a:close/>
                    <a:moveTo>
                      <a:pt x="41" y="82"/>
                    </a:moveTo>
                    <a:cubicBezTo>
                      <a:pt x="41" y="83"/>
                      <a:pt x="41" y="83"/>
                      <a:pt x="41" y="83"/>
                    </a:cubicBezTo>
                    <a:cubicBezTo>
                      <a:pt x="41" y="83"/>
                      <a:pt x="41" y="83"/>
                      <a:pt x="41" y="83"/>
                    </a:cubicBezTo>
                    <a:cubicBezTo>
                      <a:pt x="41" y="83"/>
                      <a:pt x="41" y="83"/>
                      <a:pt x="41" y="83"/>
                    </a:cubicBezTo>
                    <a:cubicBezTo>
                      <a:pt x="40" y="84"/>
                      <a:pt x="40" y="84"/>
                      <a:pt x="40" y="84"/>
                    </a:cubicBezTo>
                    <a:cubicBezTo>
                      <a:pt x="40" y="85"/>
                      <a:pt x="40" y="85"/>
                      <a:pt x="40" y="85"/>
                    </a:cubicBezTo>
                    <a:cubicBezTo>
                      <a:pt x="40" y="85"/>
                      <a:pt x="40" y="86"/>
                      <a:pt x="40" y="86"/>
                    </a:cubicBezTo>
                    <a:cubicBezTo>
                      <a:pt x="41" y="88"/>
                      <a:pt x="41" y="88"/>
                      <a:pt x="41" y="88"/>
                    </a:cubicBezTo>
                    <a:cubicBezTo>
                      <a:pt x="42" y="89"/>
                      <a:pt x="42" y="89"/>
                      <a:pt x="42" y="89"/>
                    </a:cubicBezTo>
                    <a:cubicBezTo>
                      <a:pt x="42" y="90"/>
                      <a:pt x="41" y="91"/>
                      <a:pt x="41" y="92"/>
                    </a:cubicBezTo>
                    <a:cubicBezTo>
                      <a:pt x="42" y="95"/>
                      <a:pt x="42" y="95"/>
                      <a:pt x="42" y="95"/>
                    </a:cubicBezTo>
                    <a:cubicBezTo>
                      <a:pt x="41" y="95"/>
                      <a:pt x="41" y="95"/>
                      <a:pt x="41" y="95"/>
                    </a:cubicBezTo>
                    <a:cubicBezTo>
                      <a:pt x="41" y="96"/>
                      <a:pt x="41" y="96"/>
                      <a:pt x="41" y="96"/>
                    </a:cubicBezTo>
                    <a:cubicBezTo>
                      <a:pt x="40" y="96"/>
                      <a:pt x="40" y="96"/>
                      <a:pt x="40" y="96"/>
                    </a:cubicBezTo>
                    <a:cubicBezTo>
                      <a:pt x="41" y="95"/>
                      <a:pt x="41" y="95"/>
                      <a:pt x="41" y="95"/>
                    </a:cubicBezTo>
                    <a:cubicBezTo>
                      <a:pt x="41" y="95"/>
                      <a:pt x="41" y="95"/>
                      <a:pt x="41" y="95"/>
                    </a:cubicBezTo>
                    <a:cubicBezTo>
                      <a:pt x="41" y="92"/>
                      <a:pt x="41" y="92"/>
                      <a:pt x="41" y="92"/>
                    </a:cubicBezTo>
                    <a:cubicBezTo>
                      <a:pt x="41" y="91"/>
                      <a:pt x="41" y="90"/>
                      <a:pt x="41" y="89"/>
                    </a:cubicBezTo>
                    <a:cubicBezTo>
                      <a:pt x="41" y="89"/>
                      <a:pt x="41" y="89"/>
                      <a:pt x="41" y="89"/>
                    </a:cubicBezTo>
                    <a:cubicBezTo>
                      <a:pt x="40" y="87"/>
                      <a:pt x="40" y="87"/>
                      <a:pt x="40" y="87"/>
                    </a:cubicBezTo>
                    <a:cubicBezTo>
                      <a:pt x="39" y="85"/>
                      <a:pt x="39" y="85"/>
                      <a:pt x="39" y="85"/>
                    </a:cubicBezTo>
                    <a:cubicBezTo>
                      <a:pt x="39" y="84"/>
                      <a:pt x="39" y="84"/>
                      <a:pt x="39" y="84"/>
                    </a:cubicBezTo>
                    <a:cubicBezTo>
                      <a:pt x="39" y="83"/>
                      <a:pt x="40" y="83"/>
                      <a:pt x="40" y="82"/>
                    </a:cubicBezTo>
                    <a:lnTo>
                      <a:pt x="41" y="82"/>
                    </a:lnTo>
                    <a:close/>
                    <a:moveTo>
                      <a:pt x="28" y="34"/>
                    </a:moveTo>
                    <a:cubicBezTo>
                      <a:pt x="29" y="34"/>
                      <a:pt x="29" y="34"/>
                      <a:pt x="29" y="34"/>
                    </a:cubicBezTo>
                    <a:cubicBezTo>
                      <a:pt x="30" y="34"/>
                      <a:pt x="30" y="34"/>
                      <a:pt x="30" y="34"/>
                    </a:cubicBezTo>
                    <a:cubicBezTo>
                      <a:pt x="30" y="34"/>
                      <a:pt x="30" y="34"/>
                      <a:pt x="30" y="34"/>
                    </a:cubicBezTo>
                    <a:cubicBezTo>
                      <a:pt x="30" y="33"/>
                      <a:pt x="30" y="33"/>
                      <a:pt x="30" y="33"/>
                    </a:cubicBezTo>
                    <a:cubicBezTo>
                      <a:pt x="31" y="32"/>
                      <a:pt x="31" y="32"/>
                      <a:pt x="33" y="32"/>
                    </a:cubicBezTo>
                    <a:cubicBezTo>
                      <a:pt x="34" y="31"/>
                      <a:pt x="34" y="31"/>
                      <a:pt x="34" y="30"/>
                    </a:cubicBezTo>
                    <a:cubicBezTo>
                      <a:pt x="34" y="30"/>
                      <a:pt x="34" y="30"/>
                      <a:pt x="34" y="30"/>
                    </a:cubicBezTo>
                    <a:cubicBezTo>
                      <a:pt x="33" y="29"/>
                      <a:pt x="33" y="29"/>
                      <a:pt x="33" y="29"/>
                    </a:cubicBezTo>
                    <a:cubicBezTo>
                      <a:pt x="33" y="29"/>
                      <a:pt x="33" y="29"/>
                      <a:pt x="33" y="29"/>
                    </a:cubicBezTo>
                    <a:cubicBezTo>
                      <a:pt x="34" y="27"/>
                      <a:pt x="34" y="27"/>
                      <a:pt x="34" y="27"/>
                    </a:cubicBezTo>
                    <a:cubicBezTo>
                      <a:pt x="34" y="25"/>
                      <a:pt x="34" y="25"/>
                      <a:pt x="34" y="25"/>
                    </a:cubicBezTo>
                    <a:cubicBezTo>
                      <a:pt x="34" y="26"/>
                      <a:pt x="34" y="26"/>
                      <a:pt x="34" y="26"/>
                    </a:cubicBezTo>
                    <a:cubicBezTo>
                      <a:pt x="33" y="26"/>
                      <a:pt x="33" y="26"/>
                      <a:pt x="33" y="26"/>
                    </a:cubicBezTo>
                    <a:cubicBezTo>
                      <a:pt x="32" y="25"/>
                      <a:pt x="32" y="25"/>
                      <a:pt x="32" y="25"/>
                    </a:cubicBezTo>
                    <a:cubicBezTo>
                      <a:pt x="32" y="25"/>
                      <a:pt x="32" y="25"/>
                      <a:pt x="32" y="25"/>
                    </a:cubicBezTo>
                    <a:cubicBezTo>
                      <a:pt x="33" y="23"/>
                      <a:pt x="33" y="23"/>
                      <a:pt x="33" y="23"/>
                    </a:cubicBezTo>
                    <a:cubicBezTo>
                      <a:pt x="34" y="22"/>
                      <a:pt x="34" y="22"/>
                      <a:pt x="34" y="22"/>
                    </a:cubicBezTo>
                    <a:cubicBezTo>
                      <a:pt x="35" y="22"/>
                      <a:pt x="35" y="22"/>
                      <a:pt x="35" y="22"/>
                    </a:cubicBezTo>
                    <a:cubicBezTo>
                      <a:pt x="34" y="23"/>
                      <a:pt x="34" y="23"/>
                      <a:pt x="34" y="23"/>
                    </a:cubicBezTo>
                    <a:cubicBezTo>
                      <a:pt x="33" y="23"/>
                      <a:pt x="33" y="23"/>
                      <a:pt x="33" y="23"/>
                    </a:cubicBezTo>
                    <a:cubicBezTo>
                      <a:pt x="33" y="25"/>
                      <a:pt x="33" y="25"/>
                      <a:pt x="33" y="25"/>
                    </a:cubicBezTo>
                    <a:cubicBezTo>
                      <a:pt x="33" y="25"/>
                      <a:pt x="33" y="25"/>
                      <a:pt x="33" y="25"/>
                    </a:cubicBezTo>
                    <a:cubicBezTo>
                      <a:pt x="33" y="25"/>
                      <a:pt x="33" y="25"/>
                      <a:pt x="33" y="25"/>
                    </a:cubicBezTo>
                    <a:cubicBezTo>
                      <a:pt x="33" y="25"/>
                      <a:pt x="33" y="25"/>
                      <a:pt x="33" y="25"/>
                    </a:cubicBezTo>
                    <a:cubicBezTo>
                      <a:pt x="34" y="25"/>
                      <a:pt x="34" y="25"/>
                      <a:pt x="34" y="25"/>
                    </a:cubicBezTo>
                    <a:cubicBezTo>
                      <a:pt x="35" y="24"/>
                      <a:pt x="35" y="24"/>
                      <a:pt x="35" y="24"/>
                    </a:cubicBezTo>
                    <a:cubicBezTo>
                      <a:pt x="35" y="25"/>
                      <a:pt x="35" y="25"/>
                      <a:pt x="35" y="25"/>
                    </a:cubicBezTo>
                    <a:cubicBezTo>
                      <a:pt x="35" y="27"/>
                      <a:pt x="35" y="27"/>
                      <a:pt x="35" y="27"/>
                    </a:cubicBezTo>
                    <a:cubicBezTo>
                      <a:pt x="34" y="29"/>
                      <a:pt x="34" y="29"/>
                      <a:pt x="34" y="29"/>
                    </a:cubicBezTo>
                    <a:cubicBezTo>
                      <a:pt x="34" y="29"/>
                      <a:pt x="34" y="29"/>
                      <a:pt x="34" y="29"/>
                    </a:cubicBezTo>
                    <a:cubicBezTo>
                      <a:pt x="34" y="30"/>
                      <a:pt x="34" y="30"/>
                      <a:pt x="34" y="30"/>
                    </a:cubicBezTo>
                    <a:cubicBezTo>
                      <a:pt x="34" y="31"/>
                      <a:pt x="34" y="31"/>
                      <a:pt x="34" y="31"/>
                    </a:cubicBezTo>
                    <a:cubicBezTo>
                      <a:pt x="34" y="31"/>
                      <a:pt x="34" y="32"/>
                      <a:pt x="33" y="32"/>
                    </a:cubicBezTo>
                    <a:cubicBezTo>
                      <a:pt x="31" y="33"/>
                      <a:pt x="31" y="33"/>
                      <a:pt x="31" y="33"/>
                    </a:cubicBezTo>
                    <a:cubicBezTo>
                      <a:pt x="31" y="34"/>
                      <a:pt x="31" y="34"/>
                      <a:pt x="31" y="34"/>
                    </a:cubicBezTo>
                    <a:cubicBezTo>
                      <a:pt x="30" y="35"/>
                      <a:pt x="30" y="35"/>
                      <a:pt x="30" y="35"/>
                    </a:cubicBezTo>
                    <a:cubicBezTo>
                      <a:pt x="29" y="34"/>
                      <a:pt x="29" y="34"/>
                      <a:pt x="29" y="34"/>
                    </a:cubicBezTo>
                    <a:cubicBezTo>
                      <a:pt x="28" y="34"/>
                      <a:pt x="28" y="34"/>
                      <a:pt x="28" y="34"/>
                    </a:cubicBezTo>
                    <a:cubicBezTo>
                      <a:pt x="27" y="35"/>
                      <a:pt x="26" y="36"/>
                      <a:pt x="26" y="37"/>
                    </a:cubicBezTo>
                    <a:cubicBezTo>
                      <a:pt x="26" y="37"/>
                      <a:pt x="26" y="37"/>
                      <a:pt x="26" y="37"/>
                    </a:cubicBezTo>
                    <a:cubicBezTo>
                      <a:pt x="26" y="37"/>
                      <a:pt x="26" y="37"/>
                      <a:pt x="26" y="37"/>
                    </a:cubicBezTo>
                    <a:cubicBezTo>
                      <a:pt x="26" y="37"/>
                      <a:pt x="26" y="37"/>
                      <a:pt x="26" y="37"/>
                    </a:cubicBezTo>
                    <a:cubicBezTo>
                      <a:pt x="26" y="36"/>
                      <a:pt x="27" y="34"/>
                      <a:pt x="28" y="34"/>
                    </a:cubicBezTo>
                    <a:moveTo>
                      <a:pt x="23" y="23"/>
                    </a:moveTo>
                    <a:cubicBezTo>
                      <a:pt x="23" y="20"/>
                      <a:pt x="23" y="20"/>
                      <a:pt x="23" y="20"/>
                    </a:cubicBezTo>
                    <a:cubicBezTo>
                      <a:pt x="22" y="19"/>
                      <a:pt x="22" y="19"/>
                      <a:pt x="22" y="19"/>
                    </a:cubicBezTo>
                    <a:cubicBezTo>
                      <a:pt x="22" y="19"/>
                      <a:pt x="22" y="19"/>
                      <a:pt x="22" y="19"/>
                    </a:cubicBezTo>
                    <a:cubicBezTo>
                      <a:pt x="23" y="20"/>
                      <a:pt x="23" y="20"/>
                      <a:pt x="23" y="20"/>
                    </a:cubicBezTo>
                    <a:cubicBezTo>
                      <a:pt x="23" y="20"/>
                      <a:pt x="23" y="20"/>
                      <a:pt x="23" y="20"/>
                    </a:cubicBezTo>
                    <a:cubicBezTo>
                      <a:pt x="23" y="20"/>
                      <a:pt x="23" y="20"/>
                      <a:pt x="23" y="20"/>
                    </a:cubicBezTo>
                    <a:cubicBezTo>
                      <a:pt x="23" y="22"/>
                      <a:pt x="23" y="22"/>
                      <a:pt x="23" y="22"/>
                    </a:cubicBezTo>
                    <a:lnTo>
                      <a:pt x="23" y="23"/>
                    </a:lnTo>
                    <a:close/>
                    <a:moveTo>
                      <a:pt x="26" y="73"/>
                    </a:moveTo>
                    <a:cubicBezTo>
                      <a:pt x="26" y="73"/>
                      <a:pt x="26" y="73"/>
                      <a:pt x="26" y="73"/>
                    </a:cubicBezTo>
                    <a:cubicBezTo>
                      <a:pt x="26" y="74"/>
                      <a:pt x="26" y="74"/>
                      <a:pt x="26" y="74"/>
                    </a:cubicBezTo>
                    <a:cubicBezTo>
                      <a:pt x="26" y="74"/>
                      <a:pt x="26" y="74"/>
                      <a:pt x="26" y="74"/>
                    </a:cubicBezTo>
                    <a:cubicBezTo>
                      <a:pt x="26" y="74"/>
                      <a:pt x="26" y="74"/>
                      <a:pt x="26" y="74"/>
                    </a:cubicBezTo>
                    <a:cubicBezTo>
                      <a:pt x="25" y="74"/>
                      <a:pt x="25" y="74"/>
                      <a:pt x="25" y="74"/>
                    </a:cubicBezTo>
                    <a:cubicBezTo>
                      <a:pt x="25" y="74"/>
                      <a:pt x="25" y="74"/>
                      <a:pt x="25" y="74"/>
                    </a:cubicBezTo>
                    <a:cubicBezTo>
                      <a:pt x="24" y="75"/>
                      <a:pt x="24" y="75"/>
                      <a:pt x="24" y="75"/>
                    </a:cubicBezTo>
                    <a:cubicBezTo>
                      <a:pt x="23" y="75"/>
                      <a:pt x="23" y="77"/>
                      <a:pt x="22" y="78"/>
                    </a:cubicBezTo>
                    <a:cubicBezTo>
                      <a:pt x="21" y="78"/>
                      <a:pt x="21" y="79"/>
                      <a:pt x="20" y="79"/>
                    </a:cubicBezTo>
                    <a:cubicBezTo>
                      <a:pt x="20" y="79"/>
                      <a:pt x="20" y="79"/>
                      <a:pt x="20" y="79"/>
                    </a:cubicBezTo>
                    <a:cubicBezTo>
                      <a:pt x="20" y="79"/>
                      <a:pt x="20" y="79"/>
                      <a:pt x="20" y="79"/>
                    </a:cubicBezTo>
                    <a:cubicBezTo>
                      <a:pt x="20" y="78"/>
                      <a:pt x="20" y="78"/>
                      <a:pt x="20" y="78"/>
                    </a:cubicBezTo>
                    <a:cubicBezTo>
                      <a:pt x="21" y="77"/>
                      <a:pt x="21" y="77"/>
                      <a:pt x="21" y="77"/>
                    </a:cubicBezTo>
                    <a:cubicBezTo>
                      <a:pt x="24" y="74"/>
                      <a:pt x="24" y="74"/>
                      <a:pt x="24" y="74"/>
                    </a:cubicBezTo>
                    <a:cubicBezTo>
                      <a:pt x="24" y="74"/>
                      <a:pt x="24" y="74"/>
                      <a:pt x="24" y="74"/>
                    </a:cubicBezTo>
                    <a:cubicBezTo>
                      <a:pt x="25" y="73"/>
                      <a:pt x="25" y="73"/>
                      <a:pt x="25" y="73"/>
                    </a:cubicBezTo>
                    <a:cubicBezTo>
                      <a:pt x="24" y="72"/>
                      <a:pt x="24" y="72"/>
                      <a:pt x="24" y="72"/>
                    </a:cubicBezTo>
                    <a:cubicBezTo>
                      <a:pt x="24" y="72"/>
                      <a:pt x="24" y="72"/>
                      <a:pt x="24" y="72"/>
                    </a:cubicBezTo>
                    <a:cubicBezTo>
                      <a:pt x="24" y="72"/>
                      <a:pt x="25" y="72"/>
                      <a:pt x="26" y="7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2" name="Freeform 34">
                <a:extLst>
                  <a:ext uri="{FF2B5EF4-FFF2-40B4-BE49-F238E27FC236}">
                    <a16:creationId xmlns:a16="http://schemas.microsoft.com/office/drawing/2014/main" id="{3B122198-1065-410F-BC3C-CF9569E696AC}"/>
                  </a:ext>
                </a:extLst>
              </p:cNvPr>
              <p:cNvSpPr>
                <a:spLocks noEditPoints="1"/>
              </p:cNvSpPr>
              <p:nvPr/>
            </p:nvSpPr>
            <p:spPr bwMode="auto">
              <a:xfrm>
                <a:off x="6108700" y="2516188"/>
                <a:ext cx="288925" cy="365125"/>
              </a:xfrm>
              <a:custGeom>
                <a:avLst/>
                <a:gdLst>
                  <a:gd name="T0" fmla="*/ 127 w 133"/>
                  <a:gd name="T1" fmla="*/ 60 h 169"/>
                  <a:gd name="T2" fmla="*/ 60 w 133"/>
                  <a:gd name="T3" fmla="*/ 165 h 169"/>
                  <a:gd name="T4" fmla="*/ 79 w 133"/>
                  <a:gd name="T5" fmla="*/ 158 h 169"/>
                  <a:gd name="T6" fmla="*/ 60 w 133"/>
                  <a:gd name="T7" fmla="*/ 157 h 169"/>
                  <a:gd name="T8" fmla="*/ 79 w 133"/>
                  <a:gd name="T9" fmla="*/ 154 h 169"/>
                  <a:gd name="T10" fmla="*/ 42 w 133"/>
                  <a:gd name="T11" fmla="*/ 151 h 169"/>
                  <a:gd name="T12" fmla="*/ 66 w 133"/>
                  <a:gd name="T13" fmla="*/ 164 h 169"/>
                  <a:gd name="T14" fmla="*/ 123 w 133"/>
                  <a:gd name="T15" fmla="*/ 35 h 169"/>
                  <a:gd name="T16" fmla="*/ 86 w 133"/>
                  <a:gd name="T17" fmla="*/ 152 h 169"/>
                  <a:gd name="T18" fmla="*/ 53 w 133"/>
                  <a:gd name="T19" fmla="*/ 150 h 169"/>
                  <a:gd name="T20" fmla="*/ 85 w 133"/>
                  <a:gd name="T21" fmla="*/ 153 h 169"/>
                  <a:gd name="T22" fmla="*/ 39 w 133"/>
                  <a:gd name="T23" fmla="*/ 62 h 169"/>
                  <a:gd name="T24" fmla="*/ 29 w 133"/>
                  <a:gd name="T25" fmla="*/ 53 h 169"/>
                  <a:gd name="T26" fmla="*/ 32 w 133"/>
                  <a:gd name="T27" fmla="*/ 78 h 169"/>
                  <a:gd name="T28" fmla="*/ 27 w 133"/>
                  <a:gd name="T29" fmla="*/ 79 h 169"/>
                  <a:gd name="T30" fmla="*/ 18 w 133"/>
                  <a:gd name="T31" fmla="*/ 72 h 169"/>
                  <a:gd name="T32" fmla="*/ 17 w 133"/>
                  <a:gd name="T33" fmla="*/ 96 h 169"/>
                  <a:gd name="T34" fmla="*/ 7 w 133"/>
                  <a:gd name="T35" fmla="*/ 83 h 169"/>
                  <a:gd name="T36" fmla="*/ 7 w 133"/>
                  <a:gd name="T37" fmla="*/ 71 h 169"/>
                  <a:gd name="T38" fmla="*/ 6 w 133"/>
                  <a:gd name="T39" fmla="*/ 37 h 169"/>
                  <a:gd name="T40" fmla="*/ 8 w 133"/>
                  <a:gd name="T41" fmla="*/ 35 h 169"/>
                  <a:gd name="T42" fmla="*/ 10 w 133"/>
                  <a:gd name="T43" fmla="*/ 11 h 169"/>
                  <a:gd name="T44" fmla="*/ 21 w 133"/>
                  <a:gd name="T45" fmla="*/ 14 h 169"/>
                  <a:gd name="T46" fmla="*/ 33 w 133"/>
                  <a:gd name="T47" fmla="*/ 16 h 169"/>
                  <a:gd name="T48" fmla="*/ 30 w 133"/>
                  <a:gd name="T49" fmla="*/ 23 h 169"/>
                  <a:gd name="T50" fmla="*/ 41 w 133"/>
                  <a:gd name="T51" fmla="*/ 30 h 169"/>
                  <a:gd name="T52" fmla="*/ 44 w 133"/>
                  <a:gd name="T53" fmla="*/ 12 h 169"/>
                  <a:gd name="T54" fmla="*/ 46 w 133"/>
                  <a:gd name="T55" fmla="*/ 16 h 169"/>
                  <a:gd name="T56" fmla="*/ 47 w 133"/>
                  <a:gd name="T57" fmla="*/ 22 h 169"/>
                  <a:gd name="T58" fmla="*/ 47 w 133"/>
                  <a:gd name="T59" fmla="*/ 27 h 169"/>
                  <a:gd name="T60" fmla="*/ 37 w 133"/>
                  <a:gd name="T61" fmla="*/ 43 h 169"/>
                  <a:gd name="T62" fmla="*/ 40 w 133"/>
                  <a:gd name="T63" fmla="*/ 50 h 169"/>
                  <a:gd name="T64" fmla="*/ 0 w 133"/>
                  <a:gd name="T65" fmla="*/ 82 h 169"/>
                  <a:gd name="T66" fmla="*/ 12 w 133"/>
                  <a:gd name="T67" fmla="*/ 45 h 169"/>
                  <a:gd name="T68" fmla="*/ 12 w 133"/>
                  <a:gd name="T69" fmla="*/ 44 h 169"/>
                  <a:gd name="T70" fmla="*/ 44 w 133"/>
                  <a:gd name="T71" fmla="*/ 50 h 169"/>
                  <a:gd name="T72" fmla="*/ 40 w 133"/>
                  <a:gd name="T73" fmla="*/ 62 h 169"/>
                  <a:gd name="T74" fmla="*/ 132 w 133"/>
                  <a:gd name="T75" fmla="*/ 0 h 169"/>
                  <a:gd name="T76" fmla="*/ 124 w 133"/>
                  <a:gd name="T77" fmla="*/ 38 h 169"/>
                  <a:gd name="T78" fmla="*/ 125 w 133"/>
                  <a:gd name="T79" fmla="*/ 72 h 169"/>
                  <a:gd name="T80" fmla="*/ 125 w 133"/>
                  <a:gd name="T81" fmla="*/ 89 h 169"/>
                  <a:gd name="T82" fmla="*/ 121 w 133"/>
                  <a:gd name="T83" fmla="*/ 97 h 169"/>
                  <a:gd name="T84" fmla="*/ 111 w 133"/>
                  <a:gd name="T85" fmla="*/ 69 h 169"/>
                  <a:gd name="T86" fmla="*/ 103 w 133"/>
                  <a:gd name="T87" fmla="*/ 82 h 169"/>
                  <a:gd name="T88" fmla="*/ 102 w 133"/>
                  <a:gd name="T89" fmla="*/ 78 h 169"/>
                  <a:gd name="T90" fmla="*/ 99 w 133"/>
                  <a:gd name="T91" fmla="*/ 57 h 169"/>
                  <a:gd name="T92" fmla="*/ 92 w 133"/>
                  <a:gd name="T93" fmla="*/ 63 h 169"/>
                  <a:gd name="T94" fmla="*/ 88 w 133"/>
                  <a:gd name="T95" fmla="*/ 47 h 169"/>
                  <a:gd name="T96" fmla="*/ 91 w 133"/>
                  <a:gd name="T97" fmla="*/ 53 h 169"/>
                  <a:gd name="T98" fmla="*/ 92 w 133"/>
                  <a:gd name="T99" fmla="*/ 39 h 169"/>
                  <a:gd name="T100" fmla="*/ 85 w 133"/>
                  <a:gd name="T101" fmla="*/ 29 h 169"/>
                  <a:gd name="T102" fmla="*/ 84 w 133"/>
                  <a:gd name="T103" fmla="*/ 16 h 169"/>
                  <a:gd name="T104" fmla="*/ 87 w 133"/>
                  <a:gd name="T105" fmla="*/ 13 h 169"/>
                  <a:gd name="T106" fmla="*/ 90 w 133"/>
                  <a:gd name="T107" fmla="*/ 14 h 169"/>
                  <a:gd name="T108" fmla="*/ 93 w 133"/>
                  <a:gd name="T109" fmla="*/ 30 h 169"/>
                  <a:gd name="T110" fmla="*/ 97 w 133"/>
                  <a:gd name="T111" fmla="*/ 23 h 169"/>
                  <a:gd name="T112" fmla="*/ 107 w 133"/>
                  <a:gd name="T113" fmla="*/ 14 h 169"/>
                  <a:gd name="T114" fmla="*/ 113 w 133"/>
                  <a:gd name="T115" fmla="*/ 22 h 169"/>
                  <a:gd name="T116" fmla="*/ 129 w 133"/>
                  <a:gd name="T117" fmla="*/ 3 h 169"/>
                  <a:gd name="T118" fmla="*/ 130 w 133"/>
                  <a:gd name="T119" fmla="*/ 44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3" h="169">
                    <a:moveTo>
                      <a:pt x="120" y="44"/>
                    </a:moveTo>
                    <a:cubicBezTo>
                      <a:pt x="118" y="44"/>
                      <a:pt x="117" y="43"/>
                      <a:pt x="117" y="43"/>
                    </a:cubicBezTo>
                    <a:cubicBezTo>
                      <a:pt x="117" y="45"/>
                      <a:pt x="117" y="47"/>
                      <a:pt x="117" y="47"/>
                    </a:cubicBezTo>
                    <a:cubicBezTo>
                      <a:pt x="116" y="47"/>
                      <a:pt x="116" y="47"/>
                      <a:pt x="115" y="47"/>
                    </a:cubicBezTo>
                    <a:cubicBezTo>
                      <a:pt x="115" y="48"/>
                      <a:pt x="115" y="48"/>
                      <a:pt x="115" y="48"/>
                    </a:cubicBezTo>
                    <a:cubicBezTo>
                      <a:pt x="115" y="49"/>
                      <a:pt x="115" y="50"/>
                      <a:pt x="116" y="51"/>
                    </a:cubicBezTo>
                    <a:cubicBezTo>
                      <a:pt x="116" y="53"/>
                      <a:pt x="119" y="55"/>
                      <a:pt x="121" y="56"/>
                    </a:cubicBezTo>
                    <a:cubicBezTo>
                      <a:pt x="122" y="58"/>
                      <a:pt x="123" y="59"/>
                      <a:pt x="123" y="61"/>
                    </a:cubicBezTo>
                    <a:cubicBezTo>
                      <a:pt x="124" y="62"/>
                      <a:pt x="123" y="63"/>
                      <a:pt x="125" y="63"/>
                    </a:cubicBezTo>
                    <a:cubicBezTo>
                      <a:pt x="127" y="62"/>
                      <a:pt x="127" y="60"/>
                      <a:pt x="127" y="60"/>
                    </a:cubicBezTo>
                    <a:cubicBezTo>
                      <a:pt x="128" y="54"/>
                      <a:pt x="122" y="53"/>
                      <a:pt x="120" y="45"/>
                    </a:cubicBezTo>
                    <a:lnTo>
                      <a:pt x="120" y="44"/>
                    </a:lnTo>
                    <a:close/>
                    <a:moveTo>
                      <a:pt x="112" y="26"/>
                    </a:moveTo>
                    <a:cubicBezTo>
                      <a:pt x="113" y="24"/>
                      <a:pt x="113" y="24"/>
                      <a:pt x="113" y="24"/>
                    </a:cubicBezTo>
                    <a:lnTo>
                      <a:pt x="112" y="26"/>
                    </a:lnTo>
                    <a:close/>
                    <a:moveTo>
                      <a:pt x="67" y="169"/>
                    </a:moveTo>
                    <a:cubicBezTo>
                      <a:pt x="67" y="169"/>
                      <a:pt x="72" y="167"/>
                      <a:pt x="79" y="163"/>
                    </a:cubicBezTo>
                    <a:cubicBezTo>
                      <a:pt x="76" y="163"/>
                      <a:pt x="76" y="165"/>
                      <a:pt x="73" y="165"/>
                    </a:cubicBezTo>
                    <a:cubicBezTo>
                      <a:pt x="70" y="165"/>
                      <a:pt x="69" y="163"/>
                      <a:pt x="66" y="163"/>
                    </a:cubicBezTo>
                    <a:cubicBezTo>
                      <a:pt x="62" y="163"/>
                      <a:pt x="62" y="165"/>
                      <a:pt x="60" y="165"/>
                    </a:cubicBezTo>
                    <a:cubicBezTo>
                      <a:pt x="57" y="165"/>
                      <a:pt x="56" y="164"/>
                      <a:pt x="55" y="163"/>
                    </a:cubicBezTo>
                    <a:cubicBezTo>
                      <a:pt x="49" y="160"/>
                      <a:pt x="49" y="160"/>
                      <a:pt x="49" y="160"/>
                    </a:cubicBezTo>
                    <a:cubicBezTo>
                      <a:pt x="50" y="160"/>
                      <a:pt x="51" y="159"/>
                      <a:pt x="53" y="159"/>
                    </a:cubicBezTo>
                    <a:cubicBezTo>
                      <a:pt x="56" y="159"/>
                      <a:pt x="57" y="161"/>
                      <a:pt x="60" y="161"/>
                    </a:cubicBezTo>
                    <a:cubicBezTo>
                      <a:pt x="62" y="161"/>
                      <a:pt x="62" y="159"/>
                      <a:pt x="66" y="159"/>
                    </a:cubicBezTo>
                    <a:cubicBezTo>
                      <a:pt x="69" y="159"/>
                      <a:pt x="70" y="161"/>
                      <a:pt x="73" y="161"/>
                    </a:cubicBezTo>
                    <a:cubicBezTo>
                      <a:pt x="76" y="161"/>
                      <a:pt x="76" y="159"/>
                      <a:pt x="79" y="159"/>
                    </a:cubicBezTo>
                    <a:cubicBezTo>
                      <a:pt x="82" y="159"/>
                      <a:pt x="82" y="160"/>
                      <a:pt x="84" y="161"/>
                    </a:cubicBezTo>
                    <a:cubicBezTo>
                      <a:pt x="85" y="160"/>
                      <a:pt x="85" y="160"/>
                      <a:pt x="85" y="160"/>
                    </a:cubicBezTo>
                    <a:cubicBezTo>
                      <a:pt x="83" y="160"/>
                      <a:pt x="82" y="158"/>
                      <a:pt x="79" y="158"/>
                    </a:cubicBezTo>
                    <a:cubicBezTo>
                      <a:pt x="76" y="158"/>
                      <a:pt x="76" y="160"/>
                      <a:pt x="73" y="160"/>
                    </a:cubicBezTo>
                    <a:cubicBezTo>
                      <a:pt x="70" y="160"/>
                      <a:pt x="69" y="158"/>
                      <a:pt x="66" y="158"/>
                    </a:cubicBezTo>
                    <a:cubicBezTo>
                      <a:pt x="62" y="158"/>
                      <a:pt x="62" y="160"/>
                      <a:pt x="60" y="160"/>
                    </a:cubicBezTo>
                    <a:cubicBezTo>
                      <a:pt x="57" y="160"/>
                      <a:pt x="56" y="158"/>
                      <a:pt x="53" y="158"/>
                    </a:cubicBezTo>
                    <a:cubicBezTo>
                      <a:pt x="50" y="158"/>
                      <a:pt x="50" y="159"/>
                      <a:pt x="48" y="160"/>
                    </a:cubicBezTo>
                    <a:cubicBezTo>
                      <a:pt x="41" y="155"/>
                      <a:pt x="41" y="155"/>
                      <a:pt x="41" y="155"/>
                    </a:cubicBezTo>
                    <a:cubicBezTo>
                      <a:pt x="42" y="155"/>
                      <a:pt x="42" y="155"/>
                      <a:pt x="42" y="155"/>
                    </a:cubicBezTo>
                    <a:cubicBezTo>
                      <a:pt x="46" y="155"/>
                      <a:pt x="47" y="157"/>
                      <a:pt x="47" y="157"/>
                    </a:cubicBezTo>
                    <a:cubicBezTo>
                      <a:pt x="50" y="157"/>
                      <a:pt x="50" y="155"/>
                      <a:pt x="53" y="155"/>
                    </a:cubicBezTo>
                    <a:cubicBezTo>
                      <a:pt x="56" y="155"/>
                      <a:pt x="57" y="157"/>
                      <a:pt x="60" y="157"/>
                    </a:cubicBezTo>
                    <a:cubicBezTo>
                      <a:pt x="62" y="157"/>
                      <a:pt x="62" y="155"/>
                      <a:pt x="66" y="155"/>
                    </a:cubicBezTo>
                    <a:cubicBezTo>
                      <a:pt x="69" y="155"/>
                      <a:pt x="70" y="157"/>
                      <a:pt x="73" y="157"/>
                    </a:cubicBezTo>
                    <a:cubicBezTo>
                      <a:pt x="76" y="156"/>
                      <a:pt x="76" y="155"/>
                      <a:pt x="79" y="155"/>
                    </a:cubicBezTo>
                    <a:cubicBezTo>
                      <a:pt x="82" y="155"/>
                      <a:pt x="83" y="157"/>
                      <a:pt x="85" y="157"/>
                    </a:cubicBezTo>
                    <a:cubicBezTo>
                      <a:pt x="88" y="157"/>
                      <a:pt x="88" y="155"/>
                      <a:pt x="92" y="155"/>
                    </a:cubicBezTo>
                    <a:cubicBezTo>
                      <a:pt x="92" y="155"/>
                      <a:pt x="92" y="155"/>
                      <a:pt x="92" y="155"/>
                    </a:cubicBezTo>
                    <a:cubicBezTo>
                      <a:pt x="94" y="154"/>
                      <a:pt x="94" y="154"/>
                      <a:pt x="94" y="154"/>
                    </a:cubicBezTo>
                    <a:cubicBezTo>
                      <a:pt x="93" y="154"/>
                      <a:pt x="93" y="154"/>
                      <a:pt x="92" y="154"/>
                    </a:cubicBezTo>
                    <a:cubicBezTo>
                      <a:pt x="88" y="154"/>
                      <a:pt x="88" y="156"/>
                      <a:pt x="85" y="156"/>
                    </a:cubicBezTo>
                    <a:cubicBezTo>
                      <a:pt x="83" y="156"/>
                      <a:pt x="82" y="154"/>
                      <a:pt x="79" y="154"/>
                    </a:cubicBezTo>
                    <a:cubicBezTo>
                      <a:pt x="76" y="154"/>
                      <a:pt x="76" y="156"/>
                      <a:pt x="73" y="156"/>
                    </a:cubicBezTo>
                    <a:cubicBezTo>
                      <a:pt x="70" y="156"/>
                      <a:pt x="69" y="154"/>
                      <a:pt x="66" y="154"/>
                    </a:cubicBezTo>
                    <a:cubicBezTo>
                      <a:pt x="62" y="154"/>
                      <a:pt x="62" y="156"/>
                      <a:pt x="60" y="156"/>
                    </a:cubicBezTo>
                    <a:cubicBezTo>
                      <a:pt x="57" y="156"/>
                      <a:pt x="56" y="154"/>
                      <a:pt x="53" y="154"/>
                    </a:cubicBezTo>
                    <a:cubicBezTo>
                      <a:pt x="50" y="154"/>
                      <a:pt x="50" y="155"/>
                      <a:pt x="47" y="156"/>
                    </a:cubicBezTo>
                    <a:cubicBezTo>
                      <a:pt x="47" y="156"/>
                      <a:pt x="46" y="154"/>
                      <a:pt x="42" y="154"/>
                    </a:cubicBezTo>
                    <a:cubicBezTo>
                      <a:pt x="41" y="154"/>
                      <a:pt x="40" y="154"/>
                      <a:pt x="40" y="154"/>
                    </a:cubicBezTo>
                    <a:cubicBezTo>
                      <a:pt x="37" y="152"/>
                      <a:pt x="37" y="152"/>
                      <a:pt x="37" y="152"/>
                    </a:cubicBezTo>
                    <a:cubicBezTo>
                      <a:pt x="39" y="152"/>
                      <a:pt x="39" y="151"/>
                      <a:pt x="42" y="151"/>
                    </a:cubicBezTo>
                    <a:cubicBezTo>
                      <a:pt x="42" y="151"/>
                      <a:pt x="42" y="151"/>
                      <a:pt x="42" y="151"/>
                    </a:cubicBezTo>
                    <a:cubicBezTo>
                      <a:pt x="41" y="150"/>
                      <a:pt x="41" y="149"/>
                      <a:pt x="41" y="149"/>
                    </a:cubicBezTo>
                    <a:cubicBezTo>
                      <a:pt x="41" y="149"/>
                      <a:pt x="41" y="149"/>
                      <a:pt x="41" y="149"/>
                    </a:cubicBezTo>
                    <a:cubicBezTo>
                      <a:pt x="41" y="149"/>
                      <a:pt x="41" y="149"/>
                      <a:pt x="41" y="149"/>
                    </a:cubicBezTo>
                    <a:cubicBezTo>
                      <a:pt x="41" y="149"/>
                      <a:pt x="42" y="147"/>
                      <a:pt x="44" y="146"/>
                    </a:cubicBezTo>
                    <a:cubicBezTo>
                      <a:pt x="45" y="145"/>
                      <a:pt x="45" y="144"/>
                      <a:pt x="46" y="144"/>
                    </a:cubicBezTo>
                    <a:cubicBezTo>
                      <a:pt x="48" y="142"/>
                      <a:pt x="48" y="142"/>
                      <a:pt x="48" y="142"/>
                    </a:cubicBezTo>
                    <a:cubicBezTo>
                      <a:pt x="49" y="135"/>
                      <a:pt x="49" y="135"/>
                      <a:pt x="49" y="135"/>
                    </a:cubicBezTo>
                    <a:cubicBezTo>
                      <a:pt x="19" y="135"/>
                      <a:pt x="19" y="135"/>
                      <a:pt x="19" y="135"/>
                    </a:cubicBezTo>
                    <a:cubicBezTo>
                      <a:pt x="39" y="160"/>
                      <a:pt x="67" y="169"/>
                      <a:pt x="67" y="169"/>
                    </a:cubicBezTo>
                    <a:moveTo>
                      <a:pt x="66" y="164"/>
                    </a:moveTo>
                    <a:cubicBezTo>
                      <a:pt x="69" y="164"/>
                      <a:pt x="70" y="166"/>
                      <a:pt x="73" y="166"/>
                    </a:cubicBezTo>
                    <a:cubicBezTo>
                      <a:pt x="67" y="169"/>
                      <a:pt x="67" y="169"/>
                      <a:pt x="67" y="169"/>
                    </a:cubicBezTo>
                    <a:cubicBezTo>
                      <a:pt x="60" y="166"/>
                      <a:pt x="60" y="166"/>
                      <a:pt x="60" y="166"/>
                    </a:cubicBezTo>
                    <a:cubicBezTo>
                      <a:pt x="62" y="166"/>
                      <a:pt x="62" y="164"/>
                      <a:pt x="66" y="164"/>
                    </a:cubicBezTo>
                    <a:moveTo>
                      <a:pt x="59" y="0"/>
                    </a:moveTo>
                    <a:cubicBezTo>
                      <a:pt x="72" y="0"/>
                      <a:pt x="72" y="0"/>
                      <a:pt x="72" y="0"/>
                    </a:cubicBezTo>
                    <a:cubicBezTo>
                      <a:pt x="72" y="0"/>
                      <a:pt x="72" y="0"/>
                      <a:pt x="72" y="0"/>
                    </a:cubicBezTo>
                    <a:cubicBezTo>
                      <a:pt x="59" y="0"/>
                      <a:pt x="59" y="0"/>
                      <a:pt x="59" y="0"/>
                    </a:cubicBezTo>
                    <a:close/>
                    <a:moveTo>
                      <a:pt x="123" y="35"/>
                    </a:moveTo>
                    <a:cubicBezTo>
                      <a:pt x="123" y="35"/>
                      <a:pt x="123" y="35"/>
                      <a:pt x="123" y="35"/>
                    </a:cubicBezTo>
                    <a:cubicBezTo>
                      <a:pt x="123" y="35"/>
                      <a:pt x="123" y="35"/>
                      <a:pt x="123" y="35"/>
                    </a:cubicBezTo>
                    <a:close/>
                    <a:moveTo>
                      <a:pt x="85" y="142"/>
                    </a:moveTo>
                    <a:cubicBezTo>
                      <a:pt x="85" y="143"/>
                      <a:pt x="85" y="143"/>
                      <a:pt x="85" y="143"/>
                    </a:cubicBezTo>
                    <a:cubicBezTo>
                      <a:pt x="87" y="144"/>
                      <a:pt x="87" y="144"/>
                      <a:pt x="87" y="144"/>
                    </a:cubicBezTo>
                    <a:cubicBezTo>
                      <a:pt x="88" y="146"/>
                      <a:pt x="88" y="146"/>
                      <a:pt x="88" y="146"/>
                    </a:cubicBezTo>
                    <a:cubicBezTo>
                      <a:pt x="91" y="150"/>
                      <a:pt x="91" y="150"/>
                      <a:pt x="91" y="150"/>
                    </a:cubicBezTo>
                    <a:cubicBezTo>
                      <a:pt x="92" y="150"/>
                      <a:pt x="92" y="150"/>
                      <a:pt x="92" y="150"/>
                    </a:cubicBezTo>
                    <a:cubicBezTo>
                      <a:pt x="91" y="151"/>
                      <a:pt x="91" y="151"/>
                      <a:pt x="91" y="151"/>
                    </a:cubicBezTo>
                    <a:cubicBezTo>
                      <a:pt x="91" y="151"/>
                      <a:pt x="89" y="151"/>
                      <a:pt x="87" y="151"/>
                    </a:cubicBezTo>
                    <a:cubicBezTo>
                      <a:pt x="86" y="152"/>
                      <a:pt x="86" y="152"/>
                      <a:pt x="86" y="152"/>
                    </a:cubicBezTo>
                    <a:cubicBezTo>
                      <a:pt x="85" y="152"/>
                      <a:pt x="84" y="151"/>
                      <a:pt x="83" y="151"/>
                    </a:cubicBezTo>
                    <a:cubicBezTo>
                      <a:pt x="81" y="151"/>
                      <a:pt x="80" y="150"/>
                      <a:pt x="78" y="150"/>
                    </a:cubicBezTo>
                    <a:cubicBezTo>
                      <a:pt x="76" y="150"/>
                      <a:pt x="75" y="151"/>
                      <a:pt x="73" y="152"/>
                    </a:cubicBezTo>
                    <a:cubicBezTo>
                      <a:pt x="72" y="152"/>
                      <a:pt x="72" y="152"/>
                      <a:pt x="72" y="152"/>
                    </a:cubicBezTo>
                    <a:cubicBezTo>
                      <a:pt x="70" y="152"/>
                      <a:pt x="67" y="150"/>
                      <a:pt x="66" y="150"/>
                    </a:cubicBezTo>
                    <a:cubicBezTo>
                      <a:pt x="66" y="150"/>
                      <a:pt x="66" y="150"/>
                      <a:pt x="66" y="150"/>
                    </a:cubicBezTo>
                    <a:cubicBezTo>
                      <a:pt x="64" y="150"/>
                      <a:pt x="61" y="152"/>
                      <a:pt x="60" y="152"/>
                    </a:cubicBezTo>
                    <a:cubicBezTo>
                      <a:pt x="60" y="152"/>
                      <a:pt x="60" y="152"/>
                      <a:pt x="60" y="152"/>
                    </a:cubicBezTo>
                    <a:cubicBezTo>
                      <a:pt x="59" y="152"/>
                      <a:pt x="58" y="152"/>
                      <a:pt x="57" y="151"/>
                    </a:cubicBezTo>
                    <a:cubicBezTo>
                      <a:pt x="56" y="151"/>
                      <a:pt x="54" y="150"/>
                      <a:pt x="53" y="150"/>
                    </a:cubicBezTo>
                    <a:cubicBezTo>
                      <a:pt x="53" y="150"/>
                      <a:pt x="53" y="150"/>
                      <a:pt x="53" y="150"/>
                    </a:cubicBezTo>
                    <a:cubicBezTo>
                      <a:pt x="52" y="150"/>
                      <a:pt x="50" y="151"/>
                      <a:pt x="49" y="152"/>
                    </a:cubicBezTo>
                    <a:cubicBezTo>
                      <a:pt x="49" y="152"/>
                      <a:pt x="48" y="152"/>
                      <a:pt x="47" y="152"/>
                    </a:cubicBezTo>
                    <a:cubicBezTo>
                      <a:pt x="47" y="153"/>
                      <a:pt x="47" y="153"/>
                      <a:pt x="47" y="153"/>
                    </a:cubicBezTo>
                    <a:cubicBezTo>
                      <a:pt x="50" y="152"/>
                      <a:pt x="50" y="151"/>
                      <a:pt x="53" y="151"/>
                    </a:cubicBezTo>
                    <a:cubicBezTo>
                      <a:pt x="56" y="151"/>
                      <a:pt x="57" y="153"/>
                      <a:pt x="60" y="153"/>
                    </a:cubicBezTo>
                    <a:cubicBezTo>
                      <a:pt x="62" y="153"/>
                      <a:pt x="62" y="151"/>
                      <a:pt x="66" y="151"/>
                    </a:cubicBezTo>
                    <a:cubicBezTo>
                      <a:pt x="69" y="151"/>
                      <a:pt x="70" y="153"/>
                      <a:pt x="73" y="153"/>
                    </a:cubicBezTo>
                    <a:cubicBezTo>
                      <a:pt x="76" y="153"/>
                      <a:pt x="76" y="151"/>
                      <a:pt x="79" y="151"/>
                    </a:cubicBezTo>
                    <a:cubicBezTo>
                      <a:pt x="82" y="151"/>
                      <a:pt x="83" y="153"/>
                      <a:pt x="85" y="153"/>
                    </a:cubicBezTo>
                    <a:cubicBezTo>
                      <a:pt x="88" y="153"/>
                      <a:pt x="88" y="151"/>
                      <a:pt x="92" y="151"/>
                    </a:cubicBezTo>
                    <a:cubicBezTo>
                      <a:pt x="95" y="151"/>
                      <a:pt x="94" y="152"/>
                      <a:pt x="96" y="152"/>
                    </a:cubicBezTo>
                    <a:cubicBezTo>
                      <a:pt x="102" y="148"/>
                      <a:pt x="108" y="142"/>
                      <a:pt x="113" y="136"/>
                    </a:cubicBezTo>
                    <a:cubicBezTo>
                      <a:pt x="84" y="136"/>
                      <a:pt x="84" y="136"/>
                      <a:pt x="84" y="136"/>
                    </a:cubicBezTo>
                    <a:lnTo>
                      <a:pt x="85" y="142"/>
                    </a:lnTo>
                    <a:close/>
                    <a:moveTo>
                      <a:pt x="0" y="82"/>
                    </a:moveTo>
                    <a:cubicBezTo>
                      <a:pt x="0" y="105"/>
                      <a:pt x="9" y="122"/>
                      <a:pt x="19" y="135"/>
                    </a:cubicBezTo>
                    <a:cubicBezTo>
                      <a:pt x="40" y="63"/>
                      <a:pt x="40" y="63"/>
                      <a:pt x="40" y="63"/>
                    </a:cubicBezTo>
                    <a:cubicBezTo>
                      <a:pt x="39" y="63"/>
                      <a:pt x="39" y="63"/>
                      <a:pt x="39" y="63"/>
                    </a:cubicBezTo>
                    <a:cubicBezTo>
                      <a:pt x="39" y="62"/>
                      <a:pt x="39" y="62"/>
                      <a:pt x="39" y="62"/>
                    </a:cubicBezTo>
                    <a:cubicBezTo>
                      <a:pt x="38" y="61"/>
                      <a:pt x="38" y="61"/>
                      <a:pt x="38" y="61"/>
                    </a:cubicBezTo>
                    <a:cubicBezTo>
                      <a:pt x="39" y="59"/>
                      <a:pt x="39" y="59"/>
                      <a:pt x="39" y="59"/>
                    </a:cubicBezTo>
                    <a:cubicBezTo>
                      <a:pt x="40" y="58"/>
                      <a:pt x="40" y="58"/>
                      <a:pt x="40" y="58"/>
                    </a:cubicBezTo>
                    <a:cubicBezTo>
                      <a:pt x="40" y="57"/>
                      <a:pt x="40" y="57"/>
                      <a:pt x="40" y="57"/>
                    </a:cubicBezTo>
                    <a:cubicBezTo>
                      <a:pt x="40" y="56"/>
                      <a:pt x="40" y="56"/>
                      <a:pt x="39" y="55"/>
                    </a:cubicBezTo>
                    <a:cubicBezTo>
                      <a:pt x="38" y="55"/>
                      <a:pt x="37" y="54"/>
                      <a:pt x="37" y="54"/>
                    </a:cubicBezTo>
                    <a:cubicBezTo>
                      <a:pt x="34" y="54"/>
                      <a:pt x="34" y="54"/>
                      <a:pt x="34" y="54"/>
                    </a:cubicBezTo>
                    <a:cubicBezTo>
                      <a:pt x="34" y="55"/>
                      <a:pt x="34" y="56"/>
                      <a:pt x="34" y="57"/>
                    </a:cubicBezTo>
                    <a:cubicBezTo>
                      <a:pt x="34" y="57"/>
                      <a:pt x="32" y="53"/>
                      <a:pt x="30" y="52"/>
                    </a:cubicBezTo>
                    <a:cubicBezTo>
                      <a:pt x="29" y="53"/>
                      <a:pt x="29" y="53"/>
                      <a:pt x="29" y="53"/>
                    </a:cubicBezTo>
                    <a:cubicBezTo>
                      <a:pt x="30" y="54"/>
                      <a:pt x="27" y="55"/>
                      <a:pt x="26" y="56"/>
                    </a:cubicBezTo>
                    <a:cubicBezTo>
                      <a:pt x="25" y="57"/>
                      <a:pt x="25" y="58"/>
                      <a:pt x="25" y="58"/>
                    </a:cubicBezTo>
                    <a:cubicBezTo>
                      <a:pt x="26" y="58"/>
                      <a:pt x="32" y="56"/>
                      <a:pt x="32" y="62"/>
                    </a:cubicBezTo>
                    <a:cubicBezTo>
                      <a:pt x="32" y="62"/>
                      <a:pt x="32" y="64"/>
                      <a:pt x="31" y="64"/>
                    </a:cubicBezTo>
                    <a:cubicBezTo>
                      <a:pt x="31" y="64"/>
                      <a:pt x="32" y="65"/>
                      <a:pt x="31" y="66"/>
                    </a:cubicBezTo>
                    <a:cubicBezTo>
                      <a:pt x="30" y="67"/>
                      <a:pt x="28" y="69"/>
                      <a:pt x="27" y="70"/>
                    </a:cubicBezTo>
                    <a:cubicBezTo>
                      <a:pt x="25" y="72"/>
                      <a:pt x="27" y="73"/>
                      <a:pt x="28" y="74"/>
                    </a:cubicBezTo>
                    <a:cubicBezTo>
                      <a:pt x="28" y="75"/>
                      <a:pt x="30" y="77"/>
                      <a:pt x="30" y="78"/>
                    </a:cubicBezTo>
                    <a:cubicBezTo>
                      <a:pt x="32" y="79"/>
                      <a:pt x="32" y="79"/>
                      <a:pt x="32" y="79"/>
                    </a:cubicBezTo>
                    <a:cubicBezTo>
                      <a:pt x="32" y="78"/>
                      <a:pt x="32" y="78"/>
                      <a:pt x="32" y="78"/>
                    </a:cubicBezTo>
                    <a:cubicBezTo>
                      <a:pt x="33" y="76"/>
                      <a:pt x="33" y="76"/>
                      <a:pt x="33" y="76"/>
                    </a:cubicBezTo>
                    <a:cubicBezTo>
                      <a:pt x="34" y="75"/>
                      <a:pt x="34" y="75"/>
                      <a:pt x="34" y="75"/>
                    </a:cubicBezTo>
                    <a:cubicBezTo>
                      <a:pt x="35" y="74"/>
                      <a:pt x="35" y="74"/>
                      <a:pt x="35" y="74"/>
                    </a:cubicBezTo>
                    <a:cubicBezTo>
                      <a:pt x="36" y="73"/>
                      <a:pt x="36" y="73"/>
                      <a:pt x="36" y="73"/>
                    </a:cubicBezTo>
                    <a:cubicBezTo>
                      <a:pt x="36" y="76"/>
                      <a:pt x="36" y="76"/>
                      <a:pt x="36" y="76"/>
                    </a:cubicBezTo>
                    <a:cubicBezTo>
                      <a:pt x="36" y="76"/>
                      <a:pt x="36" y="79"/>
                      <a:pt x="35" y="80"/>
                    </a:cubicBezTo>
                    <a:cubicBezTo>
                      <a:pt x="34" y="81"/>
                      <a:pt x="33" y="83"/>
                      <a:pt x="32" y="83"/>
                    </a:cubicBezTo>
                    <a:cubicBezTo>
                      <a:pt x="30" y="83"/>
                      <a:pt x="30" y="83"/>
                      <a:pt x="29" y="82"/>
                    </a:cubicBezTo>
                    <a:cubicBezTo>
                      <a:pt x="29" y="81"/>
                      <a:pt x="28" y="79"/>
                      <a:pt x="28" y="79"/>
                    </a:cubicBezTo>
                    <a:cubicBezTo>
                      <a:pt x="27" y="79"/>
                      <a:pt x="27" y="79"/>
                      <a:pt x="27" y="79"/>
                    </a:cubicBezTo>
                    <a:cubicBezTo>
                      <a:pt x="25" y="77"/>
                      <a:pt x="25" y="77"/>
                      <a:pt x="25" y="77"/>
                    </a:cubicBezTo>
                    <a:cubicBezTo>
                      <a:pt x="23" y="75"/>
                      <a:pt x="23" y="75"/>
                      <a:pt x="23" y="75"/>
                    </a:cubicBezTo>
                    <a:cubicBezTo>
                      <a:pt x="22" y="74"/>
                      <a:pt x="22" y="74"/>
                      <a:pt x="22" y="74"/>
                    </a:cubicBezTo>
                    <a:cubicBezTo>
                      <a:pt x="22" y="72"/>
                      <a:pt x="22" y="72"/>
                      <a:pt x="22" y="72"/>
                    </a:cubicBezTo>
                    <a:cubicBezTo>
                      <a:pt x="23" y="70"/>
                      <a:pt x="23" y="70"/>
                      <a:pt x="23" y="70"/>
                    </a:cubicBezTo>
                    <a:cubicBezTo>
                      <a:pt x="23" y="69"/>
                      <a:pt x="23" y="69"/>
                      <a:pt x="23" y="69"/>
                    </a:cubicBezTo>
                    <a:cubicBezTo>
                      <a:pt x="23" y="68"/>
                      <a:pt x="23" y="68"/>
                      <a:pt x="23" y="68"/>
                    </a:cubicBezTo>
                    <a:cubicBezTo>
                      <a:pt x="23" y="68"/>
                      <a:pt x="22" y="69"/>
                      <a:pt x="21" y="69"/>
                    </a:cubicBezTo>
                    <a:cubicBezTo>
                      <a:pt x="20" y="70"/>
                      <a:pt x="20" y="70"/>
                      <a:pt x="20" y="70"/>
                    </a:cubicBezTo>
                    <a:cubicBezTo>
                      <a:pt x="18" y="72"/>
                      <a:pt x="18" y="72"/>
                      <a:pt x="18" y="72"/>
                    </a:cubicBezTo>
                    <a:cubicBezTo>
                      <a:pt x="18" y="72"/>
                      <a:pt x="18" y="74"/>
                      <a:pt x="18" y="75"/>
                    </a:cubicBezTo>
                    <a:cubicBezTo>
                      <a:pt x="17" y="75"/>
                      <a:pt x="16" y="78"/>
                      <a:pt x="15" y="79"/>
                    </a:cubicBezTo>
                    <a:cubicBezTo>
                      <a:pt x="14" y="80"/>
                      <a:pt x="13" y="81"/>
                      <a:pt x="13" y="82"/>
                    </a:cubicBezTo>
                    <a:cubicBezTo>
                      <a:pt x="13" y="83"/>
                      <a:pt x="13" y="84"/>
                      <a:pt x="13" y="85"/>
                    </a:cubicBezTo>
                    <a:cubicBezTo>
                      <a:pt x="12" y="86"/>
                      <a:pt x="12" y="86"/>
                      <a:pt x="12" y="87"/>
                    </a:cubicBezTo>
                    <a:cubicBezTo>
                      <a:pt x="12" y="88"/>
                      <a:pt x="12" y="89"/>
                      <a:pt x="11" y="91"/>
                    </a:cubicBezTo>
                    <a:cubicBezTo>
                      <a:pt x="10" y="92"/>
                      <a:pt x="10" y="93"/>
                      <a:pt x="10" y="94"/>
                    </a:cubicBezTo>
                    <a:cubicBezTo>
                      <a:pt x="11" y="95"/>
                      <a:pt x="11" y="97"/>
                      <a:pt x="12" y="97"/>
                    </a:cubicBezTo>
                    <a:cubicBezTo>
                      <a:pt x="13" y="97"/>
                      <a:pt x="14" y="96"/>
                      <a:pt x="15" y="96"/>
                    </a:cubicBezTo>
                    <a:cubicBezTo>
                      <a:pt x="16" y="96"/>
                      <a:pt x="17" y="96"/>
                      <a:pt x="17" y="96"/>
                    </a:cubicBezTo>
                    <a:cubicBezTo>
                      <a:pt x="19" y="98"/>
                      <a:pt x="19" y="98"/>
                      <a:pt x="19" y="98"/>
                    </a:cubicBezTo>
                    <a:cubicBezTo>
                      <a:pt x="19" y="99"/>
                      <a:pt x="19" y="98"/>
                      <a:pt x="18" y="99"/>
                    </a:cubicBezTo>
                    <a:cubicBezTo>
                      <a:pt x="17" y="100"/>
                      <a:pt x="16" y="101"/>
                      <a:pt x="14" y="101"/>
                    </a:cubicBezTo>
                    <a:cubicBezTo>
                      <a:pt x="13" y="101"/>
                      <a:pt x="11" y="101"/>
                      <a:pt x="10" y="101"/>
                    </a:cubicBezTo>
                    <a:cubicBezTo>
                      <a:pt x="8" y="100"/>
                      <a:pt x="8" y="100"/>
                      <a:pt x="8" y="100"/>
                    </a:cubicBezTo>
                    <a:cubicBezTo>
                      <a:pt x="7" y="96"/>
                      <a:pt x="7" y="96"/>
                      <a:pt x="7" y="96"/>
                    </a:cubicBezTo>
                    <a:cubicBezTo>
                      <a:pt x="7" y="94"/>
                      <a:pt x="7" y="94"/>
                      <a:pt x="7" y="94"/>
                    </a:cubicBezTo>
                    <a:cubicBezTo>
                      <a:pt x="7" y="89"/>
                      <a:pt x="7" y="89"/>
                      <a:pt x="7" y="89"/>
                    </a:cubicBezTo>
                    <a:cubicBezTo>
                      <a:pt x="8" y="89"/>
                      <a:pt x="8" y="88"/>
                      <a:pt x="8" y="87"/>
                    </a:cubicBezTo>
                    <a:cubicBezTo>
                      <a:pt x="8" y="85"/>
                      <a:pt x="7" y="84"/>
                      <a:pt x="7" y="83"/>
                    </a:cubicBezTo>
                    <a:cubicBezTo>
                      <a:pt x="9" y="80"/>
                      <a:pt x="9" y="80"/>
                      <a:pt x="9" y="80"/>
                    </a:cubicBezTo>
                    <a:cubicBezTo>
                      <a:pt x="9" y="78"/>
                      <a:pt x="9" y="78"/>
                      <a:pt x="9" y="78"/>
                    </a:cubicBezTo>
                    <a:cubicBezTo>
                      <a:pt x="8" y="78"/>
                      <a:pt x="8" y="78"/>
                      <a:pt x="8" y="78"/>
                    </a:cubicBezTo>
                    <a:cubicBezTo>
                      <a:pt x="10" y="75"/>
                      <a:pt x="10" y="75"/>
                      <a:pt x="10" y="75"/>
                    </a:cubicBezTo>
                    <a:cubicBezTo>
                      <a:pt x="8" y="75"/>
                      <a:pt x="8" y="75"/>
                      <a:pt x="8" y="75"/>
                    </a:cubicBezTo>
                    <a:cubicBezTo>
                      <a:pt x="8" y="74"/>
                      <a:pt x="8" y="74"/>
                      <a:pt x="8" y="74"/>
                    </a:cubicBezTo>
                    <a:cubicBezTo>
                      <a:pt x="7" y="74"/>
                      <a:pt x="7" y="74"/>
                      <a:pt x="7" y="74"/>
                    </a:cubicBezTo>
                    <a:cubicBezTo>
                      <a:pt x="7" y="72"/>
                      <a:pt x="7" y="72"/>
                      <a:pt x="7" y="72"/>
                    </a:cubicBezTo>
                    <a:cubicBezTo>
                      <a:pt x="7" y="72"/>
                      <a:pt x="7" y="72"/>
                      <a:pt x="7" y="72"/>
                    </a:cubicBezTo>
                    <a:cubicBezTo>
                      <a:pt x="7" y="71"/>
                      <a:pt x="7" y="71"/>
                      <a:pt x="7" y="71"/>
                    </a:cubicBezTo>
                    <a:cubicBezTo>
                      <a:pt x="6" y="71"/>
                      <a:pt x="6" y="71"/>
                      <a:pt x="6" y="71"/>
                    </a:cubicBezTo>
                    <a:cubicBezTo>
                      <a:pt x="7" y="69"/>
                      <a:pt x="7" y="69"/>
                      <a:pt x="7" y="69"/>
                    </a:cubicBezTo>
                    <a:cubicBezTo>
                      <a:pt x="5" y="69"/>
                      <a:pt x="5" y="69"/>
                      <a:pt x="5" y="69"/>
                    </a:cubicBezTo>
                    <a:cubicBezTo>
                      <a:pt x="7" y="67"/>
                      <a:pt x="7" y="67"/>
                      <a:pt x="7" y="67"/>
                    </a:cubicBezTo>
                    <a:cubicBezTo>
                      <a:pt x="7" y="67"/>
                      <a:pt x="3" y="64"/>
                      <a:pt x="3" y="60"/>
                    </a:cubicBezTo>
                    <a:cubicBezTo>
                      <a:pt x="3" y="55"/>
                      <a:pt x="10" y="49"/>
                      <a:pt x="10" y="42"/>
                    </a:cubicBezTo>
                    <a:cubicBezTo>
                      <a:pt x="10" y="41"/>
                      <a:pt x="10" y="39"/>
                      <a:pt x="10" y="39"/>
                    </a:cubicBezTo>
                    <a:cubicBezTo>
                      <a:pt x="8" y="38"/>
                      <a:pt x="8" y="38"/>
                      <a:pt x="8" y="38"/>
                    </a:cubicBezTo>
                    <a:cubicBezTo>
                      <a:pt x="8" y="37"/>
                      <a:pt x="8" y="37"/>
                      <a:pt x="8" y="37"/>
                    </a:cubicBezTo>
                    <a:cubicBezTo>
                      <a:pt x="8" y="36"/>
                      <a:pt x="6" y="37"/>
                      <a:pt x="6" y="37"/>
                    </a:cubicBezTo>
                    <a:cubicBezTo>
                      <a:pt x="6" y="36"/>
                      <a:pt x="4" y="37"/>
                      <a:pt x="4" y="39"/>
                    </a:cubicBezTo>
                    <a:cubicBezTo>
                      <a:pt x="4" y="40"/>
                      <a:pt x="4" y="40"/>
                      <a:pt x="4" y="40"/>
                    </a:cubicBezTo>
                    <a:cubicBezTo>
                      <a:pt x="4" y="40"/>
                      <a:pt x="8" y="41"/>
                      <a:pt x="7" y="44"/>
                    </a:cubicBezTo>
                    <a:cubicBezTo>
                      <a:pt x="6" y="46"/>
                      <a:pt x="4" y="48"/>
                      <a:pt x="4" y="49"/>
                    </a:cubicBezTo>
                    <a:cubicBezTo>
                      <a:pt x="4" y="50"/>
                      <a:pt x="5" y="52"/>
                      <a:pt x="5" y="52"/>
                    </a:cubicBezTo>
                    <a:cubicBezTo>
                      <a:pt x="6" y="52"/>
                      <a:pt x="1" y="53"/>
                      <a:pt x="2" y="49"/>
                    </a:cubicBezTo>
                    <a:cubicBezTo>
                      <a:pt x="2" y="45"/>
                      <a:pt x="3" y="45"/>
                      <a:pt x="3" y="44"/>
                    </a:cubicBezTo>
                    <a:cubicBezTo>
                      <a:pt x="3" y="43"/>
                      <a:pt x="1" y="42"/>
                      <a:pt x="1" y="39"/>
                    </a:cubicBezTo>
                    <a:cubicBezTo>
                      <a:pt x="2" y="36"/>
                      <a:pt x="4" y="35"/>
                      <a:pt x="6" y="34"/>
                    </a:cubicBezTo>
                    <a:cubicBezTo>
                      <a:pt x="8" y="35"/>
                      <a:pt x="8" y="35"/>
                      <a:pt x="8" y="35"/>
                    </a:cubicBezTo>
                    <a:cubicBezTo>
                      <a:pt x="7" y="34"/>
                      <a:pt x="5" y="33"/>
                      <a:pt x="4" y="30"/>
                    </a:cubicBezTo>
                    <a:cubicBezTo>
                      <a:pt x="4" y="30"/>
                      <a:pt x="5" y="29"/>
                      <a:pt x="7" y="29"/>
                    </a:cubicBezTo>
                    <a:cubicBezTo>
                      <a:pt x="6" y="29"/>
                      <a:pt x="2" y="24"/>
                      <a:pt x="3" y="22"/>
                    </a:cubicBezTo>
                    <a:cubicBezTo>
                      <a:pt x="3" y="22"/>
                      <a:pt x="6" y="22"/>
                      <a:pt x="7" y="23"/>
                    </a:cubicBezTo>
                    <a:cubicBezTo>
                      <a:pt x="7" y="23"/>
                      <a:pt x="1" y="18"/>
                      <a:pt x="2" y="14"/>
                    </a:cubicBezTo>
                    <a:cubicBezTo>
                      <a:pt x="2" y="14"/>
                      <a:pt x="6" y="17"/>
                      <a:pt x="7" y="17"/>
                    </a:cubicBezTo>
                    <a:cubicBezTo>
                      <a:pt x="7" y="17"/>
                      <a:pt x="0" y="7"/>
                      <a:pt x="4" y="3"/>
                    </a:cubicBezTo>
                    <a:cubicBezTo>
                      <a:pt x="4" y="3"/>
                      <a:pt x="8" y="12"/>
                      <a:pt x="9" y="13"/>
                    </a:cubicBezTo>
                    <a:cubicBezTo>
                      <a:pt x="9" y="13"/>
                      <a:pt x="10" y="12"/>
                      <a:pt x="10" y="11"/>
                    </a:cubicBezTo>
                    <a:cubicBezTo>
                      <a:pt x="10" y="11"/>
                      <a:pt x="10" y="11"/>
                      <a:pt x="10" y="11"/>
                    </a:cubicBezTo>
                    <a:cubicBezTo>
                      <a:pt x="10" y="8"/>
                      <a:pt x="12" y="2"/>
                      <a:pt x="14" y="1"/>
                    </a:cubicBezTo>
                    <a:cubicBezTo>
                      <a:pt x="14" y="1"/>
                      <a:pt x="13" y="11"/>
                      <a:pt x="15" y="13"/>
                    </a:cubicBezTo>
                    <a:cubicBezTo>
                      <a:pt x="15" y="13"/>
                      <a:pt x="15" y="12"/>
                      <a:pt x="16" y="12"/>
                    </a:cubicBezTo>
                    <a:cubicBezTo>
                      <a:pt x="16" y="12"/>
                      <a:pt x="16" y="17"/>
                      <a:pt x="17" y="18"/>
                    </a:cubicBezTo>
                    <a:cubicBezTo>
                      <a:pt x="18" y="17"/>
                      <a:pt x="18" y="17"/>
                      <a:pt x="18" y="17"/>
                    </a:cubicBezTo>
                    <a:cubicBezTo>
                      <a:pt x="18" y="17"/>
                      <a:pt x="19" y="20"/>
                      <a:pt x="20" y="21"/>
                    </a:cubicBezTo>
                    <a:cubicBezTo>
                      <a:pt x="20" y="21"/>
                      <a:pt x="20" y="21"/>
                      <a:pt x="20" y="22"/>
                    </a:cubicBezTo>
                    <a:cubicBezTo>
                      <a:pt x="20" y="19"/>
                      <a:pt x="21" y="18"/>
                      <a:pt x="21" y="17"/>
                    </a:cubicBezTo>
                    <a:cubicBezTo>
                      <a:pt x="21" y="17"/>
                      <a:pt x="21" y="17"/>
                      <a:pt x="21" y="17"/>
                    </a:cubicBezTo>
                    <a:cubicBezTo>
                      <a:pt x="21" y="14"/>
                      <a:pt x="21" y="14"/>
                      <a:pt x="21" y="14"/>
                    </a:cubicBezTo>
                    <a:cubicBezTo>
                      <a:pt x="22" y="15"/>
                      <a:pt x="22" y="15"/>
                      <a:pt x="22" y="15"/>
                    </a:cubicBezTo>
                    <a:cubicBezTo>
                      <a:pt x="23" y="15"/>
                      <a:pt x="23" y="15"/>
                      <a:pt x="23" y="15"/>
                    </a:cubicBezTo>
                    <a:cubicBezTo>
                      <a:pt x="23" y="15"/>
                      <a:pt x="23" y="15"/>
                      <a:pt x="23" y="15"/>
                    </a:cubicBezTo>
                    <a:cubicBezTo>
                      <a:pt x="23" y="14"/>
                      <a:pt x="23" y="14"/>
                      <a:pt x="23" y="14"/>
                    </a:cubicBezTo>
                    <a:cubicBezTo>
                      <a:pt x="26" y="14"/>
                      <a:pt x="26" y="14"/>
                      <a:pt x="26" y="14"/>
                    </a:cubicBezTo>
                    <a:cubicBezTo>
                      <a:pt x="25" y="15"/>
                      <a:pt x="25" y="15"/>
                      <a:pt x="25" y="15"/>
                    </a:cubicBezTo>
                    <a:cubicBezTo>
                      <a:pt x="26" y="14"/>
                      <a:pt x="26" y="14"/>
                      <a:pt x="26" y="14"/>
                    </a:cubicBezTo>
                    <a:cubicBezTo>
                      <a:pt x="27" y="14"/>
                      <a:pt x="27" y="14"/>
                      <a:pt x="28" y="14"/>
                    </a:cubicBezTo>
                    <a:cubicBezTo>
                      <a:pt x="30" y="14"/>
                      <a:pt x="30" y="16"/>
                      <a:pt x="30" y="16"/>
                    </a:cubicBezTo>
                    <a:cubicBezTo>
                      <a:pt x="33" y="16"/>
                      <a:pt x="33" y="16"/>
                      <a:pt x="33" y="16"/>
                    </a:cubicBezTo>
                    <a:cubicBezTo>
                      <a:pt x="36" y="16"/>
                      <a:pt x="36" y="19"/>
                      <a:pt x="36" y="19"/>
                    </a:cubicBezTo>
                    <a:cubicBezTo>
                      <a:pt x="34" y="18"/>
                      <a:pt x="34" y="18"/>
                      <a:pt x="34" y="18"/>
                    </a:cubicBezTo>
                    <a:cubicBezTo>
                      <a:pt x="32" y="20"/>
                      <a:pt x="32" y="20"/>
                      <a:pt x="32" y="20"/>
                    </a:cubicBezTo>
                    <a:cubicBezTo>
                      <a:pt x="32" y="20"/>
                      <a:pt x="32" y="20"/>
                      <a:pt x="32" y="20"/>
                    </a:cubicBezTo>
                    <a:cubicBezTo>
                      <a:pt x="32" y="21"/>
                      <a:pt x="32" y="21"/>
                      <a:pt x="32" y="21"/>
                    </a:cubicBezTo>
                    <a:cubicBezTo>
                      <a:pt x="34" y="22"/>
                      <a:pt x="34" y="22"/>
                      <a:pt x="34" y="22"/>
                    </a:cubicBezTo>
                    <a:cubicBezTo>
                      <a:pt x="36" y="22"/>
                      <a:pt x="36" y="22"/>
                      <a:pt x="36" y="22"/>
                    </a:cubicBezTo>
                    <a:cubicBezTo>
                      <a:pt x="35" y="23"/>
                      <a:pt x="35" y="23"/>
                      <a:pt x="35" y="23"/>
                    </a:cubicBezTo>
                    <a:cubicBezTo>
                      <a:pt x="35" y="23"/>
                      <a:pt x="34" y="24"/>
                      <a:pt x="33" y="24"/>
                    </a:cubicBezTo>
                    <a:cubicBezTo>
                      <a:pt x="32" y="24"/>
                      <a:pt x="31" y="23"/>
                      <a:pt x="30" y="23"/>
                    </a:cubicBezTo>
                    <a:cubicBezTo>
                      <a:pt x="28" y="23"/>
                      <a:pt x="28" y="23"/>
                      <a:pt x="28" y="23"/>
                    </a:cubicBezTo>
                    <a:cubicBezTo>
                      <a:pt x="28" y="23"/>
                      <a:pt x="28" y="23"/>
                      <a:pt x="28" y="23"/>
                    </a:cubicBezTo>
                    <a:cubicBezTo>
                      <a:pt x="28" y="24"/>
                      <a:pt x="28" y="24"/>
                      <a:pt x="28" y="24"/>
                    </a:cubicBezTo>
                    <a:cubicBezTo>
                      <a:pt x="28" y="25"/>
                      <a:pt x="29" y="26"/>
                      <a:pt x="30" y="27"/>
                    </a:cubicBezTo>
                    <a:cubicBezTo>
                      <a:pt x="32" y="28"/>
                      <a:pt x="34" y="30"/>
                      <a:pt x="35" y="31"/>
                    </a:cubicBezTo>
                    <a:cubicBezTo>
                      <a:pt x="36" y="32"/>
                      <a:pt x="36" y="34"/>
                      <a:pt x="37" y="35"/>
                    </a:cubicBezTo>
                    <a:cubicBezTo>
                      <a:pt x="38" y="32"/>
                      <a:pt x="38" y="32"/>
                      <a:pt x="38" y="32"/>
                    </a:cubicBezTo>
                    <a:cubicBezTo>
                      <a:pt x="39" y="31"/>
                      <a:pt x="39" y="31"/>
                      <a:pt x="39" y="30"/>
                    </a:cubicBezTo>
                    <a:cubicBezTo>
                      <a:pt x="39" y="29"/>
                      <a:pt x="40" y="27"/>
                      <a:pt x="40" y="27"/>
                    </a:cubicBezTo>
                    <a:cubicBezTo>
                      <a:pt x="40" y="27"/>
                      <a:pt x="42" y="28"/>
                      <a:pt x="41" y="30"/>
                    </a:cubicBezTo>
                    <a:cubicBezTo>
                      <a:pt x="42" y="28"/>
                      <a:pt x="42" y="28"/>
                      <a:pt x="42" y="28"/>
                    </a:cubicBezTo>
                    <a:cubicBezTo>
                      <a:pt x="43" y="28"/>
                      <a:pt x="43" y="28"/>
                      <a:pt x="43" y="28"/>
                    </a:cubicBezTo>
                    <a:cubicBezTo>
                      <a:pt x="43" y="27"/>
                      <a:pt x="43" y="27"/>
                      <a:pt x="43" y="27"/>
                    </a:cubicBezTo>
                    <a:cubicBezTo>
                      <a:pt x="44" y="25"/>
                      <a:pt x="44" y="23"/>
                      <a:pt x="44" y="21"/>
                    </a:cubicBezTo>
                    <a:cubicBezTo>
                      <a:pt x="44" y="20"/>
                      <a:pt x="44" y="19"/>
                      <a:pt x="43" y="18"/>
                    </a:cubicBezTo>
                    <a:cubicBezTo>
                      <a:pt x="43" y="17"/>
                      <a:pt x="42" y="16"/>
                      <a:pt x="42" y="16"/>
                    </a:cubicBezTo>
                    <a:cubicBezTo>
                      <a:pt x="42" y="14"/>
                      <a:pt x="42" y="14"/>
                      <a:pt x="42" y="14"/>
                    </a:cubicBezTo>
                    <a:cubicBezTo>
                      <a:pt x="42" y="14"/>
                      <a:pt x="42" y="14"/>
                      <a:pt x="42" y="14"/>
                    </a:cubicBezTo>
                    <a:cubicBezTo>
                      <a:pt x="43" y="12"/>
                      <a:pt x="43" y="12"/>
                      <a:pt x="43" y="12"/>
                    </a:cubicBezTo>
                    <a:cubicBezTo>
                      <a:pt x="44" y="12"/>
                      <a:pt x="44" y="12"/>
                      <a:pt x="44" y="12"/>
                    </a:cubicBezTo>
                    <a:cubicBezTo>
                      <a:pt x="43" y="14"/>
                      <a:pt x="43" y="14"/>
                      <a:pt x="43" y="14"/>
                    </a:cubicBezTo>
                    <a:cubicBezTo>
                      <a:pt x="43" y="14"/>
                      <a:pt x="43" y="14"/>
                      <a:pt x="43" y="14"/>
                    </a:cubicBezTo>
                    <a:cubicBezTo>
                      <a:pt x="44" y="14"/>
                      <a:pt x="44" y="14"/>
                      <a:pt x="44" y="14"/>
                    </a:cubicBezTo>
                    <a:cubicBezTo>
                      <a:pt x="44" y="13"/>
                      <a:pt x="44" y="13"/>
                      <a:pt x="44" y="13"/>
                    </a:cubicBezTo>
                    <a:cubicBezTo>
                      <a:pt x="44" y="13"/>
                      <a:pt x="44" y="11"/>
                      <a:pt x="46" y="11"/>
                    </a:cubicBezTo>
                    <a:cubicBezTo>
                      <a:pt x="46" y="11"/>
                      <a:pt x="46" y="11"/>
                      <a:pt x="46" y="11"/>
                    </a:cubicBezTo>
                    <a:cubicBezTo>
                      <a:pt x="46" y="11"/>
                      <a:pt x="45" y="12"/>
                      <a:pt x="45" y="13"/>
                    </a:cubicBezTo>
                    <a:cubicBezTo>
                      <a:pt x="45" y="13"/>
                      <a:pt x="45" y="13"/>
                      <a:pt x="45" y="13"/>
                    </a:cubicBezTo>
                    <a:cubicBezTo>
                      <a:pt x="46" y="15"/>
                      <a:pt x="46" y="15"/>
                      <a:pt x="46" y="15"/>
                    </a:cubicBezTo>
                    <a:cubicBezTo>
                      <a:pt x="46" y="16"/>
                      <a:pt x="46" y="16"/>
                      <a:pt x="46" y="16"/>
                    </a:cubicBezTo>
                    <a:cubicBezTo>
                      <a:pt x="47" y="14"/>
                      <a:pt x="47" y="14"/>
                      <a:pt x="47" y="14"/>
                    </a:cubicBezTo>
                    <a:cubicBezTo>
                      <a:pt x="48" y="14"/>
                      <a:pt x="48" y="14"/>
                      <a:pt x="48" y="14"/>
                    </a:cubicBezTo>
                    <a:cubicBezTo>
                      <a:pt x="48" y="14"/>
                      <a:pt x="48" y="14"/>
                      <a:pt x="48" y="14"/>
                    </a:cubicBezTo>
                    <a:cubicBezTo>
                      <a:pt x="48" y="14"/>
                      <a:pt x="47" y="12"/>
                      <a:pt x="50" y="13"/>
                    </a:cubicBezTo>
                    <a:cubicBezTo>
                      <a:pt x="49" y="14"/>
                      <a:pt x="49" y="14"/>
                      <a:pt x="49" y="14"/>
                    </a:cubicBezTo>
                    <a:cubicBezTo>
                      <a:pt x="49" y="14"/>
                      <a:pt x="49" y="14"/>
                      <a:pt x="49" y="14"/>
                    </a:cubicBezTo>
                    <a:cubicBezTo>
                      <a:pt x="49" y="14"/>
                      <a:pt x="49" y="14"/>
                      <a:pt x="49" y="14"/>
                    </a:cubicBezTo>
                    <a:cubicBezTo>
                      <a:pt x="48" y="16"/>
                      <a:pt x="48" y="16"/>
                      <a:pt x="48" y="16"/>
                    </a:cubicBezTo>
                    <a:cubicBezTo>
                      <a:pt x="47" y="19"/>
                      <a:pt x="47" y="19"/>
                      <a:pt x="47" y="19"/>
                    </a:cubicBezTo>
                    <a:cubicBezTo>
                      <a:pt x="47" y="22"/>
                      <a:pt x="47" y="22"/>
                      <a:pt x="47" y="22"/>
                    </a:cubicBezTo>
                    <a:cubicBezTo>
                      <a:pt x="48" y="26"/>
                      <a:pt x="48" y="26"/>
                      <a:pt x="48" y="26"/>
                    </a:cubicBezTo>
                    <a:cubicBezTo>
                      <a:pt x="49" y="28"/>
                      <a:pt x="49" y="28"/>
                      <a:pt x="49" y="28"/>
                    </a:cubicBezTo>
                    <a:cubicBezTo>
                      <a:pt x="48" y="29"/>
                      <a:pt x="48" y="29"/>
                      <a:pt x="48" y="29"/>
                    </a:cubicBezTo>
                    <a:cubicBezTo>
                      <a:pt x="48" y="29"/>
                      <a:pt x="48" y="29"/>
                      <a:pt x="48" y="29"/>
                    </a:cubicBezTo>
                    <a:cubicBezTo>
                      <a:pt x="49" y="30"/>
                      <a:pt x="49" y="30"/>
                      <a:pt x="49" y="30"/>
                    </a:cubicBezTo>
                    <a:cubicBezTo>
                      <a:pt x="49" y="30"/>
                      <a:pt x="49" y="30"/>
                      <a:pt x="49" y="30"/>
                    </a:cubicBezTo>
                    <a:cubicBezTo>
                      <a:pt x="47" y="29"/>
                      <a:pt x="47" y="29"/>
                      <a:pt x="47" y="29"/>
                    </a:cubicBezTo>
                    <a:cubicBezTo>
                      <a:pt x="48" y="29"/>
                      <a:pt x="48" y="29"/>
                      <a:pt x="48" y="29"/>
                    </a:cubicBezTo>
                    <a:cubicBezTo>
                      <a:pt x="47" y="29"/>
                      <a:pt x="47" y="29"/>
                      <a:pt x="47" y="29"/>
                    </a:cubicBezTo>
                    <a:cubicBezTo>
                      <a:pt x="47" y="27"/>
                      <a:pt x="47" y="27"/>
                      <a:pt x="47" y="27"/>
                    </a:cubicBezTo>
                    <a:cubicBezTo>
                      <a:pt x="46" y="25"/>
                      <a:pt x="46" y="25"/>
                      <a:pt x="46" y="25"/>
                    </a:cubicBezTo>
                    <a:cubicBezTo>
                      <a:pt x="46" y="25"/>
                      <a:pt x="46" y="25"/>
                      <a:pt x="46" y="25"/>
                    </a:cubicBezTo>
                    <a:cubicBezTo>
                      <a:pt x="46" y="25"/>
                      <a:pt x="45" y="26"/>
                      <a:pt x="45" y="27"/>
                    </a:cubicBezTo>
                    <a:cubicBezTo>
                      <a:pt x="45" y="28"/>
                      <a:pt x="44" y="29"/>
                      <a:pt x="44" y="30"/>
                    </a:cubicBezTo>
                    <a:cubicBezTo>
                      <a:pt x="44" y="31"/>
                      <a:pt x="44" y="31"/>
                      <a:pt x="44" y="31"/>
                    </a:cubicBezTo>
                    <a:cubicBezTo>
                      <a:pt x="44" y="31"/>
                      <a:pt x="46" y="31"/>
                      <a:pt x="46" y="35"/>
                    </a:cubicBezTo>
                    <a:cubicBezTo>
                      <a:pt x="46" y="35"/>
                      <a:pt x="45" y="32"/>
                      <a:pt x="43" y="33"/>
                    </a:cubicBezTo>
                    <a:cubicBezTo>
                      <a:pt x="41" y="35"/>
                      <a:pt x="42" y="39"/>
                      <a:pt x="41" y="39"/>
                    </a:cubicBezTo>
                    <a:cubicBezTo>
                      <a:pt x="40" y="39"/>
                      <a:pt x="38" y="40"/>
                      <a:pt x="38" y="41"/>
                    </a:cubicBezTo>
                    <a:cubicBezTo>
                      <a:pt x="37" y="43"/>
                      <a:pt x="37" y="43"/>
                      <a:pt x="37" y="43"/>
                    </a:cubicBezTo>
                    <a:cubicBezTo>
                      <a:pt x="35" y="46"/>
                      <a:pt x="34" y="48"/>
                      <a:pt x="33" y="49"/>
                    </a:cubicBezTo>
                    <a:cubicBezTo>
                      <a:pt x="33" y="49"/>
                      <a:pt x="33" y="49"/>
                      <a:pt x="33" y="49"/>
                    </a:cubicBezTo>
                    <a:cubicBezTo>
                      <a:pt x="33" y="49"/>
                      <a:pt x="35" y="48"/>
                      <a:pt x="37" y="48"/>
                    </a:cubicBezTo>
                    <a:cubicBezTo>
                      <a:pt x="35" y="50"/>
                      <a:pt x="35" y="50"/>
                      <a:pt x="35" y="50"/>
                    </a:cubicBezTo>
                    <a:cubicBezTo>
                      <a:pt x="36" y="51"/>
                      <a:pt x="36" y="51"/>
                      <a:pt x="36" y="51"/>
                    </a:cubicBezTo>
                    <a:cubicBezTo>
                      <a:pt x="37" y="52"/>
                      <a:pt x="38" y="53"/>
                      <a:pt x="39" y="53"/>
                    </a:cubicBezTo>
                    <a:cubicBezTo>
                      <a:pt x="40" y="54"/>
                      <a:pt x="40" y="54"/>
                      <a:pt x="40" y="54"/>
                    </a:cubicBezTo>
                    <a:cubicBezTo>
                      <a:pt x="41" y="53"/>
                      <a:pt x="41" y="53"/>
                      <a:pt x="41" y="53"/>
                    </a:cubicBezTo>
                    <a:cubicBezTo>
                      <a:pt x="41" y="51"/>
                      <a:pt x="41" y="51"/>
                      <a:pt x="41" y="51"/>
                    </a:cubicBezTo>
                    <a:cubicBezTo>
                      <a:pt x="40" y="50"/>
                      <a:pt x="40" y="50"/>
                      <a:pt x="40" y="50"/>
                    </a:cubicBezTo>
                    <a:cubicBezTo>
                      <a:pt x="41" y="49"/>
                      <a:pt x="41" y="49"/>
                      <a:pt x="41" y="49"/>
                    </a:cubicBezTo>
                    <a:cubicBezTo>
                      <a:pt x="41" y="48"/>
                      <a:pt x="41" y="48"/>
                      <a:pt x="41" y="48"/>
                    </a:cubicBezTo>
                    <a:cubicBezTo>
                      <a:pt x="42" y="47"/>
                      <a:pt x="42" y="47"/>
                      <a:pt x="42" y="47"/>
                    </a:cubicBezTo>
                    <a:cubicBezTo>
                      <a:pt x="43" y="47"/>
                      <a:pt x="43" y="47"/>
                      <a:pt x="43" y="47"/>
                    </a:cubicBezTo>
                    <a:cubicBezTo>
                      <a:pt x="44" y="46"/>
                      <a:pt x="44" y="46"/>
                      <a:pt x="44" y="46"/>
                    </a:cubicBezTo>
                    <a:cubicBezTo>
                      <a:pt x="45" y="46"/>
                      <a:pt x="45" y="46"/>
                      <a:pt x="45" y="46"/>
                    </a:cubicBezTo>
                    <a:cubicBezTo>
                      <a:pt x="45" y="47"/>
                      <a:pt x="45" y="47"/>
                      <a:pt x="45" y="47"/>
                    </a:cubicBezTo>
                    <a:cubicBezTo>
                      <a:pt x="59" y="0"/>
                      <a:pt x="59" y="0"/>
                      <a:pt x="59" y="0"/>
                    </a:cubicBezTo>
                    <a:cubicBezTo>
                      <a:pt x="0" y="0"/>
                      <a:pt x="0" y="0"/>
                      <a:pt x="0" y="0"/>
                    </a:cubicBezTo>
                    <a:lnTo>
                      <a:pt x="0" y="82"/>
                    </a:lnTo>
                    <a:close/>
                    <a:moveTo>
                      <a:pt x="115" y="29"/>
                    </a:moveTo>
                    <a:cubicBezTo>
                      <a:pt x="113" y="29"/>
                      <a:pt x="113" y="27"/>
                      <a:pt x="112" y="27"/>
                    </a:cubicBezTo>
                    <a:cubicBezTo>
                      <a:pt x="112" y="29"/>
                      <a:pt x="111" y="31"/>
                      <a:pt x="111" y="31"/>
                    </a:cubicBezTo>
                    <a:cubicBezTo>
                      <a:pt x="111" y="33"/>
                      <a:pt x="112" y="33"/>
                      <a:pt x="112" y="34"/>
                    </a:cubicBezTo>
                    <a:cubicBezTo>
                      <a:pt x="116" y="33"/>
                      <a:pt x="115" y="29"/>
                      <a:pt x="115" y="29"/>
                    </a:cubicBezTo>
                    <a:moveTo>
                      <a:pt x="20" y="26"/>
                    </a:moveTo>
                    <a:cubicBezTo>
                      <a:pt x="20" y="24"/>
                      <a:pt x="20" y="24"/>
                      <a:pt x="20" y="24"/>
                    </a:cubicBezTo>
                    <a:lnTo>
                      <a:pt x="20" y="26"/>
                    </a:lnTo>
                    <a:close/>
                    <a:moveTo>
                      <a:pt x="12" y="44"/>
                    </a:moveTo>
                    <a:cubicBezTo>
                      <a:pt x="12" y="45"/>
                      <a:pt x="12" y="45"/>
                      <a:pt x="12" y="45"/>
                    </a:cubicBezTo>
                    <a:cubicBezTo>
                      <a:pt x="10" y="53"/>
                      <a:pt x="5" y="54"/>
                      <a:pt x="5" y="60"/>
                    </a:cubicBezTo>
                    <a:cubicBezTo>
                      <a:pt x="5" y="60"/>
                      <a:pt x="6" y="62"/>
                      <a:pt x="7" y="63"/>
                    </a:cubicBezTo>
                    <a:cubicBezTo>
                      <a:pt x="9" y="63"/>
                      <a:pt x="8" y="62"/>
                      <a:pt x="9" y="61"/>
                    </a:cubicBezTo>
                    <a:cubicBezTo>
                      <a:pt x="10" y="59"/>
                      <a:pt x="10" y="58"/>
                      <a:pt x="12" y="56"/>
                    </a:cubicBezTo>
                    <a:cubicBezTo>
                      <a:pt x="14" y="55"/>
                      <a:pt x="16" y="53"/>
                      <a:pt x="17" y="51"/>
                    </a:cubicBezTo>
                    <a:cubicBezTo>
                      <a:pt x="17" y="50"/>
                      <a:pt x="18" y="49"/>
                      <a:pt x="18" y="48"/>
                    </a:cubicBezTo>
                    <a:cubicBezTo>
                      <a:pt x="18" y="47"/>
                      <a:pt x="18" y="47"/>
                      <a:pt x="18" y="47"/>
                    </a:cubicBezTo>
                    <a:cubicBezTo>
                      <a:pt x="17" y="47"/>
                      <a:pt x="16" y="47"/>
                      <a:pt x="15" y="47"/>
                    </a:cubicBezTo>
                    <a:cubicBezTo>
                      <a:pt x="15" y="47"/>
                      <a:pt x="15" y="45"/>
                      <a:pt x="16" y="43"/>
                    </a:cubicBezTo>
                    <a:cubicBezTo>
                      <a:pt x="16" y="43"/>
                      <a:pt x="15" y="44"/>
                      <a:pt x="12" y="44"/>
                    </a:cubicBezTo>
                    <a:moveTo>
                      <a:pt x="21" y="34"/>
                    </a:moveTo>
                    <a:cubicBezTo>
                      <a:pt x="21" y="33"/>
                      <a:pt x="21" y="33"/>
                      <a:pt x="21" y="31"/>
                    </a:cubicBezTo>
                    <a:cubicBezTo>
                      <a:pt x="21" y="31"/>
                      <a:pt x="21" y="29"/>
                      <a:pt x="20" y="27"/>
                    </a:cubicBezTo>
                    <a:cubicBezTo>
                      <a:pt x="20" y="27"/>
                      <a:pt x="19" y="29"/>
                      <a:pt x="18" y="29"/>
                    </a:cubicBezTo>
                    <a:cubicBezTo>
                      <a:pt x="18" y="29"/>
                      <a:pt x="16" y="33"/>
                      <a:pt x="21" y="34"/>
                    </a:cubicBezTo>
                    <a:moveTo>
                      <a:pt x="9" y="35"/>
                    </a:moveTo>
                    <a:cubicBezTo>
                      <a:pt x="9" y="35"/>
                      <a:pt x="9" y="35"/>
                      <a:pt x="9" y="35"/>
                    </a:cubicBezTo>
                    <a:cubicBezTo>
                      <a:pt x="9" y="35"/>
                      <a:pt x="9" y="35"/>
                      <a:pt x="9" y="35"/>
                    </a:cubicBezTo>
                    <a:close/>
                    <a:moveTo>
                      <a:pt x="44" y="50"/>
                    </a:moveTo>
                    <a:cubicBezTo>
                      <a:pt x="44" y="50"/>
                      <a:pt x="44" y="50"/>
                      <a:pt x="44" y="50"/>
                    </a:cubicBezTo>
                    <a:cubicBezTo>
                      <a:pt x="43" y="52"/>
                      <a:pt x="43" y="52"/>
                      <a:pt x="43" y="52"/>
                    </a:cubicBezTo>
                    <a:lnTo>
                      <a:pt x="44" y="50"/>
                    </a:lnTo>
                    <a:close/>
                    <a:moveTo>
                      <a:pt x="45" y="47"/>
                    </a:moveTo>
                    <a:cubicBezTo>
                      <a:pt x="45" y="47"/>
                      <a:pt x="45" y="47"/>
                      <a:pt x="45" y="47"/>
                    </a:cubicBezTo>
                    <a:cubicBezTo>
                      <a:pt x="45" y="47"/>
                      <a:pt x="45" y="47"/>
                      <a:pt x="45" y="47"/>
                    </a:cubicBezTo>
                    <a:cubicBezTo>
                      <a:pt x="45" y="48"/>
                      <a:pt x="45" y="48"/>
                      <a:pt x="45" y="48"/>
                    </a:cubicBezTo>
                    <a:cubicBezTo>
                      <a:pt x="45" y="48"/>
                      <a:pt x="45" y="48"/>
                      <a:pt x="45" y="48"/>
                    </a:cubicBezTo>
                    <a:lnTo>
                      <a:pt x="45" y="47"/>
                    </a:lnTo>
                    <a:close/>
                    <a:moveTo>
                      <a:pt x="40" y="61"/>
                    </a:moveTo>
                    <a:cubicBezTo>
                      <a:pt x="40" y="62"/>
                      <a:pt x="40" y="62"/>
                      <a:pt x="40" y="62"/>
                    </a:cubicBezTo>
                    <a:cubicBezTo>
                      <a:pt x="40" y="63"/>
                      <a:pt x="40" y="63"/>
                      <a:pt x="40" y="63"/>
                    </a:cubicBezTo>
                    <a:cubicBezTo>
                      <a:pt x="40" y="63"/>
                      <a:pt x="40" y="63"/>
                      <a:pt x="40" y="63"/>
                    </a:cubicBezTo>
                    <a:cubicBezTo>
                      <a:pt x="42" y="56"/>
                      <a:pt x="42" y="56"/>
                      <a:pt x="42" y="56"/>
                    </a:cubicBezTo>
                    <a:cubicBezTo>
                      <a:pt x="42" y="56"/>
                      <a:pt x="42" y="56"/>
                      <a:pt x="42" y="56"/>
                    </a:cubicBezTo>
                    <a:cubicBezTo>
                      <a:pt x="42" y="57"/>
                      <a:pt x="41" y="58"/>
                      <a:pt x="41" y="59"/>
                    </a:cubicBezTo>
                    <a:lnTo>
                      <a:pt x="40" y="61"/>
                    </a:lnTo>
                    <a:close/>
                    <a:moveTo>
                      <a:pt x="72" y="0"/>
                    </a:moveTo>
                    <a:cubicBezTo>
                      <a:pt x="113" y="136"/>
                      <a:pt x="113" y="136"/>
                      <a:pt x="113" y="136"/>
                    </a:cubicBezTo>
                    <a:cubicBezTo>
                      <a:pt x="124" y="123"/>
                      <a:pt x="132" y="105"/>
                      <a:pt x="132" y="82"/>
                    </a:cubicBezTo>
                    <a:cubicBezTo>
                      <a:pt x="132" y="0"/>
                      <a:pt x="132" y="0"/>
                      <a:pt x="132" y="0"/>
                    </a:cubicBezTo>
                    <a:lnTo>
                      <a:pt x="72" y="0"/>
                    </a:lnTo>
                    <a:close/>
                    <a:moveTo>
                      <a:pt x="131" y="49"/>
                    </a:moveTo>
                    <a:cubicBezTo>
                      <a:pt x="132" y="53"/>
                      <a:pt x="127" y="52"/>
                      <a:pt x="127" y="52"/>
                    </a:cubicBezTo>
                    <a:cubicBezTo>
                      <a:pt x="128" y="52"/>
                      <a:pt x="129" y="50"/>
                      <a:pt x="129" y="49"/>
                    </a:cubicBezTo>
                    <a:cubicBezTo>
                      <a:pt x="129" y="48"/>
                      <a:pt x="127" y="46"/>
                      <a:pt x="126" y="44"/>
                    </a:cubicBezTo>
                    <a:cubicBezTo>
                      <a:pt x="125" y="41"/>
                      <a:pt x="128" y="40"/>
                      <a:pt x="128" y="40"/>
                    </a:cubicBezTo>
                    <a:cubicBezTo>
                      <a:pt x="129" y="39"/>
                      <a:pt x="129" y="39"/>
                      <a:pt x="129" y="39"/>
                    </a:cubicBezTo>
                    <a:cubicBezTo>
                      <a:pt x="129" y="37"/>
                      <a:pt x="127" y="36"/>
                      <a:pt x="126" y="37"/>
                    </a:cubicBezTo>
                    <a:cubicBezTo>
                      <a:pt x="126" y="37"/>
                      <a:pt x="125" y="36"/>
                      <a:pt x="124" y="37"/>
                    </a:cubicBezTo>
                    <a:cubicBezTo>
                      <a:pt x="124" y="38"/>
                      <a:pt x="124" y="38"/>
                      <a:pt x="124" y="38"/>
                    </a:cubicBezTo>
                    <a:cubicBezTo>
                      <a:pt x="123" y="39"/>
                      <a:pt x="123" y="39"/>
                      <a:pt x="123" y="39"/>
                    </a:cubicBezTo>
                    <a:cubicBezTo>
                      <a:pt x="123" y="39"/>
                      <a:pt x="123" y="41"/>
                      <a:pt x="123" y="42"/>
                    </a:cubicBezTo>
                    <a:cubicBezTo>
                      <a:pt x="123" y="49"/>
                      <a:pt x="130" y="55"/>
                      <a:pt x="130" y="60"/>
                    </a:cubicBezTo>
                    <a:cubicBezTo>
                      <a:pt x="130" y="64"/>
                      <a:pt x="126" y="67"/>
                      <a:pt x="126" y="67"/>
                    </a:cubicBezTo>
                    <a:cubicBezTo>
                      <a:pt x="127" y="69"/>
                      <a:pt x="127" y="69"/>
                      <a:pt x="127" y="69"/>
                    </a:cubicBezTo>
                    <a:cubicBezTo>
                      <a:pt x="126" y="69"/>
                      <a:pt x="126" y="69"/>
                      <a:pt x="126" y="69"/>
                    </a:cubicBezTo>
                    <a:cubicBezTo>
                      <a:pt x="127" y="71"/>
                      <a:pt x="127" y="71"/>
                      <a:pt x="127" y="71"/>
                    </a:cubicBezTo>
                    <a:cubicBezTo>
                      <a:pt x="125" y="71"/>
                      <a:pt x="125" y="71"/>
                      <a:pt x="125" y="71"/>
                    </a:cubicBezTo>
                    <a:cubicBezTo>
                      <a:pt x="126" y="72"/>
                      <a:pt x="126" y="72"/>
                      <a:pt x="126" y="72"/>
                    </a:cubicBezTo>
                    <a:cubicBezTo>
                      <a:pt x="125" y="72"/>
                      <a:pt x="125" y="72"/>
                      <a:pt x="125" y="72"/>
                    </a:cubicBezTo>
                    <a:cubicBezTo>
                      <a:pt x="125" y="74"/>
                      <a:pt x="125" y="74"/>
                      <a:pt x="125" y="74"/>
                    </a:cubicBezTo>
                    <a:cubicBezTo>
                      <a:pt x="124" y="74"/>
                      <a:pt x="124" y="74"/>
                      <a:pt x="124" y="74"/>
                    </a:cubicBezTo>
                    <a:cubicBezTo>
                      <a:pt x="125" y="75"/>
                      <a:pt x="125" y="75"/>
                      <a:pt x="125" y="75"/>
                    </a:cubicBezTo>
                    <a:cubicBezTo>
                      <a:pt x="123" y="75"/>
                      <a:pt x="123" y="75"/>
                      <a:pt x="123" y="75"/>
                    </a:cubicBezTo>
                    <a:cubicBezTo>
                      <a:pt x="124" y="78"/>
                      <a:pt x="124" y="78"/>
                      <a:pt x="124" y="78"/>
                    </a:cubicBezTo>
                    <a:cubicBezTo>
                      <a:pt x="123" y="78"/>
                      <a:pt x="123" y="78"/>
                      <a:pt x="123" y="78"/>
                    </a:cubicBezTo>
                    <a:cubicBezTo>
                      <a:pt x="124" y="80"/>
                      <a:pt x="124" y="80"/>
                      <a:pt x="124" y="80"/>
                    </a:cubicBezTo>
                    <a:cubicBezTo>
                      <a:pt x="125" y="83"/>
                      <a:pt x="125" y="83"/>
                      <a:pt x="125" y="83"/>
                    </a:cubicBezTo>
                    <a:cubicBezTo>
                      <a:pt x="125" y="84"/>
                      <a:pt x="125" y="85"/>
                      <a:pt x="125" y="87"/>
                    </a:cubicBezTo>
                    <a:cubicBezTo>
                      <a:pt x="125" y="88"/>
                      <a:pt x="125" y="89"/>
                      <a:pt x="125" y="89"/>
                    </a:cubicBezTo>
                    <a:cubicBezTo>
                      <a:pt x="126" y="94"/>
                      <a:pt x="126" y="94"/>
                      <a:pt x="126" y="94"/>
                    </a:cubicBezTo>
                    <a:cubicBezTo>
                      <a:pt x="125" y="96"/>
                      <a:pt x="125" y="96"/>
                      <a:pt x="125" y="96"/>
                    </a:cubicBezTo>
                    <a:cubicBezTo>
                      <a:pt x="125" y="100"/>
                      <a:pt x="125" y="100"/>
                      <a:pt x="125" y="100"/>
                    </a:cubicBezTo>
                    <a:cubicBezTo>
                      <a:pt x="123" y="101"/>
                      <a:pt x="123" y="101"/>
                      <a:pt x="123" y="101"/>
                    </a:cubicBezTo>
                    <a:cubicBezTo>
                      <a:pt x="122" y="101"/>
                      <a:pt x="120" y="101"/>
                      <a:pt x="118" y="101"/>
                    </a:cubicBezTo>
                    <a:cubicBezTo>
                      <a:pt x="117" y="101"/>
                      <a:pt x="116" y="100"/>
                      <a:pt x="114" y="99"/>
                    </a:cubicBezTo>
                    <a:cubicBezTo>
                      <a:pt x="113" y="98"/>
                      <a:pt x="113" y="99"/>
                      <a:pt x="113" y="98"/>
                    </a:cubicBezTo>
                    <a:cubicBezTo>
                      <a:pt x="115" y="96"/>
                      <a:pt x="115" y="96"/>
                      <a:pt x="115" y="96"/>
                    </a:cubicBezTo>
                    <a:cubicBezTo>
                      <a:pt x="116" y="96"/>
                      <a:pt x="117" y="96"/>
                      <a:pt x="118" y="96"/>
                    </a:cubicBezTo>
                    <a:cubicBezTo>
                      <a:pt x="119" y="96"/>
                      <a:pt x="119" y="97"/>
                      <a:pt x="121" y="97"/>
                    </a:cubicBezTo>
                    <a:cubicBezTo>
                      <a:pt x="122" y="97"/>
                      <a:pt x="122" y="95"/>
                      <a:pt x="122" y="94"/>
                    </a:cubicBezTo>
                    <a:cubicBezTo>
                      <a:pt x="122" y="93"/>
                      <a:pt x="123" y="92"/>
                      <a:pt x="122" y="91"/>
                    </a:cubicBezTo>
                    <a:cubicBezTo>
                      <a:pt x="121" y="89"/>
                      <a:pt x="121" y="88"/>
                      <a:pt x="121" y="87"/>
                    </a:cubicBezTo>
                    <a:cubicBezTo>
                      <a:pt x="121" y="86"/>
                      <a:pt x="121" y="86"/>
                      <a:pt x="120" y="85"/>
                    </a:cubicBezTo>
                    <a:cubicBezTo>
                      <a:pt x="119" y="84"/>
                      <a:pt x="119" y="83"/>
                      <a:pt x="119" y="82"/>
                    </a:cubicBezTo>
                    <a:cubicBezTo>
                      <a:pt x="119" y="81"/>
                      <a:pt x="119" y="80"/>
                      <a:pt x="118" y="79"/>
                    </a:cubicBezTo>
                    <a:cubicBezTo>
                      <a:pt x="117" y="78"/>
                      <a:pt x="116" y="75"/>
                      <a:pt x="115" y="75"/>
                    </a:cubicBezTo>
                    <a:cubicBezTo>
                      <a:pt x="115" y="74"/>
                      <a:pt x="114" y="72"/>
                      <a:pt x="114" y="72"/>
                    </a:cubicBezTo>
                    <a:cubicBezTo>
                      <a:pt x="113" y="70"/>
                      <a:pt x="113" y="70"/>
                      <a:pt x="113" y="70"/>
                    </a:cubicBezTo>
                    <a:cubicBezTo>
                      <a:pt x="111" y="69"/>
                      <a:pt x="111" y="69"/>
                      <a:pt x="111" y="69"/>
                    </a:cubicBezTo>
                    <a:cubicBezTo>
                      <a:pt x="110" y="68"/>
                      <a:pt x="110" y="68"/>
                      <a:pt x="110" y="68"/>
                    </a:cubicBezTo>
                    <a:cubicBezTo>
                      <a:pt x="110" y="69"/>
                      <a:pt x="110" y="69"/>
                      <a:pt x="110" y="69"/>
                    </a:cubicBezTo>
                    <a:cubicBezTo>
                      <a:pt x="110" y="70"/>
                      <a:pt x="110" y="70"/>
                      <a:pt x="110" y="70"/>
                    </a:cubicBezTo>
                    <a:cubicBezTo>
                      <a:pt x="111" y="72"/>
                      <a:pt x="111" y="72"/>
                      <a:pt x="111" y="72"/>
                    </a:cubicBezTo>
                    <a:cubicBezTo>
                      <a:pt x="111" y="74"/>
                      <a:pt x="111" y="74"/>
                      <a:pt x="111" y="74"/>
                    </a:cubicBezTo>
                    <a:cubicBezTo>
                      <a:pt x="109" y="75"/>
                      <a:pt x="109" y="75"/>
                      <a:pt x="109" y="75"/>
                    </a:cubicBezTo>
                    <a:cubicBezTo>
                      <a:pt x="107" y="77"/>
                      <a:pt x="107" y="77"/>
                      <a:pt x="107" y="77"/>
                    </a:cubicBezTo>
                    <a:cubicBezTo>
                      <a:pt x="106" y="79"/>
                      <a:pt x="106" y="79"/>
                      <a:pt x="106" y="79"/>
                    </a:cubicBezTo>
                    <a:cubicBezTo>
                      <a:pt x="105" y="79"/>
                      <a:pt x="105" y="79"/>
                      <a:pt x="105" y="79"/>
                    </a:cubicBezTo>
                    <a:cubicBezTo>
                      <a:pt x="105" y="79"/>
                      <a:pt x="104" y="81"/>
                      <a:pt x="103" y="82"/>
                    </a:cubicBezTo>
                    <a:cubicBezTo>
                      <a:pt x="103" y="83"/>
                      <a:pt x="102" y="83"/>
                      <a:pt x="101" y="83"/>
                    </a:cubicBezTo>
                    <a:cubicBezTo>
                      <a:pt x="100" y="83"/>
                      <a:pt x="98" y="81"/>
                      <a:pt x="98" y="80"/>
                    </a:cubicBezTo>
                    <a:cubicBezTo>
                      <a:pt x="97" y="79"/>
                      <a:pt x="96" y="76"/>
                      <a:pt x="96" y="76"/>
                    </a:cubicBezTo>
                    <a:cubicBezTo>
                      <a:pt x="96" y="73"/>
                      <a:pt x="96" y="73"/>
                      <a:pt x="96" y="73"/>
                    </a:cubicBezTo>
                    <a:cubicBezTo>
                      <a:pt x="98" y="74"/>
                      <a:pt x="98" y="74"/>
                      <a:pt x="98" y="74"/>
                    </a:cubicBezTo>
                    <a:cubicBezTo>
                      <a:pt x="99" y="75"/>
                      <a:pt x="99" y="75"/>
                      <a:pt x="99" y="75"/>
                    </a:cubicBezTo>
                    <a:cubicBezTo>
                      <a:pt x="100" y="76"/>
                      <a:pt x="100" y="76"/>
                      <a:pt x="100" y="76"/>
                    </a:cubicBezTo>
                    <a:cubicBezTo>
                      <a:pt x="100" y="78"/>
                      <a:pt x="100" y="78"/>
                      <a:pt x="100" y="78"/>
                    </a:cubicBezTo>
                    <a:cubicBezTo>
                      <a:pt x="101" y="79"/>
                      <a:pt x="101" y="79"/>
                      <a:pt x="101" y="79"/>
                    </a:cubicBezTo>
                    <a:cubicBezTo>
                      <a:pt x="101" y="78"/>
                      <a:pt x="101" y="78"/>
                      <a:pt x="102" y="78"/>
                    </a:cubicBezTo>
                    <a:cubicBezTo>
                      <a:pt x="103" y="77"/>
                      <a:pt x="105" y="75"/>
                      <a:pt x="105" y="74"/>
                    </a:cubicBezTo>
                    <a:cubicBezTo>
                      <a:pt x="106" y="73"/>
                      <a:pt x="107" y="72"/>
                      <a:pt x="106" y="70"/>
                    </a:cubicBezTo>
                    <a:cubicBezTo>
                      <a:pt x="105" y="69"/>
                      <a:pt x="103" y="67"/>
                      <a:pt x="102" y="66"/>
                    </a:cubicBezTo>
                    <a:cubicBezTo>
                      <a:pt x="100" y="65"/>
                      <a:pt x="102" y="64"/>
                      <a:pt x="102" y="64"/>
                    </a:cubicBezTo>
                    <a:cubicBezTo>
                      <a:pt x="100" y="64"/>
                      <a:pt x="100" y="62"/>
                      <a:pt x="100" y="62"/>
                    </a:cubicBezTo>
                    <a:cubicBezTo>
                      <a:pt x="101" y="56"/>
                      <a:pt x="107" y="58"/>
                      <a:pt x="108" y="58"/>
                    </a:cubicBezTo>
                    <a:cubicBezTo>
                      <a:pt x="108" y="58"/>
                      <a:pt x="107" y="57"/>
                      <a:pt x="107" y="56"/>
                    </a:cubicBezTo>
                    <a:cubicBezTo>
                      <a:pt x="106" y="55"/>
                      <a:pt x="103" y="54"/>
                      <a:pt x="103" y="53"/>
                    </a:cubicBezTo>
                    <a:cubicBezTo>
                      <a:pt x="103" y="52"/>
                      <a:pt x="103" y="52"/>
                      <a:pt x="103" y="52"/>
                    </a:cubicBezTo>
                    <a:cubicBezTo>
                      <a:pt x="100" y="53"/>
                      <a:pt x="99" y="57"/>
                      <a:pt x="99" y="57"/>
                    </a:cubicBezTo>
                    <a:cubicBezTo>
                      <a:pt x="98" y="56"/>
                      <a:pt x="98" y="55"/>
                      <a:pt x="98" y="54"/>
                    </a:cubicBezTo>
                    <a:cubicBezTo>
                      <a:pt x="96" y="54"/>
                      <a:pt x="96" y="54"/>
                      <a:pt x="96" y="54"/>
                    </a:cubicBezTo>
                    <a:cubicBezTo>
                      <a:pt x="95" y="54"/>
                      <a:pt x="95" y="55"/>
                      <a:pt x="94" y="55"/>
                    </a:cubicBezTo>
                    <a:cubicBezTo>
                      <a:pt x="93" y="56"/>
                      <a:pt x="93" y="56"/>
                      <a:pt x="92" y="57"/>
                    </a:cubicBezTo>
                    <a:cubicBezTo>
                      <a:pt x="93" y="58"/>
                      <a:pt x="93" y="58"/>
                      <a:pt x="93" y="58"/>
                    </a:cubicBezTo>
                    <a:cubicBezTo>
                      <a:pt x="94" y="59"/>
                      <a:pt x="94" y="59"/>
                      <a:pt x="94" y="59"/>
                    </a:cubicBezTo>
                    <a:cubicBezTo>
                      <a:pt x="94" y="61"/>
                      <a:pt x="94" y="61"/>
                      <a:pt x="94" y="61"/>
                    </a:cubicBezTo>
                    <a:cubicBezTo>
                      <a:pt x="94" y="62"/>
                      <a:pt x="94" y="62"/>
                      <a:pt x="94" y="62"/>
                    </a:cubicBezTo>
                    <a:cubicBezTo>
                      <a:pt x="94" y="63"/>
                      <a:pt x="94" y="63"/>
                      <a:pt x="94" y="63"/>
                    </a:cubicBezTo>
                    <a:cubicBezTo>
                      <a:pt x="92" y="63"/>
                      <a:pt x="92" y="63"/>
                      <a:pt x="92" y="63"/>
                    </a:cubicBezTo>
                    <a:cubicBezTo>
                      <a:pt x="93" y="63"/>
                      <a:pt x="93" y="63"/>
                      <a:pt x="93" y="63"/>
                    </a:cubicBezTo>
                    <a:cubicBezTo>
                      <a:pt x="93" y="62"/>
                      <a:pt x="93" y="62"/>
                      <a:pt x="93" y="62"/>
                    </a:cubicBezTo>
                    <a:cubicBezTo>
                      <a:pt x="92" y="61"/>
                      <a:pt x="92" y="61"/>
                      <a:pt x="92" y="61"/>
                    </a:cubicBezTo>
                    <a:cubicBezTo>
                      <a:pt x="91" y="59"/>
                      <a:pt x="91" y="59"/>
                      <a:pt x="91" y="59"/>
                    </a:cubicBezTo>
                    <a:cubicBezTo>
                      <a:pt x="91" y="58"/>
                      <a:pt x="91" y="57"/>
                      <a:pt x="90" y="56"/>
                    </a:cubicBezTo>
                    <a:cubicBezTo>
                      <a:pt x="89" y="53"/>
                      <a:pt x="89" y="53"/>
                      <a:pt x="89" y="53"/>
                    </a:cubicBezTo>
                    <a:cubicBezTo>
                      <a:pt x="88" y="50"/>
                      <a:pt x="88" y="50"/>
                      <a:pt x="88" y="50"/>
                    </a:cubicBezTo>
                    <a:cubicBezTo>
                      <a:pt x="88" y="48"/>
                      <a:pt x="88" y="48"/>
                      <a:pt x="88" y="48"/>
                    </a:cubicBezTo>
                    <a:cubicBezTo>
                      <a:pt x="88" y="47"/>
                      <a:pt x="88" y="47"/>
                      <a:pt x="88" y="47"/>
                    </a:cubicBezTo>
                    <a:cubicBezTo>
                      <a:pt x="88" y="47"/>
                      <a:pt x="88" y="47"/>
                      <a:pt x="88" y="47"/>
                    </a:cubicBezTo>
                    <a:cubicBezTo>
                      <a:pt x="87" y="47"/>
                      <a:pt x="87" y="47"/>
                      <a:pt x="87" y="47"/>
                    </a:cubicBezTo>
                    <a:cubicBezTo>
                      <a:pt x="88" y="46"/>
                      <a:pt x="88" y="46"/>
                      <a:pt x="88" y="46"/>
                    </a:cubicBezTo>
                    <a:cubicBezTo>
                      <a:pt x="89" y="46"/>
                      <a:pt x="89" y="46"/>
                      <a:pt x="89" y="46"/>
                    </a:cubicBezTo>
                    <a:cubicBezTo>
                      <a:pt x="90" y="47"/>
                      <a:pt x="90" y="47"/>
                      <a:pt x="90" y="47"/>
                    </a:cubicBezTo>
                    <a:cubicBezTo>
                      <a:pt x="91" y="47"/>
                      <a:pt x="91" y="47"/>
                      <a:pt x="91" y="47"/>
                    </a:cubicBezTo>
                    <a:cubicBezTo>
                      <a:pt x="92" y="48"/>
                      <a:pt x="92" y="48"/>
                      <a:pt x="92" y="48"/>
                    </a:cubicBezTo>
                    <a:cubicBezTo>
                      <a:pt x="92" y="49"/>
                      <a:pt x="92" y="49"/>
                      <a:pt x="92" y="49"/>
                    </a:cubicBezTo>
                    <a:cubicBezTo>
                      <a:pt x="92" y="50"/>
                      <a:pt x="92" y="50"/>
                      <a:pt x="92" y="50"/>
                    </a:cubicBezTo>
                    <a:cubicBezTo>
                      <a:pt x="92" y="51"/>
                      <a:pt x="92" y="51"/>
                      <a:pt x="92" y="51"/>
                    </a:cubicBezTo>
                    <a:cubicBezTo>
                      <a:pt x="91" y="53"/>
                      <a:pt x="91" y="53"/>
                      <a:pt x="91" y="53"/>
                    </a:cubicBezTo>
                    <a:cubicBezTo>
                      <a:pt x="92" y="54"/>
                      <a:pt x="92" y="54"/>
                      <a:pt x="92" y="54"/>
                    </a:cubicBezTo>
                    <a:cubicBezTo>
                      <a:pt x="94" y="53"/>
                      <a:pt x="94" y="53"/>
                      <a:pt x="94" y="53"/>
                    </a:cubicBezTo>
                    <a:cubicBezTo>
                      <a:pt x="94" y="53"/>
                      <a:pt x="96" y="52"/>
                      <a:pt x="97" y="51"/>
                    </a:cubicBezTo>
                    <a:cubicBezTo>
                      <a:pt x="97" y="50"/>
                      <a:pt x="97" y="50"/>
                      <a:pt x="97" y="50"/>
                    </a:cubicBezTo>
                    <a:cubicBezTo>
                      <a:pt x="95" y="48"/>
                      <a:pt x="95" y="48"/>
                      <a:pt x="95" y="48"/>
                    </a:cubicBezTo>
                    <a:cubicBezTo>
                      <a:pt x="98" y="48"/>
                      <a:pt x="99" y="49"/>
                      <a:pt x="99" y="49"/>
                    </a:cubicBezTo>
                    <a:cubicBezTo>
                      <a:pt x="99" y="49"/>
                      <a:pt x="99" y="49"/>
                      <a:pt x="99" y="49"/>
                    </a:cubicBezTo>
                    <a:cubicBezTo>
                      <a:pt x="99" y="48"/>
                      <a:pt x="97" y="46"/>
                      <a:pt x="95" y="43"/>
                    </a:cubicBezTo>
                    <a:cubicBezTo>
                      <a:pt x="95" y="41"/>
                      <a:pt x="95" y="41"/>
                      <a:pt x="95" y="41"/>
                    </a:cubicBezTo>
                    <a:cubicBezTo>
                      <a:pt x="94" y="40"/>
                      <a:pt x="92" y="39"/>
                      <a:pt x="92" y="39"/>
                    </a:cubicBezTo>
                    <a:cubicBezTo>
                      <a:pt x="91" y="39"/>
                      <a:pt x="92" y="35"/>
                      <a:pt x="90" y="33"/>
                    </a:cubicBezTo>
                    <a:cubicBezTo>
                      <a:pt x="87" y="32"/>
                      <a:pt x="87" y="35"/>
                      <a:pt x="87" y="35"/>
                    </a:cubicBezTo>
                    <a:cubicBezTo>
                      <a:pt x="87" y="31"/>
                      <a:pt x="88" y="31"/>
                      <a:pt x="89" y="31"/>
                    </a:cubicBezTo>
                    <a:cubicBezTo>
                      <a:pt x="88" y="30"/>
                      <a:pt x="88" y="30"/>
                      <a:pt x="88" y="30"/>
                    </a:cubicBezTo>
                    <a:cubicBezTo>
                      <a:pt x="88" y="29"/>
                      <a:pt x="88" y="28"/>
                      <a:pt x="88" y="27"/>
                    </a:cubicBezTo>
                    <a:cubicBezTo>
                      <a:pt x="87" y="26"/>
                      <a:pt x="86" y="25"/>
                      <a:pt x="86" y="25"/>
                    </a:cubicBezTo>
                    <a:cubicBezTo>
                      <a:pt x="86" y="25"/>
                      <a:pt x="86" y="25"/>
                      <a:pt x="86" y="25"/>
                    </a:cubicBezTo>
                    <a:cubicBezTo>
                      <a:pt x="86" y="27"/>
                      <a:pt x="86" y="27"/>
                      <a:pt x="86" y="27"/>
                    </a:cubicBezTo>
                    <a:cubicBezTo>
                      <a:pt x="86" y="29"/>
                      <a:pt x="86" y="29"/>
                      <a:pt x="86" y="29"/>
                    </a:cubicBezTo>
                    <a:cubicBezTo>
                      <a:pt x="85" y="29"/>
                      <a:pt x="85" y="29"/>
                      <a:pt x="85" y="29"/>
                    </a:cubicBezTo>
                    <a:cubicBezTo>
                      <a:pt x="85" y="29"/>
                      <a:pt x="85" y="29"/>
                      <a:pt x="85" y="29"/>
                    </a:cubicBezTo>
                    <a:cubicBezTo>
                      <a:pt x="84" y="30"/>
                      <a:pt x="84" y="30"/>
                      <a:pt x="84" y="30"/>
                    </a:cubicBezTo>
                    <a:cubicBezTo>
                      <a:pt x="83" y="30"/>
                      <a:pt x="83" y="30"/>
                      <a:pt x="83" y="30"/>
                    </a:cubicBezTo>
                    <a:cubicBezTo>
                      <a:pt x="84" y="29"/>
                      <a:pt x="84" y="29"/>
                      <a:pt x="84" y="29"/>
                    </a:cubicBezTo>
                    <a:cubicBezTo>
                      <a:pt x="84" y="29"/>
                      <a:pt x="84" y="29"/>
                      <a:pt x="84" y="29"/>
                    </a:cubicBezTo>
                    <a:cubicBezTo>
                      <a:pt x="84" y="28"/>
                      <a:pt x="84" y="28"/>
                      <a:pt x="84" y="28"/>
                    </a:cubicBezTo>
                    <a:cubicBezTo>
                      <a:pt x="85" y="26"/>
                      <a:pt x="85" y="26"/>
                      <a:pt x="85" y="26"/>
                    </a:cubicBezTo>
                    <a:cubicBezTo>
                      <a:pt x="86" y="22"/>
                      <a:pt x="86" y="22"/>
                      <a:pt x="86" y="22"/>
                    </a:cubicBezTo>
                    <a:cubicBezTo>
                      <a:pt x="85" y="19"/>
                      <a:pt x="85" y="19"/>
                      <a:pt x="85" y="19"/>
                    </a:cubicBezTo>
                    <a:cubicBezTo>
                      <a:pt x="84" y="16"/>
                      <a:pt x="84" y="16"/>
                      <a:pt x="84" y="16"/>
                    </a:cubicBezTo>
                    <a:cubicBezTo>
                      <a:pt x="84" y="14"/>
                      <a:pt x="84" y="14"/>
                      <a:pt x="84" y="14"/>
                    </a:cubicBezTo>
                    <a:cubicBezTo>
                      <a:pt x="84" y="14"/>
                      <a:pt x="84" y="14"/>
                      <a:pt x="84" y="14"/>
                    </a:cubicBezTo>
                    <a:cubicBezTo>
                      <a:pt x="84" y="14"/>
                      <a:pt x="84" y="14"/>
                      <a:pt x="84" y="14"/>
                    </a:cubicBezTo>
                    <a:cubicBezTo>
                      <a:pt x="83" y="13"/>
                      <a:pt x="83" y="13"/>
                      <a:pt x="83" y="13"/>
                    </a:cubicBezTo>
                    <a:cubicBezTo>
                      <a:pt x="85" y="12"/>
                      <a:pt x="85" y="14"/>
                      <a:pt x="85" y="14"/>
                    </a:cubicBezTo>
                    <a:cubicBezTo>
                      <a:pt x="85" y="14"/>
                      <a:pt x="85" y="14"/>
                      <a:pt x="85" y="14"/>
                    </a:cubicBezTo>
                    <a:cubicBezTo>
                      <a:pt x="85" y="14"/>
                      <a:pt x="85" y="14"/>
                      <a:pt x="85" y="14"/>
                    </a:cubicBezTo>
                    <a:cubicBezTo>
                      <a:pt x="87" y="16"/>
                      <a:pt x="87" y="16"/>
                      <a:pt x="87" y="16"/>
                    </a:cubicBezTo>
                    <a:cubicBezTo>
                      <a:pt x="87" y="15"/>
                      <a:pt x="87" y="15"/>
                      <a:pt x="87" y="15"/>
                    </a:cubicBezTo>
                    <a:cubicBezTo>
                      <a:pt x="87" y="13"/>
                      <a:pt x="87" y="13"/>
                      <a:pt x="87" y="13"/>
                    </a:cubicBezTo>
                    <a:cubicBezTo>
                      <a:pt x="87" y="13"/>
                      <a:pt x="87" y="13"/>
                      <a:pt x="87" y="13"/>
                    </a:cubicBezTo>
                    <a:cubicBezTo>
                      <a:pt x="88" y="12"/>
                      <a:pt x="87" y="11"/>
                      <a:pt x="87" y="11"/>
                    </a:cubicBezTo>
                    <a:cubicBezTo>
                      <a:pt x="87" y="11"/>
                      <a:pt x="87" y="11"/>
                      <a:pt x="87" y="11"/>
                    </a:cubicBezTo>
                    <a:cubicBezTo>
                      <a:pt x="88" y="11"/>
                      <a:pt x="88" y="13"/>
                      <a:pt x="88" y="13"/>
                    </a:cubicBezTo>
                    <a:cubicBezTo>
                      <a:pt x="89" y="14"/>
                      <a:pt x="89" y="14"/>
                      <a:pt x="89" y="14"/>
                    </a:cubicBezTo>
                    <a:cubicBezTo>
                      <a:pt x="89" y="14"/>
                      <a:pt x="89" y="14"/>
                      <a:pt x="89" y="14"/>
                    </a:cubicBezTo>
                    <a:cubicBezTo>
                      <a:pt x="89" y="14"/>
                      <a:pt x="89" y="14"/>
                      <a:pt x="89" y="14"/>
                    </a:cubicBezTo>
                    <a:cubicBezTo>
                      <a:pt x="89" y="12"/>
                      <a:pt x="89" y="12"/>
                      <a:pt x="89" y="12"/>
                    </a:cubicBezTo>
                    <a:cubicBezTo>
                      <a:pt x="89" y="12"/>
                      <a:pt x="89" y="12"/>
                      <a:pt x="89" y="12"/>
                    </a:cubicBezTo>
                    <a:cubicBezTo>
                      <a:pt x="90" y="13"/>
                      <a:pt x="90" y="14"/>
                      <a:pt x="90" y="14"/>
                    </a:cubicBezTo>
                    <a:cubicBezTo>
                      <a:pt x="90" y="14"/>
                      <a:pt x="90" y="14"/>
                      <a:pt x="90" y="14"/>
                    </a:cubicBezTo>
                    <a:cubicBezTo>
                      <a:pt x="91" y="16"/>
                      <a:pt x="91" y="16"/>
                      <a:pt x="91" y="16"/>
                    </a:cubicBezTo>
                    <a:cubicBezTo>
                      <a:pt x="91" y="16"/>
                      <a:pt x="90" y="17"/>
                      <a:pt x="89" y="18"/>
                    </a:cubicBezTo>
                    <a:cubicBezTo>
                      <a:pt x="89" y="19"/>
                      <a:pt x="89" y="20"/>
                      <a:pt x="88" y="21"/>
                    </a:cubicBezTo>
                    <a:cubicBezTo>
                      <a:pt x="88" y="23"/>
                      <a:pt x="89" y="25"/>
                      <a:pt x="90" y="27"/>
                    </a:cubicBezTo>
                    <a:cubicBezTo>
                      <a:pt x="90" y="28"/>
                      <a:pt x="90" y="28"/>
                      <a:pt x="90" y="28"/>
                    </a:cubicBezTo>
                    <a:cubicBezTo>
                      <a:pt x="90" y="28"/>
                      <a:pt x="90" y="28"/>
                      <a:pt x="90" y="28"/>
                    </a:cubicBezTo>
                    <a:cubicBezTo>
                      <a:pt x="91" y="30"/>
                      <a:pt x="91" y="30"/>
                      <a:pt x="91" y="30"/>
                    </a:cubicBezTo>
                    <a:cubicBezTo>
                      <a:pt x="91" y="28"/>
                      <a:pt x="93" y="27"/>
                      <a:pt x="93" y="27"/>
                    </a:cubicBezTo>
                    <a:cubicBezTo>
                      <a:pt x="93" y="27"/>
                      <a:pt x="93" y="29"/>
                      <a:pt x="93" y="30"/>
                    </a:cubicBezTo>
                    <a:cubicBezTo>
                      <a:pt x="94" y="31"/>
                      <a:pt x="94" y="31"/>
                      <a:pt x="94" y="32"/>
                    </a:cubicBezTo>
                    <a:cubicBezTo>
                      <a:pt x="96" y="35"/>
                      <a:pt x="96" y="35"/>
                      <a:pt x="96" y="35"/>
                    </a:cubicBezTo>
                    <a:cubicBezTo>
                      <a:pt x="96" y="34"/>
                      <a:pt x="97" y="32"/>
                      <a:pt x="98" y="31"/>
                    </a:cubicBezTo>
                    <a:cubicBezTo>
                      <a:pt x="99" y="30"/>
                      <a:pt x="101" y="28"/>
                      <a:pt x="102" y="27"/>
                    </a:cubicBezTo>
                    <a:cubicBezTo>
                      <a:pt x="103" y="26"/>
                      <a:pt x="105" y="25"/>
                      <a:pt x="105" y="24"/>
                    </a:cubicBezTo>
                    <a:cubicBezTo>
                      <a:pt x="105" y="23"/>
                      <a:pt x="105" y="23"/>
                      <a:pt x="105" y="23"/>
                    </a:cubicBezTo>
                    <a:cubicBezTo>
                      <a:pt x="105" y="23"/>
                      <a:pt x="105" y="23"/>
                      <a:pt x="105" y="23"/>
                    </a:cubicBezTo>
                    <a:cubicBezTo>
                      <a:pt x="102" y="23"/>
                      <a:pt x="102" y="23"/>
                      <a:pt x="102" y="23"/>
                    </a:cubicBezTo>
                    <a:cubicBezTo>
                      <a:pt x="102" y="23"/>
                      <a:pt x="101" y="24"/>
                      <a:pt x="100" y="24"/>
                    </a:cubicBezTo>
                    <a:cubicBezTo>
                      <a:pt x="98" y="24"/>
                      <a:pt x="98" y="23"/>
                      <a:pt x="97" y="23"/>
                    </a:cubicBezTo>
                    <a:cubicBezTo>
                      <a:pt x="97" y="22"/>
                      <a:pt x="97" y="22"/>
                      <a:pt x="97" y="22"/>
                    </a:cubicBezTo>
                    <a:cubicBezTo>
                      <a:pt x="99" y="22"/>
                      <a:pt x="99" y="22"/>
                      <a:pt x="99" y="22"/>
                    </a:cubicBezTo>
                    <a:cubicBezTo>
                      <a:pt x="100" y="21"/>
                      <a:pt x="100" y="21"/>
                      <a:pt x="100" y="21"/>
                    </a:cubicBezTo>
                    <a:cubicBezTo>
                      <a:pt x="101" y="20"/>
                      <a:pt x="101" y="20"/>
                      <a:pt x="101" y="20"/>
                    </a:cubicBezTo>
                    <a:cubicBezTo>
                      <a:pt x="99" y="18"/>
                      <a:pt x="99" y="18"/>
                      <a:pt x="99" y="18"/>
                    </a:cubicBezTo>
                    <a:cubicBezTo>
                      <a:pt x="97" y="19"/>
                      <a:pt x="97" y="19"/>
                      <a:pt x="97" y="19"/>
                    </a:cubicBezTo>
                    <a:cubicBezTo>
                      <a:pt x="97" y="19"/>
                      <a:pt x="97" y="16"/>
                      <a:pt x="99" y="16"/>
                    </a:cubicBezTo>
                    <a:cubicBezTo>
                      <a:pt x="102" y="16"/>
                      <a:pt x="102" y="16"/>
                      <a:pt x="102" y="16"/>
                    </a:cubicBezTo>
                    <a:cubicBezTo>
                      <a:pt x="102" y="16"/>
                      <a:pt x="103" y="14"/>
                      <a:pt x="104" y="14"/>
                    </a:cubicBezTo>
                    <a:cubicBezTo>
                      <a:pt x="105" y="14"/>
                      <a:pt x="106" y="14"/>
                      <a:pt x="107" y="14"/>
                    </a:cubicBezTo>
                    <a:cubicBezTo>
                      <a:pt x="108" y="15"/>
                      <a:pt x="108" y="15"/>
                      <a:pt x="108" y="15"/>
                    </a:cubicBezTo>
                    <a:cubicBezTo>
                      <a:pt x="107" y="14"/>
                      <a:pt x="107" y="14"/>
                      <a:pt x="107" y="14"/>
                    </a:cubicBezTo>
                    <a:cubicBezTo>
                      <a:pt x="109" y="14"/>
                      <a:pt x="109" y="14"/>
                      <a:pt x="109" y="14"/>
                    </a:cubicBezTo>
                    <a:cubicBezTo>
                      <a:pt x="110" y="15"/>
                      <a:pt x="110" y="15"/>
                      <a:pt x="110" y="15"/>
                    </a:cubicBezTo>
                    <a:cubicBezTo>
                      <a:pt x="109" y="15"/>
                      <a:pt x="109" y="15"/>
                      <a:pt x="109" y="15"/>
                    </a:cubicBezTo>
                    <a:cubicBezTo>
                      <a:pt x="110" y="15"/>
                      <a:pt x="110" y="15"/>
                      <a:pt x="110" y="15"/>
                    </a:cubicBezTo>
                    <a:cubicBezTo>
                      <a:pt x="111" y="14"/>
                      <a:pt x="111" y="14"/>
                      <a:pt x="111" y="14"/>
                    </a:cubicBezTo>
                    <a:cubicBezTo>
                      <a:pt x="112" y="17"/>
                      <a:pt x="112" y="17"/>
                      <a:pt x="112" y="17"/>
                    </a:cubicBezTo>
                    <a:cubicBezTo>
                      <a:pt x="111" y="17"/>
                      <a:pt x="111" y="17"/>
                      <a:pt x="111" y="17"/>
                    </a:cubicBezTo>
                    <a:cubicBezTo>
                      <a:pt x="111" y="18"/>
                      <a:pt x="113" y="19"/>
                      <a:pt x="113" y="22"/>
                    </a:cubicBezTo>
                    <a:cubicBezTo>
                      <a:pt x="113" y="21"/>
                      <a:pt x="113" y="21"/>
                      <a:pt x="113" y="21"/>
                    </a:cubicBezTo>
                    <a:cubicBezTo>
                      <a:pt x="114" y="20"/>
                      <a:pt x="115" y="17"/>
                      <a:pt x="115" y="17"/>
                    </a:cubicBezTo>
                    <a:cubicBezTo>
                      <a:pt x="116" y="18"/>
                      <a:pt x="116" y="18"/>
                      <a:pt x="116" y="18"/>
                    </a:cubicBezTo>
                    <a:cubicBezTo>
                      <a:pt x="116" y="17"/>
                      <a:pt x="117" y="12"/>
                      <a:pt x="117" y="12"/>
                    </a:cubicBezTo>
                    <a:cubicBezTo>
                      <a:pt x="118" y="12"/>
                      <a:pt x="118" y="13"/>
                      <a:pt x="118" y="13"/>
                    </a:cubicBezTo>
                    <a:cubicBezTo>
                      <a:pt x="119" y="11"/>
                      <a:pt x="118" y="1"/>
                      <a:pt x="118" y="1"/>
                    </a:cubicBezTo>
                    <a:cubicBezTo>
                      <a:pt x="121" y="2"/>
                      <a:pt x="123" y="8"/>
                      <a:pt x="122" y="11"/>
                    </a:cubicBezTo>
                    <a:cubicBezTo>
                      <a:pt x="123" y="11"/>
                      <a:pt x="123" y="11"/>
                      <a:pt x="123" y="11"/>
                    </a:cubicBezTo>
                    <a:cubicBezTo>
                      <a:pt x="123" y="12"/>
                      <a:pt x="123" y="13"/>
                      <a:pt x="123" y="13"/>
                    </a:cubicBezTo>
                    <a:cubicBezTo>
                      <a:pt x="125" y="12"/>
                      <a:pt x="129" y="3"/>
                      <a:pt x="129" y="3"/>
                    </a:cubicBezTo>
                    <a:cubicBezTo>
                      <a:pt x="133" y="7"/>
                      <a:pt x="126" y="17"/>
                      <a:pt x="126" y="17"/>
                    </a:cubicBezTo>
                    <a:cubicBezTo>
                      <a:pt x="127" y="17"/>
                      <a:pt x="130" y="14"/>
                      <a:pt x="130" y="14"/>
                    </a:cubicBezTo>
                    <a:cubicBezTo>
                      <a:pt x="132" y="18"/>
                      <a:pt x="125" y="23"/>
                      <a:pt x="125" y="23"/>
                    </a:cubicBezTo>
                    <a:cubicBezTo>
                      <a:pt x="127" y="22"/>
                      <a:pt x="130" y="22"/>
                      <a:pt x="130" y="22"/>
                    </a:cubicBezTo>
                    <a:cubicBezTo>
                      <a:pt x="130" y="24"/>
                      <a:pt x="126" y="29"/>
                      <a:pt x="125" y="29"/>
                    </a:cubicBezTo>
                    <a:cubicBezTo>
                      <a:pt x="128" y="29"/>
                      <a:pt x="129" y="30"/>
                      <a:pt x="129" y="30"/>
                    </a:cubicBezTo>
                    <a:cubicBezTo>
                      <a:pt x="128" y="33"/>
                      <a:pt x="126" y="34"/>
                      <a:pt x="124" y="35"/>
                    </a:cubicBezTo>
                    <a:cubicBezTo>
                      <a:pt x="126" y="34"/>
                      <a:pt x="126" y="34"/>
                      <a:pt x="126" y="34"/>
                    </a:cubicBezTo>
                    <a:cubicBezTo>
                      <a:pt x="129" y="35"/>
                      <a:pt x="131" y="36"/>
                      <a:pt x="131" y="39"/>
                    </a:cubicBezTo>
                    <a:cubicBezTo>
                      <a:pt x="131" y="42"/>
                      <a:pt x="130" y="43"/>
                      <a:pt x="130" y="44"/>
                    </a:cubicBezTo>
                    <a:cubicBezTo>
                      <a:pt x="130" y="45"/>
                      <a:pt x="130" y="45"/>
                      <a:pt x="131" y="4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3" name="Freeform 35">
                <a:extLst>
                  <a:ext uri="{FF2B5EF4-FFF2-40B4-BE49-F238E27FC236}">
                    <a16:creationId xmlns:a16="http://schemas.microsoft.com/office/drawing/2014/main" id="{8303CCE6-84E2-471C-91E8-74CF49C85827}"/>
                  </a:ext>
                </a:extLst>
              </p:cNvPr>
              <p:cNvSpPr>
                <a:spLocks noEditPoints="1"/>
              </p:cNvSpPr>
              <p:nvPr/>
            </p:nvSpPr>
            <p:spPr bwMode="auto">
              <a:xfrm>
                <a:off x="6200775" y="2614613"/>
                <a:ext cx="103188" cy="122238"/>
              </a:xfrm>
              <a:custGeom>
                <a:avLst/>
                <a:gdLst>
                  <a:gd name="T0" fmla="*/ 21 w 48"/>
                  <a:gd name="T1" fmla="*/ 19 h 56"/>
                  <a:gd name="T2" fmla="*/ 23 w 48"/>
                  <a:gd name="T3" fmla="*/ 4 h 56"/>
                  <a:gd name="T4" fmla="*/ 19 w 48"/>
                  <a:gd name="T5" fmla="*/ 21 h 56"/>
                  <a:gd name="T6" fmla="*/ 7 w 48"/>
                  <a:gd name="T7" fmla="*/ 22 h 56"/>
                  <a:gd name="T8" fmla="*/ 25 w 48"/>
                  <a:gd name="T9" fmla="*/ 24 h 56"/>
                  <a:gd name="T10" fmla="*/ 42 w 48"/>
                  <a:gd name="T11" fmla="*/ 23 h 56"/>
                  <a:gd name="T12" fmla="*/ 43 w 48"/>
                  <a:gd name="T13" fmla="*/ 23 h 56"/>
                  <a:gd name="T14" fmla="*/ 25 w 48"/>
                  <a:gd name="T15" fmla="*/ 23 h 56"/>
                  <a:gd name="T16" fmla="*/ 31 w 48"/>
                  <a:gd name="T17" fmla="*/ 17 h 56"/>
                  <a:gd name="T18" fmla="*/ 24 w 48"/>
                  <a:gd name="T19" fmla="*/ 22 h 56"/>
                  <a:gd name="T20" fmla="*/ 24 w 48"/>
                  <a:gd name="T21" fmla="*/ 4 h 56"/>
                  <a:gd name="T22" fmla="*/ 24 w 48"/>
                  <a:gd name="T23" fmla="*/ 4 h 56"/>
                  <a:gd name="T24" fmla="*/ 24 w 48"/>
                  <a:gd name="T25" fmla="*/ 22 h 56"/>
                  <a:gd name="T26" fmla="*/ 17 w 48"/>
                  <a:gd name="T27" fmla="*/ 17 h 56"/>
                  <a:gd name="T28" fmla="*/ 23 w 48"/>
                  <a:gd name="T29" fmla="*/ 23 h 56"/>
                  <a:gd name="T30" fmla="*/ 7 w 48"/>
                  <a:gd name="T31" fmla="*/ 23 h 56"/>
                  <a:gd name="T32" fmla="*/ 5 w 48"/>
                  <a:gd name="T33" fmla="*/ 23 h 56"/>
                  <a:gd name="T34" fmla="*/ 6 w 48"/>
                  <a:gd name="T35" fmla="*/ 23 h 56"/>
                  <a:gd name="T36" fmla="*/ 18 w 48"/>
                  <a:gd name="T37" fmla="*/ 28 h 56"/>
                  <a:gd name="T38" fmla="*/ 19 w 48"/>
                  <a:gd name="T39" fmla="*/ 29 h 56"/>
                  <a:gd name="T40" fmla="*/ 24 w 48"/>
                  <a:gd name="T41" fmla="*/ 49 h 56"/>
                  <a:gd name="T42" fmla="*/ 24 w 48"/>
                  <a:gd name="T43" fmla="*/ 50 h 56"/>
                  <a:gd name="T44" fmla="*/ 24 w 48"/>
                  <a:gd name="T45" fmla="*/ 25 h 56"/>
                  <a:gd name="T46" fmla="*/ 29 w 48"/>
                  <a:gd name="T47" fmla="*/ 29 h 56"/>
                  <a:gd name="T48" fmla="*/ 30 w 48"/>
                  <a:gd name="T49" fmla="*/ 28 h 56"/>
                  <a:gd name="T50" fmla="*/ 44 w 48"/>
                  <a:gd name="T51" fmla="*/ 23 h 56"/>
                  <a:gd name="T52" fmla="*/ 26 w 48"/>
                  <a:gd name="T53" fmla="*/ 24 h 56"/>
                  <a:gd name="T54" fmla="*/ 48 w 48"/>
                  <a:gd name="T55" fmla="*/ 23 h 56"/>
                  <a:gd name="T56" fmla="*/ 43 w 48"/>
                  <a:gd name="T57" fmla="*/ 22 h 56"/>
                  <a:gd name="T58" fmla="*/ 44 w 48"/>
                  <a:gd name="T59" fmla="*/ 23 h 56"/>
                  <a:gd name="T60" fmla="*/ 24 w 48"/>
                  <a:gd name="T61" fmla="*/ 50 h 56"/>
                  <a:gd name="T62" fmla="*/ 23 w 48"/>
                  <a:gd name="T63" fmla="*/ 25 h 56"/>
                  <a:gd name="T64" fmla="*/ 24 w 48"/>
                  <a:gd name="T65" fmla="*/ 56 h 56"/>
                  <a:gd name="T66" fmla="*/ 28 w 48"/>
                  <a:gd name="T67" fmla="*/ 29 h 56"/>
                  <a:gd name="T68" fmla="*/ 25 w 48"/>
                  <a:gd name="T69" fmla="*/ 49 h 56"/>
                  <a:gd name="T70" fmla="*/ 6 w 48"/>
                  <a:gd name="T71" fmla="*/ 24 h 56"/>
                  <a:gd name="T72" fmla="*/ 6 w 48"/>
                  <a:gd name="T73" fmla="*/ 22 h 56"/>
                  <a:gd name="T74" fmla="*/ 0 w 48"/>
                  <a:gd name="T75" fmla="*/ 23 h 56"/>
                  <a:gd name="T76" fmla="*/ 22 w 48"/>
                  <a:gd name="T77" fmla="*/ 24 h 56"/>
                  <a:gd name="T78" fmla="*/ 43 w 48"/>
                  <a:gd name="T79" fmla="*/ 22 h 56"/>
                  <a:gd name="T80" fmla="*/ 26 w 48"/>
                  <a:gd name="T81" fmla="*/ 22 h 56"/>
                  <a:gd name="T82" fmla="*/ 25 w 48"/>
                  <a:gd name="T83" fmla="*/ 4 h 56"/>
                  <a:gd name="T84" fmla="*/ 25 w 48"/>
                  <a:gd name="T85" fmla="*/ 21 h 56"/>
                  <a:gd name="T86" fmla="*/ 24 w 48"/>
                  <a:gd name="T87" fmla="*/ 0 h 56"/>
                  <a:gd name="T88" fmla="*/ 23 w 48"/>
                  <a:gd name="T89" fmla="*/ 4 h 56"/>
                  <a:gd name="T90" fmla="*/ 24 w 48"/>
                  <a:gd name="T91" fmla="*/ 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8" h="56">
                    <a:moveTo>
                      <a:pt x="23" y="4"/>
                    </a:moveTo>
                    <a:cubicBezTo>
                      <a:pt x="21" y="19"/>
                      <a:pt x="21" y="19"/>
                      <a:pt x="21" y="19"/>
                    </a:cubicBezTo>
                    <a:cubicBezTo>
                      <a:pt x="23" y="21"/>
                      <a:pt x="23" y="21"/>
                      <a:pt x="23" y="21"/>
                    </a:cubicBezTo>
                    <a:lnTo>
                      <a:pt x="23" y="4"/>
                    </a:lnTo>
                    <a:close/>
                    <a:moveTo>
                      <a:pt x="22" y="22"/>
                    </a:moveTo>
                    <a:cubicBezTo>
                      <a:pt x="19" y="21"/>
                      <a:pt x="19" y="21"/>
                      <a:pt x="19" y="21"/>
                    </a:cubicBezTo>
                    <a:cubicBezTo>
                      <a:pt x="7" y="22"/>
                      <a:pt x="7" y="22"/>
                      <a:pt x="7" y="22"/>
                    </a:cubicBezTo>
                    <a:cubicBezTo>
                      <a:pt x="7" y="22"/>
                      <a:pt x="7" y="22"/>
                      <a:pt x="7" y="22"/>
                    </a:cubicBezTo>
                    <a:cubicBezTo>
                      <a:pt x="10" y="22"/>
                      <a:pt x="19" y="22"/>
                      <a:pt x="22" y="22"/>
                    </a:cubicBezTo>
                    <a:moveTo>
                      <a:pt x="25" y="24"/>
                    </a:moveTo>
                    <a:cubicBezTo>
                      <a:pt x="26" y="24"/>
                      <a:pt x="26" y="24"/>
                      <a:pt x="26" y="24"/>
                    </a:cubicBezTo>
                    <a:cubicBezTo>
                      <a:pt x="26" y="24"/>
                      <a:pt x="40" y="23"/>
                      <a:pt x="42" y="23"/>
                    </a:cubicBezTo>
                    <a:cubicBezTo>
                      <a:pt x="43" y="23"/>
                      <a:pt x="43" y="23"/>
                      <a:pt x="43" y="23"/>
                    </a:cubicBezTo>
                    <a:cubicBezTo>
                      <a:pt x="43" y="23"/>
                      <a:pt x="43" y="23"/>
                      <a:pt x="43" y="23"/>
                    </a:cubicBezTo>
                    <a:cubicBezTo>
                      <a:pt x="43" y="23"/>
                      <a:pt x="43" y="23"/>
                      <a:pt x="43" y="23"/>
                    </a:cubicBezTo>
                    <a:cubicBezTo>
                      <a:pt x="25" y="23"/>
                      <a:pt x="25" y="23"/>
                      <a:pt x="25" y="23"/>
                    </a:cubicBezTo>
                    <a:cubicBezTo>
                      <a:pt x="30" y="18"/>
                      <a:pt x="30" y="18"/>
                      <a:pt x="30" y="18"/>
                    </a:cubicBezTo>
                    <a:cubicBezTo>
                      <a:pt x="31" y="17"/>
                      <a:pt x="31" y="17"/>
                      <a:pt x="31" y="17"/>
                    </a:cubicBezTo>
                    <a:cubicBezTo>
                      <a:pt x="29" y="17"/>
                      <a:pt x="29" y="17"/>
                      <a:pt x="29" y="17"/>
                    </a:cubicBezTo>
                    <a:cubicBezTo>
                      <a:pt x="24" y="22"/>
                      <a:pt x="24" y="22"/>
                      <a:pt x="24" y="22"/>
                    </a:cubicBezTo>
                    <a:cubicBezTo>
                      <a:pt x="24" y="22"/>
                      <a:pt x="24" y="22"/>
                      <a:pt x="24" y="22"/>
                    </a:cubicBezTo>
                    <a:cubicBezTo>
                      <a:pt x="24" y="4"/>
                      <a:pt x="24" y="4"/>
                      <a:pt x="24" y="4"/>
                    </a:cubicBezTo>
                    <a:cubicBezTo>
                      <a:pt x="24" y="4"/>
                      <a:pt x="24" y="4"/>
                      <a:pt x="24" y="4"/>
                    </a:cubicBezTo>
                    <a:cubicBezTo>
                      <a:pt x="24" y="4"/>
                      <a:pt x="24" y="4"/>
                      <a:pt x="24" y="4"/>
                    </a:cubicBezTo>
                    <a:cubicBezTo>
                      <a:pt x="24" y="4"/>
                      <a:pt x="24" y="4"/>
                      <a:pt x="24" y="4"/>
                    </a:cubicBezTo>
                    <a:cubicBezTo>
                      <a:pt x="24" y="22"/>
                      <a:pt x="24" y="22"/>
                      <a:pt x="24" y="22"/>
                    </a:cubicBezTo>
                    <a:cubicBezTo>
                      <a:pt x="19" y="18"/>
                      <a:pt x="19" y="18"/>
                      <a:pt x="19" y="18"/>
                    </a:cubicBezTo>
                    <a:cubicBezTo>
                      <a:pt x="17" y="17"/>
                      <a:pt x="17" y="17"/>
                      <a:pt x="17" y="17"/>
                    </a:cubicBezTo>
                    <a:cubicBezTo>
                      <a:pt x="18" y="18"/>
                      <a:pt x="18" y="18"/>
                      <a:pt x="18" y="18"/>
                    </a:cubicBezTo>
                    <a:cubicBezTo>
                      <a:pt x="23" y="23"/>
                      <a:pt x="23" y="23"/>
                      <a:pt x="23" y="23"/>
                    </a:cubicBezTo>
                    <a:cubicBezTo>
                      <a:pt x="22" y="23"/>
                      <a:pt x="22" y="23"/>
                      <a:pt x="22" y="23"/>
                    </a:cubicBezTo>
                    <a:cubicBezTo>
                      <a:pt x="22" y="23"/>
                      <a:pt x="10" y="23"/>
                      <a:pt x="7" y="23"/>
                    </a:cubicBezTo>
                    <a:cubicBezTo>
                      <a:pt x="6" y="23"/>
                      <a:pt x="6" y="23"/>
                      <a:pt x="6" y="23"/>
                    </a:cubicBezTo>
                    <a:cubicBezTo>
                      <a:pt x="5" y="23"/>
                      <a:pt x="5" y="23"/>
                      <a:pt x="5" y="23"/>
                    </a:cubicBezTo>
                    <a:cubicBezTo>
                      <a:pt x="6" y="23"/>
                      <a:pt x="6" y="23"/>
                      <a:pt x="6" y="23"/>
                    </a:cubicBezTo>
                    <a:cubicBezTo>
                      <a:pt x="6" y="23"/>
                      <a:pt x="6" y="23"/>
                      <a:pt x="6" y="23"/>
                    </a:cubicBezTo>
                    <a:cubicBezTo>
                      <a:pt x="23" y="23"/>
                      <a:pt x="23" y="23"/>
                      <a:pt x="23" y="23"/>
                    </a:cubicBezTo>
                    <a:cubicBezTo>
                      <a:pt x="18" y="28"/>
                      <a:pt x="18" y="28"/>
                      <a:pt x="18" y="28"/>
                    </a:cubicBezTo>
                    <a:cubicBezTo>
                      <a:pt x="17" y="30"/>
                      <a:pt x="17" y="30"/>
                      <a:pt x="17" y="30"/>
                    </a:cubicBezTo>
                    <a:cubicBezTo>
                      <a:pt x="19" y="29"/>
                      <a:pt x="19" y="29"/>
                      <a:pt x="19" y="29"/>
                    </a:cubicBezTo>
                    <a:cubicBezTo>
                      <a:pt x="24" y="24"/>
                      <a:pt x="24" y="24"/>
                      <a:pt x="24" y="24"/>
                    </a:cubicBezTo>
                    <a:cubicBezTo>
                      <a:pt x="24" y="49"/>
                      <a:pt x="24" y="49"/>
                      <a:pt x="24" y="49"/>
                    </a:cubicBezTo>
                    <a:cubicBezTo>
                      <a:pt x="24" y="50"/>
                      <a:pt x="24" y="50"/>
                      <a:pt x="24" y="50"/>
                    </a:cubicBezTo>
                    <a:cubicBezTo>
                      <a:pt x="24" y="50"/>
                      <a:pt x="24" y="50"/>
                      <a:pt x="24" y="50"/>
                    </a:cubicBezTo>
                    <a:cubicBezTo>
                      <a:pt x="24" y="49"/>
                      <a:pt x="24" y="49"/>
                      <a:pt x="24" y="49"/>
                    </a:cubicBezTo>
                    <a:cubicBezTo>
                      <a:pt x="24" y="25"/>
                      <a:pt x="24" y="25"/>
                      <a:pt x="24" y="25"/>
                    </a:cubicBezTo>
                    <a:cubicBezTo>
                      <a:pt x="24" y="24"/>
                      <a:pt x="24" y="24"/>
                      <a:pt x="24" y="24"/>
                    </a:cubicBezTo>
                    <a:cubicBezTo>
                      <a:pt x="29" y="29"/>
                      <a:pt x="29" y="29"/>
                      <a:pt x="29" y="29"/>
                    </a:cubicBezTo>
                    <a:cubicBezTo>
                      <a:pt x="30" y="30"/>
                      <a:pt x="30" y="30"/>
                      <a:pt x="30" y="30"/>
                    </a:cubicBezTo>
                    <a:cubicBezTo>
                      <a:pt x="30" y="28"/>
                      <a:pt x="30" y="28"/>
                      <a:pt x="30" y="28"/>
                    </a:cubicBezTo>
                    <a:lnTo>
                      <a:pt x="25" y="24"/>
                    </a:lnTo>
                    <a:close/>
                    <a:moveTo>
                      <a:pt x="44" y="23"/>
                    </a:moveTo>
                    <a:cubicBezTo>
                      <a:pt x="42" y="24"/>
                      <a:pt x="42" y="24"/>
                      <a:pt x="42" y="24"/>
                    </a:cubicBezTo>
                    <a:cubicBezTo>
                      <a:pt x="41" y="24"/>
                      <a:pt x="29" y="24"/>
                      <a:pt x="26" y="24"/>
                    </a:cubicBezTo>
                    <a:cubicBezTo>
                      <a:pt x="28" y="26"/>
                      <a:pt x="28" y="26"/>
                      <a:pt x="28" y="26"/>
                    </a:cubicBezTo>
                    <a:cubicBezTo>
                      <a:pt x="48" y="23"/>
                      <a:pt x="48" y="23"/>
                      <a:pt x="48" y="23"/>
                    </a:cubicBezTo>
                    <a:cubicBezTo>
                      <a:pt x="48" y="23"/>
                      <a:pt x="48" y="23"/>
                      <a:pt x="48" y="23"/>
                    </a:cubicBezTo>
                    <a:cubicBezTo>
                      <a:pt x="43" y="22"/>
                      <a:pt x="43" y="22"/>
                      <a:pt x="43" y="22"/>
                    </a:cubicBezTo>
                    <a:cubicBezTo>
                      <a:pt x="43" y="22"/>
                      <a:pt x="43" y="22"/>
                      <a:pt x="43" y="22"/>
                    </a:cubicBezTo>
                    <a:lnTo>
                      <a:pt x="44" y="23"/>
                    </a:lnTo>
                    <a:close/>
                    <a:moveTo>
                      <a:pt x="25" y="49"/>
                    </a:moveTo>
                    <a:cubicBezTo>
                      <a:pt x="25" y="50"/>
                      <a:pt x="25" y="50"/>
                      <a:pt x="24" y="50"/>
                    </a:cubicBezTo>
                    <a:cubicBezTo>
                      <a:pt x="23" y="49"/>
                      <a:pt x="23" y="49"/>
                      <a:pt x="23" y="49"/>
                    </a:cubicBezTo>
                    <a:cubicBezTo>
                      <a:pt x="23" y="25"/>
                      <a:pt x="23" y="25"/>
                      <a:pt x="23" y="25"/>
                    </a:cubicBezTo>
                    <a:cubicBezTo>
                      <a:pt x="20" y="28"/>
                      <a:pt x="20" y="28"/>
                      <a:pt x="20" y="28"/>
                    </a:cubicBezTo>
                    <a:cubicBezTo>
                      <a:pt x="24" y="56"/>
                      <a:pt x="24" y="56"/>
                      <a:pt x="24" y="56"/>
                    </a:cubicBezTo>
                    <a:cubicBezTo>
                      <a:pt x="24" y="56"/>
                      <a:pt x="24" y="56"/>
                      <a:pt x="24" y="56"/>
                    </a:cubicBezTo>
                    <a:cubicBezTo>
                      <a:pt x="28" y="29"/>
                      <a:pt x="28" y="29"/>
                      <a:pt x="28" y="29"/>
                    </a:cubicBezTo>
                    <a:cubicBezTo>
                      <a:pt x="25" y="25"/>
                      <a:pt x="25" y="25"/>
                      <a:pt x="25" y="25"/>
                    </a:cubicBezTo>
                    <a:lnTo>
                      <a:pt x="25" y="49"/>
                    </a:lnTo>
                    <a:close/>
                    <a:moveTo>
                      <a:pt x="22" y="24"/>
                    </a:moveTo>
                    <a:cubicBezTo>
                      <a:pt x="6" y="24"/>
                      <a:pt x="6" y="24"/>
                      <a:pt x="6" y="24"/>
                    </a:cubicBezTo>
                    <a:cubicBezTo>
                      <a:pt x="6" y="24"/>
                      <a:pt x="5" y="24"/>
                      <a:pt x="5" y="23"/>
                    </a:cubicBezTo>
                    <a:cubicBezTo>
                      <a:pt x="6" y="22"/>
                      <a:pt x="6" y="22"/>
                      <a:pt x="6" y="22"/>
                    </a:cubicBezTo>
                    <a:cubicBezTo>
                      <a:pt x="0" y="23"/>
                      <a:pt x="0" y="23"/>
                      <a:pt x="0" y="23"/>
                    </a:cubicBezTo>
                    <a:cubicBezTo>
                      <a:pt x="0" y="23"/>
                      <a:pt x="0" y="23"/>
                      <a:pt x="0" y="23"/>
                    </a:cubicBezTo>
                    <a:cubicBezTo>
                      <a:pt x="19" y="26"/>
                      <a:pt x="19" y="26"/>
                      <a:pt x="19" y="26"/>
                    </a:cubicBezTo>
                    <a:lnTo>
                      <a:pt x="22" y="24"/>
                    </a:lnTo>
                    <a:close/>
                    <a:moveTo>
                      <a:pt x="26" y="22"/>
                    </a:moveTo>
                    <a:cubicBezTo>
                      <a:pt x="43" y="22"/>
                      <a:pt x="43" y="22"/>
                      <a:pt x="43" y="22"/>
                    </a:cubicBezTo>
                    <a:cubicBezTo>
                      <a:pt x="28" y="20"/>
                      <a:pt x="28" y="20"/>
                      <a:pt x="28" y="20"/>
                    </a:cubicBezTo>
                    <a:lnTo>
                      <a:pt x="26" y="22"/>
                    </a:lnTo>
                    <a:close/>
                    <a:moveTo>
                      <a:pt x="24" y="4"/>
                    </a:moveTo>
                    <a:cubicBezTo>
                      <a:pt x="25" y="4"/>
                      <a:pt x="25" y="4"/>
                      <a:pt x="25" y="4"/>
                    </a:cubicBezTo>
                    <a:cubicBezTo>
                      <a:pt x="25" y="4"/>
                      <a:pt x="25" y="4"/>
                      <a:pt x="25" y="4"/>
                    </a:cubicBezTo>
                    <a:cubicBezTo>
                      <a:pt x="25" y="21"/>
                      <a:pt x="25" y="21"/>
                      <a:pt x="25" y="21"/>
                    </a:cubicBezTo>
                    <a:cubicBezTo>
                      <a:pt x="28" y="18"/>
                      <a:pt x="28" y="18"/>
                      <a:pt x="28" y="18"/>
                    </a:cubicBezTo>
                    <a:cubicBezTo>
                      <a:pt x="24" y="0"/>
                      <a:pt x="24" y="0"/>
                      <a:pt x="24" y="0"/>
                    </a:cubicBezTo>
                    <a:cubicBezTo>
                      <a:pt x="24" y="0"/>
                      <a:pt x="24" y="0"/>
                      <a:pt x="24" y="0"/>
                    </a:cubicBezTo>
                    <a:cubicBezTo>
                      <a:pt x="23" y="4"/>
                      <a:pt x="23" y="4"/>
                      <a:pt x="23" y="4"/>
                    </a:cubicBezTo>
                    <a:cubicBezTo>
                      <a:pt x="23" y="4"/>
                      <a:pt x="23" y="4"/>
                      <a:pt x="23" y="4"/>
                    </a:cubicBezTo>
                    <a:lnTo>
                      <a:pt x="24" y="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4" name="Freeform 36">
                <a:extLst>
                  <a:ext uri="{FF2B5EF4-FFF2-40B4-BE49-F238E27FC236}">
                    <a16:creationId xmlns:a16="http://schemas.microsoft.com/office/drawing/2014/main" id="{2EC50E89-8E7E-495C-8B0B-CDFC3C1BED43}"/>
                  </a:ext>
                </a:extLst>
              </p:cNvPr>
              <p:cNvSpPr>
                <a:spLocks noEditPoints="1"/>
              </p:cNvSpPr>
              <p:nvPr/>
            </p:nvSpPr>
            <p:spPr bwMode="auto">
              <a:xfrm>
                <a:off x="6197600" y="2746375"/>
                <a:ext cx="107950" cy="98425"/>
              </a:xfrm>
              <a:custGeom>
                <a:avLst/>
                <a:gdLst>
                  <a:gd name="T0" fmla="*/ 14 w 50"/>
                  <a:gd name="T1" fmla="*/ 20 h 45"/>
                  <a:gd name="T2" fmla="*/ 15 w 50"/>
                  <a:gd name="T3" fmla="*/ 11 h 45"/>
                  <a:gd name="T4" fmla="*/ 13 w 50"/>
                  <a:gd name="T5" fmla="*/ 27 h 45"/>
                  <a:gd name="T6" fmla="*/ 22 w 50"/>
                  <a:gd name="T7" fmla="*/ 14 h 45"/>
                  <a:gd name="T8" fmla="*/ 37 w 50"/>
                  <a:gd name="T9" fmla="*/ 24 h 45"/>
                  <a:gd name="T10" fmla="*/ 25 w 50"/>
                  <a:gd name="T11" fmla="*/ 24 h 45"/>
                  <a:gd name="T12" fmla="*/ 43 w 50"/>
                  <a:gd name="T13" fmla="*/ 31 h 45"/>
                  <a:gd name="T14" fmla="*/ 25 w 50"/>
                  <a:gd name="T15" fmla="*/ 22 h 45"/>
                  <a:gd name="T16" fmla="*/ 38 w 50"/>
                  <a:gd name="T17" fmla="*/ 3 h 45"/>
                  <a:gd name="T18" fmla="*/ 19 w 50"/>
                  <a:gd name="T19" fmla="*/ 3 h 45"/>
                  <a:gd name="T20" fmla="*/ 40 w 50"/>
                  <a:gd name="T21" fmla="*/ 0 h 45"/>
                  <a:gd name="T22" fmla="*/ 43 w 50"/>
                  <a:gd name="T23" fmla="*/ 39 h 45"/>
                  <a:gd name="T24" fmla="*/ 46 w 50"/>
                  <a:gd name="T25" fmla="*/ 41 h 45"/>
                  <a:gd name="T26" fmla="*/ 47 w 50"/>
                  <a:gd name="T27" fmla="*/ 44 h 45"/>
                  <a:gd name="T28" fmla="*/ 7 w 50"/>
                  <a:gd name="T29" fmla="*/ 39 h 45"/>
                  <a:gd name="T30" fmla="*/ 10 w 50"/>
                  <a:gd name="T31" fmla="*/ 41 h 45"/>
                  <a:gd name="T32" fmla="*/ 14 w 50"/>
                  <a:gd name="T33" fmla="*/ 41 h 45"/>
                  <a:gd name="T34" fmla="*/ 17 w 50"/>
                  <a:gd name="T35" fmla="*/ 43 h 45"/>
                  <a:gd name="T36" fmla="*/ 20 w 50"/>
                  <a:gd name="T37" fmla="*/ 42 h 45"/>
                  <a:gd name="T38" fmla="*/ 18 w 50"/>
                  <a:gd name="T39" fmla="*/ 38 h 45"/>
                  <a:gd name="T40" fmla="*/ 10 w 50"/>
                  <a:gd name="T41" fmla="*/ 38 h 45"/>
                  <a:gd name="T42" fmla="*/ 5 w 50"/>
                  <a:gd name="T43" fmla="*/ 37 h 45"/>
                  <a:gd name="T44" fmla="*/ 32 w 50"/>
                  <a:gd name="T45" fmla="*/ 10 h 45"/>
                  <a:gd name="T46" fmla="*/ 26 w 50"/>
                  <a:gd name="T47" fmla="*/ 17 h 45"/>
                  <a:gd name="T48" fmla="*/ 37 w 50"/>
                  <a:gd name="T49" fmla="*/ 17 h 45"/>
                  <a:gd name="T50" fmla="*/ 33 w 50"/>
                  <a:gd name="T51" fmla="*/ 21 h 45"/>
                  <a:gd name="T52" fmla="*/ 42 w 50"/>
                  <a:gd name="T53" fmla="*/ 43 h 45"/>
                  <a:gd name="T54" fmla="*/ 42 w 50"/>
                  <a:gd name="T55" fmla="*/ 42 h 45"/>
                  <a:gd name="T56" fmla="*/ 38 w 50"/>
                  <a:gd name="T57" fmla="*/ 27 h 45"/>
                  <a:gd name="T58" fmla="*/ 12 w 50"/>
                  <a:gd name="T59" fmla="*/ 24 h 45"/>
                  <a:gd name="T60" fmla="*/ 10 w 50"/>
                  <a:gd name="T61" fmla="*/ 37 h 45"/>
                  <a:gd name="T62" fmla="*/ 18 w 50"/>
                  <a:gd name="T63" fmla="*/ 38 h 45"/>
                  <a:gd name="T64" fmla="*/ 32 w 50"/>
                  <a:gd name="T65" fmla="*/ 38 h 45"/>
                  <a:gd name="T66" fmla="*/ 45 w 50"/>
                  <a:gd name="T67" fmla="*/ 38 h 45"/>
                  <a:gd name="T68" fmla="*/ 43 w 50"/>
                  <a:gd name="T69" fmla="*/ 40 h 45"/>
                  <a:gd name="T70" fmla="*/ 38 w 50"/>
                  <a:gd name="T71" fmla="*/ 39 h 45"/>
                  <a:gd name="T72" fmla="*/ 40 w 50"/>
                  <a:gd name="T73" fmla="*/ 42 h 45"/>
                  <a:gd name="T74" fmla="*/ 42 w 50"/>
                  <a:gd name="T75" fmla="*/ 41 h 45"/>
                  <a:gd name="T76" fmla="*/ 31 w 50"/>
                  <a:gd name="T77" fmla="*/ 40 h 45"/>
                  <a:gd name="T78" fmla="*/ 28 w 50"/>
                  <a:gd name="T79" fmla="*/ 39 h 45"/>
                  <a:gd name="T80" fmla="*/ 23 w 50"/>
                  <a:gd name="T81" fmla="*/ 40 h 45"/>
                  <a:gd name="T82" fmla="*/ 20 w 50"/>
                  <a:gd name="T83" fmla="*/ 41 h 45"/>
                  <a:gd name="T84" fmla="*/ 44 w 50"/>
                  <a:gd name="T85" fmla="*/ 42 h 45"/>
                  <a:gd name="T86" fmla="*/ 41 w 50"/>
                  <a:gd name="T87" fmla="*/ 43 h 45"/>
                  <a:gd name="T88" fmla="*/ 34 w 50"/>
                  <a:gd name="T89" fmla="*/ 43 h 45"/>
                  <a:gd name="T90" fmla="*/ 27 w 50"/>
                  <a:gd name="T91" fmla="*/ 43 h 45"/>
                  <a:gd name="T92" fmla="*/ 46 w 50"/>
                  <a:gd name="T93" fmla="*/ 44 h 45"/>
                  <a:gd name="T94" fmla="*/ 18 w 50"/>
                  <a:gd name="T95" fmla="*/ 44 h 45"/>
                  <a:gd name="T96" fmla="*/ 14 w 50"/>
                  <a:gd name="T97" fmla="*/ 42 h 45"/>
                  <a:gd name="T98" fmla="*/ 11 w 50"/>
                  <a:gd name="T99" fmla="*/ 42 h 45"/>
                  <a:gd name="T100" fmla="*/ 1 w 50"/>
                  <a:gd name="T101" fmla="*/ 44 h 45"/>
                  <a:gd name="T102" fmla="*/ 19 w 50"/>
                  <a:gd name="T103" fmla="*/ 45 h 45"/>
                  <a:gd name="T104" fmla="*/ 38 w 50"/>
                  <a:gd name="T105" fmla="*/ 40 h 45"/>
                  <a:gd name="T106" fmla="*/ 35 w 50"/>
                  <a:gd name="T107" fmla="*/ 40 h 45"/>
                  <a:gd name="T108" fmla="*/ 17 w 50"/>
                  <a:gd name="T109" fmla="*/ 24 h 45"/>
                  <a:gd name="T110" fmla="*/ 36 w 50"/>
                  <a:gd name="T111" fmla="*/ 11 h 45"/>
                  <a:gd name="T112" fmla="*/ 41 w 50"/>
                  <a:gd name="T113" fmla="*/ 24 h 45"/>
                  <a:gd name="T114" fmla="*/ 13 w 50"/>
                  <a:gd name="T115" fmla="*/ 17 h 45"/>
                  <a:gd name="T116" fmla="*/ 11 w 50"/>
                  <a:gd name="T117" fmla="*/ 14 h 45"/>
                  <a:gd name="T118" fmla="*/ 38 w 50"/>
                  <a:gd name="T119" fmla="*/ 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45">
                    <a:moveTo>
                      <a:pt x="20" y="24"/>
                    </a:moveTo>
                    <a:cubicBezTo>
                      <a:pt x="21" y="23"/>
                      <a:pt x="22" y="22"/>
                      <a:pt x="25" y="22"/>
                    </a:cubicBezTo>
                    <a:cubicBezTo>
                      <a:pt x="25" y="21"/>
                      <a:pt x="25" y="21"/>
                      <a:pt x="25" y="21"/>
                    </a:cubicBezTo>
                    <a:cubicBezTo>
                      <a:pt x="17" y="21"/>
                      <a:pt x="17" y="21"/>
                      <a:pt x="17" y="21"/>
                    </a:cubicBezTo>
                    <a:cubicBezTo>
                      <a:pt x="17" y="24"/>
                      <a:pt x="17" y="24"/>
                      <a:pt x="17" y="24"/>
                    </a:cubicBezTo>
                    <a:cubicBezTo>
                      <a:pt x="20" y="24"/>
                      <a:pt x="20" y="24"/>
                      <a:pt x="20" y="24"/>
                    </a:cubicBezTo>
                    <a:close/>
                    <a:moveTo>
                      <a:pt x="21" y="17"/>
                    </a:moveTo>
                    <a:cubicBezTo>
                      <a:pt x="14" y="17"/>
                      <a:pt x="14" y="17"/>
                      <a:pt x="14" y="17"/>
                    </a:cubicBezTo>
                    <a:cubicBezTo>
                      <a:pt x="14" y="20"/>
                      <a:pt x="14" y="20"/>
                      <a:pt x="14" y="20"/>
                    </a:cubicBezTo>
                    <a:cubicBezTo>
                      <a:pt x="21" y="20"/>
                      <a:pt x="21" y="20"/>
                      <a:pt x="21" y="20"/>
                    </a:cubicBezTo>
                    <a:lnTo>
                      <a:pt x="21" y="17"/>
                    </a:lnTo>
                    <a:close/>
                    <a:moveTo>
                      <a:pt x="25" y="15"/>
                    </a:moveTo>
                    <a:cubicBezTo>
                      <a:pt x="18" y="15"/>
                      <a:pt x="18" y="15"/>
                      <a:pt x="18" y="15"/>
                    </a:cubicBezTo>
                    <a:cubicBezTo>
                      <a:pt x="18" y="17"/>
                      <a:pt x="18" y="17"/>
                      <a:pt x="18" y="17"/>
                    </a:cubicBezTo>
                    <a:cubicBezTo>
                      <a:pt x="25" y="17"/>
                      <a:pt x="25" y="17"/>
                      <a:pt x="25" y="17"/>
                    </a:cubicBezTo>
                    <a:lnTo>
                      <a:pt x="25" y="15"/>
                    </a:lnTo>
                    <a:close/>
                    <a:moveTo>
                      <a:pt x="21" y="11"/>
                    </a:moveTo>
                    <a:cubicBezTo>
                      <a:pt x="15" y="11"/>
                      <a:pt x="15" y="11"/>
                      <a:pt x="15" y="11"/>
                    </a:cubicBezTo>
                    <a:cubicBezTo>
                      <a:pt x="15" y="14"/>
                      <a:pt x="15" y="14"/>
                      <a:pt x="15" y="14"/>
                    </a:cubicBezTo>
                    <a:cubicBezTo>
                      <a:pt x="21" y="14"/>
                      <a:pt x="21" y="14"/>
                      <a:pt x="21" y="14"/>
                    </a:cubicBezTo>
                    <a:lnTo>
                      <a:pt x="21" y="11"/>
                    </a:lnTo>
                    <a:close/>
                    <a:moveTo>
                      <a:pt x="13" y="27"/>
                    </a:moveTo>
                    <a:cubicBezTo>
                      <a:pt x="19" y="27"/>
                      <a:pt x="19" y="27"/>
                      <a:pt x="19" y="27"/>
                    </a:cubicBezTo>
                    <a:cubicBezTo>
                      <a:pt x="20" y="24"/>
                      <a:pt x="20" y="24"/>
                      <a:pt x="20" y="24"/>
                    </a:cubicBezTo>
                    <a:cubicBezTo>
                      <a:pt x="20" y="24"/>
                      <a:pt x="20" y="24"/>
                      <a:pt x="20" y="24"/>
                    </a:cubicBezTo>
                    <a:cubicBezTo>
                      <a:pt x="13" y="24"/>
                      <a:pt x="13" y="24"/>
                      <a:pt x="13" y="24"/>
                    </a:cubicBezTo>
                    <a:lnTo>
                      <a:pt x="13" y="27"/>
                    </a:lnTo>
                    <a:close/>
                    <a:moveTo>
                      <a:pt x="30" y="30"/>
                    </a:moveTo>
                    <a:cubicBezTo>
                      <a:pt x="34" y="30"/>
                      <a:pt x="34" y="30"/>
                      <a:pt x="34" y="30"/>
                    </a:cubicBezTo>
                    <a:cubicBezTo>
                      <a:pt x="34" y="27"/>
                      <a:pt x="34" y="27"/>
                      <a:pt x="34" y="27"/>
                    </a:cubicBezTo>
                    <a:cubicBezTo>
                      <a:pt x="32" y="27"/>
                      <a:pt x="32" y="27"/>
                      <a:pt x="32" y="27"/>
                    </a:cubicBezTo>
                    <a:cubicBezTo>
                      <a:pt x="32" y="29"/>
                      <a:pt x="32" y="29"/>
                      <a:pt x="32" y="29"/>
                    </a:cubicBezTo>
                    <a:cubicBezTo>
                      <a:pt x="32" y="29"/>
                      <a:pt x="32" y="29"/>
                      <a:pt x="32" y="29"/>
                    </a:cubicBezTo>
                    <a:cubicBezTo>
                      <a:pt x="30" y="29"/>
                      <a:pt x="30" y="29"/>
                      <a:pt x="30" y="29"/>
                    </a:cubicBezTo>
                    <a:lnTo>
                      <a:pt x="30" y="30"/>
                    </a:lnTo>
                    <a:close/>
                    <a:moveTo>
                      <a:pt x="22" y="14"/>
                    </a:moveTo>
                    <a:cubicBezTo>
                      <a:pt x="28" y="14"/>
                      <a:pt x="28" y="14"/>
                      <a:pt x="28" y="14"/>
                    </a:cubicBezTo>
                    <a:cubicBezTo>
                      <a:pt x="28" y="11"/>
                      <a:pt x="28" y="11"/>
                      <a:pt x="28" y="11"/>
                    </a:cubicBezTo>
                    <a:cubicBezTo>
                      <a:pt x="22" y="11"/>
                      <a:pt x="22" y="11"/>
                      <a:pt x="22" y="11"/>
                    </a:cubicBezTo>
                    <a:lnTo>
                      <a:pt x="22" y="14"/>
                    </a:lnTo>
                    <a:close/>
                    <a:moveTo>
                      <a:pt x="37" y="24"/>
                    </a:moveTo>
                    <a:cubicBezTo>
                      <a:pt x="31" y="24"/>
                      <a:pt x="31" y="24"/>
                      <a:pt x="31" y="24"/>
                    </a:cubicBezTo>
                    <a:cubicBezTo>
                      <a:pt x="32" y="27"/>
                      <a:pt x="32" y="27"/>
                      <a:pt x="32" y="27"/>
                    </a:cubicBezTo>
                    <a:cubicBezTo>
                      <a:pt x="37" y="27"/>
                      <a:pt x="37" y="27"/>
                      <a:pt x="37" y="27"/>
                    </a:cubicBezTo>
                    <a:lnTo>
                      <a:pt x="37" y="24"/>
                    </a:lnTo>
                    <a:close/>
                    <a:moveTo>
                      <a:pt x="20" y="29"/>
                    </a:moveTo>
                    <a:cubicBezTo>
                      <a:pt x="18" y="29"/>
                      <a:pt x="18" y="29"/>
                      <a:pt x="18" y="29"/>
                    </a:cubicBezTo>
                    <a:cubicBezTo>
                      <a:pt x="18" y="29"/>
                      <a:pt x="18" y="29"/>
                      <a:pt x="18" y="29"/>
                    </a:cubicBezTo>
                    <a:cubicBezTo>
                      <a:pt x="18" y="27"/>
                      <a:pt x="18" y="27"/>
                      <a:pt x="18" y="27"/>
                    </a:cubicBezTo>
                    <a:cubicBezTo>
                      <a:pt x="17" y="27"/>
                      <a:pt x="17" y="27"/>
                      <a:pt x="17" y="27"/>
                    </a:cubicBezTo>
                    <a:cubicBezTo>
                      <a:pt x="17" y="30"/>
                      <a:pt x="17" y="30"/>
                      <a:pt x="17" y="30"/>
                    </a:cubicBezTo>
                    <a:cubicBezTo>
                      <a:pt x="20" y="30"/>
                      <a:pt x="20" y="30"/>
                      <a:pt x="20" y="30"/>
                    </a:cubicBezTo>
                    <a:lnTo>
                      <a:pt x="20" y="29"/>
                    </a:lnTo>
                    <a:close/>
                    <a:moveTo>
                      <a:pt x="25" y="24"/>
                    </a:moveTo>
                    <a:cubicBezTo>
                      <a:pt x="21" y="24"/>
                      <a:pt x="21" y="27"/>
                      <a:pt x="21" y="29"/>
                    </a:cubicBezTo>
                    <a:cubicBezTo>
                      <a:pt x="21" y="35"/>
                      <a:pt x="21" y="35"/>
                      <a:pt x="21" y="35"/>
                    </a:cubicBezTo>
                    <a:cubicBezTo>
                      <a:pt x="30" y="35"/>
                      <a:pt x="30" y="35"/>
                      <a:pt x="30" y="35"/>
                    </a:cubicBezTo>
                    <a:cubicBezTo>
                      <a:pt x="30" y="29"/>
                      <a:pt x="30" y="29"/>
                      <a:pt x="30" y="29"/>
                    </a:cubicBezTo>
                    <a:cubicBezTo>
                      <a:pt x="30" y="28"/>
                      <a:pt x="29" y="24"/>
                      <a:pt x="25" y="24"/>
                    </a:cubicBezTo>
                    <a:moveTo>
                      <a:pt x="30" y="35"/>
                    </a:moveTo>
                    <a:cubicBezTo>
                      <a:pt x="32" y="35"/>
                      <a:pt x="32" y="35"/>
                      <a:pt x="32" y="35"/>
                    </a:cubicBezTo>
                    <a:cubicBezTo>
                      <a:pt x="43" y="35"/>
                      <a:pt x="43" y="35"/>
                      <a:pt x="43" y="35"/>
                    </a:cubicBezTo>
                    <a:cubicBezTo>
                      <a:pt x="43" y="31"/>
                      <a:pt x="43" y="31"/>
                      <a:pt x="43" y="31"/>
                    </a:cubicBezTo>
                    <a:cubicBezTo>
                      <a:pt x="30" y="31"/>
                      <a:pt x="30" y="31"/>
                      <a:pt x="30" y="31"/>
                    </a:cubicBezTo>
                    <a:lnTo>
                      <a:pt x="30" y="35"/>
                    </a:lnTo>
                    <a:close/>
                    <a:moveTo>
                      <a:pt x="34" y="30"/>
                    </a:moveTo>
                    <a:cubicBezTo>
                      <a:pt x="43" y="30"/>
                      <a:pt x="43" y="30"/>
                      <a:pt x="43" y="30"/>
                    </a:cubicBezTo>
                    <a:cubicBezTo>
                      <a:pt x="42" y="27"/>
                      <a:pt x="42" y="27"/>
                      <a:pt x="42" y="27"/>
                    </a:cubicBezTo>
                    <a:cubicBezTo>
                      <a:pt x="34" y="27"/>
                      <a:pt x="34" y="27"/>
                      <a:pt x="34" y="27"/>
                    </a:cubicBezTo>
                    <a:lnTo>
                      <a:pt x="34" y="30"/>
                    </a:lnTo>
                    <a:close/>
                    <a:moveTo>
                      <a:pt x="32" y="28"/>
                    </a:moveTo>
                    <a:cubicBezTo>
                      <a:pt x="32" y="27"/>
                      <a:pt x="31" y="22"/>
                      <a:pt x="25" y="22"/>
                    </a:cubicBezTo>
                    <a:cubicBezTo>
                      <a:pt x="20" y="22"/>
                      <a:pt x="19" y="27"/>
                      <a:pt x="19" y="28"/>
                    </a:cubicBezTo>
                    <a:cubicBezTo>
                      <a:pt x="20" y="28"/>
                      <a:pt x="20" y="28"/>
                      <a:pt x="20" y="28"/>
                    </a:cubicBezTo>
                    <a:cubicBezTo>
                      <a:pt x="20" y="27"/>
                      <a:pt x="21" y="26"/>
                      <a:pt x="21" y="25"/>
                    </a:cubicBezTo>
                    <a:cubicBezTo>
                      <a:pt x="22" y="24"/>
                      <a:pt x="23" y="23"/>
                      <a:pt x="25" y="23"/>
                    </a:cubicBezTo>
                    <a:cubicBezTo>
                      <a:pt x="30" y="23"/>
                      <a:pt x="30" y="27"/>
                      <a:pt x="30" y="29"/>
                    </a:cubicBezTo>
                    <a:lnTo>
                      <a:pt x="32" y="28"/>
                    </a:lnTo>
                    <a:close/>
                    <a:moveTo>
                      <a:pt x="40" y="0"/>
                    </a:moveTo>
                    <a:cubicBezTo>
                      <a:pt x="38" y="0"/>
                      <a:pt x="38" y="0"/>
                      <a:pt x="38" y="0"/>
                    </a:cubicBezTo>
                    <a:cubicBezTo>
                      <a:pt x="38" y="3"/>
                      <a:pt x="38" y="3"/>
                      <a:pt x="38" y="3"/>
                    </a:cubicBezTo>
                    <a:cubicBezTo>
                      <a:pt x="35" y="3"/>
                      <a:pt x="35" y="3"/>
                      <a:pt x="35" y="3"/>
                    </a:cubicBezTo>
                    <a:cubicBezTo>
                      <a:pt x="35" y="0"/>
                      <a:pt x="35" y="0"/>
                      <a:pt x="35" y="0"/>
                    </a:cubicBezTo>
                    <a:cubicBezTo>
                      <a:pt x="31" y="0"/>
                      <a:pt x="31" y="0"/>
                      <a:pt x="31" y="0"/>
                    </a:cubicBezTo>
                    <a:cubicBezTo>
                      <a:pt x="31" y="3"/>
                      <a:pt x="31" y="3"/>
                      <a:pt x="31" y="3"/>
                    </a:cubicBezTo>
                    <a:cubicBezTo>
                      <a:pt x="28" y="3"/>
                      <a:pt x="28" y="3"/>
                      <a:pt x="28" y="3"/>
                    </a:cubicBezTo>
                    <a:cubicBezTo>
                      <a:pt x="28" y="0"/>
                      <a:pt x="28" y="0"/>
                      <a:pt x="28" y="0"/>
                    </a:cubicBezTo>
                    <a:cubicBezTo>
                      <a:pt x="22" y="0"/>
                      <a:pt x="22" y="0"/>
                      <a:pt x="22" y="0"/>
                    </a:cubicBezTo>
                    <a:cubicBezTo>
                      <a:pt x="22" y="3"/>
                      <a:pt x="22" y="3"/>
                      <a:pt x="22" y="3"/>
                    </a:cubicBezTo>
                    <a:cubicBezTo>
                      <a:pt x="19" y="3"/>
                      <a:pt x="19" y="3"/>
                      <a:pt x="19" y="3"/>
                    </a:cubicBezTo>
                    <a:cubicBezTo>
                      <a:pt x="19" y="0"/>
                      <a:pt x="19" y="0"/>
                      <a:pt x="19" y="0"/>
                    </a:cubicBezTo>
                    <a:cubicBezTo>
                      <a:pt x="15" y="0"/>
                      <a:pt x="15" y="0"/>
                      <a:pt x="15" y="0"/>
                    </a:cubicBezTo>
                    <a:cubicBezTo>
                      <a:pt x="15" y="3"/>
                      <a:pt x="15" y="3"/>
                      <a:pt x="15" y="3"/>
                    </a:cubicBezTo>
                    <a:cubicBezTo>
                      <a:pt x="12" y="3"/>
                      <a:pt x="12" y="3"/>
                      <a:pt x="12" y="3"/>
                    </a:cubicBezTo>
                    <a:cubicBezTo>
                      <a:pt x="12" y="0"/>
                      <a:pt x="12" y="0"/>
                      <a:pt x="12" y="0"/>
                    </a:cubicBezTo>
                    <a:cubicBezTo>
                      <a:pt x="10" y="0"/>
                      <a:pt x="10" y="0"/>
                      <a:pt x="10" y="0"/>
                    </a:cubicBezTo>
                    <a:cubicBezTo>
                      <a:pt x="10" y="5"/>
                      <a:pt x="10" y="5"/>
                      <a:pt x="10" y="5"/>
                    </a:cubicBezTo>
                    <a:cubicBezTo>
                      <a:pt x="40" y="5"/>
                      <a:pt x="40" y="5"/>
                      <a:pt x="40" y="5"/>
                    </a:cubicBezTo>
                    <a:lnTo>
                      <a:pt x="40" y="0"/>
                    </a:lnTo>
                    <a:close/>
                    <a:moveTo>
                      <a:pt x="47" y="39"/>
                    </a:moveTo>
                    <a:cubicBezTo>
                      <a:pt x="46" y="37"/>
                      <a:pt x="46" y="37"/>
                      <a:pt x="46" y="37"/>
                    </a:cubicBezTo>
                    <a:cubicBezTo>
                      <a:pt x="45" y="37"/>
                      <a:pt x="45" y="37"/>
                      <a:pt x="45" y="37"/>
                    </a:cubicBezTo>
                    <a:cubicBezTo>
                      <a:pt x="46" y="38"/>
                      <a:pt x="46" y="38"/>
                      <a:pt x="46" y="38"/>
                    </a:cubicBezTo>
                    <a:cubicBezTo>
                      <a:pt x="45" y="38"/>
                      <a:pt x="45" y="38"/>
                      <a:pt x="45" y="38"/>
                    </a:cubicBezTo>
                    <a:cubicBezTo>
                      <a:pt x="45" y="38"/>
                      <a:pt x="45" y="38"/>
                      <a:pt x="45" y="38"/>
                    </a:cubicBezTo>
                    <a:cubicBezTo>
                      <a:pt x="43" y="38"/>
                      <a:pt x="43" y="38"/>
                      <a:pt x="43" y="38"/>
                    </a:cubicBezTo>
                    <a:cubicBezTo>
                      <a:pt x="43" y="38"/>
                      <a:pt x="43" y="38"/>
                      <a:pt x="43" y="38"/>
                    </a:cubicBezTo>
                    <a:cubicBezTo>
                      <a:pt x="43" y="39"/>
                      <a:pt x="43" y="39"/>
                      <a:pt x="43" y="39"/>
                    </a:cubicBezTo>
                    <a:cubicBezTo>
                      <a:pt x="43" y="39"/>
                      <a:pt x="43" y="39"/>
                      <a:pt x="43" y="39"/>
                    </a:cubicBezTo>
                    <a:cubicBezTo>
                      <a:pt x="43" y="39"/>
                      <a:pt x="43" y="39"/>
                      <a:pt x="43" y="39"/>
                    </a:cubicBezTo>
                    <a:cubicBezTo>
                      <a:pt x="43" y="39"/>
                      <a:pt x="43" y="39"/>
                      <a:pt x="43" y="39"/>
                    </a:cubicBezTo>
                    <a:cubicBezTo>
                      <a:pt x="43" y="40"/>
                      <a:pt x="43" y="40"/>
                      <a:pt x="43" y="40"/>
                    </a:cubicBezTo>
                    <a:cubicBezTo>
                      <a:pt x="43" y="40"/>
                      <a:pt x="43" y="40"/>
                      <a:pt x="43" y="40"/>
                    </a:cubicBezTo>
                    <a:cubicBezTo>
                      <a:pt x="45" y="41"/>
                      <a:pt x="45" y="41"/>
                      <a:pt x="45" y="41"/>
                    </a:cubicBezTo>
                    <a:cubicBezTo>
                      <a:pt x="44" y="41"/>
                      <a:pt x="44" y="41"/>
                      <a:pt x="44" y="41"/>
                    </a:cubicBezTo>
                    <a:cubicBezTo>
                      <a:pt x="45" y="41"/>
                      <a:pt x="45" y="41"/>
                      <a:pt x="45" y="41"/>
                    </a:cubicBezTo>
                    <a:cubicBezTo>
                      <a:pt x="46" y="41"/>
                      <a:pt x="46" y="41"/>
                      <a:pt x="46" y="41"/>
                    </a:cubicBezTo>
                    <a:cubicBezTo>
                      <a:pt x="46" y="41"/>
                      <a:pt x="46" y="41"/>
                      <a:pt x="46" y="41"/>
                    </a:cubicBezTo>
                    <a:cubicBezTo>
                      <a:pt x="46" y="41"/>
                      <a:pt x="46" y="41"/>
                      <a:pt x="46" y="41"/>
                    </a:cubicBezTo>
                    <a:cubicBezTo>
                      <a:pt x="46" y="42"/>
                      <a:pt x="46" y="42"/>
                      <a:pt x="46" y="42"/>
                    </a:cubicBezTo>
                    <a:cubicBezTo>
                      <a:pt x="46" y="42"/>
                      <a:pt x="46" y="42"/>
                      <a:pt x="46" y="42"/>
                    </a:cubicBezTo>
                    <a:cubicBezTo>
                      <a:pt x="46" y="42"/>
                      <a:pt x="46" y="42"/>
                      <a:pt x="46" y="42"/>
                    </a:cubicBezTo>
                    <a:cubicBezTo>
                      <a:pt x="47" y="43"/>
                      <a:pt x="47" y="43"/>
                      <a:pt x="47" y="43"/>
                    </a:cubicBezTo>
                    <a:cubicBezTo>
                      <a:pt x="47" y="43"/>
                      <a:pt x="47" y="43"/>
                      <a:pt x="47" y="43"/>
                    </a:cubicBezTo>
                    <a:cubicBezTo>
                      <a:pt x="47" y="43"/>
                      <a:pt x="47" y="43"/>
                      <a:pt x="47" y="43"/>
                    </a:cubicBezTo>
                    <a:cubicBezTo>
                      <a:pt x="47" y="44"/>
                      <a:pt x="47" y="44"/>
                      <a:pt x="47" y="44"/>
                    </a:cubicBezTo>
                    <a:cubicBezTo>
                      <a:pt x="47" y="44"/>
                      <a:pt x="47" y="44"/>
                      <a:pt x="47" y="44"/>
                    </a:cubicBezTo>
                    <a:cubicBezTo>
                      <a:pt x="47" y="44"/>
                      <a:pt x="47" y="44"/>
                      <a:pt x="47" y="44"/>
                    </a:cubicBezTo>
                    <a:cubicBezTo>
                      <a:pt x="48" y="44"/>
                      <a:pt x="49" y="43"/>
                      <a:pt x="50" y="43"/>
                    </a:cubicBezTo>
                    <a:cubicBezTo>
                      <a:pt x="49" y="42"/>
                      <a:pt x="47" y="39"/>
                      <a:pt x="47" y="39"/>
                    </a:cubicBezTo>
                    <a:moveTo>
                      <a:pt x="6" y="39"/>
                    </a:moveTo>
                    <a:cubicBezTo>
                      <a:pt x="7" y="38"/>
                      <a:pt x="7" y="38"/>
                      <a:pt x="7" y="38"/>
                    </a:cubicBezTo>
                    <a:cubicBezTo>
                      <a:pt x="7" y="38"/>
                      <a:pt x="7" y="38"/>
                      <a:pt x="7" y="38"/>
                    </a:cubicBezTo>
                    <a:cubicBezTo>
                      <a:pt x="7" y="39"/>
                      <a:pt x="7" y="39"/>
                      <a:pt x="7" y="39"/>
                    </a:cubicBezTo>
                    <a:cubicBezTo>
                      <a:pt x="7" y="39"/>
                      <a:pt x="7" y="39"/>
                      <a:pt x="7" y="39"/>
                    </a:cubicBezTo>
                    <a:cubicBezTo>
                      <a:pt x="7" y="39"/>
                      <a:pt x="7" y="39"/>
                      <a:pt x="7" y="39"/>
                    </a:cubicBezTo>
                    <a:cubicBezTo>
                      <a:pt x="5" y="41"/>
                      <a:pt x="5" y="41"/>
                      <a:pt x="5" y="41"/>
                    </a:cubicBezTo>
                    <a:cubicBezTo>
                      <a:pt x="6" y="44"/>
                      <a:pt x="6" y="44"/>
                      <a:pt x="6" y="44"/>
                    </a:cubicBezTo>
                    <a:cubicBezTo>
                      <a:pt x="7" y="44"/>
                      <a:pt x="7" y="44"/>
                      <a:pt x="7" y="44"/>
                    </a:cubicBezTo>
                    <a:cubicBezTo>
                      <a:pt x="10" y="42"/>
                      <a:pt x="10" y="42"/>
                      <a:pt x="10" y="42"/>
                    </a:cubicBezTo>
                    <a:cubicBezTo>
                      <a:pt x="10" y="42"/>
                      <a:pt x="10" y="42"/>
                      <a:pt x="10" y="42"/>
                    </a:cubicBezTo>
                    <a:cubicBezTo>
                      <a:pt x="10" y="42"/>
                      <a:pt x="10" y="42"/>
                      <a:pt x="10" y="42"/>
                    </a:cubicBezTo>
                    <a:cubicBezTo>
                      <a:pt x="10" y="42"/>
                      <a:pt x="10" y="42"/>
                      <a:pt x="10" y="42"/>
                    </a:cubicBezTo>
                    <a:cubicBezTo>
                      <a:pt x="10" y="41"/>
                      <a:pt x="10" y="41"/>
                      <a:pt x="10" y="41"/>
                    </a:cubicBezTo>
                    <a:cubicBezTo>
                      <a:pt x="11" y="41"/>
                      <a:pt x="11" y="41"/>
                      <a:pt x="11" y="41"/>
                    </a:cubicBezTo>
                    <a:cubicBezTo>
                      <a:pt x="12" y="40"/>
                      <a:pt x="12" y="40"/>
                      <a:pt x="12" y="40"/>
                    </a:cubicBezTo>
                    <a:cubicBezTo>
                      <a:pt x="13" y="39"/>
                      <a:pt x="13" y="39"/>
                      <a:pt x="13" y="39"/>
                    </a:cubicBezTo>
                    <a:cubicBezTo>
                      <a:pt x="13" y="39"/>
                      <a:pt x="13" y="39"/>
                      <a:pt x="13" y="39"/>
                    </a:cubicBezTo>
                    <a:cubicBezTo>
                      <a:pt x="13" y="38"/>
                      <a:pt x="13" y="38"/>
                      <a:pt x="13" y="38"/>
                    </a:cubicBezTo>
                    <a:cubicBezTo>
                      <a:pt x="13" y="39"/>
                      <a:pt x="13" y="39"/>
                      <a:pt x="13" y="39"/>
                    </a:cubicBezTo>
                    <a:cubicBezTo>
                      <a:pt x="13" y="40"/>
                      <a:pt x="13" y="40"/>
                      <a:pt x="13" y="40"/>
                    </a:cubicBezTo>
                    <a:cubicBezTo>
                      <a:pt x="14" y="41"/>
                      <a:pt x="14" y="41"/>
                      <a:pt x="14" y="41"/>
                    </a:cubicBezTo>
                    <a:cubicBezTo>
                      <a:pt x="14" y="41"/>
                      <a:pt x="14" y="41"/>
                      <a:pt x="14" y="41"/>
                    </a:cubicBezTo>
                    <a:cubicBezTo>
                      <a:pt x="14" y="41"/>
                      <a:pt x="14" y="41"/>
                      <a:pt x="14" y="41"/>
                    </a:cubicBezTo>
                    <a:cubicBezTo>
                      <a:pt x="14" y="42"/>
                      <a:pt x="14" y="42"/>
                      <a:pt x="14" y="42"/>
                    </a:cubicBezTo>
                    <a:cubicBezTo>
                      <a:pt x="14" y="42"/>
                      <a:pt x="14" y="42"/>
                      <a:pt x="14" y="42"/>
                    </a:cubicBezTo>
                    <a:cubicBezTo>
                      <a:pt x="14" y="42"/>
                      <a:pt x="14" y="42"/>
                      <a:pt x="14" y="42"/>
                    </a:cubicBezTo>
                    <a:cubicBezTo>
                      <a:pt x="15" y="43"/>
                      <a:pt x="15" y="43"/>
                      <a:pt x="15" y="43"/>
                    </a:cubicBezTo>
                    <a:cubicBezTo>
                      <a:pt x="16" y="43"/>
                      <a:pt x="16" y="43"/>
                      <a:pt x="16" y="43"/>
                    </a:cubicBezTo>
                    <a:cubicBezTo>
                      <a:pt x="17" y="43"/>
                      <a:pt x="17" y="43"/>
                      <a:pt x="17" y="43"/>
                    </a:cubicBezTo>
                    <a:cubicBezTo>
                      <a:pt x="17" y="43"/>
                      <a:pt x="17" y="43"/>
                      <a:pt x="17" y="43"/>
                    </a:cubicBezTo>
                    <a:cubicBezTo>
                      <a:pt x="17" y="43"/>
                      <a:pt x="17" y="43"/>
                      <a:pt x="17" y="43"/>
                    </a:cubicBezTo>
                    <a:cubicBezTo>
                      <a:pt x="18" y="44"/>
                      <a:pt x="18" y="44"/>
                      <a:pt x="18" y="44"/>
                    </a:cubicBezTo>
                    <a:cubicBezTo>
                      <a:pt x="18" y="44"/>
                      <a:pt x="18" y="44"/>
                      <a:pt x="18" y="44"/>
                    </a:cubicBezTo>
                    <a:cubicBezTo>
                      <a:pt x="18" y="44"/>
                      <a:pt x="18" y="44"/>
                      <a:pt x="18" y="44"/>
                    </a:cubicBezTo>
                    <a:cubicBezTo>
                      <a:pt x="18" y="44"/>
                      <a:pt x="18" y="44"/>
                      <a:pt x="18" y="44"/>
                    </a:cubicBezTo>
                    <a:cubicBezTo>
                      <a:pt x="19" y="44"/>
                      <a:pt x="19" y="44"/>
                      <a:pt x="19" y="44"/>
                    </a:cubicBezTo>
                    <a:cubicBezTo>
                      <a:pt x="19" y="44"/>
                      <a:pt x="19" y="44"/>
                      <a:pt x="19" y="44"/>
                    </a:cubicBezTo>
                    <a:cubicBezTo>
                      <a:pt x="19" y="43"/>
                      <a:pt x="19" y="43"/>
                      <a:pt x="19" y="43"/>
                    </a:cubicBezTo>
                    <a:cubicBezTo>
                      <a:pt x="19" y="43"/>
                      <a:pt x="19" y="43"/>
                      <a:pt x="19" y="43"/>
                    </a:cubicBezTo>
                    <a:cubicBezTo>
                      <a:pt x="20" y="42"/>
                      <a:pt x="20" y="42"/>
                      <a:pt x="20" y="42"/>
                    </a:cubicBezTo>
                    <a:cubicBezTo>
                      <a:pt x="19" y="41"/>
                      <a:pt x="19" y="41"/>
                      <a:pt x="19" y="41"/>
                    </a:cubicBezTo>
                    <a:cubicBezTo>
                      <a:pt x="19" y="41"/>
                      <a:pt x="19" y="41"/>
                      <a:pt x="19" y="41"/>
                    </a:cubicBezTo>
                    <a:cubicBezTo>
                      <a:pt x="19" y="41"/>
                      <a:pt x="19" y="41"/>
                      <a:pt x="19" y="41"/>
                    </a:cubicBezTo>
                    <a:cubicBezTo>
                      <a:pt x="20" y="39"/>
                      <a:pt x="20" y="39"/>
                      <a:pt x="20" y="39"/>
                    </a:cubicBezTo>
                    <a:cubicBezTo>
                      <a:pt x="20" y="38"/>
                      <a:pt x="20" y="38"/>
                      <a:pt x="20" y="38"/>
                    </a:cubicBezTo>
                    <a:cubicBezTo>
                      <a:pt x="20" y="38"/>
                      <a:pt x="20" y="38"/>
                      <a:pt x="20" y="38"/>
                    </a:cubicBezTo>
                    <a:cubicBezTo>
                      <a:pt x="19" y="38"/>
                      <a:pt x="19" y="38"/>
                      <a:pt x="19" y="38"/>
                    </a:cubicBezTo>
                    <a:cubicBezTo>
                      <a:pt x="18" y="38"/>
                      <a:pt x="18" y="38"/>
                      <a:pt x="18" y="38"/>
                    </a:cubicBezTo>
                    <a:cubicBezTo>
                      <a:pt x="18" y="38"/>
                      <a:pt x="18" y="38"/>
                      <a:pt x="18" y="38"/>
                    </a:cubicBezTo>
                    <a:cubicBezTo>
                      <a:pt x="18" y="39"/>
                      <a:pt x="18" y="39"/>
                      <a:pt x="18" y="39"/>
                    </a:cubicBezTo>
                    <a:cubicBezTo>
                      <a:pt x="18" y="39"/>
                      <a:pt x="18" y="39"/>
                      <a:pt x="18" y="39"/>
                    </a:cubicBezTo>
                    <a:cubicBezTo>
                      <a:pt x="17" y="39"/>
                      <a:pt x="16" y="39"/>
                      <a:pt x="15" y="39"/>
                    </a:cubicBezTo>
                    <a:cubicBezTo>
                      <a:pt x="14" y="39"/>
                      <a:pt x="14" y="39"/>
                      <a:pt x="14" y="39"/>
                    </a:cubicBezTo>
                    <a:cubicBezTo>
                      <a:pt x="14" y="39"/>
                      <a:pt x="14" y="39"/>
                      <a:pt x="14" y="39"/>
                    </a:cubicBezTo>
                    <a:cubicBezTo>
                      <a:pt x="14" y="39"/>
                      <a:pt x="14" y="39"/>
                      <a:pt x="14" y="39"/>
                    </a:cubicBezTo>
                    <a:cubicBezTo>
                      <a:pt x="13" y="38"/>
                      <a:pt x="12" y="38"/>
                      <a:pt x="11"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9" y="38"/>
                      <a:pt x="8" y="37"/>
                      <a:pt x="7" y="37"/>
                    </a:cubicBezTo>
                    <a:cubicBezTo>
                      <a:pt x="7" y="37"/>
                      <a:pt x="7" y="37"/>
                      <a:pt x="7" y="37"/>
                    </a:cubicBezTo>
                    <a:cubicBezTo>
                      <a:pt x="7" y="37"/>
                      <a:pt x="7" y="37"/>
                      <a:pt x="7" y="37"/>
                    </a:cubicBezTo>
                    <a:cubicBezTo>
                      <a:pt x="6" y="37"/>
                      <a:pt x="6" y="37"/>
                      <a:pt x="6" y="37"/>
                    </a:cubicBezTo>
                    <a:cubicBezTo>
                      <a:pt x="5" y="37"/>
                      <a:pt x="5" y="37"/>
                      <a:pt x="5" y="37"/>
                    </a:cubicBezTo>
                    <a:cubicBezTo>
                      <a:pt x="5" y="37"/>
                      <a:pt x="5" y="37"/>
                      <a:pt x="5" y="37"/>
                    </a:cubicBezTo>
                    <a:cubicBezTo>
                      <a:pt x="5" y="37"/>
                      <a:pt x="5" y="37"/>
                      <a:pt x="5" y="37"/>
                    </a:cubicBezTo>
                    <a:cubicBezTo>
                      <a:pt x="5" y="37"/>
                      <a:pt x="4" y="38"/>
                      <a:pt x="3" y="39"/>
                    </a:cubicBezTo>
                    <a:cubicBezTo>
                      <a:pt x="2" y="40"/>
                      <a:pt x="1" y="42"/>
                      <a:pt x="0" y="42"/>
                    </a:cubicBezTo>
                    <a:cubicBezTo>
                      <a:pt x="1" y="43"/>
                      <a:pt x="1" y="43"/>
                      <a:pt x="1" y="43"/>
                    </a:cubicBezTo>
                    <a:cubicBezTo>
                      <a:pt x="1" y="43"/>
                      <a:pt x="1" y="43"/>
                      <a:pt x="1" y="43"/>
                    </a:cubicBezTo>
                    <a:cubicBezTo>
                      <a:pt x="2" y="43"/>
                      <a:pt x="3" y="42"/>
                      <a:pt x="4" y="41"/>
                    </a:cubicBezTo>
                    <a:lnTo>
                      <a:pt x="6" y="39"/>
                    </a:lnTo>
                    <a:close/>
                    <a:moveTo>
                      <a:pt x="26" y="10"/>
                    </a:moveTo>
                    <a:cubicBezTo>
                      <a:pt x="32" y="10"/>
                      <a:pt x="32" y="10"/>
                      <a:pt x="32" y="10"/>
                    </a:cubicBezTo>
                    <a:cubicBezTo>
                      <a:pt x="32" y="9"/>
                      <a:pt x="32" y="9"/>
                      <a:pt x="32" y="9"/>
                    </a:cubicBezTo>
                    <a:cubicBezTo>
                      <a:pt x="26" y="9"/>
                      <a:pt x="26" y="9"/>
                      <a:pt x="26" y="9"/>
                    </a:cubicBezTo>
                    <a:lnTo>
                      <a:pt x="26" y="10"/>
                    </a:lnTo>
                    <a:close/>
                    <a:moveTo>
                      <a:pt x="29" y="14"/>
                    </a:moveTo>
                    <a:cubicBezTo>
                      <a:pt x="36" y="14"/>
                      <a:pt x="36" y="14"/>
                      <a:pt x="36" y="14"/>
                    </a:cubicBezTo>
                    <a:cubicBezTo>
                      <a:pt x="36" y="11"/>
                      <a:pt x="36" y="11"/>
                      <a:pt x="36" y="11"/>
                    </a:cubicBezTo>
                    <a:cubicBezTo>
                      <a:pt x="29" y="11"/>
                      <a:pt x="29" y="11"/>
                      <a:pt x="29" y="11"/>
                    </a:cubicBezTo>
                    <a:lnTo>
                      <a:pt x="29" y="14"/>
                    </a:lnTo>
                    <a:close/>
                    <a:moveTo>
                      <a:pt x="26" y="17"/>
                    </a:moveTo>
                    <a:cubicBezTo>
                      <a:pt x="32" y="17"/>
                      <a:pt x="32" y="17"/>
                      <a:pt x="32" y="17"/>
                    </a:cubicBezTo>
                    <a:cubicBezTo>
                      <a:pt x="32" y="15"/>
                      <a:pt x="32" y="15"/>
                      <a:pt x="32" y="15"/>
                    </a:cubicBezTo>
                    <a:cubicBezTo>
                      <a:pt x="26" y="15"/>
                      <a:pt x="26" y="15"/>
                      <a:pt x="26" y="15"/>
                    </a:cubicBezTo>
                    <a:lnTo>
                      <a:pt x="26" y="17"/>
                    </a:lnTo>
                    <a:close/>
                    <a:moveTo>
                      <a:pt x="37" y="17"/>
                    </a:moveTo>
                    <a:cubicBezTo>
                      <a:pt x="29" y="17"/>
                      <a:pt x="29" y="17"/>
                      <a:pt x="29" y="17"/>
                    </a:cubicBezTo>
                    <a:cubicBezTo>
                      <a:pt x="29" y="20"/>
                      <a:pt x="29" y="20"/>
                      <a:pt x="29" y="20"/>
                    </a:cubicBezTo>
                    <a:cubicBezTo>
                      <a:pt x="37" y="20"/>
                      <a:pt x="37" y="20"/>
                      <a:pt x="37" y="20"/>
                    </a:cubicBezTo>
                    <a:lnTo>
                      <a:pt x="37" y="17"/>
                    </a:lnTo>
                    <a:close/>
                    <a:moveTo>
                      <a:pt x="29" y="17"/>
                    </a:moveTo>
                    <a:cubicBezTo>
                      <a:pt x="22" y="17"/>
                      <a:pt x="22" y="17"/>
                      <a:pt x="22" y="17"/>
                    </a:cubicBezTo>
                    <a:cubicBezTo>
                      <a:pt x="22" y="20"/>
                      <a:pt x="22" y="20"/>
                      <a:pt x="22" y="20"/>
                    </a:cubicBezTo>
                    <a:cubicBezTo>
                      <a:pt x="29" y="20"/>
                      <a:pt x="29" y="20"/>
                      <a:pt x="29" y="20"/>
                    </a:cubicBezTo>
                    <a:lnTo>
                      <a:pt x="29" y="17"/>
                    </a:lnTo>
                    <a:close/>
                    <a:moveTo>
                      <a:pt x="26" y="22"/>
                    </a:moveTo>
                    <a:cubicBezTo>
                      <a:pt x="28" y="22"/>
                      <a:pt x="29" y="23"/>
                      <a:pt x="30" y="24"/>
                    </a:cubicBezTo>
                    <a:cubicBezTo>
                      <a:pt x="33" y="24"/>
                      <a:pt x="33" y="24"/>
                      <a:pt x="33" y="24"/>
                    </a:cubicBezTo>
                    <a:cubicBezTo>
                      <a:pt x="33" y="21"/>
                      <a:pt x="33" y="21"/>
                      <a:pt x="33" y="21"/>
                    </a:cubicBezTo>
                    <a:cubicBezTo>
                      <a:pt x="26" y="21"/>
                      <a:pt x="26" y="21"/>
                      <a:pt x="26" y="21"/>
                    </a:cubicBezTo>
                    <a:lnTo>
                      <a:pt x="26" y="22"/>
                    </a:lnTo>
                    <a:close/>
                    <a:moveTo>
                      <a:pt x="19" y="10"/>
                    </a:moveTo>
                    <a:cubicBezTo>
                      <a:pt x="25" y="10"/>
                      <a:pt x="25" y="10"/>
                      <a:pt x="25" y="10"/>
                    </a:cubicBezTo>
                    <a:cubicBezTo>
                      <a:pt x="25" y="9"/>
                      <a:pt x="25" y="9"/>
                      <a:pt x="25" y="9"/>
                    </a:cubicBezTo>
                    <a:cubicBezTo>
                      <a:pt x="19" y="9"/>
                      <a:pt x="19" y="9"/>
                      <a:pt x="19" y="9"/>
                    </a:cubicBezTo>
                    <a:lnTo>
                      <a:pt x="19" y="10"/>
                    </a:lnTo>
                    <a:close/>
                    <a:moveTo>
                      <a:pt x="42" y="43"/>
                    </a:moveTo>
                    <a:cubicBezTo>
                      <a:pt x="42" y="43"/>
                      <a:pt x="42" y="43"/>
                      <a:pt x="42" y="43"/>
                    </a:cubicBezTo>
                    <a:cubicBezTo>
                      <a:pt x="43" y="43"/>
                      <a:pt x="43" y="43"/>
                      <a:pt x="43" y="43"/>
                    </a:cubicBezTo>
                    <a:cubicBezTo>
                      <a:pt x="44" y="41"/>
                      <a:pt x="44" y="41"/>
                      <a:pt x="44" y="41"/>
                    </a:cubicBezTo>
                    <a:cubicBezTo>
                      <a:pt x="44" y="41"/>
                      <a:pt x="44" y="41"/>
                      <a:pt x="44" y="41"/>
                    </a:cubicBezTo>
                    <a:cubicBezTo>
                      <a:pt x="44" y="41"/>
                      <a:pt x="44" y="41"/>
                      <a:pt x="44" y="41"/>
                    </a:cubicBezTo>
                    <a:cubicBezTo>
                      <a:pt x="43" y="41"/>
                      <a:pt x="43" y="41"/>
                      <a:pt x="43" y="41"/>
                    </a:cubicBezTo>
                    <a:cubicBezTo>
                      <a:pt x="43" y="41"/>
                      <a:pt x="43" y="41"/>
                      <a:pt x="43" y="41"/>
                    </a:cubicBezTo>
                    <a:cubicBezTo>
                      <a:pt x="43" y="41"/>
                      <a:pt x="43" y="41"/>
                      <a:pt x="43" y="41"/>
                    </a:cubicBezTo>
                    <a:cubicBezTo>
                      <a:pt x="43" y="41"/>
                      <a:pt x="43" y="41"/>
                      <a:pt x="43" y="41"/>
                    </a:cubicBezTo>
                    <a:cubicBezTo>
                      <a:pt x="42" y="42"/>
                      <a:pt x="42" y="42"/>
                      <a:pt x="42" y="42"/>
                    </a:cubicBezTo>
                    <a:cubicBezTo>
                      <a:pt x="42" y="42"/>
                      <a:pt x="42" y="42"/>
                      <a:pt x="42" y="42"/>
                    </a:cubicBezTo>
                    <a:cubicBezTo>
                      <a:pt x="42" y="42"/>
                      <a:pt x="42" y="42"/>
                      <a:pt x="42" y="42"/>
                    </a:cubicBezTo>
                    <a:cubicBezTo>
                      <a:pt x="42" y="43"/>
                      <a:pt x="42" y="43"/>
                      <a:pt x="42" y="43"/>
                    </a:cubicBezTo>
                    <a:close/>
                    <a:moveTo>
                      <a:pt x="20" y="31"/>
                    </a:moveTo>
                    <a:cubicBezTo>
                      <a:pt x="8" y="31"/>
                      <a:pt x="8" y="31"/>
                      <a:pt x="8" y="31"/>
                    </a:cubicBezTo>
                    <a:cubicBezTo>
                      <a:pt x="7" y="35"/>
                      <a:pt x="7" y="35"/>
                      <a:pt x="7" y="35"/>
                    </a:cubicBezTo>
                    <a:cubicBezTo>
                      <a:pt x="20" y="35"/>
                      <a:pt x="20" y="35"/>
                      <a:pt x="20" y="35"/>
                    </a:cubicBezTo>
                    <a:lnTo>
                      <a:pt x="20" y="31"/>
                    </a:lnTo>
                    <a:close/>
                    <a:moveTo>
                      <a:pt x="38" y="27"/>
                    </a:moveTo>
                    <a:cubicBezTo>
                      <a:pt x="42" y="27"/>
                      <a:pt x="42" y="27"/>
                      <a:pt x="42" y="27"/>
                    </a:cubicBezTo>
                    <a:cubicBezTo>
                      <a:pt x="41" y="24"/>
                      <a:pt x="41" y="24"/>
                      <a:pt x="41" y="24"/>
                    </a:cubicBezTo>
                    <a:cubicBezTo>
                      <a:pt x="38" y="24"/>
                      <a:pt x="38" y="24"/>
                      <a:pt x="38" y="24"/>
                    </a:cubicBezTo>
                    <a:lnTo>
                      <a:pt x="38" y="27"/>
                    </a:lnTo>
                    <a:close/>
                    <a:moveTo>
                      <a:pt x="12" y="24"/>
                    </a:moveTo>
                    <a:cubicBezTo>
                      <a:pt x="9" y="24"/>
                      <a:pt x="9" y="24"/>
                      <a:pt x="9" y="24"/>
                    </a:cubicBezTo>
                    <a:cubicBezTo>
                      <a:pt x="9" y="27"/>
                      <a:pt x="9" y="27"/>
                      <a:pt x="9" y="27"/>
                    </a:cubicBezTo>
                    <a:cubicBezTo>
                      <a:pt x="12" y="27"/>
                      <a:pt x="12" y="27"/>
                      <a:pt x="12" y="27"/>
                    </a:cubicBezTo>
                    <a:lnTo>
                      <a:pt x="12" y="24"/>
                    </a:lnTo>
                    <a:close/>
                    <a:moveTo>
                      <a:pt x="16" y="27"/>
                    </a:moveTo>
                    <a:cubicBezTo>
                      <a:pt x="9" y="27"/>
                      <a:pt x="9" y="27"/>
                      <a:pt x="9" y="27"/>
                    </a:cubicBezTo>
                    <a:cubicBezTo>
                      <a:pt x="8" y="30"/>
                      <a:pt x="8" y="30"/>
                      <a:pt x="8" y="30"/>
                    </a:cubicBezTo>
                    <a:cubicBezTo>
                      <a:pt x="16" y="30"/>
                      <a:pt x="16" y="30"/>
                      <a:pt x="16" y="30"/>
                    </a:cubicBezTo>
                    <a:lnTo>
                      <a:pt x="16" y="27"/>
                    </a:lnTo>
                    <a:close/>
                    <a:moveTo>
                      <a:pt x="7" y="37"/>
                    </a:moveTo>
                    <a:cubicBezTo>
                      <a:pt x="7" y="37"/>
                      <a:pt x="7" y="37"/>
                      <a:pt x="7" y="37"/>
                    </a:cubicBezTo>
                    <a:cubicBezTo>
                      <a:pt x="7" y="37"/>
                      <a:pt x="7" y="37"/>
                      <a:pt x="7" y="37"/>
                    </a:cubicBezTo>
                    <a:cubicBezTo>
                      <a:pt x="8" y="37"/>
                      <a:pt x="9" y="37"/>
                      <a:pt x="10" y="37"/>
                    </a:cubicBezTo>
                    <a:cubicBezTo>
                      <a:pt x="10" y="37"/>
                      <a:pt x="10" y="37"/>
                      <a:pt x="10" y="37"/>
                    </a:cubicBezTo>
                    <a:cubicBezTo>
                      <a:pt x="10" y="37"/>
                      <a:pt x="10" y="37"/>
                      <a:pt x="10" y="37"/>
                    </a:cubicBezTo>
                    <a:cubicBezTo>
                      <a:pt x="10" y="37"/>
                      <a:pt x="10" y="37"/>
                      <a:pt x="10" y="37"/>
                    </a:cubicBezTo>
                    <a:cubicBezTo>
                      <a:pt x="10" y="38"/>
                      <a:pt x="10" y="38"/>
                      <a:pt x="10" y="38"/>
                    </a:cubicBezTo>
                    <a:cubicBezTo>
                      <a:pt x="11" y="38"/>
                      <a:pt x="11" y="38"/>
                      <a:pt x="11" y="38"/>
                    </a:cubicBezTo>
                    <a:cubicBezTo>
                      <a:pt x="12" y="38"/>
                      <a:pt x="13" y="38"/>
                      <a:pt x="14" y="38"/>
                    </a:cubicBezTo>
                    <a:cubicBezTo>
                      <a:pt x="15" y="38"/>
                      <a:pt x="15" y="38"/>
                      <a:pt x="15" y="38"/>
                    </a:cubicBezTo>
                    <a:cubicBezTo>
                      <a:pt x="16" y="38"/>
                      <a:pt x="17" y="38"/>
                      <a:pt x="18" y="38"/>
                    </a:cubicBezTo>
                    <a:cubicBezTo>
                      <a:pt x="18" y="38"/>
                      <a:pt x="18" y="38"/>
                      <a:pt x="18" y="38"/>
                    </a:cubicBezTo>
                    <a:cubicBezTo>
                      <a:pt x="19" y="38"/>
                      <a:pt x="19" y="38"/>
                      <a:pt x="19" y="38"/>
                    </a:cubicBezTo>
                    <a:cubicBezTo>
                      <a:pt x="19" y="38"/>
                      <a:pt x="19" y="38"/>
                      <a:pt x="19" y="38"/>
                    </a:cubicBezTo>
                    <a:cubicBezTo>
                      <a:pt x="19" y="37"/>
                      <a:pt x="19" y="37"/>
                      <a:pt x="19" y="37"/>
                    </a:cubicBezTo>
                    <a:cubicBezTo>
                      <a:pt x="20" y="37"/>
                      <a:pt x="20" y="37"/>
                      <a:pt x="20" y="37"/>
                    </a:cubicBezTo>
                    <a:cubicBezTo>
                      <a:pt x="22" y="38"/>
                      <a:pt x="24" y="38"/>
                      <a:pt x="27" y="38"/>
                    </a:cubicBezTo>
                    <a:cubicBezTo>
                      <a:pt x="28" y="38"/>
                      <a:pt x="28" y="38"/>
                      <a:pt x="28" y="38"/>
                    </a:cubicBezTo>
                    <a:cubicBezTo>
                      <a:pt x="29" y="38"/>
                      <a:pt x="30" y="38"/>
                      <a:pt x="32" y="38"/>
                    </a:cubicBezTo>
                    <a:cubicBezTo>
                      <a:pt x="32" y="38"/>
                      <a:pt x="32" y="38"/>
                      <a:pt x="32" y="38"/>
                    </a:cubicBezTo>
                    <a:cubicBezTo>
                      <a:pt x="32" y="38"/>
                      <a:pt x="32" y="38"/>
                      <a:pt x="32" y="38"/>
                    </a:cubicBezTo>
                    <a:cubicBezTo>
                      <a:pt x="33" y="38"/>
                      <a:pt x="33" y="38"/>
                      <a:pt x="33" y="38"/>
                    </a:cubicBezTo>
                    <a:cubicBezTo>
                      <a:pt x="33" y="38"/>
                      <a:pt x="33" y="38"/>
                      <a:pt x="33" y="38"/>
                    </a:cubicBezTo>
                    <a:cubicBezTo>
                      <a:pt x="33" y="38"/>
                      <a:pt x="33" y="38"/>
                      <a:pt x="33" y="38"/>
                    </a:cubicBezTo>
                    <a:cubicBezTo>
                      <a:pt x="34" y="38"/>
                      <a:pt x="34" y="38"/>
                      <a:pt x="34" y="38"/>
                    </a:cubicBezTo>
                    <a:cubicBezTo>
                      <a:pt x="36" y="38"/>
                      <a:pt x="36" y="38"/>
                      <a:pt x="36" y="38"/>
                    </a:cubicBezTo>
                    <a:cubicBezTo>
                      <a:pt x="36" y="38"/>
                      <a:pt x="36" y="38"/>
                      <a:pt x="36" y="38"/>
                    </a:cubicBezTo>
                    <a:cubicBezTo>
                      <a:pt x="36" y="38"/>
                      <a:pt x="36" y="38"/>
                      <a:pt x="36" y="38"/>
                    </a:cubicBezTo>
                    <a:cubicBezTo>
                      <a:pt x="39" y="38"/>
                      <a:pt x="39" y="38"/>
                      <a:pt x="39" y="38"/>
                    </a:cubicBezTo>
                    <a:cubicBezTo>
                      <a:pt x="45" y="38"/>
                      <a:pt x="45" y="38"/>
                      <a:pt x="45" y="38"/>
                    </a:cubicBezTo>
                    <a:cubicBezTo>
                      <a:pt x="45" y="37"/>
                      <a:pt x="45" y="37"/>
                      <a:pt x="45" y="37"/>
                    </a:cubicBezTo>
                    <a:cubicBezTo>
                      <a:pt x="44" y="36"/>
                      <a:pt x="44" y="36"/>
                      <a:pt x="44" y="36"/>
                    </a:cubicBezTo>
                    <a:cubicBezTo>
                      <a:pt x="44" y="36"/>
                      <a:pt x="44" y="36"/>
                      <a:pt x="44" y="36"/>
                    </a:cubicBezTo>
                    <a:cubicBezTo>
                      <a:pt x="33" y="36"/>
                      <a:pt x="33" y="36"/>
                      <a:pt x="33" y="36"/>
                    </a:cubicBezTo>
                    <a:cubicBezTo>
                      <a:pt x="7" y="36"/>
                      <a:pt x="7" y="36"/>
                      <a:pt x="7" y="36"/>
                    </a:cubicBezTo>
                    <a:cubicBezTo>
                      <a:pt x="6" y="36"/>
                      <a:pt x="6" y="36"/>
                      <a:pt x="6" y="36"/>
                    </a:cubicBezTo>
                    <a:cubicBezTo>
                      <a:pt x="7" y="36"/>
                      <a:pt x="7" y="36"/>
                      <a:pt x="7" y="36"/>
                    </a:cubicBezTo>
                    <a:lnTo>
                      <a:pt x="7" y="37"/>
                    </a:lnTo>
                    <a:close/>
                    <a:moveTo>
                      <a:pt x="43" y="40"/>
                    </a:moveTo>
                    <a:cubicBezTo>
                      <a:pt x="42" y="39"/>
                      <a:pt x="42" y="39"/>
                      <a:pt x="42" y="39"/>
                    </a:cubicBezTo>
                    <a:cubicBezTo>
                      <a:pt x="42" y="39"/>
                      <a:pt x="42" y="39"/>
                      <a:pt x="42" y="39"/>
                    </a:cubicBezTo>
                    <a:cubicBezTo>
                      <a:pt x="42" y="38"/>
                      <a:pt x="42" y="38"/>
                      <a:pt x="42" y="38"/>
                    </a:cubicBezTo>
                    <a:cubicBezTo>
                      <a:pt x="42" y="38"/>
                      <a:pt x="42" y="38"/>
                      <a:pt x="42" y="38"/>
                    </a:cubicBezTo>
                    <a:cubicBezTo>
                      <a:pt x="39" y="38"/>
                      <a:pt x="39" y="38"/>
                      <a:pt x="39" y="38"/>
                    </a:cubicBezTo>
                    <a:cubicBezTo>
                      <a:pt x="36" y="38"/>
                      <a:pt x="36" y="38"/>
                      <a:pt x="36" y="38"/>
                    </a:cubicBezTo>
                    <a:cubicBezTo>
                      <a:pt x="37" y="39"/>
                      <a:pt x="37" y="39"/>
                      <a:pt x="37" y="39"/>
                    </a:cubicBezTo>
                    <a:cubicBezTo>
                      <a:pt x="38" y="39"/>
                      <a:pt x="38" y="39"/>
                      <a:pt x="38" y="39"/>
                    </a:cubicBezTo>
                    <a:cubicBezTo>
                      <a:pt x="38" y="39"/>
                      <a:pt x="38" y="39"/>
                      <a:pt x="38" y="39"/>
                    </a:cubicBezTo>
                    <a:cubicBezTo>
                      <a:pt x="38" y="39"/>
                      <a:pt x="38" y="39"/>
                      <a:pt x="38" y="39"/>
                    </a:cubicBezTo>
                    <a:cubicBezTo>
                      <a:pt x="38" y="40"/>
                      <a:pt x="38" y="40"/>
                      <a:pt x="38" y="40"/>
                    </a:cubicBezTo>
                    <a:cubicBezTo>
                      <a:pt x="38" y="40"/>
                      <a:pt x="38" y="40"/>
                      <a:pt x="38" y="40"/>
                    </a:cubicBezTo>
                    <a:cubicBezTo>
                      <a:pt x="38" y="40"/>
                      <a:pt x="38" y="40"/>
                      <a:pt x="38" y="40"/>
                    </a:cubicBezTo>
                    <a:cubicBezTo>
                      <a:pt x="39" y="41"/>
                      <a:pt x="39" y="41"/>
                      <a:pt x="39" y="41"/>
                    </a:cubicBezTo>
                    <a:cubicBezTo>
                      <a:pt x="39" y="41"/>
                      <a:pt x="39" y="41"/>
                      <a:pt x="39" y="41"/>
                    </a:cubicBezTo>
                    <a:cubicBezTo>
                      <a:pt x="39" y="42"/>
                      <a:pt x="39" y="42"/>
                      <a:pt x="39" y="42"/>
                    </a:cubicBezTo>
                    <a:cubicBezTo>
                      <a:pt x="39" y="42"/>
                      <a:pt x="39" y="42"/>
                      <a:pt x="39" y="42"/>
                    </a:cubicBezTo>
                    <a:cubicBezTo>
                      <a:pt x="40" y="42"/>
                      <a:pt x="40" y="42"/>
                      <a:pt x="40" y="42"/>
                    </a:cubicBezTo>
                    <a:cubicBezTo>
                      <a:pt x="40" y="42"/>
                      <a:pt x="40" y="42"/>
                      <a:pt x="40" y="42"/>
                    </a:cubicBezTo>
                    <a:cubicBezTo>
                      <a:pt x="40" y="42"/>
                      <a:pt x="40" y="42"/>
                      <a:pt x="40" y="42"/>
                    </a:cubicBezTo>
                    <a:cubicBezTo>
                      <a:pt x="40" y="42"/>
                      <a:pt x="40" y="42"/>
                      <a:pt x="40" y="42"/>
                    </a:cubicBezTo>
                    <a:cubicBezTo>
                      <a:pt x="40" y="42"/>
                      <a:pt x="40" y="42"/>
                      <a:pt x="40" y="42"/>
                    </a:cubicBezTo>
                    <a:cubicBezTo>
                      <a:pt x="41" y="42"/>
                      <a:pt x="41" y="42"/>
                      <a:pt x="41" y="42"/>
                    </a:cubicBezTo>
                    <a:cubicBezTo>
                      <a:pt x="41" y="42"/>
                      <a:pt x="41" y="42"/>
                      <a:pt x="41" y="42"/>
                    </a:cubicBezTo>
                    <a:cubicBezTo>
                      <a:pt x="41" y="42"/>
                      <a:pt x="41" y="42"/>
                      <a:pt x="41" y="42"/>
                    </a:cubicBezTo>
                    <a:cubicBezTo>
                      <a:pt x="41" y="42"/>
                      <a:pt x="41" y="42"/>
                      <a:pt x="41" y="42"/>
                    </a:cubicBezTo>
                    <a:cubicBezTo>
                      <a:pt x="42" y="41"/>
                      <a:pt x="42" y="41"/>
                      <a:pt x="42" y="41"/>
                    </a:cubicBezTo>
                    <a:cubicBezTo>
                      <a:pt x="42" y="41"/>
                      <a:pt x="42" y="41"/>
                      <a:pt x="42" y="41"/>
                    </a:cubicBezTo>
                    <a:cubicBezTo>
                      <a:pt x="42" y="41"/>
                      <a:pt x="42" y="41"/>
                      <a:pt x="42" y="41"/>
                    </a:cubicBezTo>
                    <a:cubicBezTo>
                      <a:pt x="43" y="41"/>
                      <a:pt x="43" y="41"/>
                      <a:pt x="43" y="41"/>
                    </a:cubicBezTo>
                    <a:cubicBezTo>
                      <a:pt x="43" y="40"/>
                      <a:pt x="43" y="40"/>
                      <a:pt x="43" y="40"/>
                    </a:cubicBezTo>
                    <a:close/>
                    <a:moveTo>
                      <a:pt x="29" y="40"/>
                    </a:moveTo>
                    <a:cubicBezTo>
                      <a:pt x="30" y="40"/>
                      <a:pt x="30" y="40"/>
                      <a:pt x="30" y="40"/>
                    </a:cubicBezTo>
                    <a:cubicBezTo>
                      <a:pt x="30" y="40"/>
                      <a:pt x="30" y="40"/>
                      <a:pt x="30" y="40"/>
                    </a:cubicBezTo>
                    <a:cubicBezTo>
                      <a:pt x="31" y="40"/>
                      <a:pt x="31" y="40"/>
                      <a:pt x="31" y="40"/>
                    </a:cubicBezTo>
                    <a:cubicBezTo>
                      <a:pt x="31" y="40"/>
                      <a:pt x="31" y="40"/>
                      <a:pt x="31" y="40"/>
                    </a:cubicBezTo>
                    <a:cubicBezTo>
                      <a:pt x="31" y="40"/>
                      <a:pt x="31" y="40"/>
                      <a:pt x="31" y="40"/>
                    </a:cubicBezTo>
                    <a:cubicBezTo>
                      <a:pt x="32" y="41"/>
                      <a:pt x="33" y="43"/>
                      <a:pt x="34" y="43"/>
                    </a:cubicBezTo>
                    <a:cubicBezTo>
                      <a:pt x="34" y="42"/>
                      <a:pt x="34" y="41"/>
                      <a:pt x="34" y="40"/>
                    </a:cubicBezTo>
                    <a:cubicBezTo>
                      <a:pt x="33" y="39"/>
                      <a:pt x="33" y="39"/>
                      <a:pt x="33" y="39"/>
                    </a:cubicBezTo>
                    <a:cubicBezTo>
                      <a:pt x="33" y="39"/>
                      <a:pt x="33" y="39"/>
                      <a:pt x="33" y="39"/>
                    </a:cubicBezTo>
                    <a:cubicBezTo>
                      <a:pt x="33" y="39"/>
                      <a:pt x="33" y="39"/>
                      <a:pt x="33" y="39"/>
                    </a:cubicBezTo>
                    <a:cubicBezTo>
                      <a:pt x="33" y="39"/>
                      <a:pt x="33" y="39"/>
                      <a:pt x="33" y="39"/>
                    </a:cubicBezTo>
                    <a:cubicBezTo>
                      <a:pt x="32" y="39"/>
                      <a:pt x="32" y="39"/>
                      <a:pt x="32" y="39"/>
                    </a:cubicBezTo>
                    <a:cubicBezTo>
                      <a:pt x="30" y="39"/>
                      <a:pt x="29" y="39"/>
                      <a:pt x="28" y="39"/>
                    </a:cubicBezTo>
                    <a:cubicBezTo>
                      <a:pt x="27" y="39"/>
                      <a:pt x="27" y="39"/>
                      <a:pt x="27" y="39"/>
                    </a:cubicBezTo>
                    <a:cubicBezTo>
                      <a:pt x="25" y="38"/>
                      <a:pt x="25" y="38"/>
                      <a:pt x="25" y="38"/>
                    </a:cubicBezTo>
                    <a:cubicBezTo>
                      <a:pt x="25" y="39"/>
                      <a:pt x="25" y="39"/>
                      <a:pt x="25" y="39"/>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0"/>
                      <a:pt x="23" y="40"/>
                      <a:pt x="23" y="40"/>
                    </a:cubicBezTo>
                    <a:cubicBezTo>
                      <a:pt x="25" y="38"/>
                      <a:pt x="25" y="38"/>
                      <a:pt x="25" y="38"/>
                    </a:cubicBezTo>
                    <a:cubicBezTo>
                      <a:pt x="23" y="38"/>
                      <a:pt x="22" y="38"/>
                      <a:pt x="21" y="38"/>
                    </a:cubicBezTo>
                    <a:cubicBezTo>
                      <a:pt x="21" y="39"/>
                      <a:pt x="21" y="39"/>
                      <a:pt x="21" y="39"/>
                    </a:cubicBezTo>
                    <a:cubicBezTo>
                      <a:pt x="21" y="39"/>
                      <a:pt x="21" y="39"/>
                      <a:pt x="21" y="39"/>
                    </a:cubicBezTo>
                    <a:cubicBezTo>
                      <a:pt x="20" y="39"/>
                      <a:pt x="20" y="39"/>
                      <a:pt x="20" y="39"/>
                    </a:cubicBezTo>
                    <a:cubicBezTo>
                      <a:pt x="20" y="41"/>
                      <a:pt x="20" y="41"/>
                      <a:pt x="20" y="41"/>
                    </a:cubicBezTo>
                    <a:cubicBezTo>
                      <a:pt x="20" y="41"/>
                      <a:pt x="20" y="41"/>
                      <a:pt x="20" y="41"/>
                    </a:cubicBezTo>
                    <a:cubicBezTo>
                      <a:pt x="20" y="41"/>
                      <a:pt x="20" y="41"/>
                      <a:pt x="20" y="41"/>
                    </a:cubicBezTo>
                    <a:cubicBezTo>
                      <a:pt x="20" y="41"/>
                      <a:pt x="20" y="41"/>
                      <a:pt x="20" y="41"/>
                    </a:cubicBezTo>
                    <a:cubicBezTo>
                      <a:pt x="23" y="41"/>
                      <a:pt x="23" y="41"/>
                      <a:pt x="23" y="41"/>
                    </a:cubicBezTo>
                    <a:cubicBezTo>
                      <a:pt x="23" y="41"/>
                      <a:pt x="23" y="41"/>
                      <a:pt x="23" y="41"/>
                    </a:cubicBezTo>
                    <a:cubicBezTo>
                      <a:pt x="23" y="42"/>
                      <a:pt x="24" y="42"/>
                      <a:pt x="26" y="42"/>
                    </a:cubicBezTo>
                    <a:cubicBezTo>
                      <a:pt x="27" y="42"/>
                      <a:pt x="27" y="42"/>
                      <a:pt x="27" y="42"/>
                    </a:cubicBezTo>
                    <a:cubicBezTo>
                      <a:pt x="27" y="42"/>
                      <a:pt x="28" y="41"/>
                      <a:pt x="29" y="40"/>
                    </a:cubicBezTo>
                    <a:moveTo>
                      <a:pt x="46" y="42"/>
                    </a:moveTo>
                    <a:cubicBezTo>
                      <a:pt x="46" y="42"/>
                      <a:pt x="46" y="42"/>
                      <a:pt x="46" y="42"/>
                    </a:cubicBezTo>
                    <a:cubicBezTo>
                      <a:pt x="45" y="42"/>
                      <a:pt x="45" y="42"/>
                      <a:pt x="45" y="42"/>
                    </a:cubicBezTo>
                    <a:cubicBezTo>
                      <a:pt x="44" y="42"/>
                      <a:pt x="44" y="42"/>
                      <a:pt x="44" y="42"/>
                    </a:cubicBezTo>
                    <a:cubicBezTo>
                      <a:pt x="44" y="42"/>
                      <a:pt x="43" y="43"/>
                      <a:pt x="43" y="43"/>
                    </a:cubicBezTo>
                    <a:cubicBezTo>
                      <a:pt x="42" y="43"/>
                      <a:pt x="42" y="43"/>
                      <a:pt x="42" y="43"/>
                    </a:cubicBezTo>
                    <a:cubicBezTo>
                      <a:pt x="42" y="43"/>
                      <a:pt x="42" y="43"/>
                      <a:pt x="42" y="43"/>
                    </a:cubicBezTo>
                    <a:cubicBezTo>
                      <a:pt x="42" y="43"/>
                      <a:pt x="42" y="43"/>
                      <a:pt x="42" y="43"/>
                    </a:cubicBezTo>
                    <a:cubicBezTo>
                      <a:pt x="42" y="43"/>
                      <a:pt x="42" y="43"/>
                      <a:pt x="42" y="43"/>
                    </a:cubicBezTo>
                    <a:cubicBezTo>
                      <a:pt x="42" y="42"/>
                      <a:pt x="42" y="42"/>
                      <a:pt x="42" y="42"/>
                    </a:cubicBezTo>
                    <a:cubicBezTo>
                      <a:pt x="42" y="42"/>
                      <a:pt x="42" y="42"/>
                      <a:pt x="42" y="42"/>
                    </a:cubicBezTo>
                    <a:cubicBezTo>
                      <a:pt x="41" y="43"/>
                      <a:pt x="41" y="43"/>
                      <a:pt x="41" y="43"/>
                    </a:cubicBezTo>
                    <a:cubicBezTo>
                      <a:pt x="41" y="43"/>
                      <a:pt x="41" y="43"/>
                      <a:pt x="41" y="43"/>
                    </a:cubicBezTo>
                    <a:cubicBezTo>
                      <a:pt x="40" y="43"/>
                      <a:pt x="40" y="43"/>
                      <a:pt x="40" y="43"/>
                    </a:cubicBezTo>
                    <a:cubicBezTo>
                      <a:pt x="39" y="42"/>
                      <a:pt x="39" y="42"/>
                      <a:pt x="39" y="42"/>
                    </a:cubicBezTo>
                    <a:cubicBezTo>
                      <a:pt x="37" y="42"/>
                      <a:pt x="37" y="42"/>
                      <a:pt x="37" y="42"/>
                    </a:cubicBezTo>
                    <a:cubicBezTo>
                      <a:pt x="37" y="42"/>
                      <a:pt x="37" y="42"/>
                      <a:pt x="37" y="42"/>
                    </a:cubicBezTo>
                    <a:cubicBezTo>
                      <a:pt x="35" y="41"/>
                      <a:pt x="35" y="41"/>
                      <a:pt x="35" y="41"/>
                    </a:cubicBezTo>
                    <a:cubicBezTo>
                      <a:pt x="35" y="41"/>
                      <a:pt x="35" y="41"/>
                      <a:pt x="35" y="41"/>
                    </a:cubicBezTo>
                    <a:cubicBezTo>
                      <a:pt x="35" y="41"/>
                      <a:pt x="35" y="41"/>
                      <a:pt x="35" y="41"/>
                    </a:cubicBezTo>
                    <a:cubicBezTo>
                      <a:pt x="35" y="40"/>
                      <a:pt x="35" y="40"/>
                      <a:pt x="35" y="40"/>
                    </a:cubicBezTo>
                    <a:cubicBezTo>
                      <a:pt x="35" y="41"/>
                      <a:pt x="35" y="42"/>
                      <a:pt x="34" y="43"/>
                    </a:cubicBezTo>
                    <a:cubicBezTo>
                      <a:pt x="34" y="43"/>
                      <a:pt x="34" y="43"/>
                      <a:pt x="34" y="43"/>
                    </a:cubicBezTo>
                    <a:cubicBezTo>
                      <a:pt x="34" y="43"/>
                      <a:pt x="34" y="43"/>
                      <a:pt x="34" y="43"/>
                    </a:cubicBezTo>
                    <a:cubicBezTo>
                      <a:pt x="34" y="43"/>
                      <a:pt x="34" y="43"/>
                      <a:pt x="34" y="43"/>
                    </a:cubicBezTo>
                    <a:cubicBezTo>
                      <a:pt x="32" y="43"/>
                      <a:pt x="31" y="41"/>
                      <a:pt x="31" y="40"/>
                    </a:cubicBezTo>
                    <a:cubicBezTo>
                      <a:pt x="30" y="40"/>
                      <a:pt x="30" y="40"/>
                      <a:pt x="30" y="40"/>
                    </a:cubicBezTo>
                    <a:cubicBezTo>
                      <a:pt x="30" y="40"/>
                      <a:pt x="30" y="40"/>
                      <a:pt x="30" y="40"/>
                    </a:cubicBezTo>
                    <a:cubicBezTo>
                      <a:pt x="29" y="40"/>
                      <a:pt x="29" y="40"/>
                      <a:pt x="29" y="40"/>
                    </a:cubicBezTo>
                    <a:cubicBezTo>
                      <a:pt x="27" y="43"/>
                      <a:pt x="27" y="43"/>
                      <a:pt x="27" y="43"/>
                    </a:cubicBezTo>
                    <a:cubicBezTo>
                      <a:pt x="27" y="43"/>
                      <a:pt x="27" y="43"/>
                      <a:pt x="27" y="43"/>
                    </a:cubicBezTo>
                    <a:cubicBezTo>
                      <a:pt x="27" y="43"/>
                      <a:pt x="27" y="43"/>
                      <a:pt x="27" y="43"/>
                    </a:cubicBezTo>
                    <a:cubicBezTo>
                      <a:pt x="26" y="43"/>
                      <a:pt x="26" y="43"/>
                      <a:pt x="26" y="43"/>
                    </a:cubicBezTo>
                    <a:cubicBezTo>
                      <a:pt x="27" y="43"/>
                      <a:pt x="30" y="44"/>
                      <a:pt x="31" y="44"/>
                    </a:cubicBezTo>
                    <a:cubicBezTo>
                      <a:pt x="34" y="44"/>
                      <a:pt x="35" y="43"/>
                      <a:pt x="37" y="43"/>
                    </a:cubicBezTo>
                    <a:cubicBezTo>
                      <a:pt x="39" y="43"/>
                      <a:pt x="40" y="43"/>
                      <a:pt x="42" y="44"/>
                    </a:cubicBezTo>
                    <a:cubicBezTo>
                      <a:pt x="43" y="44"/>
                      <a:pt x="44" y="44"/>
                      <a:pt x="45" y="44"/>
                    </a:cubicBezTo>
                    <a:cubicBezTo>
                      <a:pt x="46" y="44"/>
                      <a:pt x="46" y="44"/>
                      <a:pt x="46" y="44"/>
                    </a:cubicBezTo>
                    <a:cubicBezTo>
                      <a:pt x="46" y="44"/>
                      <a:pt x="46" y="44"/>
                      <a:pt x="46" y="44"/>
                    </a:cubicBezTo>
                    <a:cubicBezTo>
                      <a:pt x="46" y="44"/>
                      <a:pt x="46" y="44"/>
                      <a:pt x="46" y="44"/>
                    </a:cubicBezTo>
                    <a:lnTo>
                      <a:pt x="46" y="42"/>
                    </a:lnTo>
                    <a:close/>
                    <a:moveTo>
                      <a:pt x="22" y="42"/>
                    </a:moveTo>
                    <a:cubicBezTo>
                      <a:pt x="20" y="42"/>
                      <a:pt x="20" y="42"/>
                      <a:pt x="20" y="42"/>
                    </a:cubicBezTo>
                    <a:cubicBezTo>
                      <a:pt x="20" y="42"/>
                      <a:pt x="20" y="42"/>
                      <a:pt x="20" y="42"/>
                    </a:cubicBezTo>
                    <a:cubicBezTo>
                      <a:pt x="20" y="44"/>
                      <a:pt x="20" y="44"/>
                      <a:pt x="20" y="44"/>
                    </a:cubicBezTo>
                    <a:cubicBezTo>
                      <a:pt x="20" y="44"/>
                      <a:pt x="20" y="44"/>
                      <a:pt x="20" y="44"/>
                    </a:cubicBezTo>
                    <a:cubicBezTo>
                      <a:pt x="19" y="44"/>
                      <a:pt x="19" y="44"/>
                      <a:pt x="19" y="44"/>
                    </a:cubicBezTo>
                    <a:cubicBezTo>
                      <a:pt x="19" y="44"/>
                      <a:pt x="19" y="44"/>
                      <a:pt x="19" y="44"/>
                    </a:cubicBezTo>
                    <a:cubicBezTo>
                      <a:pt x="18" y="44"/>
                      <a:pt x="18" y="44"/>
                      <a:pt x="18" y="44"/>
                    </a:cubicBezTo>
                    <a:cubicBezTo>
                      <a:pt x="18" y="44"/>
                      <a:pt x="18" y="44"/>
                      <a:pt x="18" y="44"/>
                    </a:cubicBezTo>
                    <a:cubicBezTo>
                      <a:pt x="17" y="44"/>
                      <a:pt x="17" y="44"/>
                      <a:pt x="17" y="44"/>
                    </a:cubicBezTo>
                    <a:cubicBezTo>
                      <a:pt x="16" y="44"/>
                      <a:pt x="16" y="44"/>
                      <a:pt x="16" y="44"/>
                    </a:cubicBezTo>
                    <a:cubicBezTo>
                      <a:pt x="16" y="44"/>
                      <a:pt x="16" y="44"/>
                      <a:pt x="16" y="44"/>
                    </a:cubicBezTo>
                    <a:cubicBezTo>
                      <a:pt x="16" y="44"/>
                      <a:pt x="16" y="44"/>
                      <a:pt x="16" y="44"/>
                    </a:cubicBezTo>
                    <a:cubicBezTo>
                      <a:pt x="15" y="43"/>
                      <a:pt x="15" y="43"/>
                      <a:pt x="15" y="43"/>
                    </a:cubicBezTo>
                    <a:cubicBezTo>
                      <a:pt x="15" y="43"/>
                      <a:pt x="15" y="43"/>
                      <a:pt x="15" y="43"/>
                    </a:cubicBezTo>
                    <a:cubicBezTo>
                      <a:pt x="15" y="43"/>
                      <a:pt x="15" y="43"/>
                      <a:pt x="15" y="43"/>
                    </a:cubicBezTo>
                    <a:cubicBezTo>
                      <a:pt x="14" y="42"/>
                      <a:pt x="14" y="42"/>
                      <a:pt x="14" y="42"/>
                    </a:cubicBezTo>
                    <a:cubicBezTo>
                      <a:pt x="14" y="42"/>
                      <a:pt x="14" y="42"/>
                      <a:pt x="14" y="42"/>
                    </a:cubicBezTo>
                    <a:cubicBezTo>
                      <a:pt x="14" y="42"/>
                      <a:pt x="14" y="42"/>
                      <a:pt x="14" y="42"/>
                    </a:cubicBezTo>
                    <a:cubicBezTo>
                      <a:pt x="13" y="42"/>
                      <a:pt x="13" y="42"/>
                      <a:pt x="13" y="42"/>
                    </a:cubicBezTo>
                    <a:cubicBezTo>
                      <a:pt x="13" y="41"/>
                      <a:pt x="13" y="41"/>
                      <a:pt x="13" y="41"/>
                    </a:cubicBezTo>
                    <a:cubicBezTo>
                      <a:pt x="13" y="41"/>
                      <a:pt x="13" y="41"/>
                      <a:pt x="13" y="41"/>
                    </a:cubicBezTo>
                    <a:cubicBezTo>
                      <a:pt x="13" y="40"/>
                      <a:pt x="13" y="40"/>
                      <a:pt x="13" y="40"/>
                    </a:cubicBezTo>
                    <a:cubicBezTo>
                      <a:pt x="11" y="42"/>
                      <a:pt x="11" y="42"/>
                      <a:pt x="11" y="42"/>
                    </a:cubicBezTo>
                    <a:cubicBezTo>
                      <a:pt x="11" y="42"/>
                      <a:pt x="11" y="42"/>
                      <a:pt x="11" y="42"/>
                    </a:cubicBezTo>
                    <a:cubicBezTo>
                      <a:pt x="11" y="42"/>
                      <a:pt x="11" y="42"/>
                      <a:pt x="11" y="42"/>
                    </a:cubicBezTo>
                    <a:cubicBezTo>
                      <a:pt x="10" y="42"/>
                      <a:pt x="10" y="42"/>
                      <a:pt x="10" y="42"/>
                    </a:cubicBezTo>
                    <a:cubicBezTo>
                      <a:pt x="8" y="44"/>
                      <a:pt x="8" y="44"/>
                      <a:pt x="8" y="44"/>
                    </a:cubicBezTo>
                    <a:cubicBezTo>
                      <a:pt x="8" y="44"/>
                      <a:pt x="8" y="44"/>
                      <a:pt x="8" y="44"/>
                    </a:cubicBezTo>
                    <a:cubicBezTo>
                      <a:pt x="7" y="44"/>
                      <a:pt x="7" y="44"/>
                      <a:pt x="7" y="44"/>
                    </a:cubicBezTo>
                    <a:cubicBezTo>
                      <a:pt x="6" y="44"/>
                      <a:pt x="6" y="44"/>
                      <a:pt x="6" y="44"/>
                    </a:cubicBezTo>
                    <a:cubicBezTo>
                      <a:pt x="6" y="44"/>
                      <a:pt x="6" y="44"/>
                      <a:pt x="6" y="44"/>
                    </a:cubicBezTo>
                    <a:cubicBezTo>
                      <a:pt x="6" y="44"/>
                      <a:pt x="6" y="44"/>
                      <a:pt x="6" y="44"/>
                    </a:cubicBezTo>
                    <a:cubicBezTo>
                      <a:pt x="5" y="43"/>
                      <a:pt x="5" y="43"/>
                      <a:pt x="4" y="42"/>
                    </a:cubicBezTo>
                    <a:cubicBezTo>
                      <a:pt x="4" y="42"/>
                      <a:pt x="3" y="43"/>
                      <a:pt x="1" y="44"/>
                    </a:cubicBezTo>
                    <a:cubicBezTo>
                      <a:pt x="2" y="44"/>
                      <a:pt x="2" y="44"/>
                      <a:pt x="2" y="44"/>
                    </a:cubicBezTo>
                    <a:cubicBezTo>
                      <a:pt x="3" y="44"/>
                      <a:pt x="3" y="44"/>
                      <a:pt x="5" y="45"/>
                    </a:cubicBezTo>
                    <a:cubicBezTo>
                      <a:pt x="5" y="45"/>
                      <a:pt x="5" y="45"/>
                      <a:pt x="5" y="45"/>
                    </a:cubicBezTo>
                    <a:cubicBezTo>
                      <a:pt x="7" y="45"/>
                      <a:pt x="8" y="44"/>
                      <a:pt x="8" y="44"/>
                    </a:cubicBezTo>
                    <a:cubicBezTo>
                      <a:pt x="9" y="44"/>
                      <a:pt x="11" y="42"/>
                      <a:pt x="12" y="42"/>
                    </a:cubicBezTo>
                    <a:cubicBezTo>
                      <a:pt x="12" y="42"/>
                      <a:pt x="12" y="42"/>
                      <a:pt x="12" y="42"/>
                    </a:cubicBezTo>
                    <a:cubicBezTo>
                      <a:pt x="13" y="42"/>
                      <a:pt x="15" y="43"/>
                      <a:pt x="16" y="44"/>
                    </a:cubicBezTo>
                    <a:cubicBezTo>
                      <a:pt x="17" y="44"/>
                      <a:pt x="18" y="45"/>
                      <a:pt x="19" y="45"/>
                    </a:cubicBezTo>
                    <a:cubicBezTo>
                      <a:pt x="19" y="45"/>
                      <a:pt x="19" y="45"/>
                      <a:pt x="19" y="45"/>
                    </a:cubicBezTo>
                    <a:cubicBezTo>
                      <a:pt x="20" y="45"/>
                      <a:pt x="22" y="43"/>
                      <a:pt x="24" y="43"/>
                    </a:cubicBezTo>
                    <a:lnTo>
                      <a:pt x="22" y="42"/>
                    </a:lnTo>
                    <a:close/>
                    <a:moveTo>
                      <a:pt x="37" y="42"/>
                    </a:moveTo>
                    <a:cubicBezTo>
                      <a:pt x="39" y="42"/>
                      <a:pt x="39" y="42"/>
                      <a:pt x="39" y="42"/>
                    </a:cubicBezTo>
                    <a:cubicBezTo>
                      <a:pt x="39" y="42"/>
                      <a:pt x="39" y="42"/>
                      <a:pt x="39" y="42"/>
                    </a:cubicBezTo>
                    <a:cubicBezTo>
                      <a:pt x="38" y="41"/>
                      <a:pt x="38" y="41"/>
                      <a:pt x="38" y="41"/>
                    </a:cubicBezTo>
                    <a:cubicBezTo>
                      <a:pt x="38" y="41"/>
                      <a:pt x="38" y="41"/>
                      <a:pt x="38" y="41"/>
                    </a:cubicBezTo>
                    <a:cubicBezTo>
                      <a:pt x="38" y="41"/>
                      <a:pt x="38" y="41"/>
                      <a:pt x="38" y="41"/>
                    </a:cubicBezTo>
                    <a:cubicBezTo>
                      <a:pt x="38" y="40"/>
                      <a:pt x="38" y="40"/>
                      <a:pt x="38" y="40"/>
                    </a:cubicBezTo>
                    <a:cubicBezTo>
                      <a:pt x="37" y="40"/>
                      <a:pt x="37" y="40"/>
                      <a:pt x="37" y="40"/>
                    </a:cubicBezTo>
                    <a:cubicBezTo>
                      <a:pt x="37" y="40"/>
                      <a:pt x="37" y="40"/>
                      <a:pt x="37" y="40"/>
                    </a:cubicBezTo>
                    <a:cubicBezTo>
                      <a:pt x="36" y="38"/>
                      <a:pt x="36" y="38"/>
                      <a:pt x="36" y="38"/>
                    </a:cubicBezTo>
                    <a:cubicBezTo>
                      <a:pt x="34" y="39"/>
                      <a:pt x="34" y="39"/>
                      <a:pt x="34" y="39"/>
                    </a:cubicBezTo>
                    <a:cubicBezTo>
                      <a:pt x="34" y="39"/>
                      <a:pt x="34" y="39"/>
                      <a:pt x="34" y="39"/>
                    </a:cubicBezTo>
                    <a:cubicBezTo>
                      <a:pt x="35" y="39"/>
                      <a:pt x="35" y="39"/>
                      <a:pt x="35" y="39"/>
                    </a:cubicBezTo>
                    <a:cubicBezTo>
                      <a:pt x="35" y="40"/>
                      <a:pt x="35" y="40"/>
                      <a:pt x="35" y="40"/>
                    </a:cubicBezTo>
                    <a:cubicBezTo>
                      <a:pt x="35" y="40"/>
                      <a:pt x="35" y="40"/>
                      <a:pt x="35" y="40"/>
                    </a:cubicBezTo>
                    <a:cubicBezTo>
                      <a:pt x="35" y="40"/>
                      <a:pt x="35" y="40"/>
                      <a:pt x="35" y="40"/>
                    </a:cubicBezTo>
                    <a:cubicBezTo>
                      <a:pt x="35" y="40"/>
                      <a:pt x="35" y="40"/>
                      <a:pt x="35" y="40"/>
                    </a:cubicBezTo>
                    <a:cubicBezTo>
                      <a:pt x="36" y="40"/>
                      <a:pt x="36" y="40"/>
                      <a:pt x="36" y="40"/>
                    </a:cubicBezTo>
                    <a:cubicBezTo>
                      <a:pt x="36" y="40"/>
                      <a:pt x="36" y="40"/>
                      <a:pt x="36" y="40"/>
                    </a:cubicBezTo>
                    <a:cubicBezTo>
                      <a:pt x="36" y="41"/>
                      <a:pt x="36" y="41"/>
                      <a:pt x="36" y="41"/>
                    </a:cubicBezTo>
                    <a:lnTo>
                      <a:pt x="37" y="42"/>
                    </a:lnTo>
                    <a:close/>
                    <a:moveTo>
                      <a:pt x="17" y="21"/>
                    </a:moveTo>
                    <a:cubicBezTo>
                      <a:pt x="10" y="21"/>
                      <a:pt x="10" y="21"/>
                      <a:pt x="10" y="21"/>
                    </a:cubicBezTo>
                    <a:cubicBezTo>
                      <a:pt x="9" y="24"/>
                      <a:pt x="9" y="24"/>
                      <a:pt x="9" y="24"/>
                    </a:cubicBezTo>
                    <a:cubicBezTo>
                      <a:pt x="17" y="24"/>
                      <a:pt x="17" y="24"/>
                      <a:pt x="17" y="24"/>
                    </a:cubicBezTo>
                    <a:lnTo>
                      <a:pt x="17" y="21"/>
                    </a:lnTo>
                    <a:close/>
                    <a:moveTo>
                      <a:pt x="32" y="9"/>
                    </a:moveTo>
                    <a:cubicBezTo>
                      <a:pt x="32" y="10"/>
                      <a:pt x="32" y="10"/>
                      <a:pt x="32" y="10"/>
                    </a:cubicBezTo>
                    <a:cubicBezTo>
                      <a:pt x="39" y="10"/>
                      <a:pt x="39" y="10"/>
                      <a:pt x="39" y="10"/>
                    </a:cubicBezTo>
                    <a:cubicBezTo>
                      <a:pt x="38" y="9"/>
                      <a:pt x="38" y="9"/>
                      <a:pt x="38" y="9"/>
                    </a:cubicBezTo>
                    <a:lnTo>
                      <a:pt x="32" y="9"/>
                    </a:lnTo>
                    <a:close/>
                    <a:moveTo>
                      <a:pt x="39" y="14"/>
                    </a:moveTo>
                    <a:cubicBezTo>
                      <a:pt x="39" y="11"/>
                      <a:pt x="39" y="11"/>
                      <a:pt x="39" y="11"/>
                    </a:cubicBezTo>
                    <a:cubicBezTo>
                      <a:pt x="36" y="11"/>
                      <a:pt x="36" y="11"/>
                      <a:pt x="36" y="11"/>
                    </a:cubicBezTo>
                    <a:cubicBezTo>
                      <a:pt x="36" y="14"/>
                      <a:pt x="36" y="14"/>
                      <a:pt x="36" y="14"/>
                    </a:cubicBezTo>
                    <a:lnTo>
                      <a:pt x="39" y="14"/>
                    </a:lnTo>
                    <a:close/>
                    <a:moveTo>
                      <a:pt x="40" y="15"/>
                    </a:moveTo>
                    <a:cubicBezTo>
                      <a:pt x="33" y="15"/>
                      <a:pt x="33" y="15"/>
                      <a:pt x="33" y="15"/>
                    </a:cubicBezTo>
                    <a:cubicBezTo>
                      <a:pt x="33" y="17"/>
                      <a:pt x="33" y="17"/>
                      <a:pt x="33" y="17"/>
                    </a:cubicBezTo>
                    <a:cubicBezTo>
                      <a:pt x="40" y="17"/>
                      <a:pt x="40" y="17"/>
                      <a:pt x="40" y="17"/>
                    </a:cubicBezTo>
                    <a:lnTo>
                      <a:pt x="40" y="15"/>
                    </a:lnTo>
                    <a:close/>
                    <a:moveTo>
                      <a:pt x="34" y="24"/>
                    </a:moveTo>
                    <a:cubicBezTo>
                      <a:pt x="41" y="24"/>
                      <a:pt x="41" y="24"/>
                      <a:pt x="41" y="24"/>
                    </a:cubicBezTo>
                    <a:cubicBezTo>
                      <a:pt x="41" y="21"/>
                      <a:pt x="41" y="21"/>
                      <a:pt x="41" y="21"/>
                    </a:cubicBezTo>
                    <a:cubicBezTo>
                      <a:pt x="34" y="21"/>
                      <a:pt x="34" y="21"/>
                      <a:pt x="34" y="21"/>
                    </a:cubicBezTo>
                    <a:lnTo>
                      <a:pt x="34" y="24"/>
                    </a:lnTo>
                    <a:close/>
                    <a:moveTo>
                      <a:pt x="37" y="17"/>
                    </a:moveTo>
                    <a:cubicBezTo>
                      <a:pt x="37" y="20"/>
                      <a:pt x="37" y="20"/>
                      <a:pt x="37" y="20"/>
                    </a:cubicBezTo>
                    <a:cubicBezTo>
                      <a:pt x="41" y="20"/>
                      <a:pt x="41" y="20"/>
                      <a:pt x="41" y="20"/>
                    </a:cubicBezTo>
                    <a:cubicBezTo>
                      <a:pt x="40" y="17"/>
                      <a:pt x="40" y="17"/>
                      <a:pt x="40" y="17"/>
                    </a:cubicBezTo>
                    <a:lnTo>
                      <a:pt x="37" y="17"/>
                    </a:lnTo>
                    <a:close/>
                    <a:moveTo>
                      <a:pt x="13" y="17"/>
                    </a:moveTo>
                    <a:cubicBezTo>
                      <a:pt x="10" y="17"/>
                      <a:pt x="10" y="17"/>
                      <a:pt x="10" y="17"/>
                    </a:cubicBezTo>
                    <a:cubicBezTo>
                      <a:pt x="10" y="20"/>
                      <a:pt x="10" y="20"/>
                      <a:pt x="10" y="20"/>
                    </a:cubicBezTo>
                    <a:cubicBezTo>
                      <a:pt x="13" y="20"/>
                      <a:pt x="13" y="20"/>
                      <a:pt x="13" y="20"/>
                    </a:cubicBezTo>
                    <a:lnTo>
                      <a:pt x="13" y="17"/>
                    </a:lnTo>
                    <a:close/>
                    <a:moveTo>
                      <a:pt x="11" y="14"/>
                    </a:moveTo>
                    <a:cubicBezTo>
                      <a:pt x="14" y="14"/>
                      <a:pt x="14" y="14"/>
                      <a:pt x="14" y="14"/>
                    </a:cubicBezTo>
                    <a:cubicBezTo>
                      <a:pt x="14" y="11"/>
                      <a:pt x="14" y="11"/>
                      <a:pt x="14" y="11"/>
                    </a:cubicBezTo>
                    <a:cubicBezTo>
                      <a:pt x="12" y="11"/>
                      <a:pt x="12" y="11"/>
                      <a:pt x="12" y="11"/>
                    </a:cubicBezTo>
                    <a:lnTo>
                      <a:pt x="11" y="14"/>
                    </a:lnTo>
                    <a:close/>
                    <a:moveTo>
                      <a:pt x="18" y="15"/>
                    </a:moveTo>
                    <a:cubicBezTo>
                      <a:pt x="11" y="15"/>
                      <a:pt x="11" y="15"/>
                      <a:pt x="11" y="15"/>
                    </a:cubicBezTo>
                    <a:cubicBezTo>
                      <a:pt x="10" y="17"/>
                      <a:pt x="10" y="17"/>
                      <a:pt x="10" y="17"/>
                    </a:cubicBezTo>
                    <a:cubicBezTo>
                      <a:pt x="18" y="17"/>
                      <a:pt x="18" y="17"/>
                      <a:pt x="18" y="17"/>
                    </a:cubicBezTo>
                    <a:lnTo>
                      <a:pt x="18" y="15"/>
                    </a:lnTo>
                    <a:close/>
                    <a:moveTo>
                      <a:pt x="10" y="6"/>
                    </a:moveTo>
                    <a:cubicBezTo>
                      <a:pt x="12" y="8"/>
                      <a:pt x="12" y="8"/>
                      <a:pt x="12" y="8"/>
                    </a:cubicBezTo>
                    <a:cubicBezTo>
                      <a:pt x="38" y="8"/>
                      <a:pt x="38" y="8"/>
                      <a:pt x="38" y="8"/>
                    </a:cubicBezTo>
                    <a:cubicBezTo>
                      <a:pt x="38" y="8"/>
                      <a:pt x="38" y="8"/>
                      <a:pt x="38" y="8"/>
                    </a:cubicBezTo>
                    <a:cubicBezTo>
                      <a:pt x="40" y="6"/>
                      <a:pt x="40" y="6"/>
                      <a:pt x="40" y="6"/>
                    </a:cubicBezTo>
                    <a:lnTo>
                      <a:pt x="10" y="6"/>
                    </a:lnTo>
                    <a:close/>
                    <a:moveTo>
                      <a:pt x="18" y="9"/>
                    </a:moveTo>
                    <a:cubicBezTo>
                      <a:pt x="12" y="9"/>
                      <a:pt x="12" y="9"/>
                      <a:pt x="12" y="9"/>
                    </a:cubicBezTo>
                    <a:cubicBezTo>
                      <a:pt x="12" y="10"/>
                      <a:pt x="12" y="10"/>
                      <a:pt x="12" y="10"/>
                    </a:cubicBezTo>
                    <a:cubicBezTo>
                      <a:pt x="18" y="10"/>
                      <a:pt x="18" y="10"/>
                      <a:pt x="18" y="10"/>
                    </a:cubicBezTo>
                    <a:lnTo>
                      <a:pt x="18" y="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nvGrpSpPr>
            <p:cNvPr id="35" name="Grupo 34">
              <a:extLst>
                <a:ext uri="{FF2B5EF4-FFF2-40B4-BE49-F238E27FC236}">
                  <a16:creationId xmlns:a16="http://schemas.microsoft.com/office/drawing/2014/main" id="{7C411C7C-DEC0-4A48-BBC5-725C2282F7EC}"/>
                </a:ext>
              </a:extLst>
            </p:cNvPr>
            <p:cNvGrpSpPr/>
            <p:nvPr userDrawn="1"/>
          </p:nvGrpSpPr>
          <p:grpSpPr>
            <a:xfrm>
              <a:off x="457020" y="572789"/>
              <a:ext cx="1931988" cy="938213"/>
              <a:chOff x="3838575" y="2246313"/>
              <a:chExt cx="1931988" cy="938213"/>
            </a:xfrm>
          </p:grpSpPr>
          <p:sp>
            <p:nvSpPr>
              <p:cNvPr id="36" name="Rectangle 5">
                <a:extLst>
                  <a:ext uri="{FF2B5EF4-FFF2-40B4-BE49-F238E27FC236}">
                    <a16:creationId xmlns:a16="http://schemas.microsoft.com/office/drawing/2014/main" id="{60BCBD20-7B14-4CD9-88A3-CD89A42605BF}"/>
                  </a:ext>
                </a:extLst>
              </p:cNvPr>
              <p:cNvSpPr>
                <a:spLocks noChangeArrowheads="1"/>
              </p:cNvSpPr>
              <p:nvPr/>
            </p:nvSpPr>
            <p:spPr bwMode="auto">
              <a:xfrm>
                <a:off x="3838575" y="2246313"/>
                <a:ext cx="1931988" cy="938213"/>
              </a:xfrm>
              <a:prstGeom prst="rect">
                <a:avLst/>
              </a:prstGeom>
              <a:solidFill>
                <a:srgbClr val="00B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7" name="Freeform 37">
                <a:extLst>
                  <a:ext uri="{FF2B5EF4-FFF2-40B4-BE49-F238E27FC236}">
                    <a16:creationId xmlns:a16="http://schemas.microsoft.com/office/drawing/2014/main" id="{70632B76-7EEA-4510-A4D9-D416F750DC00}"/>
                  </a:ext>
                </a:extLst>
              </p:cNvPr>
              <p:cNvSpPr>
                <a:spLocks noEditPoints="1"/>
              </p:cNvSpPr>
              <p:nvPr/>
            </p:nvSpPr>
            <p:spPr bwMode="auto">
              <a:xfrm>
                <a:off x="3968750" y="2727325"/>
                <a:ext cx="1668463" cy="123825"/>
              </a:xfrm>
              <a:custGeom>
                <a:avLst/>
                <a:gdLst>
                  <a:gd name="T0" fmla="*/ 768 w 770"/>
                  <a:gd name="T1" fmla="*/ 17 h 57"/>
                  <a:gd name="T2" fmla="*/ 743 w 770"/>
                  <a:gd name="T3" fmla="*/ 44 h 57"/>
                  <a:gd name="T4" fmla="*/ 715 w 770"/>
                  <a:gd name="T5" fmla="*/ 22 h 57"/>
                  <a:gd name="T6" fmla="*/ 720 w 770"/>
                  <a:gd name="T7" fmla="*/ 17 h 57"/>
                  <a:gd name="T8" fmla="*/ 704 w 770"/>
                  <a:gd name="T9" fmla="*/ 51 h 57"/>
                  <a:gd name="T10" fmla="*/ 689 w 770"/>
                  <a:gd name="T11" fmla="*/ 56 h 57"/>
                  <a:gd name="T12" fmla="*/ 669 w 770"/>
                  <a:gd name="T13" fmla="*/ 20 h 57"/>
                  <a:gd name="T14" fmla="*/ 662 w 770"/>
                  <a:gd name="T15" fmla="*/ 48 h 57"/>
                  <a:gd name="T16" fmla="*/ 662 w 770"/>
                  <a:gd name="T17" fmla="*/ 17 h 57"/>
                  <a:gd name="T18" fmla="*/ 607 w 770"/>
                  <a:gd name="T19" fmla="*/ 17 h 57"/>
                  <a:gd name="T20" fmla="*/ 593 w 770"/>
                  <a:gd name="T21" fmla="*/ 17 h 57"/>
                  <a:gd name="T22" fmla="*/ 597 w 770"/>
                  <a:gd name="T23" fmla="*/ 56 h 57"/>
                  <a:gd name="T24" fmla="*/ 610 w 770"/>
                  <a:gd name="T25" fmla="*/ 56 h 57"/>
                  <a:gd name="T26" fmla="*/ 563 w 770"/>
                  <a:gd name="T27" fmla="*/ 51 h 57"/>
                  <a:gd name="T28" fmla="*/ 560 w 770"/>
                  <a:gd name="T29" fmla="*/ 29 h 57"/>
                  <a:gd name="T30" fmla="*/ 568 w 770"/>
                  <a:gd name="T31" fmla="*/ 17 h 57"/>
                  <a:gd name="T32" fmla="*/ 569 w 770"/>
                  <a:gd name="T33" fmla="*/ 56 h 57"/>
                  <a:gd name="T34" fmla="*/ 511 w 770"/>
                  <a:gd name="T35" fmla="*/ 17 h 57"/>
                  <a:gd name="T36" fmla="*/ 504 w 770"/>
                  <a:gd name="T37" fmla="*/ 54 h 57"/>
                  <a:gd name="T38" fmla="*/ 504 w 770"/>
                  <a:gd name="T39" fmla="*/ 29 h 57"/>
                  <a:gd name="T40" fmla="*/ 453 w 770"/>
                  <a:gd name="T41" fmla="*/ 17 h 57"/>
                  <a:gd name="T42" fmla="*/ 430 w 770"/>
                  <a:gd name="T43" fmla="*/ 17 h 57"/>
                  <a:gd name="T44" fmla="*/ 422 w 770"/>
                  <a:gd name="T45" fmla="*/ 56 h 57"/>
                  <a:gd name="T46" fmla="*/ 379 w 770"/>
                  <a:gd name="T47" fmla="*/ 41 h 57"/>
                  <a:gd name="T48" fmla="*/ 395 w 770"/>
                  <a:gd name="T49" fmla="*/ 56 h 57"/>
                  <a:gd name="T50" fmla="*/ 350 w 770"/>
                  <a:gd name="T51" fmla="*/ 56 h 57"/>
                  <a:gd name="T52" fmla="*/ 377 w 770"/>
                  <a:gd name="T53" fmla="*/ 52 h 57"/>
                  <a:gd name="T54" fmla="*/ 347 w 770"/>
                  <a:gd name="T55" fmla="*/ 20 h 57"/>
                  <a:gd name="T56" fmla="*/ 327 w 770"/>
                  <a:gd name="T57" fmla="*/ 56 h 57"/>
                  <a:gd name="T58" fmla="*/ 310 w 770"/>
                  <a:gd name="T59" fmla="*/ 28 h 57"/>
                  <a:gd name="T60" fmla="*/ 320 w 770"/>
                  <a:gd name="T61" fmla="*/ 52 h 57"/>
                  <a:gd name="T62" fmla="*/ 284 w 770"/>
                  <a:gd name="T63" fmla="*/ 17 h 57"/>
                  <a:gd name="T64" fmla="*/ 303 w 770"/>
                  <a:gd name="T65" fmla="*/ 52 h 57"/>
                  <a:gd name="T66" fmla="*/ 275 w 770"/>
                  <a:gd name="T67" fmla="*/ 45 h 57"/>
                  <a:gd name="T68" fmla="*/ 271 w 770"/>
                  <a:gd name="T69" fmla="*/ 42 h 57"/>
                  <a:gd name="T70" fmla="*/ 270 w 770"/>
                  <a:gd name="T71" fmla="*/ 27 h 57"/>
                  <a:gd name="T72" fmla="*/ 245 w 770"/>
                  <a:gd name="T73" fmla="*/ 52 h 57"/>
                  <a:gd name="T74" fmla="*/ 238 w 770"/>
                  <a:gd name="T75" fmla="*/ 20 h 57"/>
                  <a:gd name="T76" fmla="*/ 218 w 770"/>
                  <a:gd name="T77" fmla="*/ 56 h 57"/>
                  <a:gd name="T78" fmla="*/ 199 w 770"/>
                  <a:gd name="T79" fmla="*/ 35 h 57"/>
                  <a:gd name="T80" fmla="*/ 171 w 770"/>
                  <a:gd name="T81" fmla="*/ 21 h 57"/>
                  <a:gd name="T82" fmla="*/ 177 w 770"/>
                  <a:gd name="T83" fmla="*/ 34 h 57"/>
                  <a:gd name="T84" fmla="*/ 211 w 770"/>
                  <a:gd name="T85" fmla="*/ 20 h 57"/>
                  <a:gd name="T86" fmla="*/ 145 w 770"/>
                  <a:gd name="T87" fmla="*/ 38 h 57"/>
                  <a:gd name="T88" fmla="*/ 138 w 770"/>
                  <a:gd name="T89" fmla="*/ 21 h 57"/>
                  <a:gd name="T90" fmla="*/ 131 w 770"/>
                  <a:gd name="T91" fmla="*/ 21 h 57"/>
                  <a:gd name="T92" fmla="*/ 102 w 770"/>
                  <a:gd name="T93" fmla="*/ 35 h 57"/>
                  <a:gd name="T94" fmla="*/ 108 w 770"/>
                  <a:gd name="T95" fmla="*/ 22 h 57"/>
                  <a:gd name="T96" fmla="*/ 115 w 770"/>
                  <a:gd name="T97" fmla="*/ 54 h 57"/>
                  <a:gd name="T98" fmla="*/ 62 w 770"/>
                  <a:gd name="T99" fmla="*/ 21 h 57"/>
                  <a:gd name="T100" fmla="*/ 27 w 770"/>
                  <a:gd name="T101" fmla="*/ 20 h 57"/>
                  <a:gd name="T102" fmla="*/ 40 w 770"/>
                  <a:gd name="T103" fmla="*/ 51 h 57"/>
                  <a:gd name="T104" fmla="*/ 69 w 770"/>
                  <a:gd name="T105" fmla="*/ 21 h 57"/>
                  <a:gd name="T106" fmla="*/ 20 w 770"/>
                  <a:gd name="T107" fmla="*/ 17 h 57"/>
                  <a:gd name="T108" fmla="*/ 20 w 770"/>
                  <a:gd name="T109" fmla="*/ 5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70" h="57">
                    <a:moveTo>
                      <a:pt x="770" y="44"/>
                    </a:moveTo>
                    <a:cubicBezTo>
                      <a:pt x="770" y="31"/>
                      <a:pt x="750" y="35"/>
                      <a:pt x="750" y="27"/>
                    </a:cubicBezTo>
                    <a:cubicBezTo>
                      <a:pt x="750" y="23"/>
                      <a:pt x="752" y="21"/>
                      <a:pt x="758" y="21"/>
                    </a:cubicBezTo>
                    <a:cubicBezTo>
                      <a:pt x="759" y="21"/>
                      <a:pt x="761" y="21"/>
                      <a:pt x="762" y="21"/>
                    </a:cubicBezTo>
                    <a:cubicBezTo>
                      <a:pt x="763" y="23"/>
                      <a:pt x="763" y="25"/>
                      <a:pt x="763" y="28"/>
                    </a:cubicBezTo>
                    <a:cubicBezTo>
                      <a:pt x="768" y="28"/>
                      <a:pt x="768" y="28"/>
                      <a:pt x="768" y="28"/>
                    </a:cubicBezTo>
                    <a:cubicBezTo>
                      <a:pt x="768" y="17"/>
                      <a:pt x="768" y="17"/>
                      <a:pt x="768" y="17"/>
                    </a:cubicBezTo>
                    <a:cubicBezTo>
                      <a:pt x="765" y="16"/>
                      <a:pt x="761" y="16"/>
                      <a:pt x="758" y="16"/>
                    </a:cubicBezTo>
                    <a:cubicBezTo>
                      <a:pt x="748" y="16"/>
                      <a:pt x="742" y="21"/>
                      <a:pt x="742" y="28"/>
                    </a:cubicBezTo>
                    <a:cubicBezTo>
                      <a:pt x="742" y="40"/>
                      <a:pt x="763" y="36"/>
                      <a:pt x="763" y="45"/>
                    </a:cubicBezTo>
                    <a:cubicBezTo>
                      <a:pt x="763" y="50"/>
                      <a:pt x="758" y="51"/>
                      <a:pt x="754" y="51"/>
                    </a:cubicBezTo>
                    <a:cubicBezTo>
                      <a:pt x="752" y="51"/>
                      <a:pt x="750" y="51"/>
                      <a:pt x="749" y="51"/>
                    </a:cubicBezTo>
                    <a:cubicBezTo>
                      <a:pt x="748" y="49"/>
                      <a:pt x="748" y="47"/>
                      <a:pt x="748" y="44"/>
                    </a:cubicBezTo>
                    <a:cubicBezTo>
                      <a:pt x="743" y="44"/>
                      <a:pt x="743" y="44"/>
                      <a:pt x="743" y="44"/>
                    </a:cubicBezTo>
                    <a:cubicBezTo>
                      <a:pt x="743" y="55"/>
                      <a:pt x="743" y="55"/>
                      <a:pt x="743" y="55"/>
                    </a:cubicBezTo>
                    <a:cubicBezTo>
                      <a:pt x="746" y="56"/>
                      <a:pt x="750" y="57"/>
                      <a:pt x="753" y="57"/>
                    </a:cubicBezTo>
                    <a:cubicBezTo>
                      <a:pt x="763" y="57"/>
                      <a:pt x="770" y="52"/>
                      <a:pt x="770" y="44"/>
                    </a:cubicBezTo>
                    <a:moveTo>
                      <a:pt x="722" y="41"/>
                    </a:moveTo>
                    <a:cubicBezTo>
                      <a:pt x="708" y="41"/>
                      <a:pt x="708" y="41"/>
                      <a:pt x="708" y="41"/>
                    </a:cubicBezTo>
                    <a:cubicBezTo>
                      <a:pt x="713" y="29"/>
                      <a:pt x="713" y="29"/>
                      <a:pt x="713" y="29"/>
                    </a:cubicBezTo>
                    <a:cubicBezTo>
                      <a:pt x="713" y="27"/>
                      <a:pt x="714" y="24"/>
                      <a:pt x="715" y="22"/>
                    </a:cubicBezTo>
                    <a:cubicBezTo>
                      <a:pt x="715" y="22"/>
                      <a:pt x="715" y="22"/>
                      <a:pt x="715" y="22"/>
                    </a:cubicBezTo>
                    <a:cubicBezTo>
                      <a:pt x="715" y="24"/>
                      <a:pt x="716" y="27"/>
                      <a:pt x="717" y="29"/>
                    </a:cubicBezTo>
                    <a:lnTo>
                      <a:pt x="722" y="41"/>
                    </a:lnTo>
                    <a:close/>
                    <a:moveTo>
                      <a:pt x="737" y="56"/>
                    </a:moveTo>
                    <a:cubicBezTo>
                      <a:pt x="737" y="52"/>
                      <a:pt x="737" y="52"/>
                      <a:pt x="737" y="52"/>
                    </a:cubicBezTo>
                    <a:cubicBezTo>
                      <a:pt x="736" y="52"/>
                      <a:pt x="734" y="51"/>
                      <a:pt x="733" y="51"/>
                    </a:cubicBezTo>
                    <a:cubicBezTo>
                      <a:pt x="720" y="17"/>
                      <a:pt x="720" y="17"/>
                      <a:pt x="720" y="17"/>
                    </a:cubicBezTo>
                    <a:cubicBezTo>
                      <a:pt x="711" y="17"/>
                      <a:pt x="711" y="17"/>
                      <a:pt x="711" y="17"/>
                    </a:cubicBezTo>
                    <a:cubicBezTo>
                      <a:pt x="697" y="51"/>
                      <a:pt x="697" y="51"/>
                      <a:pt x="697" y="51"/>
                    </a:cubicBezTo>
                    <a:cubicBezTo>
                      <a:pt x="696" y="51"/>
                      <a:pt x="694" y="52"/>
                      <a:pt x="693" y="52"/>
                    </a:cubicBezTo>
                    <a:cubicBezTo>
                      <a:pt x="693" y="56"/>
                      <a:pt x="693" y="56"/>
                      <a:pt x="693" y="56"/>
                    </a:cubicBezTo>
                    <a:cubicBezTo>
                      <a:pt x="710" y="56"/>
                      <a:pt x="710" y="56"/>
                      <a:pt x="710" y="56"/>
                    </a:cubicBezTo>
                    <a:cubicBezTo>
                      <a:pt x="710" y="52"/>
                      <a:pt x="710" y="52"/>
                      <a:pt x="710" y="52"/>
                    </a:cubicBezTo>
                    <a:cubicBezTo>
                      <a:pt x="708" y="52"/>
                      <a:pt x="706" y="51"/>
                      <a:pt x="704" y="51"/>
                    </a:cubicBezTo>
                    <a:cubicBezTo>
                      <a:pt x="706" y="46"/>
                      <a:pt x="706" y="46"/>
                      <a:pt x="706" y="46"/>
                    </a:cubicBezTo>
                    <a:cubicBezTo>
                      <a:pt x="723" y="46"/>
                      <a:pt x="723" y="46"/>
                      <a:pt x="723" y="46"/>
                    </a:cubicBezTo>
                    <a:cubicBezTo>
                      <a:pt x="725" y="51"/>
                      <a:pt x="725" y="51"/>
                      <a:pt x="725" y="51"/>
                    </a:cubicBezTo>
                    <a:cubicBezTo>
                      <a:pt x="723" y="51"/>
                      <a:pt x="721" y="52"/>
                      <a:pt x="719" y="52"/>
                    </a:cubicBezTo>
                    <a:cubicBezTo>
                      <a:pt x="719" y="56"/>
                      <a:pt x="719" y="56"/>
                      <a:pt x="719" y="56"/>
                    </a:cubicBezTo>
                    <a:lnTo>
                      <a:pt x="737" y="56"/>
                    </a:lnTo>
                    <a:close/>
                    <a:moveTo>
                      <a:pt x="689" y="56"/>
                    </a:moveTo>
                    <a:cubicBezTo>
                      <a:pt x="689" y="52"/>
                      <a:pt x="689" y="52"/>
                      <a:pt x="689" y="52"/>
                    </a:cubicBezTo>
                    <a:cubicBezTo>
                      <a:pt x="687" y="52"/>
                      <a:pt x="685" y="51"/>
                      <a:pt x="683" y="51"/>
                    </a:cubicBezTo>
                    <a:cubicBezTo>
                      <a:pt x="683" y="21"/>
                      <a:pt x="683" y="21"/>
                      <a:pt x="683" y="21"/>
                    </a:cubicBezTo>
                    <a:cubicBezTo>
                      <a:pt x="685" y="21"/>
                      <a:pt x="687" y="21"/>
                      <a:pt x="689" y="20"/>
                    </a:cubicBezTo>
                    <a:cubicBezTo>
                      <a:pt x="689" y="17"/>
                      <a:pt x="689" y="17"/>
                      <a:pt x="689" y="17"/>
                    </a:cubicBezTo>
                    <a:cubicBezTo>
                      <a:pt x="669" y="17"/>
                      <a:pt x="669" y="17"/>
                      <a:pt x="669" y="17"/>
                    </a:cubicBezTo>
                    <a:cubicBezTo>
                      <a:pt x="669" y="20"/>
                      <a:pt x="669" y="20"/>
                      <a:pt x="669" y="20"/>
                    </a:cubicBezTo>
                    <a:cubicBezTo>
                      <a:pt x="671" y="21"/>
                      <a:pt x="674" y="21"/>
                      <a:pt x="676" y="21"/>
                    </a:cubicBezTo>
                    <a:cubicBezTo>
                      <a:pt x="676" y="51"/>
                      <a:pt x="676" y="51"/>
                      <a:pt x="676" y="51"/>
                    </a:cubicBezTo>
                    <a:cubicBezTo>
                      <a:pt x="674" y="51"/>
                      <a:pt x="671" y="52"/>
                      <a:pt x="669" y="52"/>
                    </a:cubicBezTo>
                    <a:cubicBezTo>
                      <a:pt x="669" y="56"/>
                      <a:pt x="669" y="56"/>
                      <a:pt x="669" y="56"/>
                    </a:cubicBezTo>
                    <a:lnTo>
                      <a:pt x="689" y="56"/>
                    </a:lnTo>
                    <a:close/>
                    <a:moveTo>
                      <a:pt x="662" y="54"/>
                    </a:moveTo>
                    <a:cubicBezTo>
                      <a:pt x="662" y="48"/>
                      <a:pt x="662" y="48"/>
                      <a:pt x="662" y="48"/>
                    </a:cubicBezTo>
                    <a:cubicBezTo>
                      <a:pt x="659" y="49"/>
                      <a:pt x="655" y="50"/>
                      <a:pt x="652" y="50"/>
                    </a:cubicBezTo>
                    <a:cubicBezTo>
                      <a:pt x="643" y="50"/>
                      <a:pt x="638" y="45"/>
                      <a:pt x="638" y="36"/>
                    </a:cubicBezTo>
                    <a:cubicBezTo>
                      <a:pt x="638" y="28"/>
                      <a:pt x="643" y="22"/>
                      <a:pt x="651" y="22"/>
                    </a:cubicBezTo>
                    <a:cubicBezTo>
                      <a:pt x="653" y="22"/>
                      <a:pt x="654" y="22"/>
                      <a:pt x="656" y="23"/>
                    </a:cubicBezTo>
                    <a:cubicBezTo>
                      <a:pt x="656" y="25"/>
                      <a:pt x="656" y="27"/>
                      <a:pt x="657" y="29"/>
                    </a:cubicBezTo>
                    <a:cubicBezTo>
                      <a:pt x="662" y="29"/>
                      <a:pt x="662" y="29"/>
                      <a:pt x="662" y="29"/>
                    </a:cubicBezTo>
                    <a:cubicBezTo>
                      <a:pt x="662" y="17"/>
                      <a:pt x="662" y="17"/>
                      <a:pt x="662" y="17"/>
                    </a:cubicBezTo>
                    <a:cubicBezTo>
                      <a:pt x="659" y="17"/>
                      <a:pt x="655" y="16"/>
                      <a:pt x="652" y="16"/>
                    </a:cubicBezTo>
                    <a:cubicBezTo>
                      <a:pt x="638" y="16"/>
                      <a:pt x="631" y="26"/>
                      <a:pt x="631" y="37"/>
                    </a:cubicBezTo>
                    <a:cubicBezTo>
                      <a:pt x="631" y="49"/>
                      <a:pt x="638" y="56"/>
                      <a:pt x="651" y="56"/>
                    </a:cubicBezTo>
                    <a:cubicBezTo>
                      <a:pt x="655" y="56"/>
                      <a:pt x="659" y="56"/>
                      <a:pt x="662" y="54"/>
                    </a:cubicBezTo>
                    <a:moveTo>
                      <a:pt x="625" y="20"/>
                    </a:moveTo>
                    <a:cubicBezTo>
                      <a:pt x="625" y="17"/>
                      <a:pt x="625" y="17"/>
                      <a:pt x="625" y="17"/>
                    </a:cubicBezTo>
                    <a:cubicBezTo>
                      <a:pt x="607" y="17"/>
                      <a:pt x="607" y="17"/>
                      <a:pt x="607" y="17"/>
                    </a:cubicBezTo>
                    <a:cubicBezTo>
                      <a:pt x="607" y="20"/>
                      <a:pt x="607" y="20"/>
                      <a:pt x="607" y="20"/>
                    </a:cubicBezTo>
                    <a:cubicBezTo>
                      <a:pt x="608" y="21"/>
                      <a:pt x="611" y="21"/>
                      <a:pt x="613" y="21"/>
                    </a:cubicBezTo>
                    <a:cubicBezTo>
                      <a:pt x="613" y="35"/>
                      <a:pt x="613" y="35"/>
                      <a:pt x="613" y="35"/>
                    </a:cubicBezTo>
                    <a:cubicBezTo>
                      <a:pt x="613" y="41"/>
                      <a:pt x="613" y="45"/>
                      <a:pt x="613" y="48"/>
                    </a:cubicBezTo>
                    <a:cubicBezTo>
                      <a:pt x="613" y="48"/>
                      <a:pt x="613" y="48"/>
                      <a:pt x="613" y="48"/>
                    </a:cubicBezTo>
                    <a:cubicBezTo>
                      <a:pt x="612" y="45"/>
                      <a:pt x="610" y="42"/>
                      <a:pt x="608" y="40"/>
                    </a:cubicBezTo>
                    <a:cubicBezTo>
                      <a:pt x="593" y="17"/>
                      <a:pt x="593" y="17"/>
                      <a:pt x="593" y="17"/>
                    </a:cubicBezTo>
                    <a:cubicBezTo>
                      <a:pt x="577" y="17"/>
                      <a:pt x="577" y="17"/>
                      <a:pt x="577" y="17"/>
                    </a:cubicBezTo>
                    <a:cubicBezTo>
                      <a:pt x="577" y="20"/>
                      <a:pt x="577" y="20"/>
                      <a:pt x="577" y="20"/>
                    </a:cubicBezTo>
                    <a:cubicBezTo>
                      <a:pt x="579" y="21"/>
                      <a:pt x="582" y="21"/>
                      <a:pt x="584" y="21"/>
                    </a:cubicBezTo>
                    <a:cubicBezTo>
                      <a:pt x="584" y="51"/>
                      <a:pt x="584" y="51"/>
                      <a:pt x="584" y="51"/>
                    </a:cubicBezTo>
                    <a:cubicBezTo>
                      <a:pt x="582" y="51"/>
                      <a:pt x="579" y="52"/>
                      <a:pt x="577" y="52"/>
                    </a:cubicBezTo>
                    <a:cubicBezTo>
                      <a:pt x="577" y="56"/>
                      <a:pt x="577" y="56"/>
                      <a:pt x="577" y="56"/>
                    </a:cubicBezTo>
                    <a:cubicBezTo>
                      <a:pt x="597" y="56"/>
                      <a:pt x="597" y="56"/>
                      <a:pt x="597" y="56"/>
                    </a:cubicBezTo>
                    <a:cubicBezTo>
                      <a:pt x="597" y="52"/>
                      <a:pt x="597" y="52"/>
                      <a:pt x="597" y="52"/>
                    </a:cubicBezTo>
                    <a:cubicBezTo>
                      <a:pt x="595" y="52"/>
                      <a:pt x="593" y="51"/>
                      <a:pt x="591" y="51"/>
                    </a:cubicBezTo>
                    <a:cubicBezTo>
                      <a:pt x="591" y="34"/>
                      <a:pt x="591" y="34"/>
                      <a:pt x="591" y="34"/>
                    </a:cubicBezTo>
                    <a:cubicBezTo>
                      <a:pt x="591" y="30"/>
                      <a:pt x="590" y="27"/>
                      <a:pt x="590" y="25"/>
                    </a:cubicBezTo>
                    <a:cubicBezTo>
                      <a:pt x="590" y="25"/>
                      <a:pt x="590" y="25"/>
                      <a:pt x="590" y="25"/>
                    </a:cubicBezTo>
                    <a:cubicBezTo>
                      <a:pt x="592" y="27"/>
                      <a:pt x="593" y="30"/>
                      <a:pt x="595" y="32"/>
                    </a:cubicBezTo>
                    <a:cubicBezTo>
                      <a:pt x="610" y="56"/>
                      <a:pt x="610" y="56"/>
                      <a:pt x="610" y="56"/>
                    </a:cubicBezTo>
                    <a:cubicBezTo>
                      <a:pt x="619" y="56"/>
                      <a:pt x="619" y="56"/>
                      <a:pt x="619" y="56"/>
                    </a:cubicBezTo>
                    <a:cubicBezTo>
                      <a:pt x="619" y="21"/>
                      <a:pt x="619" y="21"/>
                      <a:pt x="619" y="21"/>
                    </a:cubicBezTo>
                    <a:cubicBezTo>
                      <a:pt x="621" y="21"/>
                      <a:pt x="623" y="21"/>
                      <a:pt x="625" y="20"/>
                    </a:cubicBezTo>
                    <a:moveTo>
                      <a:pt x="569" y="56"/>
                    </a:moveTo>
                    <a:cubicBezTo>
                      <a:pt x="569" y="45"/>
                      <a:pt x="569" y="45"/>
                      <a:pt x="569" y="45"/>
                    </a:cubicBezTo>
                    <a:cubicBezTo>
                      <a:pt x="564" y="45"/>
                      <a:pt x="564" y="45"/>
                      <a:pt x="564" y="45"/>
                    </a:cubicBezTo>
                    <a:cubicBezTo>
                      <a:pt x="563" y="47"/>
                      <a:pt x="563" y="49"/>
                      <a:pt x="563" y="51"/>
                    </a:cubicBezTo>
                    <a:cubicBezTo>
                      <a:pt x="552" y="51"/>
                      <a:pt x="552" y="51"/>
                      <a:pt x="552" y="51"/>
                    </a:cubicBezTo>
                    <a:cubicBezTo>
                      <a:pt x="552" y="38"/>
                      <a:pt x="552" y="38"/>
                      <a:pt x="552" y="38"/>
                    </a:cubicBezTo>
                    <a:cubicBezTo>
                      <a:pt x="559" y="38"/>
                      <a:pt x="559" y="38"/>
                      <a:pt x="559" y="38"/>
                    </a:cubicBezTo>
                    <a:cubicBezTo>
                      <a:pt x="559" y="40"/>
                      <a:pt x="559" y="41"/>
                      <a:pt x="560" y="42"/>
                    </a:cubicBezTo>
                    <a:cubicBezTo>
                      <a:pt x="564" y="42"/>
                      <a:pt x="564" y="42"/>
                      <a:pt x="564" y="42"/>
                    </a:cubicBezTo>
                    <a:cubicBezTo>
                      <a:pt x="564" y="29"/>
                      <a:pt x="564" y="29"/>
                      <a:pt x="564" y="29"/>
                    </a:cubicBezTo>
                    <a:cubicBezTo>
                      <a:pt x="560" y="29"/>
                      <a:pt x="560" y="29"/>
                      <a:pt x="560" y="29"/>
                    </a:cubicBezTo>
                    <a:cubicBezTo>
                      <a:pt x="559" y="30"/>
                      <a:pt x="559" y="32"/>
                      <a:pt x="559" y="33"/>
                    </a:cubicBezTo>
                    <a:cubicBezTo>
                      <a:pt x="552" y="33"/>
                      <a:pt x="552" y="33"/>
                      <a:pt x="552" y="33"/>
                    </a:cubicBezTo>
                    <a:cubicBezTo>
                      <a:pt x="552" y="21"/>
                      <a:pt x="552" y="21"/>
                      <a:pt x="552" y="21"/>
                    </a:cubicBezTo>
                    <a:cubicBezTo>
                      <a:pt x="563" y="21"/>
                      <a:pt x="563" y="21"/>
                      <a:pt x="563" y="21"/>
                    </a:cubicBezTo>
                    <a:cubicBezTo>
                      <a:pt x="563" y="23"/>
                      <a:pt x="563" y="25"/>
                      <a:pt x="564" y="27"/>
                    </a:cubicBezTo>
                    <a:cubicBezTo>
                      <a:pt x="568" y="27"/>
                      <a:pt x="568" y="27"/>
                      <a:pt x="568" y="27"/>
                    </a:cubicBezTo>
                    <a:cubicBezTo>
                      <a:pt x="568" y="17"/>
                      <a:pt x="568" y="17"/>
                      <a:pt x="568" y="17"/>
                    </a:cubicBezTo>
                    <a:cubicBezTo>
                      <a:pt x="538" y="17"/>
                      <a:pt x="538" y="17"/>
                      <a:pt x="538" y="17"/>
                    </a:cubicBezTo>
                    <a:cubicBezTo>
                      <a:pt x="538" y="20"/>
                      <a:pt x="538" y="20"/>
                      <a:pt x="538" y="20"/>
                    </a:cubicBezTo>
                    <a:cubicBezTo>
                      <a:pt x="540" y="21"/>
                      <a:pt x="543" y="21"/>
                      <a:pt x="545" y="21"/>
                    </a:cubicBezTo>
                    <a:cubicBezTo>
                      <a:pt x="545" y="51"/>
                      <a:pt x="545" y="51"/>
                      <a:pt x="545" y="51"/>
                    </a:cubicBezTo>
                    <a:cubicBezTo>
                      <a:pt x="543" y="51"/>
                      <a:pt x="540" y="52"/>
                      <a:pt x="538" y="52"/>
                    </a:cubicBezTo>
                    <a:cubicBezTo>
                      <a:pt x="538" y="56"/>
                      <a:pt x="538" y="56"/>
                      <a:pt x="538" y="56"/>
                    </a:cubicBezTo>
                    <a:lnTo>
                      <a:pt x="569" y="56"/>
                    </a:lnTo>
                    <a:close/>
                    <a:moveTo>
                      <a:pt x="531" y="56"/>
                    </a:moveTo>
                    <a:cubicBezTo>
                      <a:pt x="531" y="52"/>
                      <a:pt x="531" y="52"/>
                      <a:pt x="531" y="52"/>
                    </a:cubicBezTo>
                    <a:cubicBezTo>
                      <a:pt x="529" y="52"/>
                      <a:pt x="527" y="51"/>
                      <a:pt x="525" y="51"/>
                    </a:cubicBezTo>
                    <a:cubicBezTo>
                      <a:pt x="525" y="21"/>
                      <a:pt x="525" y="21"/>
                      <a:pt x="525" y="21"/>
                    </a:cubicBezTo>
                    <a:cubicBezTo>
                      <a:pt x="527" y="21"/>
                      <a:pt x="529" y="21"/>
                      <a:pt x="531" y="20"/>
                    </a:cubicBezTo>
                    <a:cubicBezTo>
                      <a:pt x="531" y="17"/>
                      <a:pt x="531" y="17"/>
                      <a:pt x="531" y="17"/>
                    </a:cubicBezTo>
                    <a:cubicBezTo>
                      <a:pt x="511" y="17"/>
                      <a:pt x="511" y="17"/>
                      <a:pt x="511" y="17"/>
                    </a:cubicBezTo>
                    <a:cubicBezTo>
                      <a:pt x="511" y="20"/>
                      <a:pt x="511" y="20"/>
                      <a:pt x="511" y="20"/>
                    </a:cubicBezTo>
                    <a:cubicBezTo>
                      <a:pt x="513" y="21"/>
                      <a:pt x="516" y="21"/>
                      <a:pt x="518" y="21"/>
                    </a:cubicBezTo>
                    <a:cubicBezTo>
                      <a:pt x="518" y="51"/>
                      <a:pt x="518" y="51"/>
                      <a:pt x="518" y="51"/>
                    </a:cubicBezTo>
                    <a:cubicBezTo>
                      <a:pt x="516" y="51"/>
                      <a:pt x="513" y="52"/>
                      <a:pt x="511" y="52"/>
                    </a:cubicBezTo>
                    <a:cubicBezTo>
                      <a:pt x="511" y="56"/>
                      <a:pt x="511" y="56"/>
                      <a:pt x="511" y="56"/>
                    </a:cubicBezTo>
                    <a:lnTo>
                      <a:pt x="531" y="56"/>
                    </a:lnTo>
                    <a:close/>
                    <a:moveTo>
                      <a:pt x="504" y="54"/>
                    </a:moveTo>
                    <a:cubicBezTo>
                      <a:pt x="504" y="48"/>
                      <a:pt x="504" y="48"/>
                      <a:pt x="504" y="48"/>
                    </a:cubicBezTo>
                    <a:cubicBezTo>
                      <a:pt x="501" y="49"/>
                      <a:pt x="497" y="50"/>
                      <a:pt x="494" y="50"/>
                    </a:cubicBezTo>
                    <a:cubicBezTo>
                      <a:pt x="485" y="50"/>
                      <a:pt x="481" y="45"/>
                      <a:pt x="481" y="36"/>
                    </a:cubicBezTo>
                    <a:cubicBezTo>
                      <a:pt x="481" y="28"/>
                      <a:pt x="485" y="22"/>
                      <a:pt x="493" y="22"/>
                    </a:cubicBezTo>
                    <a:cubicBezTo>
                      <a:pt x="495" y="22"/>
                      <a:pt x="496" y="22"/>
                      <a:pt x="498" y="23"/>
                    </a:cubicBezTo>
                    <a:cubicBezTo>
                      <a:pt x="498" y="25"/>
                      <a:pt x="499" y="27"/>
                      <a:pt x="499" y="29"/>
                    </a:cubicBezTo>
                    <a:cubicBezTo>
                      <a:pt x="504" y="29"/>
                      <a:pt x="504" y="29"/>
                      <a:pt x="504" y="29"/>
                    </a:cubicBezTo>
                    <a:cubicBezTo>
                      <a:pt x="504" y="17"/>
                      <a:pt x="504" y="17"/>
                      <a:pt x="504" y="17"/>
                    </a:cubicBezTo>
                    <a:cubicBezTo>
                      <a:pt x="501" y="17"/>
                      <a:pt x="497" y="16"/>
                      <a:pt x="494" y="16"/>
                    </a:cubicBezTo>
                    <a:cubicBezTo>
                      <a:pt x="480" y="16"/>
                      <a:pt x="473" y="26"/>
                      <a:pt x="473" y="37"/>
                    </a:cubicBezTo>
                    <a:cubicBezTo>
                      <a:pt x="473" y="49"/>
                      <a:pt x="480" y="56"/>
                      <a:pt x="493" y="56"/>
                    </a:cubicBezTo>
                    <a:cubicBezTo>
                      <a:pt x="497" y="56"/>
                      <a:pt x="501" y="56"/>
                      <a:pt x="504" y="54"/>
                    </a:cubicBezTo>
                    <a:moveTo>
                      <a:pt x="453" y="20"/>
                    </a:moveTo>
                    <a:cubicBezTo>
                      <a:pt x="453" y="17"/>
                      <a:pt x="453" y="17"/>
                      <a:pt x="453" y="17"/>
                    </a:cubicBezTo>
                    <a:cubicBezTo>
                      <a:pt x="436" y="17"/>
                      <a:pt x="436" y="17"/>
                      <a:pt x="436" y="17"/>
                    </a:cubicBezTo>
                    <a:cubicBezTo>
                      <a:pt x="436" y="20"/>
                      <a:pt x="436" y="20"/>
                      <a:pt x="436" y="20"/>
                    </a:cubicBezTo>
                    <a:cubicBezTo>
                      <a:pt x="437" y="21"/>
                      <a:pt x="439" y="21"/>
                      <a:pt x="440" y="21"/>
                    </a:cubicBezTo>
                    <a:cubicBezTo>
                      <a:pt x="433" y="36"/>
                      <a:pt x="433" y="36"/>
                      <a:pt x="433" y="36"/>
                    </a:cubicBezTo>
                    <a:cubicBezTo>
                      <a:pt x="425" y="21"/>
                      <a:pt x="425" y="21"/>
                      <a:pt x="425" y="21"/>
                    </a:cubicBezTo>
                    <a:cubicBezTo>
                      <a:pt x="426" y="21"/>
                      <a:pt x="428" y="21"/>
                      <a:pt x="430" y="20"/>
                    </a:cubicBezTo>
                    <a:cubicBezTo>
                      <a:pt x="430" y="17"/>
                      <a:pt x="430" y="17"/>
                      <a:pt x="430" y="17"/>
                    </a:cubicBezTo>
                    <a:cubicBezTo>
                      <a:pt x="412" y="17"/>
                      <a:pt x="412" y="17"/>
                      <a:pt x="412" y="17"/>
                    </a:cubicBezTo>
                    <a:cubicBezTo>
                      <a:pt x="412" y="20"/>
                      <a:pt x="412" y="20"/>
                      <a:pt x="412" y="20"/>
                    </a:cubicBezTo>
                    <a:cubicBezTo>
                      <a:pt x="414" y="21"/>
                      <a:pt x="415" y="21"/>
                      <a:pt x="417" y="21"/>
                    </a:cubicBezTo>
                    <a:cubicBezTo>
                      <a:pt x="429" y="42"/>
                      <a:pt x="429" y="42"/>
                      <a:pt x="429" y="42"/>
                    </a:cubicBezTo>
                    <a:cubicBezTo>
                      <a:pt x="429" y="51"/>
                      <a:pt x="429" y="51"/>
                      <a:pt x="429" y="51"/>
                    </a:cubicBezTo>
                    <a:cubicBezTo>
                      <a:pt x="427" y="51"/>
                      <a:pt x="424" y="52"/>
                      <a:pt x="422" y="52"/>
                    </a:cubicBezTo>
                    <a:cubicBezTo>
                      <a:pt x="422" y="56"/>
                      <a:pt x="422" y="56"/>
                      <a:pt x="422" y="56"/>
                    </a:cubicBezTo>
                    <a:cubicBezTo>
                      <a:pt x="442" y="56"/>
                      <a:pt x="442" y="56"/>
                      <a:pt x="442" y="56"/>
                    </a:cubicBezTo>
                    <a:cubicBezTo>
                      <a:pt x="442" y="52"/>
                      <a:pt x="442" y="52"/>
                      <a:pt x="442" y="52"/>
                    </a:cubicBezTo>
                    <a:cubicBezTo>
                      <a:pt x="440" y="52"/>
                      <a:pt x="438" y="51"/>
                      <a:pt x="436" y="51"/>
                    </a:cubicBezTo>
                    <a:cubicBezTo>
                      <a:pt x="436" y="42"/>
                      <a:pt x="436" y="42"/>
                      <a:pt x="436" y="42"/>
                    </a:cubicBezTo>
                    <a:cubicBezTo>
                      <a:pt x="448" y="21"/>
                      <a:pt x="448" y="21"/>
                      <a:pt x="448" y="21"/>
                    </a:cubicBezTo>
                    <a:cubicBezTo>
                      <a:pt x="449" y="21"/>
                      <a:pt x="451" y="21"/>
                      <a:pt x="453" y="20"/>
                    </a:cubicBezTo>
                    <a:moveTo>
                      <a:pt x="379" y="41"/>
                    </a:moveTo>
                    <a:cubicBezTo>
                      <a:pt x="365" y="41"/>
                      <a:pt x="365" y="41"/>
                      <a:pt x="365" y="41"/>
                    </a:cubicBezTo>
                    <a:cubicBezTo>
                      <a:pt x="370" y="29"/>
                      <a:pt x="370" y="29"/>
                      <a:pt x="370" y="29"/>
                    </a:cubicBezTo>
                    <a:cubicBezTo>
                      <a:pt x="371" y="27"/>
                      <a:pt x="372" y="24"/>
                      <a:pt x="372" y="22"/>
                    </a:cubicBezTo>
                    <a:cubicBezTo>
                      <a:pt x="372" y="22"/>
                      <a:pt x="372" y="22"/>
                      <a:pt x="372" y="22"/>
                    </a:cubicBezTo>
                    <a:cubicBezTo>
                      <a:pt x="373" y="24"/>
                      <a:pt x="373" y="27"/>
                      <a:pt x="374" y="29"/>
                    </a:cubicBezTo>
                    <a:lnTo>
                      <a:pt x="379" y="41"/>
                    </a:lnTo>
                    <a:close/>
                    <a:moveTo>
                      <a:pt x="395" y="56"/>
                    </a:moveTo>
                    <a:cubicBezTo>
                      <a:pt x="395" y="52"/>
                      <a:pt x="395" y="52"/>
                      <a:pt x="395" y="52"/>
                    </a:cubicBezTo>
                    <a:cubicBezTo>
                      <a:pt x="393" y="52"/>
                      <a:pt x="392" y="51"/>
                      <a:pt x="390" y="51"/>
                    </a:cubicBezTo>
                    <a:cubicBezTo>
                      <a:pt x="377" y="17"/>
                      <a:pt x="377" y="17"/>
                      <a:pt x="377" y="17"/>
                    </a:cubicBezTo>
                    <a:cubicBezTo>
                      <a:pt x="368" y="17"/>
                      <a:pt x="368" y="17"/>
                      <a:pt x="368" y="17"/>
                    </a:cubicBezTo>
                    <a:cubicBezTo>
                      <a:pt x="355" y="51"/>
                      <a:pt x="355" y="51"/>
                      <a:pt x="355" y="51"/>
                    </a:cubicBezTo>
                    <a:cubicBezTo>
                      <a:pt x="353" y="51"/>
                      <a:pt x="351" y="52"/>
                      <a:pt x="350" y="52"/>
                    </a:cubicBezTo>
                    <a:cubicBezTo>
                      <a:pt x="350" y="56"/>
                      <a:pt x="350" y="56"/>
                      <a:pt x="350" y="56"/>
                    </a:cubicBezTo>
                    <a:cubicBezTo>
                      <a:pt x="367" y="56"/>
                      <a:pt x="367" y="56"/>
                      <a:pt x="367" y="56"/>
                    </a:cubicBezTo>
                    <a:cubicBezTo>
                      <a:pt x="367" y="52"/>
                      <a:pt x="367" y="52"/>
                      <a:pt x="367" y="52"/>
                    </a:cubicBezTo>
                    <a:cubicBezTo>
                      <a:pt x="366" y="52"/>
                      <a:pt x="363" y="51"/>
                      <a:pt x="362" y="51"/>
                    </a:cubicBezTo>
                    <a:cubicBezTo>
                      <a:pt x="364" y="46"/>
                      <a:pt x="364" y="46"/>
                      <a:pt x="364" y="46"/>
                    </a:cubicBezTo>
                    <a:cubicBezTo>
                      <a:pt x="381" y="46"/>
                      <a:pt x="381" y="46"/>
                      <a:pt x="381" y="46"/>
                    </a:cubicBezTo>
                    <a:cubicBezTo>
                      <a:pt x="383" y="51"/>
                      <a:pt x="383" y="51"/>
                      <a:pt x="383" y="51"/>
                    </a:cubicBezTo>
                    <a:cubicBezTo>
                      <a:pt x="381" y="51"/>
                      <a:pt x="379" y="52"/>
                      <a:pt x="377" y="52"/>
                    </a:cubicBezTo>
                    <a:cubicBezTo>
                      <a:pt x="377" y="56"/>
                      <a:pt x="377" y="56"/>
                      <a:pt x="377" y="56"/>
                    </a:cubicBezTo>
                    <a:lnTo>
                      <a:pt x="395" y="56"/>
                    </a:lnTo>
                    <a:close/>
                    <a:moveTo>
                      <a:pt x="347" y="56"/>
                    </a:moveTo>
                    <a:cubicBezTo>
                      <a:pt x="347" y="52"/>
                      <a:pt x="347" y="52"/>
                      <a:pt x="347" y="52"/>
                    </a:cubicBezTo>
                    <a:cubicBezTo>
                      <a:pt x="345" y="52"/>
                      <a:pt x="342" y="51"/>
                      <a:pt x="340" y="51"/>
                    </a:cubicBezTo>
                    <a:cubicBezTo>
                      <a:pt x="340" y="21"/>
                      <a:pt x="340" y="21"/>
                      <a:pt x="340" y="21"/>
                    </a:cubicBezTo>
                    <a:cubicBezTo>
                      <a:pt x="342" y="21"/>
                      <a:pt x="345" y="21"/>
                      <a:pt x="347" y="20"/>
                    </a:cubicBezTo>
                    <a:cubicBezTo>
                      <a:pt x="347" y="17"/>
                      <a:pt x="347" y="17"/>
                      <a:pt x="347" y="17"/>
                    </a:cubicBezTo>
                    <a:cubicBezTo>
                      <a:pt x="327" y="17"/>
                      <a:pt x="327" y="17"/>
                      <a:pt x="327" y="17"/>
                    </a:cubicBezTo>
                    <a:cubicBezTo>
                      <a:pt x="327" y="20"/>
                      <a:pt x="327" y="20"/>
                      <a:pt x="327" y="20"/>
                    </a:cubicBezTo>
                    <a:cubicBezTo>
                      <a:pt x="329" y="21"/>
                      <a:pt x="331" y="21"/>
                      <a:pt x="333" y="21"/>
                    </a:cubicBezTo>
                    <a:cubicBezTo>
                      <a:pt x="333" y="51"/>
                      <a:pt x="333" y="51"/>
                      <a:pt x="333" y="51"/>
                    </a:cubicBezTo>
                    <a:cubicBezTo>
                      <a:pt x="331" y="51"/>
                      <a:pt x="329" y="52"/>
                      <a:pt x="327" y="52"/>
                    </a:cubicBezTo>
                    <a:cubicBezTo>
                      <a:pt x="327" y="56"/>
                      <a:pt x="327" y="56"/>
                      <a:pt x="327" y="56"/>
                    </a:cubicBezTo>
                    <a:lnTo>
                      <a:pt x="347" y="56"/>
                    </a:lnTo>
                    <a:close/>
                    <a:moveTo>
                      <a:pt x="346" y="5"/>
                    </a:moveTo>
                    <a:cubicBezTo>
                      <a:pt x="343" y="0"/>
                      <a:pt x="343" y="0"/>
                      <a:pt x="343" y="0"/>
                    </a:cubicBezTo>
                    <a:cubicBezTo>
                      <a:pt x="332" y="9"/>
                      <a:pt x="332" y="9"/>
                      <a:pt x="332" y="9"/>
                    </a:cubicBezTo>
                    <a:cubicBezTo>
                      <a:pt x="335" y="12"/>
                      <a:pt x="335" y="12"/>
                      <a:pt x="335" y="12"/>
                    </a:cubicBezTo>
                    <a:lnTo>
                      <a:pt x="346" y="5"/>
                    </a:lnTo>
                    <a:close/>
                    <a:moveTo>
                      <a:pt x="310" y="28"/>
                    </a:moveTo>
                    <a:cubicBezTo>
                      <a:pt x="310" y="32"/>
                      <a:pt x="307" y="34"/>
                      <a:pt x="302" y="34"/>
                    </a:cubicBezTo>
                    <a:cubicBezTo>
                      <a:pt x="300" y="34"/>
                      <a:pt x="299" y="34"/>
                      <a:pt x="298" y="34"/>
                    </a:cubicBezTo>
                    <a:cubicBezTo>
                      <a:pt x="298" y="22"/>
                      <a:pt x="298" y="22"/>
                      <a:pt x="298" y="22"/>
                    </a:cubicBezTo>
                    <a:cubicBezTo>
                      <a:pt x="299" y="22"/>
                      <a:pt x="300" y="21"/>
                      <a:pt x="302" y="21"/>
                    </a:cubicBezTo>
                    <a:cubicBezTo>
                      <a:pt x="307" y="21"/>
                      <a:pt x="310" y="23"/>
                      <a:pt x="310" y="28"/>
                    </a:cubicBezTo>
                    <a:moveTo>
                      <a:pt x="320" y="56"/>
                    </a:moveTo>
                    <a:cubicBezTo>
                      <a:pt x="320" y="52"/>
                      <a:pt x="320" y="52"/>
                      <a:pt x="320" y="52"/>
                    </a:cubicBezTo>
                    <a:cubicBezTo>
                      <a:pt x="319" y="52"/>
                      <a:pt x="317" y="51"/>
                      <a:pt x="315" y="51"/>
                    </a:cubicBezTo>
                    <a:cubicBezTo>
                      <a:pt x="309" y="42"/>
                      <a:pt x="309" y="42"/>
                      <a:pt x="309" y="42"/>
                    </a:cubicBezTo>
                    <a:cubicBezTo>
                      <a:pt x="308" y="40"/>
                      <a:pt x="307" y="39"/>
                      <a:pt x="306" y="38"/>
                    </a:cubicBezTo>
                    <a:cubicBezTo>
                      <a:pt x="313" y="37"/>
                      <a:pt x="317" y="33"/>
                      <a:pt x="317" y="27"/>
                    </a:cubicBezTo>
                    <a:cubicBezTo>
                      <a:pt x="317" y="20"/>
                      <a:pt x="312" y="16"/>
                      <a:pt x="303" y="16"/>
                    </a:cubicBezTo>
                    <a:cubicBezTo>
                      <a:pt x="298" y="16"/>
                      <a:pt x="293" y="17"/>
                      <a:pt x="290" y="17"/>
                    </a:cubicBezTo>
                    <a:cubicBezTo>
                      <a:pt x="284" y="17"/>
                      <a:pt x="284" y="17"/>
                      <a:pt x="284" y="17"/>
                    </a:cubicBezTo>
                    <a:cubicBezTo>
                      <a:pt x="284" y="20"/>
                      <a:pt x="284" y="20"/>
                      <a:pt x="284" y="20"/>
                    </a:cubicBezTo>
                    <a:cubicBezTo>
                      <a:pt x="286" y="21"/>
                      <a:pt x="288" y="21"/>
                      <a:pt x="291" y="21"/>
                    </a:cubicBezTo>
                    <a:cubicBezTo>
                      <a:pt x="291" y="51"/>
                      <a:pt x="291" y="51"/>
                      <a:pt x="291" y="51"/>
                    </a:cubicBezTo>
                    <a:cubicBezTo>
                      <a:pt x="288" y="51"/>
                      <a:pt x="286" y="52"/>
                      <a:pt x="284" y="52"/>
                    </a:cubicBezTo>
                    <a:cubicBezTo>
                      <a:pt x="284" y="56"/>
                      <a:pt x="284" y="56"/>
                      <a:pt x="284" y="56"/>
                    </a:cubicBezTo>
                    <a:cubicBezTo>
                      <a:pt x="303" y="56"/>
                      <a:pt x="303" y="56"/>
                      <a:pt x="303" y="56"/>
                    </a:cubicBezTo>
                    <a:cubicBezTo>
                      <a:pt x="303" y="52"/>
                      <a:pt x="303" y="52"/>
                      <a:pt x="303" y="52"/>
                    </a:cubicBezTo>
                    <a:cubicBezTo>
                      <a:pt x="301" y="52"/>
                      <a:pt x="299" y="51"/>
                      <a:pt x="298" y="51"/>
                    </a:cubicBezTo>
                    <a:cubicBezTo>
                      <a:pt x="298" y="39"/>
                      <a:pt x="298" y="39"/>
                      <a:pt x="298" y="39"/>
                    </a:cubicBezTo>
                    <a:cubicBezTo>
                      <a:pt x="299" y="39"/>
                      <a:pt x="299" y="39"/>
                      <a:pt x="299" y="39"/>
                    </a:cubicBezTo>
                    <a:cubicBezTo>
                      <a:pt x="310" y="56"/>
                      <a:pt x="310" y="56"/>
                      <a:pt x="310" y="56"/>
                    </a:cubicBezTo>
                    <a:lnTo>
                      <a:pt x="320" y="56"/>
                    </a:lnTo>
                    <a:close/>
                    <a:moveTo>
                      <a:pt x="275" y="56"/>
                    </a:moveTo>
                    <a:cubicBezTo>
                      <a:pt x="275" y="45"/>
                      <a:pt x="275" y="45"/>
                      <a:pt x="275" y="45"/>
                    </a:cubicBezTo>
                    <a:cubicBezTo>
                      <a:pt x="270" y="45"/>
                      <a:pt x="270" y="45"/>
                      <a:pt x="270" y="45"/>
                    </a:cubicBezTo>
                    <a:cubicBezTo>
                      <a:pt x="270" y="47"/>
                      <a:pt x="270" y="49"/>
                      <a:pt x="269" y="51"/>
                    </a:cubicBezTo>
                    <a:cubicBezTo>
                      <a:pt x="258" y="51"/>
                      <a:pt x="258" y="51"/>
                      <a:pt x="258" y="51"/>
                    </a:cubicBezTo>
                    <a:cubicBezTo>
                      <a:pt x="258" y="38"/>
                      <a:pt x="258" y="38"/>
                      <a:pt x="258" y="38"/>
                    </a:cubicBezTo>
                    <a:cubicBezTo>
                      <a:pt x="266" y="38"/>
                      <a:pt x="266" y="38"/>
                      <a:pt x="266" y="38"/>
                    </a:cubicBezTo>
                    <a:cubicBezTo>
                      <a:pt x="266" y="40"/>
                      <a:pt x="266" y="41"/>
                      <a:pt x="266" y="42"/>
                    </a:cubicBezTo>
                    <a:cubicBezTo>
                      <a:pt x="271" y="42"/>
                      <a:pt x="271" y="42"/>
                      <a:pt x="271" y="42"/>
                    </a:cubicBezTo>
                    <a:cubicBezTo>
                      <a:pt x="271" y="29"/>
                      <a:pt x="271" y="29"/>
                      <a:pt x="271" y="29"/>
                    </a:cubicBezTo>
                    <a:cubicBezTo>
                      <a:pt x="266" y="29"/>
                      <a:pt x="266" y="29"/>
                      <a:pt x="266" y="29"/>
                    </a:cubicBezTo>
                    <a:cubicBezTo>
                      <a:pt x="266" y="30"/>
                      <a:pt x="266" y="32"/>
                      <a:pt x="266" y="33"/>
                    </a:cubicBezTo>
                    <a:cubicBezTo>
                      <a:pt x="258" y="33"/>
                      <a:pt x="258" y="33"/>
                      <a:pt x="258" y="33"/>
                    </a:cubicBezTo>
                    <a:cubicBezTo>
                      <a:pt x="258" y="21"/>
                      <a:pt x="258" y="21"/>
                      <a:pt x="258" y="21"/>
                    </a:cubicBezTo>
                    <a:cubicBezTo>
                      <a:pt x="269" y="21"/>
                      <a:pt x="269" y="21"/>
                      <a:pt x="269" y="21"/>
                    </a:cubicBezTo>
                    <a:cubicBezTo>
                      <a:pt x="269" y="23"/>
                      <a:pt x="270" y="25"/>
                      <a:pt x="270" y="27"/>
                    </a:cubicBezTo>
                    <a:cubicBezTo>
                      <a:pt x="275" y="27"/>
                      <a:pt x="275" y="27"/>
                      <a:pt x="275" y="27"/>
                    </a:cubicBezTo>
                    <a:cubicBezTo>
                      <a:pt x="275" y="17"/>
                      <a:pt x="275" y="17"/>
                      <a:pt x="275" y="17"/>
                    </a:cubicBezTo>
                    <a:cubicBezTo>
                      <a:pt x="245" y="17"/>
                      <a:pt x="245" y="17"/>
                      <a:pt x="245" y="17"/>
                    </a:cubicBezTo>
                    <a:cubicBezTo>
                      <a:pt x="245" y="20"/>
                      <a:pt x="245" y="20"/>
                      <a:pt x="245" y="20"/>
                    </a:cubicBezTo>
                    <a:cubicBezTo>
                      <a:pt x="247" y="21"/>
                      <a:pt x="249" y="21"/>
                      <a:pt x="252" y="21"/>
                    </a:cubicBezTo>
                    <a:cubicBezTo>
                      <a:pt x="252" y="51"/>
                      <a:pt x="252" y="51"/>
                      <a:pt x="252" y="51"/>
                    </a:cubicBezTo>
                    <a:cubicBezTo>
                      <a:pt x="249" y="51"/>
                      <a:pt x="247" y="52"/>
                      <a:pt x="245" y="52"/>
                    </a:cubicBezTo>
                    <a:cubicBezTo>
                      <a:pt x="245" y="56"/>
                      <a:pt x="245" y="56"/>
                      <a:pt x="245" y="56"/>
                    </a:cubicBezTo>
                    <a:lnTo>
                      <a:pt x="275" y="56"/>
                    </a:lnTo>
                    <a:close/>
                    <a:moveTo>
                      <a:pt x="238" y="56"/>
                    </a:moveTo>
                    <a:cubicBezTo>
                      <a:pt x="238" y="52"/>
                      <a:pt x="238" y="52"/>
                      <a:pt x="238" y="52"/>
                    </a:cubicBezTo>
                    <a:cubicBezTo>
                      <a:pt x="236" y="52"/>
                      <a:pt x="234" y="51"/>
                      <a:pt x="232" y="51"/>
                    </a:cubicBezTo>
                    <a:cubicBezTo>
                      <a:pt x="232" y="21"/>
                      <a:pt x="232" y="21"/>
                      <a:pt x="232" y="21"/>
                    </a:cubicBezTo>
                    <a:cubicBezTo>
                      <a:pt x="234" y="21"/>
                      <a:pt x="236" y="21"/>
                      <a:pt x="238" y="20"/>
                    </a:cubicBezTo>
                    <a:cubicBezTo>
                      <a:pt x="238" y="17"/>
                      <a:pt x="238" y="17"/>
                      <a:pt x="238" y="17"/>
                    </a:cubicBezTo>
                    <a:cubicBezTo>
                      <a:pt x="218" y="17"/>
                      <a:pt x="218" y="17"/>
                      <a:pt x="218" y="17"/>
                    </a:cubicBezTo>
                    <a:cubicBezTo>
                      <a:pt x="218" y="20"/>
                      <a:pt x="218" y="20"/>
                      <a:pt x="218" y="20"/>
                    </a:cubicBezTo>
                    <a:cubicBezTo>
                      <a:pt x="220" y="21"/>
                      <a:pt x="222" y="21"/>
                      <a:pt x="225" y="21"/>
                    </a:cubicBezTo>
                    <a:cubicBezTo>
                      <a:pt x="225" y="51"/>
                      <a:pt x="225" y="51"/>
                      <a:pt x="225" y="51"/>
                    </a:cubicBezTo>
                    <a:cubicBezTo>
                      <a:pt x="222" y="51"/>
                      <a:pt x="220" y="52"/>
                      <a:pt x="218" y="52"/>
                    </a:cubicBezTo>
                    <a:cubicBezTo>
                      <a:pt x="218" y="56"/>
                      <a:pt x="218" y="56"/>
                      <a:pt x="218" y="56"/>
                    </a:cubicBezTo>
                    <a:lnTo>
                      <a:pt x="238" y="56"/>
                    </a:lnTo>
                    <a:close/>
                    <a:moveTo>
                      <a:pt x="211" y="20"/>
                    </a:moveTo>
                    <a:cubicBezTo>
                      <a:pt x="211" y="17"/>
                      <a:pt x="211" y="17"/>
                      <a:pt x="211" y="17"/>
                    </a:cubicBezTo>
                    <a:cubicBezTo>
                      <a:pt x="193" y="17"/>
                      <a:pt x="193" y="17"/>
                      <a:pt x="193" y="17"/>
                    </a:cubicBezTo>
                    <a:cubicBezTo>
                      <a:pt x="193" y="20"/>
                      <a:pt x="193" y="20"/>
                      <a:pt x="193" y="20"/>
                    </a:cubicBezTo>
                    <a:cubicBezTo>
                      <a:pt x="195" y="21"/>
                      <a:pt x="197" y="21"/>
                      <a:pt x="199" y="21"/>
                    </a:cubicBezTo>
                    <a:cubicBezTo>
                      <a:pt x="199" y="35"/>
                      <a:pt x="199" y="35"/>
                      <a:pt x="199" y="35"/>
                    </a:cubicBezTo>
                    <a:cubicBezTo>
                      <a:pt x="199" y="41"/>
                      <a:pt x="199" y="45"/>
                      <a:pt x="200" y="48"/>
                    </a:cubicBezTo>
                    <a:cubicBezTo>
                      <a:pt x="199" y="48"/>
                      <a:pt x="199" y="48"/>
                      <a:pt x="199" y="48"/>
                    </a:cubicBezTo>
                    <a:cubicBezTo>
                      <a:pt x="198" y="45"/>
                      <a:pt x="196" y="42"/>
                      <a:pt x="195" y="40"/>
                    </a:cubicBezTo>
                    <a:cubicBezTo>
                      <a:pt x="180" y="17"/>
                      <a:pt x="180" y="17"/>
                      <a:pt x="180" y="17"/>
                    </a:cubicBezTo>
                    <a:cubicBezTo>
                      <a:pt x="164" y="17"/>
                      <a:pt x="164" y="17"/>
                      <a:pt x="164" y="17"/>
                    </a:cubicBezTo>
                    <a:cubicBezTo>
                      <a:pt x="164" y="20"/>
                      <a:pt x="164" y="20"/>
                      <a:pt x="164" y="20"/>
                    </a:cubicBezTo>
                    <a:cubicBezTo>
                      <a:pt x="166" y="21"/>
                      <a:pt x="168" y="21"/>
                      <a:pt x="171" y="21"/>
                    </a:cubicBezTo>
                    <a:cubicBezTo>
                      <a:pt x="171" y="51"/>
                      <a:pt x="171" y="51"/>
                      <a:pt x="171" y="51"/>
                    </a:cubicBezTo>
                    <a:cubicBezTo>
                      <a:pt x="168" y="51"/>
                      <a:pt x="166" y="52"/>
                      <a:pt x="164" y="52"/>
                    </a:cubicBezTo>
                    <a:cubicBezTo>
                      <a:pt x="164" y="56"/>
                      <a:pt x="164" y="56"/>
                      <a:pt x="164" y="56"/>
                    </a:cubicBezTo>
                    <a:cubicBezTo>
                      <a:pt x="183" y="56"/>
                      <a:pt x="183" y="56"/>
                      <a:pt x="183" y="56"/>
                    </a:cubicBezTo>
                    <a:cubicBezTo>
                      <a:pt x="183" y="52"/>
                      <a:pt x="183" y="52"/>
                      <a:pt x="183" y="52"/>
                    </a:cubicBezTo>
                    <a:cubicBezTo>
                      <a:pt x="182" y="52"/>
                      <a:pt x="179" y="51"/>
                      <a:pt x="177" y="51"/>
                    </a:cubicBezTo>
                    <a:cubicBezTo>
                      <a:pt x="177" y="34"/>
                      <a:pt x="177" y="34"/>
                      <a:pt x="177" y="34"/>
                    </a:cubicBezTo>
                    <a:cubicBezTo>
                      <a:pt x="177" y="30"/>
                      <a:pt x="177" y="27"/>
                      <a:pt x="177" y="25"/>
                    </a:cubicBezTo>
                    <a:cubicBezTo>
                      <a:pt x="177" y="25"/>
                      <a:pt x="177" y="25"/>
                      <a:pt x="177" y="25"/>
                    </a:cubicBezTo>
                    <a:cubicBezTo>
                      <a:pt x="178" y="27"/>
                      <a:pt x="180" y="30"/>
                      <a:pt x="181" y="32"/>
                    </a:cubicBezTo>
                    <a:cubicBezTo>
                      <a:pt x="197" y="56"/>
                      <a:pt x="197" y="56"/>
                      <a:pt x="197" y="56"/>
                    </a:cubicBezTo>
                    <a:cubicBezTo>
                      <a:pt x="206" y="56"/>
                      <a:pt x="206" y="56"/>
                      <a:pt x="206" y="56"/>
                    </a:cubicBezTo>
                    <a:cubicBezTo>
                      <a:pt x="206" y="21"/>
                      <a:pt x="206" y="21"/>
                      <a:pt x="206" y="21"/>
                    </a:cubicBezTo>
                    <a:cubicBezTo>
                      <a:pt x="208" y="21"/>
                      <a:pt x="210" y="21"/>
                      <a:pt x="211" y="20"/>
                    </a:cubicBezTo>
                    <a:moveTo>
                      <a:pt x="155" y="56"/>
                    </a:moveTo>
                    <a:cubicBezTo>
                      <a:pt x="155" y="45"/>
                      <a:pt x="155" y="45"/>
                      <a:pt x="155" y="45"/>
                    </a:cubicBezTo>
                    <a:cubicBezTo>
                      <a:pt x="150" y="45"/>
                      <a:pt x="150" y="45"/>
                      <a:pt x="150" y="45"/>
                    </a:cubicBezTo>
                    <a:cubicBezTo>
                      <a:pt x="150" y="47"/>
                      <a:pt x="149" y="49"/>
                      <a:pt x="149" y="51"/>
                    </a:cubicBezTo>
                    <a:cubicBezTo>
                      <a:pt x="138" y="51"/>
                      <a:pt x="138" y="51"/>
                      <a:pt x="138" y="51"/>
                    </a:cubicBezTo>
                    <a:cubicBezTo>
                      <a:pt x="138" y="38"/>
                      <a:pt x="138" y="38"/>
                      <a:pt x="138" y="38"/>
                    </a:cubicBezTo>
                    <a:cubicBezTo>
                      <a:pt x="145" y="38"/>
                      <a:pt x="145" y="38"/>
                      <a:pt x="145" y="38"/>
                    </a:cubicBezTo>
                    <a:cubicBezTo>
                      <a:pt x="145" y="40"/>
                      <a:pt x="146" y="41"/>
                      <a:pt x="146" y="42"/>
                    </a:cubicBezTo>
                    <a:cubicBezTo>
                      <a:pt x="151" y="42"/>
                      <a:pt x="151" y="42"/>
                      <a:pt x="151" y="42"/>
                    </a:cubicBezTo>
                    <a:cubicBezTo>
                      <a:pt x="151" y="29"/>
                      <a:pt x="151" y="29"/>
                      <a:pt x="151" y="29"/>
                    </a:cubicBezTo>
                    <a:cubicBezTo>
                      <a:pt x="146" y="29"/>
                      <a:pt x="146" y="29"/>
                      <a:pt x="146" y="29"/>
                    </a:cubicBezTo>
                    <a:cubicBezTo>
                      <a:pt x="146" y="30"/>
                      <a:pt x="146" y="32"/>
                      <a:pt x="145" y="33"/>
                    </a:cubicBezTo>
                    <a:cubicBezTo>
                      <a:pt x="138" y="33"/>
                      <a:pt x="138" y="33"/>
                      <a:pt x="138" y="33"/>
                    </a:cubicBezTo>
                    <a:cubicBezTo>
                      <a:pt x="138" y="21"/>
                      <a:pt x="138" y="21"/>
                      <a:pt x="138" y="21"/>
                    </a:cubicBezTo>
                    <a:cubicBezTo>
                      <a:pt x="149" y="21"/>
                      <a:pt x="149" y="21"/>
                      <a:pt x="149" y="21"/>
                    </a:cubicBezTo>
                    <a:cubicBezTo>
                      <a:pt x="149" y="23"/>
                      <a:pt x="150" y="25"/>
                      <a:pt x="150" y="27"/>
                    </a:cubicBezTo>
                    <a:cubicBezTo>
                      <a:pt x="155" y="27"/>
                      <a:pt x="155" y="27"/>
                      <a:pt x="155" y="27"/>
                    </a:cubicBezTo>
                    <a:cubicBezTo>
                      <a:pt x="155" y="17"/>
                      <a:pt x="155" y="17"/>
                      <a:pt x="155" y="17"/>
                    </a:cubicBezTo>
                    <a:cubicBezTo>
                      <a:pt x="125" y="17"/>
                      <a:pt x="125" y="17"/>
                      <a:pt x="125" y="17"/>
                    </a:cubicBezTo>
                    <a:cubicBezTo>
                      <a:pt x="125" y="20"/>
                      <a:pt x="125" y="20"/>
                      <a:pt x="125" y="20"/>
                    </a:cubicBezTo>
                    <a:cubicBezTo>
                      <a:pt x="127" y="21"/>
                      <a:pt x="129" y="21"/>
                      <a:pt x="131" y="21"/>
                    </a:cubicBezTo>
                    <a:cubicBezTo>
                      <a:pt x="131" y="51"/>
                      <a:pt x="131" y="51"/>
                      <a:pt x="131" y="51"/>
                    </a:cubicBezTo>
                    <a:cubicBezTo>
                      <a:pt x="129" y="51"/>
                      <a:pt x="127" y="52"/>
                      <a:pt x="125" y="52"/>
                    </a:cubicBezTo>
                    <a:cubicBezTo>
                      <a:pt x="125" y="56"/>
                      <a:pt x="125" y="56"/>
                      <a:pt x="125" y="56"/>
                    </a:cubicBezTo>
                    <a:lnTo>
                      <a:pt x="155" y="56"/>
                    </a:lnTo>
                    <a:close/>
                    <a:moveTo>
                      <a:pt x="120" y="39"/>
                    </a:moveTo>
                    <a:cubicBezTo>
                      <a:pt x="120" y="35"/>
                      <a:pt x="120" y="35"/>
                      <a:pt x="120" y="35"/>
                    </a:cubicBezTo>
                    <a:cubicBezTo>
                      <a:pt x="102" y="35"/>
                      <a:pt x="102" y="35"/>
                      <a:pt x="102" y="35"/>
                    </a:cubicBezTo>
                    <a:cubicBezTo>
                      <a:pt x="102" y="39"/>
                      <a:pt x="102" y="39"/>
                      <a:pt x="102" y="39"/>
                    </a:cubicBezTo>
                    <a:cubicBezTo>
                      <a:pt x="104" y="40"/>
                      <a:pt x="106" y="40"/>
                      <a:pt x="108" y="40"/>
                    </a:cubicBezTo>
                    <a:cubicBezTo>
                      <a:pt x="108" y="50"/>
                      <a:pt x="108" y="50"/>
                      <a:pt x="108" y="50"/>
                    </a:cubicBezTo>
                    <a:cubicBezTo>
                      <a:pt x="106" y="50"/>
                      <a:pt x="104" y="51"/>
                      <a:pt x="102" y="51"/>
                    </a:cubicBezTo>
                    <a:cubicBezTo>
                      <a:pt x="93" y="51"/>
                      <a:pt x="88" y="46"/>
                      <a:pt x="88" y="36"/>
                    </a:cubicBezTo>
                    <a:cubicBezTo>
                      <a:pt x="88" y="27"/>
                      <a:pt x="94" y="22"/>
                      <a:pt x="102" y="22"/>
                    </a:cubicBezTo>
                    <a:cubicBezTo>
                      <a:pt x="104" y="22"/>
                      <a:pt x="106" y="22"/>
                      <a:pt x="108" y="22"/>
                    </a:cubicBezTo>
                    <a:cubicBezTo>
                      <a:pt x="108" y="24"/>
                      <a:pt x="109" y="26"/>
                      <a:pt x="109" y="29"/>
                    </a:cubicBezTo>
                    <a:cubicBezTo>
                      <a:pt x="114" y="29"/>
                      <a:pt x="114" y="29"/>
                      <a:pt x="114" y="29"/>
                    </a:cubicBezTo>
                    <a:cubicBezTo>
                      <a:pt x="114" y="17"/>
                      <a:pt x="114" y="17"/>
                      <a:pt x="114" y="17"/>
                    </a:cubicBezTo>
                    <a:cubicBezTo>
                      <a:pt x="110" y="16"/>
                      <a:pt x="106" y="16"/>
                      <a:pt x="102" y="16"/>
                    </a:cubicBezTo>
                    <a:cubicBezTo>
                      <a:pt x="88" y="16"/>
                      <a:pt x="80" y="25"/>
                      <a:pt x="80" y="37"/>
                    </a:cubicBezTo>
                    <a:cubicBezTo>
                      <a:pt x="80" y="50"/>
                      <a:pt x="89" y="56"/>
                      <a:pt x="101" y="56"/>
                    </a:cubicBezTo>
                    <a:cubicBezTo>
                      <a:pt x="106" y="56"/>
                      <a:pt x="111" y="56"/>
                      <a:pt x="115" y="54"/>
                    </a:cubicBezTo>
                    <a:cubicBezTo>
                      <a:pt x="115" y="40"/>
                      <a:pt x="115" y="40"/>
                      <a:pt x="115" y="40"/>
                    </a:cubicBezTo>
                    <a:cubicBezTo>
                      <a:pt x="117" y="40"/>
                      <a:pt x="118" y="40"/>
                      <a:pt x="120" y="39"/>
                    </a:cubicBezTo>
                    <a:moveTo>
                      <a:pt x="74" y="20"/>
                    </a:moveTo>
                    <a:cubicBezTo>
                      <a:pt x="74" y="17"/>
                      <a:pt x="74" y="17"/>
                      <a:pt x="74" y="17"/>
                    </a:cubicBezTo>
                    <a:cubicBezTo>
                      <a:pt x="56" y="17"/>
                      <a:pt x="56" y="17"/>
                      <a:pt x="56" y="17"/>
                    </a:cubicBezTo>
                    <a:cubicBezTo>
                      <a:pt x="56" y="20"/>
                      <a:pt x="56" y="20"/>
                      <a:pt x="56" y="20"/>
                    </a:cubicBezTo>
                    <a:cubicBezTo>
                      <a:pt x="58" y="21"/>
                      <a:pt x="60" y="21"/>
                      <a:pt x="62" y="21"/>
                    </a:cubicBezTo>
                    <a:cubicBezTo>
                      <a:pt x="62" y="35"/>
                      <a:pt x="62" y="35"/>
                      <a:pt x="62" y="35"/>
                    </a:cubicBezTo>
                    <a:cubicBezTo>
                      <a:pt x="62" y="41"/>
                      <a:pt x="62" y="45"/>
                      <a:pt x="62" y="48"/>
                    </a:cubicBezTo>
                    <a:cubicBezTo>
                      <a:pt x="62" y="48"/>
                      <a:pt x="62" y="48"/>
                      <a:pt x="62" y="48"/>
                    </a:cubicBezTo>
                    <a:cubicBezTo>
                      <a:pt x="61" y="45"/>
                      <a:pt x="59" y="42"/>
                      <a:pt x="58" y="40"/>
                    </a:cubicBezTo>
                    <a:cubicBezTo>
                      <a:pt x="43" y="17"/>
                      <a:pt x="43" y="17"/>
                      <a:pt x="43" y="17"/>
                    </a:cubicBezTo>
                    <a:cubicBezTo>
                      <a:pt x="27" y="17"/>
                      <a:pt x="27" y="17"/>
                      <a:pt x="27" y="17"/>
                    </a:cubicBezTo>
                    <a:cubicBezTo>
                      <a:pt x="27" y="20"/>
                      <a:pt x="27" y="20"/>
                      <a:pt x="27" y="20"/>
                    </a:cubicBezTo>
                    <a:cubicBezTo>
                      <a:pt x="29" y="21"/>
                      <a:pt x="31" y="21"/>
                      <a:pt x="34" y="21"/>
                    </a:cubicBezTo>
                    <a:cubicBezTo>
                      <a:pt x="34" y="51"/>
                      <a:pt x="34" y="51"/>
                      <a:pt x="34" y="51"/>
                    </a:cubicBezTo>
                    <a:cubicBezTo>
                      <a:pt x="31" y="51"/>
                      <a:pt x="29" y="52"/>
                      <a:pt x="27" y="52"/>
                    </a:cubicBezTo>
                    <a:cubicBezTo>
                      <a:pt x="27" y="56"/>
                      <a:pt x="27" y="56"/>
                      <a:pt x="27" y="56"/>
                    </a:cubicBezTo>
                    <a:cubicBezTo>
                      <a:pt x="46" y="56"/>
                      <a:pt x="46" y="56"/>
                      <a:pt x="46" y="56"/>
                    </a:cubicBezTo>
                    <a:cubicBezTo>
                      <a:pt x="46" y="52"/>
                      <a:pt x="46" y="52"/>
                      <a:pt x="46" y="52"/>
                    </a:cubicBezTo>
                    <a:cubicBezTo>
                      <a:pt x="44" y="52"/>
                      <a:pt x="42" y="51"/>
                      <a:pt x="40" y="51"/>
                    </a:cubicBezTo>
                    <a:cubicBezTo>
                      <a:pt x="40" y="34"/>
                      <a:pt x="40" y="34"/>
                      <a:pt x="40" y="34"/>
                    </a:cubicBezTo>
                    <a:cubicBezTo>
                      <a:pt x="40" y="30"/>
                      <a:pt x="40" y="27"/>
                      <a:pt x="40" y="25"/>
                    </a:cubicBezTo>
                    <a:cubicBezTo>
                      <a:pt x="40" y="25"/>
                      <a:pt x="40" y="25"/>
                      <a:pt x="40" y="25"/>
                    </a:cubicBezTo>
                    <a:cubicBezTo>
                      <a:pt x="41" y="27"/>
                      <a:pt x="43" y="30"/>
                      <a:pt x="44" y="32"/>
                    </a:cubicBezTo>
                    <a:cubicBezTo>
                      <a:pt x="60" y="56"/>
                      <a:pt x="60" y="56"/>
                      <a:pt x="60" y="56"/>
                    </a:cubicBezTo>
                    <a:cubicBezTo>
                      <a:pt x="69" y="56"/>
                      <a:pt x="69" y="56"/>
                      <a:pt x="69" y="56"/>
                    </a:cubicBezTo>
                    <a:cubicBezTo>
                      <a:pt x="69" y="21"/>
                      <a:pt x="69" y="21"/>
                      <a:pt x="69" y="21"/>
                    </a:cubicBezTo>
                    <a:cubicBezTo>
                      <a:pt x="71" y="21"/>
                      <a:pt x="73" y="21"/>
                      <a:pt x="74" y="20"/>
                    </a:cubicBezTo>
                    <a:moveTo>
                      <a:pt x="20" y="56"/>
                    </a:moveTo>
                    <a:cubicBezTo>
                      <a:pt x="20" y="52"/>
                      <a:pt x="20" y="52"/>
                      <a:pt x="20" y="52"/>
                    </a:cubicBezTo>
                    <a:cubicBezTo>
                      <a:pt x="18" y="52"/>
                      <a:pt x="16" y="51"/>
                      <a:pt x="13" y="51"/>
                    </a:cubicBezTo>
                    <a:cubicBezTo>
                      <a:pt x="13" y="21"/>
                      <a:pt x="13" y="21"/>
                      <a:pt x="13" y="21"/>
                    </a:cubicBezTo>
                    <a:cubicBezTo>
                      <a:pt x="16" y="21"/>
                      <a:pt x="18" y="21"/>
                      <a:pt x="20" y="20"/>
                    </a:cubicBezTo>
                    <a:cubicBezTo>
                      <a:pt x="20" y="17"/>
                      <a:pt x="20" y="17"/>
                      <a:pt x="20" y="17"/>
                    </a:cubicBezTo>
                    <a:cubicBezTo>
                      <a:pt x="0" y="17"/>
                      <a:pt x="0" y="17"/>
                      <a:pt x="0" y="17"/>
                    </a:cubicBezTo>
                    <a:cubicBezTo>
                      <a:pt x="0" y="20"/>
                      <a:pt x="0" y="20"/>
                      <a:pt x="0" y="20"/>
                    </a:cubicBezTo>
                    <a:cubicBezTo>
                      <a:pt x="2" y="21"/>
                      <a:pt x="4" y="21"/>
                      <a:pt x="7" y="21"/>
                    </a:cubicBezTo>
                    <a:cubicBezTo>
                      <a:pt x="7" y="51"/>
                      <a:pt x="7" y="51"/>
                      <a:pt x="7" y="51"/>
                    </a:cubicBezTo>
                    <a:cubicBezTo>
                      <a:pt x="4" y="51"/>
                      <a:pt x="2" y="52"/>
                      <a:pt x="0" y="52"/>
                    </a:cubicBezTo>
                    <a:cubicBezTo>
                      <a:pt x="0" y="56"/>
                      <a:pt x="0" y="56"/>
                      <a:pt x="0" y="56"/>
                    </a:cubicBezTo>
                    <a:lnTo>
                      <a:pt x="20" y="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8" name="Freeform 38">
                <a:extLst>
                  <a:ext uri="{FF2B5EF4-FFF2-40B4-BE49-F238E27FC236}">
                    <a16:creationId xmlns:a16="http://schemas.microsoft.com/office/drawing/2014/main" id="{E3C856A7-42C7-40A6-A72C-7E5B9F4BC336}"/>
                  </a:ext>
                </a:extLst>
              </p:cNvPr>
              <p:cNvSpPr>
                <a:spLocks noEditPoints="1"/>
              </p:cNvSpPr>
              <p:nvPr/>
            </p:nvSpPr>
            <p:spPr bwMode="auto">
              <a:xfrm>
                <a:off x="3968750" y="2597150"/>
                <a:ext cx="908050" cy="88900"/>
              </a:xfrm>
              <a:custGeom>
                <a:avLst/>
                <a:gdLst>
                  <a:gd name="T0" fmla="*/ 413 w 419"/>
                  <a:gd name="T1" fmla="*/ 35 h 41"/>
                  <a:gd name="T2" fmla="*/ 410 w 419"/>
                  <a:gd name="T3" fmla="*/ 27 h 41"/>
                  <a:gd name="T4" fmla="*/ 410 w 419"/>
                  <a:gd name="T5" fmla="*/ 18 h 41"/>
                  <a:gd name="T6" fmla="*/ 414 w 419"/>
                  <a:gd name="T7" fmla="*/ 12 h 41"/>
                  <a:gd name="T8" fmla="*/ 389 w 419"/>
                  <a:gd name="T9" fmla="*/ 5 h 41"/>
                  <a:gd name="T10" fmla="*/ 389 w 419"/>
                  <a:gd name="T11" fmla="*/ 40 h 41"/>
                  <a:gd name="T12" fmla="*/ 355 w 419"/>
                  <a:gd name="T13" fmla="*/ 35 h 41"/>
                  <a:gd name="T14" fmla="*/ 383 w 419"/>
                  <a:gd name="T15" fmla="*/ 20 h 41"/>
                  <a:gd name="T16" fmla="*/ 342 w 419"/>
                  <a:gd name="T17" fmla="*/ 5 h 41"/>
                  <a:gd name="T18" fmla="*/ 342 w 419"/>
                  <a:gd name="T19" fmla="*/ 40 h 41"/>
                  <a:gd name="T20" fmla="*/ 312 w 419"/>
                  <a:gd name="T21" fmla="*/ 20 h 41"/>
                  <a:gd name="T22" fmla="*/ 297 w 419"/>
                  <a:gd name="T23" fmla="*/ 6 h 41"/>
                  <a:gd name="T24" fmla="*/ 285 w 419"/>
                  <a:gd name="T25" fmla="*/ 1 h 41"/>
                  <a:gd name="T26" fmla="*/ 285 w 419"/>
                  <a:gd name="T27" fmla="*/ 35 h 41"/>
                  <a:gd name="T28" fmla="*/ 296 w 419"/>
                  <a:gd name="T29" fmla="*/ 41 h 41"/>
                  <a:gd name="T30" fmla="*/ 250 w 419"/>
                  <a:gd name="T31" fmla="*/ 13 h 41"/>
                  <a:gd name="T32" fmla="*/ 259 w 419"/>
                  <a:gd name="T33" fmla="*/ 25 h 41"/>
                  <a:gd name="T34" fmla="*/ 257 w 419"/>
                  <a:gd name="T35" fmla="*/ 1 h 41"/>
                  <a:gd name="T36" fmla="*/ 230 w 419"/>
                  <a:gd name="T37" fmla="*/ 40 h 41"/>
                  <a:gd name="T38" fmla="*/ 243 w 419"/>
                  <a:gd name="T39" fmla="*/ 30 h 41"/>
                  <a:gd name="T40" fmla="*/ 257 w 419"/>
                  <a:gd name="T41" fmla="*/ 40 h 41"/>
                  <a:gd name="T42" fmla="*/ 195 w 419"/>
                  <a:gd name="T43" fmla="*/ 1 h 41"/>
                  <a:gd name="T44" fmla="*/ 209 w 419"/>
                  <a:gd name="T45" fmla="*/ 6 h 41"/>
                  <a:gd name="T46" fmla="*/ 223 w 419"/>
                  <a:gd name="T47" fmla="*/ 40 h 41"/>
                  <a:gd name="T48" fmla="*/ 225 w 419"/>
                  <a:gd name="T49" fmla="*/ 6 h 41"/>
                  <a:gd name="T50" fmla="*/ 194 w 419"/>
                  <a:gd name="T51" fmla="*/ 28 h 41"/>
                  <a:gd name="T52" fmla="*/ 178 w 419"/>
                  <a:gd name="T53" fmla="*/ 6 h 41"/>
                  <a:gd name="T54" fmla="*/ 164 w 419"/>
                  <a:gd name="T55" fmla="*/ 5 h 41"/>
                  <a:gd name="T56" fmla="*/ 164 w 419"/>
                  <a:gd name="T57" fmla="*/ 40 h 41"/>
                  <a:gd name="T58" fmla="*/ 140 w 419"/>
                  <a:gd name="T59" fmla="*/ 1 h 41"/>
                  <a:gd name="T60" fmla="*/ 136 w 419"/>
                  <a:gd name="T61" fmla="*/ 35 h 41"/>
                  <a:gd name="T62" fmla="*/ 132 w 419"/>
                  <a:gd name="T63" fmla="*/ 1 h 41"/>
                  <a:gd name="T64" fmla="*/ 119 w 419"/>
                  <a:gd name="T65" fmla="*/ 27 h 41"/>
                  <a:gd name="T66" fmla="*/ 158 w 419"/>
                  <a:gd name="T67" fmla="*/ 5 h 41"/>
                  <a:gd name="T68" fmla="*/ 84 w 419"/>
                  <a:gd name="T69" fmla="*/ 21 h 41"/>
                  <a:gd name="T70" fmla="*/ 107 w 419"/>
                  <a:gd name="T71" fmla="*/ 13 h 41"/>
                  <a:gd name="T72" fmla="*/ 96 w 419"/>
                  <a:gd name="T73" fmla="*/ 41 h 41"/>
                  <a:gd name="T74" fmla="*/ 49 w 419"/>
                  <a:gd name="T75" fmla="*/ 13 h 41"/>
                  <a:gd name="T76" fmla="*/ 58 w 419"/>
                  <a:gd name="T77" fmla="*/ 25 h 41"/>
                  <a:gd name="T78" fmla="*/ 56 w 419"/>
                  <a:gd name="T79" fmla="*/ 1 h 41"/>
                  <a:gd name="T80" fmla="*/ 29 w 419"/>
                  <a:gd name="T81" fmla="*/ 40 h 41"/>
                  <a:gd name="T82" fmla="*/ 43 w 419"/>
                  <a:gd name="T83" fmla="*/ 30 h 41"/>
                  <a:gd name="T84" fmla="*/ 56 w 419"/>
                  <a:gd name="T85" fmla="*/ 40 h 41"/>
                  <a:gd name="T86" fmla="*/ 0 w 419"/>
                  <a:gd name="T87" fmla="*/ 1 h 41"/>
                  <a:gd name="T88" fmla="*/ 0 w 419"/>
                  <a:gd name="T89" fmla="*/ 36 h 41"/>
                  <a:gd name="T90" fmla="*/ 13 w 419"/>
                  <a:gd name="T91" fmla="*/ 35 h 41"/>
                  <a:gd name="T92" fmla="*/ 26 w 419"/>
                  <a:gd name="T93" fmla="*/ 27 h 41"/>
                  <a:gd name="T94" fmla="*/ 13 w 419"/>
                  <a:gd name="T95" fmla="*/ 18 h 41"/>
                  <a:gd name="T96" fmla="*/ 30 w 419"/>
                  <a:gd name="T97"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19" h="41">
                    <a:moveTo>
                      <a:pt x="419" y="40"/>
                    </a:moveTo>
                    <a:cubicBezTo>
                      <a:pt x="419" y="29"/>
                      <a:pt x="419" y="29"/>
                      <a:pt x="419" y="29"/>
                    </a:cubicBezTo>
                    <a:cubicBezTo>
                      <a:pt x="414" y="29"/>
                      <a:pt x="414" y="29"/>
                      <a:pt x="414" y="29"/>
                    </a:cubicBezTo>
                    <a:cubicBezTo>
                      <a:pt x="414" y="31"/>
                      <a:pt x="414" y="34"/>
                      <a:pt x="413" y="35"/>
                    </a:cubicBezTo>
                    <a:cubicBezTo>
                      <a:pt x="402" y="35"/>
                      <a:pt x="402" y="35"/>
                      <a:pt x="402" y="35"/>
                    </a:cubicBezTo>
                    <a:cubicBezTo>
                      <a:pt x="402" y="22"/>
                      <a:pt x="402" y="22"/>
                      <a:pt x="402" y="22"/>
                    </a:cubicBezTo>
                    <a:cubicBezTo>
                      <a:pt x="410" y="22"/>
                      <a:pt x="410" y="22"/>
                      <a:pt x="410" y="22"/>
                    </a:cubicBezTo>
                    <a:cubicBezTo>
                      <a:pt x="410" y="24"/>
                      <a:pt x="410" y="25"/>
                      <a:pt x="410" y="27"/>
                    </a:cubicBezTo>
                    <a:cubicBezTo>
                      <a:pt x="415" y="27"/>
                      <a:pt x="415" y="27"/>
                      <a:pt x="415" y="27"/>
                    </a:cubicBezTo>
                    <a:cubicBezTo>
                      <a:pt x="415" y="14"/>
                      <a:pt x="415" y="14"/>
                      <a:pt x="415" y="14"/>
                    </a:cubicBezTo>
                    <a:cubicBezTo>
                      <a:pt x="410" y="14"/>
                      <a:pt x="410" y="14"/>
                      <a:pt x="410" y="14"/>
                    </a:cubicBezTo>
                    <a:cubicBezTo>
                      <a:pt x="410" y="15"/>
                      <a:pt x="410" y="16"/>
                      <a:pt x="410" y="18"/>
                    </a:cubicBezTo>
                    <a:cubicBezTo>
                      <a:pt x="402" y="18"/>
                      <a:pt x="402" y="18"/>
                      <a:pt x="402" y="18"/>
                    </a:cubicBezTo>
                    <a:cubicBezTo>
                      <a:pt x="402" y="6"/>
                      <a:pt x="402" y="6"/>
                      <a:pt x="402" y="6"/>
                    </a:cubicBezTo>
                    <a:cubicBezTo>
                      <a:pt x="413" y="6"/>
                      <a:pt x="413" y="6"/>
                      <a:pt x="413" y="6"/>
                    </a:cubicBezTo>
                    <a:cubicBezTo>
                      <a:pt x="413" y="7"/>
                      <a:pt x="414" y="10"/>
                      <a:pt x="414" y="12"/>
                    </a:cubicBezTo>
                    <a:cubicBezTo>
                      <a:pt x="419" y="12"/>
                      <a:pt x="419" y="12"/>
                      <a:pt x="419" y="12"/>
                    </a:cubicBezTo>
                    <a:cubicBezTo>
                      <a:pt x="419" y="1"/>
                      <a:pt x="419" y="1"/>
                      <a:pt x="419" y="1"/>
                    </a:cubicBezTo>
                    <a:cubicBezTo>
                      <a:pt x="389" y="1"/>
                      <a:pt x="389" y="1"/>
                      <a:pt x="389" y="1"/>
                    </a:cubicBezTo>
                    <a:cubicBezTo>
                      <a:pt x="389" y="5"/>
                      <a:pt x="389" y="5"/>
                      <a:pt x="389" y="5"/>
                    </a:cubicBezTo>
                    <a:cubicBezTo>
                      <a:pt x="391" y="5"/>
                      <a:pt x="393" y="6"/>
                      <a:pt x="396" y="6"/>
                    </a:cubicBezTo>
                    <a:cubicBezTo>
                      <a:pt x="396" y="35"/>
                      <a:pt x="396" y="35"/>
                      <a:pt x="396" y="35"/>
                    </a:cubicBezTo>
                    <a:cubicBezTo>
                      <a:pt x="393" y="36"/>
                      <a:pt x="391" y="36"/>
                      <a:pt x="389" y="36"/>
                    </a:cubicBezTo>
                    <a:cubicBezTo>
                      <a:pt x="389" y="40"/>
                      <a:pt x="389" y="40"/>
                      <a:pt x="389" y="40"/>
                    </a:cubicBezTo>
                    <a:lnTo>
                      <a:pt x="419" y="40"/>
                    </a:lnTo>
                    <a:close/>
                    <a:moveTo>
                      <a:pt x="376" y="20"/>
                    </a:moveTo>
                    <a:cubicBezTo>
                      <a:pt x="376" y="30"/>
                      <a:pt x="369" y="35"/>
                      <a:pt x="360" y="35"/>
                    </a:cubicBezTo>
                    <a:cubicBezTo>
                      <a:pt x="359" y="35"/>
                      <a:pt x="356" y="35"/>
                      <a:pt x="355" y="35"/>
                    </a:cubicBezTo>
                    <a:cubicBezTo>
                      <a:pt x="355" y="6"/>
                      <a:pt x="355" y="6"/>
                      <a:pt x="355" y="6"/>
                    </a:cubicBezTo>
                    <a:cubicBezTo>
                      <a:pt x="357" y="6"/>
                      <a:pt x="359" y="6"/>
                      <a:pt x="361" y="6"/>
                    </a:cubicBezTo>
                    <a:cubicBezTo>
                      <a:pt x="371" y="6"/>
                      <a:pt x="376" y="11"/>
                      <a:pt x="376" y="20"/>
                    </a:cubicBezTo>
                    <a:moveTo>
                      <a:pt x="383" y="20"/>
                    </a:moveTo>
                    <a:cubicBezTo>
                      <a:pt x="383" y="6"/>
                      <a:pt x="375" y="1"/>
                      <a:pt x="362" y="1"/>
                    </a:cubicBezTo>
                    <a:cubicBezTo>
                      <a:pt x="357" y="1"/>
                      <a:pt x="352" y="1"/>
                      <a:pt x="348" y="1"/>
                    </a:cubicBezTo>
                    <a:cubicBezTo>
                      <a:pt x="342" y="1"/>
                      <a:pt x="342" y="1"/>
                      <a:pt x="342" y="1"/>
                    </a:cubicBezTo>
                    <a:cubicBezTo>
                      <a:pt x="342" y="5"/>
                      <a:pt x="342" y="5"/>
                      <a:pt x="342" y="5"/>
                    </a:cubicBezTo>
                    <a:cubicBezTo>
                      <a:pt x="344" y="5"/>
                      <a:pt x="346" y="6"/>
                      <a:pt x="348" y="6"/>
                    </a:cubicBezTo>
                    <a:cubicBezTo>
                      <a:pt x="348" y="35"/>
                      <a:pt x="348" y="35"/>
                      <a:pt x="348" y="35"/>
                    </a:cubicBezTo>
                    <a:cubicBezTo>
                      <a:pt x="346" y="36"/>
                      <a:pt x="344" y="36"/>
                      <a:pt x="342" y="36"/>
                    </a:cubicBezTo>
                    <a:cubicBezTo>
                      <a:pt x="342" y="40"/>
                      <a:pt x="342" y="40"/>
                      <a:pt x="342" y="40"/>
                    </a:cubicBezTo>
                    <a:cubicBezTo>
                      <a:pt x="348" y="40"/>
                      <a:pt x="348" y="40"/>
                      <a:pt x="348" y="40"/>
                    </a:cubicBezTo>
                    <a:cubicBezTo>
                      <a:pt x="352" y="40"/>
                      <a:pt x="355" y="41"/>
                      <a:pt x="360" y="41"/>
                    </a:cubicBezTo>
                    <a:cubicBezTo>
                      <a:pt x="373" y="41"/>
                      <a:pt x="383" y="34"/>
                      <a:pt x="383" y="20"/>
                    </a:cubicBezTo>
                    <a:moveTo>
                      <a:pt x="312" y="20"/>
                    </a:moveTo>
                    <a:cubicBezTo>
                      <a:pt x="312" y="30"/>
                      <a:pt x="306" y="35"/>
                      <a:pt x="297" y="35"/>
                    </a:cubicBezTo>
                    <a:cubicBezTo>
                      <a:pt x="295" y="35"/>
                      <a:pt x="293" y="35"/>
                      <a:pt x="291" y="35"/>
                    </a:cubicBezTo>
                    <a:cubicBezTo>
                      <a:pt x="291" y="6"/>
                      <a:pt x="291" y="6"/>
                      <a:pt x="291" y="6"/>
                    </a:cubicBezTo>
                    <a:cubicBezTo>
                      <a:pt x="293" y="6"/>
                      <a:pt x="295" y="6"/>
                      <a:pt x="297" y="6"/>
                    </a:cubicBezTo>
                    <a:cubicBezTo>
                      <a:pt x="307" y="6"/>
                      <a:pt x="312" y="11"/>
                      <a:pt x="312" y="20"/>
                    </a:cubicBezTo>
                    <a:moveTo>
                      <a:pt x="319" y="20"/>
                    </a:moveTo>
                    <a:cubicBezTo>
                      <a:pt x="319" y="6"/>
                      <a:pt x="311" y="1"/>
                      <a:pt x="298" y="1"/>
                    </a:cubicBezTo>
                    <a:cubicBezTo>
                      <a:pt x="294" y="1"/>
                      <a:pt x="288" y="1"/>
                      <a:pt x="285" y="1"/>
                    </a:cubicBezTo>
                    <a:cubicBezTo>
                      <a:pt x="278" y="1"/>
                      <a:pt x="278" y="1"/>
                      <a:pt x="278" y="1"/>
                    </a:cubicBezTo>
                    <a:cubicBezTo>
                      <a:pt x="278" y="5"/>
                      <a:pt x="278" y="5"/>
                      <a:pt x="278" y="5"/>
                    </a:cubicBezTo>
                    <a:cubicBezTo>
                      <a:pt x="280" y="5"/>
                      <a:pt x="282" y="6"/>
                      <a:pt x="285" y="6"/>
                    </a:cubicBezTo>
                    <a:cubicBezTo>
                      <a:pt x="285" y="35"/>
                      <a:pt x="285" y="35"/>
                      <a:pt x="285" y="35"/>
                    </a:cubicBezTo>
                    <a:cubicBezTo>
                      <a:pt x="282" y="36"/>
                      <a:pt x="280" y="36"/>
                      <a:pt x="278" y="36"/>
                    </a:cubicBezTo>
                    <a:cubicBezTo>
                      <a:pt x="278" y="40"/>
                      <a:pt x="278" y="40"/>
                      <a:pt x="278" y="40"/>
                    </a:cubicBezTo>
                    <a:cubicBezTo>
                      <a:pt x="285" y="40"/>
                      <a:pt x="285" y="40"/>
                      <a:pt x="285" y="40"/>
                    </a:cubicBezTo>
                    <a:cubicBezTo>
                      <a:pt x="288" y="40"/>
                      <a:pt x="291" y="41"/>
                      <a:pt x="296" y="41"/>
                    </a:cubicBezTo>
                    <a:cubicBezTo>
                      <a:pt x="309" y="41"/>
                      <a:pt x="319" y="34"/>
                      <a:pt x="319" y="20"/>
                    </a:cubicBezTo>
                    <a:moveTo>
                      <a:pt x="259" y="25"/>
                    </a:moveTo>
                    <a:cubicBezTo>
                      <a:pt x="245" y="25"/>
                      <a:pt x="245" y="25"/>
                      <a:pt x="245" y="25"/>
                    </a:cubicBezTo>
                    <a:cubicBezTo>
                      <a:pt x="250" y="13"/>
                      <a:pt x="250" y="13"/>
                      <a:pt x="250" y="13"/>
                    </a:cubicBezTo>
                    <a:cubicBezTo>
                      <a:pt x="251" y="11"/>
                      <a:pt x="251" y="9"/>
                      <a:pt x="252" y="7"/>
                    </a:cubicBezTo>
                    <a:cubicBezTo>
                      <a:pt x="252" y="7"/>
                      <a:pt x="252" y="7"/>
                      <a:pt x="252" y="7"/>
                    </a:cubicBezTo>
                    <a:cubicBezTo>
                      <a:pt x="253" y="9"/>
                      <a:pt x="253" y="11"/>
                      <a:pt x="254" y="13"/>
                    </a:cubicBezTo>
                    <a:lnTo>
                      <a:pt x="259" y="25"/>
                    </a:lnTo>
                    <a:close/>
                    <a:moveTo>
                      <a:pt x="275" y="40"/>
                    </a:moveTo>
                    <a:cubicBezTo>
                      <a:pt x="275" y="36"/>
                      <a:pt x="275" y="36"/>
                      <a:pt x="275" y="36"/>
                    </a:cubicBezTo>
                    <a:cubicBezTo>
                      <a:pt x="273" y="36"/>
                      <a:pt x="271" y="36"/>
                      <a:pt x="270" y="36"/>
                    </a:cubicBezTo>
                    <a:cubicBezTo>
                      <a:pt x="257" y="1"/>
                      <a:pt x="257" y="1"/>
                      <a:pt x="257" y="1"/>
                    </a:cubicBezTo>
                    <a:cubicBezTo>
                      <a:pt x="248" y="1"/>
                      <a:pt x="248" y="1"/>
                      <a:pt x="248" y="1"/>
                    </a:cubicBezTo>
                    <a:cubicBezTo>
                      <a:pt x="234" y="36"/>
                      <a:pt x="234" y="36"/>
                      <a:pt x="234" y="36"/>
                    </a:cubicBezTo>
                    <a:cubicBezTo>
                      <a:pt x="233" y="36"/>
                      <a:pt x="231" y="36"/>
                      <a:pt x="230" y="36"/>
                    </a:cubicBezTo>
                    <a:cubicBezTo>
                      <a:pt x="230" y="40"/>
                      <a:pt x="230" y="40"/>
                      <a:pt x="230" y="40"/>
                    </a:cubicBezTo>
                    <a:cubicBezTo>
                      <a:pt x="247" y="40"/>
                      <a:pt x="247" y="40"/>
                      <a:pt x="247" y="40"/>
                    </a:cubicBezTo>
                    <a:cubicBezTo>
                      <a:pt x="247" y="36"/>
                      <a:pt x="247" y="36"/>
                      <a:pt x="247" y="36"/>
                    </a:cubicBezTo>
                    <a:cubicBezTo>
                      <a:pt x="246" y="36"/>
                      <a:pt x="243" y="36"/>
                      <a:pt x="241" y="36"/>
                    </a:cubicBezTo>
                    <a:cubicBezTo>
                      <a:pt x="243" y="30"/>
                      <a:pt x="243" y="30"/>
                      <a:pt x="243" y="30"/>
                    </a:cubicBezTo>
                    <a:cubicBezTo>
                      <a:pt x="261" y="30"/>
                      <a:pt x="261" y="30"/>
                      <a:pt x="261" y="30"/>
                    </a:cubicBezTo>
                    <a:cubicBezTo>
                      <a:pt x="262" y="36"/>
                      <a:pt x="262" y="36"/>
                      <a:pt x="262" y="36"/>
                    </a:cubicBezTo>
                    <a:cubicBezTo>
                      <a:pt x="261" y="36"/>
                      <a:pt x="258" y="36"/>
                      <a:pt x="257" y="36"/>
                    </a:cubicBezTo>
                    <a:cubicBezTo>
                      <a:pt x="257" y="40"/>
                      <a:pt x="257" y="40"/>
                      <a:pt x="257" y="40"/>
                    </a:cubicBezTo>
                    <a:lnTo>
                      <a:pt x="275" y="40"/>
                    </a:lnTo>
                    <a:close/>
                    <a:moveTo>
                      <a:pt x="231" y="14"/>
                    </a:moveTo>
                    <a:cubicBezTo>
                      <a:pt x="231" y="1"/>
                      <a:pt x="231" y="1"/>
                      <a:pt x="231" y="1"/>
                    </a:cubicBezTo>
                    <a:cubicBezTo>
                      <a:pt x="195" y="1"/>
                      <a:pt x="195" y="1"/>
                      <a:pt x="195" y="1"/>
                    </a:cubicBezTo>
                    <a:cubicBezTo>
                      <a:pt x="195" y="14"/>
                      <a:pt x="195" y="14"/>
                      <a:pt x="195" y="14"/>
                    </a:cubicBezTo>
                    <a:cubicBezTo>
                      <a:pt x="199" y="14"/>
                      <a:pt x="199" y="14"/>
                      <a:pt x="199" y="14"/>
                    </a:cubicBezTo>
                    <a:cubicBezTo>
                      <a:pt x="200" y="11"/>
                      <a:pt x="200" y="8"/>
                      <a:pt x="200" y="6"/>
                    </a:cubicBezTo>
                    <a:cubicBezTo>
                      <a:pt x="209" y="6"/>
                      <a:pt x="209" y="6"/>
                      <a:pt x="209" y="6"/>
                    </a:cubicBezTo>
                    <a:cubicBezTo>
                      <a:pt x="209" y="35"/>
                      <a:pt x="209" y="35"/>
                      <a:pt x="209" y="35"/>
                    </a:cubicBezTo>
                    <a:cubicBezTo>
                      <a:pt x="207" y="36"/>
                      <a:pt x="205" y="36"/>
                      <a:pt x="203" y="36"/>
                    </a:cubicBezTo>
                    <a:cubicBezTo>
                      <a:pt x="203" y="40"/>
                      <a:pt x="203" y="40"/>
                      <a:pt x="203" y="40"/>
                    </a:cubicBezTo>
                    <a:cubicBezTo>
                      <a:pt x="223" y="40"/>
                      <a:pt x="223" y="40"/>
                      <a:pt x="223" y="40"/>
                    </a:cubicBezTo>
                    <a:cubicBezTo>
                      <a:pt x="223" y="36"/>
                      <a:pt x="223" y="36"/>
                      <a:pt x="223" y="36"/>
                    </a:cubicBezTo>
                    <a:cubicBezTo>
                      <a:pt x="221" y="36"/>
                      <a:pt x="218" y="36"/>
                      <a:pt x="216" y="35"/>
                    </a:cubicBezTo>
                    <a:cubicBezTo>
                      <a:pt x="216" y="6"/>
                      <a:pt x="216" y="6"/>
                      <a:pt x="216" y="6"/>
                    </a:cubicBezTo>
                    <a:cubicBezTo>
                      <a:pt x="225" y="6"/>
                      <a:pt x="225" y="6"/>
                      <a:pt x="225" y="6"/>
                    </a:cubicBezTo>
                    <a:cubicBezTo>
                      <a:pt x="225" y="8"/>
                      <a:pt x="226" y="11"/>
                      <a:pt x="226" y="14"/>
                    </a:cubicBezTo>
                    <a:lnTo>
                      <a:pt x="231" y="14"/>
                    </a:lnTo>
                    <a:close/>
                    <a:moveTo>
                      <a:pt x="194" y="40"/>
                    </a:moveTo>
                    <a:cubicBezTo>
                      <a:pt x="194" y="28"/>
                      <a:pt x="194" y="28"/>
                      <a:pt x="194" y="28"/>
                    </a:cubicBezTo>
                    <a:cubicBezTo>
                      <a:pt x="189" y="28"/>
                      <a:pt x="189" y="28"/>
                      <a:pt x="189" y="28"/>
                    </a:cubicBezTo>
                    <a:cubicBezTo>
                      <a:pt x="189" y="30"/>
                      <a:pt x="189" y="33"/>
                      <a:pt x="188" y="35"/>
                    </a:cubicBezTo>
                    <a:cubicBezTo>
                      <a:pt x="178" y="35"/>
                      <a:pt x="178" y="35"/>
                      <a:pt x="178" y="35"/>
                    </a:cubicBezTo>
                    <a:cubicBezTo>
                      <a:pt x="178" y="6"/>
                      <a:pt x="178" y="6"/>
                      <a:pt x="178" y="6"/>
                    </a:cubicBezTo>
                    <a:cubicBezTo>
                      <a:pt x="180" y="6"/>
                      <a:pt x="182" y="5"/>
                      <a:pt x="184" y="5"/>
                    </a:cubicBezTo>
                    <a:cubicBezTo>
                      <a:pt x="184" y="1"/>
                      <a:pt x="184" y="1"/>
                      <a:pt x="184" y="1"/>
                    </a:cubicBezTo>
                    <a:cubicBezTo>
                      <a:pt x="164" y="1"/>
                      <a:pt x="164" y="1"/>
                      <a:pt x="164" y="1"/>
                    </a:cubicBezTo>
                    <a:cubicBezTo>
                      <a:pt x="164" y="5"/>
                      <a:pt x="164" y="5"/>
                      <a:pt x="164" y="5"/>
                    </a:cubicBezTo>
                    <a:cubicBezTo>
                      <a:pt x="166" y="5"/>
                      <a:pt x="169" y="6"/>
                      <a:pt x="171" y="6"/>
                    </a:cubicBezTo>
                    <a:cubicBezTo>
                      <a:pt x="171" y="35"/>
                      <a:pt x="171" y="35"/>
                      <a:pt x="171" y="35"/>
                    </a:cubicBezTo>
                    <a:cubicBezTo>
                      <a:pt x="169" y="36"/>
                      <a:pt x="166" y="36"/>
                      <a:pt x="164" y="36"/>
                    </a:cubicBezTo>
                    <a:cubicBezTo>
                      <a:pt x="164" y="40"/>
                      <a:pt x="164" y="40"/>
                      <a:pt x="164" y="40"/>
                    </a:cubicBezTo>
                    <a:lnTo>
                      <a:pt x="194" y="40"/>
                    </a:lnTo>
                    <a:close/>
                    <a:moveTo>
                      <a:pt x="158" y="5"/>
                    </a:moveTo>
                    <a:cubicBezTo>
                      <a:pt x="158" y="1"/>
                      <a:pt x="158" y="1"/>
                      <a:pt x="158" y="1"/>
                    </a:cubicBezTo>
                    <a:cubicBezTo>
                      <a:pt x="140" y="1"/>
                      <a:pt x="140" y="1"/>
                      <a:pt x="140" y="1"/>
                    </a:cubicBezTo>
                    <a:cubicBezTo>
                      <a:pt x="140" y="5"/>
                      <a:pt x="140" y="5"/>
                      <a:pt x="140" y="5"/>
                    </a:cubicBezTo>
                    <a:cubicBezTo>
                      <a:pt x="142" y="5"/>
                      <a:pt x="144" y="6"/>
                      <a:pt x="146" y="6"/>
                    </a:cubicBezTo>
                    <a:cubicBezTo>
                      <a:pt x="146" y="25"/>
                      <a:pt x="146" y="25"/>
                      <a:pt x="146" y="25"/>
                    </a:cubicBezTo>
                    <a:cubicBezTo>
                      <a:pt x="146" y="31"/>
                      <a:pt x="143" y="35"/>
                      <a:pt x="136" y="35"/>
                    </a:cubicBezTo>
                    <a:cubicBezTo>
                      <a:pt x="129" y="35"/>
                      <a:pt x="126" y="32"/>
                      <a:pt x="126" y="25"/>
                    </a:cubicBezTo>
                    <a:cubicBezTo>
                      <a:pt x="126" y="6"/>
                      <a:pt x="126" y="6"/>
                      <a:pt x="126" y="6"/>
                    </a:cubicBezTo>
                    <a:cubicBezTo>
                      <a:pt x="128" y="6"/>
                      <a:pt x="130" y="5"/>
                      <a:pt x="132" y="5"/>
                    </a:cubicBezTo>
                    <a:cubicBezTo>
                      <a:pt x="132" y="1"/>
                      <a:pt x="132" y="1"/>
                      <a:pt x="132" y="1"/>
                    </a:cubicBezTo>
                    <a:cubicBezTo>
                      <a:pt x="113" y="1"/>
                      <a:pt x="113" y="1"/>
                      <a:pt x="113" y="1"/>
                    </a:cubicBezTo>
                    <a:cubicBezTo>
                      <a:pt x="113" y="5"/>
                      <a:pt x="113" y="5"/>
                      <a:pt x="113" y="5"/>
                    </a:cubicBezTo>
                    <a:cubicBezTo>
                      <a:pt x="115" y="5"/>
                      <a:pt x="117" y="6"/>
                      <a:pt x="119" y="6"/>
                    </a:cubicBezTo>
                    <a:cubicBezTo>
                      <a:pt x="119" y="27"/>
                      <a:pt x="119" y="27"/>
                      <a:pt x="119" y="27"/>
                    </a:cubicBezTo>
                    <a:cubicBezTo>
                      <a:pt x="119" y="36"/>
                      <a:pt x="125" y="41"/>
                      <a:pt x="135" y="41"/>
                    </a:cubicBezTo>
                    <a:cubicBezTo>
                      <a:pt x="148" y="41"/>
                      <a:pt x="153" y="34"/>
                      <a:pt x="153" y="25"/>
                    </a:cubicBezTo>
                    <a:cubicBezTo>
                      <a:pt x="153" y="6"/>
                      <a:pt x="153" y="6"/>
                      <a:pt x="153" y="6"/>
                    </a:cubicBezTo>
                    <a:cubicBezTo>
                      <a:pt x="155" y="6"/>
                      <a:pt x="157" y="5"/>
                      <a:pt x="158" y="5"/>
                    </a:cubicBezTo>
                    <a:moveTo>
                      <a:pt x="107" y="39"/>
                    </a:moveTo>
                    <a:cubicBezTo>
                      <a:pt x="107" y="32"/>
                      <a:pt x="107" y="32"/>
                      <a:pt x="107" y="32"/>
                    </a:cubicBezTo>
                    <a:cubicBezTo>
                      <a:pt x="104" y="34"/>
                      <a:pt x="101" y="35"/>
                      <a:pt x="97" y="35"/>
                    </a:cubicBezTo>
                    <a:cubicBezTo>
                      <a:pt x="88" y="35"/>
                      <a:pt x="84" y="30"/>
                      <a:pt x="84" y="21"/>
                    </a:cubicBezTo>
                    <a:cubicBezTo>
                      <a:pt x="84" y="13"/>
                      <a:pt x="88" y="6"/>
                      <a:pt x="96" y="6"/>
                    </a:cubicBezTo>
                    <a:cubicBezTo>
                      <a:pt x="98" y="6"/>
                      <a:pt x="99" y="7"/>
                      <a:pt x="101" y="7"/>
                    </a:cubicBezTo>
                    <a:cubicBezTo>
                      <a:pt x="101" y="9"/>
                      <a:pt x="102" y="11"/>
                      <a:pt x="102" y="13"/>
                    </a:cubicBezTo>
                    <a:cubicBezTo>
                      <a:pt x="107" y="13"/>
                      <a:pt x="107" y="13"/>
                      <a:pt x="107" y="13"/>
                    </a:cubicBezTo>
                    <a:cubicBezTo>
                      <a:pt x="107" y="2"/>
                      <a:pt x="107" y="2"/>
                      <a:pt x="107" y="2"/>
                    </a:cubicBezTo>
                    <a:cubicBezTo>
                      <a:pt x="104" y="1"/>
                      <a:pt x="100" y="0"/>
                      <a:pt x="97" y="0"/>
                    </a:cubicBezTo>
                    <a:cubicBezTo>
                      <a:pt x="83" y="0"/>
                      <a:pt x="76" y="10"/>
                      <a:pt x="76" y="21"/>
                    </a:cubicBezTo>
                    <a:cubicBezTo>
                      <a:pt x="76" y="33"/>
                      <a:pt x="83" y="41"/>
                      <a:pt x="96" y="41"/>
                    </a:cubicBezTo>
                    <a:cubicBezTo>
                      <a:pt x="100" y="41"/>
                      <a:pt x="104" y="40"/>
                      <a:pt x="107" y="39"/>
                    </a:cubicBezTo>
                    <a:moveTo>
                      <a:pt x="58" y="25"/>
                    </a:moveTo>
                    <a:cubicBezTo>
                      <a:pt x="45" y="25"/>
                      <a:pt x="45" y="25"/>
                      <a:pt x="45" y="25"/>
                    </a:cubicBezTo>
                    <a:cubicBezTo>
                      <a:pt x="49" y="13"/>
                      <a:pt x="49" y="13"/>
                      <a:pt x="49" y="13"/>
                    </a:cubicBezTo>
                    <a:cubicBezTo>
                      <a:pt x="50" y="11"/>
                      <a:pt x="51" y="9"/>
                      <a:pt x="51" y="7"/>
                    </a:cubicBezTo>
                    <a:cubicBezTo>
                      <a:pt x="52" y="7"/>
                      <a:pt x="52" y="7"/>
                      <a:pt x="52" y="7"/>
                    </a:cubicBezTo>
                    <a:cubicBezTo>
                      <a:pt x="52" y="9"/>
                      <a:pt x="53" y="11"/>
                      <a:pt x="54" y="13"/>
                    </a:cubicBezTo>
                    <a:lnTo>
                      <a:pt x="58" y="25"/>
                    </a:lnTo>
                    <a:close/>
                    <a:moveTo>
                      <a:pt x="74" y="40"/>
                    </a:moveTo>
                    <a:cubicBezTo>
                      <a:pt x="74" y="36"/>
                      <a:pt x="74" y="36"/>
                      <a:pt x="74" y="36"/>
                    </a:cubicBezTo>
                    <a:cubicBezTo>
                      <a:pt x="73" y="36"/>
                      <a:pt x="71" y="36"/>
                      <a:pt x="69" y="36"/>
                    </a:cubicBezTo>
                    <a:cubicBezTo>
                      <a:pt x="56" y="1"/>
                      <a:pt x="56" y="1"/>
                      <a:pt x="56" y="1"/>
                    </a:cubicBezTo>
                    <a:cubicBezTo>
                      <a:pt x="47" y="1"/>
                      <a:pt x="47" y="1"/>
                      <a:pt x="47" y="1"/>
                    </a:cubicBezTo>
                    <a:cubicBezTo>
                      <a:pt x="34" y="36"/>
                      <a:pt x="34" y="36"/>
                      <a:pt x="34" y="36"/>
                    </a:cubicBezTo>
                    <a:cubicBezTo>
                      <a:pt x="33" y="36"/>
                      <a:pt x="31" y="36"/>
                      <a:pt x="29" y="36"/>
                    </a:cubicBezTo>
                    <a:cubicBezTo>
                      <a:pt x="29" y="40"/>
                      <a:pt x="29" y="40"/>
                      <a:pt x="29" y="40"/>
                    </a:cubicBezTo>
                    <a:cubicBezTo>
                      <a:pt x="47" y="40"/>
                      <a:pt x="47" y="40"/>
                      <a:pt x="47" y="40"/>
                    </a:cubicBezTo>
                    <a:cubicBezTo>
                      <a:pt x="47" y="36"/>
                      <a:pt x="47" y="36"/>
                      <a:pt x="47" y="36"/>
                    </a:cubicBezTo>
                    <a:cubicBezTo>
                      <a:pt x="45" y="36"/>
                      <a:pt x="43" y="36"/>
                      <a:pt x="41" y="36"/>
                    </a:cubicBezTo>
                    <a:cubicBezTo>
                      <a:pt x="43" y="30"/>
                      <a:pt x="43" y="30"/>
                      <a:pt x="43" y="30"/>
                    </a:cubicBezTo>
                    <a:cubicBezTo>
                      <a:pt x="60" y="30"/>
                      <a:pt x="60" y="30"/>
                      <a:pt x="60" y="30"/>
                    </a:cubicBezTo>
                    <a:cubicBezTo>
                      <a:pt x="62" y="36"/>
                      <a:pt x="62" y="36"/>
                      <a:pt x="62" y="36"/>
                    </a:cubicBezTo>
                    <a:cubicBezTo>
                      <a:pt x="60" y="36"/>
                      <a:pt x="58" y="36"/>
                      <a:pt x="56" y="36"/>
                    </a:cubicBezTo>
                    <a:cubicBezTo>
                      <a:pt x="56" y="40"/>
                      <a:pt x="56" y="40"/>
                      <a:pt x="56" y="40"/>
                    </a:cubicBezTo>
                    <a:lnTo>
                      <a:pt x="74" y="40"/>
                    </a:lnTo>
                    <a:close/>
                    <a:moveTo>
                      <a:pt x="30" y="12"/>
                    </a:moveTo>
                    <a:cubicBezTo>
                      <a:pt x="30" y="1"/>
                      <a:pt x="30" y="1"/>
                      <a:pt x="30" y="1"/>
                    </a:cubicBezTo>
                    <a:cubicBezTo>
                      <a:pt x="0" y="1"/>
                      <a:pt x="0" y="1"/>
                      <a:pt x="0" y="1"/>
                    </a:cubicBezTo>
                    <a:cubicBezTo>
                      <a:pt x="0" y="5"/>
                      <a:pt x="0" y="5"/>
                      <a:pt x="0" y="5"/>
                    </a:cubicBezTo>
                    <a:cubicBezTo>
                      <a:pt x="2" y="5"/>
                      <a:pt x="4" y="6"/>
                      <a:pt x="7" y="6"/>
                    </a:cubicBezTo>
                    <a:cubicBezTo>
                      <a:pt x="7" y="35"/>
                      <a:pt x="7" y="35"/>
                      <a:pt x="7" y="35"/>
                    </a:cubicBezTo>
                    <a:cubicBezTo>
                      <a:pt x="4" y="36"/>
                      <a:pt x="2" y="36"/>
                      <a:pt x="0" y="36"/>
                    </a:cubicBezTo>
                    <a:cubicBezTo>
                      <a:pt x="0" y="40"/>
                      <a:pt x="0" y="40"/>
                      <a:pt x="0" y="40"/>
                    </a:cubicBezTo>
                    <a:cubicBezTo>
                      <a:pt x="20" y="40"/>
                      <a:pt x="20" y="40"/>
                      <a:pt x="20" y="40"/>
                    </a:cubicBezTo>
                    <a:cubicBezTo>
                      <a:pt x="20" y="36"/>
                      <a:pt x="20" y="36"/>
                      <a:pt x="20" y="36"/>
                    </a:cubicBezTo>
                    <a:cubicBezTo>
                      <a:pt x="18" y="36"/>
                      <a:pt x="16" y="36"/>
                      <a:pt x="13" y="35"/>
                    </a:cubicBezTo>
                    <a:cubicBezTo>
                      <a:pt x="13" y="23"/>
                      <a:pt x="13" y="23"/>
                      <a:pt x="13" y="23"/>
                    </a:cubicBezTo>
                    <a:cubicBezTo>
                      <a:pt x="21" y="23"/>
                      <a:pt x="21" y="23"/>
                      <a:pt x="21" y="23"/>
                    </a:cubicBezTo>
                    <a:cubicBezTo>
                      <a:pt x="21" y="24"/>
                      <a:pt x="21" y="26"/>
                      <a:pt x="22" y="27"/>
                    </a:cubicBezTo>
                    <a:cubicBezTo>
                      <a:pt x="26" y="27"/>
                      <a:pt x="26" y="27"/>
                      <a:pt x="26" y="27"/>
                    </a:cubicBezTo>
                    <a:cubicBezTo>
                      <a:pt x="26" y="14"/>
                      <a:pt x="26" y="14"/>
                      <a:pt x="26" y="14"/>
                    </a:cubicBezTo>
                    <a:cubicBezTo>
                      <a:pt x="22" y="14"/>
                      <a:pt x="22" y="14"/>
                      <a:pt x="22" y="14"/>
                    </a:cubicBezTo>
                    <a:cubicBezTo>
                      <a:pt x="21" y="15"/>
                      <a:pt x="21" y="17"/>
                      <a:pt x="21" y="18"/>
                    </a:cubicBezTo>
                    <a:cubicBezTo>
                      <a:pt x="13" y="18"/>
                      <a:pt x="13" y="18"/>
                      <a:pt x="13" y="18"/>
                    </a:cubicBezTo>
                    <a:cubicBezTo>
                      <a:pt x="13" y="6"/>
                      <a:pt x="13" y="6"/>
                      <a:pt x="13" y="6"/>
                    </a:cubicBezTo>
                    <a:cubicBezTo>
                      <a:pt x="24" y="6"/>
                      <a:pt x="24" y="6"/>
                      <a:pt x="24" y="6"/>
                    </a:cubicBezTo>
                    <a:cubicBezTo>
                      <a:pt x="24" y="7"/>
                      <a:pt x="24" y="10"/>
                      <a:pt x="25" y="12"/>
                    </a:cubicBezTo>
                    <a:lnTo>
                      <a:pt x="30"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sp>
        <p:nvSpPr>
          <p:cNvPr id="43" name="Marcador de texto 42">
            <a:extLst>
              <a:ext uri="{FF2B5EF4-FFF2-40B4-BE49-F238E27FC236}">
                <a16:creationId xmlns:a16="http://schemas.microsoft.com/office/drawing/2014/main" id="{EF9AC805-712C-4A3F-A841-A733BF1EE966}"/>
              </a:ext>
            </a:extLst>
          </p:cNvPr>
          <p:cNvSpPr>
            <a:spLocks noGrp="1"/>
          </p:cNvSpPr>
          <p:nvPr>
            <p:ph type="body" sz="quarter" idx="10" hasCustomPrompt="1"/>
          </p:nvPr>
        </p:nvSpPr>
        <p:spPr>
          <a:xfrm>
            <a:off x="6185729" y="5713063"/>
            <a:ext cx="5768146" cy="400050"/>
          </a:xfrm>
          <a:prstGeom prst="rect">
            <a:avLst/>
          </a:prstGeom>
        </p:spPr>
        <p:txBody>
          <a:bodyPr anchor="ctr"/>
          <a:lstStyle>
            <a:lvl1pPr marL="0" indent="0" algn="l">
              <a:buNone/>
              <a:defRPr sz="2400" b="1">
                <a:solidFill>
                  <a:schemeClr val="accent1"/>
                </a:solidFill>
              </a:defRPr>
            </a:lvl1pPr>
            <a:lvl2pPr marL="457200" indent="0" algn="ctr">
              <a:buNone/>
              <a:defRPr sz="2000">
                <a:solidFill>
                  <a:schemeClr val="accent1"/>
                </a:solidFill>
              </a:defRPr>
            </a:lvl2pPr>
            <a:lvl3pPr marL="914400" indent="0" algn="ctr">
              <a:buNone/>
              <a:defRPr sz="2000">
                <a:solidFill>
                  <a:schemeClr val="accent1"/>
                </a:solidFill>
              </a:defRPr>
            </a:lvl3pPr>
            <a:lvl4pPr marL="1371600" indent="0" algn="ctr">
              <a:buNone/>
              <a:defRPr sz="2000">
                <a:solidFill>
                  <a:schemeClr val="accent1"/>
                </a:solidFill>
              </a:defRPr>
            </a:lvl4pPr>
            <a:lvl5pPr marL="1828800" indent="0" algn="ctr">
              <a:buNone/>
              <a:defRPr sz="2000">
                <a:solidFill>
                  <a:schemeClr val="accent1"/>
                </a:solidFill>
              </a:defRPr>
            </a:lvl5pPr>
          </a:lstStyle>
          <a:p>
            <a:pPr lvl="0"/>
            <a:r>
              <a:rPr lang="es-ES" dirty="0"/>
              <a:t>Nombre Expositor</a:t>
            </a:r>
            <a:endParaRPr lang="es-CL" dirty="0"/>
          </a:p>
        </p:txBody>
      </p:sp>
      <p:sp>
        <p:nvSpPr>
          <p:cNvPr id="45" name="Marcador de texto 42">
            <a:extLst>
              <a:ext uri="{FF2B5EF4-FFF2-40B4-BE49-F238E27FC236}">
                <a16:creationId xmlns:a16="http://schemas.microsoft.com/office/drawing/2014/main" id="{84B1BE1A-3D9F-4BDA-941B-9BDCBF817471}"/>
              </a:ext>
            </a:extLst>
          </p:cNvPr>
          <p:cNvSpPr>
            <a:spLocks noGrp="1"/>
          </p:cNvSpPr>
          <p:nvPr>
            <p:ph type="body" sz="quarter" idx="11" hasCustomPrompt="1"/>
          </p:nvPr>
        </p:nvSpPr>
        <p:spPr>
          <a:xfrm>
            <a:off x="0" y="4021233"/>
            <a:ext cx="12191999" cy="673870"/>
          </a:xfrm>
          <a:prstGeom prst="rect">
            <a:avLst/>
          </a:prstGeom>
        </p:spPr>
        <p:txBody>
          <a:bodyPr/>
          <a:lstStyle>
            <a:lvl1pPr marL="0" indent="0" algn="ctr">
              <a:buNone/>
              <a:tabLst>
                <a:tab pos="3771900" algn="l"/>
              </a:tabLst>
              <a:defRPr sz="4400" b="1">
                <a:solidFill>
                  <a:schemeClr val="bg2"/>
                </a:solidFill>
                <a:latin typeface="+mj-lt"/>
              </a:defRPr>
            </a:lvl1pPr>
            <a:lvl2pPr marL="457200" indent="0" algn="ctr">
              <a:buNone/>
              <a:defRPr sz="2000">
                <a:solidFill>
                  <a:schemeClr val="accent1"/>
                </a:solidFill>
              </a:defRPr>
            </a:lvl2pPr>
            <a:lvl3pPr marL="914400" indent="0" algn="ctr">
              <a:buNone/>
              <a:defRPr sz="2000">
                <a:solidFill>
                  <a:schemeClr val="accent1"/>
                </a:solidFill>
              </a:defRPr>
            </a:lvl3pPr>
            <a:lvl4pPr marL="1371600" indent="0" algn="ctr">
              <a:buNone/>
              <a:defRPr sz="2000">
                <a:solidFill>
                  <a:schemeClr val="accent1"/>
                </a:solidFill>
              </a:defRPr>
            </a:lvl4pPr>
            <a:lvl5pPr marL="1828800" indent="0" algn="ctr">
              <a:buNone/>
              <a:defRPr sz="2000">
                <a:solidFill>
                  <a:schemeClr val="accent1"/>
                </a:solidFill>
              </a:defRPr>
            </a:lvl5pPr>
          </a:lstStyle>
          <a:p>
            <a:pPr lvl="0"/>
            <a:r>
              <a:rPr lang="es-ES" dirty="0"/>
              <a:t>Título de la Presentación</a:t>
            </a:r>
            <a:endParaRPr lang="es-CL" dirty="0"/>
          </a:p>
        </p:txBody>
      </p:sp>
      <p:sp>
        <p:nvSpPr>
          <p:cNvPr id="75" name="Marcador de texto 42">
            <a:extLst>
              <a:ext uri="{FF2B5EF4-FFF2-40B4-BE49-F238E27FC236}">
                <a16:creationId xmlns:a16="http://schemas.microsoft.com/office/drawing/2014/main" id="{64E17E5A-4ACC-474B-BF94-E2CB13D2BBEB}"/>
              </a:ext>
            </a:extLst>
          </p:cNvPr>
          <p:cNvSpPr>
            <a:spLocks noGrp="1"/>
          </p:cNvSpPr>
          <p:nvPr>
            <p:ph type="body" sz="quarter" idx="12" hasCustomPrompt="1"/>
          </p:nvPr>
        </p:nvSpPr>
        <p:spPr>
          <a:xfrm>
            <a:off x="6185729" y="5999473"/>
            <a:ext cx="5768146" cy="400050"/>
          </a:xfrm>
          <a:prstGeom prst="rect">
            <a:avLst/>
          </a:prstGeom>
        </p:spPr>
        <p:txBody>
          <a:bodyPr anchor="ctr"/>
          <a:lstStyle>
            <a:lvl1pPr marL="0" indent="0" algn="l">
              <a:buNone/>
              <a:defRPr sz="1800" b="0">
                <a:solidFill>
                  <a:schemeClr val="accent1"/>
                </a:solidFill>
                <a:latin typeface="+mj-lt"/>
              </a:defRPr>
            </a:lvl1pPr>
            <a:lvl2pPr marL="457200" indent="0" algn="ctr">
              <a:buNone/>
              <a:defRPr sz="2000">
                <a:solidFill>
                  <a:schemeClr val="accent1"/>
                </a:solidFill>
              </a:defRPr>
            </a:lvl2pPr>
            <a:lvl3pPr marL="914400" indent="0" algn="ctr">
              <a:buNone/>
              <a:defRPr sz="2000">
                <a:solidFill>
                  <a:schemeClr val="accent1"/>
                </a:solidFill>
              </a:defRPr>
            </a:lvl3pPr>
            <a:lvl4pPr marL="1371600" indent="0" algn="ctr">
              <a:buNone/>
              <a:defRPr sz="2000">
                <a:solidFill>
                  <a:schemeClr val="accent1"/>
                </a:solidFill>
              </a:defRPr>
            </a:lvl4pPr>
            <a:lvl5pPr marL="1828800" indent="0" algn="ctr">
              <a:buNone/>
              <a:defRPr sz="2000">
                <a:solidFill>
                  <a:schemeClr val="accent1"/>
                </a:solidFill>
              </a:defRPr>
            </a:lvl5pPr>
          </a:lstStyle>
          <a:p>
            <a:pPr lvl="0"/>
            <a:r>
              <a:rPr lang="es-ES" dirty="0"/>
              <a:t>Cargo Expositor</a:t>
            </a:r>
            <a:endParaRPr lang="es-CL" dirty="0"/>
          </a:p>
        </p:txBody>
      </p:sp>
      <p:sp>
        <p:nvSpPr>
          <p:cNvPr id="76" name="Marcador de texto 42">
            <a:extLst>
              <a:ext uri="{FF2B5EF4-FFF2-40B4-BE49-F238E27FC236}">
                <a16:creationId xmlns:a16="http://schemas.microsoft.com/office/drawing/2014/main" id="{50561FA3-6D57-4486-B87F-C4EBE565BFA6}"/>
              </a:ext>
            </a:extLst>
          </p:cNvPr>
          <p:cNvSpPr>
            <a:spLocks noGrp="1"/>
          </p:cNvSpPr>
          <p:nvPr>
            <p:ph type="body" sz="quarter" idx="13" hasCustomPrompt="1"/>
          </p:nvPr>
        </p:nvSpPr>
        <p:spPr>
          <a:xfrm>
            <a:off x="6185729" y="6282152"/>
            <a:ext cx="5768146" cy="400050"/>
          </a:xfrm>
          <a:prstGeom prst="rect">
            <a:avLst/>
          </a:prstGeom>
        </p:spPr>
        <p:txBody>
          <a:bodyPr anchor="ctr"/>
          <a:lstStyle>
            <a:lvl1pPr marL="0" indent="0" algn="l">
              <a:buNone/>
              <a:defRPr sz="1800" spc="300">
                <a:solidFill>
                  <a:schemeClr val="bg1"/>
                </a:solidFill>
              </a:defRPr>
            </a:lvl1pPr>
            <a:lvl2pPr marL="457200" indent="0" algn="ctr">
              <a:buNone/>
              <a:defRPr sz="2000">
                <a:solidFill>
                  <a:schemeClr val="accent1"/>
                </a:solidFill>
              </a:defRPr>
            </a:lvl2pPr>
            <a:lvl3pPr marL="914400" indent="0" algn="ctr">
              <a:buNone/>
              <a:defRPr sz="2000">
                <a:solidFill>
                  <a:schemeClr val="accent1"/>
                </a:solidFill>
              </a:defRPr>
            </a:lvl3pPr>
            <a:lvl4pPr marL="1371600" indent="0" algn="ctr">
              <a:buNone/>
              <a:defRPr sz="2000">
                <a:solidFill>
                  <a:schemeClr val="accent1"/>
                </a:solidFill>
              </a:defRPr>
            </a:lvl4pPr>
            <a:lvl5pPr marL="1828800" indent="0" algn="ctr">
              <a:buNone/>
              <a:defRPr sz="2000">
                <a:solidFill>
                  <a:schemeClr val="accent1"/>
                </a:solidFill>
              </a:defRPr>
            </a:lvl5pPr>
          </a:lstStyle>
          <a:p>
            <a:pPr lvl="0"/>
            <a:r>
              <a:rPr lang="es-ES" dirty="0"/>
              <a:t>MES Y AÑO</a:t>
            </a:r>
            <a:endParaRPr lang="es-CL" dirty="0"/>
          </a:p>
        </p:txBody>
      </p:sp>
      <p:sp>
        <p:nvSpPr>
          <p:cNvPr id="44" name="Marcador de texto 42">
            <a:extLst>
              <a:ext uri="{FF2B5EF4-FFF2-40B4-BE49-F238E27FC236}">
                <a16:creationId xmlns:a16="http://schemas.microsoft.com/office/drawing/2014/main" id="{84B1BE1A-3D9F-4BDA-941B-9BDCBF817471}"/>
              </a:ext>
            </a:extLst>
          </p:cNvPr>
          <p:cNvSpPr>
            <a:spLocks noGrp="1"/>
          </p:cNvSpPr>
          <p:nvPr>
            <p:ph type="body" sz="quarter" idx="14" hasCustomPrompt="1"/>
          </p:nvPr>
        </p:nvSpPr>
        <p:spPr>
          <a:xfrm>
            <a:off x="0" y="4695103"/>
            <a:ext cx="12192000" cy="673870"/>
          </a:xfrm>
          <a:prstGeom prst="rect">
            <a:avLst/>
          </a:prstGeom>
        </p:spPr>
        <p:txBody>
          <a:bodyPr/>
          <a:lstStyle>
            <a:lvl1pPr marL="0" indent="0" algn="ctr">
              <a:buNone/>
              <a:tabLst>
                <a:tab pos="3771900" algn="l"/>
              </a:tabLst>
              <a:defRPr sz="3200" b="1">
                <a:solidFill>
                  <a:schemeClr val="bg2"/>
                </a:solidFill>
                <a:latin typeface="+mj-lt"/>
              </a:defRPr>
            </a:lvl1pPr>
            <a:lvl2pPr marL="457200" indent="0" algn="ctr">
              <a:buNone/>
              <a:defRPr sz="2000">
                <a:solidFill>
                  <a:schemeClr val="accent1"/>
                </a:solidFill>
              </a:defRPr>
            </a:lvl2pPr>
            <a:lvl3pPr marL="914400" indent="0" algn="ctr">
              <a:buNone/>
              <a:defRPr sz="2000">
                <a:solidFill>
                  <a:schemeClr val="accent1"/>
                </a:solidFill>
              </a:defRPr>
            </a:lvl3pPr>
            <a:lvl4pPr marL="1371600" indent="0" algn="ctr">
              <a:buNone/>
              <a:defRPr sz="2000">
                <a:solidFill>
                  <a:schemeClr val="accent1"/>
                </a:solidFill>
              </a:defRPr>
            </a:lvl4pPr>
            <a:lvl5pPr marL="1828800" indent="0" algn="ctr">
              <a:buNone/>
              <a:defRPr sz="2000">
                <a:solidFill>
                  <a:schemeClr val="accent1"/>
                </a:solidFill>
              </a:defRPr>
            </a:lvl5pPr>
          </a:lstStyle>
          <a:p>
            <a:pPr lvl="0"/>
            <a:r>
              <a:rPr lang="es-ES" dirty="0"/>
              <a:t>Bajada del Título</a:t>
            </a:r>
            <a:endParaRPr lang="es-CL" dirty="0"/>
          </a:p>
        </p:txBody>
      </p:sp>
    </p:spTree>
    <p:extLst>
      <p:ext uri="{BB962C8B-B14F-4D97-AF65-F5344CB8AC3E}">
        <p14:creationId xmlns:p14="http://schemas.microsoft.com/office/powerpoint/2010/main" val="138910778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4_Menu">
    <p:spTree>
      <p:nvGrpSpPr>
        <p:cNvPr id="1" name=""/>
        <p:cNvGrpSpPr/>
        <p:nvPr/>
      </p:nvGrpSpPr>
      <p:grpSpPr>
        <a:xfrm>
          <a:off x="0" y="0"/>
          <a:ext cx="0" cy="0"/>
          <a:chOff x="0" y="0"/>
          <a:chExt cx="0" cy="0"/>
        </a:xfrm>
      </p:grpSpPr>
      <p:sp>
        <p:nvSpPr>
          <p:cNvPr id="4" name="Marcador de texto 2">
            <a:extLst>
              <a:ext uri="{FF2B5EF4-FFF2-40B4-BE49-F238E27FC236}">
                <a16:creationId xmlns:a16="http://schemas.microsoft.com/office/drawing/2014/main" id="{3F02B20B-5EF9-4548-ADCB-2DEEDAE69D8B}"/>
              </a:ext>
            </a:extLst>
          </p:cNvPr>
          <p:cNvSpPr>
            <a:spLocks noGrp="1"/>
          </p:cNvSpPr>
          <p:nvPr>
            <p:ph type="body" sz="quarter" idx="10" hasCustomPrompt="1"/>
          </p:nvPr>
        </p:nvSpPr>
        <p:spPr>
          <a:xfrm>
            <a:off x="2360598" y="1171774"/>
            <a:ext cx="1035065" cy="432000"/>
          </a:xfrm>
          <a:prstGeom prst="rect">
            <a:avLst/>
          </a:prstGeom>
        </p:spPr>
        <p:txBody>
          <a:bodyPr tIns="0" bIns="0" anchor="ctr"/>
          <a:lstStyle>
            <a:lvl1pPr marL="0" indent="0" algn="r">
              <a:lnSpc>
                <a:spcPct val="100000"/>
              </a:lnSpc>
              <a:buClr>
                <a:schemeClr val="tx2"/>
              </a:buClr>
              <a:buSzPct val="80000"/>
              <a:buFont typeface="Segoe UI Light" panose="020B0502040204020203" pitchFamily="34" charset="0"/>
              <a:buNone/>
              <a:defRPr sz="4000" b="1" u="none" strike="noStrike" spc="300" baseline="0">
                <a:solidFill>
                  <a:schemeClr val="tx2">
                    <a:lumMod val="20000"/>
                    <a:lumOff val="80000"/>
                  </a:schemeClr>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5" name="Marcador de texto 2">
            <a:extLst>
              <a:ext uri="{FF2B5EF4-FFF2-40B4-BE49-F238E27FC236}">
                <a16:creationId xmlns:a16="http://schemas.microsoft.com/office/drawing/2014/main" id="{1489CB20-7026-4C66-9D3D-47A9AE643FDB}"/>
              </a:ext>
            </a:extLst>
          </p:cNvPr>
          <p:cNvSpPr>
            <a:spLocks noGrp="1"/>
          </p:cNvSpPr>
          <p:nvPr>
            <p:ph type="body" sz="quarter" idx="12" hasCustomPrompt="1"/>
          </p:nvPr>
        </p:nvSpPr>
        <p:spPr>
          <a:xfrm>
            <a:off x="3397111" y="1160333"/>
            <a:ext cx="7653748" cy="216000"/>
          </a:xfrm>
          <a:prstGeom prst="rect">
            <a:avLst/>
          </a:prstGeom>
        </p:spPr>
        <p:txBody>
          <a:bodyPr anchor="ctr"/>
          <a:lstStyle>
            <a:lvl1pPr marL="0" indent="0">
              <a:lnSpc>
                <a:spcPct val="100000"/>
              </a:lnSpc>
              <a:buNone/>
              <a:defRPr sz="1600" b="0" u="none" strike="noStrike" spc="0" baseline="0">
                <a:solidFill>
                  <a:schemeClr val="tx2"/>
                </a:solidFill>
                <a:uFill>
                  <a:solidFill>
                    <a:schemeClr val="accent2"/>
                  </a:solidFill>
                </a:uFill>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DEL TEMA</a:t>
            </a:r>
            <a:endParaRPr lang="es-CL" dirty="0"/>
          </a:p>
        </p:txBody>
      </p:sp>
      <p:sp>
        <p:nvSpPr>
          <p:cNvPr id="33" name="Marcador de texto 2">
            <a:extLst>
              <a:ext uri="{FF2B5EF4-FFF2-40B4-BE49-F238E27FC236}">
                <a16:creationId xmlns:a16="http://schemas.microsoft.com/office/drawing/2014/main" id="{AC41B7BD-08DF-41D7-B42F-DCFFEC004A5C}"/>
              </a:ext>
            </a:extLst>
          </p:cNvPr>
          <p:cNvSpPr>
            <a:spLocks noGrp="1"/>
          </p:cNvSpPr>
          <p:nvPr>
            <p:ph type="body" sz="quarter" idx="20" hasCustomPrompt="1"/>
          </p:nvPr>
        </p:nvSpPr>
        <p:spPr>
          <a:xfrm>
            <a:off x="2360598" y="2016298"/>
            <a:ext cx="1035065" cy="432000"/>
          </a:xfrm>
          <a:prstGeom prst="rect">
            <a:avLst/>
          </a:prstGeom>
        </p:spPr>
        <p:txBody>
          <a:bodyPr tIns="0" bIns="0" anchor="ctr"/>
          <a:lstStyle>
            <a:lvl1pPr marL="0" indent="0" algn="r">
              <a:lnSpc>
                <a:spcPct val="100000"/>
              </a:lnSpc>
              <a:buClr>
                <a:schemeClr val="tx2"/>
              </a:buClr>
              <a:buSzPct val="80000"/>
              <a:buFont typeface="Segoe UI Light" panose="020B0502040204020203" pitchFamily="34" charset="0"/>
              <a:buNone/>
              <a:defRPr sz="4000" b="1" u="none" strike="noStrike" spc="300" baseline="0">
                <a:solidFill>
                  <a:schemeClr val="tx2">
                    <a:lumMod val="20000"/>
                    <a:lumOff val="80000"/>
                  </a:schemeClr>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02</a:t>
            </a:r>
            <a:endParaRPr lang="es-CL" dirty="0"/>
          </a:p>
        </p:txBody>
      </p:sp>
      <p:sp>
        <p:nvSpPr>
          <p:cNvPr id="34" name="Marcador de texto 2">
            <a:extLst>
              <a:ext uri="{FF2B5EF4-FFF2-40B4-BE49-F238E27FC236}">
                <a16:creationId xmlns:a16="http://schemas.microsoft.com/office/drawing/2014/main" id="{AF49C6D5-43A8-4563-890A-A782D687FFDB}"/>
              </a:ext>
            </a:extLst>
          </p:cNvPr>
          <p:cNvSpPr>
            <a:spLocks noGrp="1"/>
          </p:cNvSpPr>
          <p:nvPr>
            <p:ph type="body" sz="quarter" idx="21" hasCustomPrompt="1"/>
          </p:nvPr>
        </p:nvSpPr>
        <p:spPr>
          <a:xfrm>
            <a:off x="3397111" y="2004857"/>
            <a:ext cx="7653748" cy="216000"/>
          </a:xfrm>
          <a:prstGeom prst="rect">
            <a:avLst/>
          </a:prstGeom>
        </p:spPr>
        <p:txBody>
          <a:bodyPr anchor="ctr"/>
          <a:lstStyle>
            <a:lvl1pPr marL="0" indent="0">
              <a:lnSpc>
                <a:spcPct val="100000"/>
              </a:lnSpc>
              <a:buNone/>
              <a:defRPr sz="1600" b="0" u="none" strike="noStrike" spc="0" baseline="0">
                <a:solidFill>
                  <a:schemeClr val="tx2"/>
                </a:solidFill>
                <a:uFill>
                  <a:solidFill>
                    <a:schemeClr val="accent2"/>
                  </a:solidFill>
                </a:uFill>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DEL TEMA</a:t>
            </a:r>
            <a:endParaRPr lang="es-CL" dirty="0"/>
          </a:p>
        </p:txBody>
      </p:sp>
      <p:sp>
        <p:nvSpPr>
          <p:cNvPr id="36" name="Marcador de texto 2">
            <a:extLst>
              <a:ext uri="{FF2B5EF4-FFF2-40B4-BE49-F238E27FC236}">
                <a16:creationId xmlns:a16="http://schemas.microsoft.com/office/drawing/2014/main" id="{3F880F4B-F1E5-4EC6-BCB0-E2249B4CEB21}"/>
              </a:ext>
            </a:extLst>
          </p:cNvPr>
          <p:cNvSpPr>
            <a:spLocks noGrp="1"/>
          </p:cNvSpPr>
          <p:nvPr>
            <p:ph type="body" sz="quarter" idx="22" hasCustomPrompt="1"/>
          </p:nvPr>
        </p:nvSpPr>
        <p:spPr>
          <a:xfrm>
            <a:off x="2360598" y="2886460"/>
            <a:ext cx="1035065" cy="432000"/>
          </a:xfrm>
          <a:prstGeom prst="rect">
            <a:avLst/>
          </a:prstGeom>
        </p:spPr>
        <p:txBody>
          <a:bodyPr tIns="0" bIns="0" anchor="ctr"/>
          <a:lstStyle>
            <a:lvl1pPr marL="0" indent="0" algn="r">
              <a:lnSpc>
                <a:spcPct val="100000"/>
              </a:lnSpc>
              <a:buClr>
                <a:schemeClr val="tx2"/>
              </a:buClr>
              <a:buSzPct val="80000"/>
              <a:buFont typeface="Segoe UI Light" panose="020B0502040204020203" pitchFamily="34" charset="0"/>
              <a:buNone/>
              <a:defRPr sz="4000" b="1" u="none" strike="noStrike" spc="300" baseline="0">
                <a:solidFill>
                  <a:schemeClr val="tx2">
                    <a:lumMod val="20000"/>
                    <a:lumOff val="80000"/>
                  </a:schemeClr>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03</a:t>
            </a:r>
            <a:endParaRPr lang="es-CL" dirty="0"/>
          </a:p>
        </p:txBody>
      </p:sp>
      <p:sp>
        <p:nvSpPr>
          <p:cNvPr id="37" name="Marcador de texto 2">
            <a:extLst>
              <a:ext uri="{FF2B5EF4-FFF2-40B4-BE49-F238E27FC236}">
                <a16:creationId xmlns:a16="http://schemas.microsoft.com/office/drawing/2014/main" id="{CEBFBD63-AE77-4F67-B163-EC7E1F45FB2F}"/>
              </a:ext>
            </a:extLst>
          </p:cNvPr>
          <p:cNvSpPr>
            <a:spLocks noGrp="1"/>
          </p:cNvSpPr>
          <p:nvPr>
            <p:ph type="body" sz="quarter" idx="23" hasCustomPrompt="1"/>
          </p:nvPr>
        </p:nvSpPr>
        <p:spPr>
          <a:xfrm>
            <a:off x="3397111" y="2875019"/>
            <a:ext cx="7653748" cy="216000"/>
          </a:xfrm>
          <a:prstGeom prst="rect">
            <a:avLst/>
          </a:prstGeom>
        </p:spPr>
        <p:txBody>
          <a:bodyPr anchor="ctr"/>
          <a:lstStyle>
            <a:lvl1pPr marL="0" indent="0">
              <a:lnSpc>
                <a:spcPct val="100000"/>
              </a:lnSpc>
              <a:buNone/>
              <a:defRPr sz="1600" b="0" u="none" strike="noStrike" spc="0" baseline="0">
                <a:solidFill>
                  <a:schemeClr val="tx2"/>
                </a:solidFill>
                <a:uFill>
                  <a:solidFill>
                    <a:schemeClr val="accent2"/>
                  </a:solidFill>
                </a:uFill>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DEL TEMA</a:t>
            </a:r>
            <a:endParaRPr lang="es-CL" dirty="0"/>
          </a:p>
        </p:txBody>
      </p:sp>
      <p:sp>
        <p:nvSpPr>
          <p:cNvPr id="42" name="Marcador de texto 2">
            <a:extLst>
              <a:ext uri="{FF2B5EF4-FFF2-40B4-BE49-F238E27FC236}">
                <a16:creationId xmlns:a16="http://schemas.microsoft.com/office/drawing/2014/main" id="{D8B1C6B4-3BF9-4F24-A09D-8A80F122A4DD}"/>
              </a:ext>
            </a:extLst>
          </p:cNvPr>
          <p:cNvSpPr>
            <a:spLocks noGrp="1"/>
          </p:cNvSpPr>
          <p:nvPr>
            <p:ph type="body" sz="quarter" idx="26" hasCustomPrompt="1"/>
          </p:nvPr>
        </p:nvSpPr>
        <p:spPr>
          <a:xfrm>
            <a:off x="2360598" y="3765156"/>
            <a:ext cx="1035065" cy="432000"/>
          </a:xfrm>
          <a:prstGeom prst="rect">
            <a:avLst/>
          </a:prstGeom>
        </p:spPr>
        <p:txBody>
          <a:bodyPr tIns="0" bIns="0" anchor="ctr"/>
          <a:lstStyle>
            <a:lvl1pPr marL="0" indent="0" algn="r">
              <a:lnSpc>
                <a:spcPct val="100000"/>
              </a:lnSpc>
              <a:buClr>
                <a:schemeClr val="tx2"/>
              </a:buClr>
              <a:buSzPct val="80000"/>
              <a:buFont typeface="Segoe UI Light" panose="020B0502040204020203" pitchFamily="34" charset="0"/>
              <a:buNone/>
              <a:defRPr sz="4000" b="1" u="none" strike="noStrike" spc="300" baseline="0">
                <a:solidFill>
                  <a:schemeClr val="tx2">
                    <a:lumMod val="20000"/>
                    <a:lumOff val="80000"/>
                  </a:schemeClr>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04</a:t>
            </a:r>
            <a:endParaRPr lang="es-CL" dirty="0"/>
          </a:p>
        </p:txBody>
      </p:sp>
      <p:sp>
        <p:nvSpPr>
          <p:cNvPr id="43" name="Marcador de texto 2">
            <a:extLst>
              <a:ext uri="{FF2B5EF4-FFF2-40B4-BE49-F238E27FC236}">
                <a16:creationId xmlns:a16="http://schemas.microsoft.com/office/drawing/2014/main" id="{B60AC8FC-2908-4FCD-9C1C-AE1A5122EAFA}"/>
              </a:ext>
            </a:extLst>
          </p:cNvPr>
          <p:cNvSpPr>
            <a:spLocks noGrp="1"/>
          </p:cNvSpPr>
          <p:nvPr>
            <p:ph type="body" sz="quarter" idx="27" hasCustomPrompt="1"/>
          </p:nvPr>
        </p:nvSpPr>
        <p:spPr>
          <a:xfrm>
            <a:off x="3397111" y="3753724"/>
            <a:ext cx="7653748" cy="216000"/>
          </a:xfrm>
          <a:prstGeom prst="rect">
            <a:avLst/>
          </a:prstGeom>
        </p:spPr>
        <p:txBody>
          <a:bodyPr anchor="ctr"/>
          <a:lstStyle>
            <a:lvl1pPr marL="0" indent="0">
              <a:lnSpc>
                <a:spcPct val="100000"/>
              </a:lnSpc>
              <a:buNone/>
              <a:defRPr sz="1600" b="0" u="none" strike="noStrike" spc="0" baseline="0">
                <a:solidFill>
                  <a:schemeClr val="tx2"/>
                </a:solidFill>
                <a:uFill>
                  <a:solidFill>
                    <a:schemeClr val="accent2"/>
                  </a:solidFill>
                </a:uFill>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DEL TEMA</a:t>
            </a:r>
            <a:endParaRPr lang="es-CL" dirty="0"/>
          </a:p>
        </p:txBody>
      </p:sp>
      <p:sp>
        <p:nvSpPr>
          <p:cNvPr id="45" name="Marcador de texto 2">
            <a:extLst>
              <a:ext uri="{FF2B5EF4-FFF2-40B4-BE49-F238E27FC236}">
                <a16:creationId xmlns:a16="http://schemas.microsoft.com/office/drawing/2014/main" id="{8FD3AA44-93C5-4C7F-878F-02F67B5C3DC1}"/>
              </a:ext>
            </a:extLst>
          </p:cNvPr>
          <p:cNvSpPr>
            <a:spLocks noGrp="1"/>
          </p:cNvSpPr>
          <p:nvPr>
            <p:ph type="body" sz="quarter" idx="28" hasCustomPrompt="1"/>
          </p:nvPr>
        </p:nvSpPr>
        <p:spPr>
          <a:xfrm>
            <a:off x="2360598" y="4611529"/>
            <a:ext cx="1035065" cy="432000"/>
          </a:xfrm>
          <a:prstGeom prst="rect">
            <a:avLst/>
          </a:prstGeom>
        </p:spPr>
        <p:txBody>
          <a:bodyPr tIns="0" bIns="0" anchor="ctr"/>
          <a:lstStyle>
            <a:lvl1pPr marL="0" indent="0" algn="r">
              <a:lnSpc>
                <a:spcPct val="100000"/>
              </a:lnSpc>
              <a:buClr>
                <a:schemeClr val="tx2"/>
              </a:buClr>
              <a:buSzPct val="80000"/>
              <a:buFont typeface="Segoe UI Light" panose="020B0502040204020203" pitchFamily="34" charset="0"/>
              <a:buNone/>
              <a:defRPr sz="4000" b="1" u="none" strike="noStrike" spc="300" baseline="0">
                <a:solidFill>
                  <a:schemeClr val="tx2">
                    <a:lumMod val="20000"/>
                    <a:lumOff val="80000"/>
                  </a:schemeClr>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05</a:t>
            </a:r>
            <a:endParaRPr lang="es-CL" dirty="0"/>
          </a:p>
        </p:txBody>
      </p:sp>
      <p:sp>
        <p:nvSpPr>
          <p:cNvPr id="46" name="Marcador de texto 2">
            <a:extLst>
              <a:ext uri="{FF2B5EF4-FFF2-40B4-BE49-F238E27FC236}">
                <a16:creationId xmlns:a16="http://schemas.microsoft.com/office/drawing/2014/main" id="{796AC2B5-8F8F-4488-AA02-FE18C3CDA5B7}"/>
              </a:ext>
            </a:extLst>
          </p:cNvPr>
          <p:cNvSpPr>
            <a:spLocks noGrp="1"/>
          </p:cNvSpPr>
          <p:nvPr>
            <p:ph type="body" sz="quarter" idx="29" hasCustomPrompt="1"/>
          </p:nvPr>
        </p:nvSpPr>
        <p:spPr>
          <a:xfrm>
            <a:off x="3397111" y="4600097"/>
            <a:ext cx="7653748" cy="216000"/>
          </a:xfrm>
          <a:prstGeom prst="rect">
            <a:avLst/>
          </a:prstGeom>
        </p:spPr>
        <p:txBody>
          <a:bodyPr anchor="ctr"/>
          <a:lstStyle>
            <a:lvl1pPr marL="0" indent="0">
              <a:lnSpc>
                <a:spcPct val="100000"/>
              </a:lnSpc>
              <a:buNone/>
              <a:defRPr sz="1600" b="0" u="none" strike="noStrike" spc="0" baseline="0">
                <a:solidFill>
                  <a:schemeClr val="tx2"/>
                </a:solidFill>
                <a:uFill>
                  <a:solidFill>
                    <a:schemeClr val="accent2"/>
                  </a:solidFill>
                </a:uFill>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DEL TEMA</a:t>
            </a:r>
            <a:endParaRPr lang="es-CL" dirty="0"/>
          </a:p>
        </p:txBody>
      </p:sp>
      <p:sp>
        <p:nvSpPr>
          <p:cNvPr id="48" name="Marcador de texto 2">
            <a:extLst>
              <a:ext uri="{FF2B5EF4-FFF2-40B4-BE49-F238E27FC236}">
                <a16:creationId xmlns:a16="http://schemas.microsoft.com/office/drawing/2014/main" id="{5FF25D75-6C57-45F1-AFF1-2195AB401A97}"/>
              </a:ext>
            </a:extLst>
          </p:cNvPr>
          <p:cNvSpPr>
            <a:spLocks noGrp="1"/>
          </p:cNvSpPr>
          <p:nvPr>
            <p:ph type="body" sz="quarter" idx="30" hasCustomPrompt="1"/>
          </p:nvPr>
        </p:nvSpPr>
        <p:spPr>
          <a:xfrm>
            <a:off x="2360598" y="5466449"/>
            <a:ext cx="1035065" cy="432000"/>
          </a:xfrm>
          <a:prstGeom prst="rect">
            <a:avLst/>
          </a:prstGeom>
        </p:spPr>
        <p:txBody>
          <a:bodyPr tIns="0" bIns="0" anchor="ctr"/>
          <a:lstStyle>
            <a:lvl1pPr marL="0" indent="0" algn="r">
              <a:lnSpc>
                <a:spcPct val="100000"/>
              </a:lnSpc>
              <a:buClr>
                <a:schemeClr val="tx2"/>
              </a:buClr>
              <a:buSzPct val="80000"/>
              <a:buFont typeface="Segoe UI Light" panose="020B0502040204020203" pitchFamily="34" charset="0"/>
              <a:buNone/>
              <a:defRPr sz="4000" b="1" u="none" strike="noStrike" spc="300" baseline="0">
                <a:solidFill>
                  <a:schemeClr val="tx2">
                    <a:lumMod val="20000"/>
                    <a:lumOff val="80000"/>
                  </a:schemeClr>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06</a:t>
            </a:r>
            <a:endParaRPr lang="es-CL" dirty="0"/>
          </a:p>
        </p:txBody>
      </p:sp>
      <p:sp>
        <p:nvSpPr>
          <p:cNvPr id="49" name="Marcador de texto 2">
            <a:extLst>
              <a:ext uri="{FF2B5EF4-FFF2-40B4-BE49-F238E27FC236}">
                <a16:creationId xmlns:a16="http://schemas.microsoft.com/office/drawing/2014/main" id="{F4A9DA19-EFC7-491F-81D9-89868D44390F}"/>
              </a:ext>
            </a:extLst>
          </p:cNvPr>
          <p:cNvSpPr>
            <a:spLocks noGrp="1"/>
          </p:cNvSpPr>
          <p:nvPr>
            <p:ph type="body" sz="quarter" idx="31" hasCustomPrompt="1"/>
          </p:nvPr>
        </p:nvSpPr>
        <p:spPr>
          <a:xfrm>
            <a:off x="3397111" y="5455017"/>
            <a:ext cx="7653748" cy="216000"/>
          </a:xfrm>
          <a:prstGeom prst="rect">
            <a:avLst/>
          </a:prstGeom>
        </p:spPr>
        <p:txBody>
          <a:bodyPr anchor="ctr"/>
          <a:lstStyle>
            <a:lvl1pPr marL="0" indent="0">
              <a:lnSpc>
                <a:spcPct val="100000"/>
              </a:lnSpc>
              <a:buNone/>
              <a:defRPr sz="1600" b="0" u="none" strike="noStrike" spc="0" baseline="0">
                <a:solidFill>
                  <a:schemeClr val="tx2"/>
                </a:solidFill>
                <a:uFill>
                  <a:solidFill>
                    <a:schemeClr val="accent2"/>
                  </a:solidFill>
                </a:uFill>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DEL TEMA</a:t>
            </a:r>
            <a:endParaRPr lang="es-CL" dirty="0"/>
          </a:p>
        </p:txBody>
      </p:sp>
      <p:pic>
        <p:nvPicPr>
          <p:cNvPr id="3" name="Imagen 2">
            <a:extLst>
              <a:ext uri="{FF2B5EF4-FFF2-40B4-BE49-F238E27FC236}">
                <a16:creationId xmlns:a16="http://schemas.microsoft.com/office/drawing/2014/main" id="{B2B59E48-79D4-489E-9C99-A9990F7CF62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10758"/>
            <a:ext cx="1611517" cy="6858000"/>
          </a:xfrm>
          <a:prstGeom prst="rect">
            <a:avLst/>
          </a:prstGeom>
        </p:spPr>
      </p:pic>
      <p:grpSp>
        <p:nvGrpSpPr>
          <p:cNvPr id="73" name="Grupo 72">
            <a:extLst>
              <a:ext uri="{FF2B5EF4-FFF2-40B4-BE49-F238E27FC236}">
                <a16:creationId xmlns:a16="http://schemas.microsoft.com/office/drawing/2014/main" id="{C57F0DD5-4E47-40D8-BC15-9AC7527AEDD0}"/>
              </a:ext>
            </a:extLst>
          </p:cNvPr>
          <p:cNvGrpSpPr/>
          <p:nvPr userDrawn="1"/>
        </p:nvGrpSpPr>
        <p:grpSpPr>
          <a:xfrm>
            <a:off x="260637" y="160236"/>
            <a:ext cx="1086071" cy="910924"/>
            <a:chOff x="137601" y="239283"/>
            <a:chExt cx="897579" cy="752830"/>
          </a:xfrm>
          <a:solidFill>
            <a:schemeClr val="bg2"/>
          </a:solidFill>
        </p:grpSpPr>
        <p:sp>
          <p:nvSpPr>
            <p:cNvPr id="74" name="Freeform 109">
              <a:extLst>
                <a:ext uri="{FF2B5EF4-FFF2-40B4-BE49-F238E27FC236}">
                  <a16:creationId xmlns:a16="http://schemas.microsoft.com/office/drawing/2014/main" id="{9E09FA03-1EEA-4349-8A15-18EEC800B31C}"/>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75" name="Freeform 110">
              <a:extLst>
                <a:ext uri="{FF2B5EF4-FFF2-40B4-BE49-F238E27FC236}">
                  <a16:creationId xmlns:a16="http://schemas.microsoft.com/office/drawing/2014/main" id="{9FB92F10-C235-4A99-A153-D9FCB435E5D7}"/>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76" name="Grupo 75">
              <a:extLst>
                <a:ext uri="{FF2B5EF4-FFF2-40B4-BE49-F238E27FC236}">
                  <a16:creationId xmlns:a16="http://schemas.microsoft.com/office/drawing/2014/main" id="{79A2D63D-0707-4220-BACD-1A515A395B31}"/>
                </a:ext>
              </a:extLst>
            </p:cNvPr>
            <p:cNvGrpSpPr/>
            <p:nvPr userDrawn="1"/>
          </p:nvGrpSpPr>
          <p:grpSpPr>
            <a:xfrm>
              <a:off x="137601" y="474669"/>
              <a:ext cx="897579" cy="326700"/>
              <a:chOff x="137601" y="474669"/>
              <a:chExt cx="897579" cy="326700"/>
            </a:xfrm>
            <a:grpFill/>
          </p:grpSpPr>
          <p:sp>
            <p:nvSpPr>
              <p:cNvPr id="87" name="Freeform 111">
                <a:extLst>
                  <a:ext uri="{FF2B5EF4-FFF2-40B4-BE49-F238E27FC236}">
                    <a16:creationId xmlns:a16="http://schemas.microsoft.com/office/drawing/2014/main" id="{53266A3A-1783-4E51-9670-AE893788798E}"/>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8" name="Freeform 112">
                <a:extLst>
                  <a:ext uri="{FF2B5EF4-FFF2-40B4-BE49-F238E27FC236}">
                    <a16:creationId xmlns:a16="http://schemas.microsoft.com/office/drawing/2014/main" id="{5FE732ED-C46D-4AE4-82D1-4911BD618342}"/>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9" name="Freeform 113">
                <a:extLst>
                  <a:ext uri="{FF2B5EF4-FFF2-40B4-BE49-F238E27FC236}">
                    <a16:creationId xmlns:a16="http://schemas.microsoft.com/office/drawing/2014/main" id="{2D5E0327-F2EE-4D7C-83C7-4DCB6CA9674E}"/>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0" name="Freeform 114">
                <a:extLst>
                  <a:ext uri="{FF2B5EF4-FFF2-40B4-BE49-F238E27FC236}">
                    <a16:creationId xmlns:a16="http://schemas.microsoft.com/office/drawing/2014/main" id="{CA188C7F-6727-4298-AE44-66B3530CDCE8}"/>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1" name="Freeform 115">
                <a:extLst>
                  <a:ext uri="{FF2B5EF4-FFF2-40B4-BE49-F238E27FC236}">
                    <a16:creationId xmlns:a16="http://schemas.microsoft.com/office/drawing/2014/main" id="{7B6BF606-9E33-4029-8A5B-0BAED7A65D4A}"/>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2" name="Freeform 116">
                <a:extLst>
                  <a:ext uri="{FF2B5EF4-FFF2-40B4-BE49-F238E27FC236}">
                    <a16:creationId xmlns:a16="http://schemas.microsoft.com/office/drawing/2014/main" id="{B8FC23C2-2C03-4763-8564-779B51619568}"/>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3" name="Freeform 117">
                <a:extLst>
                  <a:ext uri="{FF2B5EF4-FFF2-40B4-BE49-F238E27FC236}">
                    <a16:creationId xmlns:a16="http://schemas.microsoft.com/office/drawing/2014/main" id="{D715F00F-6E90-4F9E-943C-819161876679}"/>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4" name="Freeform 118">
                <a:extLst>
                  <a:ext uri="{FF2B5EF4-FFF2-40B4-BE49-F238E27FC236}">
                    <a16:creationId xmlns:a16="http://schemas.microsoft.com/office/drawing/2014/main" id="{F7664B0F-B11B-4293-8F83-69713E0552CD}"/>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5" name="Freeform 119">
                <a:extLst>
                  <a:ext uri="{FF2B5EF4-FFF2-40B4-BE49-F238E27FC236}">
                    <a16:creationId xmlns:a16="http://schemas.microsoft.com/office/drawing/2014/main" id="{8F0612F2-9E25-412B-9204-625B615C285F}"/>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6" name="Freeform 120">
                <a:extLst>
                  <a:ext uri="{FF2B5EF4-FFF2-40B4-BE49-F238E27FC236}">
                    <a16:creationId xmlns:a16="http://schemas.microsoft.com/office/drawing/2014/main" id="{0A0163BF-ADFF-4B0A-9B30-0CA06E7209CE}"/>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7" name="Freeform 121">
                <a:extLst>
                  <a:ext uri="{FF2B5EF4-FFF2-40B4-BE49-F238E27FC236}">
                    <a16:creationId xmlns:a16="http://schemas.microsoft.com/office/drawing/2014/main" id="{26E7A3F5-0749-4171-B431-054CB2367FCB}"/>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8" name="Freeform 122">
                <a:extLst>
                  <a:ext uri="{FF2B5EF4-FFF2-40B4-BE49-F238E27FC236}">
                    <a16:creationId xmlns:a16="http://schemas.microsoft.com/office/drawing/2014/main" id="{B69D9636-6B41-4C44-AA50-C163EDC0AE95}"/>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9" name="Freeform 123">
                <a:extLst>
                  <a:ext uri="{FF2B5EF4-FFF2-40B4-BE49-F238E27FC236}">
                    <a16:creationId xmlns:a16="http://schemas.microsoft.com/office/drawing/2014/main" id="{D06811DE-0803-4CCF-8FF4-9BE7195B898F}"/>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00" name="Freeform 124">
                <a:extLst>
                  <a:ext uri="{FF2B5EF4-FFF2-40B4-BE49-F238E27FC236}">
                    <a16:creationId xmlns:a16="http://schemas.microsoft.com/office/drawing/2014/main" id="{156477C2-82B5-46A7-B4A3-E663BE4499F9}"/>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01" name="Freeform 125">
                <a:extLst>
                  <a:ext uri="{FF2B5EF4-FFF2-40B4-BE49-F238E27FC236}">
                    <a16:creationId xmlns:a16="http://schemas.microsoft.com/office/drawing/2014/main" id="{DE8FE1C1-BA46-4776-B3EC-FB47F5161AD6}"/>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02" name="Freeform 126">
                <a:extLst>
                  <a:ext uri="{FF2B5EF4-FFF2-40B4-BE49-F238E27FC236}">
                    <a16:creationId xmlns:a16="http://schemas.microsoft.com/office/drawing/2014/main" id="{CB03B7AF-1D26-4697-8899-D7680CFCCBE3}"/>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03" name="Freeform 127">
                <a:extLst>
                  <a:ext uri="{FF2B5EF4-FFF2-40B4-BE49-F238E27FC236}">
                    <a16:creationId xmlns:a16="http://schemas.microsoft.com/office/drawing/2014/main" id="{E9812B02-6277-404C-A7DE-01ED0D1824AB}"/>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77" name="Freeform 128">
              <a:extLst>
                <a:ext uri="{FF2B5EF4-FFF2-40B4-BE49-F238E27FC236}">
                  <a16:creationId xmlns:a16="http://schemas.microsoft.com/office/drawing/2014/main" id="{CEA5A31A-2473-4E17-8DCC-43B5CE9E31BB}"/>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78" name="Freeform 129">
              <a:extLst>
                <a:ext uri="{FF2B5EF4-FFF2-40B4-BE49-F238E27FC236}">
                  <a16:creationId xmlns:a16="http://schemas.microsoft.com/office/drawing/2014/main" id="{190371FA-B733-4385-BDCC-5CBB535ACDAE}"/>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79" name="Freeform 130">
              <a:extLst>
                <a:ext uri="{FF2B5EF4-FFF2-40B4-BE49-F238E27FC236}">
                  <a16:creationId xmlns:a16="http://schemas.microsoft.com/office/drawing/2014/main" id="{21D5889B-B5E7-4AE1-93A2-4B293FFAC410}"/>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0" name="Freeform 131">
              <a:extLst>
                <a:ext uri="{FF2B5EF4-FFF2-40B4-BE49-F238E27FC236}">
                  <a16:creationId xmlns:a16="http://schemas.microsoft.com/office/drawing/2014/main" id="{68BEB1B4-371D-4063-8F96-C007E6171E82}"/>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1" name="Freeform 132">
              <a:extLst>
                <a:ext uri="{FF2B5EF4-FFF2-40B4-BE49-F238E27FC236}">
                  <a16:creationId xmlns:a16="http://schemas.microsoft.com/office/drawing/2014/main" id="{04410E0A-FD6D-42BA-8556-FAA04FEE90F2}"/>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2" name="Freeform 133">
              <a:extLst>
                <a:ext uri="{FF2B5EF4-FFF2-40B4-BE49-F238E27FC236}">
                  <a16:creationId xmlns:a16="http://schemas.microsoft.com/office/drawing/2014/main" id="{182A21BD-DF65-40DC-8C03-92F06534BFC7}"/>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3" name="Freeform 134">
              <a:extLst>
                <a:ext uri="{FF2B5EF4-FFF2-40B4-BE49-F238E27FC236}">
                  <a16:creationId xmlns:a16="http://schemas.microsoft.com/office/drawing/2014/main" id="{42D20EE6-8419-49A7-A812-A2224F7E41C3}"/>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4" name="Freeform 135">
              <a:extLst>
                <a:ext uri="{FF2B5EF4-FFF2-40B4-BE49-F238E27FC236}">
                  <a16:creationId xmlns:a16="http://schemas.microsoft.com/office/drawing/2014/main" id="{07691D25-746F-4D65-B5B4-B249EDB53125}"/>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5" name="Freeform 136">
              <a:extLst>
                <a:ext uri="{FF2B5EF4-FFF2-40B4-BE49-F238E27FC236}">
                  <a16:creationId xmlns:a16="http://schemas.microsoft.com/office/drawing/2014/main" id="{537BA009-3BFA-4382-B9BD-3B71C794C439}"/>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6" name="Freeform 137">
              <a:extLst>
                <a:ext uri="{FF2B5EF4-FFF2-40B4-BE49-F238E27FC236}">
                  <a16:creationId xmlns:a16="http://schemas.microsoft.com/office/drawing/2014/main" id="{59FAC82F-1F19-4D77-8A28-8B7ACA79C219}"/>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sp>
        <p:nvSpPr>
          <p:cNvPr id="105" name="Marcador de texto 2">
            <a:extLst>
              <a:ext uri="{FF2B5EF4-FFF2-40B4-BE49-F238E27FC236}">
                <a16:creationId xmlns:a16="http://schemas.microsoft.com/office/drawing/2014/main" id="{C3BE6599-1231-4DAE-B41C-2FC83F6028AC}"/>
              </a:ext>
            </a:extLst>
          </p:cNvPr>
          <p:cNvSpPr>
            <a:spLocks noGrp="1"/>
          </p:cNvSpPr>
          <p:nvPr>
            <p:ph type="body" sz="quarter" idx="18" hasCustomPrompt="1"/>
          </p:nvPr>
        </p:nvSpPr>
        <p:spPr>
          <a:xfrm>
            <a:off x="2100263" y="441325"/>
            <a:ext cx="3316424" cy="392648"/>
          </a:xfrm>
          <a:prstGeom prst="rect">
            <a:avLst/>
          </a:prstGeom>
        </p:spPr>
        <p:txBody>
          <a:bodyPr lIns="72000" rIns="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
        <p:nvSpPr>
          <p:cNvPr id="51" name="Marcador de número de diapositiva 70">
            <a:extLst>
              <a:ext uri="{FF2B5EF4-FFF2-40B4-BE49-F238E27FC236}">
                <a16:creationId xmlns:a16="http://schemas.microsoft.com/office/drawing/2014/main" id="{63264F46-D0E8-448F-884F-FA6D252D5029}"/>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‹Nº›</a:t>
            </a:fld>
            <a:endParaRPr lang="es-CL"/>
          </a:p>
        </p:txBody>
      </p:sp>
      <p:sp>
        <p:nvSpPr>
          <p:cNvPr id="52" name="Marcador de texto 2">
            <a:extLst>
              <a:ext uri="{FF2B5EF4-FFF2-40B4-BE49-F238E27FC236}">
                <a16:creationId xmlns:a16="http://schemas.microsoft.com/office/drawing/2014/main" id="{4F2FE148-36BC-467C-B3E9-2388FAADECF8}"/>
              </a:ext>
            </a:extLst>
          </p:cNvPr>
          <p:cNvSpPr>
            <a:spLocks noGrp="1"/>
          </p:cNvSpPr>
          <p:nvPr>
            <p:ph type="body" sz="quarter" idx="32" hasCustomPrompt="1"/>
          </p:nvPr>
        </p:nvSpPr>
        <p:spPr>
          <a:xfrm>
            <a:off x="3397111" y="1387774"/>
            <a:ext cx="7653748" cy="216000"/>
          </a:xfrm>
          <a:prstGeom prst="rect">
            <a:avLst/>
          </a:prstGeom>
        </p:spPr>
        <p:txBody>
          <a:bodyPr anchor="ctr"/>
          <a:lstStyle>
            <a:lvl1pPr marL="0" indent="0">
              <a:lnSpc>
                <a:spcPct val="100000"/>
              </a:lnSpc>
              <a:buNone/>
              <a:defRPr sz="1200" b="0" i="1" u="none" strike="noStrike" spc="0" baseline="0">
                <a:solidFill>
                  <a:schemeClr val="tx2">
                    <a:lumMod val="60000"/>
                    <a:lumOff val="40000"/>
                  </a:schemeClr>
                </a:solidFill>
                <a:uFill>
                  <a:solidFill>
                    <a:schemeClr val="accent2"/>
                  </a:solidFill>
                </a:uFill>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Detalle</a:t>
            </a:r>
            <a:endParaRPr lang="es-CL" dirty="0"/>
          </a:p>
        </p:txBody>
      </p:sp>
      <p:sp>
        <p:nvSpPr>
          <p:cNvPr id="53" name="Marcador de texto 2">
            <a:extLst>
              <a:ext uri="{FF2B5EF4-FFF2-40B4-BE49-F238E27FC236}">
                <a16:creationId xmlns:a16="http://schemas.microsoft.com/office/drawing/2014/main" id="{715C8820-8940-47C6-967B-8C45E618765E}"/>
              </a:ext>
            </a:extLst>
          </p:cNvPr>
          <p:cNvSpPr>
            <a:spLocks noGrp="1"/>
          </p:cNvSpPr>
          <p:nvPr>
            <p:ph type="body" sz="quarter" idx="33" hasCustomPrompt="1"/>
          </p:nvPr>
        </p:nvSpPr>
        <p:spPr>
          <a:xfrm>
            <a:off x="3397111" y="2232298"/>
            <a:ext cx="7653748" cy="216000"/>
          </a:xfrm>
          <a:prstGeom prst="rect">
            <a:avLst/>
          </a:prstGeom>
        </p:spPr>
        <p:txBody>
          <a:bodyPr anchor="ctr"/>
          <a:lstStyle>
            <a:lvl1pPr marL="0" indent="0">
              <a:lnSpc>
                <a:spcPct val="100000"/>
              </a:lnSpc>
              <a:buNone/>
              <a:defRPr sz="1200" b="0" i="1" u="none" strike="noStrike" spc="0" baseline="0">
                <a:solidFill>
                  <a:schemeClr val="tx2">
                    <a:lumMod val="60000"/>
                    <a:lumOff val="40000"/>
                  </a:schemeClr>
                </a:solidFill>
                <a:uFill>
                  <a:solidFill>
                    <a:schemeClr val="accent2"/>
                  </a:solidFill>
                </a:uFill>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Detalle</a:t>
            </a:r>
            <a:endParaRPr lang="es-CL" dirty="0"/>
          </a:p>
        </p:txBody>
      </p:sp>
      <p:sp>
        <p:nvSpPr>
          <p:cNvPr id="54" name="Marcador de texto 2">
            <a:extLst>
              <a:ext uri="{FF2B5EF4-FFF2-40B4-BE49-F238E27FC236}">
                <a16:creationId xmlns:a16="http://schemas.microsoft.com/office/drawing/2014/main" id="{20D78B94-C52A-4520-8CC1-B2794795B750}"/>
              </a:ext>
            </a:extLst>
          </p:cNvPr>
          <p:cNvSpPr>
            <a:spLocks noGrp="1"/>
          </p:cNvSpPr>
          <p:nvPr>
            <p:ph type="body" sz="quarter" idx="34" hasCustomPrompt="1"/>
          </p:nvPr>
        </p:nvSpPr>
        <p:spPr>
          <a:xfrm>
            <a:off x="3397111" y="3102460"/>
            <a:ext cx="7653748" cy="216000"/>
          </a:xfrm>
          <a:prstGeom prst="rect">
            <a:avLst/>
          </a:prstGeom>
        </p:spPr>
        <p:txBody>
          <a:bodyPr anchor="ctr"/>
          <a:lstStyle>
            <a:lvl1pPr marL="0" indent="0">
              <a:lnSpc>
                <a:spcPct val="100000"/>
              </a:lnSpc>
              <a:buNone/>
              <a:defRPr sz="1200" b="0" i="1" u="none" strike="noStrike" spc="0" baseline="0">
                <a:solidFill>
                  <a:schemeClr val="tx2">
                    <a:lumMod val="60000"/>
                    <a:lumOff val="40000"/>
                  </a:schemeClr>
                </a:solidFill>
                <a:uFill>
                  <a:solidFill>
                    <a:schemeClr val="accent2"/>
                  </a:solidFill>
                </a:uFill>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Detalle</a:t>
            </a:r>
            <a:endParaRPr lang="es-CL" dirty="0"/>
          </a:p>
        </p:txBody>
      </p:sp>
      <p:sp>
        <p:nvSpPr>
          <p:cNvPr id="55" name="Marcador de texto 2">
            <a:extLst>
              <a:ext uri="{FF2B5EF4-FFF2-40B4-BE49-F238E27FC236}">
                <a16:creationId xmlns:a16="http://schemas.microsoft.com/office/drawing/2014/main" id="{BB776279-76A9-4EFA-AA7B-50E72D5F1B56}"/>
              </a:ext>
            </a:extLst>
          </p:cNvPr>
          <p:cNvSpPr>
            <a:spLocks noGrp="1"/>
          </p:cNvSpPr>
          <p:nvPr>
            <p:ph type="body" sz="quarter" idx="35" hasCustomPrompt="1"/>
          </p:nvPr>
        </p:nvSpPr>
        <p:spPr>
          <a:xfrm>
            <a:off x="3397111" y="3981156"/>
            <a:ext cx="7653748" cy="216000"/>
          </a:xfrm>
          <a:prstGeom prst="rect">
            <a:avLst/>
          </a:prstGeom>
        </p:spPr>
        <p:txBody>
          <a:bodyPr anchor="ctr"/>
          <a:lstStyle>
            <a:lvl1pPr marL="0" indent="0">
              <a:lnSpc>
                <a:spcPct val="100000"/>
              </a:lnSpc>
              <a:buNone/>
              <a:defRPr sz="1200" b="0" i="1" u="none" strike="noStrike" spc="0" baseline="0">
                <a:solidFill>
                  <a:schemeClr val="tx2">
                    <a:lumMod val="60000"/>
                    <a:lumOff val="40000"/>
                  </a:schemeClr>
                </a:solidFill>
                <a:uFill>
                  <a:solidFill>
                    <a:schemeClr val="accent2"/>
                  </a:solidFill>
                </a:uFill>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Detalle</a:t>
            </a:r>
            <a:endParaRPr lang="es-CL" dirty="0"/>
          </a:p>
        </p:txBody>
      </p:sp>
      <p:sp>
        <p:nvSpPr>
          <p:cNvPr id="56" name="Marcador de texto 2">
            <a:extLst>
              <a:ext uri="{FF2B5EF4-FFF2-40B4-BE49-F238E27FC236}">
                <a16:creationId xmlns:a16="http://schemas.microsoft.com/office/drawing/2014/main" id="{D921326A-014D-4BFC-8A6B-EAD5D02A3055}"/>
              </a:ext>
            </a:extLst>
          </p:cNvPr>
          <p:cNvSpPr>
            <a:spLocks noGrp="1"/>
          </p:cNvSpPr>
          <p:nvPr>
            <p:ph type="body" sz="quarter" idx="36" hasCustomPrompt="1"/>
          </p:nvPr>
        </p:nvSpPr>
        <p:spPr>
          <a:xfrm>
            <a:off x="3397111" y="4827529"/>
            <a:ext cx="7653748" cy="216000"/>
          </a:xfrm>
          <a:prstGeom prst="rect">
            <a:avLst/>
          </a:prstGeom>
        </p:spPr>
        <p:txBody>
          <a:bodyPr anchor="ctr"/>
          <a:lstStyle>
            <a:lvl1pPr marL="0" indent="0">
              <a:lnSpc>
                <a:spcPct val="100000"/>
              </a:lnSpc>
              <a:buNone/>
              <a:defRPr sz="1200" b="0" i="1" u="none" strike="noStrike" spc="0" baseline="0">
                <a:solidFill>
                  <a:schemeClr val="tx2">
                    <a:lumMod val="60000"/>
                    <a:lumOff val="40000"/>
                  </a:schemeClr>
                </a:solidFill>
                <a:uFill>
                  <a:solidFill>
                    <a:schemeClr val="accent2"/>
                  </a:solidFill>
                </a:uFill>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Detalle</a:t>
            </a:r>
            <a:endParaRPr lang="es-CL" dirty="0"/>
          </a:p>
        </p:txBody>
      </p:sp>
      <p:sp>
        <p:nvSpPr>
          <p:cNvPr id="57" name="Marcador de texto 2">
            <a:extLst>
              <a:ext uri="{FF2B5EF4-FFF2-40B4-BE49-F238E27FC236}">
                <a16:creationId xmlns:a16="http://schemas.microsoft.com/office/drawing/2014/main" id="{22F5C067-8BC8-429D-A277-E5E429F983DA}"/>
              </a:ext>
            </a:extLst>
          </p:cNvPr>
          <p:cNvSpPr>
            <a:spLocks noGrp="1"/>
          </p:cNvSpPr>
          <p:nvPr>
            <p:ph type="body" sz="quarter" idx="37" hasCustomPrompt="1"/>
          </p:nvPr>
        </p:nvSpPr>
        <p:spPr>
          <a:xfrm>
            <a:off x="3397111" y="5682449"/>
            <a:ext cx="7653748" cy="216000"/>
          </a:xfrm>
          <a:prstGeom prst="rect">
            <a:avLst/>
          </a:prstGeom>
        </p:spPr>
        <p:txBody>
          <a:bodyPr anchor="ctr"/>
          <a:lstStyle>
            <a:lvl1pPr marL="0" indent="0">
              <a:lnSpc>
                <a:spcPct val="100000"/>
              </a:lnSpc>
              <a:buNone/>
              <a:defRPr sz="1200" b="0" i="1" u="none" strike="noStrike" spc="0" baseline="0">
                <a:solidFill>
                  <a:schemeClr val="tx2">
                    <a:lumMod val="60000"/>
                    <a:lumOff val="40000"/>
                  </a:schemeClr>
                </a:solidFill>
                <a:uFill>
                  <a:solidFill>
                    <a:schemeClr val="accent2"/>
                  </a:solidFill>
                </a:uFill>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Detalle</a:t>
            </a:r>
            <a:endParaRPr lang="es-CL" dirty="0"/>
          </a:p>
        </p:txBody>
      </p:sp>
    </p:spTree>
    <p:extLst>
      <p:ext uri="{BB962C8B-B14F-4D97-AF65-F5344CB8AC3E}">
        <p14:creationId xmlns:p14="http://schemas.microsoft.com/office/powerpoint/2010/main" val="3177063386"/>
      </p:ext>
    </p:extLst>
  </p:cSld>
  <p:clrMapOvr>
    <a:masterClrMapping/>
  </p:clrMapOvr>
  <p:extLst>
    <p:ext uri="{DCECCB84-F9BA-43D5-87BE-67443E8EF086}">
      <p15:sldGuideLst xmlns:p15="http://schemas.microsoft.com/office/powerpoint/2012/main">
        <p15:guide id="1" pos="3840">
          <p15:clr>
            <a:srgbClr val="FBAE40"/>
          </p15:clr>
        </p15:guide>
        <p15:guide id="2" pos="2139"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5_Portadilla">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22795090-10F8-4745-BE2E-D23CADD1037C}"/>
              </a:ext>
            </a:extLst>
          </p:cNvPr>
          <p:cNvSpPr/>
          <p:nvPr userDrawn="1"/>
        </p:nvSpPr>
        <p:spPr>
          <a:xfrm>
            <a:off x="0" y="0"/>
            <a:ext cx="1193707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grpSp>
        <p:nvGrpSpPr>
          <p:cNvPr id="7" name="Grupo 6">
            <a:extLst>
              <a:ext uri="{FF2B5EF4-FFF2-40B4-BE49-F238E27FC236}">
                <a16:creationId xmlns:a16="http://schemas.microsoft.com/office/drawing/2014/main" id="{3C822A4C-AD9D-407B-A7C1-7137DFF45ED9}"/>
              </a:ext>
            </a:extLst>
          </p:cNvPr>
          <p:cNvGrpSpPr/>
          <p:nvPr userDrawn="1"/>
        </p:nvGrpSpPr>
        <p:grpSpPr>
          <a:xfrm>
            <a:off x="260637" y="160236"/>
            <a:ext cx="1086071" cy="910924"/>
            <a:chOff x="137601" y="239283"/>
            <a:chExt cx="897579" cy="752830"/>
          </a:xfrm>
          <a:solidFill>
            <a:schemeClr val="bg2"/>
          </a:solidFill>
        </p:grpSpPr>
        <p:sp>
          <p:nvSpPr>
            <p:cNvPr id="8" name="Freeform 109">
              <a:extLst>
                <a:ext uri="{FF2B5EF4-FFF2-40B4-BE49-F238E27FC236}">
                  <a16:creationId xmlns:a16="http://schemas.microsoft.com/office/drawing/2014/main" id="{AC493B2D-40EB-4D8D-8AF7-281B95F96913}"/>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 name="Freeform 110">
              <a:extLst>
                <a:ext uri="{FF2B5EF4-FFF2-40B4-BE49-F238E27FC236}">
                  <a16:creationId xmlns:a16="http://schemas.microsoft.com/office/drawing/2014/main" id="{2C7F537E-237C-415C-AF93-71D6B382EE17}"/>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10" name="Grupo 9">
              <a:extLst>
                <a:ext uri="{FF2B5EF4-FFF2-40B4-BE49-F238E27FC236}">
                  <a16:creationId xmlns:a16="http://schemas.microsoft.com/office/drawing/2014/main" id="{C9EF538B-C7F8-4ECF-9337-7F0E64DD5226}"/>
                </a:ext>
              </a:extLst>
            </p:cNvPr>
            <p:cNvGrpSpPr/>
            <p:nvPr userDrawn="1"/>
          </p:nvGrpSpPr>
          <p:grpSpPr>
            <a:xfrm>
              <a:off x="137601" y="474669"/>
              <a:ext cx="897579" cy="326700"/>
              <a:chOff x="137601" y="474669"/>
              <a:chExt cx="897579" cy="326700"/>
            </a:xfrm>
            <a:grpFill/>
          </p:grpSpPr>
          <p:sp>
            <p:nvSpPr>
              <p:cNvPr id="21" name="Freeform 111">
                <a:extLst>
                  <a:ext uri="{FF2B5EF4-FFF2-40B4-BE49-F238E27FC236}">
                    <a16:creationId xmlns:a16="http://schemas.microsoft.com/office/drawing/2014/main" id="{8FB1136A-69DA-4AC9-912C-204B85F2AFE4}"/>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2" name="Freeform 112">
                <a:extLst>
                  <a:ext uri="{FF2B5EF4-FFF2-40B4-BE49-F238E27FC236}">
                    <a16:creationId xmlns:a16="http://schemas.microsoft.com/office/drawing/2014/main" id="{CCAF9F50-1367-494C-BD47-4156FCE8AAF6}"/>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3" name="Freeform 113">
                <a:extLst>
                  <a:ext uri="{FF2B5EF4-FFF2-40B4-BE49-F238E27FC236}">
                    <a16:creationId xmlns:a16="http://schemas.microsoft.com/office/drawing/2014/main" id="{DD2FC20F-8894-4253-B9CE-CFF9CA469142}"/>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4" name="Freeform 114">
                <a:extLst>
                  <a:ext uri="{FF2B5EF4-FFF2-40B4-BE49-F238E27FC236}">
                    <a16:creationId xmlns:a16="http://schemas.microsoft.com/office/drawing/2014/main" id="{A77AC86A-28D0-41E6-86FC-CA838031A20F}"/>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5" name="Freeform 115">
                <a:extLst>
                  <a:ext uri="{FF2B5EF4-FFF2-40B4-BE49-F238E27FC236}">
                    <a16:creationId xmlns:a16="http://schemas.microsoft.com/office/drawing/2014/main" id="{D5F9449D-082A-4EB1-8255-E7593AF036F4}"/>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6" name="Freeform 116">
                <a:extLst>
                  <a:ext uri="{FF2B5EF4-FFF2-40B4-BE49-F238E27FC236}">
                    <a16:creationId xmlns:a16="http://schemas.microsoft.com/office/drawing/2014/main" id="{0A47960C-F33C-47B7-AF6C-C28A2A6D57F1}"/>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7" name="Freeform 117">
                <a:extLst>
                  <a:ext uri="{FF2B5EF4-FFF2-40B4-BE49-F238E27FC236}">
                    <a16:creationId xmlns:a16="http://schemas.microsoft.com/office/drawing/2014/main" id="{51B46D70-9DB6-4032-9AF5-F09BDE256D51}"/>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8" name="Freeform 118">
                <a:extLst>
                  <a:ext uri="{FF2B5EF4-FFF2-40B4-BE49-F238E27FC236}">
                    <a16:creationId xmlns:a16="http://schemas.microsoft.com/office/drawing/2014/main" id="{FA34C565-0876-4B74-A0E6-54E9D8D68B45}"/>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9" name="Freeform 119">
                <a:extLst>
                  <a:ext uri="{FF2B5EF4-FFF2-40B4-BE49-F238E27FC236}">
                    <a16:creationId xmlns:a16="http://schemas.microsoft.com/office/drawing/2014/main" id="{2A62373A-BF68-4B1A-A234-412B329A0D81}"/>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0" name="Freeform 120">
                <a:extLst>
                  <a:ext uri="{FF2B5EF4-FFF2-40B4-BE49-F238E27FC236}">
                    <a16:creationId xmlns:a16="http://schemas.microsoft.com/office/drawing/2014/main" id="{9047BB06-3113-4431-824F-817A2DB6F77E}"/>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1" name="Freeform 121">
                <a:extLst>
                  <a:ext uri="{FF2B5EF4-FFF2-40B4-BE49-F238E27FC236}">
                    <a16:creationId xmlns:a16="http://schemas.microsoft.com/office/drawing/2014/main" id="{78DAC996-E48E-43A3-8148-37AD70275CB5}"/>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2" name="Freeform 122">
                <a:extLst>
                  <a:ext uri="{FF2B5EF4-FFF2-40B4-BE49-F238E27FC236}">
                    <a16:creationId xmlns:a16="http://schemas.microsoft.com/office/drawing/2014/main" id="{8C4D9DB6-EEF6-4D68-B83F-FFDC027D39E4}"/>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3" name="Freeform 123">
                <a:extLst>
                  <a:ext uri="{FF2B5EF4-FFF2-40B4-BE49-F238E27FC236}">
                    <a16:creationId xmlns:a16="http://schemas.microsoft.com/office/drawing/2014/main" id="{AB839EC2-B84D-4D8C-BB20-ACACC3AD09CE}"/>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4" name="Freeform 124">
                <a:extLst>
                  <a:ext uri="{FF2B5EF4-FFF2-40B4-BE49-F238E27FC236}">
                    <a16:creationId xmlns:a16="http://schemas.microsoft.com/office/drawing/2014/main" id="{B369989B-745B-403C-ABDB-9FE5FAAF6708}"/>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5" name="Freeform 125">
                <a:extLst>
                  <a:ext uri="{FF2B5EF4-FFF2-40B4-BE49-F238E27FC236}">
                    <a16:creationId xmlns:a16="http://schemas.microsoft.com/office/drawing/2014/main" id="{7EAAA10F-1644-4C5C-BC7F-E42535311463}"/>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6" name="Freeform 126">
                <a:extLst>
                  <a:ext uri="{FF2B5EF4-FFF2-40B4-BE49-F238E27FC236}">
                    <a16:creationId xmlns:a16="http://schemas.microsoft.com/office/drawing/2014/main" id="{2C42D491-72F4-4B4E-A8D8-6BDFAE805819}"/>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7" name="Freeform 127">
                <a:extLst>
                  <a:ext uri="{FF2B5EF4-FFF2-40B4-BE49-F238E27FC236}">
                    <a16:creationId xmlns:a16="http://schemas.microsoft.com/office/drawing/2014/main" id="{52D3EA1E-651B-4D5B-8616-2CFD852A6D35}"/>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1" name="Freeform 128">
              <a:extLst>
                <a:ext uri="{FF2B5EF4-FFF2-40B4-BE49-F238E27FC236}">
                  <a16:creationId xmlns:a16="http://schemas.microsoft.com/office/drawing/2014/main" id="{054AC02D-751F-402B-A6DF-C8CF4EC3FBBB}"/>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 name="Freeform 129">
              <a:extLst>
                <a:ext uri="{FF2B5EF4-FFF2-40B4-BE49-F238E27FC236}">
                  <a16:creationId xmlns:a16="http://schemas.microsoft.com/office/drawing/2014/main" id="{84AE193F-D249-4ECB-95AA-82589E93E265}"/>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 name="Freeform 130">
              <a:extLst>
                <a:ext uri="{FF2B5EF4-FFF2-40B4-BE49-F238E27FC236}">
                  <a16:creationId xmlns:a16="http://schemas.microsoft.com/office/drawing/2014/main" id="{183B6B43-B270-4850-B2FD-D00D3F6C1754}"/>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4" name="Freeform 131">
              <a:extLst>
                <a:ext uri="{FF2B5EF4-FFF2-40B4-BE49-F238E27FC236}">
                  <a16:creationId xmlns:a16="http://schemas.microsoft.com/office/drawing/2014/main" id="{3A19FFA7-835D-4610-B0B4-1DA4E57EFC5A}"/>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5" name="Freeform 132">
              <a:extLst>
                <a:ext uri="{FF2B5EF4-FFF2-40B4-BE49-F238E27FC236}">
                  <a16:creationId xmlns:a16="http://schemas.microsoft.com/office/drawing/2014/main" id="{ACE56369-9340-4EA2-B684-C5D88CA29318}"/>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6" name="Freeform 133">
              <a:extLst>
                <a:ext uri="{FF2B5EF4-FFF2-40B4-BE49-F238E27FC236}">
                  <a16:creationId xmlns:a16="http://schemas.microsoft.com/office/drawing/2014/main" id="{19A176F7-003A-4433-8A2F-7BA4A739530B}"/>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 name="Freeform 134">
              <a:extLst>
                <a:ext uri="{FF2B5EF4-FFF2-40B4-BE49-F238E27FC236}">
                  <a16:creationId xmlns:a16="http://schemas.microsoft.com/office/drawing/2014/main" id="{67822941-02E6-4D25-B2EE-F96003AF377A}"/>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8" name="Freeform 135">
              <a:extLst>
                <a:ext uri="{FF2B5EF4-FFF2-40B4-BE49-F238E27FC236}">
                  <a16:creationId xmlns:a16="http://schemas.microsoft.com/office/drawing/2014/main" id="{C7B320DF-2FBE-4722-8058-80F61D11D7B8}"/>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9" name="Freeform 136">
              <a:extLst>
                <a:ext uri="{FF2B5EF4-FFF2-40B4-BE49-F238E27FC236}">
                  <a16:creationId xmlns:a16="http://schemas.microsoft.com/office/drawing/2014/main" id="{A5EEE385-5472-4055-8070-641686777E10}"/>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0" name="Freeform 137">
              <a:extLst>
                <a:ext uri="{FF2B5EF4-FFF2-40B4-BE49-F238E27FC236}">
                  <a16:creationId xmlns:a16="http://schemas.microsoft.com/office/drawing/2014/main" id="{DD5481C8-E01A-4144-83BA-88958A38D7D1}"/>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grpSp>
        <p:nvGrpSpPr>
          <p:cNvPr id="104" name="Grupo 103">
            <a:extLst>
              <a:ext uri="{FF2B5EF4-FFF2-40B4-BE49-F238E27FC236}">
                <a16:creationId xmlns:a16="http://schemas.microsoft.com/office/drawing/2014/main" id="{13420AAD-74AE-410D-A497-E3E47790F96C}"/>
              </a:ext>
            </a:extLst>
          </p:cNvPr>
          <p:cNvGrpSpPr/>
          <p:nvPr userDrawn="1"/>
        </p:nvGrpSpPr>
        <p:grpSpPr>
          <a:xfrm>
            <a:off x="10580559" y="518761"/>
            <a:ext cx="1147824" cy="235942"/>
            <a:chOff x="6094413" y="2516188"/>
            <a:chExt cx="2000250" cy="411162"/>
          </a:xfrm>
          <a:solidFill>
            <a:schemeClr val="bg2"/>
          </a:solidFill>
        </p:grpSpPr>
        <p:sp>
          <p:nvSpPr>
            <p:cNvPr id="105" name="Freeform 7">
              <a:extLst>
                <a:ext uri="{FF2B5EF4-FFF2-40B4-BE49-F238E27FC236}">
                  <a16:creationId xmlns:a16="http://schemas.microsoft.com/office/drawing/2014/main" id="{7AEF51AD-BF99-425F-B734-8C2617849A96}"/>
                </a:ext>
              </a:extLst>
            </p:cNvPr>
            <p:cNvSpPr>
              <a:spLocks noEditPoints="1"/>
            </p:cNvSpPr>
            <p:nvPr/>
          </p:nvSpPr>
          <p:spPr bwMode="auto">
            <a:xfrm>
              <a:off x="6494463" y="2516188"/>
              <a:ext cx="1600200" cy="265113"/>
            </a:xfrm>
            <a:custGeom>
              <a:avLst/>
              <a:gdLst>
                <a:gd name="T0" fmla="*/ 644 w 1008"/>
                <a:gd name="T1" fmla="*/ 90 h 167"/>
                <a:gd name="T2" fmla="*/ 644 w 1008"/>
                <a:gd name="T3" fmla="*/ 39 h 167"/>
                <a:gd name="T4" fmla="*/ 363 w 1008"/>
                <a:gd name="T5" fmla="*/ 39 h 167"/>
                <a:gd name="T6" fmla="*/ 363 w 1008"/>
                <a:gd name="T7" fmla="*/ 90 h 167"/>
                <a:gd name="T8" fmla="*/ 644 w 1008"/>
                <a:gd name="T9" fmla="*/ 90 h 167"/>
                <a:gd name="T10" fmla="*/ 40 w 1008"/>
                <a:gd name="T11" fmla="*/ 0 h 167"/>
                <a:gd name="T12" fmla="*/ 40 w 1008"/>
                <a:gd name="T13" fmla="*/ 128 h 167"/>
                <a:gd name="T14" fmla="*/ 323 w 1008"/>
                <a:gd name="T15" fmla="*/ 128 h 167"/>
                <a:gd name="T16" fmla="*/ 323 w 1008"/>
                <a:gd name="T17" fmla="*/ 0 h 167"/>
                <a:gd name="T18" fmla="*/ 685 w 1008"/>
                <a:gd name="T19" fmla="*/ 0 h 167"/>
                <a:gd name="T20" fmla="*/ 685 w 1008"/>
                <a:gd name="T21" fmla="*/ 129 h 167"/>
                <a:gd name="T22" fmla="*/ 967 w 1008"/>
                <a:gd name="T23" fmla="*/ 129 h 167"/>
                <a:gd name="T24" fmla="*/ 967 w 1008"/>
                <a:gd name="T25" fmla="*/ 58 h 167"/>
                <a:gd name="T26" fmla="*/ 1008 w 1008"/>
                <a:gd name="T27" fmla="*/ 58 h 167"/>
                <a:gd name="T28" fmla="*/ 1008 w 1008"/>
                <a:gd name="T29" fmla="*/ 167 h 167"/>
                <a:gd name="T30" fmla="*/ 644 w 1008"/>
                <a:gd name="T31" fmla="*/ 167 h 167"/>
                <a:gd name="T32" fmla="*/ 644 w 1008"/>
                <a:gd name="T33" fmla="*/ 130 h 167"/>
                <a:gd name="T34" fmla="*/ 363 w 1008"/>
                <a:gd name="T35" fmla="*/ 130 h 167"/>
                <a:gd name="T36" fmla="*/ 363 w 1008"/>
                <a:gd name="T37" fmla="*/ 167 h 167"/>
                <a:gd name="T38" fmla="*/ 0 w 1008"/>
                <a:gd name="T39" fmla="*/ 167 h 167"/>
                <a:gd name="T40" fmla="*/ 0 w 1008"/>
                <a:gd name="T41" fmla="*/ 0 h 167"/>
                <a:gd name="T42" fmla="*/ 40 w 1008"/>
                <a:gd name="T43" fmla="*/ 0 h 167"/>
                <a:gd name="T44" fmla="*/ 967 w 1008"/>
                <a:gd name="T45" fmla="*/ 0 h 167"/>
                <a:gd name="T46" fmla="*/ 1007 w 1008"/>
                <a:gd name="T47" fmla="*/ 0 h 167"/>
                <a:gd name="T48" fmla="*/ 1007 w 1008"/>
                <a:gd name="T49" fmla="*/ 38 h 167"/>
                <a:gd name="T50" fmla="*/ 967 w 1008"/>
                <a:gd name="T51" fmla="*/ 38 h 167"/>
                <a:gd name="T52" fmla="*/ 967 w 1008"/>
                <a:gd name="T5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08" h="167">
                  <a:moveTo>
                    <a:pt x="644" y="90"/>
                  </a:moveTo>
                  <a:lnTo>
                    <a:pt x="644" y="39"/>
                  </a:lnTo>
                  <a:lnTo>
                    <a:pt x="363" y="39"/>
                  </a:lnTo>
                  <a:lnTo>
                    <a:pt x="363" y="90"/>
                  </a:lnTo>
                  <a:lnTo>
                    <a:pt x="644" y="90"/>
                  </a:lnTo>
                  <a:close/>
                  <a:moveTo>
                    <a:pt x="40" y="0"/>
                  </a:moveTo>
                  <a:lnTo>
                    <a:pt x="40" y="128"/>
                  </a:lnTo>
                  <a:lnTo>
                    <a:pt x="323" y="128"/>
                  </a:lnTo>
                  <a:lnTo>
                    <a:pt x="323" y="0"/>
                  </a:lnTo>
                  <a:lnTo>
                    <a:pt x="685" y="0"/>
                  </a:lnTo>
                  <a:lnTo>
                    <a:pt x="685" y="129"/>
                  </a:lnTo>
                  <a:lnTo>
                    <a:pt x="967" y="129"/>
                  </a:lnTo>
                  <a:lnTo>
                    <a:pt x="967" y="58"/>
                  </a:lnTo>
                  <a:lnTo>
                    <a:pt x="1008" y="58"/>
                  </a:lnTo>
                  <a:lnTo>
                    <a:pt x="1008" y="167"/>
                  </a:lnTo>
                  <a:lnTo>
                    <a:pt x="644" y="167"/>
                  </a:lnTo>
                  <a:lnTo>
                    <a:pt x="644" y="130"/>
                  </a:lnTo>
                  <a:lnTo>
                    <a:pt x="363" y="130"/>
                  </a:lnTo>
                  <a:lnTo>
                    <a:pt x="363" y="167"/>
                  </a:lnTo>
                  <a:lnTo>
                    <a:pt x="0" y="167"/>
                  </a:lnTo>
                  <a:lnTo>
                    <a:pt x="0" y="0"/>
                  </a:lnTo>
                  <a:lnTo>
                    <a:pt x="40" y="0"/>
                  </a:lnTo>
                  <a:close/>
                  <a:moveTo>
                    <a:pt x="967" y="0"/>
                  </a:moveTo>
                  <a:lnTo>
                    <a:pt x="1007" y="0"/>
                  </a:lnTo>
                  <a:lnTo>
                    <a:pt x="1007" y="38"/>
                  </a:lnTo>
                  <a:lnTo>
                    <a:pt x="967" y="38"/>
                  </a:lnTo>
                  <a:lnTo>
                    <a:pt x="96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6" name="Freeform 8">
              <a:extLst>
                <a:ext uri="{FF2B5EF4-FFF2-40B4-BE49-F238E27FC236}">
                  <a16:creationId xmlns:a16="http://schemas.microsoft.com/office/drawing/2014/main" id="{F10B6F06-5F39-46DA-809C-E3545537E89B}"/>
                </a:ext>
              </a:extLst>
            </p:cNvPr>
            <p:cNvSpPr>
              <a:spLocks/>
            </p:cNvSpPr>
            <p:nvPr/>
          </p:nvSpPr>
          <p:spPr bwMode="auto">
            <a:xfrm>
              <a:off x="6494463" y="2840038"/>
              <a:ext cx="63500" cy="80963"/>
            </a:xfrm>
            <a:custGeom>
              <a:avLst/>
              <a:gdLst>
                <a:gd name="T0" fmla="*/ 29 w 29"/>
                <a:gd name="T1" fmla="*/ 0 h 37"/>
                <a:gd name="T2" fmla="*/ 22 w 29"/>
                <a:gd name="T3" fmla="*/ 0 h 37"/>
                <a:gd name="T4" fmla="*/ 22 w 29"/>
                <a:gd name="T5" fmla="*/ 23 h 37"/>
                <a:gd name="T6" fmla="*/ 21 w 29"/>
                <a:gd name="T7" fmla="*/ 28 h 37"/>
                <a:gd name="T8" fmla="*/ 16 w 29"/>
                <a:gd name="T9" fmla="*/ 30 h 37"/>
                <a:gd name="T10" fmla="*/ 10 w 29"/>
                <a:gd name="T11" fmla="*/ 28 h 37"/>
                <a:gd name="T12" fmla="*/ 9 w 29"/>
                <a:gd name="T13" fmla="*/ 23 h 37"/>
                <a:gd name="T14" fmla="*/ 9 w 29"/>
                <a:gd name="T15" fmla="*/ 0 h 37"/>
                <a:gd name="T16" fmla="*/ 0 w 29"/>
                <a:gd name="T17" fmla="*/ 0 h 37"/>
                <a:gd name="T18" fmla="*/ 0 w 29"/>
                <a:gd name="T19" fmla="*/ 23 h 37"/>
                <a:gd name="T20" fmla="*/ 3 w 29"/>
                <a:gd name="T21" fmla="*/ 33 h 37"/>
                <a:gd name="T22" fmla="*/ 15 w 29"/>
                <a:gd name="T23" fmla="*/ 37 h 37"/>
                <a:gd name="T24" fmla="*/ 26 w 29"/>
                <a:gd name="T25" fmla="*/ 34 h 37"/>
                <a:gd name="T26" fmla="*/ 29 w 29"/>
                <a:gd name="T27" fmla="*/ 23 h 37"/>
                <a:gd name="T28" fmla="*/ 29 w 29"/>
                <a:gd name="T2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37">
                  <a:moveTo>
                    <a:pt x="29" y="0"/>
                  </a:moveTo>
                  <a:cubicBezTo>
                    <a:pt x="22" y="0"/>
                    <a:pt x="22" y="0"/>
                    <a:pt x="22" y="0"/>
                  </a:cubicBezTo>
                  <a:cubicBezTo>
                    <a:pt x="22" y="23"/>
                    <a:pt x="22" y="23"/>
                    <a:pt x="22" y="23"/>
                  </a:cubicBezTo>
                  <a:cubicBezTo>
                    <a:pt x="22" y="26"/>
                    <a:pt x="22" y="27"/>
                    <a:pt x="21" y="28"/>
                  </a:cubicBezTo>
                  <a:cubicBezTo>
                    <a:pt x="20" y="29"/>
                    <a:pt x="18" y="30"/>
                    <a:pt x="16" y="30"/>
                  </a:cubicBezTo>
                  <a:cubicBezTo>
                    <a:pt x="13" y="30"/>
                    <a:pt x="11" y="29"/>
                    <a:pt x="10" y="28"/>
                  </a:cubicBezTo>
                  <a:cubicBezTo>
                    <a:pt x="10" y="27"/>
                    <a:pt x="9" y="26"/>
                    <a:pt x="9" y="23"/>
                  </a:cubicBezTo>
                  <a:cubicBezTo>
                    <a:pt x="9" y="0"/>
                    <a:pt x="9" y="0"/>
                    <a:pt x="9" y="0"/>
                  </a:cubicBezTo>
                  <a:cubicBezTo>
                    <a:pt x="0" y="0"/>
                    <a:pt x="0" y="0"/>
                    <a:pt x="0" y="0"/>
                  </a:cubicBezTo>
                  <a:cubicBezTo>
                    <a:pt x="0" y="23"/>
                    <a:pt x="0" y="23"/>
                    <a:pt x="0" y="23"/>
                  </a:cubicBezTo>
                  <a:cubicBezTo>
                    <a:pt x="0" y="28"/>
                    <a:pt x="1" y="31"/>
                    <a:pt x="3" y="33"/>
                  </a:cubicBezTo>
                  <a:cubicBezTo>
                    <a:pt x="6" y="36"/>
                    <a:pt x="10" y="37"/>
                    <a:pt x="15" y="37"/>
                  </a:cubicBezTo>
                  <a:cubicBezTo>
                    <a:pt x="20" y="37"/>
                    <a:pt x="23" y="36"/>
                    <a:pt x="26" y="34"/>
                  </a:cubicBezTo>
                  <a:cubicBezTo>
                    <a:pt x="28" y="31"/>
                    <a:pt x="29" y="29"/>
                    <a:pt x="29" y="23"/>
                  </a:cubicBezTo>
                  <a:lnTo>
                    <a:pt x="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7" name="Freeform 9">
              <a:extLst>
                <a:ext uri="{FF2B5EF4-FFF2-40B4-BE49-F238E27FC236}">
                  <a16:creationId xmlns:a16="http://schemas.microsoft.com/office/drawing/2014/main" id="{C31777F1-60F0-448D-A184-5F87C69EF6D6}"/>
                </a:ext>
              </a:extLst>
            </p:cNvPr>
            <p:cNvSpPr>
              <a:spLocks/>
            </p:cNvSpPr>
            <p:nvPr/>
          </p:nvSpPr>
          <p:spPr bwMode="auto">
            <a:xfrm>
              <a:off x="6572250" y="2840038"/>
              <a:ext cx="60325" cy="77788"/>
            </a:xfrm>
            <a:custGeom>
              <a:avLst/>
              <a:gdLst>
                <a:gd name="T0" fmla="*/ 28 w 28"/>
                <a:gd name="T1" fmla="*/ 0 h 36"/>
                <a:gd name="T2" fmla="*/ 22 w 28"/>
                <a:gd name="T3" fmla="*/ 0 h 36"/>
                <a:gd name="T4" fmla="*/ 22 w 28"/>
                <a:gd name="T5" fmla="*/ 19 h 36"/>
                <a:gd name="T6" fmla="*/ 22 w 28"/>
                <a:gd name="T7" fmla="*/ 21 h 36"/>
                <a:gd name="T8" fmla="*/ 9 w 28"/>
                <a:gd name="T9" fmla="*/ 0 h 36"/>
                <a:gd name="T10" fmla="*/ 0 w 28"/>
                <a:gd name="T11" fmla="*/ 0 h 36"/>
                <a:gd name="T12" fmla="*/ 0 w 28"/>
                <a:gd name="T13" fmla="*/ 36 h 36"/>
                <a:gd name="T14" fmla="*/ 7 w 28"/>
                <a:gd name="T15" fmla="*/ 36 h 36"/>
                <a:gd name="T16" fmla="*/ 7 w 28"/>
                <a:gd name="T17" fmla="*/ 15 h 36"/>
                <a:gd name="T18" fmla="*/ 7 w 28"/>
                <a:gd name="T19" fmla="*/ 13 h 36"/>
                <a:gd name="T20" fmla="*/ 6 w 28"/>
                <a:gd name="T21" fmla="*/ 12 h 36"/>
                <a:gd name="T22" fmla="*/ 21 w 28"/>
                <a:gd name="T23" fmla="*/ 36 h 36"/>
                <a:gd name="T24" fmla="*/ 28 w 28"/>
                <a:gd name="T25" fmla="*/ 36 h 36"/>
                <a:gd name="T26" fmla="*/ 28 w 28"/>
                <a:gd name="T2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6">
                  <a:moveTo>
                    <a:pt x="28" y="0"/>
                  </a:moveTo>
                  <a:cubicBezTo>
                    <a:pt x="22" y="0"/>
                    <a:pt x="22" y="0"/>
                    <a:pt x="22" y="0"/>
                  </a:cubicBezTo>
                  <a:cubicBezTo>
                    <a:pt x="22" y="19"/>
                    <a:pt x="22" y="19"/>
                    <a:pt x="22" y="19"/>
                  </a:cubicBezTo>
                  <a:cubicBezTo>
                    <a:pt x="22" y="20"/>
                    <a:pt x="22" y="20"/>
                    <a:pt x="22" y="21"/>
                  </a:cubicBezTo>
                  <a:cubicBezTo>
                    <a:pt x="9" y="0"/>
                    <a:pt x="9" y="0"/>
                    <a:pt x="9" y="0"/>
                  </a:cubicBezTo>
                  <a:cubicBezTo>
                    <a:pt x="0" y="0"/>
                    <a:pt x="0" y="0"/>
                    <a:pt x="0" y="0"/>
                  </a:cubicBezTo>
                  <a:cubicBezTo>
                    <a:pt x="0" y="36"/>
                    <a:pt x="0" y="36"/>
                    <a:pt x="0" y="36"/>
                  </a:cubicBezTo>
                  <a:cubicBezTo>
                    <a:pt x="7" y="36"/>
                    <a:pt x="7" y="36"/>
                    <a:pt x="7" y="36"/>
                  </a:cubicBezTo>
                  <a:cubicBezTo>
                    <a:pt x="7" y="15"/>
                    <a:pt x="7" y="15"/>
                    <a:pt x="7" y="15"/>
                  </a:cubicBezTo>
                  <a:cubicBezTo>
                    <a:pt x="7" y="13"/>
                    <a:pt x="7" y="13"/>
                    <a:pt x="7" y="13"/>
                  </a:cubicBezTo>
                  <a:cubicBezTo>
                    <a:pt x="6" y="12"/>
                    <a:pt x="6" y="12"/>
                    <a:pt x="6" y="12"/>
                  </a:cubicBezTo>
                  <a:cubicBezTo>
                    <a:pt x="21" y="36"/>
                    <a:pt x="21" y="36"/>
                    <a:pt x="21" y="36"/>
                  </a:cubicBezTo>
                  <a:cubicBezTo>
                    <a:pt x="28" y="36"/>
                    <a:pt x="28" y="36"/>
                    <a:pt x="28" y="36"/>
                  </a:cubicBezTo>
                  <a:lnTo>
                    <a:pt x="2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8" name="Rectangle 10">
              <a:extLst>
                <a:ext uri="{FF2B5EF4-FFF2-40B4-BE49-F238E27FC236}">
                  <a16:creationId xmlns:a16="http://schemas.microsoft.com/office/drawing/2014/main" id="{EA2C152F-470E-443A-B788-1D6DEAE88F36}"/>
                </a:ext>
              </a:extLst>
            </p:cNvPr>
            <p:cNvSpPr>
              <a:spLocks noChangeArrowheads="1"/>
            </p:cNvSpPr>
            <p:nvPr/>
          </p:nvSpPr>
          <p:spPr bwMode="auto">
            <a:xfrm>
              <a:off x="6648450"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9" name="Freeform 11">
              <a:extLst>
                <a:ext uri="{FF2B5EF4-FFF2-40B4-BE49-F238E27FC236}">
                  <a16:creationId xmlns:a16="http://schemas.microsoft.com/office/drawing/2014/main" id="{F064D046-A5C1-4CC5-8571-B2E0380C1680}"/>
                </a:ext>
              </a:extLst>
            </p:cNvPr>
            <p:cNvSpPr>
              <a:spLocks/>
            </p:cNvSpPr>
            <p:nvPr/>
          </p:nvSpPr>
          <p:spPr bwMode="auto">
            <a:xfrm>
              <a:off x="6673850" y="2840038"/>
              <a:ext cx="68263" cy="77788"/>
            </a:xfrm>
            <a:custGeom>
              <a:avLst/>
              <a:gdLst>
                <a:gd name="T0" fmla="*/ 43 w 43"/>
                <a:gd name="T1" fmla="*/ 0 h 49"/>
                <a:gd name="T2" fmla="*/ 33 w 43"/>
                <a:gd name="T3" fmla="*/ 0 h 49"/>
                <a:gd name="T4" fmla="*/ 24 w 43"/>
                <a:gd name="T5" fmla="*/ 36 h 49"/>
                <a:gd name="T6" fmla="*/ 13 w 43"/>
                <a:gd name="T7" fmla="*/ 0 h 49"/>
                <a:gd name="T8" fmla="*/ 0 w 43"/>
                <a:gd name="T9" fmla="*/ 0 h 49"/>
                <a:gd name="T10" fmla="*/ 15 w 43"/>
                <a:gd name="T11" fmla="*/ 49 h 49"/>
                <a:gd name="T12" fmla="*/ 28 w 43"/>
                <a:gd name="T13" fmla="*/ 49 h 49"/>
                <a:gd name="T14" fmla="*/ 43 w 43"/>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9">
                  <a:moveTo>
                    <a:pt x="43" y="0"/>
                  </a:moveTo>
                  <a:lnTo>
                    <a:pt x="33" y="0"/>
                  </a:lnTo>
                  <a:lnTo>
                    <a:pt x="24" y="36"/>
                  </a:lnTo>
                  <a:lnTo>
                    <a:pt x="13" y="0"/>
                  </a:lnTo>
                  <a:lnTo>
                    <a:pt x="0" y="0"/>
                  </a:lnTo>
                  <a:lnTo>
                    <a:pt x="15" y="49"/>
                  </a:lnTo>
                  <a:lnTo>
                    <a:pt x="28" y="49"/>
                  </a:lnTo>
                  <a:lnTo>
                    <a:pt x="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0" name="Freeform 12">
              <a:extLst>
                <a:ext uri="{FF2B5EF4-FFF2-40B4-BE49-F238E27FC236}">
                  <a16:creationId xmlns:a16="http://schemas.microsoft.com/office/drawing/2014/main" id="{95076BA6-365D-4310-8875-5A6F40BB547C}"/>
                </a:ext>
              </a:extLst>
            </p:cNvPr>
            <p:cNvSpPr>
              <a:spLocks/>
            </p:cNvSpPr>
            <p:nvPr/>
          </p:nvSpPr>
          <p:spPr bwMode="auto">
            <a:xfrm>
              <a:off x="6750050" y="2840038"/>
              <a:ext cx="57150" cy="77788"/>
            </a:xfrm>
            <a:custGeom>
              <a:avLst/>
              <a:gdLst>
                <a:gd name="T0" fmla="*/ 36 w 36"/>
                <a:gd name="T1" fmla="*/ 10 h 49"/>
                <a:gd name="T2" fmla="*/ 36 w 36"/>
                <a:gd name="T3" fmla="*/ 0 h 49"/>
                <a:gd name="T4" fmla="*/ 0 w 36"/>
                <a:gd name="T5" fmla="*/ 0 h 49"/>
                <a:gd name="T6" fmla="*/ 0 w 36"/>
                <a:gd name="T7" fmla="*/ 49 h 49"/>
                <a:gd name="T8" fmla="*/ 36 w 36"/>
                <a:gd name="T9" fmla="*/ 49 h 49"/>
                <a:gd name="T10" fmla="*/ 36 w 36"/>
                <a:gd name="T11" fmla="*/ 40 h 49"/>
                <a:gd name="T12" fmla="*/ 11 w 36"/>
                <a:gd name="T13" fmla="*/ 40 h 49"/>
                <a:gd name="T14" fmla="*/ 11 w 36"/>
                <a:gd name="T15" fmla="*/ 29 h 49"/>
                <a:gd name="T16" fmla="*/ 30 w 36"/>
                <a:gd name="T17" fmla="*/ 29 h 49"/>
                <a:gd name="T18" fmla="*/ 30 w 36"/>
                <a:gd name="T19" fmla="*/ 19 h 49"/>
                <a:gd name="T20" fmla="*/ 11 w 36"/>
                <a:gd name="T21" fmla="*/ 19 h 49"/>
                <a:gd name="T22" fmla="*/ 11 w 36"/>
                <a:gd name="T23" fmla="*/ 10 h 49"/>
                <a:gd name="T24" fmla="*/ 36 w 36"/>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49">
                  <a:moveTo>
                    <a:pt x="36" y="10"/>
                  </a:moveTo>
                  <a:lnTo>
                    <a:pt x="36" y="0"/>
                  </a:lnTo>
                  <a:lnTo>
                    <a:pt x="0" y="0"/>
                  </a:lnTo>
                  <a:lnTo>
                    <a:pt x="0" y="49"/>
                  </a:lnTo>
                  <a:lnTo>
                    <a:pt x="36" y="49"/>
                  </a:lnTo>
                  <a:lnTo>
                    <a:pt x="36" y="40"/>
                  </a:lnTo>
                  <a:lnTo>
                    <a:pt x="11" y="40"/>
                  </a:lnTo>
                  <a:lnTo>
                    <a:pt x="11" y="29"/>
                  </a:lnTo>
                  <a:lnTo>
                    <a:pt x="30" y="29"/>
                  </a:lnTo>
                  <a:lnTo>
                    <a:pt x="30" y="19"/>
                  </a:lnTo>
                  <a:lnTo>
                    <a:pt x="11" y="19"/>
                  </a:lnTo>
                  <a:lnTo>
                    <a:pt x="11"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1" name="Freeform 13">
              <a:extLst>
                <a:ext uri="{FF2B5EF4-FFF2-40B4-BE49-F238E27FC236}">
                  <a16:creationId xmlns:a16="http://schemas.microsoft.com/office/drawing/2014/main" id="{D7338CFC-9CE5-4773-AEA0-3E9AE68DFB63}"/>
                </a:ext>
              </a:extLst>
            </p:cNvPr>
            <p:cNvSpPr>
              <a:spLocks noEditPoints="1"/>
            </p:cNvSpPr>
            <p:nvPr/>
          </p:nvSpPr>
          <p:spPr bwMode="auto">
            <a:xfrm>
              <a:off x="6816725" y="2840038"/>
              <a:ext cx="65088" cy="77788"/>
            </a:xfrm>
            <a:custGeom>
              <a:avLst/>
              <a:gdLst>
                <a:gd name="T0" fmla="*/ 8 w 30"/>
                <a:gd name="T1" fmla="*/ 22 h 36"/>
                <a:gd name="T2" fmla="*/ 15 w 30"/>
                <a:gd name="T3" fmla="*/ 22 h 36"/>
                <a:gd name="T4" fmla="*/ 20 w 30"/>
                <a:gd name="T5" fmla="*/ 36 h 36"/>
                <a:gd name="T6" fmla="*/ 30 w 30"/>
                <a:gd name="T7" fmla="*/ 36 h 36"/>
                <a:gd name="T8" fmla="*/ 23 w 30"/>
                <a:gd name="T9" fmla="*/ 20 h 36"/>
                <a:gd name="T10" fmla="*/ 26 w 30"/>
                <a:gd name="T11" fmla="*/ 18 h 36"/>
                <a:gd name="T12" fmla="*/ 29 w 30"/>
                <a:gd name="T13" fmla="*/ 11 h 36"/>
                <a:gd name="T14" fmla="*/ 25 w 30"/>
                <a:gd name="T15" fmla="*/ 2 h 36"/>
                <a:gd name="T16" fmla="*/ 16 w 30"/>
                <a:gd name="T17" fmla="*/ 0 h 36"/>
                <a:gd name="T18" fmla="*/ 0 w 30"/>
                <a:gd name="T19" fmla="*/ 0 h 36"/>
                <a:gd name="T20" fmla="*/ 0 w 30"/>
                <a:gd name="T21" fmla="*/ 36 h 36"/>
                <a:gd name="T22" fmla="*/ 8 w 30"/>
                <a:gd name="T23" fmla="*/ 36 h 36"/>
                <a:gd name="T24" fmla="*/ 8 w 30"/>
                <a:gd name="T25" fmla="*/ 22 h 36"/>
                <a:gd name="T26" fmla="*/ 8 w 30"/>
                <a:gd name="T27" fmla="*/ 6 h 36"/>
                <a:gd name="T28" fmla="*/ 13 w 30"/>
                <a:gd name="T29" fmla="*/ 6 h 36"/>
                <a:gd name="T30" fmla="*/ 19 w 30"/>
                <a:gd name="T31" fmla="*/ 7 h 36"/>
                <a:gd name="T32" fmla="*/ 20 w 30"/>
                <a:gd name="T33" fmla="*/ 11 h 36"/>
                <a:gd name="T34" fmla="*/ 18 w 30"/>
                <a:gd name="T35" fmla="*/ 15 h 36"/>
                <a:gd name="T36" fmla="*/ 14 w 30"/>
                <a:gd name="T37" fmla="*/ 16 h 36"/>
                <a:gd name="T38" fmla="*/ 8 w 30"/>
                <a:gd name="T39" fmla="*/ 16 h 36"/>
                <a:gd name="T40" fmla="*/ 8 w 30"/>
                <a:gd name="T41"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6">
                  <a:moveTo>
                    <a:pt x="8" y="22"/>
                  </a:moveTo>
                  <a:cubicBezTo>
                    <a:pt x="15" y="22"/>
                    <a:pt x="15" y="22"/>
                    <a:pt x="15" y="22"/>
                  </a:cubicBezTo>
                  <a:cubicBezTo>
                    <a:pt x="20" y="36"/>
                    <a:pt x="20" y="36"/>
                    <a:pt x="20" y="36"/>
                  </a:cubicBezTo>
                  <a:cubicBezTo>
                    <a:pt x="30" y="36"/>
                    <a:pt x="30" y="36"/>
                    <a:pt x="30" y="36"/>
                  </a:cubicBezTo>
                  <a:cubicBezTo>
                    <a:pt x="23" y="20"/>
                    <a:pt x="23" y="20"/>
                    <a:pt x="23" y="20"/>
                  </a:cubicBezTo>
                  <a:cubicBezTo>
                    <a:pt x="25" y="19"/>
                    <a:pt x="25" y="19"/>
                    <a:pt x="26" y="18"/>
                  </a:cubicBezTo>
                  <a:cubicBezTo>
                    <a:pt x="28" y="16"/>
                    <a:pt x="29" y="14"/>
                    <a:pt x="29" y="11"/>
                  </a:cubicBezTo>
                  <a:cubicBezTo>
                    <a:pt x="29" y="8"/>
                    <a:pt x="28" y="4"/>
                    <a:pt x="25" y="2"/>
                  </a:cubicBezTo>
                  <a:cubicBezTo>
                    <a:pt x="23" y="1"/>
                    <a:pt x="21" y="0"/>
                    <a:pt x="16" y="0"/>
                  </a:cubicBezTo>
                  <a:cubicBezTo>
                    <a:pt x="0" y="0"/>
                    <a:pt x="0" y="0"/>
                    <a:pt x="0" y="0"/>
                  </a:cubicBezTo>
                  <a:cubicBezTo>
                    <a:pt x="0" y="36"/>
                    <a:pt x="0" y="36"/>
                    <a:pt x="0" y="36"/>
                  </a:cubicBezTo>
                  <a:cubicBezTo>
                    <a:pt x="8" y="36"/>
                    <a:pt x="8" y="36"/>
                    <a:pt x="8" y="36"/>
                  </a:cubicBezTo>
                  <a:lnTo>
                    <a:pt x="8" y="22"/>
                  </a:lnTo>
                  <a:close/>
                  <a:moveTo>
                    <a:pt x="8" y="6"/>
                  </a:moveTo>
                  <a:cubicBezTo>
                    <a:pt x="13" y="6"/>
                    <a:pt x="13" y="6"/>
                    <a:pt x="13" y="6"/>
                  </a:cubicBezTo>
                  <a:cubicBezTo>
                    <a:pt x="17" y="6"/>
                    <a:pt x="18" y="6"/>
                    <a:pt x="19" y="7"/>
                  </a:cubicBezTo>
                  <a:cubicBezTo>
                    <a:pt x="20" y="8"/>
                    <a:pt x="20" y="10"/>
                    <a:pt x="20" y="11"/>
                  </a:cubicBezTo>
                  <a:cubicBezTo>
                    <a:pt x="20" y="12"/>
                    <a:pt x="19" y="14"/>
                    <a:pt x="18" y="15"/>
                  </a:cubicBezTo>
                  <a:cubicBezTo>
                    <a:pt x="17" y="16"/>
                    <a:pt x="17" y="16"/>
                    <a:pt x="14" y="16"/>
                  </a:cubicBezTo>
                  <a:cubicBezTo>
                    <a:pt x="8" y="16"/>
                    <a:pt x="8" y="16"/>
                    <a:pt x="8" y="16"/>
                  </a:cubicBezTo>
                  <a:lnTo>
                    <a:pt x="8"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2" name="Freeform 14">
              <a:extLst>
                <a:ext uri="{FF2B5EF4-FFF2-40B4-BE49-F238E27FC236}">
                  <a16:creationId xmlns:a16="http://schemas.microsoft.com/office/drawing/2014/main" id="{519F29CE-CEB5-439A-A4FE-C63375F6FC70}"/>
                </a:ext>
              </a:extLst>
            </p:cNvPr>
            <p:cNvSpPr>
              <a:spLocks/>
            </p:cNvSpPr>
            <p:nvPr/>
          </p:nvSpPr>
          <p:spPr bwMode="auto">
            <a:xfrm>
              <a:off x="6886575" y="2838450"/>
              <a:ext cx="65088" cy="82550"/>
            </a:xfrm>
            <a:custGeom>
              <a:avLst/>
              <a:gdLst>
                <a:gd name="T0" fmla="*/ 29 w 30"/>
                <a:gd name="T1" fmla="*/ 9 h 38"/>
                <a:gd name="T2" fmla="*/ 25 w 30"/>
                <a:gd name="T3" fmla="*/ 3 h 38"/>
                <a:gd name="T4" fmla="*/ 15 w 30"/>
                <a:gd name="T5" fmla="*/ 0 h 38"/>
                <a:gd name="T6" fmla="*/ 6 w 30"/>
                <a:gd name="T7" fmla="*/ 3 h 38"/>
                <a:gd name="T8" fmla="*/ 2 w 30"/>
                <a:gd name="T9" fmla="*/ 12 h 38"/>
                <a:gd name="T10" fmla="*/ 6 w 30"/>
                <a:gd name="T11" fmla="*/ 20 h 38"/>
                <a:gd name="T12" fmla="*/ 15 w 30"/>
                <a:gd name="T13" fmla="*/ 23 h 38"/>
                <a:gd name="T14" fmla="*/ 21 w 30"/>
                <a:gd name="T15" fmla="*/ 27 h 38"/>
                <a:gd name="T16" fmla="*/ 15 w 30"/>
                <a:gd name="T17" fmla="*/ 31 h 38"/>
                <a:gd name="T18" fmla="*/ 8 w 30"/>
                <a:gd name="T19" fmla="*/ 26 h 38"/>
                <a:gd name="T20" fmla="*/ 0 w 30"/>
                <a:gd name="T21" fmla="*/ 28 h 38"/>
                <a:gd name="T22" fmla="*/ 4 w 30"/>
                <a:gd name="T23" fmla="*/ 35 h 38"/>
                <a:gd name="T24" fmla="*/ 15 w 30"/>
                <a:gd name="T25" fmla="*/ 38 h 38"/>
                <a:gd name="T26" fmla="*/ 25 w 30"/>
                <a:gd name="T27" fmla="*/ 36 h 38"/>
                <a:gd name="T28" fmla="*/ 30 w 30"/>
                <a:gd name="T29" fmla="*/ 26 h 38"/>
                <a:gd name="T30" fmla="*/ 25 w 30"/>
                <a:gd name="T31" fmla="*/ 17 h 38"/>
                <a:gd name="T32" fmla="*/ 16 w 30"/>
                <a:gd name="T33" fmla="*/ 14 h 38"/>
                <a:gd name="T34" fmla="*/ 10 w 30"/>
                <a:gd name="T35" fmla="*/ 10 h 38"/>
                <a:gd name="T36" fmla="*/ 15 w 30"/>
                <a:gd name="T37" fmla="*/ 7 h 38"/>
                <a:gd name="T38" fmla="*/ 22 w 30"/>
                <a:gd name="T39" fmla="*/ 11 h 38"/>
                <a:gd name="T40" fmla="*/ 29 w 30"/>
                <a:gd name="T41" fmla="*/ 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8">
                  <a:moveTo>
                    <a:pt x="29" y="9"/>
                  </a:moveTo>
                  <a:cubicBezTo>
                    <a:pt x="28" y="6"/>
                    <a:pt x="27" y="5"/>
                    <a:pt x="25" y="3"/>
                  </a:cubicBezTo>
                  <a:cubicBezTo>
                    <a:pt x="22" y="1"/>
                    <a:pt x="19" y="0"/>
                    <a:pt x="15" y="0"/>
                  </a:cubicBezTo>
                  <a:cubicBezTo>
                    <a:pt x="11" y="0"/>
                    <a:pt x="8" y="1"/>
                    <a:pt x="6" y="3"/>
                  </a:cubicBezTo>
                  <a:cubicBezTo>
                    <a:pt x="3" y="6"/>
                    <a:pt x="2" y="9"/>
                    <a:pt x="2" y="12"/>
                  </a:cubicBezTo>
                  <a:cubicBezTo>
                    <a:pt x="2" y="16"/>
                    <a:pt x="4" y="19"/>
                    <a:pt x="6" y="20"/>
                  </a:cubicBezTo>
                  <a:cubicBezTo>
                    <a:pt x="8" y="21"/>
                    <a:pt x="11" y="22"/>
                    <a:pt x="15" y="23"/>
                  </a:cubicBezTo>
                  <a:cubicBezTo>
                    <a:pt x="20" y="24"/>
                    <a:pt x="21" y="25"/>
                    <a:pt x="21" y="27"/>
                  </a:cubicBezTo>
                  <a:cubicBezTo>
                    <a:pt x="21" y="30"/>
                    <a:pt x="19" y="31"/>
                    <a:pt x="15" y="31"/>
                  </a:cubicBezTo>
                  <a:cubicBezTo>
                    <a:pt x="11" y="31"/>
                    <a:pt x="9" y="30"/>
                    <a:pt x="8" y="26"/>
                  </a:cubicBezTo>
                  <a:cubicBezTo>
                    <a:pt x="0" y="28"/>
                    <a:pt x="0" y="28"/>
                    <a:pt x="0" y="28"/>
                  </a:cubicBezTo>
                  <a:cubicBezTo>
                    <a:pt x="1" y="31"/>
                    <a:pt x="2" y="33"/>
                    <a:pt x="4" y="35"/>
                  </a:cubicBezTo>
                  <a:cubicBezTo>
                    <a:pt x="7" y="37"/>
                    <a:pt x="11" y="38"/>
                    <a:pt x="15" y="38"/>
                  </a:cubicBezTo>
                  <a:cubicBezTo>
                    <a:pt x="19" y="38"/>
                    <a:pt x="22" y="37"/>
                    <a:pt x="25" y="36"/>
                  </a:cubicBezTo>
                  <a:cubicBezTo>
                    <a:pt x="28" y="33"/>
                    <a:pt x="30" y="30"/>
                    <a:pt x="30" y="26"/>
                  </a:cubicBezTo>
                  <a:cubicBezTo>
                    <a:pt x="30" y="22"/>
                    <a:pt x="28" y="19"/>
                    <a:pt x="25" y="17"/>
                  </a:cubicBezTo>
                  <a:cubicBezTo>
                    <a:pt x="24" y="16"/>
                    <a:pt x="21" y="15"/>
                    <a:pt x="16" y="14"/>
                  </a:cubicBezTo>
                  <a:cubicBezTo>
                    <a:pt x="12" y="13"/>
                    <a:pt x="10" y="12"/>
                    <a:pt x="10" y="10"/>
                  </a:cubicBezTo>
                  <a:cubicBezTo>
                    <a:pt x="10" y="8"/>
                    <a:pt x="12" y="7"/>
                    <a:pt x="15" y="7"/>
                  </a:cubicBezTo>
                  <a:cubicBezTo>
                    <a:pt x="19" y="7"/>
                    <a:pt x="20" y="8"/>
                    <a:pt x="22" y="11"/>
                  </a:cubicBezTo>
                  <a:lnTo>
                    <a:pt x="29"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3" name="Rectangle 15">
              <a:extLst>
                <a:ext uri="{FF2B5EF4-FFF2-40B4-BE49-F238E27FC236}">
                  <a16:creationId xmlns:a16="http://schemas.microsoft.com/office/drawing/2014/main" id="{8D87395B-008E-4CEE-821D-AF3CC55B0DFE}"/>
                </a:ext>
              </a:extLst>
            </p:cNvPr>
            <p:cNvSpPr>
              <a:spLocks noChangeArrowheads="1"/>
            </p:cNvSpPr>
            <p:nvPr/>
          </p:nvSpPr>
          <p:spPr bwMode="auto">
            <a:xfrm>
              <a:off x="6964363" y="2840038"/>
              <a:ext cx="17463"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4" name="Freeform 16">
              <a:extLst>
                <a:ext uri="{FF2B5EF4-FFF2-40B4-BE49-F238E27FC236}">
                  <a16:creationId xmlns:a16="http://schemas.microsoft.com/office/drawing/2014/main" id="{5272785E-40C6-4984-A2E0-DADCBBFDAA26}"/>
                </a:ext>
              </a:extLst>
            </p:cNvPr>
            <p:cNvSpPr>
              <a:spLocks noEditPoints="1"/>
            </p:cNvSpPr>
            <p:nvPr/>
          </p:nvSpPr>
          <p:spPr bwMode="auto">
            <a:xfrm>
              <a:off x="6997700"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1 w 30"/>
                <a:gd name="T13" fmla="*/ 0 h 36"/>
                <a:gd name="T14" fmla="*/ 0 w 30"/>
                <a:gd name="T15" fmla="*/ 0 h 36"/>
                <a:gd name="T16" fmla="*/ 9 w 30"/>
                <a:gd name="T17" fmla="*/ 7 h 36"/>
                <a:gd name="T18" fmla="*/ 12 w 30"/>
                <a:gd name="T19" fmla="*/ 7 h 36"/>
                <a:gd name="T20" fmla="*/ 19 w 30"/>
                <a:gd name="T21" fmla="*/ 10 h 36"/>
                <a:gd name="T22" fmla="*/ 21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8" y="0"/>
                    <a:pt x="11" y="0"/>
                  </a:cubicBezTo>
                  <a:lnTo>
                    <a:pt x="0" y="0"/>
                  </a:lnTo>
                  <a:close/>
                  <a:moveTo>
                    <a:pt x="9" y="7"/>
                  </a:moveTo>
                  <a:cubicBezTo>
                    <a:pt x="12" y="7"/>
                    <a:pt x="12" y="7"/>
                    <a:pt x="12" y="7"/>
                  </a:cubicBezTo>
                  <a:cubicBezTo>
                    <a:pt x="15" y="7"/>
                    <a:pt x="17" y="7"/>
                    <a:pt x="19" y="10"/>
                  </a:cubicBezTo>
                  <a:cubicBezTo>
                    <a:pt x="20" y="12"/>
                    <a:pt x="21" y="15"/>
                    <a:pt x="21" y="18"/>
                  </a:cubicBezTo>
                  <a:cubicBezTo>
                    <a:pt x="21" y="21"/>
                    <a:pt x="20"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5" name="Freeform 17">
              <a:extLst>
                <a:ext uri="{FF2B5EF4-FFF2-40B4-BE49-F238E27FC236}">
                  <a16:creationId xmlns:a16="http://schemas.microsoft.com/office/drawing/2014/main" id="{F3A9EBAB-E2EE-4C97-9A01-1789CDAA112A}"/>
                </a:ext>
              </a:extLst>
            </p:cNvPr>
            <p:cNvSpPr>
              <a:spLocks noEditPoints="1"/>
            </p:cNvSpPr>
            <p:nvPr/>
          </p:nvSpPr>
          <p:spPr bwMode="auto">
            <a:xfrm>
              <a:off x="7065963" y="2840038"/>
              <a:ext cx="71438" cy="77788"/>
            </a:xfrm>
            <a:custGeom>
              <a:avLst/>
              <a:gdLst>
                <a:gd name="T0" fmla="*/ 30 w 45"/>
                <a:gd name="T1" fmla="*/ 0 h 49"/>
                <a:gd name="T2" fmla="*/ 17 w 45"/>
                <a:gd name="T3" fmla="*/ 0 h 49"/>
                <a:gd name="T4" fmla="*/ 0 w 45"/>
                <a:gd name="T5" fmla="*/ 49 h 49"/>
                <a:gd name="T6" fmla="*/ 11 w 45"/>
                <a:gd name="T7" fmla="*/ 49 h 49"/>
                <a:gd name="T8" fmla="*/ 14 w 45"/>
                <a:gd name="T9" fmla="*/ 40 h 49"/>
                <a:gd name="T10" fmla="*/ 30 w 45"/>
                <a:gd name="T11" fmla="*/ 40 h 49"/>
                <a:gd name="T12" fmla="*/ 33 w 45"/>
                <a:gd name="T13" fmla="*/ 49 h 49"/>
                <a:gd name="T14" fmla="*/ 45 w 45"/>
                <a:gd name="T15" fmla="*/ 49 h 49"/>
                <a:gd name="T16" fmla="*/ 30 w 45"/>
                <a:gd name="T17" fmla="*/ 0 h 49"/>
                <a:gd name="T18" fmla="*/ 17 w 45"/>
                <a:gd name="T19" fmla="*/ 30 h 49"/>
                <a:gd name="T20" fmla="*/ 22 w 45"/>
                <a:gd name="T21" fmla="*/ 12 h 49"/>
                <a:gd name="T22" fmla="*/ 28 w 45"/>
                <a:gd name="T23" fmla="*/ 30 h 49"/>
                <a:gd name="T24" fmla="*/ 17 w 45"/>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9">
                  <a:moveTo>
                    <a:pt x="30" y="0"/>
                  </a:moveTo>
                  <a:lnTo>
                    <a:pt x="17" y="0"/>
                  </a:lnTo>
                  <a:lnTo>
                    <a:pt x="0" y="49"/>
                  </a:lnTo>
                  <a:lnTo>
                    <a:pt x="11" y="49"/>
                  </a:lnTo>
                  <a:lnTo>
                    <a:pt x="14" y="40"/>
                  </a:lnTo>
                  <a:lnTo>
                    <a:pt x="30" y="40"/>
                  </a:lnTo>
                  <a:lnTo>
                    <a:pt x="33" y="49"/>
                  </a:lnTo>
                  <a:lnTo>
                    <a:pt x="45" y="49"/>
                  </a:lnTo>
                  <a:lnTo>
                    <a:pt x="30" y="0"/>
                  </a:lnTo>
                  <a:close/>
                  <a:moveTo>
                    <a:pt x="17" y="30"/>
                  </a:moveTo>
                  <a:lnTo>
                    <a:pt x="22" y="12"/>
                  </a:lnTo>
                  <a:lnTo>
                    <a:pt x="28" y="30"/>
                  </a:lnTo>
                  <a:lnTo>
                    <a:pt x="17"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6" name="Freeform 18">
              <a:extLst>
                <a:ext uri="{FF2B5EF4-FFF2-40B4-BE49-F238E27FC236}">
                  <a16:creationId xmlns:a16="http://schemas.microsoft.com/office/drawing/2014/main" id="{CFF2F14C-F6A9-4232-8EF5-F20DF66AC538}"/>
                </a:ext>
              </a:extLst>
            </p:cNvPr>
            <p:cNvSpPr>
              <a:spLocks noEditPoints="1"/>
            </p:cNvSpPr>
            <p:nvPr/>
          </p:nvSpPr>
          <p:spPr bwMode="auto">
            <a:xfrm>
              <a:off x="7146925" y="2840038"/>
              <a:ext cx="65088" cy="77788"/>
            </a:xfrm>
            <a:custGeom>
              <a:avLst/>
              <a:gdLst>
                <a:gd name="T0" fmla="*/ 0 w 30"/>
                <a:gd name="T1" fmla="*/ 0 h 36"/>
                <a:gd name="T2" fmla="*/ 0 w 30"/>
                <a:gd name="T3" fmla="*/ 36 h 36"/>
                <a:gd name="T4" fmla="*/ 13 w 30"/>
                <a:gd name="T5" fmla="*/ 36 h 36"/>
                <a:gd name="T6" fmla="*/ 25 w 30"/>
                <a:gd name="T7" fmla="*/ 31 h 36"/>
                <a:gd name="T8" fmla="*/ 30 w 30"/>
                <a:gd name="T9" fmla="*/ 18 h 36"/>
                <a:gd name="T10" fmla="*/ 25 w 30"/>
                <a:gd name="T11" fmla="*/ 5 h 36"/>
                <a:gd name="T12" fmla="*/ 11 w 30"/>
                <a:gd name="T13" fmla="*/ 0 h 36"/>
                <a:gd name="T14" fmla="*/ 0 w 30"/>
                <a:gd name="T15" fmla="*/ 0 h 36"/>
                <a:gd name="T16" fmla="*/ 8 w 30"/>
                <a:gd name="T17" fmla="*/ 7 h 36"/>
                <a:gd name="T18" fmla="*/ 12 w 30"/>
                <a:gd name="T19" fmla="*/ 7 h 36"/>
                <a:gd name="T20" fmla="*/ 19 w 30"/>
                <a:gd name="T21" fmla="*/ 10 h 36"/>
                <a:gd name="T22" fmla="*/ 21 w 30"/>
                <a:gd name="T23" fmla="*/ 18 h 36"/>
                <a:gd name="T24" fmla="*/ 18 w 30"/>
                <a:gd name="T25" fmla="*/ 27 h 36"/>
                <a:gd name="T26" fmla="*/ 12 w 30"/>
                <a:gd name="T27" fmla="*/ 30 h 36"/>
                <a:gd name="T28" fmla="*/ 8 w 30"/>
                <a:gd name="T29" fmla="*/ 30 h 36"/>
                <a:gd name="T30" fmla="*/ 8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2" y="35"/>
                    <a:pt x="25" y="31"/>
                  </a:cubicBezTo>
                  <a:cubicBezTo>
                    <a:pt x="28" y="28"/>
                    <a:pt x="30" y="23"/>
                    <a:pt x="30" y="18"/>
                  </a:cubicBezTo>
                  <a:cubicBezTo>
                    <a:pt x="30" y="13"/>
                    <a:pt x="28" y="8"/>
                    <a:pt x="25" y="5"/>
                  </a:cubicBezTo>
                  <a:cubicBezTo>
                    <a:pt x="22" y="1"/>
                    <a:pt x="18" y="0"/>
                    <a:pt x="11" y="0"/>
                  </a:cubicBezTo>
                  <a:lnTo>
                    <a:pt x="0" y="0"/>
                  </a:lnTo>
                  <a:close/>
                  <a:moveTo>
                    <a:pt x="8" y="7"/>
                  </a:moveTo>
                  <a:cubicBezTo>
                    <a:pt x="12" y="7"/>
                    <a:pt x="12" y="7"/>
                    <a:pt x="12" y="7"/>
                  </a:cubicBezTo>
                  <a:cubicBezTo>
                    <a:pt x="15" y="7"/>
                    <a:pt x="17" y="7"/>
                    <a:pt x="19" y="10"/>
                  </a:cubicBezTo>
                  <a:cubicBezTo>
                    <a:pt x="20" y="12"/>
                    <a:pt x="21" y="15"/>
                    <a:pt x="21" y="18"/>
                  </a:cubicBezTo>
                  <a:cubicBezTo>
                    <a:pt x="21" y="21"/>
                    <a:pt x="20" y="24"/>
                    <a:pt x="18" y="27"/>
                  </a:cubicBezTo>
                  <a:cubicBezTo>
                    <a:pt x="17" y="29"/>
                    <a:pt x="15" y="30"/>
                    <a:pt x="12" y="30"/>
                  </a:cubicBezTo>
                  <a:cubicBezTo>
                    <a:pt x="8" y="30"/>
                    <a:pt x="8" y="30"/>
                    <a:pt x="8" y="30"/>
                  </a:cubicBezTo>
                  <a:lnTo>
                    <a:pt x="8"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7" name="Freeform 19">
              <a:extLst>
                <a:ext uri="{FF2B5EF4-FFF2-40B4-BE49-F238E27FC236}">
                  <a16:creationId xmlns:a16="http://schemas.microsoft.com/office/drawing/2014/main" id="{CCC5B9C0-486E-4509-B8B1-0D20D26EC66C}"/>
                </a:ext>
              </a:extLst>
            </p:cNvPr>
            <p:cNvSpPr>
              <a:spLocks noEditPoints="1"/>
            </p:cNvSpPr>
            <p:nvPr/>
          </p:nvSpPr>
          <p:spPr bwMode="auto">
            <a:xfrm>
              <a:off x="7246938" y="2840038"/>
              <a:ext cx="68263" cy="77788"/>
            </a:xfrm>
            <a:custGeom>
              <a:avLst/>
              <a:gdLst>
                <a:gd name="T0" fmla="*/ 28 w 43"/>
                <a:gd name="T1" fmla="*/ 0 h 49"/>
                <a:gd name="T2" fmla="*/ 15 w 43"/>
                <a:gd name="T3" fmla="*/ 0 h 49"/>
                <a:gd name="T4" fmla="*/ 0 w 43"/>
                <a:gd name="T5" fmla="*/ 49 h 49"/>
                <a:gd name="T6" fmla="*/ 9 w 43"/>
                <a:gd name="T7" fmla="*/ 49 h 49"/>
                <a:gd name="T8" fmla="*/ 12 w 43"/>
                <a:gd name="T9" fmla="*/ 40 h 49"/>
                <a:gd name="T10" fmla="*/ 28 w 43"/>
                <a:gd name="T11" fmla="*/ 40 h 49"/>
                <a:gd name="T12" fmla="*/ 31 w 43"/>
                <a:gd name="T13" fmla="*/ 49 h 49"/>
                <a:gd name="T14" fmla="*/ 43 w 43"/>
                <a:gd name="T15" fmla="*/ 49 h 49"/>
                <a:gd name="T16" fmla="*/ 28 w 43"/>
                <a:gd name="T17" fmla="*/ 0 h 49"/>
                <a:gd name="T18" fmla="*/ 15 w 43"/>
                <a:gd name="T19" fmla="*/ 30 h 49"/>
                <a:gd name="T20" fmla="*/ 20 w 43"/>
                <a:gd name="T21" fmla="*/ 12 h 49"/>
                <a:gd name="T22" fmla="*/ 25 w 43"/>
                <a:gd name="T23" fmla="*/ 30 h 49"/>
                <a:gd name="T24" fmla="*/ 15 w 43"/>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9">
                  <a:moveTo>
                    <a:pt x="28" y="0"/>
                  </a:moveTo>
                  <a:lnTo>
                    <a:pt x="15" y="0"/>
                  </a:lnTo>
                  <a:lnTo>
                    <a:pt x="0" y="49"/>
                  </a:lnTo>
                  <a:lnTo>
                    <a:pt x="9" y="49"/>
                  </a:lnTo>
                  <a:lnTo>
                    <a:pt x="12" y="40"/>
                  </a:lnTo>
                  <a:lnTo>
                    <a:pt x="28" y="40"/>
                  </a:lnTo>
                  <a:lnTo>
                    <a:pt x="31" y="49"/>
                  </a:lnTo>
                  <a:lnTo>
                    <a:pt x="43" y="49"/>
                  </a:lnTo>
                  <a:lnTo>
                    <a:pt x="28" y="0"/>
                  </a:lnTo>
                  <a:close/>
                  <a:moveTo>
                    <a:pt x="15" y="30"/>
                  </a:moveTo>
                  <a:lnTo>
                    <a:pt x="20" y="12"/>
                  </a:lnTo>
                  <a:lnTo>
                    <a:pt x="25" y="30"/>
                  </a:lnTo>
                  <a:lnTo>
                    <a:pt x="15"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8" name="Freeform 20">
              <a:extLst>
                <a:ext uri="{FF2B5EF4-FFF2-40B4-BE49-F238E27FC236}">
                  <a16:creationId xmlns:a16="http://schemas.microsoft.com/office/drawing/2014/main" id="{CF13B3A5-4948-49E7-8BCD-6A7DA8AF31D1}"/>
                </a:ext>
              </a:extLst>
            </p:cNvPr>
            <p:cNvSpPr>
              <a:spLocks noEditPoints="1"/>
            </p:cNvSpPr>
            <p:nvPr/>
          </p:nvSpPr>
          <p:spPr bwMode="auto">
            <a:xfrm>
              <a:off x="7324725"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2 w 30"/>
                <a:gd name="T13" fmla="*/ 0 h 36"/>
                <a:gd name="T14" fmla="*/ 0 w 30"/>
                <a:gd name="T15" fmla="*/ 0 h 36"/>
                <a:gd name="T16" fmla="*/ 9 w 30"/>
                <a:gd name="T17" fmla="*/ 7 h 36"/>
                <a:gd name="T18" fmla="*/ 12 w 30"/>
                <a:gd name="T19" fmla="*/ 7 h 36"/>
                <a:gd name="T20" fmla="*/ 19 w 30"/>
                <a:gd name="T21" fmla="*/ 10 h 36"/>
                <a:gd name="T22" fmla="*/ 22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9" y="0"/>
                    <a:pt x="12" y="0"/>
                  </a:cubicBezTo>
                  <a:lnTo>
                    <a:pt x="0" y="0"/>
                  </a:lnTo>
                  <a:close/>
                  <a:moveTo>
                    <a:pt x="9" y="7"/>
                  </a:moveTo>
                  <a:cubicBezTo>
                    <a:pt x="12" y="7"/>
                    <a:pt x="12" y="7"/>
                    <a:pt x="12" y="7"/>
                  </a:cubicBezTo>
                  <a:cubicBezTo>
                    <a:pt x="15" y="7"/>
                    <a:pt x="17" y="7"/>
                    <a:pt x="19" y="10"/>
                  </a:cubicBezTo>
                  <a:cubicBezTo>
                    <a:pt x="21" y="12"/>
                    <a:pt x="22" y="15"/>
                    <a:pt x="22" y="18"/>
                  </a:cubicBezTo>
                  <a:cubicBezTo>
                    <a:pt x="22" y="21"/>
                    <a:pt x="21"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9" name="Freeform 21">
              <a:extLst>
                <a:ext uri="{FF2B5EF4-FFF2-40B4-BE49-F238E27FC236}">
                  <a16:creationId xmlns:a16="http://schemas.microsoft.com/office/drawing/2014/main" id="{4878E800-0D0B-4931-A880-282027548831}"/>
                </a:ext>
              </a:extLst>
            </p:cNvPr>
            <p:cNvSpPr>
              <a:spLocks noEditPoints="1"/>
            </p:cNvSpPr>
            <p:nvPr/>
          </p:nvSpPr>
          <p:spPr bwMode="auto">
            <a:xfrm>
              <a:off x="7397750"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6 w 31"/>
                <a:gd name="T19" fmla="*/ 7 h 38"/>
                <a:gd name="T20" fmla="*/ 21 w 31"/>
                <a:gd name="T21" fmla="*/ 10 h 38"/>
                <a:gd name="T22" fmla="*/ 22 w 31"/>
                <a:gd name="T23" fmla="*/ 19 h 38"/>
                <a:gd name="T24" fmla="*/ 16 w 31"/>
                <a:gd name="T25" fmla="*/ 31 h 38"/>
                <a:gd name="T26" fmla="*/ 9 w 31"/>
                <a:gd name="T27" fmla="*/ 19 h 38"/>
                <a:gd name="T28" fmla="*/ 16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2" y="9"/>
                    <a:pt x="0" y="14"/>
                    <a:pt x="0" y="19"/>
                  </a:cubicBezTo>
                  <a:cubicBezTo>
                    <a:pt x="0" y="24"/>
                    <a:pt x="2" y="29"/>
                    <a:pt x="4" y="33"/>
                  </a:cubicBezTo>
                  <a:cubicBezTo>
                    <a:pt x="7" y="36"/>
                    <a:pt x="11" y="38"/>
                    <a:pt x="15" y="38"/>
                  </a:cubicBezTo>
                  <a:cubicBezTo>
                    <a:pt x="20" y="38"/>
                    <a:pt x="25" y="36"/>
                    <a:pt x="27" y="33"/>
                  </a:cubicBezTo>
                  <a:cubicBezTo>
                    <a:pt x="30" y="29"/>
                    <a:pt x="31" y="24"/>
                    <a:pt x="31" y="19"/>
                  </a:cubicBezTo>
                  <a:cubicBezTo>
                    <a:pt x="31" y="14"/>
                    <a:pt x="30" y="9"/>
                    <a:pt x="27" y="6"/>
                  </a:cubicBezTo>
                  <a:cubicBezTo>
                    <a:pt x="25" y="2"/>
                    <a:pt x="21" y="0"/>
                    <a:pt x="16" y="0"/>
                  </a:cubicBezTo>
                  <a:moveTo>
                    <a:pt x="16" y="7"/>
                  </a:moveTo>
                  <a:cubicBezTo>
                    <a:pt x="18" y="7"/>
                    <a:pt x="20" y="8"/>
                    <a:pt x="21" y="10"/>
                  </a:cubicBezTo>
                  <a:cubicBezTo>
                    <a:pt x="22" y="12"/>
                    <a:pt x="22" y="15"/>
                    <a:pt x="22" y="19"/>
                  </a:cubicBezTo>
                  <a:cubicBezTo>
                    <a:pt x="22" y="27"/>
                    <a:pt x="20" y="31"/>
                    <a:pt x="16" y="31"/>
                  </a:cubicBezTo>
                  <a:cubicBezTo>
                    <a:pt x="11" y="31"/>
                    <a:pt x="9" y="27"/>
                    <a:pt x="9" y="19"/>
                  </a:cubicBezTo>
                  <a:cubicBezTo>
                    <a:pt x="9" y="11"/>
                    <a:pt x="11" y="7"/>
                    <a:pt x="16"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0" name="Freeform 22">
              <a:extLst>
                <a:ext uri="{FF2B5EF4-FFF2-40B4-BE49-F238E27FC236}">
                  <a16:creationId xmlns:a16="http://schemas.microsoft.com/office/drawing/2014/main" id="{AD9A9765-7C8C-46D4-BEC1-3546CEB65E0F}"/>
                </a:ext>
              </a:extLst>
            </p:cNvPr>
            <p:cNvSpPr>
              <a:spLocks/>
            </p:cNvSpPr>
            <p:nvPr/>
          </p:nvSpPr>
          <p:spPr bwMode="auto">
            <a:xfrm>
              <a:off x="7478713" y="2840038"/>
              <a:ext cx="49213" cy="77788"/>
            </a:xfrm>
            <a:custGeom>
              <a:avLst/>
              <a:gdLst>
                <a:gd name="T0" fmla="*/ 10 w 31"/>
                <a:gd name="T1" fmla="*/ 40 h 49"/>
                <a:gd name="T2" fmla="*/ 10 w 31"/>
                <a:gd name="T3" fmla="*/ 0 h 49"/>
                <a:gd name="T4" fmla="*/ 0 w 31"/>
                <a:gd name="T5" fmla="*/ 0 h 49"/>
                <a:gd name="T6" fmla="*/ 0 w 31"/>
                <a:gd name="T7" fmla="*/ 49 h 49"/>
                <a:gd name="T8" fmla="*/ 31 w 31"/>
                <a:gd name="T9" fmla="*/ 49 h 49"/>
                <a:gd name="T10" fmla="*/ 31 w 31"/>
                <a:gd name="T11" fmla="*/ 40 h 49"/>
                <a:gd name="T12" fmla="*/ 10 w 31"/>
                <a:gd name="T13" fmla="*/ 40 h 49"/>
              </a:gdLst>
              <a:ahLst/>
              <a:cxnLst>
                <a:cxn ang="0">
                  <a:pos x="T0" y="T1"/>
                </a:cxn>
                <a:cxn ang="0">
                  <a:pos x="T2" y="T3"/>
                </a:cxn>
                <a:cxn ang="0">
                  <a:pos x="T4" y="T5"/>
                </a:cxn>
                <a:cxn ang="0">
                  <a:pos x="T6" y="T7"/>
                </a:cxn>
                <a:cxn ang="0">
                  <a:pos x="T8" y="T9"/>
                </a:cxn>
                <a:cxn ang="0">
                  <a:pos x="T10" y="T11"/>
                </a:cxn>
                <a:cxn ang="0">
                  <a:pos x="T12" y="T13"/>
                </a:cxn>
              </a:cxnLst>
              <a:rect l="0" t="0" r="r" b="b"/>
              <a:pathLst>
                <a:path w="31" h="49">
                  <a:moveTo>
                    <a:pt x="10" y="40"/>
                  </a:moveTo>
                  <a:lnTo>
                    <a:pt x="10" y="0"/>
                  </a:lnTo>
                  <a:lnTo>
                    <a:pt x="0" y="0"/>
                  </a:lnTo>
                  <a:lnTo>
                    <a:pt x="0" y="49"/>
                  </a:lnTo>
                  <a:lnTo>
                    <a:pt x="31" y="49"/>
                  </a:lnTo>
                  <a:lnTo>
                    <a:pt x="31" y="40"/>
                  </a:lnTo>
                  <a:lnTo>
                    <a:pt x="10"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1" name="Freeform 23">
              <a:extLst>
                <a:ext uri="{FF2B5EF4-FFF2-40B4-BE49-F238E27FC236}">
                  <a16:creationId xmlns:a16="http://schemas.microsoft.com/office/drawing/2014/main" id="{CBB04038-032E-4292-B80F-37A9C2BE8FB2}"/>
                </a:ext>
              </a:extLst>
            </p:cNvPr>
            <p:cNvSpPr>
              <a:spLocks/>
            </p:cNvSpPr>
            <p:nvPr/>
          </p:nvSpPr>
          <p:spPr bwMode="auto">
            <a:xfrm>
              <a:off x="7535863" y="2840038"/>
              <a:ext cx="57150" cy="77788"/>
            </a:xfrm>
            <a:custGeom>
              <a:avLst/>
              <a:gdLst>
                <a:gd name="T0" fmla="*/ 36 w 36"/>
                <a:gd name="T1" fmla="*/ 10 h 49"/>
                <a:gd name="T2" fmla="*/ 36 w 36"/>
                <a:gd name="T3" fmla="*/ 0 h 49"/>
                <a:gd name="T4" fmla="*/ 0 w 36"/>
                <a:gd name="T5" fmla="*/ 0 h 49"/>
                <a:gd name="T6" fmla="*/ 0 w 36"/>
                <a:gd name="T7" fmla="*/ 49 h 49"/>
                <a:gd name="T8" fmla="*/ 13 w 36"/>
                <a:gd name="T9" fmla="*/ 49 h 49"/>
                <a:gd name="T10" fmla="*/ 13 w 36"/>
                <a:gd name="T11" fmla="*/ 30 h 49"/>
                <a:gd name="T12" fmla="*/ 32 w 36"/>
                <a:gd name="T13" fmla="*/ 30 h 49"/>
                <a:gd name="T14" fmla="*/ 32 w 36"/>
                <a:gd name="T15" fmla="*/ 21 h 49"/>
                <a:gd name="T16" fmla="*/ 13 w 36"/>
                <a:gd name="T17" fmla="*/ 21 h 49"/>
                <a:gd name="T18" fmla="*/ 13 w 36"/>
                <a:gd name="T19" fmla="*/ 10 h 49"/>
                <a:gd name="T20" fmla="*/ 36 w 36"/>
                <a:gd name="T21"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49">
                  <a:moveTo>
                    <a:pt x="36" y="10"/>
                  </a:moveTo>
                  <a:lnTo>
                    <a:pt x="36" y="0"/>
                  </a:lnTo>
                  <a:lnTo>
                    <a:pt x="0" y="0"/>
                  </a:lnTo>
                  <a:lnTo>
                    <a:pt x="0" y="49"/>
                  </a:lnTo>
                  <a:lnTo>
                    <a:pt x="13" y="49"/>
                  </a:lnTo>
                  <a:lnTo>
                    <a:pt x="13" y="30"/>
                  </a:lnTo>
                  <a:lnTo>
                    <a:pt x="32" y="30"/>
                  </a:lnTo>
                  <a:lnTo>
                    <a:pt x="32" y="21"/>
                  </a:lnTo>
                  <a:lnTo>
                    <a:pt x="13" y="21"/>
                  </a:lnTo>
                  <a:lnTo>
                    <a:pt x="13"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2" name="Freeform 24">
              <a:extLst>
                <a:ext uri="{FF2B5EF4-FFF2-40B4-BE49-F238E27FC236}">
                  <a16:creationId xmlns:a16="http://schemas.microsoft.com/office/drawing/2014/main" id="{B54CB486-D97D-4100-8002-8B0F257D3882}"/>
                </a:ext>
              </a:extLst>
            </p:cNvPr>
            <p:cNvSpPr>
              <a:spLocks noEditPoints="1"/>
            </p:cNvSpPr>
            <p:nvPr/>
          </p:nvSpPr>
          <p:spPr bwMode="auto">
            <a:xfrm>
              <a:off x="7599363"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5 w 31"/>
                <a:gd name="T19" fmla="*/ 7 h 38"/>
                <a:gd name="T20" fmla="*/ 21 w 31"/>
                <a:gd name="T21" fmla="*/ 10 h 38"/>
                <a:gd name="T22" fmla="*/ 22 w 31"/>
                <a:gd name="T23" fmla="*/ 19 h 38"/>
                <a:gd name="T24" fmla="*/ 15 w 31"/>
                <a:gd name="T25" fmla="*/ 31 h 38"/>
                <a:gd name="T26" fmla="*/ 9 w 31"/>
                <a:gd name="T27" fmla="*/ 19 h 38"/>
                <a:gd name="T28" fmla="*/ 15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1" y="9"/>
                    <a:pt x="0" y="14"/>
                    <a:pt x="0" y="19"/>
                  </a:cubicBezTo>
                  <a:cubicBezTo>
                    <a:pt x="0" y="24"/>
                    <a:pt x="1" y="29"/>
                    <a:pt x="4" y="33"/>
                  </a:cubicBezTo>
                  <a:cubicBezTo>
                    <a:pt x="7" y="36"/>
                    <a:pt x="11" y="38"/>
                    <a:pt x="15" y="38"/>
                  </a:cubicBezTo>
                  <a:cubicBezTo>
                    <a:pt x="20" y="38"/>
                    <a:pt x="24" y="36"/>
                    <a:pt x="27" y="33"/>
                  </a:cubicBezTo>
                  <a:cubicBezTo>
                    <a:pt x="29" y="29"/>
                    <a:pt x="31" y="24"/>
                    <a:pt x="31" y="19"/>
                  </a:cubicBezTo>
                  <a:cubicBezTo>
                    <a:pt x="31" y="14"/>
                    <a:pt x="30" y="9"/>
                    <a:pt x="27" y="6"/>
                  </a:cubicBezTo>
                  <a:cubicBezTo>
                    <a:pt x="24" y="2"/>
                    <a:pt x="20" y="0"/>
                    <a:pt x="16" y="0"/>
                  </a:cubicBezTo>
                  <a:moveTo>
                    <a:pt x="15" y="7"/>
                  </a:moveTo>
                  <a:cubicBezTo>
                    <a:pt x="18" y="7"/>
                    <a:pt x="19" y="8"/>
                    <a:pt x="21" y="10"/>
                  </a:cubicBezTo>
                  <a:cubicBezTo>
                    <a:pt x="22" y="12"/>
                    <a:pt x="22" y="15"/>
                    <a:pt x="22" y="19"/>
                  </a:cubicBezTo>
                  <a:cubicBezTo>
                    <a:pt x="22" y="27"/>
                    <a:pt x="20" y="31"/>
                    <a:pt x="15" y="31"/>
                  </a:cubicBezTo>
                  <a:cubicBezTo>
                    <a:pt x="11" y="31"/>
                    <a:pt x="9" y="27"/>
                    <a:pt x="9" y="19"/>
                  </a:cubicBezTo>
                  <a:cubicBezTo>
                    <a:pt x="9" y="11"/>
                    <a:pt x="11" y="7"/>
                    <a:pt x="15"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3" name="Rectangle 25">
              <a:extLst>
                <a:ext uri="{FF2B5EF4-FFF2-40B4-BE49-F238E27FC236}">
                  <a16:creationId xmlns:a16="http://schemas.microsoft.com/office/drawing/2014/main" id="{586FFF76-D124-497B-BABE-3EFBB3C5B7AE}"/>
                </a:ext>
              </a:extLst>
            </p:cNvPr>
            <p:cNvSpPr>
              <a:spLocks noChangeArrowheads="1"/>
            </p:cNvSpPr>
            <p:nvPr/>
          </p:nvSpPr>
          <p:spPr bwMode="auto">
            <a:xfrm>
              <a:off x="7707313"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4" name="Freeform 26">
              <a:extLst>
                <a:ext uri="{FF2B5EF4-FFF2-40B4-BE49-F238E27FC236}">
                  <a16:creationId xmlns:a16="http://schemas.microsoft.com/office/drawing/2014/main" id="{067642E2-F669-4852-944F-D9E2E427C447}"/>
                </a:ext>
              </a:extLst>
            </p:cNvPr>
            <p:cNvSpPr>
              <a:spLocks noEditPoints="1"/>
            </p:cNvSpPr>
            <p:nvPr/>
          </p:nvSpPr>
          <p:spPr bwMode="auto">
            <a:xfrm>
              <a:off x="7742238" y="2840038"/>
              <a:ext cx="65088" cy="77788"/>
            </a:xfrm>
            <a:custGeom>
              <a:avLst/>
              <a:gdLst>
                <a:gd name="T0" fmla="*/ 0 w 30"/>
                <a:gd name="T1" fmla="*/ 0 h 36"/>
                <a:gd name="T2" fmla="*/ 0 w 30"/>
                <a:gd name="T3" fmla="*/ 36 h 36"/>
                <a:gd name="T4" fmla="*/ 17 w 30"/>
                <a:gd name="T5" fmla="*/ 36 h 36"/>
                <a:gd name="T6" fmla="*/ 27 w 30"/>
                <a:gd name="T7" fmla="*/ 34 h 36"/>
                <a:gd name="T8" fmla="*/ 30 w 30"/>
                <a:gd name="T9" fmla="*/ 26 h 36"/>
                <a:gd name="T10" fmla="*/ 27 w 30"/>
                <a:gd name="T11" fmla="*/ 20 h 36"/>
                <a:gd name="T12" fmla="*/ 23 w 30"/>
                <a:gd name="T13" fmla="*/ 17 h 36"/>
                <a:gd name="T14" fmla="*/ 29 w 30"/>
                <a:gd name="T15" fmla="*/ 9 h 36"/>
                <a:gd name="T16" fmla="*/ 26 w 30"/>
                <a:gd name="T17" fmla="*/ 2 h 36"/>
                <a:gd name="T18" fmla="*/ 17 w 30"/>
                <a:gd name="T19" fmla="*/ 0 h 36"/>
                <a:gd name="T20" fmla="*/ 0 w 30"/>
                <a:gd name="T21" fmla="*/ 0 h 36"/>
                <a:gd name="T22" fmla="*/ 9 w 30"/>
                <a:gd name="T23" fmla="*/ 6 h 36"/>
                <a:gd name="T24" fmla="*/ 14 w 30"/>
                <a:gd name="T25" fmla="*/ 6 h 36"/>
                <a:gd name="T26" fmla="*/ 19 w 30"/>
                <a:gd name="T27" fmla="*/ 7 h 36"/>
                <a:gd name="T28" fmla="*/ 20 w 30"/>
                <a:gd name="T29" fmla="*/ 10 h 36"/>
                <a:gd name="T30" fmla="*/ 19 w 30"/>
                <a:gd name="T31" fmla="*/ 13 h 36"/>
                <a:gd name="T32" fmla="*/ 15 w 30"/>
                <a:gd name="T33" fmla="*/ 14 h 36"/>
                <a:gd name="T34" fmla="*/ 9 w 30"/>
                <a:gd name="T35" fmla="*/ 14 h 36"/>
                <a:gd name="T36" fmla="*/ 9 w 30"/>
                <a:gd name="T37" fmla="*/ 6 h 36"/>
                <a:gd name="T38" fmla="*/ 9 w 30"/>
                <a:gd name="T39" fmla="*/ 21 h 36"/>
                <a:gd name="T40" fmla="*/ 16 w 30"/>
                <a:gd name="T41" fmla="*/ 21 h 36"/>
                <a:gd name="T42" fmla="*/ 21 w 30"/>
                <a:gd name="T43" fmla="*/ 25 h 36"/>
                <a:gd name="T44" fmla="*/ 19 w 30"/>
                <a:gd name="T45" fmla="*/ 29 h 36"/>
                <a:gd name="T46" fmla="*/ 15 w 30"/>
                <a:gd name="T47" fmla="*/ 30 h 36"/>
                <a:gd name="T48" fmla="*/ 9 w 30"/>
                <a:gd name="T49" fmla="*/ 30 h 36"/>
                <a:gd name="T50" fmla="*/ 9 w 30"/>
                <a:gd name="T51"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 h="36">
                  <a:moveTo>
                    <a:pt x="0" y="0"/>
                  </a:moveTo>
                  <a:cubicBezTo>
                    <a:pt x="0" y="36"/>
                    <a:pt x="0" y="36"/>
                    <a:pt x="0" y="36"/>
                  </a:cubicBezTo>
                  <a:cubicBezTo>
                    <a:pt x="17" y="36"/>
                    <a:pt x="17" y="36"/>
                    <a:pt x="17" y="36"/>
                  </a:cubicBezTo>
                  <a:cubicBezTo>
                    <a:pt x="22" y="36"/>
                    <a:pt x="25" y="36"/>
                    <a:pt x="27" y="34"/>
                  </a:cubicBezTo>
                  <a:cubicBezTo>
                    <a:pt x="29" y="32"/>
                    <a:pt x="30" y="29"/>
                    <a:pt x="30" y="26"/>
                  </a:cubicBezTo>
                  <a:cubicBezTo>
                    <a:pt x="30" y="24"/>
                    <a:pt x="29" y="21"/>
                    <a:pt x="27" y="20"/>
                  </a:cubicBezTo>
                  <a:cubicBezTo>
                    <a:pt x="26" y="18"/>
                    <a:pt x="25" y="18"/>
                    <a:pt x="23" y="17"/>
                  </a:cubicBezTo>
                  <a:cubicBezTo>
                    <a:pt x="27" y="16"/>
                    <a:pt x="29" y="13"/>
                    <a:pt x="29" y="9"/>
                  </a:cubicBezTo>
                  <a:cubicBezTo>
                    <a:pt x="29" y="6"/>
                    <a:pt x="28" y="4"/>
                    <a:pt x="26" y="2"/>
                  </a:cubicBezTo>
                  <a:cubicBezTo>
                    <a:pt x="24" y="0"/>
                    <a:pt x="21" y="0"/>
                    <a:pt x="17" y="0"/>
                  </a:cubicBezTo>
                  <a:lnTo>
                    <a:pt x="0" y="0"/>
                  </a:lnTo>
                  <a:close/>
                  <a:moveTo>
                    <a:pt x="9" y="6"/>
                  </a:moveTo>
                  <a:cubicBezTo>
                    <a:pt x="14" y="6"/>
                    <a:pt x="14" y="6"/>
                    <a:pt x="14" y="6"/>
                  </a:cubicBezTo>
                  <a:cubicBezTo>
                    <a:pt x="18" y="6"/>
                    <a:pt x="18" y="6"/>
                    <a:pt x="19" y="7"/>
                  </a:cubicBezTo>
                  <a:cubicBezTo>
                    <a:pt x="20" y="8"/>
                    <a:pt x="20" y="9"/>
                    <a:pt x="20" y="10"/>
                  </a:cubicBezTo>
                  <a:cubicBezTo>
                    <a:pt x="20" y="12"/>
                    <a:pt x="20" y="13"/>
                    <a:pt x="19" y="13"/>
                  </a:cubicBezTo>
                  <a:cubicBezTo>
                    <a:pt x="18" y="14"/>
                    <a:pt x="17" y="14"/>
                    <a:pt x="15" y="14"/>
                  </a:cubicBezTo>
                  <a:cubicBezTo>
                    <a:pt x="9" y="14"/>
                    <a:pt x="9" y="14"/>
                    <a:pt x="9" y="14"/>
                  </a:cubicBezTo>
                  <a:lnTo>
                    <a:pt x="9" y="6"/>
                  </a:lnTo>
                  <a:close/>
                  <a:moveTo>
                    <a:pt x="9" y="21"/>
                  </a:moveTo>
                  <a:cubicBezTo>
                    <a:pt x="16" y="21"/>
                    <a:pt x="16" y="21"/>
                    <a:pt x="16" y="21"/>
                  </a:cubicBezTo>
                  <a:cubicBezTo>
                    <a:pt x="19" y="21"/>
                    <a:pt x="21" y="22"/>
                    <a:pt x="21" y="25"/>
                  </a:cubicBezTo>
                  <a:cubicBezTo>
                    <a:pt x="21" y="27"/>
                    <a:pt x="20" y="28"/>
                    <a:pt x="19" y="29"/>
                  </a:cubicBezTo>
                  <a:cubicBezTo>
                    <a:pt x="18" y="29"/>
                    <a:pt x="17" y="30"/>
                    <a:pt x="15" y="30"/>
                  </a:cubicBezTo>
                  <a:cubicBezTo>
                    <a:pt x="9" y="30"/>
                    <a:pt x="9" y="30"/>
                    <a:pt x="9" y="30"/>
                  </a:cubicBezTo>
                  <a:lnTo>
                    <a:pt x="9"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5" name="Freeform 27">
              <a:extLst>
                <a:ext uri="{FF2B5EF4-FFF2-40B4-BE49-F238E27FC236}">
                  <a16:creationId xmlns:a16="http://schemas.microsoft.com/office/drawing/2014/main" id="{6E59239A-7FF0-4648-B96A-2899312A86FD}"/>
                </a:ext>
              </a:extLst>
            </p:cNvPr>
            <p:cNvSpPr>
              <a:spLocks noEditPoints="1"/>
            </p:cNvSpPr>
            <p:nvPr/>
          </p:nvSpPr>
          <p:spPr bwMode="auto">
            <a:xfrm>
              <a:off x="7812088" y="2814638"/>
              <a:ext cx="71438" cy="103188"/>
            </a:xfrm>
            <a:custGeom>
              <a:avLst/>
              <a:gdLst>
                <a:gd name="T0" fmla="*/ 30 w 45"/>
                <a:gd name="T1" fmla="*/ 16 h 65"/>
                <a:gd name="T2" fmla="*/ 16 w 45"/>
                <a:gd name="T3" fmla="*/ 16 h 65"/>
                <a:gd name="T4" fmla="*/ 0 w 45"/>
                <a:gd name="T5" fmla="*/ 65 h 65"/>
                <a:gd name="T6" fmla="*/ 9 w 45"/>
                <a:gd name="T7" fmla="*/ 65 h 65"/>
                <a:gd name="T8" fmla="*/ 13 w 45"/>
                <a:gd name="T9" fmla="*/ 56 h 65"/>
                <a:gd name="T10" fmla="*/ 30 w 45"/>
                <a:gd name="T11" fmla="*/ 56 h 65"/>
                <a:gd name="T12" fmla="*/ 32 w 45"/>
                <a:gd name="T13" fmla="*/ 65 h 65"/>
                <a:gd name="T14" fmla="*/ 45 w 45"/>
                <a:gd name="T15" fmla="*/ 65 h 65"/>
                <a:gd name="T16" fmla="*/ 30 w 45"/>
                <a:gd name="T17" fmla="*/ 16 h 65"/>
                <a:gd name="T18" fmla="*/ 16 w 45"/>
                <a:gd name="T19" fmla="*/ 46 h 65"/>
                <a:gd name="T20" fmla="*/ 21 w 45"/>
                <a:gd name="T21" fmla="*/ 28 h 65"/>
                <a:gd name="T22" fmla="*/ 27 w 45"/>
                <a:gd name="T23" fmla="*/ 46 h 65"/>
                <a:gd name="T24" fmla="*/ 16 w 45"/>
                <a:gd name="T25" fmla="*/ 46 h 65"/>
                <a:gd name="T26" fmla="*/ 32 w 45"/>
                <a:gd name="T27" fmla="*/ 0 h 65"/>
                <a:gd name="T28" fmla="*/ 16 w 45"/>
                <a:gd name="T29" fmla="*/ 8 h 65"/>
                <a:gd name="T30" fmla="*/ 19 w 45"/>
                <a:gd name="T31" fmla="*/ 12 h 65"/>
                <a:gd name="T32" fmla="*/ 35 w 45"/>
                <a:gd name="T33" fmla="*/ 7 h 65"/>
                <a:gd name="T34" fmla="*/ 32 w 45"/>
                <a:gd name="T3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 h="65">
                  <a:moveTo>
                    <a:pt x="30" y="16"/>
                  </a:moveTo>
                  <a:lnTo>
                    <a:pt x="16" y="16"/>
                  </a:lnTo>
                  <a:lnTo>
                    <a:pt x="0" y="65"/>
                  </a:lnTo>
                  <a:lnTo>
                    <a:pt x="9" y="65"/>
                  </a:lnTo>
                  <a:lnTo>
                    <a:pt x="13" y="56"/>
                  </a:lnTo>
                  <a:lnTo>
                    <a:pt x="30" y="56"/>
                  </a:lnTo>
                  <a:lnTo>
                    <a:pt x="32" y="65"/>
                  </a:lnTo>
                  <a:lnTo>
                    <a:pt x="45" y="65"/>
                  </a:lnTo>
                  <a:lnTo>
                    <a:pt x="30" y="16"/>
                  </a:lnTo>
                  <a:close/>
                  <a:moveTo>
                    <a:pt x="16" y="46"/>
                  </a:moveTo>
                  <a:lnTo>
                    <a:pt x="21" y="28"/>
                  </a:lnTo>
                  <a:lnTo>
                    <a:pt x="27" y="46"/>
                  </a:lnTo>
                  <a:lnTo>
                    <a:pt x="16" y="46"/>
                  </a:lnTo>
                  <a:close/>
                  <a:moveTo>
                    <a:pt x="32" y="0"/>
                  </a:moveTo>
                  <a:lnTo>
                    <a:pt x="16" y="8"/>
                  </a:lnTo>
                  <a:lnTo>
                    <a:pt x="19" y="12"/>
                  </a:lnTo>
                  <a:lnTo>
                    <a:pt x="35" y="7"/>
                  </a:lnTo>
                  <a:lnTo>
                    <a:pt x="3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6" name="Freeform 28">
              <a:extLst>
                <a:ext uri="{FF2B5EF4-FFF2-40B4-BE49-F238E27FC236}">
                  <a16:creationId xmlns:a16="http://schemas.microsoft.com/office/drawing/2014/main" id="{B5ED75B1-FFCC-4C42-BCC6-F3092E9080AE}"/>
                </a:ext>
              </a:extLst>
            </p:cNvPr>
            <p:cNvSpPr>
              <a:spLocks noEditPoints="1"/>
            </p:cNvSpPr>
            <p:nvPr/>
          </p:nvSpPr>
          <p:spPr bwMode="auto">
            <a:xfrm>
              <a:off x="7891463" y="2816225"/>
              <a:ext cx="60325" cy="101600"/>
            </a:xfrm>
            <a:custGeom>
              <a:avLst/>
              <a:gdLst>
                <a:gd name="T0" fmla="*/ 28 w 28"/>
                <a:gd name="T1" fmla="*/ 11 h 47"/>
                <a:gd name="T2" fmla="*/ 21 w 28"/>
                <a:gd name="T3" fmla="*/ 11 h 47"/>
                <a:gd name="T4" fmla="*/ 21 w 28"/>
                <a:gd name="T5" fmla="*/ 30 h 47"/>
                <a:gd name="T6" fmla="*/ 22 w 28"/>
                <a:gd name="T7" fmla="*/ 32 h 47"/>
                <a:gd name="T8" fmla="*/ 9 w 28"/>
                <a:gd name="T9" fmla="*/ 11 h 47"/>
                <a:gd name="T10" fmla="*/ 0 w 28"/>
                <a:gd name="T11" fmla="*/ 11 h 47"/>
                <a:gd name="T12" fmla="*/ 0 w 28"/>
                <a:gd name="T13" fmla="*/ 47 h 47"/>
                <a:gd name="T14" fmla="*/ 7 w 28"/>
                <a:gd name="T15" fmla="*/ 47 h 47"/>
                <a:gd name="T16" fmla="*/ 7 w 28"/>
                <a:gd name="T17" fmla="*/ 26 h 47"/>
                <a:gd name="T18" fmla="*/ 6 w 28"/>
                <a:gd name="T19" fmla="*/ 24 h 47"/>
                <a:gd name="T20" fmla="*/ 6 w 28"/>
                <a:gd name="T21" fmla="*/ 23 h 47"/>
                <a:gd name="T22" fmla="*/ 21 w 28"/>
                <a:gd name="T23" fmla="*/ 47 h 47"/>
                <a:gd name="T24" fmla="*/ 28 w 28"/>
                <a:gd name="T25" fmla="*/ 47 h 47"/>
                <a:gd name="T26" fmla="*/ 28 w 28"/>
                <a:gd name="T27" fmla="*/ 11 h 47"/>
                <a:gd name="T28" fmla="*/ 22 w 28"/>
                <a:gd name="T29" fmla="*/ 0 h 47"/>
                <a:gd name="T30" fmla="*/ 18 w 28"/>
                <a:gd name="T31" fmla="*/ 3 h 47"/>
                <a:gd name="T32" fmla="*/ 15 w 28"/>
                <a:gd name="T33" fmla="*/ 2 h 47"/>
                <a:gd name="T34" fmla="*/ 11 w 28"/>
                <a:gd name="T35" fmla="*/ 1 h 47"/>
                <a:gd name="T36" fmla="*/ 5 w 28"/>
                <a:gd name="T37" fmla="*/ 4 h 47"/>
                <a:gd name="T38" fmla="*/ 7 w 28"/>
                <a:gd name="T39" fmla="*/ 7 h 47"/>
                <a:gd name="T40" fmla="*/ 11 w 28"/>
                <a:gd name="T41" fmla="*/ 5 h 47"/>
                <a:gd name="T42" fmla="*/ 13 w 28"/>
                <a:gd name="T43" fmla="*/ 5 h 47"/>
                <a:gd name="T44" fmla="*/ 18 w 28"/>
                <a:gd name="T45" fmla="*/ 7 h 47"/>
                <a:gd name="T46" fmla="*/ 24 w 28"/>
                <a:gd name="T47" fmla="*/ 3 h 47"/>
                <a:gd name="T48" fmla="*/ 22 w 28"/>
                <a:gd name="T4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47">
                  <a:moveTo>
                    <a:pt x="28" y="11"/>
                  </a:moveTo>
                  <a:cubicBezTo>
                    <a:pt x="21" y="11"/>
                    <a:pt x="21" y="11"/>
                    <a:pt x="21" y="11"/>
                  </a:cubicBezTo>
                  <a:cubicBezTo>
                    <a:pt x="21" y="30"/>
                    <a:pt x="21" y="30"/>
                    <a:pt x="21" y="30"/>
                  </a:cubicBezTo>
                  <a:cubicBezTo>
                    <a:pt x="21" y="31"/>
                    <a:pt x="21" y="31"/>
                    <a:pt x="22" y="32"/>
                  </a:cubicBezTo>
                  <a:cubicBezTo>
                    <a:pt x="9" y="11"/>
                    <a:pt x="9" y="11"/>
                    <a:pt x="9" y="11"/>
                  </a:cubicBezTo>
                  <a:cubicBezTo>
                    <a:pt x="0" y="11"/>
                    <a:pt x="0" y="11"/>
                    <a:pt x="0" y="11"/>
                  </a:cubicBezTo>
                  <a:cubicBezTo>
                    <a:pt x="0" y="47"/>
                    <a:pt x="0" y="47"/>
                    <a:pt x="0" y="47"/>
                  </a:cubicBezTo>
                  <a:cubicBezTo>
                    <a:pt x="7" y="47"/>
                    <a:pt x="7" y="47"/>
                    <a:pt x="7" y="47"/>
                  </a:cubicBezTo>
                  <a:cubicBezTo>
                    <a:pt x="7" y="26"/>
                    <a:pt x="7" y="26"/>
                    <a:pt x="7" y="26"/>
                  </a:cubicBezTo>
                  <a:cubicBezTo>
                    <a:pt x="6" y="24"/>
                    <a:pt x="6" y="24"/>
                    <a:pt x="6" y="24"/>
                  </a:cubicBezTo>
                  <a:cubicBezTo>
                    <a:pt x="6" y="23"/>
                    <a:pt x="6" y="23"/>
                    <a:pt x="6" y="23"/>
                  </a:cubicBezTo>
                  <a:cubicBezTo>
                    <a:pt x="21" y="47"/>
                    <a:pt x="21" y="47"/>
                    <a:pt x="21" y="47"/>
                  </a:cubicBezTo>
                  <a:cubicBezTo>
                    <a:pt x="28" y="47"/>
                    <a:pt x="28" y="47"/>
                    <a:pt x="28" y="47"/>
                  </a:cubicBezTo>
                  <a:lnTo>
                    <a:pt x="28" y="11"/>
                  </a:lnTo>
                  <a:close/>
                  <a:moveTo>
                    <a:pt x="22" y="0"/>
                  </a:moveTo>
                  <a:cubicBezTo>
                    <a:pt x="21" y="2"/>
                    <a:pt x="19" y="3"/>
                    <a:pt x="18" y="3"/>
                  </a:cubicBezTo>
                  <a:cubicBezTo>
                    <a:pt x="17" y="3"/>
                    <a:pt x="16" y="2"/>
                    <a:pt x="15" y="2"/>
                  </a:cubicBezTo>
                  <a:cubicBezTo>
                    <a:pt x="13" y="1"/>
                    <a:pt x="12" y="1"/>
                    <a:pt x="11" y="1"/>
                  </a:cubicBezTo>
                  <a:cubicBezTo>
                    <a:pt x="9" y="1"/>
                    <a:pt x="7" y="2"/>
                    <a:pt x="5" y="4"/>
                  </a:cubicBezTo>
                  <a:cubicBezTo>
                    <a:pt x="7" y="7"/>
                    <a:pt x="7" y="7"/>
                    <a:pt x="7" y="7"/>
                  </a:cubicBezTo>
                  <a:cubicBezTo>
                    <a:pt x="9" y="5"/>
                    <a:pt x="10" y="5"/>
                    <a:pt x="11" y="5"/>
                  </a:cubicBezTo>
                  <a:cubicBezTo>
                    <a:pt x="12" y="5"/>
                    <a:pt x="12" y="5"/>
                    <a:pt x="13" y="5"/>
                  </a:cubicBezTo>
                  <a:cubicBezTo>
                    <a:pt x="16" y="7"/>
                    <a:pt x="16" y="7"/>
                    <a:pt x="18" y="7"/>
                  </a:cubicBezTo>
                  <a:cubicBezTo>
                    <a:pt x="20" y="7"/>
                    <a:pt x="22" y="6"/>
                    <a:pt x="24" y="3"/>
                  </a:cubicBezTo>
                  <a:lnTo>
                    <a:pt x="2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7" name="Freeform 29">
              <a:extLst>
                <a:ext uri="{FF2B5EF4-FFF2-40B4-BE49-F238E27FC236}">
                  <a16:creationId xmlns:a16="http://schemas.microsoft.com/office/drawing/2014/main" id="{C35EF449-2BA3-4502-8937-87A0B50E0334}"/>
                </a:ext>
              </a:extLst>
            </p:cNvPr>
            <p:cNvSpPr>
              <a:spLocks/>
            </p:cNvSpPr>
            <p:nvPr/>
          </p:nvSpPr>
          <p:spPr bwMode="auto">
            <a:xfrm>
              <a:off x="7967663" y="2840038"/>
              <a:ext cx="55563" cy="77788"/>
            </a:xfrm>
            <a:custGeom>
              <a:avLst/>
              <a:gdLst>
                <a:gd name="T0" fmla="*/ 35 w 35"/>
                <a:gd name="T1" fmla="*/ 10 h 49"/>
                <a:gd name="T2" fmla="*/ 35 w 35"/>
                <a:gd name="T3" fmla="*/ 0 h 49"/>
                <a:gd name="T4" fmla="*/ 0 w 35"/>
                <a:gd name="T5" fmla="*/ 0 h 49"/>
                <a:gd name="T6" fmla="*/ 0 w 35"/>
                <a:gd name="T7" fmla="*/ 49 h 49"/>
                <a:gd name="T8" fmla="*/ 35 w 35"/>
                <a:gd name="T9" fmla="*/ 49 h 49"/>
                <a:gd name="T10" fmla="*/ 35 w 35"/>
                <a:gd name="T11" fmla="*/ 40 h 49"/>
                <a:gd name="T12" fmla="*/ 12 w 35"/>
                <a:gd name="T13" fmla="*/ 40 h 49"/>
                <a:gd name="T14" fmla="*/ 12 w 35"/>
                <a:gd name="T15" fmla="*/ 29 h 49"/>
                <a:gd name="T16" fmla="*/ 31 w 35"/>
                <a:gd name="T17" fmla="*/ 29 h 49"/>
                <a:gd name="T18" fmla="*/ 31 w 35"/>
                <a:gd name="T19" fmla="*/ 19 h 49"/>
                <a:gd name="T20" fmla="*/ 12 w 35"/>
                <a:gd name="T21" fmla="*/ 19 h 49"/>
                <a:gd name="T22" fmla="*/ 12 w 35"/>
                <a:gd name="T23" fmla="*/ 10 h 49"/>
                <a:gd name="T24" fmla="*/ 35 w 35"/>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49">
                  <a:moveTo>
                    <a:pt x="35" y="10"/>
                  </a:moveTo>
                  <a:lnTo>
                    <a:pt x="35" y="0"/>
                  </a:lnTo>
                  <a:lnTo>
                    <a:pt x="0" y="0"/>
                  </a:lnTo>
                  <a:lnTo>
                    <a:pt x="0" y="49"/>
                  </a:lnTo>
                  <a:lnTo>
                    <a:pt x="35" y="49"/>
                  </a:lnTo>
                  <a:lnTo>
                    <a:pt x="35" y="40"/>
                  </a:lnTo>
                  <a:lnTo>
                    <a:pt x="12" y="40"/>
                  </a:lnTo>
                  <a:lnTo>
                    <a:pt x="12" y="29"/>
                  </a:lnTo>
                  <a:lnTo>
                    <a:pt x="31" y="29"/>
                  </a:lnTo>
                  <a:lnTo>
                    <a:pt x="31" y="19"/>
                  </a:lnTo>
                  <a:lnTo>
                    <a:pt x="12" y="19"/>
                  </a:lnTo>
                  <a:lnTo>
                    <a:pt x="12" y="10"/>
                  </a:lnTo>
                  <a:lnTo>
                    <a:pt x="35"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8" name="Freeform 30">
              <a:extLst>
                <a:ext uri="{FF2B5EF4-FFF2-40B4-BE49-F238E27FC236}">
                  <a16:creationId xmlns:a16="http://schemas.microsoft.com/office/drawing/2014/main" id="{B352CD5C-720C-4926-A721-9AC5E7C05892}"/>
                </a:ext>
              </a:extLst>
            </p:cNvPr>
            <p:cNvSpPr>
              <a:spLocks/>
            </p:cNvSpPr>
            <p:nvPr/>
          </p:nvSpPr>
          <p:spPr bwMode="auto">
            <a:xfrm>
              <a:off x="8029575" y="2840038"/>
              <a:ext cx="63500" cy="77788"/>
            </a:xfrm>
            <a:custGeom>
              <a:avLst/>
              <a:gdLst>
                <a:gd name="T0" fmla="*/ 40 w 40"/>
                <a:gd name="T1" fmla="*/ 8 h 49"/>
                <a:gd name="T2" fmla="*/ 40 w 40"/>
                <a:gd name="T3" fmla="*/ 0 h 49"/>
                <a:gd name="T4" fmla="*/ 2 w 40"/>
                <a:gd name="T5" fmla="*/ 0 h 49"/>
                <a:gd name="T6" fmla="*/ 2 w 40"/>
                <a:gd name="T7" fmla="*/ 10 h 49"/>
                <a:gd name="T8" fmla="*/ 25 w 40"/>
                <a:gd name="T9" fmla="*/ 10 h 49"/>
                <a:gd name="T10" fmla="*/ 0 w 40"/>
                <a:gd name="T11" fmla="*/ 41 h 49"/>
                <a:gd name="T12" fmla="*/ 0 w 40"/>
                <a:gd name="T13" fmla="*/ 49 h 49"/>
                <a:gd name="T14" fmla="*/ 40 w 40"/>
                <a:gd name="T15" fmla="*/ 49 h 49"/>
                <a:gd name="T16" fmla="*/ 40 w 40"/>
                <a:gd name="T17" fmla="*/ 40 h 49"/>
                <a:gd name="T18" fmla="*/ 14 w 40"/>
                <a:gd name="T19" fmla="*/ 40 h 49"/>
                <a:gd name="T20" fmla="*/ 40 w 40"/>
                <a:gd name="T21"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49">
                  <a:moveTo>
                    <a:pt x="40" y="8"/>
                  </a:moveTo>
                  <a:lnTo>
                    <a:pt x="40" y="0"/>
                  </a:lnTo>
                  <a:lnTo>
                    <a:pt x="2" y="0"/>
                  </a:lnTo>
                  <a:lnTo>
                    <a:pt x="2" y="10"/>
                  </a:lnTo>
                  <a:lnTo>
                    <a:pt x="25" y="10"/>
                  </a:lnTo>
                  <a:lnTo>
                    <a:pt x="0" y="41"/>
                  </a:lnTo>
                  <a:lnTo>
                    <a:pt x="0" y="49"/>
                  </a:lnTo>
                  <a:lnTo>
                    <a:pt x="40" y="49"/>
                  </a:lnTo>
                  <a:lnTo>
                    <a:pt x="40" y="40"/>
                  </a:lnTo>
                  <a:lnTo>
                    <a:pt x="14" y="40"/>
                  </a:lnTo>
                  <a:lnTo>
                    <a:pt x="40"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9" name="Freeform 31">
              <a:extLst>
                <a:ext uri="{FF2B5EF4-FFF2-40B4-BE49-F238E27FC236}">
                  <a16:creationId xmlns:a16="http://schemas.microsoft.com/office/drawing/2014/main" id="{3D1C0A91-7956-4303-BE66-133644EE28BC}"/>
                </a:ext>
              </a:extLst>
            </p:cNvPr>
            <p:cNvSpPr>
              <a:spLocks noEditPoints="1"/>
            </p:cNvSpPr>
            <p:nvPr/>
          </p:nvSpPr>
          <p:spPr bwMode="auto">
            <a:xfrm>
              <a:off x="6094413" y="2803525"/>
              <a:ext cx="314325" cy="123825"/>
            </a:xfrm>
            <a:custGeom>
              <a:avLst/>
              <a:gdLst>
                <a:gd name="T0" fmla="*/ 135 w 145"/>
                <a:gd name="T1" fmla="*/ 15 h 57"/>
                <a:gd name="T2" fmla="*/ 24 w 145"/>
                <a:gd name="T3" fmla="*/ 16 h 57"/>
                <a:gd name="T4" fmla="*/ 10 w 145"/>
                <a:gd name="T5" fmla="*/ 13 h 57"/>
                <a:gd name="T6" fmla="*/ 142 w 145"/>
                <a:gd name="T7" fmla="*/ 8 h 57"/>
                <a:gd name="T8" fmla="*/ 120 w 145"/>
                <a:gd name="T9" fmla="*/ 18 h 57"/>
                <a:gd name="T10" fmla="*/ 42 w 145"/>
                <a:gd name="T11" fmla="*/ 47 h 57"/>
                <a:gd name="T12" fmla="*/ 11 w 145"/>
                <a:gd name="T13" fmla="*/ 20 h 57"/>
                <a:gd name="T14" fmla="*/ 127 w 145"/>
                <a:gd name="T15" fmla="*/ 32 h 57"/>
                <a:gd name="T16" fmla="*/ 98 w 145"/>
                <a:gd name="T17" fmla="*/ 49 h 57"/>
                <a:gd name="T18" fmla="*/ 85 w 145"/>
                <a:gd name="T19" fmla="*/ 50 h 57"/>
                <a:gd name="T20" fmla="*/ 70 w 145"/>
                <a:gd name="T21" fmla="*/ 52 h 57"/>
                <a:gd name="T22" fmla="*/ 97 w 145"/>
                <a:gd name="T23" fmla="*/ 47 h 57"/>
                <a:gd name="T24" fmla="*/ 92 w 145"/>
                <a:gd name="T25" fmla="*/ 50 h 57"/>
                <a:gd name="T26" fmla="*/ 0 w 145"/>
                <a:gd name="T27" fmla="*/ 26 h 57"/>
                <a:gd name="T28" fmla="*/ 138 w 145"/>
                <a:gd name="T29" fmla="*/ 17 h 57"/>
                <a:gd name="T30" fmla="*/ 82 w 145"/>
                <a:gd name="T31" fmla="*/ 44 h 57"/>
                <a:gd name="T32" fmla="*/ 64 w 145"/>
                <a:gd name="T33" fmla="*/ 44 h 57"/>
                <a:gd name="T34" fmla="*/ 13 w 145"/>
                <a:gd name="T35" fmla="*/ 27 h 57"/>
                <a:gd name="T36" fmla="*/ 13 w 145"/>
                <a:gd name="T37" fmla="*/ 33 h 57"/>
                <a:gd name="T38" fmla="*/ 17 w 145"/>
                <a:gd name="T39" fmla="*/ 31 h 57"/>
                <a:gd name="T40" fmla="*/ 18 w 145"/>
                <a:gd name="T41" fmla="*/ 31 h 57"/>
                <a:gd name="T42" fmla="*/ 19 w 145"/>
                <a:gd name="T43" fmla="*/ 34 h 57"/>
                <a:gd name="T44" fmla="*/ 18 w 145"/>
                <a:gd name="T45" fmla="*/ 35 h 57"/>
                <a:gd name="T46" fmla="*/ 26 w 145"/>
                <a:gd name="T47" fmla="*/ 43 h 57"/>
                <a:gd name="T48" fmla="*/ 22 w 145"/>
                <a:gd name="T49" fmla="*/ 41 h 57"/>
                <a:gd name="T50" fmla="*/ 28 w 145"/>
                <a:gd name="T51" fmla="*/ 38 h 57"/>
                <a:gd name="T52" fmla="*/ 27 w 145"/>
                <a:gd name="T53" fmla="*/ 44 h 57"/>
                <a:gd name="T54" fmla="*/ 31 w 145"/>
                <a:gd name="T55" fmla="*/ 39 h 57"/>
                <a:gd name="T56" fmla="*/ 35 w 145"/>
                <a:gd name="T57" fmla="*/ 41 h 57"/>
                <a:gd name="T58" fmla="*/ 39 w 145"/>
                <a:gd name="T59" fmla="*/ 42 h 57"/>
                <a:gd name="T60" fmla="*/ 41 w 145"/>
                <a:gd name="T61" fmla="*/ 50 h 57"/>
                <a:gd name="T62" fmla="*/ 39 w 145"/>
                <a:gd name="T63" fmla="*/ 49 h 57"/>
                <a:gd name="T64" fmla="*/ 44 w 145"/>
                <a:gd name="T65" fmla="*/ 50 h 57"/>
                <a:gd name="T66" fmla="*/ 46 w 145"/>
                <a:gd name="T67" fmla="*/ 51 h 57"/>
                <a:gd name="T68" fmla="*/ 49 w 145"/>
                <a:gd name="T69" fmla="*/ 45 h 57"/>
                <a:gd name="T70" fmla="*/ 62 w 145"/>
                <a:gd name="T71" fmla="*/ 54 h 57"/>
                <a:gd name="T72" fmla="*/ 61 w 145"/>
                <a:gd name="T73" fmla="*/ 47 h 57"/>
                <a:gd name="T74" fmla="*/ 66 w 145"/>
                <a:gd name="T75" fmla="*/ 54 h 57"/>
                <a:gd name="T76" fmla="*/ 65 w 145"/>
                <a:gd name="T77" fmla="*/ 48 h 57"/>
                <a:gd name="T78" fmla="*/ 69 w 145"/>
                <a:gd name="T79" fmla="*/ 54 h 57"/>
                <a:gd name="T80" fmla="*/ 74 w 145"/>
                <a:gd name="T81" fmla="*/ 53 h 57"/>
                <a:gd name="T82" fmla="*/ 74 w 145"/>
                <a:gd name="T83" fmla="*/ 48 h 57"/>
                <a:gd name="T84" fmla="*/ 77 w 145"/>
                <a:gd name="T85" fmla="*/ 51 h 57"/>
                <a:gd name="T86" fmla="*/ 77 w 145"/>
                <a:gd name="T87" fmla="*/ 54 h 57"/>
                <a:gd name="T88" fmla="*/ 83 w 145"/>
                <a:gd name="T89" fmla="*/ 52 h 57"/>
                <a:gd name="T90" fmla="*/ 80 w 145"/>
                <a:gd name="T91" fmla="*/ 48 h 57"/>
                <a:gd name="T92" fmla="*/ 87 w 145"/>
                <a:gd name="T93" fmla="*/ 54 h 57"/>
                <a:gd name="T94" fmla="*/ 92 w 145"/>
                <a:gd name="T95" fmla="*/ 51 h 57"/>
                <a:gd name="T96" fmla="*/ 89 w 145"/>
                <a:gd name="T97" fmla="*/ 53 h 57"/>
                <a:gd name="T98" fmla="*/ 97 w 145"/>
                <a:gd name="T99" fmla="*/ 52 h 57"/>
                <a:gd name="T100" fmla="*/ 99 w 145"/>
                <a:gd name="T101" fmla="*/ 48 h 57"/>
                <a:gd name="T102" fmla="*/ 101 w 145"/>
                <a:gd name="T103" fmla="*/ 44 h 57"/>
                <a:gd name="T104" fmla="*/ 111 w 145"/>
                <a:gd name="T105" fmla="*/ 48 h 57"/>
                <a:gd name="T106" fmla="*/ 105 w 145"/>
                <a:gd name="T107" fmla="*/ 44 h 57"/>
                <a:gd name="T108" fmla="*/ 109 w 145"/>
                <a:gd name="T109" fmla="*/ 42 h 57"/>
                <a:gd name="T110" fmla="*/ 115 w 145"/>
                <a:gd name="T111" fmla="*/ 42 h 57"/>
                <a:gd name="T112" fmla="*/ 121 w 145"/>
                <a:gd name="T113" fmla="*/ 43 h 57"/>
                <a:gd name="T114" fmla="*/ 119 w 145"/>
                <a:gd name="T115" fmla="*/ 37 h 57"/>
                <a:gd name="T116" fmla="*/ 124 w 145"/>
                <a:gd name="T117" fmla="*/ 34 h 57"/>
                <a:gd name="T118" fmla="*/ 135 w 145"/>
                <a:gd name="T119" fmla="*/ 34 h 57"/>
                <a:gd name="T120" fmla="*/ 132 w 145"/>
                <a:gd name="T121" fmla="*/ 28 h 57"/>
                <a:gd name="T122" fmla="*/ 137 w 145"/>
                <a:gd name="T123" fmla="*/ 3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5" h="57">
                  <a:moveTo>
                    <a:pt x="135" y="15"/>
                  </a:moveTo>
                  <a:cubicBezTo>
                    <a:pt x="133" y="15"/>
                    <a:pt x="131" y="16"/>
                    <a:pt x="127" y="18"/>
                  </a:cubicBezTo>
                  <a:cubicBezTo>
                    <a:pt x="127" y="18"/>
                    <a:pt x="124" y="20"/>
                    <a:pt x="122" y="20"/>
                  </a:cubicBezTo>
                  <a:cubicBezTo>
                    <a:pt x="121" y="20"/>
                    <a:pt x="121" y="20"/>
                    <a:pt x="121" y="20"/>
                  </a:cubicBezTo>
                  <a:cubicBezTo>
                    <a:pt x="126" y="28"/>
                    <a:pt x="126" y="28"/>
                    <a:pt x="126" y="28"/>
                  </a:cubicBezTo>
                  <a:cubicBezTo>
                    <a:pt x="132" y="24"/>
                    <a:pt x="135" y="21"/>
                    <a:pt x="135" y="21"/>
                  </a:cubicBezTo>
                  <a:cubicBezTo>
                    <a:pt x="135" y="21"/>
                    <a:pt x="137" y="18"/>
                    <a:pt x="137" y="17"/>
                  </a:cubicBezTo>
                  <a:cubicBezTo>
                    <a:pt x="137" y="16"/>
                    <a:pt x="137" y="16"/>
                    <a:pt x="137" y="16"/>
                  </a:cubicBezTo>
                  <a:cubicBezTo>
                    <a:pt x="137" y="15"/>
                    <a:pt x="136" y="15"/>
                    <a:pt x="135" y="15"/>
                  </a:cubicBezTo>
                  <a:moveTo>
                    <a:pt x="7" y="16"/>
                  </a:moveTo>
                  <a:cubicBezTo>
                    <a:pt x="8" y="15"/>
                    <a:pt x="8" y="15"/>
                    <a:pt x="8" y="15"/>
                  </a:cubicBezTo>
                  <a:cubicBezTo>
                    <a:pt x="8" y="15"/>
                    <a:pt x="8" y="15"/>
                    <a:pt x="8" y="15"/>
                  </a:cubicBezTo>
                  <a:cubicBezTo>
                    <a:pt x="9" y="15"/>
                    <a:pt x="10" y="14"/>
                    <a:pt x="11" y="14"/>
                  </a:cubicBezTo>
                  <a:cubicBezTo>
                    <a:pt x="12" y="14"/>
                    <a:pt x="12" y="15"/>
                    <a:pt x="13" y="15"/>
                  </a:cubicBezTo>
                  <a:cubicBezTo>
                    <a:pt x="15" y="15"/>
                    <a:pt x="17" y="17"/>
                    <a:pt x="21" y="18"/>
                  </a:cubicBezTo>
                  <a:cubicBezTo>
                    <a:pt x="22" y="18"/>
                    <a:pt x="22" y="18"/>
                    <a:pt x="22" y="18"/>
                  </a:cubicBezTo>
                  <a:cubicBezTo>
                    <a:pt x="24" y="18"/>
                    <a:pt x="24" y="17"/>
                    <a:pt x="24" y="17"/>
                  </a:cubicBezTo>
                  <a:cubicBezTo>
                    <a:pt x="24" y="16"/>
                    <a:pt x="24" y="16"/>
                    <a:pt x="24" y="16"/>
                  </a:cubicBezTo>
                  <a:cubicBezTo>
                    <a:pt x="24" y="16"/>
                    <a:pt x="24" y="16"/>
                    <a:pt x="24" y="16"/>
                  </a:cubicBezTo>
                  <a:cubicBezTo>
                    <a:pt x="23" y="15"/>
                    <a:pt x="23" y="15"/>
                    <a:pt x="23" y="15"/>
                  </a:cubicBezTo>
                  <a:cubicBezTo>
                    <a:pt x="22" y="14"/>
                    <a:pt x="21" y="13"/>
                    <a:pt x="18" y="10"/>
                  </a:cubicBezTo>
                  <a:cubicBezTo>
                    <a:pt x="13" y="6"/>
                    <a:pt x="12" y="2"/>
                    <a:pt x="12" y="0"/>
                  </a:cubicBezTo>
                  <a:cubicBezTo>
                    <a:pt x="11" y="2"/>
                    <a:pt x="10" y="4"/>
                    <a:pt x="10" y="6"/>
                  </a:cubicBezTo>
                  <a:cubicBezTo>
                    <a:pt x="10" y="9"/>
                    <a:pt x="11" y="12"/>
                    <a:pt x="11" y="12"/>
                  </a:cubicBezTo>
                  <a:cubicBezTo>
                    <a:pt x="11" y="13"/>
                    <a:pt x="11" y="13"/>
                    <a:pt x="11" y="13"/>
                  </a:cubicBezTo>
                  <a:cubicBezTo>
                    <a:pt x="11" y="13"/>
                    <a:pt x="11" y="13"/>
                    <a:pt x="11" y="13"/>
                  </a:cubicBezTo>
                  <a:cubicBezTo>
                    <a:pt x="10" y="13"/>
                    <a:pt x="10" y="13"/>
                    <a:pt x="10" y="13"/>
                  </a:cubicBezTo>
                  <a:cubicBezTo>
                    <a:pt x="10" y="12"/>
                    <a:pt x="10" y="12"/>
                    <a:pt x="10" y="12"/>
                  </a:cubicBezTo>
                  <a:cubicBezTo>
                    <a:pt x="6" y="11"/>
                    <a:pt x="3" y="8"/>
                    <a:pt x="2" y="7"/>
                  </a:cubicBezTo>
                  <a:cubicBezTo>
                    <a:pt x="2" y="12"/>
                    <a:pt x="7" y="16"/>
                    <a:pt x="7" y="16"/>
                  </a:cubicBezTo>
                  <a:moveTo>
                    <a:pt x="122" y="19"/>
                  </a:moveTo>
                  <a:cubicBezTo>
                    <a:pt x="124" y="19"/>
                    <a:pt x="127" y="18"/>
                    <a:pt x="127" y="18"/>
                  </a:cubicBezTo>
                  <a:cubicBezTo>
                    <a:pt x="130" y="15"/>
                    <a:pt x="133" y="14"/>
                    <a:pt x="135" y="14"/>
                  </a:cubicBezTo>
                  <a:cubicBezTo>
                    <a:pt x="136" y="14"/>
                    <a:pt x="136" y="14"/>
                    <a:pt x="136" y="14"/>
                  </a:cubicBezTo>
                  <a:cubicBezTo>
                    <a:pt x="138" y="16"/>
                    <a:pt x="138" y="16"/>
                    <a:pt x="138" y="16"/>
                  </a:cubicBezTo>
                  <a:cubicBezTo>
                    <a:pt x="141" y="14"/>
                    <a:pt x="142" y="10"/>
                    <a:pt x="142" y="8"/>
                  </a:cubicBezTo>
                  <a:cubicBezTo>
                    <a:pt x="140" y="10"/>
                    <a:pt x="135" y="12"/>
                    <a:pt x="135" y="12"/>
                  </a:cubicBezTo>
                  <a:cubicBezTo>
                    <a:pt x="134" y="12"/>
                    <a:pt x="134" y="12"/>
                    <a:pt x="134" y="12"/>
                  </a:cubicBezTo>
                  <a:cubicBezTo>
                    <a:pt x="134" y="11"/>
                    <a:pt x="134" y="11"/>
                    <a:pt x="134" y="11"/>
                  </a:cubicBezTo>
                  <a:cubicBezTo>
                    <a:pt x="134" y="10"/>
                    <a:pt x="134" y="10"/>
                    <a:pt x="134" y="10"/>
                  </a:cubicBezTo>
                  <a:cubicBezTo>
                    <a:pt x="134" y="5"/>
                    <a:pt x="133" y="3"/>
                    <a:pt x="132" y="1"/>
                  </a:cubicBezTo>
                  <a:cubicBezTo>
                    <a:pt x="132" y="2"/>
                    <a:pt x="132" y="2"/>
                    <a:pt x="132" y="2"/>
                  </a:cubicBezTo>
                  <a:cubicBezTo>
                    <a:pt x="132" y="4"/>
                    <a:pt x="132" y="4"/>
                    <a:pt x="132" y="4"/>
                  </a:cubicBezTo>
                  <a:cubicBezTo>
                    <a:pt x="131" y="6"/>
                    <a:pt x="127" y="10"/>
                    <a:pt x="125" y="12"/>
                  </a:cubicBezTo>
                  <a:cubicBezTo>
                    <a:pt x="124" y="14"/>
                    <a:pt x="120" y="16"/>
                    <a:pt x="120" y="18"/>
                  </a:cubicBezTo>
                  <a:cubicBezTo>
                    <a:pt x="121" y="19"/>
                    <a:pt x="121" y="19"/>
                    <a:pt x="121" y="19"/>
                  </a:cubicBezTo>
                  <a:lnTo>
                    <a:pt x="122" y="19"/>
                  </a:lnTo>
                  <a:close/>
                  <a:moveTo>
                    <a:pt x="42" y="44"/>
                  </a:moveTo>
                  <a:cubicBezTo>
                    <a:pt x="42" y="44"/>
                    <a:pt x="42" y="44"/>
                    <a:pt x="42" y="44"/>
                  </a:cubicBezTo>
                  <a:cubicBezTo>
                    <a:pt x="42" y="44"/>
                    <a:pt x="42" y="44"/>
                    <a:pt x="42" y="44"/>
                  </a:cubicBezTo>
                  <a:cubicBezTo>
                    <a:pt x="40" y="46"/>
                    <a:pt x="40" y="46"/>
                    <a:pt x="40" y="46"/>
                  </a:cubicBezTo>
                  <a:cubicBezTo>
                    <a:pt x="40" y="46"/>
                    <a:pt x="40" y="46"/>
                    <a:pt x="40" y="46"/>
                  </a:cubicBezTo>
                  <a:cubicBezTo>
                    <a:pt x="40" y="46"/>
                    <a:pt x="40" y="46"/>
                    <a:pt x="40" y="46"/>
                  </a:cubicBezTo>
                  <a:cubicBezTo>
                    <a:pt x="42" y="47"/>
                    <a:pt x="42" y="47"/>
                    <a:pt x="42" y="47"/>
                  </a:cubicBezTo>
                  <a:cubicBezTo>
                    <a:pt x="42" y="47"/>
                    <a:pt x="42" y="47"/>
                    <a:pt x="42" y="47"/>
                  </a:cubicBezTo>
                  <a:cubicBezTo>
                    <a:pt x="42" y="46"/>
                    <a:pt x="42" y="46"/>
                    <a:pt x="42" y="46"/>
                  </a:cubicBezTo>
                  <a:lnTo>
                    <a:pt x="42" y="44"/>
                  </a:lnTo>
                  <a:close/>
                  <a:moveTo>
                    <a:pt x="21" y="18"/>
                  </a:moveTo>
                  <a:cubicBezTo>
                    <a:pt x="17" y="17"/>
                    <a:pt x="15" y="16"/>
                    <a:pt x="13" y="15"/>
                  </a:cubicBezTo>
                  <a:cubicBezTo>
                    <a:pt x="11" y="15"/>
                    <a:pt x="11" y="15"/>
                    <a:pt x="11" y="15"/>
                  </a:cubicBezTo>
                  <a:cubicBezTo>
                    <a:pt x="9" y="15"/>
                    <a:pt x="8" y="15"/>
                    <a:pt x="8" y="16"/>
                  </a:cubicBezTo>
                  <a:cubicBezTo>
                    <a:pt x="8" y="17"/>
                    <a:pt x="9" y="17"/>
                    <a:pt x="10" y="19"/>
                  </a:cubicBezTo>
                  <a:cubicBezTo>
                    <a:pt x="11" y="20"/>
                    <a:pt x="11" y="20"/>
                    <a:pt x="11" y="20"/>
                  </a:cubicBezTo>
                  <a:cubicBezTo>
                    <a:pt x="11" y="21"/>
                    <a:pt x="14" y="23"/>
                    <a:pt x="18" y="26"/>
                  </a:cubicBezTo>
                  <a:cubicBezTo>
                    <a:pt x="24" y="18"/>
                    <a:pt x="24" y="18"/>
                    <a:pt x="24" y="18"/>
                  </a:cubicBezTo>
                  <a:cubicBezTo>
                    <a:pt x="22" y="18"/>
                    <a:pt x="22" y="18"/>
                    <a:pt x="22" y="18"/>
                  </a:cubicBezTo>
                  <a:lnTo>
                    <a:pt x="21" y="18"/>
                  </a:lnTo>
                  <a:close/>
                  <a:moveTo>
                    <a:pt x="127" y="32"/>
                  </a:moveTo>
                  <a:cubicBezTo>
                    <a:pt x="126" y="33"/>
                    <a:pt x="126" y="34"/>
                    <a:pt x="127" y="35"/>
                  </a:cubicBezTo>
                  <a:cubicBezTo>
                    <a:pt x="127" y="37"/>
                    <a:pt x="129" y="38"/>
                    <a:pt x="131" y="37"/>
                  </a:cubicBezTo>
                  <a:cubicBezTo>
                    <a:pt x="132" y="36"/>
                    <a:pt x="132" y="35"/>
                    <a:pt x="131" y="33"/>
                  </a:cubicBezTo>
                  <a:cubicBezTo>
                    <a:pt x="130" y="32"/>
                    <a:pt x="128" y="31"/>
                    <a:pt x="127" y="32"/>
                  </a:cubicBezTo>
                  <a:moveTo>
                    <a:pt x="71" y="51"/>
                  </a:moveTo>
                  <a:cubicBezTo>
                    <a:pt x="71" y="51"/>
                    <a:pt x="71" y="51"/>
                    <a:pt x="71" y="51"/>
                  </a:cubicBezTo>
                  <a:cubicBezTo>
                    <a:pt x="72" y="50"/>
                    <a:pt x="72" y="50"/>
                    <a:pt x="72" y="50"/>
                  </a:cubicBezTo>
                  <a:cubicBezTo>
                    <a:pt x="72" y="49"/>
                    <a:pt x="72" y="49"/>
                    <a:pt x="71" y="49"/>
                  </a:cubicBezTo>
                  <a:cubicBezTo>
                    <a:pt x="70" y="49"/>
                    <a:pt x="70" y="49"/>
                    <a:pt x="70" y="49"/>
                  </a:cubicBezTo>
                  <a:cubicBezTo>
                    <a:pt x="70" y="51"/>
                    <a:pt x="70" y="51"/>
                    <a:pt x="70" y="51"/>
                  </a:cubicBezTo>
                  <a:lnTo>
                    <a:pt x="71" y="51"/>
                  </a:lnTo>
                  <a:close/>
                  <a:moveTo>
                    <a:pt x="98" y="48"/>
                  </a:moveTo>
                  <a:cubicBezTo>
                    <a:pt x="98" y="49"/>
                    <a:pt x="98" y="49"/>
                    <a:pt x="98" y="49"/>
                  </a:cubicBezTo>
                  <a:cubicBezTo>
                    <a:pt x="98" y="50"/>
                    <a:pt x="98" y="50"/>
                    <a:pt x="98" y="50"/>
                  </a:cubicBezTo>
                  <a:cubicBezTo>
                    <a:pt x="98" y="51"/>
                    <a:pt x="98" y="52"/>
                    <a:pt x="99" y="51"/>
                  </a:cubicBezTo>
                  <a:cubicBezTo>
                    <a:pt x="100" y="51"/>
                    <a:pt x="101" y="50"/>
                    <a:pt x="100" y="49"/>
                  </a:cubicBezTo>
                  <a:cubicBezTo>
                    <a:pt x="100" y="49"/>
                    <a:pt x="100" y="48"/>
                    <a:pt x="98" y="48"/>
                  </a:cubicBezTo>
                  <a:moveTo>
                    <a:pt x="83" y="48"/>
                  </a:moveTo>
                  <a:cubicBezTo>
                    <a:pt x="82" y="49"/>
                    <a:pt x="82" y="49"/>
                    <a:pt x="82" y="49"/>
                  </a:cubicBezTo>
                  <a:cubicBezTo>
                    <a:pt x="83" y="51"/>
                    <a:pt x="83" y="51"/>
                    <a:pt x="83" y="51"/>
                  </a:cubicBezTo>
                  <a:cubicBezTo>
                    <a:pt x="83" y="51"/>
                    <a:pt x="83" y="51"/>
                    <a:pt x="83" y="51"/>
                  </a:cubicBezTo>
                  <a:cubicBezTo>
                    <a:pt x="85" y="51"/>
                    <a:pt x="85" y="50"/>
                    <a:pt x="85" y="50"/>
                  </a:cubicBezTo>
                  <a:cubicBezTo>
                    <a:pt x="85" y="49"/>
                    <a:pt x="84" y="48"/>
                    <a:pt x="83" y="48"/>
                  </a:cubicBezTo>
                  <a:moveTo>
                    <a:pt x="26" y="38"/>
                  </a:moveTo>
                  <a:cubicBezTo>
                    <a:pt x="26" y="36"/>
                    <a:pt x="26" y="36"/>
                    <a:pt x="26" y="36"/>
                  </a:cubicBezTo>
                  <a:cubicBezTo>
                    <a:pt x="25" y="36"/>
                    <a:pt x="25" y="36"/>
                    <a:pt x="25" y="36"/>
                  </a:cubicBezTo>
                  <a:cubicBezTo>
                    <a:pt x="24" y="37"/>
                    <a:pt x="24" y="37"/>
                    <a:pt x="24" y="37"/>
                  </a:cubicBezTo>
                  <a:cubicBezTo>
                    <a:pt x="25" y="38"/>
                    <a:pt x="25" y="38"/>
                    <a:pt x="25" y="38"/>
                  </a:cubicBezTo>
                  <a:cubicBezTo>
                    <a:pt x="26" y="39"/>
                    <a:pt x="26" y="38"/>
                    <a:pt x="26" y="38"/>
                  </a:cubicBezTo>
                  <a:moveTo>
                    <a:pt x="70" y="52"/>
                  </a:moveTo>
                  <a:cubicBezTo>
                    <a:pt x="70" y="52"/>
                    <a:pt x="70" y="52"/>
                    <a:pt x="70" y="52"/>
                  </a:cubicBezTo>
                  <a:cubicBezTo>
                    <a:pt x="70" y="54"/>
                    <a:pt x="70" y="54"/>
                    <a:pt x="70" y="54"/>
                  </a:cubicBezTo>
                  <a:cubicBezTo>
                    <a:pt x="70" y="54"/>
                    <a:pt x="70" y="55"/>
                    <a:pt x="71" y="55"/>
                  </a:cubicBezTo>
                  <a:cubicBezTo>
                    <a:pt x="72" y="55"/>
                    <a:pt x="72" y="54"/>
                    <a:pt x="73" y="53"/>
                  </a:cubicBezTo>
                  <a:cubicBezTo>
                    <a:pt x="73" y="53"/>
                    <a:pt x="72" y="52"/>
                    <a:pt x="70" y="52"/>
                  </a:cubicBezTo>
                  <a:moveTo>
                    <a:pt x="98" y="48"/>
                  </a:moveTo>
                  <a:cubicBezTo>
                    <a:pt x="98" y="48"/>
                    <a:pt x="98" y="48"/>
                    <a:pt x="98" y="48"/>
                  </a:cubicBezTo>
                  <a:cubicBezTo>
                    <a:pt x="99" y="47"/>
                    <a:pt x="99" y="47"/>
                    <a:pt x="99" y="47"/>
                  </a:cubicBezTo>
                  <a:cubicBezTo>
                    <a:pt x="99" y="46"/>
                    <a:pt x="98" y="45"/>
                    <a:pt x="97" y="45"/>
                  </a:cubicBezTo>
                  <a:cubicBezTo>
                    <a:pt x="97" y="47"/>
                    <a:pt x="97" y="47"/>
                    <a:pt x="97" y="47"/>
                  </a:cubicBezTo>
                  <a:cubicBezTo>
                    <a:pt x="97" y="48"/>
                    <a:pt x="97" y="48"/>
                    <a:pt x="97" y="48"/>
                  </a:cubicBezTo>
                  <a:lnTo>
                    <a:pt x="98" y="48"/>
                  </a:lnTo>
                  <a:close/>
                  <a:moveTo>
                    <a:pt x="91" y="48"/>
                  </a:moveTo>
                  <a:cubicBezTo>
                    <a:pt x="91" y="48"/>
                    <a:pt x="91" y="48"/>
                    <a:pt x="91" y="48"/>
                  </a:cubicBezTo>
                  <a:cubicBezTo>
                    <a:pt x="90" y="48"/>
                    <a:pt x="90" y="48"/>
                    <a:pt x="90" y="48"/>
                  </a:cubicBezTo>
                  <a:cubicBezTo>
                    <a:pt x="90" y="50"/>
                    <a:pt x="90" y="50"/>
                    <a:pt x="90" y="50"/>
                  </a:cubicBezTo>
                  <a:cubicBezTo>
                    <a:pt x="90" y="51"/>
                    <a:pt x="90" y="51"/>
                    <a:pt x="90" y="51"/>
                  </a:cubicBezTo>
                  <a:cubicBezTo>
                    <a:pt x="90" y="51"/>
                    <a:pt x="90" y="51"/>
                    <a:pt x="90" y="51"/>
                  </a:cubicBezTo>
                  <a:cubicBezTo>
                    <a:pt x="92" y="50"/>
                    <a:pt x="92" y="50"/>
                    <a:pt x="92" y="50"/>
                  </a:cubicBezTo>
                  <a:cubicBezTo>
                    <a:pt x="92" y="50"/>
                    <a:pt x="92" y="50"/>
                    <a:pt x="92" y="50"/>
                  </a:cubicBezTo>
                  <a:cubicBezTo>
                    <a:pt x="92" y="50"/>
                    <a:pt x="92" y="50"/>
                    <a:pt x="92" y="50"/>
                  </a:cubicBezTo>
                  <a:lnTo>
                    <a:pt x="91" y="48"/>
                  </a:lnTo>
                  <a:close/>
                  <a:moveTo>
                    <a:pt x="11" y="21"/>
                  </a:moveTo>
                  <a:cubicBezTo>
                    <a:pt x="9" y="19"/>
                    <a:pt x="9" y="19"/>
                    <a:pt x="9" y="19"/>
                  </a:cubicBezTo>
                  <a:cubicBezTo>
                    <a:pt x="8" y="18"/>
                    <a:pt x="8" y="17"/>
                    <a:pt x="8" y="16"/>
                  </a:cubicBezTo>
                  <a:cubicBezTo>
                    <a:pt x="7" y="17"/>
                    <a:pt x="7" y="17"/>
                    <a:pt x="7" y="17"/>
                  </a:cubicBezTo>
                  <a:cubicBezTo>
                    <a:pt x="7" y="17"/>
                    <a:pt x="5" y="19"/>
                    <a:pt x="2" y="23"/>
                  </a:cubicBezTo>
                  <a:cubicBezTo>
                    <a:pt x="1" y="24"/>
                    <a:pt x="0" y="25"/>
                    <a:pt x="0" y="26"/>
                  </a:cubicBezTo>
                  <a:cubicBezTo>
                    <a:pt x="0" y="28"/>
                    <a:pt x="2" y="30"/>
                    <a:pt x="2" y="30"/>
                  </a:cubicBezTo>
                  <a:cubicBezTo>
                    <a:pt x="2" y="30"/>
                    <a:pt x="10" y="37"/>
                    <a:pt x="23" y="44"/>
                  </a:cubicBezTo>
                  <a:cubicBezTo>
                    <a:pt x="35" y="50"/>
                    <a:pt x="53" y="57"/>
                    <a:pt x="74" y="57"/>
                  </a:cubicBezTo>
                  <a:cubicBezTo>
                    <a:pt x="114" y="57"/>
                    <a:pt x="140" y="33"/>
                    <a:pt x="143" y="30"/>
                  </a:cubicBezTo>
                  <a:cubicBezTo>
                    <a:pt x="145" y="28"/>
                    <a:pt x="145" y="26"/>
                    <a:pt x="145" y="25"/>
                  </a:cubicBezTo>
                  <a:cubicBezTo>
                    <a:pt x="145" y="24"/>
                    <a:pt x="145" y="23"/>
                    <a:pt x="145" y="23"/>
                  </a:cubicBezTo>
                  <a:cubicBezTo>
                    <a:pt x="138" y="17"/>
                    <a:pt x="138" y="17"/>
                    <a:pt x="138" y="17"/>
                  </a:cubicBezTo>
                  <a:cubicBezTo>
                    <a:pt x="138" y="16"/>
                    <a:pt x="138" y="16"/>
                    <a:pt x="138" y="16"/>
                  </a:cubicBezTo>
                  <a:cubicBezTo>
                    <a:pt x="138" y="17"/>
                    <a:pt x="138" y="17"/>
                    <a:pt x="138" y="17"/>
                  </a:cubicBezTo>
                  <a:cubicBezTo>
                    <a:pt x="138" y="19"/>
                    <a:pt x="135" y="21"/>
                    <a:pt x="135" y="21"/>
                  </a:cubicBezTo>
                  <a:cubicBezTo>
                    <a:pt x="135" y="21"/>
                    <a:pt x="120" y="36"/>
                    <a:pt x="95" y="42"/>
                  </a:cubicBezTo>
                  <a:cubicBezTo>
                    <a:pt x="94" y="42"/>
                    <a:pt x="94" y="42"/>
                    <a:pt x="94" y="42"/>
                  </a:cubicBezTo>
                  <a:cubicBezTo>
                    <a:pt x="93" y="43"/>
                    <a:pt x="92" y="43"/>
                    <a:pt x="91" y="43"/>
                  </a:cubicBezTo>
                  <a:cubicBezTo>
                    <a:pt x="91" y="43"/>
                    <a:pt x="91" y="43"/>
                    <a:pt x="91" y="43"/>
                  </a:cubicBezTo>
                  <a:cubicBezTo>
                    <a:pt x="89" y="44"/>
                    <a:pt x="88" y="44"/>
                    <a:pt x="87" y="44"/>
                  </a:cubicBezTo>
                  <a:cubicBezTo>
                    <a:pt x="86" y="44"/>
                    <a:pt x="86" y="44"/>
                    <a:pt x="86" y="44"/>
                  </a:cubicBezTo>
                  <a:cubicBezTo>
                    <a:pt x="85" y="44"/>
                    <a:pt x="84" y="44"/>
                    <a:pt x="83" y="44"/>
                  </a:cubicBezTo>
                  <a:cubicBezTo>
                    <a:pt x="82" y="44"/>
                    <a:pt x="82" y="44"/>
                    <a:pt x="82" y="44"/>
                  </a:cubicBezTo>
                  <a:cubicBezTo>
                    <a:pt x="81" y="45"/>
                    <a:pt x="80" y="45"/>
                    <a:pt x="79" y="45"/>
                  </a:cubicBezTo>
                  <a:cubicBezTo>
                    <a:pt x="78" y="45"/>
                    <a:pt x="78" y="45"/>
                    <a:pt x="78" y="45"/>
                  </a:cubicBezTo>
                  <a:cubicBezTo>
                    <a:pt x="76" y="45"/>
                    <a:pt x="75" y="45"/>
                    <a:pt x="74" y="45"/>
                  </a:cubicBezTo>
                  <a:cubicBezTo>
                    <a:pt x="74" y="45"/>
                    <a:pt x="74" y="45"/>
                    <a:pt x="74" y="45"/>
                  </a:cubicBezTo>
                  <a:cubicBezTo>
                    <a:pt x="73" y="45"/>
                    <a:pt x="73" y="45"/>
                    <a:pt x="73" y="45"/>
                  </a:cubicBezTo>
                  <a:cubicBezTo>
                    <a:pt x="72" y="45"/>
                    <a:pt x="71" y="45"/>
                    <a:pt x="69" y="45"/>
                  </a:cubicBezTo>
                  <a:cubicBezTo>
                    <a:pt x="68" y="45"/>
                    <a:pt x="68" y="45"/>
                    <a:pt x="68" y="45"/>
                  </a:cubicBezTo>
                  <a:cubicBezTo>
                    <a:pt x="67" y="45"/>
                    <a:pt x="66" y="45"/>
                    <a:pt x="65" y="44"/>
                  </a:cubicBezTo>
                  <a:cubicBezTo>
                    <a:pt x="64" y="44"/>
                    <a:pt x="64" y="44"/>
                    <a:pt x="64" y="44"/>
                  </a:cubicBezTo>
                  <a:cubicBezTo>
                    <a:pt x="63" y="44"/>
                    <a:pt x="61" y="44"/>
                    <a:pt x="60" y="44"/>
                  </a:cubicBezTo>
                  <a:cubicBezTo>
                    <a:pt x="59" y="44"/>
                    <a:pt x="59" y="44"/>
                    <a:pt x="59" y="44"/>
                  </a:cubicBezTo>
                  <a:cubicBezTo>
                    <a:pt x="58" y="44"/>
                    <a:pt x="57" y="43"/>
                    <a:pt x="56" y="43"/>
                  </a:cubicBezTo>
                  <a:cubicBezTo>
                    <a:pt x="55" y="43"/>
                    <a:pt x="55" y="43"/>
                    <a:pt x="55" y="43"/>
                  </a:cubicBezTo>
                  <a:cubicBezTo>
                    <a:pt x="28" y="37"/>
                    <a:pt x="11" y="21"/>
                    <a:pt x="11" y="21"/>
                  </a:cubicBezTo>
                  <a:moveTo>
                    <a:pt x="11" y="34"/>
                  </a:moveTo>
                  <a:cubicBezTo>
                    <a:pt x="11" y="34"/>
                    <a:pt x="11" y="34"/>
                    <a:pt x="11" y="34"/>
                  </a:cubicBezTo>
                  <a:cubicBezTo>
                    <a:pt x="13" y="27"/>
                    <a:pt x="13" y="27"/>
                    <a:pt x="13" y="27"/>
                  </a:cubicBezTo>
                  <a:cubicBezTo>
                    <a:pt x="13" y="27"/>
                    <a:pt x="13" y="27"/>
                    <a:pt x="13" y="27"/>
                  </a:cubicBezTo>
                  <a:cubicBezTo>
                    <a:pt x="12" y="26"/>
                    <a:pt x="12" y="26"/>
                    <a:pt x="12" y="26"/>
                  </a:cubicBezTo>
                  <a:cubicBezTo>
                    <a:pt x="13" y="27"/>
                    <a:pt x="13" y="27"/>
                    <a:pt x="13" y="27"/>
                  </a:cubicBezTo>
                  <a:cubicBezTo>
                    <a:pt x="14" y="27"/>
                    <a:pt x="14" y="27"/>
                    <a:pt x="14" y="27"/>
                  </a:cubicBezTo>
                  <a:cubicBezTo>
                    <a:pt x="15" y="28"/>
                    <a:pt x="15" y="28"/>
                    <a:pt x="15" y="28"/>
                  </a:cubicBezTo>
                  <a:cubicBezTo>
                    <a:pt x="15" y="28"/>
                    <a:pt x="15" y="28"/>
                    <a:pt x="15" y="28"/>
                  </a:cubicBezTo>
                  <a:cubicBezTo>
                    <a:pt x="14" y="28"/>
                    <a:pt x="14" y="28"/>
                    <a:pt x="14" y="28"/>
                  </a:cubicBezTo>
                  <a:cubicBezTo>
                    <a:pt x="14" y="29"/>
                    <a:pt x="14" y="29"/>
                    <a:pt x="14" y="29"/>
                  </a:cubicBezTo>
                  <a:cubicBezTo>
                    <a:pt x="13" y="33"/>
                    <a:pt x="13" y="33"/>
                    <a:pt x="13" y="33"/>
                  </a:cubicBezTo>
                  <a:cubicBezTo>
                    <a:pt x="13" y="33"/>
                    <a:pt x="13" y="33"/>
                    <a:pt x="13" y="33"/>
                  </a:cubicBezTo>
                  <a:cubicBezTo>
                    <a:pt x="13" y="33"/>
                    <a:pt x="13" y="33"/>
                    <a:pt x="13" y="33"/>
                  </a:cubicBezTo>
                  <a:cubicBezTo>
                    <a:pt x="16" y="31"/>
                    <a:pt x="16" y="31"/>
                    <a:pt x="16" y="31"/>
                  </a:cubicBezTo>
                  <a:cubicBezTo>
                    <a:pt x="17" y="31"/>
                    <a:pt x="17" y="31"/>
                    <a:pt x="17" y="31"/>
                  </a:cubicBezTo>
                  <a:cubicBezTo>
                    <a:pt x="16" y="29"/>
                    <a:pt x="16" y="29"/>
                    <a:pt x="16" y="29"/>
                  </a:cubicBezTo>
                  <a:cubicBezTo>
                    <a:pt x="17" y="29"/>
                    <a:pt x="17" y="29"/>
                    <a:pt x="17" y="29"/>
                  </a:cubicBezTo>
                  <a:cubicBezTo>
                    <a:pt x="17" y="30"/>
                    <a:pt x="17" y="30"/>
                    <a:pt x="17" y="30"/>
                  </a:cubicBezTo>
                  <a:cubicBezTo>
                    <a:pt x="18" y="30"/>
                    <a:pt x="18" y="30"/>
                    <a:pt x="18" y="30"/>
                  </a:cubicBezTo>
                  <a:cubicBezTo>
                    <a:pt x="18" y="31"/>
                    <a:pt x="18" y="31"/>
                    <a:pt x="18" y="31"/>
                  </a:cubicBezTo>
                  <a:cubicBezTo>
                    <a:pt x="17" y="31"/>
                    <a:pt x="17" y="31"/>
                    <a:pt x="17" y="31"/>
                  </a:cubicBezTo>
                  <a:cubicBezTo>
                    <a:pt x="12" y="34"/>
                    <a:pt x="12" y="34"/>
                    <a:pt x="12" y="34"/>
                  </a:cubicBezTo>
                  <a:lnTo>
                    <a:pt x="11" y="34"/>
                  </a:lnTo>
                  <a:close/>
                  <a:moveTo>
                    <a:pt x="18" y="39"/>
                  </a:moveTo>
                  <a:cubicBezTo>
                    <a:pt x="17" y="38"/>
                    <a:pt x="17" y="38"/>
                    <a:pt x="16" y="37"/>
                  </a:cubicBezTo>
                  <a:cubicBezTo>
                    <a:pt x="15" y="37"/>
                    <a:pt x="15" y="37"/>
                    <a:pt x="15" y="37"/>
                  </a:cubicBezTo>
                  <a:cubicBezTo>
                    <a:pt x="15" y="37"/>
                    <a:pt x="15" y="37"/>
                    <a:pt x="15" y="37"/>
                  </a:cubicBezTo>
                  <a:cubicBezTo>
                    <a:pt x="15" y="36"/>
                    <a:pt x="16" y="37"/>
                    <a:pt x="16" y="36"/>
                  </a:cubicBezTo>
                  <a:cubicBezTo>
                    <a:pt x="19" y="32"/>
                    <a:pt x="19" y="32"/>
                    <a:pt x="19" y="32"/>
                  </a:cubicBezTo>
                  <a:cubicBezTo>
                    <a:pt x="18" y="31"/>
                    <a:pt x="18" y="31"/>
                    <a:pt x="18" y="31"/>
                  </a:cubicBezTo>
                  <a:cubicBezTo>
                    <a:pt x="19" y="31"/>
                    <a:pt x="19" y="31"/>
                    <a:pt x="19" y="31"/>
                  </a:cubicBezTo>
                  <a:cubicBezTo>
                    <a:pt x="19" y="31"/>
                    <a:pt x="20" y="31"/>
                    <a:pt x="21" y="32"/>
                  </a:cubicBezTo>
                  <a:cubicBezTo>
                    <a:pt x="23" y="33"/>
                    <a:pt x="23" y="33"/>
                    <a:pt x="23" y="33"/>
                  </a:cubicBezTo>
                  <a:cubicBezTo>
                    <a:pt x="23" y="34"/>
                    <a:pt x="23" y="34"/>
                    <a:pt x="23" y="34"/>
                  </a:cubicBezTo>
                  <a:cubicBezTo>
                    <a:pt x="22" y="34"/>
                    <a:pt x="22" y="34"/>
                    <a:pt x="22" y="34"/>
                  </a:cubicBezTo>
                  <a:cubicBezTo>
                    <a:pt x="22" y="35"/>
                    <a:pt x="22" y="35"/>
                    <a:pt x="22" y="35"/>
                  </a:cubicBezTo>
                  <a:cubicBezTo>
                    <a:pt x="22" y="34"/>
                    <a:pt x="23" y="34"/>
                    <a:pt x="21" y="33"/>
                  </a:cubicBezTo>
                  <a:cubicBezTo>
                    <a:pt x="20" y="32"/>
                    <a:pt x="20" y="32"/>
                    <a:pt x="20" y="33"/>
                  </a:cubicBezTo>
                  <a:cubicBezTo>
                    <a:pt x="19" y="34"/>
                    <a:pt x="19" y="34"/>
                    <a:pt x="19" y="34"/>
                  </a:cubicBezTo>
                  <a:cubicBezTo>
                    <a:pt x="19" y="35"/>
                    <a:pt x="19" y="35"/>
                    <a:pt x="19" y="35"/>
                  </a:cubicBezTo>
                  <a:cubicBezTo>
                    <a:pt x="20" y="35"/>
                    <a:pt x="20" y="35"/>
                    <a:pt x="20" y="35"/>
                  </a:cubicBezTo>
                  <a:cubicBezTo>
                    <a:pt x="21" y="35"/>
                    <a:pt x="21" y="35"/>
                    <a:pt x="21" y="35"/>
                  </a:cubicBezTo>
                  <a:cubicBezTo>
                    <a:pt x="21" y="35"/>
                    <a:pt x="21" y="35"/>
                    <a:pt x="21" y="35"/>
                  </a:cubicBezTo>
                  <a:cubicBezTo>
                    <a:pt x="20" y="37"/>
                    <a:pt x="20" y="37"/>
                    <a:pt x="20" y="37"/>
                  </a:cubicBezTo>
                  <a:cubicBezTo>
                    <a:pt x="20" y="37"/>
                    <a:pt x="20" y="37"/>
                    <a:pt x="20" y="37"/>
                  </a:cubicBezTo>
                  <a:cubicBezTo>
                    <a:pt x="20" y="35"/>
                    <a:pt x="20" y="35"/>
                    <a:pt x="20" y="35"/>
                  </a:cubicBezTo>
                  <a:cubicBezTo>
                    <a:pt x="19" y="35"/>
                    <a:pt x="19" y="35"/>
                    <a:pt x="19" y="35"/>
                  </a:cubicBezTo>
                  <a:cubicBezTo>
                    <a:pt x="18" y="35"/>
                    <a:pt x="18" y="35"/>
                    <a:pt x="18" y="35"/>
                  </a:cubicBezTo>
                  <a:cubicBezTo>
                    <a:pt x="17" y="37"/>
                    <a:pt x="17" y="37"/>
                    <a:pt x="17" y="37"/>
                  </a:cubicBezTo>
                  <a:cubicBezTo>
                    <a:pt x="18" y="38"/>
                    <a:pt x="18" y="38"/>
                    <a:pt x="18" y="38"/>
                  </a:cubicBezTo>
                  <a:cubicBezTo>
                    <a:pt x="20" y="39"/>
                    <a:pt x="20" y="38"/>
                    <a:pt x="21" y="38"/>
                  </a:cubicBezTo>
                  <a:cubicBezTo>
                    <a:pt x="21" y="38"/>
                    <a:pt x="21" y="38"/>
                    <a:pt x="21" y="38"/>
                  </a:cubicBezTo>
                  <a:lnTo>
                    <a:pt x="18" y="39"/>
                  </a:lnTo>
                  <a:close/>
                  <a:moveTo>
                    <a:pt x="26" y="42"/>
                  </a:moveTo>
                  <a:cubicBezTo>
                    <a:pt x="26" y="42"/>
                    <a:pt x="26" y="42"/>
                    <a:pt x="26" y="42"/>
                  </a:cubicBezTo>
                  <a:cubicBezTo>
                    <a:pt x="26" y="43"/>
                    <a:pt x="26" y="43"/>
                    <a:pt x="26" y="43"/>
                  </a:cubicBezTo>
                  <a:cubicBezTo>
                    <a:pt x="26" y="43"/>
                    <a:pt x="26" y="43"/>
                    <a:pt x="26" y="43"/>
                  </a:cubicBezTo>
                  <a:cubicBezTo>
                    <a:pt x="25" y="43"/>
                    <a:pt x="25" y="43"/>
                    <a:pt x="25" y="43"/>
                  </a:cubicBezTo>
                  <a:cubicBezTo>
                    <a:pt x="25" y="41"/>
                    <a:pt x="25" y="41"/>
                    <a:pt x="25" y="41"/>
                  </a:cubicBezTo>
                  <a:cubicBezTo>
                    <a:pt x="25" y="39"/>
                    <a:pt x="25" y="39"/>
                    <a:pt x="25" y="39"/>
                  </a:cubicBezTo>
                  <a:cubicBezTo>
                    <a:pt x="24" y="38"/>
                    <a:pt x="24" y="38"/>
                    <a:pt x="24" y="38"/>
                  </a:cubicBezTo>
                  <a:cubicBezTo>
                    <a:pt x="24" y="38"/>
                    <a:pt x="24" y="38"/>
                    <a:pt x="24" y="38"/>
                  </a:cubicBezTo>
                  <a:cubicBezTo>
                    <a:pt x="23" y="40"/>
                    <a:pt x="23" y="40"/>
                    <a:pt x="23" y="40"/>
                  </a:cubicBezTo>
                  <a:cubicBezTo>
                    <a:pt x="22" y="41"/>
                    <a:pt x="23" y="41"/>
                    <a:pt x="23" y="41"/>
                  </a:cubicBezTo>
                  <a:cubicBezTo>
                    <a:pt x="23" y="41"/>
                    <a:pt x="23" y="41"/>
                    <a:pt x="23" y="41"/>
                  </a:cubicBezTo>
                  <a:cubicBezTo>
                    <a:pt x="22" y="41"/>
                    <a:pt x="22" y="41"/>
                    <a:pt x="22" y="41"/>
                  </a:cubicBezTo>
                  <a:cubicBezTo>
                    <a:pt x="21" y="40"/>
                    <a:pt x="21" y="40"/>
                    <a:pt x="21" y="40"/>
                  </a:cubicBezTo>
                  <a:cubicBezTo>
                    <a:pt x="20" y="40"/>
                    <a:pt x="20" y="40"/>
                    <a:pt x="20" y="40"/>
                  </a:cubicBezTo>
                  <a:cubicBezTo>
                    <a:pt x="21" y="40"/>
                    <a:pt x="21" y="40"/>
                    <a:pt x="22" y="39"/>
                  </a:cubicBezTo>
                  <a:cubicBezTo>
                    <a:pt x="24" y="35"/>
                    <a:pt x="24" y="35"/>
                    <a:pt x="24" y="35"/>
                  </a:cubicBezTo>
                  <a:cubicBezTo>
                    <a:pt x="24" y="34"/>
                    <a:pt x="23" y="34"/>
                    <a:pt x="23" y="34"/>
                  </a:cubicBezTo>
                  <a:cubicBezTo>
                    <a:pt x="24" y="34"/>
                    <a:pt x="24" y="34"/>
                    <a:pt x="24" y="34"/>
                  </a:cubicBezTo>
                  <a:cubicBezTo>
                    <a:pt x="25" y="34"/>
                    <a:pt x="25" y="34"/>
                    <a:pt x="25" y="34"/>
                  </a:cubicBezTo>
                  <a:cubicBezTo>
                    <a:pt x="26" y="35"/>
                    <a:pt x="26" y="35"/>
                    <a:pt x="26" y="35"/>
                  </a:cubicBezTo>
                  <a:cubicBezTo>
                    <a:pt x="28" y="36"/>
                    <a:pt x="28" y="38"/>
                    <a:pt x="28" y="38"/>
                  </a:cubicBezTo>
                  <a:cubicBezTo>
                    <a:pt x="27" y="39"/>
                    <a:pt x="27" y="39"/>
                    <a:pt x="27" y="39"/>
                  </a:cubicBezTo>
                  <a:cubicBezTo>
                    <a:pt x="26" y="39"/>
                    <a:pt x="26" y="39"/>
                    <a:pt x="26" y="39"/>
                  </a:cubicBezTo>
                  <a:cubicBezTo>
                    <a:pt x="26" y="39"/>
                    <a:pt x="26" y="41"/>
                    <a:pt x="26" y="42"/>
                  </a:cubicBezTo>
                  <a:moveTo>
                    <a:pt x="31" y="39"/>
                  </a:moveTo>
                  <a:cubicBezTo>
                    <a:pt x="29" y="43"/>
                    <a:pt x="29" y="43"/>
                    <a:pt x="29" y="43"/>
                  </a:cubicBezTo>
                  <a:cubicBezTo>
                    <a:pt x="29" y="44"/>
                    <a:pt x="30" y="45"/>
                    <a:pt x="30" y="45"/>
                  </a:cubicBezTo>
                  <a:cubicBezTo>
                    <a:pt x="30" y="45"/>
                    <a:pt x="30" y="45"/>
                    <a:pt x="30" y="45"/>
                  </a:cubicBezTo>
                  <a:cubicBezTo>
                    <a:pt x="28" y="44"/>
                    <a:pt x="28" y="44"/>
                    <a:pt x="28" y="44"/>
                  </a:cubicBezTo>
                  <a:cubicBezTo>
                    <a:pt x="27" y="44"/>
                    <a:pt x="27" y="44"/>
                    <a:pt x="27" y="44"/>
                  </a:cubicBezTo>
                  <a:cubicBezTo>
                    <a:pt x="27" y="44"/>
                    <a:pt x="27" y="44"/>
                    <a:pt x="27" y="44"/>
                  </a:cubicBezTo>
                  <a:cubicBezTo>
                    <a:pt x="28" y="43"/>
                    <a:pt x="28" y="43"/>
                    <a:pt x="28" y="43"/>
                  </a:cubicBezTo>
                  <a:cubicBezTo>
                    <a:pt x="30" y="39"/>
                    <a:pt x="30" y="39"/>
                    <a:pt x="30" y="39"/>
                  </a:cubicBezTo>
                  <a:cubicBezTo>
                    <a:pt x="30" y="37"/>
                    <a:pt x="30" y="37"/>
                    <a:pt x="30" y="37"/>
                  </a:cubicBezTo>
                  <a:cubicBezTo>
                    <a:pt x="30" y="37"/>
                    <a:pt x="30" y="37"/>
                    <a:pt x="30" y="37"/>
                  </a:cubicBezTo>
                  <a:cubicBezTo>
                    <a:pt x="31" y="38"/>
                    <a:pt x="31" y="38"/>
                    <a:pt x="31" y="38"/>
                  </a:cubicBezTo>
                  <a:cubicBezTo>
                    <a:pt x="32" y="38"/>
                    <a:pt x="32" y="38"/>
                    <a:pt x="32" y="38"/>
                  </a:cubicBezTo>
                  <a:cubicBezTo>
                    <a:pt x="33" y="39"/>
                    <a:pt x="33" y="39"/>
                    <a:pt x="33" y="39"/>
                  </a:cubicBezTo>
                  <a:cubicBezTo>
                    <a:pt x="32" y="39"/>
                    <a:pt x="32" y="38"/>
                    <a:pt x="31" y="39"/>
                  </a:cubicBezTo>
                  <a:moveTo>
                    <a:pt x="36" y="41"/>
                  </a:moveTo>
                  <a:cubicBezTo>
                    <a:pt x="35" y="46"/>
                    <a:pt x="35" y="46"/>
                    <a:pt x="35" y="46"/>
                  </a:cubicBezTo>
                  <a:cubicBezTo>
                    <a:pt x="34" y="47"/>
                    <a:pt x="35" y="47"/>
                    <a:pt x="35" y="47"/>
                  </a:cubicBezTo>
                  <a:cubicBezTo>
                    <a:pt x="35" y="47"/>
                    <a:pt x="35" y="47"/>
                    <a:pt x="35" y="47"/>
                  </a:cubicBezTo>
                  <a:cubicBezTo>
                    <a:pt x="33" y="47"/>
                    <a:pt x="33" y="47"/>
                    <a:pt x="33" y="47"/>
                  </a:cubicBezTo>
                  <a:cubicBezTo>
                    <a:pt x="32" y="46"/>
                    <a:pt x="32" y="46"/>
                    <a:pt x="32" y="46"/>
                  </a:cubicBezTo>
                  <a:cubicBezTo>
                    <a:pt x="32" y="46"/>
                    <a:pt x="32" y="46"/>
                    <a:pt x="32" y="46"/>
                  </a:cubicBezTo>
                  <a:cubicBezTo>
                    <a:pt x="32" y="45"/>
                    <a:pt x="33" y="46"/>
                    <a:pt x="33" y="45"/>
                  </a:cubicBezTo>
                  <a:cubicBezTo>
                    <a:pt x="35" y="41"/>
                    <a:pt x="35" y="41"/>
                    <a:pt x="35" y="41"/>
                  </a:cubicBezTo>
                  <a:cubicBezTo>
                    <a:pt x="35" y="40"/>
                    <a:pt x="35" y="40"/>
                    <a:pt x="35" y="40"/>
                  </a:cubicBezTo>
                  <a:cubicBezTo>
                    <a:pt x="34" y="40"/>
                    <a:pt x="34" y="40"/>
                    <a:pt x="34" y="40"/>
                  </a:cubicBezTo>
                  <a:cubicBezTo>
                    <a:pt x="33" y="40"/>
                    <a:pt x="33" y="41"/>
                    <a:pt x="33" y="41"/>
                  </a:cubicBezTo>
                  <a:cubicBezTo>
                    <a:pt x="33" y="40"/>
                    <a:pt x="33" y="40"/>
                    <a:pt x="33" y="40"/>
                  </a:cubicBezTo>
                  <a:cubicBezTo>
                    <a:pt x="33" y="39"/>
                    <a:pt x="33" y="39"/>
                    <a:pt x="33" y="39"/>
                  </a:cubicBezTo>
                  <a:cubicBezTo>
                    <a:pt x="33" y="39"/>
                    <a:pt x="33" y="39"/>
                    <a:pt x="33" y="39"/>
                  </a:cubicBezTo>
                  <a:cubicBezTo>
                    <a:pt x="34" y="39"/>
                    <a:pt x="35" y="40"/>
                    <a:pt x="36" y="40"/>
                  </a:cubicBezTo>
                  <a:cubicBezTo>
                    <a:pt x="38" y="41"/>
                    <a:pt x="38" y="41"/>
                    <a:pt x="39" y="41"/>
                  </a:cubicBezTo>
                  <a:cubicBezTo>
                    <a:pt x="39" y="42"/>
                    <a:pt x="39" y="42"/>
                    <a:pt x="39" y="42"/>
                  </a:cubicBezTo>
                  <a:cubicBezTo>
                    <a:pt x="39" y="42"/>
                    <a:pt x="39" y="42"/>
                    <a:pt x="39" y="42"/>
                  </a:cubicBezTo>
                  <a:cubicBezTo>
                    <a:pt x="38" y="43"/>
                    <a:pt x="38" y="43"/>
                    <a:pt x="38" y="43"/>
                  </a:cubicBezTo>
                  <a:cubicBezTo>
                    <a:pt x="38" y="43"/>
                    <a:pt x="39" y="42"/>
                    <a:pt x="38" y="42"/>
                  </a:cubicBezTo>
                  <a:cubicBezTo>
                    <a:pt x="37" y="41"/>
                    <a:pt x="37" y="41"/>
                    <a:pt x="37" y="41"/>
                  </a:cubicBezTo>
                  <a:lnTo>
                    <a:pt x="36" y="41"/>
                  </a:lnTo>
                  <a:close/>
                  <a:moveTo>
                    <a:pt x="44" y="50"/>
                  </a:moveTo>
                  <a:cubicBezTo>
                    <a:pt x="44" y="50"/>
                    <a:pt x="44" y="50"/>
                    <a:pt x="44" y="50"/>
                  </a:cubicBezTo>
                  <a:cubicBezTo>
                    <a:pt x="42" y="50"/>
                    <a:pt x="42" y="50"/>
                    <a:pt x="42" y="50"/>
                  </a:cubicBezTo>
                  <a:cubicBezTo>
                    <a:pt x="41" y="50"/>
                    <a:pt x="41" y="50"/>
                    <a:pt x="41" y="50"/>
                  </a:cubicBezTo>
                  <a:cubicBezTo>
                    <a:pt x="41" y="49"/>
                    <a:pt x="41" y="49"/>
                    <a:pt x="41" y="49"/>
                  </a:cubicBezTo>
                  <a:cubicBezTo>
                    <a:pt x="42" y="49"/>
                    <a:pt x="42" y="49"/>
                    <a:pt x="42" y="49"/>
                  </a:cubicBezTo>
                  <a:cubicBezTo>
                    <a:pt x="42" y="48"/>
                    <a:pt x="42" y="48"/>
                    <a:pt x="42" y="48"/>
                  </a:cubicBezTo>
                  <a:cubicBezTo>
                    <a:pt x="42" y="47"/>
                    <a:pt x="42" y="47"/>
                    <a:pt x="42"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8" y="48"/>
                    <a:pt x="38" y="48"/>
                    <a:pt x="38" y="48"/>
                  </a:cubicBezTo>
                  <a:cubicBezTo>
                    <a:pt x="37" y="48"/>
                    <a:pt x="37" y="48"/>
                    <a:pt x="37" y="48"/>
                  </a:cubicBezTo>
                  <a:cubicBezTo>
                    <a:pt x="37" y="48"/>
                    <a:pt x="37" y="48"/>
                    <a:pt x="37" y="48"/>
                  </a:cubicBezTo>
                  <a:cubicBezTo>
                    <a:pt x="38" y="48"/>
                    <a:pt x="38" y="48"/>
                    <a:pt x="38" y="48"/>
                  </a:cubicBezTo>
                  <a:cubicBezTo>
                    <a:pt x="42" y="43"/>
                    <a:pt x="42" y="43"/>
                    <a:pt x="42" y="43"/>
                  </a:cubicBezTo>
                  <a:cubicBezTo>
                    <a:pt x="43" y="43"/>
                    <a:pt x="43" y="43"/>
                    <a:pt x="43" y="43"/>
                  </a:cubicBezTo>
                  <a:cubicBezTo>
                    <a:pt x="43" y="43"/>
                    <a:pt x="43" y="43"/>
                    <a:pt x="43" y="43"/>
                  </a:cubicBezTo>
                  <a:cubicBezTo>
                    <a:pt x="43" y="50"/>
                    <a:pt x="43" y="50"/>
                    <a:pt x="43" y="50"/>
                  </a:cubicBezTo>
                  <a:lnTo>
                    <a:pt x="44" y="50"/>
                  </a:lnTo>
                  <a:close/>
                  <a:moveTo>
                    <a:pt x="51" y="46"/>
                  </a:moveTo>
                  <a:cubicBezTo>
                    <a:pt x="50" y="47"/>
                    <a:pt x="50" y="47"/>
                    <a:pt x="50" y="47"/>
                  </a:cubicBezTo>
                  <a:cubicBezTo>
                    <a:pt x="50" y="47"/>
                    <a:pt x="50" y="47"/>
                    <a:pt x="50" y="47"/>
                  </a:cubicBezTo>
                  <a:cubicBezTo>
                    <a:pt x="50" y="47"/>
                    <a:pt x="50" y="45"/>
                    <a:pt x="49" y="45"/>
                  </a:cubicBezTo>
                  <a:cubicBezTo>
                    <a:pt x="47" y="46"/>
                    <a:pt x="47" y="46"/>
                    <a:pt x="47" y="46"/>
                  </a:cubicBezTo>
                  <a:cubicBezTo>
                    <a:pt x="47" y="46"/>
                    <a:pt x="48" y="47"/>
                    <a:pt x="49" y="47"/>
                  </a:cubicBezTo>
                  <a:cubicBezTo>
                    <a:pt x="50" y="48"/>
                    <a:pt x="50" y="49"/>
                    <a:pt x="50" y="50"/>
                  </a:cubicBezTo>
                  <a:cubicBezTo>
                    <a:pt x="49" y="51"/>
                    <a:pt x="48" y="52"/>
                    <a:pt x="47" y="51"/>
                  </a:cubicBezTo>
                  <a:cubicBezTo>
                    <a:pt x="46" y="51"/>
                    <a:pt x="46" y="51"/>
                    <a:pt x="46" y="51"/>
                  </a:cubicBezTo>
                  <a:cubicBezTo>
                    <a:pt x="45" y="50"/>
                    <a:pt x="45" y="50"/>
                    <a:pt x="45" y="50"/>
                  </a:cubicBezTo>
                  <a:cubicBezTo>
                    <a:pt x="45" y="49"/>
                    <a:pt x="45" y="49"/>
                    <a:pt x="45" y="49"/>
                  </a:cubicBezTo>
                  <a:cubicBezTo>
                    <a:pt x="46" y="48"/>
                    <a:pt x="46" y="48"/>
                    <a:pt x="46" y="48"/>
                  </a:cubicBezTo>
                  <a:cubicBezTo>
                    <a:pt x="46" y="49"/>
                    <a:pt x="46" y="49"/>
                    <a:pt x="46" y="49"/>
                  </a:cubicBezTo>
                  <a:cubicBezTo>
                    <a:pt x="46" y="50"/>
                    <a:pt x="46" y="51"/>
                    <a:pt x="47" y="51"/>
                  </a:cubicBezTo>
                  <a:cubicBezTo>
                    <a:pt x="49" y="50"/>
                    <a:pt x="49" y="50"/>
                    <a:pt x="49" y="50"/>
                  </a:cubicBezTo>
                  <a:cubicBezTo>
                    <a:pt x="49" y="49"/>
                    <a:pt x="49" y="49"/>
                    <a:pt x="47" y="48"/>
                  </a:cubicBezTo>
                  <a:cubicBezTo>
                    <a:pt x="47" y="47"/>
                    <a:pt x="46" y="47"/>
                    <a:pt x="46" y="46"/>
                  </a:cubicBezTo>
                  <a:cubicBezTo>
                    <a:pt x="47" y="45"/>
                    <a:pt x="48" y="44"/>
                    <a:pt x="49" y="45"/>
                  </a:cubicBezTo>
                  <a:cubicBezTo>
                    <a:pt x="50" y="45"/>
                    <a:pt x="50" y="45"/>
                    <a:pt x="50" y="45"/>
                  </a:cubicBezTo>
                  <a:cubicBezTo>
                    <a:pt x="51" y="45"/>
                    <a:pt x="51" y="45"/>
                    <a:pt x="51" y="45"/>
                  </a:cubicBezTo>
                  <a:lnTo>
                    <a:pt x="51" y="46"/>
                  </a:lnTo>
                  <a:close/>
                  <a:moveTo>
                    <a:pt x="55" y="49"/>
                  </a:moveTo>
                  <a:cubicBezTo>
                    <a:pt x="54" y="50"/>
                    <a:pt x="54" y="50"/>
                    <a:pt x="54" y="50"/>
                  </a:cubicBezTo>
                  <a:cubicBezTo>
                    <a:pt x="54" y="49"/>
                    <a:pt x="54" y="49"/>
                    <a:pt x="54" y="49"/>
                  </a:cubicBezTo>
                  <a:cubicBezTo>
                    <a:pt x="54" y="48"/>
                    <a:pt x="54" y="48"/>
                    <a:pt x="54" y="48"/>
                  </a:cubicBezTo>
                  <a:lnTo>
                    <a:pt x="55" y="49"/>
                  </a:lnTo>
                  <a:close/>
                  <a:moveTo>
                    <a:pt x="62" y="54"/>
                  </a:moveTo>
                  <a:cubicBezTo>
                    <a:pt x="60" y="54"/>
                    <a:pt x="59" y="54"/>
                    <a:pt x="59" y="54"/>
                  </a:cubicBezTo>
                  <a:cubicBezTo>
                    <a:pt x="58" y="54"/>
                    <a:pt x="58" y="54"/>
                    <a:pt x="58" y="54"/>
                  </a:cubicBezTo>
                  <a:cubicBezTo>
                    <a:pt x="58" y="54"/>
                    <a:pt x="58" y="54"/>
                    <a:pt x="58" y="54"/>
                  </a:cubicBezTo>
                  <a:cubicBezTo>
                    <a:pt x="58" y="53"/>
                    <a:pt x="58" y="54"/>
                    <a:pt x="58" y="53"/>
                  </a:cubicBezTo>
                  <a:cubicBezTo>
                    <a:pt x="59" y="48"/>
                    <a:pt x="59" y="48"/>
                    <a:pt x="59" y="48"/>
                  </a:cubicBezTo>
                  <a:cubicBezTo>
                    <a:pt x="58" y="47"/>
                    <a:pt x="58" y="47"/>
                    <a:pt x="58" y="47"/>
                  </a:cubicBezTo>
                  <a:cubicBezTo>
                    <a:pt x="59" y="47"/>
                    <a:pt x="59" y="47"/>
                    <a:pt x="59" y="47"/>
                  </a:cubicBezTo>
                  <a:cubicBezTo>
                    <a:pt x="60" y="47"/>
                    <a:pt x="60" y="47"/>
                    <a:pt x="60" y="47"/>
                  </a:cubicBezTo>
                  <a:cubicBezTo>
                    <a:pt x="61" y="47"/>
                    <a:pt x="61" y="47"/>
                    <a:pt x="61" y="47"/>
                  </a:cubicBezTo>
                  <a:cubicBezTo>
                    <a:pt x="61" y="47"/>
                    <a:pt x="61" y="47"/>
                    <a:pt x="61" y="47"/>
                  </a:cubicBezTo>
                  <a:cubicBezTo>
                    <a:pt x="60" y="48"/>
                    <a:pt x="60" y="48"/>
                    <a:pt x="60" y="48"/>
                  </a:cubicBezTo>
                  <a:cubicBezTo>
                    <a:pt x="60" y="53"/>
                    <a:pt x="60" y="53"/>
                    <a:pt x="60" y="53"/>
                  </a:cubicBezTo>
                  <a:cubicBezTo>
                    <a:pt x="60" y="54"/>
                    <a:pt x="60" y="54"/>
                    <a:pt x="60" y="54"/>
                  </a:cubicBezTo>
                  <a:cubicBezTo>
                    <a:pt x="63" y="54"/>
                    <a:pt x="63" y="53"/>
                    <a:pt x="63" y="53"/>
                  </a:cubicBezTo>
                  <a:cubicBezTo>
                    <a:pt x="63" y="53"/>
                    <a:pt x="63" y="53"/>
                    <a:pt x="63" y="53"/>
                  </a:cubicBezTo>
                  <a:lnTo>
                    <a:pt x="62" y="54"/>
                  </a:lnTo>
                  <a:close/>
                  <a:moveTo>
                    <a:pt x="66" y="49"/>
                  </a:moveTo>
                  <a:cubicBezTo>
                    <a:pt x="66" y="54"/>
                    <a:pt x="66" y="54"/>
                    <a:pt x="66" y="54"/>
                  </a:cubicBezTo>
                  <a:cubicBezTo>
                    <a:pt x="66" y="55"/>
                    <a:pt x="67" y="54"/>
                    <a:pt x="67" y="55"/>
                  </a:cubicBezTo>
                  <a:cubicBezTo>
                    <a:pt x="67" y="55"/>
                    <a:pt x="67" y="55"/>
                    <a:pt x="67" y="55"/>
                  </a:cubicBezTo>
                  <a:cubicBezTo>
                    <a:pt x="65" y="55"/>
                    <a:pt x="65" y="55"/>
                    <a:pt x="65" y="55"/>
                  </a:cubicBezTo>
                  <a:cubicBezTo>
                    <a:pt x="64" y="55"/>
                    <a:pt x="64" y="55"/>
                    <a:pt x="64" y="55"/>
                  </a:cubicBezTo>
                  <a:cubicBezTo>
                    <a:pt x="64" y="54"/>
                    <a:pt x="64" y="54"/>
                    <a:pt x="64" y="54"/>
                  </a:cubicBezTo>
                  <a:cubicBezTo>
                    <a:pt x="64" y="54"/>
                    <a:pt x="65" y="54"/>
                    <a:pt x="65" y="54"/>
                  </a:cubicBezTo>
                  <a:cubicBezTo>
                    <a:pt x="65" y="49"/>
                    <a:pt x="65" y="49"/>
                    <a:pt x="65" y="49"/>
                  </a:cubicBezTo>
                  <a:cubicBezTo>
                    <a:pt x="65" y="48"/>
                    <a:pt x="64" y="48"/>
                    <a:pt x="64" y="48"/>
                  </a:cubicBezTo>
                  <a:cubicBezTo>
                    <a:pt x="65" y="48"/>
                    <a:pt x="65" y="48"/>
                    <a:pt x="65" y="48"/>
                  </a:cubicBezTo>
                  <a:cubicBezTo>
                    <a:pt x="66" y="48"/>
                    <a:pt x="66" y="48"/>
                    <a:pt x="66" y="48"/>
                  </a:cubicBezTo>
                  <a:cubicBezTo>
                    <a:pt x="67" y="48"/>
                    <a:pt x="67" y="48"/>
                    <a:pt x="67" y="48"/>
                  </a:cubicBezTo>
                  <a:cubicBezTo>
                    <a:pt x="67" y="48"/>
                    <a:pt x="67" y="48"/>
                    <a:pt x="67" y="48"/>
                  </a:cubicBezTo>
                  <a:cubicBezTo>
                    <a:pt x="67" y="48"/>
                    <a:pt x="67" y="48"/>
                    <a:pt x="66" y="49"/>
                  </a:cubicBezTo>
                  <a:moveTo>
                    <a:pt x="71" y="55"/>
                  </a:moveTo>
                  <a:cubicBezTo>
                    <a:pt x="70" y="55"/>
                    <a:pt x="69" y="55"/>
                    <a:pt x="69" y="55"/>
                  </a:cubicBezTo>
                  <a:cubicBezTo>
                    <a:pt x="68" y="55"/>
                    <a:pt x="68" y="55"/>
                    <a:pt x="68" y="55"/>
                  </a:cubicBezTo>
                  <a:cubicBezTo>
                    <a:pt x="68" y="55"/>
                    <a:pt x="68" y="55"/>
                    <a:pt x="68" y="55"/>
                  </a:cubicBezTo>
                  <a:cubicBezTo>
                    <a:pt x="68" y="54"/>
                    <a:pt x="69" y="55"/>
                    <a:pt x="69" y="54"/>
                  </a:cubicBezTo>
                  <a:cubicBezTo>
                    <a:pt x="69" y="50"/>
                    <a:pt x="69" y="50"/>
                    <a:pt x="69" y="50"/>
                  </a:cubicBezTo>
                  <a:cubicBezTo>
                    <a:pt x="69" y="48"/>
                    <a:pt x="68" y="49"/>
                    <a:pt x="68" y="48"/>
                  </a:cubicBezTo>
                  <a:cubicBezTo>
                    <a:pt x="68" y="48"/>
                    <a:pt x="68" y="48"/>
                    <a:pt x="68" y="48"/>
                  </a:cubicBezTo>
                  <a:cubicBezTo>
                    <a:pt x="68" y="48"/>
                    <a:pt x="68" y="48"/>
                    <a:pt x="68" y="48"/>
                  </a:cubicBezTo>
                  <a:cubicBezTo>
                    <a:pt x="71" y="48"/>
                    <a:pt x="71" y="48"/>
                    <a:pt x="71" y="48"/>
                  </a:cubicBezTo>
                  <a:cubicBezTo>
                    <a:pt x="73" y="48"/>
                    <a:pt x="73" y="50"/>
                    <a:pt x="73" y="50"/>
                  </a:cubicBezTo>
                  <a:cubicBezTo>
                    <a:pt x="72" y="51"/>
                    <a:pt x="72" y="51"/>
                    <a:pt x="72" y="51"/>
                  </a:cubicBezTo>
                  <a:cubicBezTo>
                    <a:pt x="72" y="51"/>
                    <a:pt x="72" y="51"/>
                    <a:pt x="72" y="51"/>
                  </a:cubicBezTo>
                  <a:cubicBezTo>
                    <a:pt x="73" y="52"/>
                    <a:pt x="74" y="52"/>
                    <a:pt x="74" y="53"/>
                  </a:cubicBezTo>
                  <a:cubicBezTo>
                    <a:pt x="74" y="54"/>
                    <a:pt x="73" y="55"/>
                    <a:pt x="71" y="55"/>
                  </a:cubicBezTo>
                  <a:moveTo>
                    <a:pt x="79" y="55"/>
                  </a:moveTo>
                  <a:cubicBezTo>
                    <a:pt x="77" y="55"/>
                    <a:pt x="77" y="55"/>
                    <a:pt x="76" y="55"/>
                  </a:cubicBezTo>
                  <a:cubicBezTo>
                    <a:pt x="75" y="55"/>
                    <a:pt x="75" y="55"/>
                    <a:pt x="75" y="55"/>
                  </a:cubicBezTo>
                  <a:cubicBezTo>
                    <a:pt x="75" y="55"/>
                    <a:pt x="75" y="55"/>
                    <a:pt x="75" y="55"/>
                  </a:cubicBezTo>
                  <a:cubicBezTo>
                    <a:pt x="75" y="55"/>
                    <a:pt x="75" y="55"/>
                    <a:pt x="75" y="54"/>
                  </a:cubicBezTo>
                  <a:cubicBezTo>
                    <a:pt x="75" y="49"/>
                    <a:pt x="75" y="49"/>
                    <a:pt x="75" y="49"/>
                  </a:cubicBezTo>
                  <a:cubicBezTo>
                    <a:pt x="74" y="48"/>
                    <a:pt x="74" y="48"/>
                    <a:pt x="74" y="48"/>
                  </a:cubicBezTo>
                  <a:cubicBezTo>
                    <a:pt x="74" y="48"/>
                    <a:pt x="74" y="48"/>
                    <a:pt x="74" y="48"/>
                  </a:cubicBezTo>
                  <a:cubicBezTo>
                    <a:pt x="75" y="48"/>
                    <a:pt x="75" y="48"/>
                    <a:pt x="77" y="48"/>
                  </a:cubicBezTo>
                  <a:cubicBezTo>
                    <a:pt x="78" y="48"/>
                    <a:pt x="78" y="48"/>
                    <a:pt x="79" y="48"/>
                  </a:cubicBezTo>
                  <a:cubicBezTo>
                    <a:pt x="79" y="48"/>
                    <a:pt x="79" y="48"/>
                    <a:pt x="79" y="48"/>
                  </a:cubicBezTo>
                  <a:cubicBezTo>
                    <a:pt x="79" y="49"/>
                    <a:pt x="79" y="49"/>
                    <a:pt x="79" y="49"/>
                  </a:cubicBezTo>
                  <a:cubicBezTo>
                    <a:pt x="79" y="50"/>
                    <a:pt x="79" y="50"/>
                    <a:pt x="79" y="50"/>
                  </a:cubicBezTo>
                  <a:cubicBezTo>
                    <a:pt x="79" y="50"/>
                    <a:pt x="80" y="48"/>
                    <a:pt x="78" y="49"/>
                  </a:cubicBezTo>
                  <a:cubicBezTo>
                    <a:pt x="77" y="49"/>
                    <a:pt x="76" y="49"/>
                    <a:pt x="76" y="49"/>
                  </a:cubicBezTo>
                  <a:cubicBezTo>
                    <a:pt x="77" y="51"/>
                    <a:pt x="77" y="51"/>
                    <a:pt x="77" y="51"/>
                  </a:cubicBezTo>
                  <a:cubicBezTo>
                    <a:pt x="77" y="51"/>
                    <a:pt x="77" y="51"/>
                    <a:pt x="77" y="51"/>
                  </a:cubicBezTo>
                  <a:cubicBezTo>
                    <a:pt x="78" y="51"/>
                    <a:pt x="78" y="51"/>
                    <a:pt x="78" y="51"/>
                  </a:cubicBezTo>
                  <a:cubicBezTo>
                    <a:pt x="79" y="50"/>
                    <a:pt x="79" y="50"/>
                    <a:pt x="79" y="50"/>
                  </a:cubicBezTo>
                  <a:cubicBezTo>
                    <a:pt x="79" y="50"/>
                    <a:pt x="79" y="50"/>
                    <a:pt x="79" y="50"/>
                  </a:cubicBezTo>
                  <a:cubicBezTo>
                    <a:pt x="79" y="52"/>
                    <a:pt x="79" y="52"/>
                    <a:pt x="79" y="52"/>
                  </a:cubicBezTo>
                  <a:cubicBezTo>
                    <a:pt x="79" y="53"/>
                    <a:pt x="79" y="53"/>
                    <a:pt x="79" y="53"/>
                  </a:cubicBezTo>
                  <a:cubicBezTo>
                    <a:pt x="79" y="53"/>
                    <a:pt x="79" y="52"/>
                    <a:pt x="78" y="52"/>
                  </a:cubicBezTo>
                  <a:cubicBezTo>
                    <a:pt x="77" y="52"/>
                    <a:pt x="77" y="52"/>
                    <a:pt x="77" y="52"/>
                  </a:cubicBezTo>
                  <a:cubicBezTo>
                    <a:pt x="77" y="52"/>
                    <a:pt x="77" y="52"/>
                    <a:pt x="77" y="52"/>
                  </a:cubicBezTo>
                  <a:cubicBezTo>
                    <a:pt x="77" y="54"/>
                    <a:pt x="77" y="54"/>
                    <a:pt x="77" y="54"/>
                  </a:cubicBezTo>
                  <a:cubicBezTo>
                    <a:pt x="77" y="55"/>
                    <a:pt x="77" y="55"/>
                    <a:pt x="77" y="55"/>
                  </a:cubicBezTo>
                  <a:cubicBezTo>
                    <a:pt x="80" y="54"/>
                    <a:pt x="80" y="53"/>
                    <a:pt x="80" y="53"/>
                  </a:cubicBezTo>
                  <a:cubicBezTo>
                    <a:pt x="80" y="53"/>
                    <a:pt x="80" y="53"/>
                    <a:pt x="80" y="53"/>
                  </a:cubicBezTo>
                  <a:lnTo>
                    <a:pt x="79" y="55"/>
                  </a:lnTo>
                  <a:close/>
                  <a:moveTo>
                    <a:pt x="87" y="54"/>
                  </a:moveTo>
                  <a:cubicBezTo>
                    <a:pt x="85" y="53"/>
                    <a:pt x="85" y="53"/>
                    <a:pt x="85" y="53"/>
                  </a:cubicBezTo>
                  <a:cubicBezTo>
                    <a:pt x="84" y="52"/>
                    <a:pt x="84" y="52"/>
                    <a:pt x="84" y="52"/>
                  </a:cubicBezTo>
                  <a:cubicBezTo>
                    <a:pt x="83" y="51"/>
                    <a:pt x="83" y="51"/>
                    <a:pt x="83" y="51"/>
                  </a:cubicBezTo>
                  <a:cubicBezTo>
                    <a:pt x="83" y="52"/>
                    <a:pt x="83" y="52"/>
                    <a:pt x="83" y="52"/>
                  </a:cubicBezTo>
                  <a:cubicBezTo>
                    <a:pt x="83" y="54"/>
                    <a:pt x="83" y="54"/>
                    <a:pt x="83" y="54"/>
                  </a:cubicBezTo>
                  <a:cubicBezTo>
                    <a:pt x="83" y="55"/>
                    <a:pt x="84" y="54"/>
                    <a:pt x="84" y="54"/>
                  </a:cubicBezTo>
                  <a:cubicBezTo>
                    <a:pt x="84" y="55"/>
                    <a:pt x="84" y="55"/>
                    <a:pt x="84" y="55"/>
                  </a:cubicBezTo>
                  <a:cubicBezTo>
                    <a:pt x="83" y="55"/>
                    <a:pt x="83" y="55"/>
                    <a:pt x="83" y="55"/>
                  </a:cubicBezTo>
                  <a:cubicBezTo>
                    <a:pt x="81" y="55"/>
                    <a:pt x="81" y="55"/>
                    <a:pt x="81" y="55"/>
                  </a:cubicBezTo>
                  <a:cubicBezTo>
                    <a:pt x="81" y="55"/>
                    <a:pt x="81" y="55"/>
                    <a:pt x="81" y="55"/>
                  </a:cubicBezTo>
                  <a:cubicBezTo>
                    <a:pt x="81" y="54"/>
                    <a:pt x="82" y="55"/>
                    <a:pt x="82" y="53"/>
                  </a:cubicBezTo>
                  <a:cubicBezTo>
                    <a:pt x="81" y="49"/>
                    <a:pt x="81" y="49"/>
                    <a:pt x="81" y="49"/>
                  </a:cubicBezTo>
                  <a:cubicBezTo>
                    <a:pt x="81" y="48"/>
                    <a:pt x="80" y="48"/>
                    <a:pt x="80" y="48"/>
                  </a:cubicBezTo>
                  <a:cubicBezTo>
                    <a:pt x="80" y="48"/>
                    <a:pt x="80" y="48"/>
                    <a:pt x="80" y="48"/>
                  </a:cubicBezTo>
                  <a:cubicBezTo>
                    <a:pt x="81" y="48"/>
                    <a:pt x="81" y="48"/>
                    <a:pt x="81" y="48"/>
                  </a:cubicBezTo>
                  <a:cubicBezTo>
                    <a:pt x="83" y="48"/>
                    <a:pt x="83" y="48"/>
                    <a:pt x="83" y="48"/>
                  </a:cubicBezTo>
                  <a:cubicBezTo>
                    <a:pt x="86" y="47"/>
                    <a:pt x="86" y="49"/>
                    <a:pt x="86" y="49"/>
                  </a:cubicBezTo>
                  <a:cubicBezTo>
                    <a:pt x="85" y="50"/>
                    <a:pt x="85" y="50"/>
                    <a:pt x="85" y="50"/>
                  </a:cubicBezTo>
                  <a:cubicBezTo>
                    <a:pt x="85" y="51"/>
                    <a:pt x="85" y="51"/>
                    <a:pt x="85" y="51"/>
                  </a:cubicBezTo>
                  <a:cubicBezTo>
                    <a:pt x="85" y="51"/>
                    <a:pt x="86" y="52"/>
                    <a:pt x="87" y="54"/>
                  </a:cubicBezTo>
                  <a:cubicBezTo>
                    <a:pt x="87" y="54"/>
                    <a:pt x="87" y="54"/>
                    <a:pt x="87" y="54"/>
                  </a:cubicBezTo>
                  <a:cubicBezTo>
                    <a:pt x="87" y="54"/>
                    <a:pt x="87" y="54"/>
                    <a:pt x="87" y="54"/>
                  </a:cubicBezTo>
                  <a:cubicBezTo>
                    <a:pt x="88" y="54"/>
                    <a:pt x="88" y="54"/>
                    <a:pt x="88" y="54"/>
                  </a:cubicBezTo>
                  <a:lnTo>
                    <a:pt x="87" y="54"/>
                  </a:lnTo>
                  <a:close/>
                  <a:moveTo>
                    <a:pt x="95" y="53"/>
                  </a:moveTo>
                  <a:cubicBezTo>
                    <a:pt x="94" y="53"/>
                    <a:pt x="94" y="53"/>
                    <a:pt x="94" y="53"/>
                  </a:cubicBezTo>
                  <a:cubicBezTo>
                    <a:pt x="93" y="53"/>
                    <a:pt x="93" y="53"/>
                    <a:pt x="93" y="53"/>
                  </a:cubicBezTo>
                  <a:cubicBezTo>
                    <a:pt x="93" y="53"/>
                    <a:pt x="93" y="53"/>
                    <a:pt x="93" y="53"/>
                  </a:cubicBezTo>
                  <a:cubicBezTo>
                    <a:pt x="93" y="52"/>
                    <a:pt x="93" y="52"/>
                    <a:pt x="93" y="52"/>
                  </a:cubicBezTo>
                  <a:cubicBezTo>
                    <a:pt x="93" y="52"/>
                    <a:pt x="93" y="52"/>
                    <a:pt x="93" y="52"/>
                  </a:cubicBezTo>
                  <a:cubicBezTo>
                    <a:pt x="92" y="51"/>
                    <a:pt x="92" y="51"/>
                    <a:pt x="92" y="51"/>
                  </a:cubicBezTo>
                  <a:cubicBezTo>
                    <a:pt x="90" y="51"/>
                    <a:pt x="90" y="51"/>
                    <a:pt x="90" y="51"/>
                  </a:cubicBezTo>
                  <a:cubicBezTo>
                    <a:pt x="90" y="52"/>
                    <a:pt x="90" y="52"/>
                    <a:pt x="90" y="52"/>
                  </a:cubicBezTo>
                  <a:cubicBezTo>
                    <a:pt x="90" y="53"/>
                    <a:pt x="90" y="53"/>
                    <a:pt x="90" y="53"/>
                  </a:cubicBezTo>
                  <a:cubicBezTo>
                    <a:pt x="91" y="54"/>
                    <a:pt x="91" y="54"/>
                    <a:pt x="91" y="54"/>
                  </a:cubicBezTo>
                  <a:cubicBezTo>
                    <a:pt x="90" y="54"/>
                    <a:pt x="90" y="54"/>
                    <a:pt x="90" y="54"/>
                  </a:cubicBezTo>
                  <a:cubicBezTo>
                    <a:pt x="89" y="54"/>
                    <a:pt x="89" y="54"/>
                    <a:pt x="89" y="54"/>
                  </a:cubicBezTo>
                  <a:cubicBezTo>
                    <a:pt x="89" y="54"/>
                    <a:pt x="89" y="54"/>
                    <a:pt x="89" y="54"/>
                  </a:cubicBezTo>
                  <a:cubicBezTo>
                    <a:pt x="88" y="54"/>
                    <a:pt x="88" y="54"/>
                    <a:pt x="88" y="54"/>
                  </a:cubicBezTo>
                  <a:cubicBezTo>
                    <a:pt x="89" y="53"/>
                    <a:pt x="89" y="53"/>
                    <a:pt x="89" y="53"/>
                  </a:cubicBezTo>
                  <a:cubicBezTo>
                    <a:pt x="90" y="47"/>
                    <a:pt x="90" y="47"/>
                    <a:pt x="90" y="47"/>
                  </a:cubicBezTo>
                  <a:cubicBezTo>
                    <a:pt x="91" y="46"/>
                    <a:pt x="91" y="46"/>
                    <a:pt x="91" y="46"/>
                  </a:cubicBezTo>
                  <a:cubicBezTo>
                    <a:pt x="91" y="47"/>
                    <a:pt x="91" y="47"/>
                    <a:pt x="91" y="47"/>
                  </a:cubicBezTo>
                  <a:cubicBezTo>
                    <a:pt x="95" y="52"/>
                    <a:pt x="95" y="52"/>
                    <a:pt x="95" y="52"/>
                  </a:cubicBezTo>
                  <a:cubicBezTo>
                    <a:pt x="96" y="53"/>
                    <a:pt x="96" y="53"/>
                    <a:pt x="96" y="53"/>
                  </a:cubicBezTo>
                  <a:lnTo>
                    <a:pt x="95" y="53"/>
                  </a:lnTo>
                  <a:close/>
                  <a:moveTo>
                    <a:pt x="100" y="52"/>
                  </a:moveTo>
                  <a:cubicBezTo>
                    <a:pt x="98" y="52"/>
                    <a:pt x="98" y="52"/>
                    <a:pt x="97" y="52"/>
                  </a:cubicBezTo>
                  <a:cubicBezTo>
                    <a:pt x="97" y="52"/>
                    <a:pt x="97" y="52"/>
                    <a:pt x="97" y="52"/>
                  </a:cubicBezTo>
                  <a:cubicBezTo>
                    <a:pt x="96" y="52"/>
                    <a:pt x="96" y="52"/>
                    <a:pt x="96" y="52"/>
                  </a:cubicBezTo>
                  <a:cubicBezTo>
                    <a:pt x="96" y="52"/>
                    <a:pt x="97" y="52"/>
                    <a:pt x="97" y="51"/>
                  </a:cubicBezTo>
                  <a:cubicBezTo>
                    <a:pt x="96" y="47"/>
                    <a:pt x="96" y="47"/>
                    <a:pt x="96" y="47"/>
                  </a:cubicBezTo>
                  <a:cubicBezTo>
                    <a:pt x="95" y="46"/>
                    <a:pt x="94" y="46"/>
                    <a:pt x="94" y="46"/>
                  </a:cubicBezTo>
                  <a:cubicBezTo>
                    <a:pt x="94" y="46"/>
                    <a:pt x="94" y="46"/>
                    <a:pt x="94" y="46"/>
                  </a:cubicBezTo>
                  <a:cubicBezTo>
                    <a:pt x="95" y="46"/>
                    <a:pt x="95" y="46"/>
                    <a:pt x="95" y="46"/>
                  </a:cubicBezTo>
                  <a:cubicBezTo>
                    <a:pt x="97" y="45"/>
                    <a:pt x="97" y="45"/>
                    <a:pt x="97" y="45"/>
                  </a:cubicBezTo>
                  <a:cubicBezTo>
                    <a:pt x="100" y="44"/>
                    <a:pt x="100" y="46"/>
                    <a:pt x="100" y="46"/>
                  </a:cubicBezTo>
                  <a:cubicBezTo>
                    <a:pt x="99" y="48"/>
                    <a:pt x="99" y="48"/>
                    <a:pt x="99" y="48"/>
                  </a:cubicBezTo>
                  <a:cubicBezTo>
                    <a:pt x="101" y="48"/>
                    <a:pt x="101" y="48"/>
                    <a:pt x="101" y="49"/>
                  </a:cubicBezTo>
                  <a:cubicBezTo>
                    <a:pt x="102" y="50"/>
                    <a:pt x="101" y="51"/>
                    <a:pt x="100" y="52"/>
                  </a:cubicBezTo>
                  <a:moveTo>
                    <a:pt x="106" y="50"/>
                  </a:moveTo>
                  <a:cubicBezTo>
                    <a:pt x="104" y="50"/>
                    <a:pt x="104" y="50"/>
                    <a:pt x="104" y="50"/>
                  </a:cubicBezTo>
                  <a:cubicBezTo>
                    <a:pt x="103" y="50"/>
                    <a:pt x="103" y="50"/>
                    <a:pt x="103" y="50"/>
                  </a:cubicBezTo>
                  <a:cubicBezTo>
                    <a:pt x="103" y="50"/>
                    <a:pt x="103" y="50"/>
                    <a:pt x="103" y="50"/>
                  </a:cubicBezTo>
                  <a:cubicBezTo>
                    <a:pt x="103" y="49"/>
                    <a:pt x="103" y="49"/>
                    <a:pt x="103" y="49"/>
                  </a:cubicBezTo>
                  <a:cubicBezTo>
                    <a:pt x="102" y="45"/>
                    <a:pt x="102" y="45"/>
                    <a:pt x="102" y="45"/>
                  </a:cubicBezTo>
                  <a:cubicBezTo>
                    <a:pt x="101" y="44"/>
                    <a:pt x="101" y="44"/>
                    <a:pt x="101" y="44"/>
                  </a:cubicBezTo>
                  <a:cubicBezTo>
                    <a:pt x="101" y="44"/>
                    <a:pt x="101" y="44"/>
                    <a:pt x="101" y="44"/>
                  </a:cubicBezTo>
                  <a:cubicBezTo>
                    <a:pt x="102" y="44"/>
                    <a:pt x="102" y="44"/>
                    <a:pt x="102" y="44"/>
                  </a:cubicBezTo>
                  <a:cubicBezTo>
                    <a:pt x="103" y="43"/>
                    <a:pt x="103" y="43"/>
                    <a:pt x="103" y="43"/>
                  </a:cubicBezTo>
                  <a:cubicBezTo>
                    <a:pt x="104" y="43"/>
                    <a:pt x="104" y="43"/>
                    <a:pt x="104" y="43"/>
                  </a:cubicBezTo>
                  <a:cubicBezTo>
                    <a:pt x="103" y="44"/>
                    <a:pt x="103" y="44"/>
                    <a:pt x="103" y="44"/>
                  </a:cubicBezTo>
                  <a:cubicBezTo>
                    <a:pt x="105" y="49"/>
                    <a:pt x="105" y="49"/>
                    <a:pt x="105" y="49"/>
                  </a:cubicBezTo>
                  <a:cubicBezTo>
                    <a:pt x="105" y="50"/>
                    <a:pt x="106" y="49"/>
                    <a:pt x="106" y="49"/>
                  </a:cubicBezTo>
                  <a:lnTo>
                    <a:pt x="106" y="50"/>
                  </a:lnTo>
                  <a:close/>
                  <a:moveTo>
                    <a:pt x="111" y="48"/>
                  </a:moveTo>
                  <a:cubicBezTo>
                    <a:pt x="110" y="48"/>
                    <a:pt x="110" y="48"/>
                    <a:pt x="110" y="48"/>
                  </a:cubicBezTo>
                  <a:cubicBezTo>
                    <a:pt x="109" y="49"/>
                    <a:pt x="109" y="49"/>
                    <a:pt x="109" y="49"/>
                  </a:cubicBezTo>
                  <a:cubicBezTo>
                    <a:pt x="108" y="49"/>
                    <a:pt x="108" y="49"/>
                    <a:pt x="108" y="49"/>
                  </a:cubicBezTo>
                  <a:cubicBezTo>
                    <a:pt x="108" y="48"/>
                    <a:pt x="109" y="48"/>
                    <a:pt x="109" y="47"/>
                  </a:cubicBezTo>
                  <a:cubicBezTo>
                    <a:pt x="107" y="43"/>
                    <a:pt x="107" y="43"/>
                    <a:pt x="107" y="43"/>
                  </a:cubicBezTo>
                  <a:cubicBezTo>
                    <a:pt x="106" y="43"/>
                    <a:pt x="106" y="43"/>
                    <a:pt x="106" y="43"/>
                  </a:cubicBezTo>
                  <a:cubicBezTo>
                    <a:pt x="106" y="43"/>
                    <a:pt x="106" y="43"/>
                    <a:pt x="106" y="43"/>
                  </a:cubicBezTo>
                  <a:cubicBezTo>
                    <a:pt x="105" y="43"/>
                    <a:pt x="105" y="44"/>
                    <a:pt x="105" y="45"/>
                  </a:cubicBezTo>
                  <a:cubicBezTo>
                    <a:pt x="105" y="44"/>
                    <a:pt x="105" y="44"/>
                    <a:pt x="105" y="44"/>
                  </a:cubicBezTo>
                  <a:cubicBezTo>
                    <a:pt x="104" y="43"/>
                    <a:pt x="104" y="43"/>
                    <a:pt x="104" y="43"/>
                  </a:cubicBezTo>
                  <a:cubicBezTo>
                    <a:pt x="104" y="43"/>
                    <a:pt x="104" y="43"/>
                    <a:pt x="104" y="43"/>
                  </a:cubicBezTo>
                  <a:cubicBezTo>
                    <a:pt x="105" y="42"/>
                    <a:pt x="106" y="42"/>
                    <a:pt x="107" y="42"/>
                  </a:cubicBezTo>
                  <a:cubicBezTo>
                    <a:pt x="109" y="41"/>
                    <a:pt x="109" y="41"/>
                    <a:pt x="110" y="41"/>
                  </a:cubicBezTo>
                  <a:cubicBezTo>
                    <a:pt x="110" y="41"/>
                    <a:pt x="110" y="41"/>
                    <a:pt x="110" y="41"/>
                  </a:cubicBezTo>
                  <a:cubicBezTo>
                    <a:pt x="111" y="42"/>
                    <a:pt x="111" y="42"/>
                    <a:pt x="111" y="42"/>
                  </a:cubicBezTo>
                  <a:cubicBezTo>
                    <a:pt x="111" y="42"/>
                    <a:pt x="111" y="42"/>
                    <a:pt x="111" y="42"/>
                  </a:cubicBezTo>
                  <a:cubicBezTo>
                    <a:pt x="110" y="42"/>
                    <a:pt x="110" y="41"/>
                    <a:pt x="109" y="42"/>
                  </a:cubicBezTo>
                  <a:cubicBezTo>
                    <a:pt x="109" y="42"/>
                    <a:pt x="109" y="42"/>
                    <a:pt x="109" y="42"/>
                  </a:cubicBezTo>
                  <a:cubicBezTo>
                    <a:pt x="108" y="43"/>
                    <a:pt x="108" y="43"/>
                    <a:pt x="108" y="43"/>
                  </a:cubicBezTo>
                  <a:cubicBezTo>
                    <a:pt x="110" y="47"/>
                    <a:pt x="110" y="47"/>
                    <a:pt x="110" y="47"/>
                  </a:cubicBezTo>
                  <a:cubicBezTo>
                    <a:pt x="110" y="48"/>
                    <a:pt x="111" y="47"/>
                    <a:pt x="111" y="47"/>
                  </a:cubicBezTo>
                  <a:lnTo>
                    <a:pt x="111" y="48"/>
                  </a:lnTo>
                  <a:close/>
                  <a:moveTo>
                    <a:pt x="115" y="42"/>
                  </a:moveTo>
                  <a:cubicBezTo>
                    <a:pt x="114" y="42"/>
                    <a:pt x="114" y="42"/>
                    <a:pt x="114" y="42"/>
                  </a:cubicBezTo>
                  <a:cubicBezTo>
                    <a:pt x="115" y="41"/>
                    <a:pt x="115" y="41"/>
                    <a:pt x="115" y="41"/>
                  </a:cubicBezTo>
                  <a:cubicBezTo>
                    <a:pt x="116" y="41"/>
                    <a:pt x="116" y="41"/>
                    <a:pt x="116" y="41"/>
                  </a:cubicBezTo>
                  <a:lnTo>
                    <a:pt x="115" y="42"/>
                  </a:lnTo>
                  <a:close/>
                  <a:moveTo>
                    <a:pt x="126" y="40"/>
                  </a:moveTo>
                  <a:cubicBezTo>
                    <a:pt x="126" y="40"/>
                    <a:pt x="126" y="40"/>
                    <a:pt x="126" y="40"/>
                  </a:cubicBezTo>
                  <a:cubicBezTo>
                    <a:pt x="119" y="38"/>
                    <a:pt x="119" y="38"/>
                    <a:pt x="119" y="38"/>
                  </a:cubicBezTo>
                  <a:cubicBezTo>
                    <a:pt x="119" y="38"/>
                    <a:pt x="119" y="38"/>
                    <a:pt x="119" y="38"/>
                  </a:cubicBezTo>
                  <a:cubicBezTo>
                    <a:pt x="119" y="38"/>
                    <a:pt x="119" y="38"/>
                    <a:pt x="119" y="38"/>
                  </a:cubicBezTo>
                  <a:cubicBezTo>
                    <a:pt x="121" y="41"/>
                    <a:pt x="121" y="41"/>
                    <a:pt x="121" y="41"/>
                  </a:cubicBezTo>
                  <a:cubicBezTo>
                    <a:pt x="122" y="43"/>
                    <a:pt x="122" y="42"/>
                    <a:pt x="123" y="42"/>
                  </a:cubicBezTo>
                  <a:cubicBezTo>
                    <a:pt x="122" y="42"/>
                    <a:pt x="122" y="42"/>
                    <a:pt x="122" y="42"/>
                  </a:cubicBezTo>
                  <a:cubicBezTo>
                    <a:pt x="121" y="43"/>
                    <a:pt x="121" y="43"/>
                    <a:pt x="121" y="43"/>
                  </a:cubicBezTo>
                  <a:cubicBezTo>
                    <a:pt x="121" y="43"/>
                    <a:pt x="121" y="43"/>
                    <a:pt x="121" y="43"/>
                  </a:cubicBezTo>
                  <a:cubicBezTo>
                    <a:pt x="120" y="44"/>
                    <a:pt x="120" y="44"/>
                    <a:pt x="120" y="44"/>
                  </a:cubicBezTo>
                  <a:cubicBezTo>
                    <a:pt x="120" y="42"/>
                    <a:pt x="120" y="42"/>
                    <a:pt x="120" y="42"/>
                  </a:cubicBezTo>
                  <a:cubicBezTo>
                    <a:pt x="119" y="39"/>
                    <a:pt x="119" y="39"/>
                    <a:pt x="119" y="39"/>
                  </a:cubicBezTo>
                  <a:cubicBezTo>
                    <a:pt x="118" y="37"/>
                    <a:pt x="117" y="38"/>
                    <a:pt x="117" y="38"/>
                  </a:cubicBezTo>
                  <a:cubicBezTo>
                    <a:pt x="117" y="37"/>
                    <a:pt x="117" y="37"/>
                    <a:pt x="117" y="37"/>
                  </a:cubicBezTo>
                  <a:cubicBezTo>
                    <a:pt x="117" y="37"/>
                    <a:pt x="117" y="37"/>
                    <a:pt x="117" y="37"/>
                  </a:cubicBezTo>
                  <a:cubicBezTo>
                    <a:pt x="118" y="37"/>
                    <a:pt x="118" y="37"/>
                    <a:pt x="118" y="37"/>
                  </a:cubicBezTo>
                  <a:cubicBezTo>
                    <a:pt x="119" y="37"/>
                    <a:pt x="119" y="37"/>
                    <a:pt x="119" y="37"/>
                  </a:cubicBezTo>
                  <a:cubicBezTo>
                    <a:pt x="124" y="39"/>
                    <a:pt x="124" y="39"/>
                    <a:pt x="124" y="39"/>
                  </a:cubicBezTo>
                  <a:cubicBezTo>
                    <a:pt x="125" y="39"/>
                    <a:pt x="125" y="39"/>
                    <a:pt x="125" y="39"/>
                  </a:cubicBezTo>
                  <a:cubicBezTo>
                    <a:pt x="125" y="38"/>
                    <a:pt x="125" y="38"/>
                    <a:pt x="125" y="38"/>
                  </a:cubicBezTo>
                  <a:cubicBezTo>
                    <a:pt x="123" y="35"/>
                    <a:pt x="123" y="35"/>
                    <a:pt x="123" y="35"/>
                  </a:cubicBezTo>
                  <a:cubicBezTo>
                    <a:pt x="121" y="35"/>
                    <a:pt x="121" y="35"/>
                    <a:pt x="121" y="35"/>
                  </a:cubicBezTo>
                  <a:cubicBezTo>
                    <a:pt x="121" y="35"/>
                    <a:pt x="121" y="35"/>
                    <a:pt x="121" y="35"/>
                  </a:cubicBezTo>
                  <a:cubicBezTo>
                    <a:pt x="122" y="34"/>
                    <a:pt x="122" y="34"/>
                    <a:pt x="122" y="34"/>
                  </a:cubicBezTo>
                  <a:cubicBezTo>
                    <a:pt x="123" y="34"/>
                    <a:pt x="123" y="34"/>
                    <a:pt x="123" y="34"/>
                  </a:cubicBezTo>
                  <a:cubicBezTo>
                    <a:pt x="124" y="34"/>
                    <a:pt x="124" y="34"/>
                    <a:pt x="124" y="34"/>
                  </a:cubicBezTo>
                  <a:cubicBezTo>
                    <a:pt x="124" y="34"/>
                    <a:pt x="123" y="34"/>
                    <a:pt x="123" y="35"/>
                  </a:cubicBezTo>
                  <a:cubicBezTo>
                    <a:pt x="126" y="40"/>
                    <a:pt x="126" y="40"/>
                    <a:pt x="126" y="40"/>
                  </a:cubicBezTo>
                  <a:close/>
                  <a:moveTo>
                    <a:pt x="131" y="38"/>
                  </a:moveTo>
                  <a:cubicBezTo>
                    <a:pt x="129" y="39"/>
                    <a:pt x="127" y="38"/>
                    <a:pt x="126" y="37"/>
                  </a:cubicBezTo>
                  <a:cubicBezTo>
                    <a:pt x="125" y="35"/>
                    <a:pt x="125" y="33"/>
                    <a:pt x="127" y="31"/>
                  </a:cubicBezTo>
                  <a:cubicBezTo>
                    <a:pt x="128" y="30"/>
                    <a:pt x="130" y="31"/>
                    <a:pt x="132" y="32"/>
                  </a:cubicBezTo>
                  <a:cubicBezTo>
                    <a:pt x="132" y="33"/>
                    <a:pt x="133" y="36"/>
                    <a:pt x="131" y="38"/>
                  </a:cubicBezTo>
                  <a:moveTo>
                    <a:pt x="136" y="33"/>
                  </a:moveTo>
                  <a:cubicBezTo>
                    <a:pt x="135" y="34"/>
                    <a:pt x="135" y="34"/>
                    <a:pt x="135" y="34"/>
                  </a:cubicBezTo>
                  <a:cubicBezTo>
                    <a:pt x="134" y="34"/>
                    <a:pt x="134" y="34"/>
                    <a:pt x="134" y="34"/>
                  </a:cubicBezTo>
                  <a:cubicBezTo>
                    <a:pt x="133" y="33"/>
                    <a:pt x="133" y="33"/>
                    <a:pt x="133" y="33"/>
                  </a:cubicBezTo>
                  <a:cubicBezTo>
                    <a:pt x="133" y="33"/>
                    <a:pt x="133" y="33"/>
                    <a:pt x="133" y="33"/>
                  </a:cubicBezTo>
                  <a:cubicBezTo>
                    <a:pt x="134" y="33"/>
                    <a:pt x="134" y="33"/>
                    <a:pt x="134" y="33"/>
                  </a:cubicBezTo>
                  <a:cubicBezTo>
                    <a:pt x="136" y="33"/>
                    <a:pt x="136" y="33"/>
                    <a:pt x="136" y="33"/>
                  </a:cubicBezTo>
                  <a:cubicBezTo>
                    <a:pt x="137" y="31"/>
                    <a:pt x="137" y="31"/>
                    <a:pt x="137" y="31"/>
                  </a:cubicBezTo>
                  <a:cubicBezTo>
                    <a:pt x="136" y="30"/>
                    <a:pt x="135" y="31"/>
                    <a:pt x="134" y="31"/>
                  </a:cubicBezTo>
                  <a:cubicBezTo>
                    <a:pt x="132" y="31"/>
                    <a:pt x="132" y="31"/>
                    <a:pt x="132" y="31"/>
                  </a:cubicBezTo>
                  <a:cubicBezTo>
                    <a:pt x="131" y="30"/>
                    <a:pt x="131" y="29"/>
                    <a:pt x="132" y="28"/>
                  </a:cubicBezTo>
                  <a:cubicBezTo>
                    <a:pt x="133" y="27"/>
                    <a:pt x="133" y="27"/>
                    <a:pt x="133" y="27"/>
                  </a:cubicBezTo>
                  <a:cubicBezTo>
                    <a:pt x="134" y="27"/>
                    <a:pt x="134" y="27"/>
                    <a:pt x="134" y="27"/>
                  </a:cubicBezTo>
                  <a:cubicBezTo>
                    <a:pt x="134" y="27"/>
                    <a:pt x="134" y="27"/>
                    <a:pt x="134" y="27"/>
                  </a:cubicBezTo>
                  <a:cubicBezTo>
                    <a:pt x="135" y="28"/>
                    <a:pt x="135" y="28"/>
                    <a:pt x="135" y="28"/>
                  </a:cubicBezTo>
                  <a:cubicBezTo>
                    <a:pt x="135" y="28"/>
                    <a:pt x="135" y="28"/>
                    <a:pt x="135" y="28"/>
                  </a:cubicBezTo>
                  <a:cubicBezTo>
                    <a:pt x="135" y="29"/>
                    <a:pt x="133" y="27"/>
                    <a:pt x="132" y="28"/>
                  </a:cubicBezTo>
                  <a:cubicBezTo>
                    <a:pt x="132" y="30"/>
                    <a:pt x="132" y="30"/>
                    <a:pt x="132" y="30"/>
                  </a:cubicBezTo>
                  <a:cubicBezTo>
                    <a:pt x="132" y="30"/>
                    <a:pt x="133" y="30"/>
                    <a:pt x="134" y="30"/>
                  </a:cubicBezTo>
                  <a:cubicBezTo>
                    <a:pt x="135" y="29"/>
                    <a:pt x="136" y="29"/>
                    <a:pt x="137" y="30"/>
                  </a:cubicBezTo>
                  <a:cubicBezTo>
                    <a:pt x="138" y="31"/>
                    <a:pt x="138" y="33"/>
                    <a:pt x="136" y="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0" name="Freeform 32">
              <a:extLst>
                <a:ext uri="{FF2B5EF4-FFF2-40B4-BE49-F238E27FC236}">
                  <a16:creationId xmlns:a16="http://schemas.microsoft.com/office/drawing/2014/main" id="{6065B88A-8A94-4E59-83E4-06B0EA321546}"/>
                </a:ext>
              </a:extLst>
            </p:cNvPr>
            <p:cNvSpPr>
              <a:spLocks noEditPoints="1"/>
            </p:cNvSpPr>
            <p:nvPr/>
          </p:nvSpPr>
          <p:spPr bwMode="auto">
            <a:xfrm>
              <a:off x="6111875" y="2517775"/>
              <a:ext cx="104775" cy="215900"/>
            </a:xfrm>
            <a:custGeom>
              <a:avLst/>
              <a:gdLst>
                <a:gd name="T0" fmla="*/ 44 w 49"/>
                <a:gd name="T1" fmla="*/ 10 h 100"/>
                <a:gd name="T2" fmla="*/ 38 w 49"/>
                <a:gd name="T3" fmla="*/ 26 h 100"/>
                <a:gd name="T4" fmla="*/ 33 w 49"/>
                <a:gd name="T5" fmla="*/ 21 h 100"/>
                <a:gd name="T6" fmla="*/ 20 w 49"/>
                <a:gd name="T7" fmla="*/ 15 h 100"/>
                <a:gd name="T8" fmla="*/ 3 w 49"/>
                <a:gd name="T9" fmla="*/ 2 h 100"/>
                <a:gd name="T10" fmla="*/ 2 w 49"/>
                <a:gd name="T11" fmla="*/ 43 h 100"/>
                <a:gd name="T12" fmla="*/ 7 w 49"/>
                <a:gd name="T13" fmla="*/ 38 h 100"/>
                <a:gd name="T14" fmla="*/ 6 w 49"/>
                <a:gd name="T15" fmla="*/ 82 h 100"/>
                <a:gd name="T16" fmla="*/ 11 w 49"/>
                <a:gd name="T17" fmla="*/ 86 h 100"/>
                <a:gd name="T18" fmla="*/ 34 w 49"/>
                <a:gd name="T19" fmla="*/ 79 h 100"/>
                <a:gd name="T20" fmla="*/ 29 w 49"/>
                <a:gd name="T21" fmla="*/ 52 h 100"/>
                <a:gd name="T22" fmla="*/ 40 w 49"/>
                <a:gd name="T23" fmla="*/ 58 h 100"/>
                <a:gd name="T24" fmla="*/ 40 w 49"/>
                <a:gd name="T25" fmla="*/ 50 h 100"/>
                <a:gd name="T26" fmla="*/ 44 w 49"/>
                <a:gd name="T27" fmla="*/ 26 h 100"/>
                <a:gd name="T28" fmla="*/ 35 w 49"/>
                <a:gd name="T29" fmla="*/ 21 h 100"/>
                <a:gd name="T30" fmla="*/ 42 w 49"/>
                <a:gd name="T31" fmla="*/ 14 h 100"/>
                <a:gd name="T32" fmla="*/ 29 w 49"/>
                <a:gd name="T33" fmla="*/ 20 h 100"/>
                <a:gd name="T34" fmla="*/ 29 w 49"/>
                <a:gd name="T35" fmla="*/ 15 h 100"/>
                <a:gd name="T36" fmla="*/ 25 w 49"/>
                <a:gd name="T37" fmla="*/ 15 h 100"/>
                <a:gd name="T38" fmla="*/ 35 w 49"/>
                <a:gd name="T39" fmla="*/ 35 h 100"/>
                <a:gd name="T40" fmla="*/ 20 w 49"/>
                <a:gd name="T41" fmla="*/ 26 h 100"/>
                <a:gd name="T42" fmla="*/ 19 w 49"/>
                <a:gd name="T43" fmla="*/ 24 h 100"/>
                <a:gd name="T44" fmla="*/ 13 w 49"/>
                <a:gd name="T45" fmla="*/ 1 h 100"/>
                <a:gd name="T46" fmla="*/ 25 w 49"/>
                <a:gd name="T47" fmla="*/ 40 h 100"/>
                <a:gd name="T48" fmla="*/ 20 w 49"/>
                <a:gd name="T49" fmla="*/ 44 h 100"/>
                <a:gd name="T50" fmla="*/ 14 w 49"/>
                <a:gd name="T51" fmla="*/ 42 h 100"/>
                <a:gd name="T52" fmla="*/ 18 w 49"/>
                <a:gd name="T53" fmla="*/ 42 h 100"/>
                <a:gd name="T54" fmla="*/ 11 w 49"/>
                <a:gd name="T55" fmla="*/ 36 h 100"/>
                <a:gd name="T56" fmla="*/ 7 w 49"/>
                <a:gd name="T57" fmla="*/ 28 h 100"/>
                <a:gd name="T58" fmla="*/ 3 w 49"/>
                <a:gd name="T59" fmla="*/ 3 h 100"/>
                <a:gd name="T60" fmla="*/ 6 w 49"/>
                <a:gd name="T61" fmla="*/ 22 h 100"/>
                <a:gd name="T62" fmla="*/ 4 w 49"/>
                <a:gd name="T63" fmla="*/ 30 h 100"/>
                <a:gd name="T64" fmla="*/ 2 w 49"/>
                <a:gd name="T65" fmla="*/ 48 h 100"/>
                <a:gd name="T66" fmla="*/ 2 w 49"/>
                <a:gd name="T67" fmla="*/ 50 h 100"/>
                <a:gd name="T68" fmla="*/ 11 w 49"/>
                <a:gd name="T69" fmla="*/ 36 h 100"/>
                <a:gd name="T70" fmla="*/ 32 w 49"/>
                <a:gd name="T71" fmla="*/ 77 h 100"/>
                <a:gd name="T72" fmla="*/ 27 w 49"/>
                <a:gd name="T73" fmla="*/ 78 h 100"/>
                <a:gd name="T74" fmla="*/ 20 w 49"/>
                <a:gd name="T75" fmla="*/ 62 h 100"/>
                <a:gd name="T76" fmla="*/ 18 w 49"/>
                <a:gd name="T77" fmla="*/ 57 h 100"/>
                <a:gd name="T78" fmla="*/ 13 w 49"/>
                <a:gd name="T79" fmla="*/ 96 h 100"/>
                <a:gd name="T80" fmla="*/ 7 w 49"/>
                <a:gd name="T81" fmla="*/ 88 h 100"/>
                <a:gd name="T82" fmla="*/ 9 w 49"/>
                <a:gd name="T83" fmla="*/ 75 h 100"/>
                <a:gd name="T84" fmla="*/ 10 w 49"/>
                <a:gd name="T85" fmla="*/ 43 h 100"/>
                <a:gd name="T86" fmla="*/ 27 w 49"/>
                <a:gd name="T87" fmla="*/ 49 h 100"/>
                <a:gd name="T88" fmla="*/ 41 w 49"/>
                <a:gd name="T89" fmla="*/ 48 h 100"/>
                <a:gd name="T90" fmla="*/ 40 w 49"/>
                <a:gd name="T91" fmla="*/ 52 h 100"/>
                <a:gd name="T92" fmla="*/ 34 w 49"/>
                <a:gd name="T93" fmla="*/ 53 h 100"/>
                <a:gd name="T94" fmla="*/ 27 w 49"/>
                <a:gd name="T95" fmla="*/ 48 h 100"/>
                <a:gd name="T96" fmla="*/ 18 w 49"/>
                <a:gd name="T97" fmla="*/ 38 h 100"/>
                <a:gd name="T98" fmla="*/ 11 w 49"/>
                <a:gd name="T99" fmla="*/ 28 h 100"/>
                <a:gd name="T100" fmla="*/ 13 w 49"/>
                <a:gd name="T101" fmla="*/ 19 h 100"/>
                <a:gd name="T102" fmla="*/ 31 w 49"/>
                <a:gd name="T103" fmla="*/ 39 h 100"/>
                <a:gd name="T104" fmla="*/ 36 w 49"/>
                <a:gd name="T105" fmla="*/ 42 h 100"/>
                <a:gd name="T106" fmla="*/ 42 w 49"/>
                <a:gd name="T107" fmla="*/ 28 h 100"/>
                <a:gd name="T108" fmla="*/ 46 w 49"/>
                <a:gd name="T109" fmla="*/ 26 h 100"/>
                <a:gd name="T110" fmla="*/ 43 w 49"/>
                <a:gd name="T111" fmla="*/ 14 h 100"/>
                <a:gd name="T112" fmla="*/ 48 w 49"/>
                <a:gd name="T113" fmla="*/ 13 h 100"/>
                <a:gd name="T114" fmla="*/ 8 w 49"/>
                <a:gd name="T115" fmla="*/ 83 h 100"/>
                <a:gd name="T116" fmla="*/ 19 w 49"/>
                <a:gd name="T117" fmla="*/ 34 h 100"/>
                <a:gd name="T118" fmla="*/ 14 w 49"/>
                <a:gd name="T119" fmla="*/ 24 h 100"/>
                <a:gd name="T120" fmla="*/ 25 w 49"/>
                <a:gd name="T121" fmla="*/ 2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 h="100">
                  <a:moveTo>
                    <a:pt x="11" y="71"/>
                  </a:moveTo>
                  <a:cubicBezTo>
                    <a:pt x="11" y="72"/>
                    <a:pt x="11" y="72"/>
                    <a:pt x="11" y="72"/>
                  </a:cubicBezTo>
                  <a:cubicBezTo>
                    <a:pt x="11" y="73"/>
                    <a:pt x="11" y="73"/>
                    <a:pt x="11" y="73"/>
                  </a:cubicBezTo>
                  <a:cubicBezTo>
                    <a:pt x="12" y="73"/>
                    <a:pt x="12" y="73"/>
                    <a:pt x="12" y="73"/>
                  </a:cubicBezTo>
                  <a:cubicBezTo>
                    <a:pt x="12" y="72"/>
                    <a:pt x="12" y="72"/>
                    <a:pt x="12" y="72"/>
                  </a:cubicBezTo>
                  <a:cubicBezTo>
                    <a:pt x="12" y="71"/>
                    <a:pt x="12" y="71"/>
                    <a:pt x="12" y="71"/>
                  </a:cubicBezTo>
                  <a:lnTo>
                    <a:pt x="11" y="71"/>
                  </a:lnTo>
                  <a:close/>
                  <a:moveTo>
                    <a:pt x="49" y="12"/>
                  </a:moveTo>
                  <a:cubicBezTo>
                    <a:pt x="49" y="12"/>
                    <a:pt x="49" y="12"/>
                    <a:pt x="49" y="12"/>
                  </a:cubicBezTo>
                  <a:cubicBezTo>
                    <a:pt x="49" y="12"/>
                    <a:pt x="49" y="12"/>
                    <a:pt x="49" y="12"/>
                  </a:cubicBezTo>
                  <a:cubicBezTo>
                    <a:pt x="48" y="12"/>
                    <a:pt x="48" y="12"/>
                    <a:pt x="48" y="12"/>
                  </a:cubicBezTo>
                  <a:cubicBezTo>
                    <a:pt x="47" y="13"/>
                    <a:pt x="47" y="13"/>
                    <a:pt x="47" y="13"/>
                  </a:cubicBezTo>
                  <a:cubicBezTo>
                    <a:pt x="47" y="13"/>
                    <a:pt x="47" y="13"/>
                    <a:pt x="47" y="13"/>
                  </a:cubicBezTo>
                  <a:cubicBezTo>
                    <a:pt x="46" y="13"/>
                    <a:pt x="46" y="13"/>
                    <a:pt x="46" y="13"/>
                  </a:cubicBezTo>
                  <a:cubicBezTo>
                    <a:pt x="45" y="14"/>
                    <a:pt x="45" y="14"/>
                    <a:pt x="45" y="14"/>
                  </a:cubicBezTo>
                  <a:cubicBezTo>
                    <a:pt x="45" y="14"/>
                    <a:pt x="45" y="14"/>
                    <a:pt x="45" y="14"/>
                  </a:cubicBezTo>
                  <a:cubicBezTo>
                    <a:pt x="45" y="14"/>
                    <a:pt x="45" y="14"/>
                    <a:pt x="45" y="14"/>
                  </a:cubicBezTo>
                  <a:cubicBezTo>
                    <a:pt x="45" y="12"/>
                    <a:pt x="45" y="12"/>
                    <a:pt x="45" y="12"/>
                  </a:cubicBezTo>
                  <a:cubicBezTo>
                    <a:pt x="44" y="12"/>
                    <a:pt x="44" y="12"/>
                    <a:pt x="44" y="12"/>
                  </a:cubicBezTo>
                  <a:cubicBezTo>
                    <a:pt x="44" y="12"/>
                    <a:pt x="44" y="12"/>
                    <a:pt x="44" y="12"/>
                  </a:cubicBezTo>
                  <a:cubicBezTo>
                    <a:pt x="44" y="11"/>
                    <a:pt x="45" y="10"/>
                    <a:pt x="45" y="10"/>
                  </a:cubicBezTo>
                  <a:cubicBezTo>
                    <a:pt x="45" y="10"/>
                    <a:pt x="45" y="10"/>
                    <a:pt x="45" y="10"/>
                  </a:cubicBezTo>
                  <a:cubicBezTo>
                    <a:pt x="45" y="10"/>
                    <a:pt x="45" y="10"/>
                    <a:pt x="45" y="10"/>
                  </a:cubicBezTo>
                  <a:cubicBezTo>
                    <a:pt x="44" y="10"/>
                    <a:pt x="44" y="10"/>
                    <a:pt x="44" y="10"/>
                  </a:cubicBezTo>
                  <a:cubicBezTo>
                    <a:pt x="43" y="10"/>
                    <a:pt x="43" y="11"/>
                    <a:pt x="43" y="12"/>
                  </a:cubicBezTo>
                  <a:cubicBezTo>
                    <a:pt x="43" y="12"/>
                    <a:pt x="43" y="12"/>
                    <a:pt x="43" y="12"/>
                  </a:cubicBezTo>
                  <a:cubicBezTo>
                    <a:pt x="42" y="13"/>
                    <a:pt x="42" y="13"/>
                    <a:pt x="42" y="13"/>
                  </a:cubicBezTo>
                  <a:cubicBezTo>
                    <a:pt x="43" y="12"/>
                    <a:pt x="43" y="12"/>
                    <a:pt x="43" y="12"/>
                  </a:cubicBezTo>
                  <a:cubicBezTo>
                    <a:pt x="43" y="12"/>
                    <a:pt x="43" y="12"/>
                    <a:pt x="43" y="12"/>
                  </a:cubicBezTo>
                  <a:cubicBezTo>
                    <a:pt x="43" y="11"/>
                    <a:pt x="43" y="11"/>
                    <a:pt x="43" y="11"/>
                  </a:cubicBezTo>
                  <a:cubicBezTo>
                    <a:pt x="43" y="11"/>
                    <a:pt x="43" y="11"/>
                    <a:pt x="43" y="11"/>
                  </a:cubicBezTo>
                  <a:cubicBezTo>
                    <a:pt x="43" y="11"/>
                    <a:pt x="43" y="11"/>
                    <a:pt x="43" y="11"/>
                  </a:cubicBezTo>
                  <a:cubicBezTo>
                    <a:pt x="42" y="11"/>
                    <a:pt x="42" y="11"/>
                    <a:pt x="42" y="11"/>
                  </a:cubicBezTo>
                  <a:cubicBezTo>
                    <a:pt x="41" y="13"/>
                    <a:pt x="41" y="13"/>
                    <a:pt x="41" y="13"/>
                  </a:cubicBezTo>
                  <a:cubicBezTo>
                    <a:pt x="41" y="13"/>
                    <a:pt x="41" y="13"/>
                    <a:pt x="41" y="13"/>
                  </a:cubicBezTo>
                  <a:cubicBezTo>
                    <a:pt x="41" y="15"/>
                    <a:pt x="41" y="15"/>
                    <a:pt x="41" y="15"/>
                  </a:cubicBezTo>
                  <a:cubicBezTo>
                    <a:pt x="41" y="15"/>
                    <a:pt x="41" y="15"/>
                    <a:pt x="41" y="15"/>
                  </a:cubicBezTo>
                  <a:cubicBezTo>
                    <a:pt x="41" y="16"/>
                    <a:pt x="42" y="17"/>
                    <a:pt x="42" y="17"/>
                  </a:cubicBezTo>
                  <a:cubicBezTo>
                    <a:pt x="43" y="18"/>
                    <a:pt x="43" y="19"/>
                    <a:pt x="43" y="20"/>
                  </a:cubicBezTo>
                  <a:cubicBezTo>
                    <a:pt x="43" y="21"/>
                    <a:pt x="43" y="21"/>
                    <a:pt x="43" y="21"/>
                  </a:cubicBezTo>
                  <a:cubicBezTo>
                    <a:pt x="43" y="22"/>
                    <a:pt x="42" y="24"/>
                    <a:pt x="42" y="25"/>
                  </a:cubicBezTo>
                  <a:cubicBezTo>
                    <a:pt x="41" y="27"/>
                    <a:pt x="41" y="27"/>
                    <a:pt x="41" y="27"/>
                  </a:cubicBezTo>
                  <a:cubicBezTo>
                    <a:pt x="41" y="27"/>
                    <a:pt x="41" y="27"/>
                    <a:pt x="41" y="27"/>
                  </a:cubicBezTo>
                  <a:cubicBezTo>
                    <a:pt x="41" y="28"/>
                    <a:pt x="41" y="28"/>
                    <a:pt x="41" y="28"/>
                  </a:cubicBezTo>
                  <a:cubicBezTo>
                    <a:pt x="40" y="26"/>
                    <a:pt x="39" y="25"/>
                    <a:pt x="39" y="25"/>
                  </a:cubicBezTo>
                  <a:cubicBezTo>
                    <a:pt x="38" y="25"/>
                    <a:pt x="38" y="25"/>
                    <a:pt x="38" y="25"/>
                  </a:cubicBezTo>
                  <a:cubicBezTo>
                    <a:pt x="38" y="26"/>
                    <a:pt x="38" y="26"/>
                    <a:pt x="38" y="26"/>
                  </a:cubicBezTo>
                  <a:cubicBezTo>
                    <a:pt x="38" y="26"/>
                    <a:pt x="38" y="26"/>
                    <a:pt x="38" y="26"/>
                  </a:cubicBezTo>
                  <a:cubicBezTo>
                    <a:pt x="38" y="27"/>
                    <a:pt x="38" y="28"/>
                    <a:pt x="38" y="29"/>
                  </a:cubicBezTo>
                  <a:cubicBezTo>
                    <a:pt x="38" y="30"/>
                    <a:pt x="38" y="30"/>
                    <a:pt x="37" y="31"/>
                  </a:cubicBezTo>
                  <a:cubicBezTo>
                    <a:pt x="36" y="33"/>
                    <a:pt x="36" y="33"/>
                    <a:pt x="36" y="33"/>
                  </a:cubicBezTo>
                  <a:cubicBezTo>
                    <a:pt x="35" y="32"/>
                    <a:pt x="35" y="31"/>
                    <a:pt x="34" y="30"/>
                  </a:cubicBezTo>
                  <a:cubicBezTo>
                    <a:pt x="33" y="28"/>
                    <a:pt x="31" y="27"/>
                    <a:pt x="30" y="26"/>
                  </a:cubicBezTo>
                  <a:cubicBezTo>
                    <a:pt x="28" y="25"/>
                    <a:pt x="27" y="24"/>
                    <a:pt x="27" y="23"/>
                  </a:cubicBezTo>
                  <a:cubicBezTo>
                    <a:pt x="27" y="23"/>
                    <a:pt x="27" y="23"/>
                    <a:pt x="27" y="23"/>
                  </a:cubicBezTo>
                  <a:cubicBezTo>
                    <a:pt x="27" y="22"/>
                    <a:pt x="27" y="22"/>
                    <a:pt x="27" y="22"/>
                  </a:cubicBezTo>
                  <a:cubicBezTo>
                    <a:pt x="29" y="22"/>
                    <a:pt x="29" y="22"/>
                    <a:pt x="29" y="22"/>
                  </a:cubicBezTo>
                  <a:cubicBezTo>
                    <a:pt x="29" y="22"/>
                    <a:pt x="29" y="22"/>
                    <a:pt x="29" y="22"/>
                  </a:cubicBezTo>
                  <a:cubicBezTo>
                    <a:pt x="30" y="22"/>
                    <a:pt x="31" y="23"/>
                    <a:pt x="32" y="23"/>
                  </a:cubicBezTo>
                  <a:cubicBezTo>
                    <a:pt x="32" y="23"/>
                    <a:pt x="32" y="23"/>
                    <a:pt x="32" y="23"/>
                  </a:cubicBezTo>
                  <a:cubicBezTo>
                    <a:pt x="33" y="23"/>
                    <a:pt x="33" y="23"/>
                    <a:pt x="33" y="23"/>
                  </a:cubicBezTo>
                  <a:cubicBezTo>
                    <a:pt x="33" y="23"/>
                    <a:pt x="33" y="23"/>
                    <a:pt x="33" y="23"/>
                  </a:cubicBezTo>
                  <a:cubicBezTo>
                    <a:pt x="35" y="22"/>
                    <a:pt x="35" y="22"/>
                    <a:pt x="35" y="22"/>
                  </a:cubicBezTo>
                  <a:cubicBezTo>
                    <a:pt x="35" y="22"/>
                    <a:pt x="35" y="22"/>
                    <a:pt x="35" y="22"/>
                  </a:cubicBezTo>
                  <a:cubicBezTo>
                    <a:pt x="35" y="22"/>
                    <a:pt x="35" y="22"/>
                    <a:pt x="35" y="22"/>
                  </a:cubicBezTo>
                  <a:cubicBezTo>
                    <a:pt x="35" y="22"/>
                    <a:pt x="35" y="22"/>
                    <a:pt x="35" y="22"/>
                  </a:cubicBezTo>
                  <a:cubicBezTo>
                    <a:pt x="35" y="21"/>
                    <a:pt x="35" y="21"/>
                    <a:pt x="35" y="21"/>
                  </a:cubicBezTo>
                  <a:cubicBezTo>
                    <a:pt x="35" y="21"/>
                    <a:pt x="35" y="21"/>
                    <a:pt x="35" y="21"/>
                  </a:cubicBezTo>
                  <a:cubicBezTo>
                    <a:pt x="35" y="21"/>
                    <a:pt x="35" y="21"/>
                    <a:pt x="35" y="21"/>
                  </a:cubicBezTo>
                  <a:cubicBezTo>
                    <a:pt x="35" y="21"/>
                    <a:pt x="35" y="21"/>
                    <a:pt x="35" y="21"/>
                  </a:cubicBezTo>
                  <a:cubicBezTo>
                    <a:pt x="34" y="21"/>
                    <a:pt x="34" y="21"/>
                    <a:pt x="34" y="21"/>
                  </a:cubicBezTo>
                  <a:cubicBezTo>
                    <a:pt x="33" y="21"/>
                    <a:pt x="33" y="21"/>
                    <a:pt x="33" y="21"/>
                  </a:cubicBezTo>
                  <a:cubicBezTo>
                    <a:pt x="32" y="20"/>
                    <a:pt x="32" y="20"/>
                    <a:pt x="32" y="20"/>
                  </a:cubicBezTo>
                  <a:cubicBezTo>
                    <a:pt x="31" y="19"/>
                    <a:pt x="31" y="19"/>
                    <a:pt x="31" y="19"/>
                  </a:cubicBezTo>
                  <a:cubicBezTo>
                    <a:pt x="32" y="19"/>
                    <a:pt x="32" y="19"/>
                    <a:pt x="32" y="19"/>
                  </a:cubicBezTo>
                  <a:cubicBezTo>
                    <a:pt x="33" y="18"/>
                    <a:pt x="33" y="18"/>
                    <a:pt x="33" y="18"/>
                  </a:cubicBezTo>
                  <a:cubicBezTo>
                    <a:pt x="33" y="18"/>
                    <a:pt x="33" y="18"/>
                    <a:pt x="33" y="18"/>
                  </a:cubicBezTo>
                  <a:cubicBezTo>
                    <a:pt x="34" y="19"/>
                    <a:pt x="34" y="19"/>
                    <a:pt x="34" y="19"/>
                  </a:cubicBezTo>
                  <a:cubicBezTo>
                    <a:pt x="35" y="19"/>
                    <a:pt x="35" y="19"/>
                    <a:pt x="35" y="19"/>
                  </a:cubicBezTo>
                  <a:cubicBezTo>
                    <a:pt x="35" y="19"/>
                    <a:pt x="35" y="19"/>
                    <a:pt x="35" y="19"/>
                  </a:cubicBezTo>
                  <a:cubicBezTo>
                    <a:pt x="35" y="18"/>
                    <a:pt x="35" y="18"/>
                    <a:pt x="35" y="18"/>
                  </a:cubicBezTo>
                  <a:cubicBezTo>
                    <a:pt x="35" y="17"/>
                    <a:pt x="35" y="14"/>
                    <a:pt x="32" y="14"/>
                  </a:cubicBezTo>
                  <a:cubicBezTo>
                    <a:pt x="29" y="14"/>
                    <a:pt x="29" y="14"/>
                    <a:pt x="29" y="14"/>
                  </a:cubicBezTo>
                  <a:cubicBezTo>
                    <a:pt x="29" y="14"/>
                    <a:pt x="29" y="13"/>
                    <a:pt x="27" y="13"/>
                  </a:cubicBezTo>
                  <a:cubicBezTo>
                    <a:pt x="26" y="13"/>
                    <a:pt x="26" y="13"/>
                    <a:pt x="25" y="13"/>
                  </a:cubicBezTo>
                  <a:cubicBezTo>
                    <a:pt x="25" y="13"/>
                    <a:pt x="25" y="13"/>
                    <a:pt x="25" y="13"/>
                  </a:cubicBezTo>
                  <a:cubicBezTo>
                    <a:pt x="25" y="13"/>
                    <a:pt x="25" y="13"/>
                    <a:pt x="25" y="13"/>
                  </a:cubicBezTo>
                  <a:cubicBezTo>
                    <a:pt x="22" y="13"/>
                    <a:pt x="22" y="13"/>
                    <a:pt x="22" y="13"/>
                  </a:cubicBezTo>
                  <a:cubicBezTo>
                    <a:pt x="22" y="13"/>
                    <a:pt x="22" y="13"/>
                    <a:pt x="22" y="13"/>
                  </a:cubicBezTo>
                  <a:cubicBezTo>
                    <a:pt x="22" y="13"/>
                    <a:pt x="22" y="13"/>
                    <a:pt x="22" y="13"/>
                  </a:cubicBezTo>
                  <a:cubicBezTo>
                    <a:pt x="22" y="14"/>
                    <a:pt x="22" y="14"/>
                    <a:pt x="22" y="14"/>
                  </a:cubicBezTo>
                  <a:cubicBezTo>
                    <a:pt x="21" y="14"/>
                    <a:pt x="21" y="14"/>
                    <a:pt x="21" y="14"/>
                  </a:cubicBezTo>
                  <a:cubicBezTo>
                    <a:pt x="21" y="13"/>
                    <a:pt x="21" y="13"/>
                    <a:pt x="21" y="13"/>
                  </a:cubicBezTo>
                  <a:cubicBezTo>
                    <a:pt x="20" y="12"/>
                    <a:pt x="20" y="12"/>
                    <a:pt x="20" y="12"/>
                  </a:cubicBezTo>
                  <a:cubicBezTo>
                    <a:pt x="20" y="13"/>
                    <a:pt x="20" y="13"/>
                    <a:pt x="20" y="13"/>
                  </a:cubicBezTo>
                  <a:cubicBezTo>
                    <a:pt x="20" y="15"/>
                    <a:pt x="20" y="15"/>
                    <a:pt x="20" y="15"/>
                  </a:cubicBezTo>
                  <a:cubicBezTo>
                    <a:pt x="19" y="16"/>
                    <a:pt x="19" y="16"/>
                    <a:pt x="19" y="16"/>
                  </a:cubicBezTo>
                  <a:cubicBezTo>
                    <a:pt x="20" y="16"/>
                    <a:pt x="20" y="16"/>
                    <a:pt x="20" y="16"/>
                  </a:cubicBezTo>
                  <a:cubicBezTo>
                    <a:pt x="20" y="16"/>
                    <a:pt x="20" y="16"/>
                    <a:pt x="20" y="16"/>
                  </a:cubicBezTo>
                  <a:cubicBezTo>
                    <a:pt x="20" y="16"/>
                    <a:pt x="20" y="16"/>
                    <a:pt x="20" y="16"/>
                  </a:cubicBezTo>
                  <a:cubicBezTo>
                    <a:pt x="20" y="16"/>
                    <a:pt x="19" y="17"/>
                    <a:pt x="19" y="19"/>
                  </a:cubicBezTo>
                  <a:cubicBezTo>
                    <a:pt x="18" y="18"/>
                    <a:pt x="18" y="18"/>
                    <a:pt x="18" y="18"/>
                  </a:cubicBezTo>
                  <a:cubicBezTo>
                    <a:pt x="17" y="17"/>
                    <a:pt x="17" y="16"/>
                    <a:pt x="17" y="16"/>
                  </a:cubicBezTo>
                  <a:cubicBezTo>
                    <a:pt x="17" y="15"/>
                    <a:pt x="17" y="15"/>
                    <a:pt x="17" y="15"/>
                  </a:cubicBezTo>
                  <a:cubicBezTo>
                    <a:pt x="16" y="15"/>
                    <a:pt x="16" y="15"/>
                    <a:pt x="16" y="15"/>
                  </a:cubicBezTo>
                  <a:cubicBezTo>
                    <a:pt x="16" y="16"/>
                    <a:pt x="16" y="16"/>
                    <a:pt x="16" y="16"/>
                  </a:cubicBezTo>
                  <a:cubicBezTo>
                    <a:pt x="15" y="14"/>
                    <a:pt x="15" y="11"/>
                    <a:pt x="15" y="11"/>
                  </a:cubicBezTo>
                  <a:cubicBezTo>
                    <a:pt x="15" y="10"/>
                    <a:pt x="15" y="10"/>
                    <a:pt x="15" y="10"/>
                  </a:cubicBezTo>
                  <a:cubicBezTo>
                    <a:pt x="15" y="10"/>
                    <a:pt x="15" y="10"/>
                    <a:pt x="15" y="10"/>
                  </a:cubicBezTo>
                  <a:cubicBezTo>
                    <a:pt x="14" y="12"/>
                    <a:pt x="14" y="12"/>
                    <a:pt x="14" y="12"/>
                  </a:cubicBezTo>
                  <a:cubicBezTo>
                    <a:pt x="13" y="11"/>
                    <a:pt x="13" y="9"/>
                    <a:pt x="13" y="8"/>
                  </a:cubicBezTo>
                  <a:cubicBezTo>
                    <a:pt x="13" y="4"/>
                    <a:pt x="14" y="0"/>
                    <a:pt x="14" y="0"/>
                  </a:cubicBezTo>
                  <a:cubicBezTo>
                    <a:pt x="14" y="0"/>
                    <a:pt x="14" y="0"/>
                    <a:pt x="14" y="0"/>
                  </a:cubicBezTo>
                  <a:cubicBezTo>
                    <a:pt x="13" y="0"/>
                    <a:pt x="13" y="0"/>
                    <a:pt x="13" y="0"/>
                  </a:cubicBezTo>
                  <a:cubicBezTo>
                    <a:pt x="11" y="0"/>
                    <a:pt x="9" y="6"/>
                    <a:pt x="9" y="9"/>
                  </a:cubicBezTo>
                  <a:cubicBezTo>
                    <a:pt x="9" y="9"/>
                    <a:pt x="9" y="9"/>
                    <a:pt x="9" y="9"/>
                  </a:cubicBezTo>
                  <a:cubicBezTo>
                    <a:pt x="9" y="10"/>
                    <a:pt x="9" y="10"/>
                    <a:pt x="9" y="10"/>
                  </a:cubicBezTo>
                  <a:cubicBezTo>
                    <a:pt x="8" y="11"/>
                    <a:pt x="8" y="11"/>
                    <a:pt x="8" y="11"/>
                  </a:cubicBezTo>
                  <a:cubicBezTo>
                    <a:pt x="8" y="10"/>
                    <a:pt x="6" y="8"/>
                    <a:pt x="5" y="6"/>
                  </a:cubicBezTo>
                  <a:cubicBezTo>
                    <a:pt x="4" y="4"/>
                    <a:pt x="3" y="2"/>
                    <a:pt x="3" y="2"/>
                  </a:cubicBezTo>
                  <a:cubicBezTo>
                    <a:pt x="3" y="1"/>
                    <a:pt x="3" y="1"/>
                    <a:pt x="3" y="1"/>
                  </a:cubicBezTo>
                  <a:cubicBezTo>
                    <a:pt x="2" y="2"/>
                    <a:pt x="2" y="2"/>
                    <a:pt x="2" y="2"/>
                  </a:cubicBezTo>
                  <a:cubicBezTo>
                    <a:pt x="1" y="3"/>
                    <a:pt x="1" y="4"/>
                    <a:pt x="1" y="5"/>
                  </a:cubicBezTo>
                  <a:cubicBezTo>
                    <a:pt x="1" y="9"/>
                    <a:pt x="4" y="13"/>
                    <a:pt x="5" y="15"/>
                  </a:cubicBezTo>
                  <a:cubicBezTo>
                    <a:pt x="4" y="14"/>
                    <a:pt x="2" y="12"/>
                    <a:pt x="2" y="12"/>
                  </a:cubicBezTo>
                  <a:cubicBezTo>
                    <a:pt x="1" y="12"/>
                    <a:pt x="1" y="12"/>
                    <a:pt x="1" y="12"/>
                  </a:cubicBezTo>
                  <a:cubicBezTo>
                    <a:pt x="1" y="12"/>
                    <a:pt x="1" y="12"/>
                    <a:pt x="1" y="12"/>
                  </a:cubicBezTo>
                  <a:cubicBezTo>
                    <a:pt x="1" y="14"/>
                    <a:pt x="1" y="14"/>
                    <a:pt x="1" y="14"/>
                  </a:cubicBezTo>
                  <a:cubicBezTo>
                    <a:pt x="1" y="17"/>
                    <a:pt x="3" y="20"/>
                    <a:pt x="5" y="21"/>
                  </a:cubicBezTo>
                  <a:cubicBezTo>
                    <a:pt x="3" y="21"/>
                    <a:pt x="2" y="20"/>
                    <a:pt x="2" y="20"/>
                  </a:cubicBezTo>
                  <a:cubicBezTo>
                    <a:pt x="2" y="20"/>
                    <a:pt x="2" y="20"/>
                    <a:pt x="2" y="20"/>
                  </a:cubicBezTo>
                  <a:cubicBezTo>
                    <a:pt x="1" y="21"/>
                    <a:pt x="1" y="21"/>
                    <a:pt x="1" y="21"/>
                  </a:cubicBezTo>
                  <a:cubicBezTo>
                    <a:pt x="1" y="21"/>
                    <a:pt x="1" y="21"/>
                    <a:pt x="1" y="21"/>
                  </a:cubicBezTo>
                  <a:cubicBezTo>
                    <a:pt x="1" y="24"/>
                    <a:pt x="4" y="27"/>
                    <a:pt x="5" y="28"/>
                  </a:cubicBezTo>
                  <a:cubicBezTo>
                    <a:pt x="4" y="28"/>
                    <a:pt x="3" y="29"/>
                    <a:pt x="3" y="29"/>
                  </a:cubicBezTo>
                  <a:cubicBezTo>
                    <a:pt x="3" y="29"/>
                    <a:pt x="3" y="29"/>
                    <a:pt x="3" y="29"/>
                  </a:cubicBezTo>
                  <a:cubicBezTo>
                    <a:pt x="3" y="29"/>
                    <a:pt x="3" y="29"/>
                    <a:pt x="3" y="29"/>
                  </a:cubicBezTo>
                  <a:cubicBezTo>
                    <a:pt x="3" y="31"/>
                    <a:pt x="5" y="32"/>
                    <a:pt x="6" y="33"/>
                  </a:cubicBezTo>
                  <a:cubicBezTo>
                    <a:pt x="6" y="33"/>
                    <a:pt x="6" y="33"/>
                    <a:pt x="6" y="33"/>
                  </a:cubicBezTo>
                  <a:cubicBezTo>
                    <a:pt x="5" y="33"/>
                    <a:pt x="5" y="33"/>
                    <a:pt x="5" y="33"/>
                  </a:cubicBezTo>
                  <a:cubicBezTo>
                    <a:pt x="3" y="33"/>
                    <a:pt x="0" y="35"/>
                    <a:pt x="0" y="38"/>
                  </a:cubicBezTo>
                  <a:cubicBezTo>
                    <a:pt x="0" y="38"/>
                    <a:pt x="0" y="38"/>
                    <a:pt x="0" y="38"/>
                  </a:cubicBezTo>
                  <a:cubicBezTo>
                    <a:pt x="0" y="41"/>
                    <a:pt x="2" y="42"/>
                    <a:pt x="2" y="43"/>
                  </a:cubicBezTo>
                  <a:cubicBezTo>
                    <a:pt x="2" y="43"/>
                    <a:pt x="2" y="43"/>
                    <a:pt x="2" y="43"/>
                  </a:cubicBezTo>
                  <a:cubicBezTo>
                    <a:pt x="1" y="44"/>
                    <a:pt x="1" y="44"/>
                    <a:pt x="0" y="48"/>
                  </a:cubicBezTo>
                  <a:cubicBezTo>
                    <a:pt x="0" y="49"/>
                    <a:pt x="0" y="49"/>
                    <a:pt x="0" y="49"/>
                  </a:cubicBezTo>
                  <a:cubicBezTo>
                    <a:pt x="0" y="51"/>
                    <a:pt x="2" y="51"/>
                    <a:pt x="3" y="51"/>
                  </a:cubicBezTo>
                  <a:cubicBezTo>
                    <a:pt x="4" y="51"/>
                    <a:pt x="4" y="51"/>
                    <a:pt x="4" y="51"/>
                  </a:cubicBezTo>
                  <a:cubicBezTo>
                    <a:pt x="4" y="51"/>
                    <a:pt x="4" y="51"/>
                    <a:pt x="4" y="51"/>
                  </a:cubicBezTo>
                  <a:cubicBezTo>
                    <a:pt x="5" y="51"/>
                    <a:pt x="5" y="51"/>
                    <a:pt x="5" y="51"/>
                  </a:cubicBezTo>
                  <a:cubicBezTo>
                    <a:pt x="4" y="51"/>
                    <a:pt x="4" y="51"/>
                    <a:pt x="4" y="51"/>
                  </a:cubicBezTo>
                  <a:cubicBezTo>
                    <a:pt x="4" y="51"/>
                    <a:pt x="3" y="49"/>
                    <a:pt x="3" y="48"/>
                  </a:cubicBezTo>
                  <a:cubicBezTo>
                    <a:pt x="3" y="48"/>
                    <a:pt x="3" y="48"/>
                    <a:pt x="3" y="48"/>
                  </a:cubicBezTo>
                  <a:cubicBezTo>
                    <a:pt x="3" y="47"/>
                    <a:pt x="5" y="45"/>
                    <a:pt x="6" y="43"/>
                  </a:cubicBezTo>
                  <a:cubicBezTo>
                    <a:pt x="6" y="42"/>
                    <a:pt x="6" y="42"/>
                    <a:pt x="6" y="42"/>
                  </a:cubicBezTo>
                  <a:cubicBezTo>
                    <a:pt x="6" y="40"/>
                    <a:pt x="4" y="39"/>
                    <a:pt x="3" y="39"/>
                  </a:cubicBezTo>
                  <a:cubicBezTo>
                    <a:pt x="3" y="38"/>
                    <a:pt x="3" y="38"/>
                    <a:pt x="3" y="38"/>
                  </a:cubicBezTo>
                  <a:cubicBezTo>
                    <a:pt x="3" y="38"/>
                    <a:pt x="3" y="38"/>
                    <a:pt x="3" y="38"/>
                  </a:cubicBezTo>
                  <a:cubicBezTo>
                    <a:pt x="3"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6" y="36"/>
                    <a:pt x="6" y="36"/>
                    <a:pt x="6" y="36"/>
                  </a:cubicBezTo>
                  <a:cubicBezTo>
                    <a:pt x="7" y="36"/>
                    <a:pt x="7" y="36"/>
                    <a:pt x="7" y="36"/>
                  </a:cubicBezTo>
                  <a:cubicBezTo>
                    <a:pt x="7" y="37"/>
                    <a:pt x="7" y="37"/>
                    <a:pt x="7" y="37"/>
                  </a:cubicBezTo>
                  <a:cubicBezTo>
                    <a:pt x="7" y="38"/>
                    <a:pt x="7" y="38"/>
                    <a:pt x="7" y="38"/>
                  </a:cubicBezTo>
                  <a:cubicBezTo>
                    <a:pt x="7" y="38"/>
                    <a:pt x="7" y="38"/>
                    <a:pt x="7" y="38"/>
                  </a:cubicBezTo>
                  <a:cubicBezTo>
                    <a:pt x="8" y="38"/>
                    <a:pt x="8" y="38"/>
                    <a:pt x="8" y="38"/>
                  </a:cubicBezTo>
                  <a:cubicBezTo>
                    <a:pt x="9" y="39"/>
                    <a:pt x="9" y="40"/>
                    <a:pt x="9" y="41"/>
                  </a:cubicBezTo>
                  <a:cubicBezTo>
                    <a:pt x="9" y="41"/>
                    <a:pt x="9" y="41"/>
                    <a:pt x="9" y="41"/>
                  </a:cubicBezTo>
                  <a:cubicBezTo>
                    <a:pt x="9" y="48"/>
                    <a:pt x="1" y="54"/>
                    <a:pt x="1" y="59"/>
                  </a:cubicBezTo>
                  <a:cubicBezTo>
                    <a:pt x="1" y="62"/>
                    <a:pt x="4" y="65"/>
                    <a:pt x="5" y="66"/>
                  </a:cubicBezTo>
                  <a:cubicBezTo>
                    <a:pt x="4" y="68"/>
                    <a:pt x="4" y="68"/>
                    <a:pt x="4" y="68"/>
                  </a:cubicBezTo>
                  <a:cubicBezTo>
                    <a:pt x="4" y="68"/>
                    <a:pt x="4" y="68"/>
                    <a:pt x="4" y="68"/>
                  </a:cubicBezTo>
                  <a:cubicBezTo>
                    <a:pt x="5" y="69"/>
                    <a:pt x="5" y="69"/>
                    <a:pt x="5" y="69"/>
                  </a:cubicBezTo>
                  <a:cubicBezTo>
                    <a:pt x="5" y="70"/>
                    <a:pt x="5" y="70"/>
                    <a:pt x="5" y="70"/>
                  </a:cubicBezTo>
                  <a:cubicBezTo>
                    <a:pt x="6" y="70"/>
                    <a:pt x="6" y="70"/>
                    <a:pt x="6" y="70"/>
                  </a:cubicBezTo>
                  <a:cubicBezTo>
                    <a:pt x="5" y="71"/>
                    <a:pt x="5" y="71"/>
                    <a:pt x="5" y="71"/>
                  </a:cubicBezTo>
                  <a:cubicBezTo>
                    <a:pt x="5" y="72"/>
                    <a:pt x="5" y="72"/>
                    <a:pt x="5" y="72"/>
                  </a:cubicBezTo>
                  <a:cubicBezTo>
                    <a:pt x="6" y="72"/>
                    <a:pt x="6" y="72"/>
                    <a:pt x="6" y="72"/>
                  </a:cubicBezTo>
                  <a:cubicBezTo>
                    <a:pt x="6" y="73"/>
                    <a:pt x="6" y="73"/>
                    <a:pt x="6" y="73"/>
                  </a:cubicBezTo>
                  <a:cubicBezTo>
                    <a:pt x="6" y="73"/>
                    <a:pt x="6" y="73"/>
                    <a:pt x="6" y="73"/>
                  </a:cubicBezTo>
                  <a:cubicBezTo>
                    <a:pt x="7" y="73"/>
                    <a:pt x="7" y="73"/>
                    <a:pt x="7" y="73"/>
                  </a:cubicBezTo>
                  <a:cubicBezTo>
                    <a:pt x="7" y="74"/>
                    <a:pt x="7" y="74"/>
                    <a:pt x="7" y="74"/>
                  </a:cubicBezTo>
                  <a:cubicBezTo>
                    <a:pt x="7" y="75"/>
                    <a:pt x="7" y="75"/>
                    <a:pt x="7" y="75"/>
                  </a:cubicBezTo>
                  <a:cubicBezTo>
                    <a:pt x="8" y="75"/>
                    <a:pt x="8" y="75"/>
                    <a:pt x="8" y="75"/>
                  </a:cubicBezTo>
                  <a:cubicBezTo>
                    <a:pt x="7" y="77"/>
                    <a:pt x="7" y="77"/>
                    <a:pt x="7" y="77"/>
                  </a:cubicBezTo>
                  <a:cubicBezTo>
                    <a:pt x="7" y="77"/>
                    <a:pt x="7" y="77"/>
                    <a:pt x="7" y="77"/>
                  </a:cubicBezTo>
                  <a:cubicBezTo>
                    <a:pt x="8" y="77"/>
                    <a:pt x="8" y="77"/>
                    <a:pt x="8" y="77"/>
                  </a:cubicBezTo>
                  <a:cubicBezTo>
                    <a:pt x="8" y="79"/>
                    <a:pt x="8" y="79"/>
                    <a:pt x="8" y="79"/>
                  </a:cubicBezTo>
                  <a:cubicBezTo>
                    <a:pt x="6" y="82"/>
                    <a:pt x="6" y="82"/>
                    <a:pt x="6" y="82"/>
                  </a:cubicBezTo>
                  <a:cubicBezTo>
                    <a:pt x="6" y="83"/>
                    <a:pt x="7" y="84"/>
                    <a:pt x="7" y="86"/>
                  </a:cubicBezTo>
                  <a:cubicBezTo>
                    <a:pt x="7" y="87"/>
                    <a:pt x="6" y="88"/>
                    <a:pt x="6" y="88"/>
                  </a:cubicBezTo>
                  <a:cubicBezTo>
                    <a:pt x="5" y="93"/>
                    <a:pt x="5" y="93"/>
                    <a:pt x="5" y="93"/>
                  </a:cubicBezTo>
                  <a:cubicBezTo>
                    <a:pt x="6" y="95"/>
                    <a:pt x="6" y="95"/>
                    <a:pt x="6" y="95"/>
                  </a:cubicBezTo>
                  <a:cubicBezTo>
                    <a:pt x="6" y="99"/>
                    <a:pt x="6" y="99"/>
                    <a:pt x="6" y="99"/>
                  </a:cubicBezTo>
                  <a:cubicBezTo>
                    <a:pt x="7" y="100"/>
                    <a:pt x="8" y="100"/>
                    <a:pt x="9" y="100"/>
                  </a:cubicBezTo>
                  <a:cubicBezTo>
                    <a:pt x="10" y="100"/>
                    <a:pt x="10" y="100"/>
                    <a:pt x="10" y="100"/>
                  </a:cubicBezTo>
                  <a:cubicBezTo>
                    <a:pt x="11" y="100"/>
                    <a:pt x="12" y="100"/>
                    <a:pt x="13" y="100"/>
                  </a:cubicBezTo>
                  <a:cubicBezTo>
                    <a:pt x="15" y="100"/>
                    <a:pt x="16" y="99"/>
                    <a:pt x="17" y="98"/>
                  </a:cubicBezTo>
                  <a:cubicBezTo>
                    <a:pt x="19" y="97"/>
                    <a:pt x="19" y="97"/>
                    <a:pt x="19" y="97"/>
                  </a:cubicBezTo>
                  <a:cubicBezTo>
                    <a:pt x="18" y="97"/>
                    <a:pt x="18" y="97"/>
                    <a:pt x="18" y="97"/>
                  </a:cubicBezTo>
                  <a:cubicBezTo>
                    <a:pt x="17" y="95"/>
                    <a:pt x="17" y="95"/>
                    <a:pt x="17" y="95"/>
                  </a:cubicBezTo>
                  <a:cubicBezTo>
                    <a:pt x="15" y="95"/>
                    <a:pt x="15" y="95"/>
                    <a:pt x="15" y="95"/>
                  </a:cubicBezTo>
                  <a:cubicBezTo>
                    <a:pt x="15" y="95"/>
                    <a:pt x="15" y="95"/>
                    <a:pt x="15" y="95"/>
                  </a:cubicBezTo>
                  <a:cubicBezTo>
                    <a:pt x="14" y="95"/>
                    <a:pt x="14" y="95"/>
                    <a:pt x="14" y="95"/>
                  </a:cubicBezTo>
                  <a:cubicBezTo>
                    <a:pt x="14" y="95"/>
                    <a:pt x="14" y="95"/>
                    <a:pt x="14" y="95"/>
                  </a:cubicBezTo>
                  <a:cubicBezTo>
                    <a:pt x="14" y="95"/>
                    <a:pt x="14" y="95"/>
                    <a:pt x="14" y="95"/>
                  </a:cubicBezTo>
                  <a:cubicBezTo>
                    <a:pt x="13" y="95"/>
                    <a:pt x="12" y="96"/>
                    <a:pt x="11" y="96"/>
                  </a:cubicBezTo>
                  <a:cubicBezTo>
                    <a:pt x="11" y="96"/>
                    <a:pt x="11" y="96"/>
                    <a:pt x="11" y="96"/>
                  </a:cubicBezTo>
                  <a:cubicBezTo>
                    <a:pt x="10" y="96"/>
                    <a:pt x="10" y="94"/>
                    <a:pt x="10" y="93"/>
                  </a:cubicBezTo>
                  <a:cubicBezTo>
                    <a:pt x="10" y="92"/>
                    <a:pt x="10" y="92"/>
                    <a:pt x="10" y="92"/>
                  </a:cubicBezTo>
                  <a:cubicBezTo>
                    <a:pt x="10" y="91"/>
                    <a:pt x="10" y="91"/>
                    <a:pt x="10" y="90"/>
                  </a:cubicBezTo>
                  <a:cubicBezTo>
                    <a:pt x="11" y="89"/>
                    <a:pt x="11" y="88"/>
                    <a:pt x="11" y="87"/>
                  </a:cubicBezTo>
                  <a:cubicBezTo>
                    <a:pt x="11" y="86"/>
                    <a:pt x="11" y="86"/>
                    <a:pt x="11" y="86"/>
                  </a:cubicBezTo>
                  <a:cubicBezTo>
                    <a:pt x="11" y="85"/>
                    <a:pt x="11" y="85"/>
                    <a:pt x="12" y="84"/>
                  </a:cubicBezTo>
                  <a:cubicBezTo>
                    <a:pt x="13" y="83"/>
                    <a:pt x="12" y="82"/>
                    <a:pt x="13" y="81"/>
                  </a:cubicBezTo>
                  <a:cubicBezTo>
                    <a:pt x="13" y="80"/>
                    <a:pt x="13" y="79"/>
                    <a:pt x="14" y="78"/>
                  </a:cubicBezTo>
                  <a:cubicBezTo>
                    <a:pt x="15" y="77"/>
                    <a:pt x="16" y="75"/>
                    <a:pt x="17" y="74"/>
                  </a:cubicBezTo>
                  <a:cubicBezTo>
                    <a:pt x="17" y="72"/>
                    <a:pt x="17" y="72"/>
                    <a:pt x="17" y="72"/>
                  </a:cubicBezTo>
                  <a:cubicBezTo>
                    <a:pt x="18" y="70"/>
                    <a:pt x="18" y="70"/>
                    <a:pt x="18" y="70"/>
                  </a:cubicBezTo>
                  <a:cubicBezTo>
                    <a:pt x="19" y="70"/>
                    <a:pt x="19" y="70"/>
                    <a:pt x="19" y="70"/>
                  </a:cubicBezTo>
                  <a:cubicBezTo>
                    <a:pt x="19" y="69"/>
                    <a:pt x="20" y="69"/>
                    <a:pt x="20" y="68"/>
                  </a:cubicBezTo>
                  <a:cubicBezTo>
                    <a:pt x="22" y="67"/>
                    <a:pt x="22" y="67"/>
                    <a:pt x="22" y="67"/>
                  </a:cubicBezTo>
                  <a:cubicBezTo>
                    <a:pt x="22" y="68"/>
                    <a:pt x="22" y="68"/>
                    <a:pt x="22" y="68"/>
                  </a:cubicBezTo>
                  <a:cubicBezTo>
                    <a:pt x="22" y="68"/>
                    <a:pt x="22" y="68"/>
                    <a:pt x="22" y="68"/>
                  </a:cubicBezTo>
                  <a:cubicBezTo>
                    <a:pt x="22" y="68"/>
                    <a:pt x="22" y="68"/>
                    <a:pt x="22" y="68"/>
                  </a:cubicBezTo>
                  <a:cubicBezTo>
                    <a:pt x="22" y="68"/>
                    <a:pt x="22" y="68"/>
                    <a:pt x="22" y="68"/>
                  </a:cubicBezTo>
                  <a:cubicBezTo>
                    <a:pt x="21" y="69"/>
                    <a:pt x="21" y="69"/>
                    <a:pt x="21" y="69"/>
                  </a:cubicBezTo>
                  <a:cubicBezTo>
                    <a:pt x="20" y="71"/>
                    <a:pt x="20" y="71"/>
                    <a:pt x="20" y="71"/>
                  </a:cubicBezTo>
                  <a:cubicBezTo>
                    <a:pt x="20" y="72"/>
                    <a:pt x="20" y="72"/>
                    <a:pt x="20" y="72"/>
                  </a:cubicBezTo>
                  <a:cubicBezTo>
                    <a:pt x="20" y="74"/>
                    <a:pt x="20" y="74"/>
                    <a:pt x="20" y="74"/>
                  </a:cubicBezTo>
                  <a:cubicBezTo>
                    <a:pt x="22" y="75"/>
                    <a:pt x="22" y="75"/>
                    <a:pt x="22" y="75"/>
                  </a:cubicBezTo>
                  <a:cubicBezTo>
                    <a:pt x="24" y="76"/>
                    <a:pt x="24" y="76"/>
                    <a:pt x="24" y="76"/>
                  </a:cubicBezTo>
                  <a:cubicBezTo>
                    <a:pt x="25" y="78"/>
                    <a:pt x="25" y="78"/>
                    <a:pt x="25" y="78"/>
                  </a:cubicBezTo>
                  <a:cubicBezTo>
                    <a:pt x="27" y="79"/>
                    <a:pt x="27" y="79"/>
                    <a:pt x="27" y="79"/>
                  </a:cubicBezTo>
                  <a:cubicBezTo>
                    <a:pt x="28" y="81"/>
                    <a:pt x="28" y="81"/>
                    <a:pt x="28" y="81"/>
                  </a:cubicBezTo>
                  <a:cubicBezTo>
                    <a:pt x="28" y="82"/>
                    <a:pt x="29" y="83"/>
                    <a:pt x="31" y="83"/>
                  </a:cubicBezTo>
                  <a:cubicBezTo>
                    <a:pt x="32" y="83"/>
                    <a:pt x="34" y="80"/>
                    <a:pt x="34" y="79"/>
                  </a:cubicBezTo>
                  <a:cubicBezTo>
                    <a:pt x="35" y="78"/>
                    <a:pt x="36" y="76"/>
                    <a:pt x="36" y="75"/>
                  </a:cubicBezTo>
                  <a:cubicBezTo>
                    <a:pt x="35" y="72"/>
                    <a:pt x="35" y="72"/>
                    <a:pt x="35" y="72"/>
                  </a:cubicBezTo>
                  <a:cubicBezTo>
                    <a:pt x="35" y="72"/>
                    <a:pt x="35" y="72"/>
                    <a:pt x="35" y="72"/>
                  </a:cubicBezTo>
                  <a:cubicBezTo>
                    <a:pt x="35" y="72"/>
                    <a:pt x="35" y="72"/>
                    <a:pt x="35" y="72"/>
                  </a:cubicBezTo>
                  <a:cubicBezTo>
                    <a:pt x="34" y="73"/>
                    <a:pt x="34" y="73"/>
                    <a:pt x="34" y="73"/>
                  </a:cubicBezTo>
                  <a:cubicBezTo>
                    <a:pt x="33" y="74"/>
                    <a:pt x="33" y="74"/>
                    <a:pt x="33" y="74"/>
                  </a:cubicBezTo>
                  <a:cubicBezTo>
                    <a:pt x="31" y="75"/>
                    <a:pt x="31" y="75"/>
                    <a:pt x="31" y="75"/>
                  </a:cubicBezTo>
                  <a:cubicBezTo>
                    <a:pt x="31" y="77"/>
                    <a:pt x="31" y="77"/>
                    <a:pt x="31" y="77"/>
                  </a:cubicBezTo>
                  <a:cubicBezTo>
                    <a:pt x="31" y="77"/>
                    <a:pt x="31" y="77"/>
                    <a:pt x="31" y="77"/>
                  </a:cubicBezTo>
                  <a:cubicBezTo>
                    <a:pt x="30" y="76"/>
                    <a:pt x="30" y="76"/>
                    <a:pt x="30" y="76"/>
                  </a:cubicBezTo>
                  <a:cubicBezTo>
                    <a:pt x="29" y="76"/>
                    <a:pt x="27" y="74"/>
                    <a:pt x="27" y="73"/>
                  </a:cubicBezTo>
                  <a:cubicBezTo>
                    <a:pt x="26" y="72"/>
                    <a:pt x="25" y="71"/>
                    <a:pt x="25" y="70"/>
                  </a:cubicBezTo>
                  <a:cubicBezTo>
                    <a:pt x="26" y="69"/>
                    <a:pt x="26" y="69"/>
                    <a:pt x="26" y="69"/>
                  </a:cubicBezTo>
                  <a:cubicBezTo>
                    <a:pt x="27" y="68"/>
                    <a:pt x="29" y="66"/>
                    <a:pt x="30" y="65"/>
                  </a:cubicBezTo>
                  <a:cubicBezTo>
                    <a:pt x="31" y="64"/>
                    <a:pt x="31" y="64"/>
                    <a:pt x="31" y="64"/>
                  </a:cubicBezTo>
                  <a:cubicBezTo>
                    <a:pt x="31" y="63"/>
                    <a:pt x="31" y="63"/>
                    <a:pt x="31" y="63"/>
                  </a:cubicBezTo>
                  <a:cubicBezTo>
                    <a:pt x="31" y="62"/>
                    <a:pt x="32" y="61"/>
                    <a:pt x="32" y="61"/>
                  </a:cubicBezTo>
                  <a:cubicBezTo>
                    <a:pt x="31" y="57"/>
                    <a:pt x="29" y="56"/>
                    <a:pt x="27" y="56"/>
                  </a:cubicBezTo>
                  <a:cubicBezTo>
                    <a:pt x="25" y="56"/>
                    <a:pt x="25" y="56"/>
                    <a:pt x="25" y="56"/>
                  </a:cubicBezTo>
                  <a:cubicBezTo>
                    <a:pt x="25" y="56"/>
                    <a:pt x="25" y="56"/>
                    <a:pt x="25" y="56"/>
                  </a:cubicBezTo>
                  <a:cubicBezTo>
                    <a:pt x="27" y="54"/>
                    <a:pt x="27" y="54"/>
                    <a:pt x="27" y="54"/>
                  </a:cubicBezTo>
                  <a:cubicBezTo>
                    <a:pt x="28" y="53"/>
                    <a:pt x="28" y="53"/>
                    <a:pt x="28" y="53"/>
                  </a:cubicBezTo>
                  <a:cubicBezTo>
                    <a:pt x="29" y="52"/>
                    <a:pt x="29" y="52"/>
                    <a:pt x="29" y="52"/>
                  </a:cubicBezTo>
                  <a:cubicBezTo>
                    <a:pt x="29" y="52"/>
                    <a:pt x="29" y="52"/>
                    <a:pt x="29" y="52"/>
                  </a:cubicBezTo>
                  <a:cubicBezTo>
                    <a:pt x="29" y="52"/>
                    <a:pt x="29" y="52"/>
                    <a:pt x="29" y="52"/>
                  </a:cubicBezTo>
                  <a:cubicBezTo>
                    <a:pt x="29" y="51"/>
                    <a:pt x="29" y="51"/>
                    <a:pt x="29" y="51"/>
                  </a:cubicBezTo>
                  <a:cubicBezTo>
                    <a:pt x="31" y="52"/>
                    <a:pt x="32" y="56"/>
                    <a:pt x="32" y="56"/>
                  </a:cubicBezTo>
                  <a:cubicBezTo>
                    <a:pt x="32" y="57"/>
                    <a:pt x="32" y="57"/>
                    <a:pt x="32" y="57"/>
                  </a:cubicBezTo>
                  <a:cubicBezTo>
                    <a:pt x="33" y="56"/>
                    <a:pt x="33" y="56"/>
                    <a:pt x="33" y="56"/>
                  </a:cubicBezTo>
                  <a:cubicBezTo>
                    <a:pt x="33" y="55"/>
                    <a:pt x="34" y="54"/>
                    <a:pt x="34" y="53"/>
                  </a:cubicBezTo>
                  <a:cubicBezTo>
                    <a:pt x="35" y="54"/>
                    <a:pt x="35" y="54"/>
                    <a:pt x="35" y="54"/>
                  </a:cubicBezTo>
                  <a:cubicBezTo>
                    <a:pt x="36" y="54"/>
                    <a:pt x="37" y="54"/>
                    <a:pt x="38" y="55"/>
                  </a:cubicBezTo>
                  <a:cubicBezTo>
                    <a:pt x="39" y="55"/>
                    <a:pt x="39" y="55"/>
                    <a:pt x="39" y="56"/>
                  </a:cubicBezTo>
                  <a:cubicBezTo>
                    <a:pt x="39" y="57"/>
                    <a:pt x="39" y="57"/>
                    <a:pt x="39" y="57"/>
                  </a:cubicBezTo>
                  <a:cubicBezTo>
                    <a:pt x="38" y="58"/>
                    <a:pt x="38" y="58"/>
                    <a:pt x="38" y="58"/>
                  </a:cubicBezTo>
                  <a:cubicBezTo>
                    <a:pt x="37" y="60"/>
                    <a:pt x="37" y="60"/>
                    <a:pt x="37" y="60"/>
                  </a:cubicBezTo>
                  <a:cubicBezTo>
                    <a:pt x="37" y="60"/>
                    <a:pt x="37" y="60"/>
                    <a:pt x="37" y="60"/>
                  </a:cubicBezTo>
                  <a:cubicBezTo>
                    <a:pt x="37" y="61"/>
                    <a:pt x="37" y="61"/>
                    <a:pt x="37" y="61"/>
                  </a:cubicBezTo>
                  <a:cubicBezTo>
                    <a:pt x="38" y="62"/>
                    <a:pt x="38" y="62"/>
                    <a:pt x="38" y="62"/>
                  </a:cubicBezTo>
                  <a:cubicBezTo>
                    <a:pt x="38" y="63"/>
                    <a:pt x="38" y="63"/>
                    <a:pt x="38" y="63"/>
                  </a:cubicBezTo>
                  <a:cubicBezTo>
                    <a:pt x="39" y="63"/>
                    <a:pt x="39" y="63"/>
                    <a:pt x="39" y="63"/>
                  </a:cubicBezTo>
                  <a:cubicBezTo>
                    <a:pt x="39" y="63"/>
                    <a:pt x="39" y="63"/>
                    <a:pt x="39" y="63"/>
                  </a:cubicBezTo>
                  <a:cubicBezTo>
                    <a:pt x="39" y="62"/>
                    <a:pt x="39" y="62"/>
                    <a:pt x="39" y="62"/>
                  </a:cubicBezTo>
                  <a:cubicBezTo>
                    <a:pt x="39" y="62"/>
                    <a:pt x="39" y="62"/>
                    <a:pt x="39" y="62"/>
                  </a:cubicBezTo>
                  <a:cubicBezTo>
                    <a:pt x="39" y="61"/>
                    <a:pt x="39" y="61"/>
                    <a:pt x="39" y="61"/>
                  </a:cubicBezTo>
                  <a:cubicBezTo>
                    <a:pt x="39" y="61"/>
                    <a:pt x="39" y="61"/>
                    <a:pt x="39" y="61"/>
                  </a:cubicBezTo>
                  <a:cubicBezTo>
                    <a:pt x="40" y="61"/>
                    <a:pt x="40" y="61"/>
                    <a:pt x="40" y="61"/>
                  </a:cubicBezTo>
                  <a:cubicBezTo>
                    <a:pt x="40" y="58"/>
                    <a:pt x="40" y="58"/>
                    <a:pt x="40" y="58"/>
                  </a:cubicBezTo>
                  <a:cubicBezTo>
                    <a:pt x="41" y="55"/>
                    <a:pt x="41" y="55"/>
                    <a:pt x="41" y="55"/>
                  </a:cubicBezTo>
                  <a:cubicBezTo>
                    <a:pt x="42" y="54"/>
                    <a:pt x="43" y="52"/>
                    <a:pt x="43" y="52"/>
                  </a:cubicBezTo>
                  <a:cubicBezTo>
                    <a:pt x="43" y="49"/>
                    <a:pt x="43" y="49"/>
                    <a:pt x="43" y="49"/>
                  </a:cubicBezTo>
                  <a:cubicBezTo>
                    <a:pt x="44" y="47"/>
                    <a:pt x="44" y="47"/>
                    <a:pt x="44" y="47"/>
                  </a:cubicBezTo>
                  <a:cubicBezTo>
                    <a:pt x="44" y="46"/>
                    <a:pt x="44" y="46"/>
                    <a:pt x="44" y="46"/>
                  </a:cubicBezTo>
                  <a:cubicBezTo>
                    <a:pt x="44" y="46"/>
                    <a:pt x="44" y="46"/>
                    <a:pt x="44" y="46"/>
                  </a:cubicBezTo>
                  <a:cubicBezTo>
                    <a:pt x="44" y="46"/>
                    <a:pt x="44" y="46"/>
                    <a:pt x="44" y="46"/>
                  </a:cubicBezTo>
                  <a:cubicBezTo>
                    <a:pt x="44" y="46"/>
                    <a:pt x="44" y="46"/>
                    <a:pt x="44" y="46"/>
                  </a:cubicBezTo>
                  <a:cubicBezTo>
                    <a:pt x="45" y="46"/>
                    <a:pt x="45" y="46"/>
                    <a:pt x="45" y="46"/>
                  </a:cubicBezTo>
                  <a:cubicBezTo>
                    <a:pt x="44" y="45"/>
                    <a:pt x="44" y="45"/>
                    <a:pt x="44" y="45"/>
                  </a:cubicBezTo>
                  <a:cubicBezTo>
                    <a:pt x="43" y="45"/>
                    <a:pt x="43" y="45"/>
                    <a:pt x="43" y="45"/>
                  </a:cubicBezTo>
                  <a:cubicBezTo>
                    <a:pt x="43" y="45"/>
                    <a:pt x="43" y="45"/>
                    <a:pt x="43" y="45"/>
                  </a:cubicBezTo>
                  <a:cubicBezTo>
                    <a:pt x="43" y="45"/>
                    <a:pt x="43" y="45"/>
                    <a:pt x="43" y="45"/>
                  </a:cubicBezTo>
                  <a:cubicBezTo>
                    <a:pt x="41" y="45"/>
                    <a:pt x="41" y="45"/>
                    <a:pt x="41" y="45"/>
                  </a:cubicBezTo>
                  <a:cubicBezTo>
                    <a:pt x="41" y="45"/>
                    <a:pt x="41" y="45"/>
                    <a:pt x="41" y="45"/>
                  </a:cubicBezTo>
                  <a:cubicBezTo>
                    <a:pt x="40" y="47"/>
                    <a:pt x="40" y="47"/>
                    <a:pt x="40" y="47"/>
                  </a:cubicBezTo>
                  <a:cubicBezTo>
                    <a:pt x="40" y="47"/>
                    <a:pt x="40" y="47"/>
                    <a:pt x="40"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9" y="49"/>
                    <a:pt x="39" y="49"/>
                    <a:pt x="39" y="49"/>
                  </a:cubicBezTo>
                  <a:cubicBezTo>
                    <a:pt x="40" y="50"/>
                    <a:pt x="40" y="50"/>
                    <a:pt x="40" y="50"/>
                  </a:cubicBezTo>
                  <a:cubicBezTo>
                    <a:pt x="40" y="52"/>
                    <a:pt x="40" y="52"/>
                    <a:pt x="40" y="52"/>
                  </a:cubicBezTo>
                  <a:cubicBezTo>
                    <a:pt x="40" y="52"/>
                    <a:pt x="40" y="52"/>
                    <a:pt x="40" y="52"/>
                  </a:cubicBezTo>
                  <a:cubicBezTo>
                    <a:pt x="39" y="52"/>
                    <a:pt x="39" y="52"/>
                    <a:pt x="39" y="52"/>
                  </a:cubicBezTo>
                  <a:cubicBezTo>
                    <a:pt x="39" y="52"/>
                    <a:pt x="39" y="52"/>
                    <a:pt x="39" y="52"/>
                  </a:cubicBezTo>
                  <a:cubicBezTo>
                    <a:pt x="39" y="52"/>
                    <a:pt x="39" y="52"/>
                    <a:pt x="39" y="52"/>
                  </a:cubicBezTo>
                  <a:cubicBezTo>
                    <a:pt x="38" y="52"/>
                    <a:pt x="38" y="52"/>
                    <a:pt x="38" y="52"/>
                  </a:cubicBezTo>
                  <a:cubicBezTo>
                    <a:pt x="38" y="52"/>
                    <a:pt x="36" y="51"/>
                    <a:pt x="35" y="50"/>
                  </a:cubicBezTo>
                  <a:cubicBezTo>
                    <a:pt x="35" y="49"/>
                    <a:pt x="35" y="49"/>
                    <a:pt x="35" y="49"/>
                  </a:cubicBezTo>
                  <a:cubicBezTo>
                    <a:pt x="36" y="47"/>
                    <a:pt x="36" y="47"/>
                    <a:pt x="36" y="47"/>
                  </a:cubicBezTo>
                  <a:cubicBezTo>
                    <a:pt x="37" y="47"/>
                    <a:pt x="37" y="47"/>
                    <a:pt x="37" y="47"/>
                  </a:cubicBezTo>
                  <a:cubicBezTo>
                    <a:pt x="36" y="47"/>
                    <a:pt x="36" y="47"/>
                    <a:pt x="36" y="47"/>
                  </a:cubicBezTo>
                  <a:cubicBezTo>
                    <a:pt x="36" y="47"/>
                    <a:pt x="36" y="47"/>
                    <a:pt x="36" y="47"/>
                  </a:cubicBezTo>
                  <a:cubicBezTo>
                    <a:pt x="35" y="47"/>
                    <a:pt x="34" y="47"/>
                    <a:pt x="33" y="47"/>
                  </a:cubicBezTo>
                  <a:cubicBezTo>
                    <a:pt x="34" y="46"/>
                    <a:pt x="35" y="45"/>
                    <a:pt x="36" y="43"/>
                  </a:cubicBezTo>
                  <a:cubicBezTo>
                    <a:pt x="37" y="40"/>
                    <a:pt x="37" y="40"/>
                    <a:pt x="37" y="40"/>
                  </a:cubicBezTo>
                  <a:cubicBezTo>
                    <a:pt x="40" y="38"/>
                    <a:pt x="40" y="38"/>
                    <a:pt x="40" y="38"/>
                  </a:cubicBezTo>
                  <a:cubicBezTo>
                    <a:pt x="41" y="38"/>
                    <a:pt x="41" y="37"/>
                    <a:pt x="41" y="36"/>
                  </a:cubicBezTo>
                  <a:cubicBezTo>
                    <a:pt x="41" y="35"/>
                    <a:pt x="41" y="33"/>
                    <a:pt x="42" y="33"/>
                  </a:cubicBezTo>
                  <a:cubicBezTo>
                    <a:pt x="43" y="32"/>
                    <a:pt x="43" y="32"/>
                    <a:pt x="43" y="32"/>
                  </a:cubicBezTo>
                  <a:cubicBezTo>
                    <a:pt x="44" y="32"/>
                    <a:pt x="45" y="34"/>
                    <a:pt x="45" y="34"/>
                  </a:cubicBezTo>
                  <a:cubicBezTo>
                    <a:pt x="45" y="34"/>
                    <a:pt x="45" y="34"/>
                    <a:pt x="45" y="34"/>
                  </a:cubicBezTo>
                  <a:cubicBezTo>
                    <a:pt x="45" y="31"/>
                    <a:pt x="44" y="30"/>
                    <a:pt x="43" y="30"/>
                  </a:cubicBezTo>
                  <a:cubicBezTo>
                    <a:pt x="43" y="29"/>
                    <a:pt x="43" y="29"/>
                    <a:pt x="43" y="29"/>
                  </a:cubicBezTo>
                  <a:cubicBezTo>
                    <a:pt x="43" y="28"/>
                    <a:pt x="44" y="27"/>
                    <a:pt x="44" y="26"/>
                  </a:cubicBezTo>
                  <a:cubicBezTo>
                    <a:pt x="45" y="24"/>
                    <a:pt x="45" y="24"/>
                    <a:pt x="45" y="24"/>
                  </a:cubicBezTo>
                  <a:cubicBezTo>
                    <a:pt x="45" y="24"/>
                    <a:pt x="45" y="24"/>
                    <a:pt x="45" y="24"/>
                  </a:cubicBezTo>
                  <a:cubicBezTo>
                    <a:pt x="45" y="26"/>
                    <a:pt x="45" y="26"/>
                    <a:pt x="45" y="26"/>
                  </a:cubicBezTo>
                  <a:cubicBezTo>
                    <a:pt x="46" y="28"/>
                    <a:pt x="46" y="28"/>
                    <a:pt x="46" y="28"/>
                  </a:cubicBezTo>
                  <a:cubicBezTo>
                    <a:pt x="46" y="28"/>
                    <a:pt x="46" y="28"/>
                    <a:pt x="46" y="28"/>
                  </a:cubicBezTo>
                  <a:cubicBezTo>
                    <a:pt x="48" y="29"/>
                    <a:pt x="48" y="29"/>
                    <a:pt x="48" y="29"/>
                  </a:cubicBezTo>
                  <a:cubicBezTo>
                    <a:pt x="48" y="29"/>
                    <a:pt x="48" y="29"/>
                    <a:pt x="48" y="29"/>
                  </a:cubicBezTo>
                  <a:cubicBezTo>
                    <a:pt x="48" y="29"/>
                    <a:pt x="48" y="29"/>
                    <a:pt x="48" y="29"/>
                  </a:cubicBezTo>
                  <a:cubicBezTo>
                    <a:pt x="48" y="28"/>
                    <a:pt x="48" y="28"/>
                    <a:pt x="48" y="28"/>
                  </a:cubicBezTo>
                  <a:cubicBezTo>
                    <a:pt x="48" y="28"/>
                    <a:pt x="48" y="28"/>
                    <a:pt x="48" y="28"/>
                  </a:cubicBezTo>
                  <a:cubicBezTo>
                    <a:pt x="48" y="28"/>
                    <a:pt x="48" y="28"/>
                    <a:pt x="48" y="28"/>
                  </a:cubicBezTo>
                  <a:cubicBezTo>
                    <a:pt x="48" y="27"/>
                    <a:pt x="48" y="27"/>
                    <a:pt x="48" y="27"/>
                  </a:cubicBezTo>
                  <a:cubicBezTo>
                    <a:pt x="48" y="27"/>
                    <a:pt x="48" y="27"/>
                    <a:pt x="48" y="27"/>
                  </a:cubicBezTo>
                  <a:cubicBezTo>
                    <a:pt x="47" y="25"/>
                    <a:pt x="47" y="25"/>
                    <a:pt x="47" y="25"/>
                  </a:cubicBezTo>
                  <a:cubicBezTo>
                    <a:pt x="46" y="21"/>
                    <a:pt x="46" y="21"/>
                    <a:pt x="46" y="21"/>
                  </a:cubicBezTo>
                  <a:cubicBezTo>
                    <a:pt x="46" y="20"/>
                    <a:pt x="46" y="20"/>
                    <a:pt x="46" y="20"/>
                  </a:cubicBezTo>
                  <a:cubicBezTo>
                    <a:pt x="46" y="19"/>
                    <a:pt x="47" y="18"/>
                    <a:pt x="47" y="18"/>
                  </a:cubicBezTo>
                  <a:cubicBezTo>
                    <a:pt x="48" y="15"/>
                    <a:pt x="48" y="15"/>
                    <a:pt x="48" y="15"/>
                  </a:cubicBezTo>
                  <a:cubicBezTo>
                    <a:pt x="48" y="14"/>
                    <a:pt x="48" y="14"/>
                    <a:pt x="48" y="14"/>
                  </a:cubicBezTo>
                  <a:cubicBezTo>
                    <a:pt x="48" y="13"/>
                    <a:pt x="48" y="13"/>
                    <a:pt x="48" y="13"/>
                  </a:cubicBezTo>
                  <a:cubicBezTo>
                    <a:pt x="48" y="13"/>
                    <a:pt x="48" y="13"/>
                    <a:pt x="48" y="13"/>
                  </a:cubicBezTo>
                  <a:lnTo>
                    <a:pt x="49" y="12"/>
                  </a:lnTo>
                  <a:close/>
                  <a:moveTo>
                    <a:pt x="35" y="21"/>
                  </a:moveTo>
                  <a:cubicBezTo>
                    <a:pt x="35" y="21"/>
                    <a:pt x="35" y="21"/>
                    <a:pt x="35" y="21"/>
                  </a:cubicBezTo>
                  <a:cubicBezTo>
                    <a:pt x="35" y="22"/>
                    <a:pt x="35" y="22"/>
                    <a:pt x="35" y="22"/>
                  </a:cubicBezTo>
                  <a:lnTo>
                    <a:pt x="35" y="21"/>
                  </a:lnTo>
                  <a:close/>
                  <a:moveTo>
                    <a:pt x="44" y="10"/>
                  </a:moveTo>
                  <a:cubicBezTo>
                    <a:pt x="45" y="10"/>
                    <a:pt x="45" y="10"/>
                    <a:pt x="45" y="10"/>
                  </a:cubicBezTo>
                  <a:cubicBezTo>
                    <a:pt x="44" y="12"/>
                    <a:pt x="44" y="12"/>
                    <a:pt x="44" y="12"/>
                  </a:cubicBezTo>
                  <a:cubicBezTo>
                    <a:pt x="44" y="12"/>
                    <a:pt x="44" y="12"/>
                    <a:pt x="44" y="12"/>
                  </a:cubicBezTo>
                  <a:cubicBezTo>
                    <a:pt x="44" y="12"/>
                    <a:pt x="44" y="12"/>
                    <a:pt x="44" y="12"/>
                  </a:cubicBezTo>
                  <a:cubicBezTo>
                    <a:pt x="43" y="12"/>
                    <a:pt x="43" y="12"/>
                    <a:pt x="43" y="12"/>
                  </a:cubicBezTo>
                  <a:cubicBezTo>
                    <a:pt x="43" y="12"/>
                    <a:pt x="43" y="12"/>
                    <a:pt x="43" y="12"/>
                  </a:cubicBezTo>
                  <a:lnTo>
                    <a:pt x="44" y="10"/>
                  </a:lnTo>
                  <a:close/>
                  <a:moveTo>
                    <a:pt x="42" y="12"/>
                  </a:moveTo>
                  <a:cubicBezTo>
                    <a:pt x="42" y="12"/>
                    <a:pt x="42" y="12"/>
                    <a:pt x="42" y="12"/>
                  </a:cubicBezTo>
                  <a:cubicBezTo>
                    <a:pt x="42" y="13"/>
                    <a:pt x="42" y="13"/>
                    <a:pt x="42" y="13"/>
                  </a:cubicBezTo>
                  <a:cubicBezTo>
                    <a:pt x="42" y="13"/>
                    <a:pt x="42" y="13"/>
                    <a:pt x="42" y="13"/>
                  </a:cubicBezTo>
                  <a:cubicBezTo>
                    <a:pt x="41" y="13"/>
                    <a:pt x="41" y="13"/>
                    <a:pt x="41" y="13"/>
                  </a:cubicBezTo>
                  <a:lnTo>
                    <a:pt x="42" y="12"/>
                  </a:lnTo>
                  <a:close/>
                  <a:moveTo>
                    <a:pt x="43" y="17"/>
                  </a:moveTo>
                  <a:cubicBezTo>
                    <a:pt x="42" y="16"/>
                    <a:pt x="41" y="15"/>
                    <a:pt x="41" y="15"/>
                  </a:cubicBezTo>
                  <a:cubicBezTo>
                    <a:pt x="41" y="15"/>
                    <a:pt x="41" y="15"/>
                    <a:pt x="41" y="15"/>
                  </a:cubicBezTo>
                  <a:cubicBezTo>
                    <a:pt x="42" y="13"/>
                    <a:pt x="42" y="13"/>
                    <a:pt x="42" y="13"/>
                  </a:cubicBezTo>
                  <a:cubicBezTo>
                    <a:pt x="42" y="13"/>
                    <a:pt x="42" y="13"/>
                    <a:pt x="42" y="13"/>
                  </a:cubicBezTo>
                  <a:cubicBezTo>
                    <a:pt x="42" y="13"/>
                    <a:pt x="42" y="13"/>
                    <a:pt x="42" y="13"/>
                  </a:cubicBezTo>
                  <a:cubicBezTo>
                    <a:pt x="42" y="13"/>
                    <a:pt x="42" y="13"/>
                    <a:pt x="42" y="13"/>
                  </a:cubicBezTo>
                  <a:cubicBezTo>
                    <a:pt x="42" y="14"/>
                    <a:pt x="42" y="14"/>
                    <a:pt x="42" y="14"/>
                  </a:cubicBezTo>
                  <a:cubicBezTo>
                    <a:pt x="42" y="14"/>
                    <a:pt x="42" y="14"/>
                    <a:pt x="42" y="14"/>
                  </a:cubicBezTo>
                  <a:cubicBezTo>
                    <a:pt x="42" y="15"/>
                    <a:pt x="43" y="15"/>
                    <a:pt x="43" y="16"/>
                  </a:cubicBezTo>
                  <a:cubicBezTo>
                    <a:pt x="43" y="18"/>
                    <a:pt x="43" y="18"/>
                    <a:pt x="43" y="18"/>
                  </a:cubicBezTo>
                  <a:cubicBezTo>
                    <a:pt x="43" y="18"/>
                    <a:pt x="43" y="18"/>
                    <a:pt x="43" y="18"/>
                  </a:cubicBezTo>
                  <a:lnTo>
                    <a:pt x="43" y="17"/>
                  </a:lnTo>
                  <a:close/>
                  <a:moveTo>
                    <a:pt x="29" y="21"/>
                  </a:moveTo>
                  <a:cubicBezTo>
                    <a:pt x="29" y="21"/>
                    <a:pt x="29" y="21"/>
                    <a:pt x="29" y="21"/>
                  </a:cubicBezTo>
                  <a:cubicBezTo>
                    <a:pt x="27" y="22"/>
                    <a:pt x="27" y="22"/>
                    <a:pt x="27" y="22"/>
                  </a:cubicBezTo>
                  <a:cubicBezTo>
                    <a:pt x="27" y="21"/>
                    <a:pt x="27" y="21"/>
                    <a:pt x="27" y="21"/>
                  </a:cubicBezTo>
                  <a:cubicBezTo>
                    <a:pt x="27" y="20"/>
                    <a:pt x="27" y="20"/>
                    <a:pt x="27" y="20"/>
                  </a:cubicBezTo>
                  <a:cubicBezTo>
                    <a:pt x="27" y="20"/>
                    <a:pt x="27" y="20"/>
                    <a:pt x="27" y="20"/>
                  </a:cubicBezTo>
                  <a:cubicBezTo>
                    <a:pt x="27" y="20"/>
                    <a:pt x="27" y="20"/>
                    <a:pt x="27" y="20"/>
                  </a:cubicBezTo>
                  <a:cubicBezTo>
                    <a:pt x="29" y="20"/>
                    <a:pt x="29" y="20"/>
                    <a:pt x="29" y="20"/>
                  </a:cubicBezTo>
                  <a:cubicBezTo>
                    <a:pt x="29" y="21"/>
                    <a:pt x="29" y="21"/>
                    <a:pt x="29" y="21"/>
                  </a:cubicBezTo>
                  <a:cubicBezTo>
                    <a:pt x="30" y="22"/>
                    <a:pt x="30" y="22"/>
                    <a:pt x="30" y="22"/>
                  </a:cubicBezTo>
                  <a:cubicBezTo>
                    <a:pt x="31" y="22"/>
                    <a:pt x="31" y="22"/>
                    <a:pt x="31" y="22"/>
                  </a:cubicBezTo>
                  <a:lnTo>
                    <a:pt x="29" y="21"/>
                  </a:lnTo>
                  <a:close/>
                  <a:moveTo>
                    <a:pt x="27" y="20"/>
                  </a:moveTo>
                  <a:cubicBezTo>
                    <a:pt x="27" y="20"/>
                    <a:pt x="27" y="20"/>
                    <a:pt x="27" y="20"/>
                  </a:cubicBezTo>
                  <a:cubicBezTo>
                    <a:pt x="28" y="19"/>
                    <a:pt x="28" y="19"/>
                    <a:pt x="28" y="19"/>
                  </a:cubicBezTo>
                  <a:cubicBezTo>
                    <a:pt x="29" y="19"/>
                    <a:pt x="29" y="19"/>
                    <a:pt x="29" y="19"/>
                  </a:cubicBezTo>
                  <a:cubicBezTo>
                    <a:pt x="30" y="20"/>
                    <a:pt x="30" y="20"/>
                    <a:pt x="30" y="20"/>
                  </a:cubicBezTo>
                  <a:cubicBezTo>
                    <a:pt x="30" y="20"/>
                    <a:pt x="30" y="20"/>
                    <a:pt x="30" y="20"/>
                  </a:cubicBezTo>
                  <a:cubicBezTo>
                    <a:pt x="29" y="20"/>
                    <a:pt x="29" y="20"/>
                    <a:pt x="29" y="20"/>
                  </a:cubicBezTo>
                  <a:cubicBezTo>
                    <a:pt x="27" y="20"/>
                    <a:pt x="27" y="20"/>
                    <a:pt x="27" y="20"/>
                  </a:cubicBezTo>
                  <a:close/>
                  <a:moveTo>
                    <a:pt x="32" y="21"/>
                  </a:moveTo>
                  <a:cubicBezTo>
                    <a:pt x="34" y="22"/>
                    <a:pt x="34" y="22"/>
                    <a:pt x="34" y="22"/>
                  </a:cubicBezTo>
                  <a:cubicBezTo>
                    <a:pt x="34" y="22"/>
                    <a:pt x="34" y="22"/>
                    <a:pt x="34" y="22"/>
                  </a:cubicBezTo>
                  <a:cubicBezTo>
                    <a:pt x="33" y="22"/>
                    <a:pt x="33" y="22"/>
                    <a:pt x="33" y="22"/>
                  </a:cubicBezTo>
                  <a:cubicBezTo>
                    <a:pt x="33" y="22"/>
                    <a:pt x="33" y="22"/>
                    <a:pt x="33" y="22"/>
                  </a:cubicBezTo>
                  <a:cubicBezTo>
                    <a:pt x="33" y="22"/>
                    <a:pt x="33" y="22"/>
                    <a:pt x="33" y="22"/>
                  </a:cubicBezTo>
                  <a:cubicBezTo>
                    <a:pt x="31" y="21"/>
                    <a:pt x="31" y="21"/>
                    <a:pt x="31" y="21"/>
                  </a:cubicBezTo>
                  <a:cubicBezTo>
                    <a:pt x="30" y="20"/>
                    <a:pt x="30" y="20"/>
                    <a:pt x="30" y="20"/>
                  </a:cubicBezTo>
                  <a:cubicBezTo>
                    <a:pt x="30" y="20"/>
                    <a:pt x="30" y="20"/>
                    <a:pt x="30" y="20"/>
                  </a:cubicBezTo>
                  <a:cubicBezTo>
                    <a:pt x="31" y="20"/>
                    <a:pt x="31" y="20"/>
                    <a:pt x="31" y="20"/>
                  </a:cubicBezTo>
                  <a:cubicBezTo>
                    <a:pt x="31" y="20"/>
                    <a:pt x="31" y="20"/>
                    <a:pt x="31" y="20"/>
                  </a:cubicBezTo>
                  <a:lnTo>
                    <a:pt x="32" y="21"/>
                  </a:lnTo>
                  <a:close/>
                  <a:moveTo>
                    <a:pt x="32" y="15"/>
                  </a:moveTo>
                  <a:cubicBezTo>
                    <a:pt x="33" y="15"/>
                    <a:pt x="34" y="15"/>
                    <a:pt x="34" y="16"/>
                  </a:cubicBezTo>
                  <a:cubicBezTo>
                    <a:pt x="34" y="18"/>
                    <a:pt x="34" y="18"/>
                    <a:pt x="34" y="18"/>
                  </a:cubicBezTo>
                  <a:cubicBezTo>
                    <a:pt x="33" y="17"/>
                    <a:pt x="33" y="17"/>
                    <a:pt x="33" y="17"/>
                  </a:cubicBezTo>
                  <a:cubicBezTo>
                    <a:pt x="33" y="17"/>
                    <a:pt x="33" y="17"/>
                    <a:pt x="33" y="17"/>
                  </a:cubicBezTo>
                  <a:cubicBezTo>
                    <a:pt x="31" y="18"/>
                    <a:pt x="31" y="18"/>
                    <a:pt x="31" y="18"/>
                  </a:cubicBezTo>
                  <a:cubicBezTo>
                    <a:pt x="31" y="19"/>
                    <a:pt x="31" y="19"/>
                    <a:pt x="31" y="19"/>
                  </a:cubicBezTo>
                  <a:cubicBezTo>
                    <a:pt x="29" y="19"/>
                    <a:pt x="29" y="19"/>
                    <a:pt x="29" y="19"/>
                  </a:cubicBezTo>
                  <a:cubicBezTo>
                    <a:pt x="28" y="19"/>
                    <a:pt x="28" y="19"/>
                    <a:pt x="28" y="19"/>
                  </a:cubicBezTo>
                  <a:cubicBezTo>
                    <a:pt x="28" y="17"/>
                    <a:pt x="28" y="17"/>
                    <a:pt x="28" y="17"/>
                  </a:cubicBezTo>
                  <a:cubicBezTo>
                    <a:pt x="29" y="15"/>
                    <a:pt x="29" y="15"/>
                    <a:pt x="29" y="15"/>
                  </a:cubicBezTo>
                  <a:lnTo>
                    <a:pt x="32" y="15"/>
                  </a:lnTo>
                  <a:close/>
                  <a:moveTo>
                    <a:pt x="28" y="15"/>
                  </a:moveTo>
                  <a:cubicBezTo>
                    <a:pt x="28" y="15"/>
                    <a:pt x="28" y="15"/>
                    <a:pt x="28" y="15"/>
                  </a:cubicBezTo>
                  <a:cubicBezTo>
                    <a:pt x="28" y="15"/>
                    <a:pt x="28" y="15"/>
                    <a:pt x="28" y="15"/>
                  </a:cubicBezTo>
                  <a:close/>
                  <a:moveTo>
                    <a:pt x="22" y="13"/>
                  </a:moveTo>
                  <a:cubicBezTo>
                    <a:pt x="23" y="14"/>
                    <a:pt x="23" y="14"/>
                    <a:pt x="23" y="14"/>
                  </a:cubicBezTo>
                  <a:cubicBezTo>
                    <a:pt x="22" y="14"/>
                    <a:pt x="22" y="14"/>
                    <a:pt x="22" y="14"/>
                  </a:cubicBezTo>
                  <a:lnTo>
                    <a:pt x="22" y="13"/>
                  </a:lnTo>
                  <a:close/>
                  <a:moveTo>
                    <a:pt x="21" y="16"/>
                  </a:moveTo>
                  <a:cubicBezTo>
                    <a:pt x="21" y="16"/>
                    <a:pt x="21" y="16"/>
                    <a:pt x="21" y="16"/>
                  </a:cubicBezTo>
                  <a:cubicBezTo>
                    <a:pt x="20" y="16"/>
                    <a:pt x="20" y="16"/>
                    <a:pt x="20" y="16"/>
                  </a:cubicBezTo>
                  <a:cubicBezTo>
                    <a:pt x="21" y="14"/>
                    <a:pt x="21" y="14"/>
                    <a:pt x="21" y="14"/>
                  </a:cubicBezTo>
                  <a:cubicBezTo>
                    <a:pt x="21" y="14"/>
                    <a:pt x="21" y="14"/>
                    <a:pt x="21" y="14"/>
                  </a:cubicBezTo>
                  <a:cubicBezTo>
                    <a:pt x="22" y="14"/>
                    <a:pt x="22" y="14"/>
                    <a:pt x="22" y="14"/>
                  </a:cubicBezTo>
                  <a:cubicBezTo>
                    <a:pt x="22" y="14"/>
                    <a:pt x="22" y="14"/>
                    <a:pt x="22" y="14"/>
                  </a:cubicBezTo>
                  <a:cubicBezTo>
                    <a:pt x="24" y="14"/>
                    <a:pt x="24" y="14"/>
                    <a:pt x="24" y="14"/>
                  </a:cubicBezTo>
                  <a:cubicBezTo>
                    <a:pt x="25" y="14"/>
                    <a:pt x="25" y="14"/>
                    <a:pt x="25" y="14"/>
                  </a:cubicBezTo>
                  <a:cubicBezTo>
                    <a:pt x="26" y="14"/>
                    <a:pt x="26" y="13"/>
                    <a:pt x="27" y="13"/>
                  </a:cubicBezTo>
                  <a:cubicBezTo>
                    <a:pt x="29" y="15"/>
                    <a:pt x="29" y="15"/>
                    <a:pt x="29" y="15"/>
                  </a:cubicBezTo>
                  <a:cubicBezTo>
                    <a:pt x="29" y="15"/>
                    <a:pt x="29" y="15"/>
                    <a:pt x="29" y="15"/>
                  </a:cubicBezTo>
                  <a:cubicBezTo>
                    <a:pt x="27" y="14"/>
                    <a:pt x="27" y="14"/>
                    <a:pt x="27" y="14"/>
                  </a:cubicBezTo>
                  <a:cubicBezTo>
                    <a:pt x="27" y="14"/>
                    <a:pt x="27" y="14"/>
                    <a:pt x="27" y="14"/>
                  </a:cubicBezTo>
                  <a:cubicBezTo>
                    <a:pt x="26" y="14"/>
                    <a:pt x="26" y="14"/>
                    <a:pt x="26" y="14"/>
                  </a:cubicBezTo>
                  <a:cubicBezTo>
                    <a:pt x="25" y="15"/>
                    <a:pt x="25" y="15"/>
                    <a:pt x="25" y="15"/>
                  </a:cubicBezTo>
                  <a:cubicBezTo>
                    <a:pt x="24" y="15"/>
                    <a:pt x="24" y="15"/>
                    <a:pt x="24" y="15"/>
                  </a:cubicBezTo>
                  <a:cubicBezTo>
                    <a:pt x="23" y="15"/>
                    <a:pt x="23" y="15"/>
                    <a:pt x="23" y="15"/>
                  </a:cubicBezTo>
                  <a:cubicBezTo>
                    <a:pt x="25" y="16"/>
                    <a:pt x="25" y="16"/>
                    <a:pt x="25" y="16"/>
                  </a:cubicBezTo>
                  <a:cubicBezTo>
                    <a:pt x="25" y="16"/>
                    <a:pt x="25" y="16"/>
                    <a:pt x="25" y="16"/>
                  </a:cubicBezTo>
                  <a:cubicBezTo>
                    <a:pt x="24" y="17"/>
                    <a:pt x="24" y="17"/>
                    <a:pt x="24" y="17"/>
                  </a:cubicBezTo>
                  <a:cubicBezTo>
                    <a:pt x="24" y="17"/>
                    <a:pt x="24" y="17"/>
                    <a:pt x="24" y="17"/>
                  </a:cubicBezTo>
                  <a:cubicBezTo>
                    <a:pt x="24" y="18"/>
                    <a:pt x="24" y="18"/>
                    <a:pt x="24" y="18"/>
                  </a:cubicBezTo>
                  <a:cubicBezTo>
                    <a:pt x="24" y="18"/>
                    <a:pt x="24" y="18"/>
                    <a:pt x="24" y="18"/>
                  </a:cubicBezTo>
                  <a:cubicBezTo>
                    <a:pt x="26" y="17"/>
                    <a:pt x="26" y="17"/>
                    <a:pt x="26" y="17"/>
                  </a:cubicBezTo>
                  <a:cubicBezTo>
                    <a:pt x="27" y="18"/>
                    <a:pt x="27" y="18"/>
                    <a:pt x="27" y="18"/>
                  </a:cubicBezTo>
                  <a:cubicBezTo>
                    <a:pt x="28" y="17"/>
                    <a:pt x="28" y="17"/>
                    <a:pt x="28" y="17"/>
                  </a:cubicBezTo>
                  <a:cubicBezTo>
                    <a:pt x="27" y="19"/>
                    <a:pt x="27" y="19"/>
                    <a:pt x="27" y="19"/>
                  </a:cubicBezTo>
                  <a:cubicBezTo>
                    <a:pt x="27" y="19"/>
                    <a:pt x="27" y="19"/>
                    <a:pt x="27" y="19"/>
                  </a:cubicBezTo>
                  <a:cubicBezTo>
                    <a:pt x="26" y="20"/>
                    <a:pt x="26" y="20"/>
                    <a:pt x="26" y="20"/>
                  </a:cubicBezTo>
                  <a:cubicBezTo>
                    <a:pt x="27" y="22"/>
                    <a:pt x="27" y="22"/>
                    <a:pt x="27" y="22"/>
                  </a:cubicBezTo>
                  <a:cubicBezTo>
                    <a:pt x="27" y="23"/>
                    <a:pt x="27" y="23"/>
                    <a:pt x="27" y="23"/>
                  </a:cubicBezTo>
                  <a:cubicBezTo>
                    <a:pt x="27" y="23"/>
                    <a:pt x="27" y="23"/>
                    <a:pt x="27" y="23"/>
                  </a:cubicBezTo>
                  <a:cubicBezTo>
                    <a:pt x="27" y="24"/>
                    <a:pt x="28" y="25"/>
                    <a:pt x="29" y="26"/>
                  </a:cubicBezTo>
                  <a:cubicBezTo>
                    <a:pt x="31" y="27"/>
                    <a:pt x="32" y="29"/>
                    <a:pt x="34" y="30"/>
                  </a:cubicBezTo>
                  <a:cubicBezTo>
                    <a:pt x="35" y="32"/>
                    <a:pt x="35" y="34"/>
                    <a:pt x="36" y="35"/>
                  </a:cubicBezTo>
                  <a:cubicBezTo>
                    <a:pt x="38" y="36"/>
                    <a:pt x="38" y="36"/>
                    <a:pt x="38" y="36"/>
                  </a:cubicBezTo>
                  <a:cubicBezTo>
                    <a:pt x="37" y="36"/>
                    <a:pt x="37" y="36"/>
                    <a:pt x="37" y="36"/>
                  </a:cubicBezTo>
                  <a:cubicBezTo>
                    <a:pt x="37" y="36"/>
                    <a:pt x="37" y="36"/>
                    <a:pt x="37" y="36"/>
                  </a:cubicBezTo>
                  <a:cubicBezTo>
                    <a:pt x="35" y="35"/>
                    <a:pt x="35" y="35"/>
                    <a:pt x="35" y="35"/>
                  </a:cubicBezTo>
                  <a:cubicBezTo>
                    <a:pt x="34" y="34"/>
                    <a:pt x="33" y="34"/>
                    <a:pt x="33" y="34"/>
                  </a:cubicBezTo>
                  <a:cubicBezTo>
                    <a:pt x="31" y="35"/>
                    <a:pt x="31" y="35"/>
                    <a:pt x="31" y="35"/>
                  </a:cubicBezTo>
                  <a:cubicBezTo>
                    <a:pt x="31" y="36"/>
                    <a:pt x="31" y="36"/>
                    <a:pt x="31" y="36"/>
                  </a:cubicBezTo>
                  <a:cubicBezTo>
                    <a:pt x="30" y="35"/>
                    <a:pt x="30" y="35"/>
                    <a:pt x="30" y="35"/>
                  </a:cubicBezTo>
                  <a:cubicBezTo>
                    <a:pt x="29" y="33"/>
                    <a:pt x="29" y="33"/>
                    <a:pt x="29" y="33"/>
                  </a:cubicBezTo>
                  <a:cubicBezTo>
                    <a:pt x="29" y="33"/>
                    <a:pt x="29" y="33"/>
                    <a:pt x="29" y="33"/>
                  </a:cubicBezTo>
                  <a:cubicBezTo>
                    <a:pt x="29" y="33"/>
                    <a:pt x="29" y="33"/>
                    <a:pt x="29" y="33"/>
                  </a:cubicBezTo>
                  <a:cubicBezTo>
                    <a:pt x="28" y="34"/>
                    <a:pt x="28" y="34"/>
                    <a:pt x="28" y="34"/>
                  </a:cubicBezTo>
                  <a:cubicBezTo>
                    <a:pt x="27" y="35"/>
                    <a:pt x="27" y="35"/>
                    <a:pt x="27" y="35"/>
                  </a:cubicBezTo>
                  <a:cubicBezTo>
                    <a:pt x="27" y="35"/>
                    <a:pt x="27" y="35"/>
                    <a:pt x="27" y="35"/>
                  </a:cubicBezTo>
                  <a:cubicBezTo>
                    <a:pt x="27" y="35"/>
                    <a:pt x="27" y="35"/>
                    <a:pt x="27" y="35"/>
                  </a:cubicBezTo>
                  <a:cubicBezTo>
                    <a:pt x="25" y="33"/>
                    <a:pt x="25" y="33"/>
                    <a:pt x="25" y="33"/>
                  </a:cubicBezTo>
                  <a:cubicBezTo>
                    <a:pt x="25" y="33"/>
                    <a:pt x="25" y="33"/>
                    <a:pt x="25" y="33"/>
                  </a:cubicBezTo>
                  <a:cubicBezTo>
                    <a:pt x="25" y="33"/>
                    <a:pt x="25" y="33"/>
                    <a:pt x="25" y="33"/>
                  </a:cubicBezTo>
                  <a:cubicBezTo>
                    <a:pt x="24" y="34"/>
                    <a:pt x="24" y="34"/>
                    <a:pt x="24" y="34"/>
                  </a:cubicBezTo>
                  <a:cubicBezTo>
                    <a:pt x="24" y="35"/>
                    <a:pt x="24" y="35"/>
                    <a:pt x="24" y="35"/>
                  </a:cubicBezTo>
                  <a:cubicBezTo>
                    <a:pt x="23" y="35"/>
                    <a:pt x="23" y="35"/>
                    <a:pt x="23" y="35"/>
                  </a:cubicBezTo>
                  <a:cubicBezTo>
                    <a:pt x="20" y="33"/>
                    <a:pt x="20" y="33"/>
                    <a:pt x="20" y="33"/>
                  </a:cubicBezTo>
                  <a:cubicBezTo>
                    <a:pt x="20" y="32"/>
                    <a:pt x="21" y="32"/>
                    <a:pt x="21" y="31"/>
                  </a:cubicBezTo>
                  <a:cubicBezTo>
                    <a:pt x="21" y="30"/>
                    <a:pt x="21" y="30"/>
                    <a:pt x="21" y="30"/>
                  </a:cubicBezTo>
                  <a:cubicBezTo>
                    <a:pt x="21" y="29"/>
                    <a:pt x="20" y="28"/>
                    <a:pt x="20" y="26"/>
                  </a:cubicBezTo>
                  <a:cubicBezTo>
                    <a:pt x="20" y="26"/>
                    <a:pt x="20" y="26"/>
                    <a:pt x="20" y="26"/>
                  </a:cubicBezTo>
                  <a:cubicBezTo>
                    <a:pt x="20" y="26"/>
                    <a:pt x="20" y="26"/>
                    <a:pt x="20" y="26"/>
                  </a:cubicBezTo>
                  <a:cubicBezTo>
                    <a:pt x="20" y="26"/>
                    <a:pt x="20" y="26"/>
                    <a:pt x="20" y="26"/>
                  </a:cubicBezTo>
                  <a:cubicBezTo>
                    <a:pt x="19" y="25"/>
                    <a:pt x="19" y="25"/>
                    <a:pt x="19" y="25"/>
                  </a:cubicBezTo>
                  <a:cubicBezTo>
                    <a:pt x="19" y="23"/>
                    <a:pt x="19" y="23"/>
                    <a:pt x="19" y="23"/>
                  </a:cubicBezTo>
                  <a:cubicBezTo>
                    <a:pt x="19" y="21"/>
                    <a:pt x="19" y="21"/>
                    <a:pt x="19" y="21"/>
                  </a:cubicBezTo>
                  <a:cubicBezTo>
                    <a:pt x="19" y="18"/>
                    <a:pt x="20" y="17"/>
                    <a:pt x="21" y="16"/>
                  </a:cubicBezTo>
                  <a:moveTo>
                    <a:pt x="20" y="31"/>
                  </a:moveTo>
                  <a:cubicBezTo>
                    <a:pt x="20" y="32"/>
                    <a:pt x="20" y="32"/>
                    <a:pt x="20" y="32"/>
                  </a:cubicBezTo>
                  <a:cubicBezTo>
                    <a:pt x="20" y="32"/>
                    <a:pt x="20" y="32"/>
                    <a:pt x="20" y="32"/>
                  </a:cubicBezTo>
                  <a:cubicBezTo>
                    <a:pt x="17" y="32"/>
                    <a:pt x="17" y="31"/>
                    <a:pt x="17" y="29"/>
                  </a:cubicBezTo>
                  <a:cubicBezTo>
                    <a:pt x="17" y="28"/>
                    <a:pt x="17" y="28"/>
                    <a:pt x="17" y="28"/>
                  </a:cubicBezTo>
                  <a:cubicBezTo>
                    <a:pt x="18" y="28"/>
                    <a:pt x="19" y="27"/>
                    <a:pt x="19" y="27"/>
                  </a:cubicBezTo>
                  <a:cubicBezTo>
                    <a:pt x="20" y="28"/>
                    <a:pt x="20" y="30"/>
                    <a:pt x="20" y="30"/>
                  </a:cubicBezTo>
                  <a:lnTo>
                    <a:pt x="20" y="31"/>
                  </a:lnTo>
                  <a:close/>
                  <a:moveTo>
                    <a:pt x="16" y="18"/>
                  </a:moveTo>
                  <a:cubicBezTo>
                    <a:pt x="16" y="18"/>
                    <a:pt x="16" y="18"/>
                    <a:pt x="16" y="18"/>
                  </a:cubicBezTo>
                  <a:cubicBezTo>
                    <a:pt x="16" y="17"/>
                    <a:pt x="16" y="17"/>
                    <a:pt x="16" y="17"/>
                  </a:cubicBezTo>
                  <a:cubicBezTo>
                    <a:pt x="16" y="16"/>
                    <a:pt x="16" y="16"/>
                    <a:pt x="16" y="16"/>
                  </a:cubicBezTo>
                  <a:cubicBezTo>
                    <a:pt x="17" y="18"/>
                    <a:pt x="17" y="18"/>
                    <a:pt x="17" y="18"/>
                  </a:cubicBezTo>
                  <a:cubicBezTo>
                    <a:pt x="17" y="19"/>
                    <a:pt x="18" y="20"/>
                    <a:pt x="18" y="20"/>
                  </a:cubicBezTo>
                  <a:cubicBezTo>
                    <a:pt x="18" y="20"/>
                    <a:pt x="18" y="20"/>
                    <a:pt x="18" y="20"/>
                  </a:cubicBezTo>
                  <a:cubicBezTo>
                    <a:pt x="18" y="21"/>
                    <a:pt x="18" y="21"/>
                    <a:pt x="18" y="21"/>
                  </a:cubicBezTo>
                  <a:cubicBezTo>
                    <a:pt x="18" y="21"/>
                    <a:pt x="18" y="21"/>
                    <a:pt x="18" y="21"/>
                  </a:cubicBezTo>
                  <a:cubicBezTo>
                    <a:pt x="18" y="22"/>
                    <a:pt x="18" y="22"/>
                    <a:pt x="18" y="22"/>
                  </a:cubicBezTo>
                  <a:cubicBezTo>
                    <a:pt x="18" y="23"/>
                    <a:pt x="18" y="23"/>
                    <a:pt x="18" y="23"/>
                  </a:cubicBezTo>
                  <a:cubicBezTo>
                    <a:pt x="19" y="24"/>
                    <a:pt x="19" y="24"/>
                    <a:pt x="19" y="24"/>
                  </a:cubicBezTo>
                  <a:cubicBezTo>
                    <a:pt x="16" y="22"/>
                    <a:pt x="16" y="22"/>
                    <a:pt x="16" y="22"/>
                  </a:cubicBezTo>
                  <a:cubicBezTo>
                    <a:pt x="16" y="21"/>
                    <a:pt x="16" y="21"/>
                    <a:pt x="16" y="21"/>
                  </a:cubicBezTo>
                  <a:cubicBezTo>
                    <a:pt x="16" y="21"/>
                    <a:pt x="16" y="21"/>
                    <a:pt x="16" y="21"/>
                  </a:cubicBezTo>
                  <a:cubicBezTo>
                    <a:pt x="15" y="20"/>
                    <a:pt x="15" y="20"/>
                    <a:pt x="15" y="20"/>
                  </a:cubicBezTo>
                  <a:lnTo>
                    <a:pt x="16" y="18"/>
                  </a:lnTo>
                  <a:close/>
                  <a:moveTo>
                    <a:pt x="13" y="13"/>
                  </a:moveTo>
                  <a:cubicBezTo>
                    <a:pt x="14" y="13"/>
                    <a:pt x="14" y="13"/>
                    <a:pt x="14" y="13"/>
                  </a:cubicBezTo>
                  <a:cubicBezTo>
                    <a:pt x="14" y="13"/>
                    <a:pt x="14" y="13"/>
                    <a:pt x="14" y="13"/>
                  </a:cubicBezTo>
                  <a:cubicBezTo>
                    <a:pt x="14" y="11"/>
                    <a:pt x="14" y="11"/>
                    <a:pt x="14" y="11"/>
                  </a:cubicBezTo>
                  <a:cubicBezTo>
                    <a:pt x="15" y="12"/>
                    <a:pt x="15" y="16"/>
                    <a:pt x="15" y="17"/>
                  </a:cubicBezTo>
                  <a:cubicBezTo>
                    <a:pt x="15" y="18"/>
                    <a:pt x="15" y="19"/>
                    <a:pt x="15" y="20"/>
                  </a:cubicBezTo>
                  <a:cubicBezTo>
                    <a:pt x="15" y="20"/>
                    <a:pt x="15" y="20"/>
                    <a:pt x="15" y="20"/>
                  </a:cubicBezTo>
                  <a:cubicBezTo>
                    <a:pt x="14" y="18"/>
                    <a:pt x="14" y="18"/>
                    <a:pt x="14" y="18"/>
                  </a:cubicBezTo>
                  <a:cubicBezTo>
                    <a:pt x="13" y="16"/>
                    <a:pt x="13" y="16"/>
                    <a:pt x="13" y="16"/>
                  </a:cubicBezTo>
                  <a:cubicBezTo>
                    <a:pt x="13" y="16"/>
                    <a:pt x="13" y="16"/>
                    <a:pt x="13" y="16"/>
                  </a:cubicBezTo>
                  <a:cubicBezTo>
                    <a:pt x="13" y="16"/>
                    <a:pt x="13" y="16"/>
                    <a:pt x="13" y="16"/>
                  </a:cubicBezTo>
                  <a:cubicBezTo>
                    <a:pt x="13" y="15"/>
                    <a:pt x="13" y="14"/>
                    <a:pt x="13" y="13"/>
                  </a:cubicBezTo>
                  <a:moveTo>
                    <a:pt x="13" y="1"/>
                  </a:moveTo>
                  <a:cubicBezTo>
                    <a:pt x="13" y="2"/>
                    <a:pt x="13" y="5"/>
                    <a:pt x="13" y="8"/>
                  </a:cubicBezTo>
                  <a:cubicBezTo>
                    <a:pt x="13" y="9"/>
                    <a:pt x="13" y="11"/>
                    <a:pt x="13" y="12"/>
                  </a:cubicBezTo>
                  <a:cubicBezTo>
                    <a:pt x="13" y="12"/>
                    <a:pt x="13" y="13"/>
                    <a:pt x="13" y="14"/>
                  </a:cubicBezTo>
                  <a:cubicBezTo>
                    <a:pt x="13" y="14"/>
                    <a:pt x="13" y="14"/>
                    <a:pt x="13" y="14"/>
                  </a:cubicBezTo>
                  <a:cubicBezTo>
                    <a:pt x="12" y="14"/>
                    <a:pt x="11" y="10"/>
                    <a:pt x="11" y="7"/>
                  </a:cubicBezTo>
                  <a:cubicBezTo>
                    <a:pt x="11" y="5"/>
                    <a:pt x="11" y="3"/>
                    <a:pt x="13" y="1"/>
                  </a:cubicBezTo>
                  <a:moveTo>
                    <a:pt x="12" y="2"/>
                  </a:moveTo>
                  <a:cubicBezTo>
                    <a:pt x="11" y="4"/>
                    <a:pt x="10" y="5"/>
                    <a:pt x="10" y="7"/>
                  </a:cubicBezTo>
                  <a:cubicBezTo>
                    <a:pt x="10" y="11"/>
                    <a:pt x="12" y="15"/>
                    <a:pt x="12" y="15"/>
                  </a:cubicBezTo>
                  <a:cubicBezTo>
                    <a:pt x="12" y="15"/>
                    <a:pt x="12" y="15"/>
                    <a:pt x="12" y="15"/>
                  </a:cubicBezTo>
                  <a:cubicBezTo>
                    <a:pt x="12" y="16"/>
                    <a:pt x="12" y="16"/>
                    <a:pt x="12" y="16"/>
                  </a:cubicBezTo>
                  <a:cubicBezTo>
                    <a:pt x="11" y="15"/>
                    <a:pt x="11" y="15"/>
                    <a:pt x="11" y="15"/>
                  </a:cubicBezTo>
                  <a:cubicBezTo>
                    <a:pt x="10" y="12"/>
                    <a:pt x="10" y="12"/>
                    <a:pt x="10" y="12"/>
                  </a:cubicBezTo>
                  <a:cubicBezTo>
                    <a:pt x="9" y="10"/>
                    <a:pt x="9" y="10"/>
                    <a:pt x="9" y="10"/>
                  </a:cubicBezTo>
                  <a:cubicBezTo>
                    <a:pt x="9" y="10"/>
                    <a:pt x="9" y="10"/>
                    <a:pt x="9" y="10"/>
                  </a:cubicBezTo>
                  <a:cubicBezTo>
                    <a:pt x="9" y="10"/>
                    <a:pt x="9" y="10"/>
                    <a:pt x="9" y="10"/>
                  </a:cubicBezTo>
                  <a:cubicBezTo>
                    <a:pt x="9" y="10"/>
                    <a:pt x="9" y="10"/>
                    <a:pt x="9" y="10"/>
                  </a:cubicBezTo>
                  <a:cubicBezTo>
                    <a:pt x="9" y="9"/>
                    <a:pt x="9" y="9"/>
                    <a:pt x="9" y="9"/>
                  </a:cubicBezTo>
                  <a:cubicBezTo>
                    <a:pt x="9" y="7"/>
                    <a:pt x="10" y="4"/>
                    <a:pt x="12" y="2"/>
                  </a:cubicBezTo>
                  <a:moveTo>
                    <a:pt x="9" y="12"/>
                  </a:moveTo>
                  <a:cubicBezTo>
                    <a:pt x="9" y="11"/>
                    <a:pt x="9" y="11"/>
                    <a:pt x="9" y="11"/>
                  </a:cubicBezTo>
                  <a:cubicBezTo>
                    <a:pt x="9" y="13"/>
                    <a:pt x="11" y="16"/>
                    <a:pt x="12" y="17"/>
                  </a:cubicBezTo>
                  <a:cubicBezTo>
                    <a:pt x="11" y="18"/>
                    <a:pt x="11" y="18"/>
                    <a:pt x="11" y="18"/>
                  </a:cubicBezTo>
                  <a:cubicBezTo>
                    <a:pt x="12" y="20"/>
                    <a:pt x="12" y="20"/>
                    <a:pt x="12" y="20"/>
                  </a:cubicBezTo>
                  <a:cubicBezTo>
                    <a:pt x="11" y="20"/>
                    <a:pt x="11" y="20"/>
                    <a:pt x="11" y="20"/>
                  </a:cubicBezTo>
                  <a:cubicBezTo>
                    <a:pt x="10" y="20"/>
                    <a:pt x="9" y="16"/>
                    <a:pt x="9" y="12"/>
                  </a:cubicBezTo>
                  <a:close/>
                  <a:moveTo>
                    <a:pt x="22" y="44"/>
                  </a:moveTo>
                  <a:cubicBezTo>
                    <a:pt x="22" y="41"/>
                    <a:pt x="22" y="41"/>
                    <a:pt x="22" y="41"/>
                  </a:cubicBezTo>
                  <a:cubicBezTo>
                    <a:pt x="23" y="41"/>
                    <a:pt x="23" y="41"/>
                    <a:pt x="23" y="41"/>
                  </a:cubicBezTo>
                  <a:cubicBezTo>
                    <a:pt x="25" y="40"/>
                    <a:pt x="25" y="40"/>
                    <a:pt x="25" y="40"/>
                  </a:cubicBezTo>
                  <a:cubicBezTo>
                    <a:pt x="25" y="41"/>
                    <a:pt x="25" y="41"/>
                    <a:pt x="25" y="41"/>
                  </a:cubicBezTo>
                  <a:cubicBezTo>
                    <a:pt x="26" y="41"/>
                    <a:pt x="26" y="41"/>
                    <a:pt x="26" y="41"/>
                  </a:cubicBezTo>
                  <a:cubicBezTo>
                    <a:pt x="26" y="41"/>
                    <a:pt x="26" y="41"/>
                    <a:pt x="26" y="41"/>
                  </a:cubicBezTo>
                  <a:cubicBezTo>
                    <a:pt x="26" y="41"/>
                    <a:pt x="26" y="41"/>
                    <a:pt x="26" y="41"/>
                  </a:cubicBezTo>
                  <a:cubicBezTo>
                    <a:pt x="26" y="41"/>
                    <a:pt x="26" y="41"/>
                    <a:pt x="26" y="41"/>
                  </a:cubicBezTo>
                  <a:cubicBezTo>
                    <a:pt x="25" y="42"/>
                    <a:pt x="24" y="43"/>
                    <a:pt x="22" y="44"/>
                  </a:cubicBezTo>
                  <a:moveTo>
                    <a:pt x="22" y="44"/>
                  </a:moveTo>
                  <a:cubicBezTo>
                    <a:pt x="19" y="48"/>
                    <a:pt x="19" y="48"/>
                    <a:pt x="19" y="48"/>
                  </a:cubicBezTo>
                  <a:cubicBezTo>
                    <a:pt x="20" y="47"/>
                    <a:pt x="20" y="47"/>
                    <a:pt x="20" y="47"/>
                  </a:cubicBezTo>
                  <a:cubicBezTo>
                    <a:pt x="20" y="46"/>
                    <a:pt x="20" y="45"/>
                    <a:pt x="20" y="44"/>
                  </a:cubicBezTo>
                  <a:cubicBezTo>
                    <a:pt x="20" y="44"/>
                    <a:pt x="20" y="44"/>
                    <a:pt x="20" y="44"/>
                  </a:cubicBezTo>
                  <a:cubicBezTo>
                    <a:pt x="21" y="44"/>
                    <a:pt x="21" y="44"/>
                    <a:pt x="21" y="44"/>
                  </a:cubicBezTo>
                  <a:lnTo>
                    <a:pt x="22" y="44"/>
                  </a:lnTo>
                  <a:close/>
                  <a:moveTo>
                    <a:pt x="21" y="44"/>
                  </a:moveTo>
                  <a:cubicBezTo>
                    <a:pt x="20" y="42"/>
                    <a:pt x="20" y="42"/>
                    <a:pt x="20" y="42"/>
                  </a:cubicBezTo>
                  <a:cubicBezTo>
                    <a:pt x="20" y="42"/>
                    <a:pt x="20" y="42"/>
                    <a:pt x="20" y="42"/>
                  </a:cubicBezTo>
                  <a:cubicBezTo>
                    <a:pt x="22" y="41"/>
                    <a:pt x="22" y="41"/>
                    <a:pt x="22" y="41"/>
                  </a:cubicBezTo>
                  <a:lnTo>
                    <a:pt x="21" y="44"/>
                  </a:lnTo>
                  <a:close/>
                  <a:moveTo>
                    <a:pt x="20" y="44"/>
                  </a:moveTo>
                  <a:cubicBezTo>
                    <a:pt x="20" y="44"/>
                    <a:pt x="20" y="44"/>
                    <a:pt x="20" y="44"/>
                  </a:cubicBezTo>
                  <a:cubicBezTo>
                    <a:pt x="20" y="44"/>
                    <a:pt x="18" y="45"/>
                    <a:pt x="16" y="45"/>
                  </a:cubicBezTo>
                  <a:cubicBezTo>
                    <a:pt x="18" y="45"/>
                    <a:pt x="18" y="43"/>
                    <a:pt x="18" y="42"/>
                  </a:cubicBezTo>
                  <a:cubicBezTo>
                    <a:pt x="20" y="42"/>
                    <a:pt x="20" y="42"/>
                    <a:pt x="20" y="42"/>
                  </a:cubicBezTo>
                  <a:lnTo>
                    <a:pt x="20" y="44"/>
                  </a:lnTo>
                  <a:close/>
                  <a:moveTo>
                    <a:pt x="11" y="34"/>
                  </a:moveTo>
                  <a:cubicBezTo>
                    <a:pt x="11" y="34"/>
                    <a:pt x="11" y="34"/>
                    <a:pt x="11" y="34"/>
                  </a:cubicBezTo>
                  <a:cubicBezTo>
                    <a:pt x="11" y="34"/>
                    <a:pt x="11" y="34"/>
                    <a:pt x="11" y="34"/>
                  </a:cubicBezTo>
                  <a:cubicBezTo>
                    <a:pt x="11" y="34"/>
                    <a:pt x="11" y="34"/>
                    <a:pt x="11" y="34"/>
                  </a:cubicBezTo>
                  <a:cubicBezTo>
                    <a:pt x="11" y="34"/>
                    <a:pt x="11" y="34"/>
                    <a:pt x="11" y="34"/>
                  </a:cubicBezTo>
                  <a:cubicBezTo>
                    <a:pt x="10" y="34"/>
                    <a:pt x="10" y="34"/>
                    <a:pt x="10" y="34"/>
                  </a:cubicBezTo>
                  <a:cubicBezTo>
                    <a:pt x="10" y="34"/>
                    <a:pt x="10" y="34"/>
                    <a:pt x="10" y="34"/>
                  </a:cubicBezTo>
                  <a:cubicBezTo>
                    <a:pt x="12" y="32"/>
                    <a:pt x="12" y="32"/>
                    <a:pt x="12" y="32"/>
                  </a:cubicBezTo>
                  <a:cubicBezTo>
                    <a:pt x="11" y="34"/>
                    <a:pt x="11" y="34"/>
                    <a:pt x="11" y="34"/>
                  </a:cubicBezTo>
                  <a:cubicBezTo>
                    <a:pt x="11" y="34"/>
                    <a:pt x="11" y="34"/>
                    <a:pt x="11" y="34"/>
                  </a:cubicBezTo>
                  <a:close/>
                  <a:moveTo>
                    <a:pt x="11" y="38"/>
                  </a:moveTo>
                  <a:cubicBezTo>
                    <a:pt x="12" y="39"/>
                    <a:pt x="13" y="39"/>
                    <a:pt x="14" y="39"/>
                  </a:cubicBezTo>
                  <a:cubicBezTo>
                    <a:pt x="13" y="40"/>
                    <a:pt x="13" y="40"/>
                    <a:pt x="13" y="40"/>
                  </a:cubicBezTo>
                  <a:cubicBezTo>
                    <a:pt x="11" y="42"/>
                    <a:pt x="11" y="42"/>
                    <a:pt x="11" y="42"/>
                  </a:cubicBezTo>
                  <a:cubicBezTo>
                    <a:pt x="11" y="41"/>
                    <a:pt x="11" y="39"/>
                    <a:pt x="11" y="38"/>
                  </a:cubicBezTo>
                  <a:moveTo>
                    <a:pt x="14" y="40"/>
                  </a:moveTo>
                  <a:cubicBezTo>
                    <a:pt x="15" y="41"/>
                    <a:pt x="15" y="42"/>
                    <a:pt x="15" y="42"/>
                  </a:cubicBezTo>
                  <a:cubicBezTo>
                    <a:pt x="15" y="42"/>
                    <a:pt x="15" y="42"/>
                    <a:pt x="15" y="42"/>
                  </a:cubicBezTo>
                  <a:cubicBezTo>
                    <a:pt x="15" y="42"/>
                    <a:pt x="15" y="42"/>
                    <a:pt x="15" y="42"/>
                  </a:cubicBezTo>
                  <a:cubicBezTo>
                    <a:pt x="16" y="42"/>
                    <a:pt x="17" y="42"/>
                    <a:pt x="18" y="42"/>
                  </a:cubicBezTo>
                  <a:cubicBezTo>
                    <a:pt x="18" y="43"/>
                    <a:pt x="17" y="45"/>
                    <a:pt x="15" y="45"/>
                  </a:cubicBezTo>
                  <a:cubicBezTo>
                    <a:pt x="15" y="45"/>
                    <a:pt x="15" y="43"/>
                    <a:pt x="15" y="42"/>
                  </a:cubicBezTo>
                  <a:cubicBezTo>
                    <a:pt x="15" y="42"/>
                    <a:pt x="15" y="42"/>
                    <a:pt x="15" y="42"/>
                  </a:cubicBezTo>
                  <a:cubicBezTo>
                    <a:pt x="14" y="42"/>
                    <a:pt x="14" y="42"/>
                    <a:pt x="14" y="42"/>
                  </a:cubicBezTo>
                  <a:cubicBezTo>
                    <a:pt x="13" y="43"/>
                    <a:pt x="13" y="43"/>
                    <a:pt x="13" y="43"/>
                  </a:cubicBezTo>
                  <a:cubicBezTo>
                    <a:pt x="11" y="42"/>
                    <a:pt x="11" y="42"/>
                    <a:pt x="11" y="42"/>
                  </a:cubicBezTo>
                  <a:cubicBezTo>
                    <a:pt x="13" y="42"/>
                    <a:pt x="14" y="40"/>
                    <a:pt x="14" y="40"/>
                  </a:cubicBezTo>
                  <a:moveTo>
                    <a:pt x="12" y="44"/>
                  </a:moveTo>
                  <a:cubicBezTo>
                    <a:pt x="12" y="43"/>
                    <a:pt x="12" y="43"/>
                    <a:pt x="12" y="43"/>
                  </a:cubicBezTo>
                  <a:cubicBezTo>
                    <a:pt x="13" y="43"/>
                    <a:pt x="13" y="43"/>
                    <a:pt x="13" y="43"/>
                  </a:cubicBezTo>
                  <a:cubicBezTo>
                    <a:pt x="14" y="43"/>
                    <a:pt x="14" y="43"/>
                    <a:pt x="14" y="43"/>
                  </a:cubicBezTo>
                  <a:cubicBezTo>
                    <a:pt x="14" y="44"/>
                    <a:pt x="14" y="45"/>
                    <a:pt x="14" y="46"/>
                  </a:cubicBezTo>
                  <a:cubicBezTo>
                    <a:pt x="14" y="46"/>
                    <a:pt x="14" y="46"/>
                    <a:pt x="14" y="46"/>
                  </a:cubicBezTo>
                  <a:cubicBezTo>
                    <a:pt x="14" y="46"/>
                    <a:pt x="14" y="46"/>
                    <a:pt x="14" y="46"/>
                  </a:cubicBezTo>
                  <a:cubicBezTo>
                    <a:pt x="14" y="46"/>
                    <a:pt x="14" y="46"/>
                    <a:pt x="14" y="46"/>
                  </a:cubicBezTo>
                  <a:cubicBezTo>
                    <a:pt x="15" y="46"/>
                    <a:pt x="15" y="46"/>
                    <a:pt x="15" y="46"/>
                  </a:cubicBezTo>
                  <a:cubicBezTo>
                    <a:pt x="16" y="46"/>
                    <a:pt x="16" y="46"/>
                    <a:pt x="16" y="46"/>
                  </a:cubicBezTo>
                  <a:cubicBezTo>
                    <a:pt x="16" y="47"/>
                    <a:pt x="16" y="47"/>
                    <a:pt x="16" y="47"/>
                  </a:cubicBezTo>
                  <a:cubicBezTo>
                    <a:pt x="16" y="48"/>
                    <a:pt x="16" y="48"/>
                    <a:pt x="15" y="50"/>
                  </a:cubicBezTo>
                  <a:cubicBezTo>
                    <a:pt x="15" y="52"/>
                    <a:pt x="12" y="54"/>
                    <a:pt x="11" y="55"/>
                  </a:cubicBezTo>
                  <a:cubicBezTo>
                    <a:pt x="9" y="57"/>
                    <a:pt x="9" y="58"/>
                    <a:pt x="8" y="60"/>
                  </a:cubicBezTo>
                  <a:cubicBezTo>
                    <a:pt x="7" y="61"/>
                    <a:pt x="7" y="61"/>
                    <a:pt x="7" y="61"/>
                  </a:cubicBezTo>
                  <a:cubicBezTo>
                    <a:pt x="7" y="61"/>
                    <a:pt x="7" y="61"/>
                    <a:pt x="7" y="61"/>
                  </a:cubicBezTo>
                  <a:cubicBezTo>
                    <a:pt x="7" y="61"/>
                    <a:pt x="7" y="61"/>
                    <a:pt x="7" y="61"/>
                  </a:cubicBezTo>
                  <a:cubicBezTo>
                    <a:pt x="5" y="61"/>
                    <a:pt x="5" y="59"/>
                    <a:pt x="5" y="59"/>
                  </a:cubicBezTo>
                  <a:cubicBezTo>
                    <a:pt x="5" y="58"/>
                    <a:pt x="5" y="58"/>
                    <a:pt x="5" y="58"/>
                  </a:cubicBezTo>
                  <a:cubicBezTo>
                    <a:pt x="5" y="54"/>
                    <a:pt x="10" y="52"/>
                    <a:pt x="12" y="44"/>
                  </a:cubicBezTo>
                  <a:moveTo>
                    <a:pt x="18" y="42"/>
                  </a:moveTo>
                  <a:cubicBezTo>
                    <a:pt x="16" y="42"/>
                    <a:pt x="16" y="42"/>
                    <a:pt x="16" y="42"/>
                  </a:cubicBezTo>
                  <a:cubicBezTo>
                    <a:pt x="17" y="41"/>
                    <a:pt x="18" y="40"/>
                    <a:pt x="18" y="39"/>
                  </a:cubicBezTo>
                  <a:cubicBezTo>
                    <a:pt x="18" y="40"/>
                    <a:pt x="18" y="40"/>
                    <a:pt x="18" y="40"/>
                  </a:cubicBezTo>
                  <a:cubicBezTo>
                    <a:pt x="19" y="42"/>
                    <a:pt x="19" y="42"/>
                    <a:pt x="19" y="42"/>
                  </a:cubicBezTo>
                  <a:lnTo>
                    <a:pt x="18" y="42"/>
                  </a:lnTo>
                  <a:close/>
                  <a:moveTo>
                    <a:pt x="15" y="41"/>
                  </a:moveTo>
                  <a:cubicBezTo>
                    <a:pt x="15" y="39"/>
                    <a:pt x="15" y="39"/>
                    <a:pt x="15" y="39"/>
                  </a:cubicBezTo>
                  <a:cubicBezTo>
                    <a:pt x="15" y="39"/>
                    <a:pt x="15" y="39"/>
                    <a:pt x="15" y="39"/>
                  </a:cubicBezTo>
                  <a:cubicBezTo>
                    <a:pt x="15" y="39"/>
                    <a:pt x="15" y="39"/>
                    <a:pt x="15" y="39"/>
                  </a:cubicBezTo>
                  <a:cubicBezTo>
                    <a:pt x="15" y="39"/>
                    <a:pt x="15" y="39"/>
                    <a:pt x="15" y="39"/>
                  </a:cubicBezTo>
                  <a:cubicBezTo>
                    <a:pt x="15" y="39"/>
                    <a:pt x="13" y="39"/>
                    <a:pt x="12" y="38"/>
                  </a:cubicBezTo>
                  <a:cubicBezTo>
                    <a:pt x="14" y="36"/>
                    <a:pt x="14" y="36"/>
                    <a:pt x="14" y="36"/>
                  </a:cubicBezTo>
                  <a:cubicBezTo>
                    <a:pt x="14" y="38"/>
                    <a:pt x="14" y="38"/>
                    <a:pt x="14" y="38"/>
                  </a:cubicBezTo>
                  <a:cubicBezTo>
                    <a:pt x="14" y="38"/>
                    <a:pt x="14" y="38"/>
                    <a:pt x="14" y="38"/>
                  </a:cubicBezTo>
                  <a:cubicBezTo>
                    <a:pt x="14" y="38"/>
                    <a:pt x="14" y="38"/>
                    <a:pt x="14" y="38"/>
                  </a:cubicBezTo>
                  <a:cubicBezTo>
                    <a:pt x="14" y="38"/>
                    <a:pt x="15" y="38"/>
                    <a:pt x="16" y="38"/>
                  </a:cubicBezTo>
                  <a:cubicBezTo>
                    <a:pt x="17" y="39"/>
                    <a:pt x="17" y="39"/>
                    <a:pt x="17" y="39"/>
                  </a:cubicBezTo>
                  <a:cubicBezTo>
                    <a:pt x="17" y="39"/>
                    <a:pt x="17" y="39"/>
                    <a:pt x="17" y="39"/>
                  </a:cubicBezTo>
                  <a:cubicBezTo>
                    <a:pt x="17" y="39"/>
                    <a:pt x="17" y="41"/>
                    <a:pt x="15" y="41"/>
                  </a:cubicBezTo>
                  <a:moveTo>
                    <a:pt x="14" y="35"/>
                  </a:moveTo>
                  <a:cubicBezTo>
                    <a:pt x="14" y="35"/>
                    <a:pt x="14" y="35"/>
                    <a:pt x="14" y="35"/>
                  </a:cubicBezTo>
                  <a:cubicBezTo>
                    <a:pt x="14" y="36"/>
                    <a:pt x="14" y="36"/>
                    <a:pt x="14" y="36"/>
                  </a:cubicBezTo>
                  <a:cubicBezTo>
                    <a:pt x="14" y="36"/>
                    <a:pt x="12" y="37"/>
                    <a:pt x="11" y="38"/>
                  </a:cubicBezTo>
                  <a:cubicBezTo>
                    <a:pt x="11" y="36"/>
                    <a:pt x="11" y="36"/>
                    <a:pt x="11" y="36"/>
                  </a:cubicBezTo>
                  <a:cubicBezTo>
                    <a:pt x="11" y="36"/>
                    <a:pt x="11" y="36"/>
                    <a:pt x="11" y="36"/>
                  </a:cubicBezTo>
                  <a:cubicBezTo>
                    <a:pt x="11" y="34"/>
                    <a:pt x="11" y="34"/>
                    <a:pt x="11" y="34"/>
                  </a:cubicBezTo>
                  <a:cubicBezTo>
                    <a:pt x="11" y="34"/>
                    <a:pt x="11" y="34"/>
                    <a:pt x="11" y="34"/>
                  </a:cubicBezTo>
                  <a:cubicBezTo>
                    <a:pt x="11" y="34"/>
                    <a:pt x="11" y="34"/>
                    <a:pt x="11" y="34"/>
                  </a:cubicBezTo>
                  <a:cubicBezTo>
                    <a:pt x="12" y="34"/>
                    <a:pt x="12" y="34"/>
                    <a:pt x="12" y="34"/>
                  </a:cubicBezTo>
                  <a:cubicBezTo>
                    <a:pt x="12" y="35"/>
                    <a:pt x="12" y="35"/>
                    <a:pt x="12" y="35"/>
                  </a:cubicBezTo>
                  <a:cubicBezTo>
                    <a:pt x="12" y="35"/>
                    <a:pt x="12" y="35"/>
                    <a:pt x="12" y="35"/>
                  </a:cubicBezTo>
                  <a:cubicBezTo>
                    <a:pt x="13" y="35"/>
                    <a:pt x="13" y="35"/>
                    <a:pt x="13" y="35"/>
                  </a:cubicBezTo>
                  <a:cubicBezTo>
                    <a:pt x="14" y="35"/>
                    <a:pt x="14" y="35"/>
                    <a:pt x="14" y="35"/>
                  </a:cubicBezTo>
                  <a:close/>
                  <a:moveTo>
                    <a:pt x="9" y="34"/>
                  </a:moveTo>
                  <a:cubicBezTo>
                    <a:pt x="9" y="32"/>
                    <a:pt x="9" y="32"/>
                    <a:pt x="9" y="32"/>
                  </a:cubicBezTo>
                  <a:cubicBezTo>
                    <a:pt x="10" y="31"/>
                    <a:pt x="10" y="31"/>
                    <a:pt x="10" y="31"/>
                  </a:cubicBezTo>
                  <a:cubicBezTo>
                    <a:pt x="10" y="30"/>
                    <a:pt x="10" y="30"/>
                    <a:pt x="10" y="30"/>
                  </a:cubicBezTo>
                  <a:cubicBezTo>
                    <a:pt x="9" y="30"/>
                    <a:pt x="9" y="30"/>
                    <a:pt x="9" y="30"/>
                  </a:cubicBezTo>
                  <a:cubicBezTo>
                    <a:pt x="8" y="29"/>
                    <a:pt x="8" y="29"/>
                    <a:pt x="8" y="29"/>
                  </a:cubicBezTo>
                  <a:cubicBezTo>
                    <a:pt x="8" y="28"/>
                    <a:pt x="8" y="28"/>
                    <a:pt x="8" y="28"/>
                  </a:cubicBezTo>
                  <a:cubicBezTo>
                    <a:pt x="10" y="28"/>
                    <a:pt x="10" y="28"/>
                    <a:pt x="10" y="28"/>
                  </a:cubicBezTo>
                  <a:cubicBezTo>
                    <a:pt x="10" y="29"/>
                    <a:pt x="10" y="30"/>
                    <a:pt x="10" y="30"/>
                  </a:cubicBezTo>
                  <a:cubicBezTo>
                    <a:pt x="10" y="30"/>
                    <a:pt x="10" y="30"/>
                    <a:pt x="10" y="30"/>
                  </a:cubicBezTo>
                  <a:cubicBezTo>
                    <a:pt x="10" y="30"/>
                    <a:pt x="10" y="30"/>
                    <a:pt x="10" y="30"/>
                  </a:cubicBezTo>
                  <a:cubicBezTo>
                    <a:pt x="12" y="32"/>
                    <a:pt x="12" y="32"/>
                    <a:pt x="12" y="32"/>
                  </a:cubicBezTo>
                  <a:lnTo>
                    <a:pt x="9" y="34"/>
                  </a:lnTo>
                  <a:close/>
                  <a:moveTo>
                    <a:pt x="10" y="27"/>
                  </a:moveTo>
                  <a:cubicBezTo>
                    <a:pt x="10" y="27"/>
                    <a:pt x="8" y="27"/>
                    <a:pt x="7" y="28"/>
                  </a:cubicBezTo>
                  <a:cubicBezTo>
                    <a:pt x="8" y="27"/>
                    <a:pt x="8" y="27"/>
                    <a:pt x="8" y="27"/>
                  </a:cubicBezTo>
                  <a:cubicBezTo>
                    <a:pt x="9" y="25"/>
                    <a:pt x="9" y="25"/>
                    <a:pt x="9" y="25"/>
                  </a:cubicBezTo>
                  <a:cubicBezTo>
                    <a:pt x="9" y="25"/>
                    <a:pt x="9" y="25"/>
                    <a:pt x="9" y="25"/>
                  </a:cubicBezTo>
                  <a:cubicBezTo>
                    <a:pt x="9" y="25"/>
                    <a:pt x="9" y="25"/>
                    <a:pt x="9" y="25"/>
                  </a:cubicBezTo>
                  <a:cubicBezTo>
                    <a:pt x="10" y="27"/>
                    <a:pt x="10" y="27"/>
                    <a:pt x="10" y="27"/>
                  </a:cubicBezTo>
                  <a:close/>
                  <a:moveTo>
                    <a:pt x="9" y="25"/>
                  </a:moveTo>
                  <a:cubicBezTo>
                    <a:pt x="9" y="25"/>
                    <a:pt x="9" y="25"/>
                    <a:pt x="9" y="25"/>
                  </a:cubicBezTo>
                  <a:cubicBezTo>
                    <a:pt x="9" y="25"/>
                    <a:pt x="9" y="25"/>
                    <a:pt x="9" y="25"/>
                  </a:cubicBezTo>
                  <a:cubicBezTo>
                    <a:pt x="9" y="25"/>
                    <a:pt x="9" y="25"/>
                    <a:pt x="9" y="25"/>
                  </a:cubicBezTo>
                  <a:cubicBezTo>
                    <a:pt x="9" y="25"/>
                    <a:pt x="9" y="25"/>
                    <a:pt x="9" y="25"/>
                  </a:cubicBezTo>
                  <a:cubicBezTo>
                    <a:pt x="8" y="25"/>
                    <a:pt x="7" y="24"/>
                    <a:pt x="7" y="23"/>
                  </a:cubicBezTo>
                  <a:cubicBezTo>
                    <a:pt x="8" y="23"/>
                    <a:pt x="8" y="23"/>
                    <a:pt x="8" y="23"/>
                  </a:cubicBezTo>
                  <a:cubicBezTo>
                    <a:pt x="10" y="23"/>
                    <a:pt x="10" y="23"/>
                    <a:pt x="10" y="23"/>
                  </a:cubicBezTo>
                  <a:cubicBezTo>
                    <a:pt x="10" y="23"/>
                    <a:pt x="10" y="23"/>
                    <a:pt x="10" y="23"/>
                  </a:cubicBezTo>
                  <a:cubicBezTo>
                    <a:pt x="9" y="25"/>
                    <a:pt x="9" y="25"/>
                    <a:pt x="9" y="25"/>
                  </a:cubicBezTo>
                  <a:close/>
                  <a:moveTo>
                    <a:pt x="10" y="23"/>
                  </a:moveTo>
                  <a:cubicBezTo>
                    <a:pt x="10" y="22"/>
                    <a:pt x="9" y="22"/>
                    <a:pt x="8" y="22"/>
                  </a:cubicBezTo>
                  <a:cubicBezTo>
                    <a:pt x="10" y="21"/>
                    <a:pt x="10" y="21"/>
                    <a:pt x="10" y="21"/>
                  </a:cubicBezTo>
                  <a:cubicBezTo>
                    <a:pt x="10" y="21"/>
                    <a:pt x="10" y="21"/>
                    <a:pt x="10" y="21"/>
                  </a:cubicBezTo>
                  <a:lnTo>
                    <a:pt x="10" y="23"/>
                  </a:lnTo>
                  <a:close/>
                  <a:moveTo>
                    <a:pt x="3" y="3"/>
                  </a:moveTo>
                  <a:cubicBezTo>
                    <a:pt x="4" y="5"/>
                    <a:pt x="7" y="10"/>
                    <a:pt x="8" y="12"/>
                  </a:cubicBezTo>
                  <a:cubicBezTo>
                    <a:pt x="8" y="13"/>
                    <a:pt x="8" y="14"/>
                    <a:pt x="8" y="15"/>
                  </a:cubicBezTo>
                  <a:cubicBezTo>
                    <a:pt x="7" y="13"/>
                    <a:pt x="3" y="7"/>
                    <a:pt x="3" y="3"/>
                  </a:cubicBezTo>
                  <a:close/>
                  <a:moveTo>
                    <a:pt x="2" y="2"/>
                  </a:moveTo>
                  <a:cubicBezTo>
                    <a:pt x="3" y="3"/>
                    <a:pt x="3" y="3"/>
                    <a:pt x="3" y="3"/>
                  </a:cubicBezTo>
                  <a:cubicBezTo>
                    <a:pt x="2" y="2"/>
                    <a:pt x="2" y="2"/>
                    <a:pt x="2" y="2"/>
                  </a:cubicBezTo>
                  <a:close/>
                  <a:moveTo>
                    <a:pt x="2" y="5"/>
                  </a:moveTo>
                  <a:cubicBezTo>
                    <a:pt x="2" y="3"/>
                    <a:pt x="2" y="3"/>
                    <a:pt x="2" y="3"/>
                  </a:cubicBezTo>
                  <a:cubicBezTo>
                    <a:pt x="2" y="3"/>
                    <a:pt x="2" y="3"/>
                    <a:pt x="2" y="3"/>
                  </a:cubicBezTo>
                  <a:cubicBezTo>
                    <a:pt x="2" y="9"/>
                    <a:pt x="9" y="16"/>
                    <a:pt x="9" y="16"/>
                  </a:cubicBezTo>
                  <a:cubicBezTo>
                    <a:pt x="9" y="17"/>
                    <a:pt x="9" y="19"/>
                    <a:pt x="10" y="20"/>
                  </a:cubicBezTo>
                  <a:cubicBezTo>
                    <a:pt x="9" y="19"/>
                    <a:pt x="8" y="18"/>
                    <a:pt x="7" y="16"/>
                  </a:cubicBezTo>
                  <a:cubicBezTo>
                    <a:pt x="6" y="16"/>
                    <a:pt x="6" y="16"/>
                    <a:pt x="6" y="16"/>
                  </a:cubicBezTo>
                  <a:cubicBezTo>
                    <a:pt x="6" y="16"/>
                    <a:pt x="2" y="10"/>
                    <a:pt x="2" y="5"/>
                  </a:cubicBezTo>
                  <a:moveTo>
                    <a:pt x="6" y="16"/>
                  </a:moveTo>
                  <a:cubicBezTo>
                    <a:pt x="7" y="18"/>
                    <a:pt x="9" y="20"/>
                    <a:pt x="10" y="20"/>
                  </a:cubicBezTo>
                  <a:cubicBezTo>
                    <a:pt x="9" y="21"/>
                    <a:pt x="9" y="21"/>
                    <a:pt x="9" y="21"/>
                  </a:cubicBezTo>
                  <a:cubicBezTo>
                    <a:pt x="8" y="21"/>
                    <a:pt x="7" y="19"/>
                    <a:pt x="6" y="18"/>
                  </a:cubicBezTo>
                  <a:cubicBezTo>
                    <a:pt x="4" y="17"/>
                    <a:pt x="3" y="15"/>
                    <a:pt x="2" y="13"/>
                  </a:cubicBezTo>
                  <a:cubicBezTo>
                    <a:pt x="3" y="14"/>
                    <a:pt x="5" y="16"/>
                    <a:pt x="6" y="16"/>
                  </a:cubicBezTo>
                  <a:moveTo>
                    <a:pt x="6" y="22"/>
                  </a:moveTo>
                  <a:cubicBezTo>
                    <a:pt x="6" y="22"/>
                    <a:pt x="6" y="22"/>
                    <a:pt x="6" y="22"/>
                  </a:cubicBezTo>
                  <a:cubicBezTo>
                    <a:pt x="6" y="22"/>
                    <a:pt x="1" y="18"/>
                    <a:pt x="1" y="14"/>
                  </a:cubicBezTo>
                  <a:cubicBezTo>
                    <a:pt x="2" y="14"/>
                    <a:pt x="2" y="14"/>
                    <a:pt x="2" y="14"/>
                  </a:cubicBezTo>
                  <a:cubicBezTo>
                    <a:pt x="3" y="17"/>
                    <a:pt x="7" y="20"/>
                    <a:pt x="8" y="21"/>
                  </a:cubicBezTo>
                  <a:cubicBezTo>
                    <a:pt x="7" y="22"/>
                    <a:pt x="7" y="22"/>
                    <a:pt x="7" y="22"/>
                  </a:cubicBezTo>
                  <a:cubicBezTo>
                    <a:pt x="6" y="22"/>
                    <a:pt x="6" y="22"/>
                    <a:pt x="6" y="22"/>
                  </a:cubicBezTo>
                  <a:cubicBezTo>
                    <a:pt x="7" y="22"/>
                    <a:pt x="7" y="22"/>
                    <a:pt x="7" y="22"/>
                  </a:cubicBezTo>
                  <a:cubicBezTo>
                    <a:pt x="7" y="24"/>
                    <a:pt x="8" y="25"/>
                    <a:pt x="8" y="25"/>
                  </a:cubicBezTo>
                  <a:cubicBezTo>
                    <a:pt x="8" y="26"/>
                    <a:pt x="8" y="26"/>
                    <a:pt x="8" y="26"/>
                  </a:cubicBezTo>
                  <a:cubicBezTo>
                    <a:pt x="8" y="25"/>
                    <a:pt x="6" y="25"/>
                    <a:pt x="5" y="24"/>
                  </a:cubicBezTo>
                  <a:cubicBezTo>
                    <a:pt x="4" y="23"/>
                    <a:pt x="3" y="22"/>
                    <a:pt x="2" y="21"/>
                  </a:cubicBezTo>
                  <a:cubicBezTo>
                    <a:pt x="3" y="21"/>
                    <a:pt x="5" y="21"/>
                    <a:pt x="6" y="22"/>
                  </a:cubicBezTo>
                  <a:moveTo>
                    <a:pt x="4" y="26"/>
                  </a:moveTo>
                  <a:cubicBezTo>
                    <a:pt x="3" y="25"/>
                    <a:pt x="2" y="23"/>
                    <a:pt x="2" y="22"/>
                  </a:cubicBezTo>
                  <a:cubicBezTo>
                    <a:pt x="3" y="24"/>
                    <a:pt x="7" y="26"/>
                    <a:pt x="8" y="26"/>
                  </a:cubicBezTo>
                  <a:cubicBezTo>
                    <a:pt x="7" y="28"/>
                    <a:pt x="7" y="28"/>
                    <a:pt x="7" y="28"/>
                  </a:cubicBezTo>
                  <a:cubicBezTo>
                    <a:pt x="7" y="28"/>
                    <a:pt x="7" y="28"/>
                    <a:pt x="7" y="28"/>
                  </a:cubicBezTo>
                  <a:cubicBezTo>
                    <a:pt x="6" y="28"/>
                    <a:pt x="6" y="28"/>
                    <a:pt x="6" y="28"/>
                  </a:cubicBezTo>
                  <a:cubicBezTo>
                    <a:pt x="6" y="28"/>
                    <a:pt x="5" y="27"/>
                    <a:pt x="4" y="26"/>
                  </a:cubicBezTo>
                  <a:moveTo>
                    <a:pt x="4" y="29"/>
                  </a:moveTo>
                  <a:cubicBezTo>
                    <a:pt x="4" y="29"/>
                    <a:pt x="5" y="28"/>
                    <a:pt x="6" y="28"/>
                  </a:cubicBezTo>
                  <a:cubicBezTo>
                    <a:pt x="6" y="28"/>
                    <a:pt x="6" y="28"/>
                    <a:pt x="6" y="28"/>
                  </a:cubicBezTo>
                  <a:cubicBezTo>
                    <a:pt x="6" y="28"/>
                    <a:pt x="6" y="28"/>
                    <a:pt x="6" y="28"/>
                  </a:cubicBezTo>
                  <a:cubicBezTo>
                    <a:pt x="6" y="29"/>
                    <a:pt x="6" y="29"/>
                    <a:pt x="6" y="29"/>
                  </a:cubicBezTo>
                  <a:cubicBezTo>
                    <a:pt x="6" y="29"/>
                    <a:pt x="6" y="29"/>
                    <a:pt x="6" y="29"/>
                  </a:cubicBezTo>
                  <a:cubicBezTo>
                    <a:pt x="7" y="29"/>
                    <a:pt x="7" y="29"/>
                    <a:pt x="7" y="29"/>
                  </a:cubicBezTo>
                  <a:cubicBezTo>
                    <a:pt x="9" y="30"/>
                    <a:pt x="9" y="30"/>
                    <a:pt x="9" y="30"/>
                  </a:cubicBezTo>
                  <a:cubicBezTo>
                    <a:pt x="7" y="30"/>
                    <a:pt x="7" y="30"/>
                    <a:pt x="7" y="30"/>
                  </a:cubicBezTo>
                  <a:cubicBezTo>
                    <a:pt x="5" y="30"/>
                    <a:pt x="4" y="29"/>
                    <a:pt x="4" y="29"/>
                  </a:cubicBezTo>
                  <a:close/>
                  <a:moveTo>
                    <a:pt x="4" y="30"/>
                  </a:moveTo>
                  <a:cubicBezTo>
                    <a:pt x="5" y="31"/>
                    <a:pt x="8" y="31"/>
                    <a:pt x="9" y="31"/>
                  </a:cubicBezTo>
                  <a:cubicBezTo>
                    <a:pt x="9" y="32"/>
                    <a:pt x="9" y="32"/>
                    <a:pt x="9" y="32"/>
                  </a:cubicBezTo>
                  <a:cubicBezTo>
                    <a:pt x="9" y="34"/>
                    <a:pt x="9" y="34"/>
                    <a:pt x="9" y="34"/>
                  </a:cubicBezTo>
                  <a:cubicBezTo>
                    <a:pt x="8" y="34"/>
                    <a:pt x="8" y="34"/>
                    <a:pt x="8" y="34"/>
                  </a:cubicBezTo>
                  <a:cubicBezTo>
                    <a:pt x="8" y="34"/>
                    <a:pt x="8" y="34"/>
                    <a:pt x="8" y="34"/>
                  </a:cubicBezTo>
                  <a:cubicBezTo>
                    <a:pt x="7" y="33"/>
                    <a:pt x="7" y="33"/>
                    <a:pt x="7" y="33"/>
                  </a:cubicBezTo>
                  <a:cubicBezTo>
                    <a:pt x="6" y="33"/>
                    <a:pt x="5" y="32"/>
                    <a:pt x="4" y="30"/>
                  </a:cubicBezTo>
                  <a:moveTo>
                    <a:pt x="6" y="35"/>
                  </a:moveTo>
                  <a:cubicBezTo>
                    <a:pt x="5" y="35"/>
                    <a:pt x="5" y="35"/>
                    <a:pt x="5" y="35"/>
                  </a:cubicBezTo>
                  <a:cubicBezTo>
                    <a:pt x="5" y="35"/>
                    <a:pt x="5" y="35"/>
                    <a:pt x="5" y="35"/>
                  </a:cubicBezTo>
                  <a:cubicBezTo>
                    <a:pt x="5" y="35"/>
                    <a:pt x="5" y="35"/>
                    <a:pt x="5" y="35"/>
                  </a:cubicBezTo>
                  <a:cubicBezTo>
                    <a:pt x="4" y="35"/>
                    <a:pt x="2" y="36"/>
                    <a:pt x="2" y="38"/>
                  </a:cubicBezTo>
                  <a:cubicBezTo>
                    <a:pt x="2" y="38"/>
                    <a:pt x="2" y="38"/>
                    <a:pt x="2" y="38"/>
                  </a:cubicBezTo>
                  <a:cubicBezTo>
                    <a:pt x="3" y="40"/>
                    <a:pt x="3" y="40"/>
                    <a:pt x="3" y="40"/>
                  </a:cubicBezTo>
                  <a:cubicBezTo>
                    <a:pt x="3" y="40"/>
                    <a:pt x="3" y="40"/>
                    <a:pt x="3" y="40"/>
                  </a:cubicBezTo>
                  <a:cubicBezTo>
                    <a:pt x="3" y="40"/>
                    <a:pt x="6" y="40"/>
                    <a:pt x="6" y="42"/>
                  </a:cubicBezTo>
                  <a:cubicBezTo>
                    <a:pt x="6" y="43"/>
                    <a:pt x="6" y="43"/>
                    <a:pt x="6" y="43"/>
                  </a:cubicBezTo>
                  <a:cubicBezTo>
                    <a:pt x="5" y="45"/>
                    <a:pt x="3" y="46"/>
                    <a:pt x="3" y="48"/>
                  </a:cubicBezTo>
                  <a:cubicBezTo>
                    <a:pt x="3" y="48"/>
                    <a:pt x="3" y="48"/>
                    <a:pt x="3" y="48"/>
                  </a:cubicBezTo>
                  <a:cubicBezTo>
                    <a:pt x="3" y="49"/>
                    <a:pt x="3" y="50"/>
                    <a:pt x="4" y="51"/>
                  </a:cubicBezTo>
                  <a:cubicBezTo>
                    <a:pt x="4" y="51"/>
                    <a:pt x="4" y="51"/>
                    <a:pt x="4" y="51"/>
                  </a:cubicBezTo>
                  <a:cubicBezTo>
                    <a:pt x="3" y="51"/>
                    <a:pt x="3" y="51"/>
                    <a:pt x="3" y="51"/>
                  </a:cubicBezTo>
                  <a:cubicBezTo>
                    <a:pt x="3" y="51"/>
                    <a:pt x="3" y="50"/>
                    <a:pt x="3" y="49"/>
                  </a:cubicBezTo>
                  <a:cubicBezTo>
                    <a:pt x="2" y="48"/>
                    <a:pt x="2" y="48"/>
                    <a:pt x="2" y="48"/>
                  </a:cubicBezTo>
                  <a:cubicBezTo>
                    <a:pt x="3" y="46"/>
                    <a:pt x="3" y="46"/>
                    <a:pt x="3" y="46"/>
                  </a:cubicBezTo>
                  <a:cubicBezTo>
                    <a:pt x="3" y="45"/>
                    <a:pt x="4" y="44"/>
                    <a:pt x="5" y="43"/>
                  </a:cubicBezTo>
                  <a:cubicBezTo>
                    <a:pt x="5" y="42"/>
                    <a:pt x="5" y="42"/>
                    <a:pt x="5" y="42"/>
                  </a:cubicBezTo>
                  <a:cubicBezTo>
                    <a:pt x="5" y="41"/>
                    <a:pt x="3" y="40"/>
                    <a:pt x="3" y="40"/>
                  </a:cubicBezTo>
                  <a:cubicBezTo>
                    <a:pt x="3" y="40"/>
                    <a:pt x="3" y="40"/>
                    <a:pt x="3" y="40"/>
                  </a:cubicBezTo>
                  <a:cubicBezTo>
                    <a:pt x="3" y="40"/>
                    <a:pt x="4" y="41"/>
                    <a:pt x="4" y="42"/>
                  </a:cubicBezTo>
                  <a:cubicBezTo>
                    <a:pt x="4" y="43"/>
                    <a:pt x="4" y="43"/>
                    <a:pt x="4" y="43"/>
                  </a:cubicBezTo>
                  <a:cubicBezTo>
                    <a:pt x="4" y="44"/>
                    <a:pt x="3" y="45"/>
                    <a:pt x="2" y="46"/>
                  </a:cubicBezTo>
                  <a:cubicBezTo>
                    <a:pt x="2" y="48"/>
                    <a:pt x="2" y="48"/>
                    <a:pt x="2" y="48"/>
                  </a:cubicBezTo>
                  <a:cubicBezTo>
                    <a:pt x="2" y="49"/>
                    <a:pt x="2" y="49"/>
                    <a:pt x="2" y="49"/>
                  </a:cubicBezTo>
                  <a:cubicBezTo>
                    <a:pt x="2" y="50"/>
                    <a:pt x="2" y="50"/>
                    <a:pt x="2" y="50"/>
                  </a:cubicBezTo>
                  <a:cubicBezTo>
                    <a:pt x="2" y="49"/>
                    <a:pt x="2" y="49"/>
                    <a:pt x="2" y="49"/>
                  </a:cubicBezTo>
                  <a:cubicBezTo>
                    <a:pt x="2" y="49"/>
                    <a:pt x="2" y="49"/>
                    <a:pt x="2" y="48"/>
                  </a:cubicBezTo>
                  <a:cubicBezTo>
                    <a:pt x="2" y="48"/>
                    <a:pt x="2" y="48"/>
                    <a:pt x="2" y="48"/>
                  </a:cubicBezTo>
                  <a:cubicBezTo>
                    <a:pt x="2" y="47"/>
                    <a:pt x="3" y="43"/>
                    <a:pt x="3" y="43"/>
                  </a:cubicBezTo>
                  <a:cubicBezTo>
                    <a:pt x="3" y="42"/>
                    <a:pt x="3" y="42"/>
                    <a:pt x="3" y="42"/>
                  </a:cubicBezTo>
                  <a:cubicBezTo>
                    <a:pt x="3" y="41"/>
                    <a:pt x="2" y="40"/>
                    <a:pt x="2" y="40"/>
                  </a:cubicBezTo>
                  <a:cubicBezTo>
                    <a:pt x="1" y="41"/>
                    <a:pt x="1" y="41"/>
                    <a:pt x="1" y="41"/>
                  </a:cubicBezTo>
                  <a:cubicBezTo>
                    <a:pt x="2" y="41"/>
                    <a:pt x="2" y="41"/>
                    <a:pt x="2" y="41"/>
                  </a:cubicBezTo>
                  <a:cubicBezTo>
                    <a:pt x="3" y="42"/>
                    <a:pt x="3" y="42"/>
                    <a:pt x="3" y="42"/>
                  </a:cubicBezTo>
                  <a:cubicBezTo>
                    <a:pt x="3" y="43"/>
                    <a:pt x="3" y="43"/>
                    <a:pt x="3" y="43"/>
                  </a:cubicBezTo>
                  <a:cubicBezTo>
                    <a:pt x="2" y="43"/>
                    <a:pt x="1" y="46"/>
                    <a:pt x="1" y="48"/>
                  </a:cubicBezTo>
                  <a:cubicBezTo>
                    <a:pt x="1" y="48"/>
                    <a:pt x="1" y="48"/>
                    <a:pt x="1" y="48"/>
                  </a:cubicBezTo>
                  <a:cubicBezTo>
                    <a:pt x="2" y="50"/>
                    <a:pt x="2" y="50"/>
                    <a:pt x="2" y="50"/>
                  </a:cubicBezTo>
                  <a:cubicBezTo>
                    <a:pt x="3" y="51"/>
                    <a:pt x="3" y="51"/>
                    <a:pt x="3" y="51"/>
                  </a:cubicBezTo>
                  <a:cubicBezTo>
                    <a:pt x="2" y="51"/>
                    <a:pt x="1" y="50"/>
                    <a:pt x="1" y="49"/>
                  </a:cubicBezTo>
                  <a:cubicBezTo>
                    <a:pt x="1" y="48"/>
                    <a:pt x="1" y="48"/>
                    <a:pt x="1" y="48"/>
                  </a:cubicBezTo>
                  <a:cubicBezTo>
                    <a:pt x="2" y="44"/>
                    <a:pt x="2" y="44"/>
                    <a:pt x="2" y="43"/>
                  </a:cubicBezTo>
                  <a:cubicBezTo>
                    <a:pt x="2" y="43"/>
                    <a:pt x="2" y="43"/>
                    <a:pt x="2" y="43"/>
                  </a:cubicBezTo>
                  <a:cubicBezTo>
                    <a:pt x="2" y="42"/>
                    <a:pt x="1" y="41"/>
                    <a:pt x="1" y="38"/>
                  </a:cubicBezTo>
                  <a:cubicBezTo>
                    <a:pt x="1" y="38"/>
                    <a:pt x="1" y="38"/>
                    <a:pt x="1" y="38"/>
                  </a:cubicBezTo>
                  <a:cubicBezTo>
                    <a:pt x="1" y="35"/>
                    <a:pt x="3" y="34"/>
                    <a:pt x="5" y="34"/>
                  </a:cubicBezTo>
                  <a:cubicBezTo>
                    <a:pt x="6" y="34"/>
                    <a:pt x="6" y="34"/>
                    <a:pt x="6" y="34"/>
                  </a:cubicBezTo>
                  <a:cubicBezTo>
                    <a:pt x="7" y="34"/>
                    <a:pt x="7" y="34"/>
                    <a:pt x="7" y="34"/>
                  </a:cubicBezTo>
                  <a:cubicBezTo>
                    <a:pt x="8" y="34"/>
                    <a:pt x="8" y="34"/>
                    <a:pt x="8" y="34"/>
                  </a:cubicBezTo>
                  <a:cubicBezTo>
                    <a:pt x="7" y="35"/>
                    <a:pt x="7" y="35"/>
                    <a:pt x="7" y="35"/>
                  </a:cubicBezTo>
                  <a:lnTo>
                    <a:pt x="6" y="35"/>
                  </a:lnTo>
                  <a:close/>
                  <a:moveTo>
                    <a:pt x="9" y="34"/>
                  </a:moveTo>
                  <a:cubicBezTo>
                    <a:pt x="9" y="34"/>
                    <a:pt x="9" y="34"/>
                    <a:pt x="9" y="34"/>
                  </a:cubicBezTo>
                  <a:cubicBezTo>
                    <a:pt x="9" y="34"/>
                    <a:pt x="9" y="34"/>
                    <a:pt x="9" y="34"/>
                  </a:cubicBezTo>
                  <a:cubicBezTo>
                    <a:pt x="9" y="34"/>
                    <a:pt x="9" y="34"/>
                    <a:pt x="9" y="34"/>
                  </a:cubicBezTo>
                  <a:cubicBezTo>
                    <a:pt x="9" y="35"/>
                    <a:pt x="9" y="35"/>
                    <a:pt x="9" y="35"/>
                  </a:cubicBezTo>
                  <a:cubicBezTo>
                    <a:pt x="10" y="35"/>
                    <a:pt x="10" y="35"/>
                    <a:pt x="10" y="35"/>
                  </a:cubicBezTo>
                  <a:cubicBezTo>
                    <a:pt x="8" y="37"/>
                    <a:pt x="8" y="37"/>
                    <a:pt x="8" y="37"/>
                  </a:cubicBezTo>
                  <a:lnTo>
                    <a:pt x="9" y="34"/>
                  </a:lnTo>
                  <a:close/>
                  <a:moveTo>
                    <a:pt x="8" y="37"/>
                  </a:moveTo>
                  <a:cubicBezTo>
                    <a:pt x="9" y="37"/>
                    <a:pt x="10" y="36"/>
                    <a:pt x="11" y="35"/>
                  </a:cubicBezTo>
                  <a:cubicBezTo>
                    <a:pt x="11" y="36"/>
                    <a:pt x="11" y="36"/>
                    <a:pt x="11" y="36"/>
                  </a:cubicBezTo>
                  <a:cubicBezTo>
                    <a:pt x="11" y="36"/>
                    <a:pt x="11" y="36"/>
                    <a:pt x="11" y="36"/>
                  </a:cubicBezTo>
                  <a:cubicBezTo>
                    <a:pt x="11" y="38"/>
                    <a:pt x="11" y="38"/>
                    <a:pt x="11" y="38"/>
                  </a:cubicBezTo>
                  <a:cubicBezTo>
                    <a:pt x="10" y="38"/>
                    <a:pt x="9" y="37"/>
                    <a:pt x="8" y="37"/>
                  </a:cubicBezTo>
                  <a:moveTo>
                    <a:pt x="27" y="57"/>
                  </a:moveTo>
                  <a:cubicBezTo>
                    <a:pt x="29" y="57"/>
                    <a:pt x="31" y="57"/>
                    <a:pt x="31" y="61"/>
                  </a:cubicBezTo>
                  <a:cubicBezTo>
                    <a:pt x="30" y="63"/>
                    <a:pt x="30" y="63"/>
                    <a:pt x="30" y="63"/>
                  </a:cubicBezTo>
                  <a:cubicBezTo>
                    <a:pt x="30" y="63"/>
                    <a:pt x="30" y="63"/>
                    <a:pt x="30" y="63"/>
                  </a:cubicBezTo>
                  <a:cubicBezTo>
                    <a:pt x="30" y="64"/>
                    <a:pt x="30" y="64"/>
                    <a:pt x="30" y="64"/>
                  </a:cubicBezTo>
                  <a:cubicBezTo>
                    <a:pt x="30" y="64"/>
                    <a:pt x="30" y="64"/>
                    <a:pt x="30" y="64"/>
                  </a:cubicBezTo>
                  <a:cubicBezTo>
                    <a:pt x="30" y="65"/>
                    <a:pt x="30" y="65"/>
                    <a:pt x="30" y="65"/>
                  </a:cubicBezTo>
                  <a:cubicBezTo>
                    <a:pt x="29" y="66"/>
                    <a:pt x="27" y="68"/>
                    <a:pt x="25" y="69"/>
                  </a:cubicBezTo>
                  <a:cubicBezTo>
                    <a:pt x="25" y="70"/>
                    <a:pt x="25" y="70"/>
                    <a:pt x="25" y="70"/>
                  </a:cubicBezTo>
                  <a:cubicBezTo>
                    <a:pt x="25" y="71"/>
                    <a:pt x="26" y="72"/>
                    <a:pt x="26" y="73"/>
                  </a:cubicBezTo>
                  <a:cubicBezTo>
                    <a:pt x="27" y="74"/>
                    <a:pt x="28" y="76"/>
                    <a:pt x="29" y="77"/>
                  </a:cubicBezTo>
                  <a:cubicBezTo>
                    <a:pt x="30" y="78"/>
                    <a:pt x="30" y="78"/>
                    <a:pt x="30" y="78"/>
                  </a:cubicBezTo>
                  <a:cubicBezTo>
                    <a:pt x="30" y="78"/>
                    <a:pt x="30" y="78"/>
                    <a:pt x="30" y="78"/>
                  </a:cubicBezTo>
                  <a:cubicBezTo>
                    <a:pt x="30" y="78"/>
                    <a:pt x="30" y="78"/>
                    <a:pt x="30" y="78"/>
                  </a:cubicBezTo>
                  <a:cubicBezTo>
                    <a:pt x="30" y="80"/>
                    <a:pt x="30" y="80"/>
                    <a:pt x="30" y="80"/>
                  </a:cubicBezTo>
                  <a:cubicBezTo>
                    <a:pt x="30" y="80"/>
                    <a:pt x="30" y="80"/>
                    <a:pt x="30" y="80"/>
                  </a:cubicBezTo>
                  <a:cubicBezTo>
                    <a:pt x="31" y="79"/>
                    <a:pt x="31" y="79"/>
                    <a:pt x="31" y="79"/>
                  </a:cubicBezTo>
                  <a:cubicBezTo>
                    <a:pt x="31" y="78"/>
                    <a:pt x="31" y="78"/>
                    <a:pt x="31" y="78"/>
                  </a:cubicBezTo>
                  <a:cubicBezTo>
                    <a:pt x="31" y="78"/>
                    <a:pt x="31" y="78"/>
                    <a:pt x="31" y="78"/>
                  </a:cubicBezTo>
                  <a:cubicBezTo>
                    <a:pt x="31" y="78"/>
                    <a:pt x="31" y="78"/>
                    <a:pt x="31" y="78"/>
                  </a:cubicBezTo>
                  <a:cubicBezTo>
                    <a:pt x="32" y="77"/>
                    <a:pt x="32" y="77"/>
                    <a:pt x="32" y="77"/>
                  </a:cubicBezTo>
                  <a:cubicBezTo>
                    <a:pt x="33" y="76"/>
                    <a:pt x="33" y="76"/>
                    <a:pt x="33" y="76"/>
                  </a:cubicBezTo>
                  <a:cubicBezTo>
                    <a:pt x="33" y="76"/>
                    <a:pt x="33" y="76"/>
                    <a:pt x="33" y="76"/>
                  </a:cubicBezTo>
                  <a:cubicBezTo>
                    <a:pt x="34" y="76"/>
                    <a:pt x="34" y="76"/>
                    <a:pt x="34" y="76"/>
                  </a:cubicBezTo>
                  <a:cubicBezTo>
                    <a:pt x="34" y="76"/>
                    <a:pt x="34" y="76"/>
                    <a:pt x="34" y="76"/>
                  </a:cubicBezTo>
                  <a:cubicBezTo>
                    <a:pt x="35" y="76"/>
                    <a:pt x="35" y="76"/>
                    <a:pt x="35" y="76"/>
                  </a:cubicBezTo>
                  <a:cubicBezTo>
                    <a:pt x="33" y="75"/>
                    <a:pt x="33" y="75"/>
                    <a:pt x="33" y="75"/>
                  </a:cubicBezTo>
                  <a:cubicBezTo>
                    <a:pt x="33" y="75"/>
                    <a:pt x="33" y="75"/>
                    <a:pt x="33" y="75"/>
                  </a:cubicBezTo>
                  <a:cubicBezTo>
                    <a:pt x="32" y="76"/>
                    <a:pt x="32" y="76"/>
                    <a:pt x="32" y="76"/>
                  </a:cubicBezTo>
                  <a:cubicBezTo>
                    <a:pt x="31" y="77"/>
                    <a:pt x="31" y="77"/>
                    <a:pt x="31" y="77"/>
                  </a:cubicBezTo>
                  <a:cubicBezTo>
                    <a:pt x="32" y="75"/>
                    <a:pt x="32" y="75"/>
                    <a:pt x="32" y="75"/>
                  </a:cubicBezTo>
                  <a:cubicBezTo>
                    <a:pt x="33" y="74"/>
                    <a:pt x="33" y="74"/>
                    <a:pt x="33" y="74"/>
                  </a:cubicBezTo>
                  <a:cubicBezTo>
                    <a:pt x="33" y="74"/>
                    <a:pt x="33" y="74"/>
                    <a:pt x="33" y="74"/>
                  </a:cubicBezTo>
                  <a:cubicBezTo>
                    <a:pt x="34" y="74"/>
                    <a:pt x="34" y="74"/>
                    <a:pt x="34" y="74"/>
                  </a:cubicBezTo>
                  <a:cubicBezTo>
                    <a:pt x="35" y="75"/>
                    <a:pt x="35" y="75"/>
                    <a:pt x="35" y="75"/>
                  </a:cubicBezTo>
                  <a:cubicBezTo>
                    <a:pt x="35" y="74"/>
                    <a:pt x="35" y="74"/>
                    <a:pt x="35" y="74"/>
                  </a:cubicBezTo>
                  <a:cubicBezTo>
                    <a:pt x="34" y="74"/>
                    <a:pt x="34" y="74"/>
                    <a:pt x="34" y="74"/>
                  </a:cubicBezTo>
                  <a:cubicBezTo>
                    <a:pt x="34" y="74"/>
                    <a:pt x="34" y="74"/>
                    <a:pt x="34" y="74"/>
                  </a:cubicBezTo>
                  <a:cubicBezTo>
                    <a:pt x="34" y="73"/>
                    <a:pt x="34" y="73"/>
                    <a:pt x="34" y="73"/>
                  </a:cubicBezTo>
                  <a:cubicBezTo>
                    <a:pt x="35" y="73"/>
                    <a:pt x="35" y="73"/>
                    <a:pt x="35" y="73"/>
                  </a:cubicBezTo>
                  <a:cubicBezTo>
                    <a:pt x="35" y="75"/>
                    <a:pt x="35" y="75"/>
                    <a:pt x="35" y="75"/>
                  </a:cubicBezTo>
                  <a:cubicBezTo>
                    <a:pt x="34" y="79"/>
                    <a:pt x="34" y="79"/>
                    <a:pt x="34" y="79"/>
                  </a:cubicBezTo>
                  <a:cubicBezTo>
                    <a:pt x="33" y="80"/>
                    <a:pt x="31" y="82"/>
                    <a:pt x="31" y="82"/>
                  </a:cubicBezTo>
                  <a:cubicBezTo>
                    <a:pt x="29" y="82"/>
                    <a:pt x="29" y="82"/>
                    <a:pt x="28" y="81"/>
                  </a:cubicBezTo>
                  <a:cubicBezTo>
                    <a:pt x="28" y="80"/>
                    <a:pt x="27" y="78"/>
                    <a:pt x="27" y="78"/>
                  </a:cubicBezTo>
                  <a:cubicBezTo>
                    <a:pt x="27" y="78"/>
                    <a:pt x="27" y="78"/>
                    <a:pt x="27" y="78"/>
                  </a:cubicBezTo>
                  <a:cubicBezTo>
                    <a:pt x="27" y="78"/>
                    <a:pt x="27" y="78"/>
                    <a:pt x="27" y="78"/>
                  </a:cubicBezTo>
                  <a:cubicBezTo>
                    <a:pt x="26" y="78"/>
                    <a:pt x="26" y="78"/>
                    <a:pt x="26" y="78"/>
                  </a:cubicBezTo>
                  <a:cubicBezTo>
                    <a:pt x="24" y="76"/>
                    <a:pt x="24" y="76"/>
                    <a:pt x="24" y="76"/>
                  </a:cubicBezTo>
                  <a:cubicBezTo>
                    <a:pt x="24" y="75"/>
                    <a:pt x="23" y="75"/>
                    <a:pt x="22" y="74"/>
                  </a:cubicBezTo>
                  <a:cubicBezTo>
                    <a:pt x="21" y="73"/>
                    <a:pt x="21" y="73"/>
                    <a:pt x="21" y="73"/>
                  </a:cubicBezTo>
                  <a:cubicBezTo>
                    <a:pt x="21" y="72"/>
                    <a:pt x="21" y="72"/>
                    <a:pt x="21" y="72"/>
                  </a:cubicBezTo>
                  <a:cubicBezTo>
                    <a:pt x="21" y="72"/>
                    <a:pt x="21" y="72"/>
                    <a:pt x="21" y="72"/>
                  </a:cubicBezTo>
                  <a:cubicBezTo>
                    <a:pt x="22" y="69"/>
                    <a:pt x="22" y="69"/>
                    <a:pt x="22" y="69"/>
                  </a:cubicBezTo>
                  <a:cubicBezTo>
                    <a:pt x="22" y="68"/>
                    <a:pt x="22" y="68"/>
                    <a:pt x="22" y="68"/>
                  </a:cubicBezTo>
                  <a:cubicBezTo>
                    <a:pt x="22" y="68"/>
                    <a:pt x="22" y="68"/>
                    <a:pt x="22" y="68"/>
                  </a:cubicBezTo>
                  <a:cubicBezTo>
                    <a:pt x="22" y="67"/>
                    <a:pt x="22" y="67"/>
                    <a:pt x="22" y="67"/>
                  </a:cubicBezTo>
                  <a:cubicBezTo>
                    <a:pt x="22" y="65"/>
                    <a:pt x="23" y="64"/>
                    <a:pt x="23" y="63"/>
                  </a:cubicBezTo>
                  <a:cubicBezTo>
                    <a:pt x="23" y="62"/>
                    <a:pt x="25" y="62"/>
                    <a:pt x="25" y="62"/>
                  </a:cubicBezTo>
                  <a:cubicBezTo>
                    <a:pt x="25" y="61"/>
                    <a:pt x="25" y="61"/>
                    <a:pt x="25" y="61"/>
                  </a:cubicBezTo>
                  <a:cubicBezTo>
                    <a:pt x="24" y="61"/>
                    <a:pt x="24" y="61"/>
                    <a:pt x="24" y="61"/>
                  </a:cubicBezTo>
                  <a:cubicBezTo>
                    <a:pt x="24" y="62"/>
                    <a:pt x="24" y="62"/>
                    <a:pt x="24" y="62"/>
                  </a:cubicBezTo>
                  <a:cubicBezTo>
                    <a:pt x="23" y="63"/>
                    <a:pt x="23" y="63"/>
                    <a:pt x="23" y="63"/>
                  </a:cubicBezTo>
                  <a:cubicBezTo>
                    <a:pt x="22" y="64"/>
                    <a:pt x="22" y="65"/>
                    <a:pt x="22" y="67"/>
                  </a:cubicBezTo>
                  <a:cubicBezTo>
                    <a:pt x="20" y="68"/>
                    <a:pt x="20" y="68"/>
                    <a:pt x="20" y="68"/>
                  </a:cubicBezTo>
                  <a:cubicBezTo>
                    <a:pt x="19" y="69"/>
                    <a:pt x="19" y="69"/>
                    <a:pt x="19" y="69"/>
                  </a:cubicBezTo>
                  <a:cubicBezTo>
                    <a:pt x="20" y="67"/>
                    <a:pt x="20" y="65"/>
                    <a:pt x="20" y="64"/>
                  </a:cubicBezTo>
                  <a:cubicBezTo>
                    <a:pt x="20" y="64"/>
                    <a:pt x="20" y="64"/>
                    <a:pt x="20" y="64"/>
                  </a:cubicBezTo>
                  <a:cubicBezTo>
                    <a:pt x="20" y="62"/>
                    <a:pt x="20" y="62"/>
                    <a:pt x="20" y="62"/>
                  </a:cubicBezTo>
                  <a:cubicBezTo>
                    <a:pt x="20" y="62"/>
                    <a:pt x="20" y="62"/>
                    <a:pt x="20" y="62"/>
                  </a:cubicBezTo>
                  <a:cubicBezTo>
                    <a:pt x="20" y="62"/>
                    <a:pt x="21" y="61"/>
                    <a:pt x="21" y="61"/>
                  </a:cubicBezTo>
                  <a:cubicBezTo>
                    <a:pt x="23" y="60"/>
                    <a:pt x="23" y="60"/>
                    <a:pt x="23" y="60"/>
                  </a:cubicBezTo>
                  <a:cubicBezTo>
                    <a:pt x="23" y="60"/>
                    <a:pt x="23" y="60"/>
                    <a:pt x="23" y="60"/>
                  </a:cubicBezTo>
                  <a:cubicBezTo>
                    <a:pt x="23" y="60"/>
                    <a:pt x="23" y="60"/>
                    <a:pt x="23" y="60"/>
                  </a:cubicBezTo>
                  <a:cubicBezTo>
                    <a:pt x="24" y="59"/>
                    <a:pt x="24" y="59"/>
                    <a:pt x="24" y="59"/>
                  </a:cubicBezTo>
                  <a:cubicBezTo>
                    <a:pt x="24" y="57"/>
                    <a:pt x="24" y="57"/>
                    <a:pt x="24" y="57"/>
                  </a:cubicBezTo>
                  <a:cubicBezTo>
                    <a:pt x="25" y="57"/>
                    <a:pt x="26" y="57"/>
                    <a:pt x="27" y="57"/>
                  </a:cubicBezTo>
                  <a:moveTo>
                    <a:pt x="28" y="52"/>
                  </a:moveTo>
                  <a:cubicBezTo>
                    <a:pt x="28" y="52"/>
                    <a:pt x="28" y="52"/>
                    <a:pt x="28" y="52"/>
                  </a:cubicBezTo>
                  <a:cubicBezTo>
                    <a:pt x="28" y="53"/>
                    <a:pt x="25" y="54"/>
                    <a:pt x="25" y="55"/>
                  </a:cubicBezTo>
                  <a:cubicBezTo>
                    <a:pt x="24" y="57"/>
                    <a:pt x="24" y="57"/>
                    <a:pt x="24" y="57"/>
                  </a:cubicBezTo>
                  <a:cubicBezTo>
                    <a:pt x="24" y="57"/>
                    <a:pt x="24" y="57"/>
                    <a:pt x="24" y="57"/>
                  </a:cubicBezTo>
                  <a:cubicBezTo>
                    <a:pt x="24" y="57"/>
                    <a:pt x="24" y="57"/>
                    <a:pt x="24" y="57"/>
                  </a:cubicBezTo>
                  <a:cubicBezTo>
                    <a:pt x="24" y="57"/>
                    <a:pt x="24" y="57"/>
                    <a:pt x="24" y="57"/>
                  </a:cubicBezTo>
                  <a:cubicBezTo>
                    <a:pt x="24" y="57"/>
                    <a:pt x="24" y="57"/>
                    <a:pt x="24" y="57"/>
                  </a:cubicBezTo>
                  <a:cubicBezTo>
                    <a:pt x="23" y="59"/>
                    <a:pt x="23" y="59"/>
                    <a:pt x="23" y="59"/>
                  </a:cubicBezTo>
                  <a:cubicBezTo>
                    <a:pt x="23" y="59"/>
                    <a:pt x="23" y="59"/>
                    <a:pt x="23" y="59"/>
                  </a:cubicBezTo>
                  <a:cubicBezTo>
                    <a:pt x="21" y="60"/>
                    <a:pt x="21" y="60"/>
                    <a:pt x="21" y="60"/>
                  </a:cubicBezTo>
                  <a:cubicBezTo>
                    <a:pt x="19" y="62"/>
                    <a:pt x="19" y="62"/>
                    <a:pt x="19" y="62"/>
                  </a:cubicBezTo>
                  <a:cubicBezTo>
                    <a:pt x="19" y="61"/>
                    <a:pt x="18" y="60"/>
                    <a:pt x="18" y="60"/>
                  </a:cubicBezTo>
                  <a:cubicBezTo>
                    <a:pt x="18" y="59"/>
                    <a:pt x="18" y="59"/>
                    <a:pt x="18" y="59"/>
                  </a:cubicBezTo>
                  <a:cubicBezTo>
                    <a:pt x="19" y="57"/>
                    <a:pt x="19" y="57"/>
                    <a:pt x="19" y="57"/>
                  </a:cubicBezTo>
                  <a:cubicBezTo>
                    <a:pt x="18" y="57"/>
                    <a:pt x="18" y="57"/>
                    <a:pt x="18" y="57"/>
                  </a:cubicBezTo>
                  <a:cubicBezTo>
                    <a:pt x="18" y="57"/>
                    <a:pt x="18" y="58"/>
                    <a:pt x="18" y="59"/>
                  </a:cubicBezTo>
                  <a:cubicBezTo>
                    <a:pt x="18" y="60"/>
                    <a:pt x="18" y="60"/>
                    <a:pt x="18" y="60"/>
                  </a:cubicBezTo>
                  <a:cubicBezTo>
                    <a:pt x="18" y="60"/>
                    <a:pt x="19" y="61"/>
                    <a:pt x="19" y="62"/>
                  </a:cubicBezTo>
                  <a:cubicBezTo>
                    <a:pt x="19" y="63"/>
                    <a:pt x="19" y="63"/>
                    <a:pt x="19" y="63"/>
                  </a:cubicBezTo>
                  <a:cubicBezTo>
                    <a:pt x="19" y="63"/>
                    <a:pt x="19" y="63"/>
                    <a:pt x="19" y="63"/>
                  </a:cubicBezTo>
                  <a:cubicBezTo>
                    <a:pt x="19" y="64"/>
                    <a:pt x="19" y="64"/>
                    <a:pt x="19" y="64"/>
                  </a:cubicBezTo>
                  <a:cubicBezTo>
                    <a:pt x="19" y="64"/>
                    <a:pt x="19" y="64"/>
                    <a:pt x="19" y="64"/>
                  </a:cubicBezTo>
                  <a:cubicBezTo>
                    <a:pt x="19" y="66"/>
                    <a:pt x="19" y="68"/>
                    <a:pt x="18" y="70"/>
                  </a:cubicBezTo>
                  <a:cubicBezTo>
                    <a:pt x="17" y="71"/>
                    <a:pt x="17" y="71"/>
                    <a:pt x="17" y="71"/>
                  </a:cubicBezTo>
                  <a:cubicBezTo>
                    <a:pt x="17" y="71"/>
                    <a:pt x="17" y="71"/>
                    <a:pt x="17" y="71"/>
                  </a:cubicBezTo>
                  <a:cubicBezTo>
                    <a:pt x="17" y="71"/>
                    <a:pt x="17" y="71"/>
                    <a:pt x="17" y="71"/>
                  </a:cubicBezTo>
                  <a:cubicBezTo>
                    <a:pt x="16" y="74"/>
                    <a:pt x="16" y="74"/>
                    <a:pt x="16" y="74"/>
                  </a:cubicBezTo>
                  <a:cubicBezTo>
                    <a:pt x="16" y="74"/>
                    <a:pt x="15" y="77"/>
                    <a:pt x="14" y="78"/>
                  </a:cubicBezTo>
                  <a:cubicBezTo>
                    <a:pt x="12" y="79"/>
                    <a:pt x="12" y="80"/>
                    <a:pt x="12" y="81"/>
                  </a:cubicBezTo>
                  <a:cubicBezTo>
                    <a:pt x="12" y="82"/>
                    <a:pt x="12" y="83"/>
                    <a:pt x="11" y="83"/>
                  </a:cubicBezTo>
                  <a:cubicBezTo>
                    <a:pt x="11" y="85"/>
                    <a:pt x="10" y="85"/>
                    <a:pt x="10" y="86"/>
                  </a:cubicBezTo>
                  <a:cubicBezTo>
                    <a:pt x="10" y="87"/>
                    <a:pt x="10" y="87"/>
                    <a:pt x="10" y="87"/>
                  </a:cubicBezTo>
                  <a:cubicBezTo>
                    <a:pt x="10" y="88"/>
                    <a:pt x="10" y="88"/>
                    <a:pt x="10" y="89"/>
                  </a:cubicBezTo>
                  <a:cubicBezTo>
                    <a:pt x="9" y="90"/>
                    <a:pt x="9" y="91"/>
                    <a:pt x="9" y="92"/>
                  </a:cubicBezTo>
                  <a:cubicBezTo>
                    <a:pt x="9" y="93"/>
                    <a:pt x="9" y="93"/>
                    <a:pt x="9" y="93"/>
                  </a:cubicBezTo>
                  <a:cubicBezTo>
                    <a:pt x="9" y="94"/>
                    <a:pt x="9" y="96"/>
                    <a:pt x="11" y="96"/>
                  </a:cubicBezTo>
                  <a:cubicBezTo>
                    <a:pt x="11" y="96"/>
                    <a:pt x="11" y="96"/>
                    <a:pt x="11" y="96"/>
                  </a:cubicBezTo>
                  <a:cubicBezTo>
                    <a:pt x="13" y="96"/>
                    <a:pt x="13" y="96"/>
                    <a:pt x="13" y="96"/>
                  </a:cubicBezTo>
                  <a:cubicBezTo>
                    <a:pt x="13" y="96"/>
                    <a:pt x="13" y="96"/>
                    <a:pt x="13" y="96"/>
                  </a:cubicBezTo>
                  <a:cubicBezTo>
                    <a:pt x="14" y="97"/>
                    <a:pt x="14" y="97"/>
                    <a:pt x="14" y="97"/>
                  </a:cubicBezTo>
                  <a:cubicBezTo>
                    <a:pt x="15" y="98"/>
                    <a:pt x="15" y="98"/>
                    <a:pt x="15" y="98"/>
                  </a:cubicBezTo>
                  <a:cubicBezTo>
                    <a:pt x="15" y="98"/>
                    <a:pt x="15" y="98"/>
                    <a:pt x="15" y="98"/>
                  </a:cubicBezTo>
                  <a:cubicBezTo>
                    <a:pt x="15" y="98"/>
                    <a:pt x="15" y="98"/>
                    <a:pt x="15" y="98"/>
                  </a:cubicBezTo>
                  <a:cubicBezTo>
                    <a:pt x="15" y="98"/>
                    <a:pt x="15" y="98"/>
                    <a:pt x="15" y="98"/>
                  </a:cubicBezTo>
                  <a:cubicBezTo>
                    <a:pt x="15" y="97"/>
                    <a:pt x="15" y="97"/>
                    <a:pt x="15" y="97"/>
                  </a:cubicBezTo>
                  <a:cubicBezTo>
                    <a:pt x="13" y="96"/>
                    <a:pt x="13" y="96"/>
                    <a:pt x="13" y="96"/>
                  </a:cubicBezTo>
                  <a:cubicBezTo>
                    <a:pt x="13" y="96"/>
                    <a:pt x="13" y="96"/>
                    <a:pt x="13" y="96"/>
                  </a:cubicBezTo>
                  <a:cubicBezTo>
                    <a:pt x="14" y="96"/>
                    <a:pt x="14" y="96"/>
                    <a:pt x="14" y="96"/>
                  </a:cubicBezTo>
                  <a:cubicBezTo>
                    <a:pt x="15" y="96"/>
                    <a:pt x="15" y="96"/>
                    <a:pt x="15" y="96"/>
                  </a:cubicBezTo>
                  <a:cubicBezTo>
                    <a:pt x="16" y="96"/>
                    <a:pt x="16" y="96"/>
                    <a:pt x="16" y="96"/>
                  </a:cubicBezTo>
                  <a:cubicBezTo>
                    <a:pt x="17" y="97"/>
                    <a:pt x="17" y="97"/>
                    <a:pt x="17" y="97"/>
                  </a:cubicBezTo>
                  <a:cubicBezTo>
                    <a:pt x="17" y="97"/>
                    <a:pt x="17" y="97"/>
                    <a:pt x="17" y="97"/>
                  </a:cubicBezTo>
                  <a:cubicBezTo>
                    <a:pt x="17" y="96"/>
                    <a:pt x="17" y="96"/>
                    <a:pt x="17" y="96"/>
                  </a:cubicBezTo>
                  <a:cubicBezTo>
                    <a:pt x="18" y="97"/>
                    <a:pt x="18" y="97"/>
                    <a:pt x="18" y="97"/>
                  </a:cubicBezTo>
                  <a:cubicBezTo>
                    <a:pt x="18" y="97"/>
                    <a:pt x="18" y="97"/>
                    <a:pt x="18" y="97"/>
                  </a:cubicBezTo>
                  <a:cubicBezTo>
                    <a:pt x="17" y="98"/>
                    <a:pt x="17" y="98"/>
                    <a:pt x="17" y="98"/>
                  </a:cubicBezTo>
                  <a:cubicBezTo>
                    <a:pt x="16" y="99"/>
                    <a:pt x="14" y="99"/>
                    <a:pt x="13" y="100"/>
                  </a:cubicBezTo>
                  <a:cubicBezTo>
                    <a:pt x="12" y="100"/>
                    <a:pt x="11" y="100"/>
                    <a:pt x="10" y="100"/>
                  </a:cubicBezTo>
                  <a:cubicBezTo>
                    <a:pt x="9" y="100"/>
                    <a:pt x="9" y="100"/>
                    <a:pt x="9" y="100"/>
                  </a:cubicBezTo>
                  <a:cubicBezTo>
                    <a:pt x="7" y="98"/>
                    <a:pt x="7" y="98"/>
                    <a:pt x="7" y="98"/>
                  </a:cubicBezTo>
                  <a:cubicBezTo>
                    <a:pt x="7" y="95"/>
                    <a:pt x="7" y="95"/>
                    <a:pt x="7" y="95"/>
                  </a:cubicBezTo>
                  <a:cubicBezTo>
                    <a:pt x="6" y="93"/>
                    <a:pt x="6" y="93"/>
                    <a:pt x="6" y="93"/>
                  </a:cubicBezTo>
                  <a:cubicBezTo>
                    <a:pt x="7" y="88"/>
                    <a:pt x="7" y="88"/>
                    <a:pt x="7" y="88"/>
                  </a:cubicBezTo>
                  <a:cubicBezTo>
                    <a:pt x="7" y="88"/>
                    <a:pt x="7" y="87"/>
                    <a:pt x="7" y="86"/>
                  </a:cubicBezTo>
                  <a:cubicBezTo>
                    <a:pt x="7" y="84"/>
                    <a:pt x="7" y="83"/>
                    <a:pt x="7" y="82"/>
                  </a:cubicBezTo>
                  <a:cubicBezTo>
                    <a:pt x="8" y="79"/>
                    <a:pt x="8" y="79"/>
                    <a:pt x="8" y="79"/>
                  </a:cubicBezTo>
                  <a:cubicBezTo>
                    <a:pt x="9" y="77"/>
                    <a:pt x="9" y="77"/>
                    <a:pt x="9" y="77"/>
                  </a:cubicBezTo>
                  <a:cubicBezTo>
                    <a:pt x="9" y="78"/>
                    <a:pt x="9" y="78"/>
                    <a:pt x="9" y="78"/>
                  </a:cubicBezTo>
                  <a:cubicBezTo>
                    <a:pt x="10" y="77"/>
                    <a:pt x="10" y="77"/>
                    <a:pt x="10" y="77"/>
                  </a:cubicBezTo>
                  <a:cubicBezTo>
                    <a:pt x="11" y="75"/>
                    <a:pt x="11" y="75"/>
                    <a:pt x="11" y="75"/>
                  </a:cubicBezTo>
                  <a:cubicBezTo>
                    <a:pt x="11" y="75"/>
                    <a:pt x="11" y="75"/>
                    <a:pt x="11" y="75"/>
                  </a:cubicBezTo>
                  <a:cubicBezTo>
                    <a:pt x="11" y="74"/>
                    <a:pt x="10" y="73"/>
                    <a:pt x="9" y="72"/>
                  </a:cubicBezTo>
                  <a:cubicBezTo>
                    <a:pt x="9" y="70"/>
                    <a:pt x="8" y="67"/>
                    <a:pt x="7" y="66"/>
                  </a:cubicBezTo>
                  <a:cubicBezTo>
                    <a:pt x="7" y="66"/>
                    <a:pt x="7" y="66"/>
                    <a:pt x="7" y="66"/>
                  </a:cubicBezTo>
                  <a:cubicBezTo>
                    <a:pt x="7" y="65"/>
                    <a:pt x="9" y="62"/>
                    <a:pt x="9" y="62"/>
                  </a:cubicBezTo>
                  <a:cubicBezTo>
                    <a:pt x="8" y="62"/>
                    <a:pt x="8" y="62"/>
                    <a:pt x="8" y="62"/>
                  </a:cubicBezTo>
                  <a:cubicBezTo>
                    <a:pt x="8" y="62"/>
                    <a:pt x="7" y="64"/>
                    <a:pt x="7" y="66"/>
                  </a:cubicBezTo>
                  <a:cubicBezTo>
                    <a:pt x="7" y="66"/>
                    <a:pt x="7" y="66"/>
                    <a:pt x="7" y="66"/>
                  </a:cubicBezTo>
                  <a:cubicBezTo>
                    <a:pt x="7" y="67"/>
                    <a:pt x="8" y="71"/>
                    <a:pt x="9" y="72"/>
                  </a:cubicBezTo>
                  <a:cubicBezTo>
                    <a:pt x="10" y="73"/>
                    <a:pt x="10" y="75"/>
                    <a:pt x="10" y="75"/>
                  </a:cubicBezTo>
                  <a:cubicBezTo>
                    <a:pt x="10" y="75"/>
                    <a:pt x="10" y="75"/>
                    <a:pt x="10" y="75"/>
                  </a:cubicBezTo>
                  <a:cubicBezTo>
                    <a:pt x="9" y="77"/>
                    <a:pt x="9" y="77"/>
                    <a:pt x="9" y="77"/>
                  </a:cubicBezTo>
                  <a:cubicBezTo>
                    <a:pt x="9" y="77"/>
                    <a:pt x="9" y="77"/>
                    <a:pt x="9" y="77"/>
                  </a:cubicBezTo>
                  <a:cubicBezTo>
                    <a:pt x="9" y="77"/>
                    <a:pt x="9" y="77"/>
                    <a:pt x="9" y="77"/>
                  </a:cubicBezTo>
                  <a:cubicBezTo>
                    <a:pt x="8" y="76"/>
                    <a:pt x="8" y="76"/>
                    <a:pt x="8" y="76"/>
                  </a:cubicBezTo>
                  <a:cubicBezTo>
                    <a:pt x="8" y="76"/>
                    <a:pt x="8" y="76"/>
                    <a:pt x="8" y="76"/>
                  </a:cubicBezTo>
                  <a:cubicBezTo>
                    <a:pt x="9" y="75"/>
                    <a:pt x="9" y="75"/>
                    <a:pt x="9" y="75"/>
                  </a:cubicBezTo>
                  <a:cubicBezTo>
                    <a:pt x="10" y="74"/>
                    <a:pt x="10" y="74"/>
                    <a:pt x="10" y="74"/>
                  </a:cubicBezTo>
                  <a:cubicBezTo>
                    <a:pt x="7" y="74"/>
                    <a:pt x="7" y="74"/>
                    <a:pt x="7" y="74"/>
                  </a:cubicBezTo>
                  <a:cubicBezTo>
                    <a:pt x="8" y="73"/>
                    <a:pt x="8" y="73"/>
                    <a:pt x="8" y="73"/>
                  </a:cubicBezTo>
                  <a:cubicBezTo>
                    <a:pt x="8" y="72"/>
                    <a:pt x="8" y="72"/>
                    <a:pt x="8" y="72"/>
                  </a:cubicBezTo>
                  <a:cubicBezTo>
                    <a:pt x="7" y="72"/>
                    <a:pt x="7" y="72"/>
                    <a:pt x="7" y="72"/>
                  </a:cubicBezTo>
                  <a:cubicBezTo>
                    <a:pt x="7" y="71"/>
                    <a:pt x="7" y="71"/>
                    <a:pt x="7" y="71"/>
                  </a:cubicBezTo>
                  <a:cubicBezTo>
                    <a:pt x="7" y="71"/>
                    <a:pt x="7" y="71"/>
                    <a:pt x="7" y="71"/>
                  </a:cubicBezTo>
                  <a:cubicBezTo>
                    <a:pt x="6" y="71"/>
                    <a:pt x="6" y="71"/>
                    <a:pt x="6" y="71"/>
                  </a:cubicBezTo>
                  <a:cubicBezTo>
                    <a:pt x="6" y="70"/>
                    <a:pt x="6" y="70"/>
                    <a:pt x="6" y="70"/>
                  </a:cubicBezTo>
                  <a:cubicBezTo>
                    <a:pt x="7" y="69"/>
                    <a:pt x="7" y="69"/>
                    <a:pt x="7" y="69"/>
                  </a:cubicBezTo>
                  <a:cubicBezTo>
                    <a:pt x="5" y="70"/>
                    <a:pt x="5" y="70"/>
                    <a:pt x="5" y="70"/>
                  </a:cubicBezTo>
                  <a:cubicBezTo>
                    <a:pt x="6" y="68"/>
                    <a:pt x="6" y="68"/>
                    <a:pt x="6" y="68"/>
                  </a:cubicBezTo>
                  <a:cubicBezTo>
                    <a:pt x="6" y="68"/>
                    <a:pt x="6" y="68"/>
                    <a:pt x="6" y="68"/>
                  </a:cubicBezTo>
                  <a:cubicBezTo>
                    <a:pt x="5" y="68"/>
                    <a:pt x="5" y="68"/>
                    <a:pt x="5" y="68"/>
                  </a:cubicBezTo>
                  <a:cubicBezTo>
                    <a:pt x="6" y="66"/>
                    <a:pt x="6" y="66"/>
                    <a:pt x="6" y="66"/>
                  </a:cubicBezTo>
                  <a:cubicBezTo>
                    <a:pt x="6" y="66"/>
                    <a:pt x="6" y="66"/>
                    <a:pt x="6" y="66"/>
                  </a:cubicBezTo>
                  <a:cubicBezTo>
                    <a:pt x="6" y="65"/>
                    <a:pt x="6" y="65"/>
                    <a:pt x="6" y="65"/>
                  </a:cubicBezTo>
                  <a:cubicBezTo>
                    <a:pt x="6" y="65"/>
                    <a:pt x="2" y="62"/>
                    <a:pt x="2" y="59"/>
                  </a:cubicBezTo>
                  <a:cubicBezTo>
                    <a:pt x="2" y="55"/>
                    <a:pt x="9" y="48"/>
                    <a:pt x="9" y="41"/>
                  </a:cubicBezTo>
                  <a:cubicBezTo>
                    <a:pt x="9" y="41"/>
                    <a:pt x="9" y="41"/>
                    <a:pt x="9" y="41"/>
                  </a:cubicBezTo>
                  <a:cubicBezTo>
                    <a:pt x="9" y="40"/>
                    <a:pt x="9" y="39"/>
                    <a:pt x="9" y="38"/>
                  </a:cubicBezTo>
                  <a:cubicBezTo>
                    <a:pt x="11" y="38"/>
                    <a:pt x="11" y="38"/>
                    <a:pt x="11" y="38"/>
                  </a:cubicBezTo>
                  <a:cubicBezTo>
                    <a:pt x="10" y="40"/>
                    <a:pt x="10" y="42"/>
                    <a:pt x="10" y="42"/>
                  </a:cubicBezTo>
                  <a:cubicBezTo>
                    <a:pt x="10" y="43"/>
                    <a:pt x="10" y="43"/>
                    <a:pt x="10" y="43"/>
                  </a:cubicBezTo>
                  <a:cubicBezTo>
                    <a:pt x="10" y="43"/>
                    <a:pt x="10" y="43"/>
                    <a:pt x="10" y="43"/>
                  </a:cubicBezTo>
                  <a:cubicBezTo>
                    <a:pt x="10" y="43"/>
                    <a:pt x="10" y="43"/>
                    <a:pt x="10" y="43"/>
                  </a:cubicBezTo>
                  <a:cubicBezTo>
                    <a:pt x="10" y="43"/>
                    <a:pt x="10" y="43"/>
                    <a:pt x="10" y="43"/>
                  </a:cubicBezTo>
                  <a:cubicBezTo>
                    <a:pt x="10" y="43"/>
                    <a:pt x="10" y="43"/>
                    <a:pt x="10" y="43"/>
                  </a:cubicBezTo>
                  <a:cubicBezTo>
                    <a:pt x="11" y="43"/>
                    <a:pt x="11" y="43"/>
                    <a:pt x="11" y="43"/>
                  </a:cubicBezTo>
                  <a:cubicBezTo>
                    <a:pt x="11" y="44"/>
                    <a:pt x="11" y="44"/>
                    <a:pt x="11" y="44"/>
                  </a:cubicBezTo>
                  <a:cubicBezTo>
                    <a:pt x="9" y="51"/>
                    <a:pt x="4" y="53"/>
                    <a:pt x="4" y="58"/>
                  </a:cubicBezTo>
                  <a:cubicBezTo>
                    <a:pt x="4" y="59"/>
                    <a:pt x="4" y="59"/>
                    <a:pt x="4" y="59"/>
                  </a:cubicBezTo>
                  <a:cubicBezTo>
                    <a:pt x="4" y="59"/>
                    <a:pt x="5" y="62"/>
                    <a:pt x="6" y="62"/>
                  </a:cubicBezTo>
                  <a:cubicBezTo>
                    <a:pt x="7" y="62"/>
                    <a:pt x="7" y="62"/>
                    <a:pt x="7" y="62"/>
                  </a:cubicBezTo>
                  <a:cubicBezTo>
                    <a:pt x="7" y="62"/>
                    <a:pt x="7" y="62"/>
                    <a:pt x="7" y="62"/>
                  </a:cubicBezTo>
                  <a:cubicBezTo>
                    <a:pt x="8" y="61"/>
                    <a:pt x="8" y="61"/>
                    <a:pt x="8" y="61"/>
                  </a:cubicBezTo>
                  <a:cubicBezTo>
                    <a:pt x="9" y="60"/>
                    <a:pt x="9" y="60"/>
                    <a:pt x="9" y="60"/>
                  </a:cubicBezTo>
                  <a:cubicBezTo>
                    <a:pt x="9" y="58"/>
                    <a:pt x="10" y="57"/>
                    <a:pt x="11" y="56"/>
                  </a:cubicBezTo>
                  <a:cubicBezTo>
                    <a:pt x="13" y="54"/>
                    <a:pt x="15" y="52"/>
                    <a:pt x="16" y="50"/>
                  </a:cubicBezTo>
                  <a:cubicBezTo>
                    <a:pt x="17" y="49"/>
                    <a:pt x="17" y="48"/>
                    <a:pt x="17" y="47"/>
                  </a:cubicBezTo>
                  <a:cubicBezTo>
                    <a:pt x="17" y="46"/>
                    <a:pt x="17" y="46"/>
                    <a:pt x="17" y="46"/>
                  </a:cubicBezTo>
                  <a:cubicBezTo>
                    <a:pt x="18" y="46"/>
                    <a:pt x="19" y="45"/>
                    <a:pt x="19" y="45"/>
                  </a:cubicBezTo>
                  <a:cubicBezTo>
                    <a:pt x="19" y="47"/>
                    <a:pt x="19" y="49"/>
                    <a:pt x="19" y="49"/>
                  </a:cubicBezTo>
                  <a:cubicBezTo>
                    <a:pt x="19" y="49"/>
                    <a:pt x="19" y="49"/>
                    <a:pt x="19" y="49"/>
                  </a:cubicBezTo>
                  <a:cubicBezTo>
                    <a:pt x="19" y="49"/>
                    <a:pt x="19" y="49"/>
                    <a:pt x="19" y="49"/>
                  </a:cubicBezTo>
                  <a:cubicBezTo>
                    <a:pt x="22" y="49"/>
                    <a:pt x="24" y="46"/>
                    <a:pt x="25" y="46"/>
                  </a:cubicBezTo>
                  <a:cubicBezTo>
                    <a:pt x="25" y="46"/>
                    <a:pt x="25" y="46"/>
                    <a:pt x="25" y="46"/>
                  </a:cubicBezTo>
                  <a:cubicBezTo>
                    <a:pt x="27" y="49"/>
                    <a:pt x="27" y="49"/>
                    <a:pt x="27" y="49"/>
                  </a:cubicBezTo>
                  <a:cubicBezTo>
                    <a:pt x="28" y="51"/>
                    <a:pt x="28" y="51"/>
                    <a:pt x="28" y="51"/>
                  </a:cubicBezTo>
                  <a:cubicBezTo>
                    <a:pt x="28" y="51"/>
                    <a:pt x="28" y="51"/>
                    <a:pt x="28" y="51"/>
                  </a:cubicBezTo>
                  <a:cubicBezTo>
                    <a:pt x="28" y="51"/>
                    <a:pt x="28" y="51"/>
                    <a:pt x="28" y="51"/>
                  </a:cubicBezTo>
                  <a:lnTo>
                    <a:pt x="28" y="52"/>
                  </a:lnTo>
                  <a:close/>
                  <a:moveTo>
                    <a:pt x="39" y="62"/>
                  </a:moveTo>
                  <a:cubicBezTo>
                    <a:pt x="38" y="62"/>
                    <a:pt x="38" y="62"/>
                    <a:pt x="38" y="62"/>
                  </a:cubicBezTo>
                  <a:cubicBezTo>
                    <a:pt x="38" y="62"/>
                    <a:pt x="38" y="62"/>
                    <a:pt x="38" y="62"/>
                  </a:cubicBezTo>
                  <a:cubicBezTo>
                    <a:pt x="38" y="62"/>
                    <a:pt x="38" y="62"/>
                    <a:pt x="38" y="62"/>
                  </a:cubicBezTo>
                  <a:cubicBezTo>
                    <a:pt x="38" y="62"/>
                    <a:pt x="38" y="62"/>
                    <a:pt x="38" y="62"/>
                  </a:cubicBezTo>
                  <a:cubicBezTo>
                    <a:pt x="39" y="61"/>
                    <a:pt x="39" y="61"/>
                    <a:pt x="39" y="61"/>
                  </a:cubicBezTo>
                  <a:cubicBezTo>
                    <a:pt x="39" y="62"/>
                    <a:pt x="39" y="62"/>
                    <a:pt x="39" y="62"/>
                  </a:cubicBezTo>
                  <a:close/>
                  <a:moveTo>
                    <a:pt x="44" y="45"/>
                  </a:moveTo>
                  <a:cubicBezTo>
                    <a:pt x="44" y="46"/>
                    <a:pt x="44" y="46"/>
                    <a:pt x="44" y="46"/>
                  </a:cubicBezTo>
                  <a:cubicBezTo>
                    <a:pt x="44" y="46"/>
                    <a:pt x="44" y="46"/>
                    <a:pt x="44" y="46"/>
                  </a:cubicBezTo>
                  <a:cubicBezTo>
                    <a:pt x="44" y="46"/>
                    <a:pt x="44" y="46"/>
                    <a:pt x="44" y="46"/>
                  </a:cubicBezTo>
                  <a:cubicBezTo>
                    <a:pt x="43" y="45"/>
                    <a:pt x="43" y="45"/>
                    <a:pt x="43" y="45"/>
                  </a:cubicBezTo>
                  <a:lnTo>
                    <a:pt x="44" y="45"/>
                  </a:lnTo>
                  <a:close/>
                  <a:moveTo>
                    <a:pt x="40" y="48"/>
                  </a:moveTo>
                  <a:cubicBezTo>
                    <a:pt x="40" y="47"/>
                    <a:pt x="40" y="47"/>
                    <a:pt x="40" y="47"/>
                  </a:cubicBezTo>
                  <a:cubicBezTo>
                    <a:pt x="40" y="47"/>
                    <a:pt x="40" y="47"/>
                    <a:pt x="40" y="47"/>
                  </a:cubicBezTo>
                  <a:cubicBezTo>
                    <a:pt x="40" y="47"/>
                    <a:pt x="40" y="47"/>
                    <a:pt x="40" y="47"/>
                  </a:cubicBezTo>
                  <a:cubicBezTo>
                    <a:pt x="41" y="46"/>
                    <a:pt x="41" y="46"/>
                    <a:pt x="41" y="46"/>
                  </a:cubicBezTo>
                  <a:cubicBezTo>
                    <a:pt x="41" y="46"/>
                    <a:pt x="41" y="46"/>
                    <a:pt x="41" y="46"/>
                  </a:cubicBezTo>
                  <a:cubicBezTo>
                    <a:pt x="41" y="48"/>
                    <a:pt x="41" y="48"/>
                    <a:pt x="41" y="48"/>
                  </a:cubicBezTo>
                  <a:cubicBezTo>
                    <a:pt x="41" y="50"/>
                    <a:pt x="41" y="50"/>
                    <a:pt x="41" y="50"/>
                  </a:cubicBezTo>
                  <a:cubicBezTo>
                    <a:pt x="41" y="50"/>
                    <a:pt x="41" y="50"/>
                    <a:pt x="41" y="50"/>
                  </a:cubicBezTo>
                  <a:cubicBezTo>
                    <a:pt x="41" y="51"/>
                    <a:pt x="41" y="51"/>
                    <a:pt x="41" y="51"/>
                  </a:cubicBezTo>
                  <a:cubicBezTo>
                    <a:pt x="41" y="51"/>
                    <a:pt x="41" y="51"/>
                    <a:pt x="41" y="51"/>
                  </a:cubicBezTo>
                  <a:cubicBezTo>
                    <a:pt x="41" y="50"/>
                    <a:pt x="41" y="50"/>
                    <a:pt x="41" y="50"/>
                  </a:cubicBezTo>
                  <a:cubicBezTo>
                    <a:pt x="40" y="48"/>
                    <a:pt x="40" y="48"/>
                    <a:pt x="40" y="48"/>
                  </a:cubicBezTo>
                  <a:cubicBezTo>
                    <a:pt x="40" y="48"/>
                    <a:pt x="40" y="48"/>
                    <a:pt x="40" y="48"/>
                  </a:cubicBezTo>
                  <a:close/>
                  <a:moveTo>
                    <a:pt x="40" y="49"/>
                  </a:moveTo>
                  <a:cubicBezTo>
                    <a:pt x="40" y="49"/>
                    <a:pt x="40" y="49"/>
                    <a:pt x="40" y="49"/>
                  </a:cubicBezTo>
                  <a:cubicBezTo>
                    <a:pt x="40" y="49"/>
                    <a:pt x="40" y="49"/>
                    <a:pt x="40" y="49"/>
                  </a:cubicBezTo>
                  <a:cubicBezTo>
                    <a:pt x="40" y="48"/>
                    <a:pt x="40" y="48"/>
                    <a:pt x="40" y="48"/>
                  </a:cubicBezTo>
                  <a:cubicBezTo>
                    <a:pt x="40" y="48"/>
                    <a:pt x="40" y="48"/>
                    <a:pt x="40" y="48"/>
                  </a:cubicBezTo>
                  <a:cubicBezTo>
                    <a:pt x="40" y="48"/>
                    <a:pt x="40" y="48"/>
                    <a:pt x="40" y="48"/>
                  </a:cubicBezTo>
                  <a:cubicBezTo>
                    <a:pt x="40" y="50"/>
                    <a:pt x="40" y="50"/>
                    <a:pt x="40" y="50"/>
                  </a:cubicBezTo>
                  <a:cubicBezTo>
                    <a:pt x="40" y="50"/>
                    <a:pt x="40" y="50"/>
                    <a:pt x="40" y="50"/>
                  </a:cubicBezTo>
                  <a:cubicBezTo>
                    <a:pt x="40" y="50"/>
                    <a:pt x="40" y="50"/>
                    <a:pt x="40" y="50"/>
                  </a:cubicBezTo>
                  <a:lnTo>
                    <a:pt x="40" y="49"/>
                  </a:lnTo>
                  <a:close/>
                  <a:moveTo>
                    <a:pt x="36" y="51"/>
                  </a:moveTo>
                  <a:cubicBezTo>
                    <a:pt x="35" y="51"/>
                    <a:pt x="35" y="51"/>
                    <a:pt x="35" y="51"/>
                  </a:cubicBezTo>
                  <a:cubicBezTo>
                    <a:pt x="36" y="52"/>
                    <a:pt x="37" y="52"/>
                    <a:pt x="38" y="52"/>
                  </a:cubicBezTo>
                  <a:cubicBezTo>
                    <a:pt x="39" y="53"/>
                    <a:pt x="39" y="53"/>
                    <a:pt x="39" y="53"/>
                  </a:cubicBezTo>
                  <a:cubicBezTo>
                    <a:pt x="39" y="53"/>
                    <a:pt x="39" y="53"/>
                    <a:pt x="39" y="53"/>
                  </a:cubicBezTo>
                  <a:cubicBezTo>
                    <a:pt x="40" y="53"/>
                    <a:pt x="40" y="53"/>
                    <a:pt x="40" y="53"/>
                  </a:cubicBezTo>
                  <a:cubicBezTo>
                    <a:pt x="40" y="52"/>
                    <a:pt x="40" y="52"/>
                    <a:pt x="40" y="52"/>
                  </a:cubicBezTo>
                  <a:cubicBezTo>
                    <a:pt x="41" y="52"/>
                    <a:pt x="41" y="52"/>
                    <a:pt x="41" y="52"/>
                  </a:cubicBezTo>
                  <a:cubicBezTo>
                    <a:pt x="41" y="51"/>
                    <a:pt x="41" y="51"/>
                    <a:pt x="41" y="51"/>
                  </a:cubicBezTo>
                  <a:cubicBezTo>
                    <a:pt x="42" y="50"/>
                    <a:pt x="42" y="50"/>
                    <a:pt x="42" y="50"/>
                  </a:cubicBezTo>
                  <a:cubicBezTo>
                    <a:pt x="42" y="50"/>
                    <a:pt x="42" y="50"/>
                    <a:pt x="42" y="50"/>
                  </a:cubicBezTo>
                  <a:cubicBezTo>
                    <a:pt x="42" y="48"/>
                    <a:pt x="42" y="48"/>
                    <a:pt x="42" y="48"/>
                  </a:cubicBezTo>
                  <a:cubicBezTo>
                    <a:pt x="42" y="46"/>
                    <a:pt x="42" y="46"/>
                    <a:pt x="42" y="46"/>
                  </a:cubicBezTo>
                  <a:cubicBezTo>
                    <a:pt x="43" y="45"/>
                    <a:pt x="43" y="45"/>
                    <a:pt x="43" y="45"/>
                  </a:cubicBezTo>
                  <a:cubicBezTo>
                    <a:pt x="43" y="45"/>
                    <a:pt x="43" y="45"/>
                    <a:pt x="43" y="45"/>
                  </a:cubicBezTo>
                  <a:cubicBezTo>
                    <a:pt x="44" y="46"/>
                    <a:pt x="44" y="46"/>
                    <a:pt x="44" y="46"/>
                  </a:cubicBezTo>
                  <a:cubicBezTo>
                    <a:pt x="43" y="49"/>
                    <a:pt x="43" y="49"/>
                    <a:pt x="43" y="49"/>
                  </a:cubicBezTo>
                  <a:cubicBezTo>
                    <a:pt x="42" y="52"/>
                    <a:pt x="42" y="52"/>
                    <a:pt x="42" y="52"/>
                  </a:cubicBezTo>
                  <a:cubicBezTo>
                    <a:pt x="41" y="55"/>
                    <a:pt x="41" y="55"/>
                    <a:pt x="41" y="55"/>
                  </a:cubicBezTo>
                  <a:cubicBezTo>
                    <a:pt x="40" y="56"/>
                    <a:pt x="40" y="57"/>
                    <a:pt x="40" y="58"/>
                  </a:cubicBezTo>
                  <a:cubicBezTo>
                    <a:pt x="39" y="60"/>
                    <a:pt x="39" y="60"/>
                    <a:pt x="39" y="60"/>
                  </a:cubicBezTo>
                  <a:cubicBezTo>
                    <a:pt x="38" y="61"/>
                    <a:pt x="38" y="61"/>
                    <a:pt x="38" y="61"/>
                  </a:cubicBezTo>
                  <a:cubicBezTo>
                    <a:pt x="38" y="60"/>
                    <a:pt x="38" y="60"/>
                    <a:pt x="38" y="60"/>
                  </a:cubicBezTo>
                  <a:cubicBezTo>
                    <a:pt x="38" y="60"/>
                    <a:pt x="38" y="60"/>
                    <a:pt x="38" y="60"/>
                  </a:cubicBezTo>
                  <a:cubicBezTo>
                    <a:pt x="38" y="59"/>
                    <a:pt x="38" y="59"/>
                    <a:pt x="38" y="59"/>
                  </a:cubicBezTo>
                  <a:cubicBezTo>
                    <a:pt x="39" y="57"/>
                    <a:pt x="39" y="57"/>
                    <a:pt x="39" y="57"/>
                  </a:cubicBezTo>
                  <a:cubicBezTo>
                    <a:pt x="40" y="56"/>
                    <a:pt x="40" y="56"/>
                    <a:pt x="40" y="56"/>
                  </a:cubicBezTo>
                  <a:cubicBezTo>
                    <a:pt x="40" y="55"/>
                    <a:pt x="40" y="55"/>
                    <a:pt x="40" y="55"/>
                  </a:cubicBezTo>
                  <a:cubicBezTo>
                    <a:pt x="39" y="55"/>
                    <a:pt x="39" y="55"/>
                    <a:pt x="38" y="54"/>
                  </a:cubicBezTo>
                  <a:cubicBezTo>
                    <a:pt x="37" y="54"/>
                    <a:pt x="36" y="53"/>
                    <a:pt x="36" y="53"/>
                  </a:cubicBezTo>
                  <a:cubicBezTo>
                    <a:pt x="34" y="53"/>
                    <a:pt x="34" y="53"/>
                    <a:pt x="34" y="53"/>
                  </a:cubicBezTo>
                  <a:cubicBezTo>
                    <a:pt x="34" y="52"/>
                    <a:pt x="34" y="52"/>
                    <a:pt x="34" y="52"/>
                  </a:cubicBezTo>
                  <a:cubicBezTo>
                    <a:pt x="34" y="52"/>
                    <a:pt x="34" y="52"/>
                    <a:pt x="34" y="52"/>
                  </a:cubicBezTo>
                  <a:cubicBezTo>
                    <a:pt x="34" y="52"/>
                    <a:pt x="34" y="52"/>
                    <a:pt x="34" y="52"/>
                  </a:cubicBezTo>
                  <a:lnTo>
                    <a:pt x="36" y="51"/>
                  </a:lnTo>
                  <a:close/>
                  <a:moveTo>
                    <a:pt x="36" y="47"/>
                  </a:moveTo>
                  <a:cubicBezTo>
                    <a:pt x="34" y="49"/>
                    <a:pt x="34" y="49"/>
                    <a:pt x="34" y="49"/>
                  </a:cubicBezTo>
                  <a:cubicBezTo>
                    <a:pt x="34" y="49"/>
                    <a:pt x="34" y="49"/>
                    <a:pt x="34" y="49"/>
                  </a:cubicBezTo>
                  <a:cubicBezTo>
                    <a:pt x="34" y="49"/>
                    <a:pt x="34" y="49"/>
                    <a:pt x="34" y="49"/>
                  </a:cubicBezTo>
                  <a:cubicBezTo>
                    <a:pt x="35" y="51"/>
                    <a:pt x="35" y="51"/>
                    <a:pt x="35" y="51"/>
                  </a:cubicBezTo>
                  <a:cubicBezTo>
                    <a:pt x="34" y="52"/>
                    <a:pt x="34" y="52"/>
                    <a:pt x="34" y="52"/>
                  </a:cubicBezTo>
                  <a:cubicBezTo>
                    <a:pt x="33" y="52"/>
                    <a:pt x="33" y="52"/>
                    <a:pt x="33" y="52"/>
                  </a:cubicBezTo>
                  <a:cubicBezTo>
                    <a:pt x="33" y="52"/>
                    <a:pt x="33" y="52"/>
                    <a:pt x="33" y="52"/>
                  </a:cubicBezTo>
                  <a:cubicBezTo>
                    <a:pt x="33" y="52"/>
                    <a:pt x="33" y="52"/>
                    <a:pt x="33" y="52"/>
                  </a:cubicBezTo>
                  <a:cubicBezTo>
                    <a:pt x="33" y="52"/>
                    <a:pt x="33" y="52"/>
                    <a:pt x="33" y="52"/>
                  </a:cubicBezTo>
                  <a:cubicBezTo>
                    <a:pt x="33" y="53"/>
                    <a:pt x="33" y="54"/>
                    <a:pt x="33" y="55"/>
                  </a:cubicBezTo>
                  <a:cubicBezTo>
                    <a:pt x="32" y="54"/>
                    <a:pt x="31" y="51"/>
                    <a:pt x="28" y="50"/>
                  </a:cubicBezTo>
                  <a:cubicBezTo>
                    <a:pt x="28" y="50"/>
                    <a:pt x="28" y="50"/>
                    <a:pt x="28" y="50"/>
                  </a:cubicBezTo>
                  <a:cubicBezTo>
                    <a:pt x="28" y="50"/>
                    <a:pt x="28" y="50"/>
                    <a:pt x="28" y="50"/>
                  </a:cubicBezTo>
                  <a:cubicBezTo>
                    <a:pt x="28" y="48"/>
                    <a:pt x="28" y="48"/>
                    <a:pt x="28" y="48"/>
                  </a:cubicBezTo>
                  <a:cubicBezTo>
                    <a:pt x="28" y="47"/>
                    <a:pt x="28" y="47"/>
                    <a:pt x="28" y="47"/>
                  </a:cubicBezTo>
                  <a:cubicBezTo>
                    <a:pt x="27" y="45"/>
                    <a:pt x="27" y="45"/>
                    <a:pt x="27" y="45"/>
                  </a:cubicBezTo>
                  <a:cubicBezTo>
                    <a:pt x="27" y="45"/>
                    <a:pt x="27" y="45"/>
                    <a:pt x="27" y="45"/>
                  </a:cubicBezTo>
                  <a:cubicBezTo>
                    <a:pt x="27" y="47"/>
                    <a:pt x="27" y="47"/>
                    <a:pt x="27" y="47"/>
                  </a:cubicBezTo>
                  <a:cubicBezTo>
                    <a:pt x="27" y="48"/>
                    <a:pt x="27" y="48"/>
                    <a:pt x="27" y="48"/>
                  </a:cubicBezTo>
                  <a:cubicBezTo>
                    <a:pt x="26" y="46"/>
                    <a:pt x="26" y="46"/>
                    <a:pt x="26" y="46"/>
                  </a:cubicBezTo>
                  <a:cubicBezTo>
                    <a:pt x="25" y="45"/>
                    <a:pt x="25" y="45"/>
                    <a:pt x="25" y="45"/>
                  </a:cubicBezTo>
                  <a:cubicBezTo>
                    <a:pt x="25" y="45"/>
                    <a:pt x="25" y="45"/>
                    <a:pt x="25" y="45"/>
                  </a:cubicBezTo>
                  <a:cubicBezTo>
                    <a:pt x="24" y="45"/>
                    <a:pt x="24" y="45"/>
                    <a:pt x="24" y="45"/>
                  </a:cubicBezTo>
                  <a:cubicBezTo>
                    <a:pt x="24" y="45"/>
                    <a:pt x="22" y="47"/>
                    <a:pt x="20" y="48"/>
                  </a:cubicBezTo>
                  <a:cubicBezTo>
                    <a:pt x="23" y="44"/>
                    <a:pt x="23" y="44"/>
                    <a:pt x="23" y="44"/>
                  </a:cubicBezTo>
                  <a:cubicBezTo>
                    <a:pt x="25" y="43"/>
                    <a:pt x="27" y="41"/>
                    <a:pt x="27" y="41"/>
                  </a:cubicBezTo>
                  <a:cubicBezTo>
                    <a:pt x="27" y="41"/>
                    <a:pt x="27" y="41"/>
                    <a:pt x="27" y="41"/>
                  </a:cubicBezTo>
                  <a:cubicBezTo>
                    <a:pt x="27" y="41"/>
                    <a:pt x="27" y="41"/>
                    <a:pt x="27" y="41"/>
                  </a:cubicBezTo>
                  <a:cubicBezTo>
                    <a:pt x="27" y="41"/>
                    <a:pt x="27" y="41"/>
                    <a:pt x="27" y="41"/>
                  </a:cubicBezTo>
                  <a:cubicBezTo>
                    <a:pt x="26" y="41"/>
                    <a:pt x="26" y="41"/>
                    <a:pt x="26" y="41"/>
                  </a:cubicBezTo>
                  <a:cubicBezTo>
                    <a:pt x="26" y="41"/>
                    <a:pt x="26" y="41"/>
                    <a:pt x="26" y="41"/>
                  </a:cubicBezTo>
                  <a:cubicBezTo>
                    <a:pt x="25" y="40"/>
                    <a:pt x="25" y="40"/>
                    <a:pt x="25" y="40"/>
                  </a:cubicBezTo>
                  <a:cubicBezTo>
                    <a:pt x="25" y="40"/>
                    <a:pt x="25" y="40"/>
                    <a:pt x="25" y="40"/>
                  </a:cubicBezTo>
                  <a:cubicBezTo>
                    <a:pt x="25" y="40"/>
                    <a:pt x="25" y="40"/>
                    <a:pt x="25" y="40"/>
                  </a:cubicBezTo>
                  <a:cubicBezTo>
                    <a:pt x="24" y="40"/>
                    <a:pt x="24" y="40"/>
                    <a:pt x="24" y="40"/>
                  </a:cubicBezTo>
                  <a:cubicBezTo>
                    <a:pt x="24" y="40"/>
                    <a:pt x="24" y="40"/>
                    <a:pt x="24" y="40"/>
                  </a:cubicBezTo>
                  <a:cubicBezTo>
                    <a:pt x="23" y="41"/>
                    <a:pt x="23" y="41"/>
                    <a:pt x="23" y="41"/>
                  </a:cubicBezTo>
                  <a:cubicBezTo>
                    <a:pt x="22" y="41"/>
                    <a:pt x="21" y="41"/>
                    <a:pt x="20" y="41"/>
                  </a:cubicBezTo>
                  <a:cubicBezTo>
                    <a:pt x="20" y="41"/>
                    <a:pt x="20" y="41"/>
                    <a:pt x="20" y="41"/>
                  </a:cubicBezTo>
                  <a:cubicBezTo>
                    <a:pt x="20" y="41"/>
                    <a:pt x="20" y="41"/>
                    <a:pt x="20" y="41"/>
                  </a:cubicBezTo>
                  <a:cubicBezTo>
                    <a:pt x="20" y="41"/>
                    <a:pt x="20" y="41"/>
                    <a:pt x="20" y="41"/>
                  </a:cubicBezTo>
                  <a:cubicBezTo>
                    <a:pt x="19" y="40"/>
                    <a:pt x="19" y="40"/>
                    <a:pt x="19" y="40"/>
                  </a:cubicBezTo>
                  <a:cubicBezTo>
                    <a:pt x="18" y="38"/>
                    <a:pt x="18" y="38"/>
                    <a:pt x="18" y="38"/>
                  </a:cubicBezTo>
                  <a:cubicBezTo>
                    <a:pt x="18" y="38"/>
                    <a:pt x="18" y="38"/>
                    <a:pt x="18" y="38"/>
                  </a:cubicBezTo>
                  <a:cubicBezTo>
                    <a:pt x="18" y="38"/>
                    <a:pt x="18" y="38"/>
                    <a:pt x="18" y="38"/>
                  </a:cubicBezTo>
                  <a:cubicBezTo>
                    <a:pt x="17" y="38"/>
                    <a:pt x="17" y="38"/>
                    <a:pt x="17" y="38"/>
                  </a:cubicBezTo>
                  <a:cubicBezTo>
                    <a:pt x="16" y="38"/>
                    <a:pt x="16" y="38"/>
                    <a:pt x="16" y="38"/>
                  </a:cubicBezTo>
                  <a:cubicBezTo>
                    <a:pt x="15" y="38"/>
                    <a:pt x="15" y="38"/>
                    <a:pt x="15" y="38"/>
                  </a:cubicBezTo>
                  <a:cubicBezTo>
                    <a:pt x="15" y="38"/>
                    <a:pt x="15" y="38"/>
                    <a:pt x="15" y="38"/>
                  </a:cubicBezTo>
                  <a:cubicBezTo>
                    <a:pt x="15" y="35"/>
                    <a:pt x="15" y="35"/>
                    <a:pt x="15" y="35"/>
                  </a:cubicBezTo>
                  <a:cubicBezTo>
                    <a:pt x="15" y="35"/>
                    <a:pt x="15" y="35"/>
                    <a:pt x="15" y="35"/>
                  </a:cubicBezTo>
                  <a:cubicBezTo>
                    <a:pt x="15" y="34"/>
                    <a:pt x="15" y="34"/>
                    <a:pt x="15" y="34"/>
                  </a:cubicBezTo>
                  <a:cubicBezTo>
                    <a:pt x="15" y="34"/>
                    <a:pt x="15" y="34"/>
                    <a:pt x="15" y="34"/>
                  </a:cubicBezTo>
                  <a:cubicBezTo>
                    <a:pt x="14" y="34"/>
                    <a:pt x="14" y="34"/>
                    <a:pt x="14" y="34"/>
                  </a:cubicBezTo>
                  <a:cubicBezTo>
                    <a:pt x="13" y="34"/>
                    <a:pt x="13" y="34"/>
                    <a:pt x="13" y="34"/>
                  </a:cubicBezTo>
                  <a:cubicBezTo>
                    <a:pt x="12" y="34"/>
                    <a:pt x="12" y="34"/>
                    <a:pt x="12" y="34"/>
                  </a:cubicBezTo>
                  <a:cubicBezTo>
                    <a:pt x="12" y="34"/>
                    <a:pt x="12" y="34"/>
                    <a:pt x="12" y="34"/>
                  </a:cubicBezTo>
                  <a:cubicBezTo>
                    <a:pt x="12" y="32"/>
                    <a:pt x="12" y="32"/>
                    <a:pt x="12" y="32"/>
                  </a:cubicBezTo>
                  <a:cubicBezTo>
                    <a:pt x="12" y="32"/>
                    <a:pt x="12" y="32"/>
                    <a:pt x="12" y="32"/>
                  </a:cubicBezTo>
                  <a:cubicBezTo>
                    <a:pt x="13" y="32"/>
                    <a:pt x="13" y="32"/>
                    <a:pt x="13" y="32"/>
                  </a:cubicBezTo>
                  <a:cubicBezTo>
                    <a:pt x="13" y="32"/>
                    <a:pt x="13" y="32"/>
                    <a:pt x="13" y="32"/>
                  </a:cubicBezTo>
                  <a:cubicBezTo>
                    <a:pt x="13" y="31"/>
                    <a:pt x="13" y="31"/>
                    <a:pt x="13" y="31"/>
                  </a:cubicBezTo>
                  <a:cubicBezTo>
                    <a:pt x="12" y="31"/>
                    <a:pt x="12" y="31"/>
                    <a:pt x="12" y="31"/>
                  </a:cubicBezTo>
                  <a:cubicBezTo>
                    <a:pt x="12" y="31"/>
                    <a:pt x="12" y="31"/>
                    <a:pt x="12" y="31"/>
                  </a:cubicBezTo>
                  <a:cubicBezTo>
                    <a:pt x="10" y="30"/>
                    <a:pt x="10" y="30"/>
                    <a:pt x="10" y="30"/>
                  </a:cubicBezTo>
                  <a:cubicBezTo>
                    <a:pt x="11" y="28"/>
                    <a:pt x="11" y="28"/>
                    <a:pt x="11" y="28"/>
                  </a:cubicBezTo>
                  <a:cubicBezTo>
                    <a:pt x="11" y="28"/>
                    <a:pt x="11" y="28"/>
                    <a:pt x="11" y="28"/>
                  </a:cubicBezTo>
                  <a:cubicBezTo>
                    <a:pt x="12" y="28"/>
                    <a:pt x="12" y="28"/>
                    <a:pt x="12" y="28"/>
                  </a:cubicBezTo>
                  <a:cubicBezTo>
                    <a:pt x="12" y="28"/>
                    <a:pt x="12" y="28"/>
                    <a:pt x="12" y="28"/>
                  </a:cubicBezTo>
                  <a:cubicBezTo>
                    <a:pt x="11" y="26"/>
                    <a:pt x="11" y="26"/>
                    <a:pt x="11" y="26"/>
                  </a:cubicBezTo>
                  <a:cubicBezTo>
                    <a:pt x="11" y="26"/>
                    <a:pt x="11" y="26"/>
                    <a:pt x="11" y="26"/>
                  </a:cubicBezTo>
                  <a:cubicBezTo>
                    <a:pt x="11" y="27"/>
                    <a:pt x="11" y="27"/>
                    <a:pt x="11" y="27"/>
                  </a:cubicBezTo>
                  <a:cubicBezTo>
                    <a:pt x="9" y="25"/>
                    <a:pt x="9" y="25"/>
                    <a:pt x="9" y="25"/>
                  </a:cubicBezTo>
                  <a:cubicBezTo>
                    <a:pt x="11" y="24"/>
                    <a:pt x="11" y="24"/>
                    <a:pt x="11" y="24"/>
                  </a:cubicBezTo>
                  <a:cubicBezTo>
                    <a:pt x="11" y="24"/>
                    <a:pt x="11" y="24"/>
                    <a:pt x="11" y="24"/>
                  </a:cubicBezTo>
                  <a:cubicBezTo>
                    <a:pt x="12" y="25"/>
                    <a:pt x="12" y="25"/>
                    <a:pt x="12" y="25"/>
                  </a:cubicBezTo>
                  <a:cubicBezTo>
                    <a:pt x="12" y="23"/>
                    <a:pt x="12" y="23"/>
                    <a:pt x="12" y="23"/>
                  </a:cubicBezTo>
                  <a:cubicBezTo>
                    <a:pt x="11" y="23"/>
                    <a:pt x="11" y="23"/>
                    <a:pt x="11" y="23"/>
                  </a:cubicBezTo>
                  <a:cubicBezTo>
                    <a:pt x="11" y="23"/>
                    <a:pt x="11" y="23"/>
                    <a:pt x="11" y="23"/>
                  </a:cubicBezTo>
                  <a:cubicBezTo>
                    <a:pt x="11" y="21"/>
                    <a:pt x="11" y="21"/>
                    <a:pt x="11" y="21"/>
                  </a:cubicBezTo>
                  <a:cubicBezTo>
                    <a:pt x="11" y="21"/>
                    <a:pt x="11" y="21"/>
                    <a:pt x="11" y="21"/>
                  </a:cubicBezTo>
                  <a:cubicBezTo>
                    <a:pt x="10" y="21"/>
                    <a:pt x="10" y="21"/>
                    <a:pt x="10" y="21"/>
                  </a:cubicBezTo>
                  <a:cubicBezTo>
                    <a:pt x="11" y="21"/>
                    <a:pt x="11" y="21"/>
                    <a:pt x="11" y="21"/>
                  </a:cubicBezTo>
                  <a:cubicBezTo>
                    <a:pt x="11" y="21"/>
                    <a:pt x="11" y="21"/>
                    <a:pt x="11" y="21"/>
                  </a:cubicBezTo>
                  <a:cubicBezTo>
                    <a:pt x="11" y="21"/>
                    <a:pt x="11" y="21"/>
                    <a:pt x="11" y="21"/>
                  </a:cubicBezTo>
                  <a:cubicBezTo>
                    <a:pt x="12" y="20"/>
                    <a:pt x="12" y="20"/>
                    <a:pt x="12" y="20"/>
                  </a:cubicBezTo>
                  <a:cubicBezTo>
                    <a:pt x="12" y="20"/>
                    <a:pt x="12" y="20"/>
                    <a:pt x="12" y="20"/>
                  </a:cubicBezTo>
                  <a:cubicBezTo>
                    <a:pt x="12" y="20"/>
                    <a:pt x="12" y="19"/>
                    <a:pt x="12" y="18"/>
                  </a:cubicBezTo>
                  <a:cubicBezTo>
                    <a:pt x="12" y="16"/>
                    <a:pt x="12" y="16"/>
                    <a:pt x="12" y="16"/>
                  </a:cubicBezTo>
                  <a:cubicBezTo>
                    <a:pt x="12" y="16"/>
                    <a:pt x="12" y="16"/>
                    <a:pt x="12" y="16"/>
                  </a:cubicBezTo>
                  <a:cubicBezTo>
                    <a:pt x="12" y="17"/>
                    <a:pt x="13" y="18"/>
                    <a:pt x="13" y="19"/>
                  </a:cubicBezTo>
                  <a:cubicBezTo>
                    <a:pt x="14" y="20"/>
                    <a:pt x="14" y="21"/>
                    <a:pt x="16" y="22"/>
                  </a:cubicBezTo>
                  <a:cubicBezTo>
                    <a:pt x="17" y="23"/>
                    <a:pt x="18" y="24"/>
                    <a:pt x="19" y="25"/>
                  </a:cubicBezTo>
                  <a:cubicBezTo>
                    <a:pt x="19" y="25"/>
                    <a:pt x="19" y="25"/>
                    <a:pt x="19" y="25"/>
                  </a:cubicBezTo>
                  <a:cubicBezTo>
                    <a:pt x="19" y="26"/>
                    <a:pt x="19" y="26"/>
                    <a:pt x="19" y="26"/>
                  </a:cubicBezTo>
                  <a:cubicBezTo>
                    <a:pt x="19" y="26"/>
                    <a:pt x="18" y="28"/>
                    <a:pt x="17" y="28"/>
                  </a:cubicBezTo>
                  <a:cubicBezTo>
                    <a:pt x="17" y="28"/>
                    <a:pt x="17" y="28"/>
                    <a:pt x="17" y="28"/>
                  </a:cubicBezTo>
                  <a:cubicBezTo>
                    <a:pt x="17" y="28"/>
                    <a:pt x="17" y="28"/>
                    <a:pt x="17" y="28"/>
                  </a:cubicBezTo>
                  <a:cubicBezTo>
                    <a:pt x="16" y="28"/>
                    <a:pt x="16" y="28"/>
                    <a:pt x="16" y="28"/>
                  </a:cubicBezTo>
                  <a:cubicBezTo>
                    <a:pt x="16" y="29"/>
                    <a:pt x="16" y="29"/>
                    <a:pt x="16" y="29"/>
                  </a:cubicBezTo>
                  <a:cubicBezTo>
                    <a:pt x="16" y="31"/>
                    <a:pt x="17" y="33"/>
                    <a:pt x="19" y="33"/>
                  </a:cubicBezTo>
                  <a:cubicBezTo>
                    <a:pt x="20" y="33"/>
                    <a:pt x="20" y="33"/>
                    <a:pt x="20" y="33"/>
                  </a:cubicBezTo>
                  <a:cubicBezTo>
                    <a:pt x="20" y="33"/>
                    <a:pt x="22" y="35"/>
                    <a:pt x="23" y="35"/>
                  </a:cubicBezTo>
                  <a:cubicBezTo>
                    <a:pt x="24" y="35"/>
                    <a:pt x="24" y="35"/>
                    <a:pt x="24" y="35"/>
                  </a:cubicBezTo>
                  <a:cubicBezTo>
                    <a:pt x="25" y="35"/>
                    <a:pt x="25" y="35"/>
                    <a:pt x="25" y="35"/>
                  </a:cubicBezTo>
                  <a:cubicBezTo>
                    <a:pt x="25" y="34"/>
                    <a:pt x="25" y="34"/>
                    <a:pt x="25" y="34"/>
                  </a:cubicBezTo>
                  <a:cubicBezTo>
                    <a:pt x="27" y="36"/>
                    <a:pt x="27" y="36"/>
                    <a:pt x="27" y="36"/>
                  </a:cubicBezTo>
                  <a:cubicBezTo>
                    <a:pt x="27" y="36"/>
                    <a:pt x="27" y="36"/>
                    <a:pt x="27" y="36"/>
                  </a:cubicBezTo>
                  <a:cubicBezTo>
                    <a:pt x="28" y="34"/>
                    <a:pt x="28" y="34"/>
                    <a:pt x="28" y="34"/>
                  </a:cubicBezTo>
                  <a:cubicBezTo>
                    <a:pt x="28" y="34"/>
                    <a:pt x="28" y="34"/>
                    <a:pt x="28" y="34"/>
                  </a:cubicBezTo>
                  <a:cubicBezTo>
                    <a:pt x="29" y="33"/>
                    <a:pt x="29" y="33"/>
                    <a:pt x="29" y="33"/>
                  </a:cubicBezTo>
                  <a:cubicBezTo>
                    <a:pt x="29" y="35"/>
                    <a:pt x="29" y="35"/>
                    <a:pt x="29" y="35"/>
                  </a:cubicBezTo>
                  <a:cubicBezTo>
                    <a:pt x="31" y="36"/>
                    <a:pt x="31" y="36"/>
                    <a:pt x="31" y="36"/>
                  </a:cubicBezTo>
                  <a:cubicBezTo>
                    <a:pt x="31" y="38"/>
                    <a:pt x="31" y="38"/>
                    <a:pt x="31" y="38"/>
                  </a:cubicBezTo>
                  <a:cubicBezTo>
                    <a:pt x="31" y="39"/>
                    <a:pt x="31" y="39"/>
                    <a:pt x="31" y="39"/>
                  </a:cubicBezTo>
                  <a:cubicBezTo>
                    <a:pt x="31" y="41"/>
                    <a:pt x="31" y="43"/>
                    <a:pt x="30" y="44"/>
                  </a:cubicBezTo>
                  <a:cubicBezTo>
                    <a:pt x="30" y="45"/>
                    <a:pt x="30" y="45"/>
                    <a:pt x="30" y="45"/>
                  </a:cubicBezTo>
                  <a:cubicBezTo>
                    <a:pt x="30" y="46"/>
                    <a:pt x="32" y="48"/>
                    <a:pt x="32" y="48"/>
                  </a:cubicBezTo>
                  <a:cubicBezTo>
                    <a:pt x="32" y="49"/>
                    <a:pt x="32" y="49"/>
                    <a:pt x="32" y="49"/>
                  </a:cubicBezTo>
                  <a:cubicBezTo>
                    <a:pt x="32" y="48"/>
                    <a:pt x="32" y="48"/>
                    <a:pt x="32" y="48"/>
                  </a:cubicBezTo>
                  <a:cubicBezTo>
                    <a:pt x="32" y="48"/>
                    <a:pt x="32" y="48"/>
                    <a:pt x="32" y="48"/>
                  </a:cubicBezTo>
                  <a:cubicBezTo>
                    <a:pt x="33" y="48"/>
                    <a:pt x="34" y="48"/>
                    <a:pt x="36" y="47"/>
                  </a:cubicBezTo>
                  <a:moveTo>
                    <a:pt x="11" y="27"/>
                  </a:moveTo>
                  <a:cubicBezTo>
                    <a:pt x="11" y="27"/>
                    <a:pt x="11" y="27"/>
                    <a:pt x="11" y="27"/>
                  </a:cubicBezTo>
                  <a:cubicBezTo>
                    <a:pt x="11" y="27"/>
                    <a:pt x="11" y="27"/>
                    <a:pt x="11" y="27"/>
                  </a:cubicBezTo>
                  <a:close/>
                  <a:moveTo>
                    <a:pt x="36" y="42"/>
                  </a:moveTo>
                  <a:cubicBezTo>
                    <a:pt x="34" y="45"/>
                    <a:pt x="33" y="47"/>
                    <a:pt x="32" y="48"/>
                  </a:cubicBezTo>
                  <a:cubicBezTo>
                    <a:pt x="32" y="47"/>
                    <a:pt x="31" y="46"/>
                    <a:pt x="31" y="45"/>
                  </a:cubicBezTo>
                  <a:cubicBezTo>
                    <a:pt x="31" y="44"/>
                    <a:pt x="31" y="44"/>
                    <a:pt x="31" y="44"/>
                  </a:cubicBezTo>
                  <a:cubicBezTo>
                    <a:pt x="31" y="43"/>
                    <a:pt x="32" y="41"/>
                    <a:pt x="32" y="39"/>
                  </a:cubicBezTo>
                  <a:cubicBezTo>
                    <a:pt x="32" y="38"/>
                    <a:pt x="32" y="38"/>
                    <a:pt x="32" y="38"/>
                  </a:cubicBezTo>
                  <a:cubicBezTo>
                    <a:pt x="31" y="37"/>
                    <a:pt x="31" y="37"/>
                    <a:pt x="31" y="37"/>
                  </a:cubicBezTo>
                  <a:cubicBezTo>
                    <a:pt x="31" y="36"/>
                    <a:pt x="31" y="36"/>
                    <a:pt x="31" y="36"/>
                  </a:cubicBezTo>
                  <a:cubicBezTo>
                    <a:pt x="32" y="35"/>
                    <a:pt x="32" y="35"/>
                    <a:pt x="32" y="35"/>
                  </a:cubicBezTo>
                  <a:cubicBezTo>
                    <a:pt x="33" y="34"/>
                    <a:pt x="33" y="34"/>
                    <a:pt x="33" y="34"/>
                  </a:cubicBezTo>
                  <a:cubicBezTo>
                    <a:pt x="34" y="36"/>
                    <a:pt x="34" y="36"/>
                    <a:pt x="34" y="36"/>
                  </a:cubicBezTo>
                  <a:cubicBezTo>
                    <a:pt x="36" y="37"/>
                    <a:pt x="36" y="37"/>
                    <a:pt x="36" y="37"/>
                  </a:cubicBezTo>
                  <a:cubicBezTo>
                    <a:pt x="37" y="39"/>
                    <a:pt x="37" y="39"/>
                    <a:pt x="37" y="39"/>
                  </a:cubicBezTo>
                  <a:cubicBezTo>
                    <a:pt x="37" y="40"/>
                    <a:pt x="36" y="41"/>
                    <a:pt x="36" y="42"/>
                  </a:cubicBezTo>
                  <a:moveTo>
                    <a:pt x="44" y="32"/>
                  </a:moveTo>
                  <a:cubicBezTo>
                    <a:pt x="43" y="32"/>
                    <a:pt x="43" y="32"/>
                    <a:pt x="43" y="32"/>
                  </a:cubicBezTo>
                  <a:cubicBezTo>
                    <a:pt x="42" y="32"/>
                    <a:pt x="42" y="32"/>
                    <a:pt x="42" y="32"/>
                  </a:cubicBezTo>
                  <a:cubicBezTo>
                    <a:pt x="41" y="33"/>
                    <a:pt x="40" y="35"/>
                    <a:pt x="40" y="36"/>
                  </a:cubicBezTo>
                  <a:cubicBezTo>
                    <a:pt x="40" y="37"/>
                    <a:pt x="40" y="37"/>
                    <a:pt x="40" y="37"/>
                  </a:cubicBezTo>
                  <a:cubicBezTo>
                    <a:pt x="40" y="38"/>
                    <a:pt x="40" y="38"/>
                    <a:pt x="40" y="38"/>
                  </a:cubicBezTo>
                  <a:cubicBezTo>
                    <a:pt x="37" y="39"/>
                    <a:pt x="37" y="39"/>
                    <a:pt x="37" y="39"/>
                  </a:cubicBezTo>
                  <a:cubicBezTo>
                    <a:pt x="37" y="39"/>
                    <a:pt x="37" y="39"/>
                    <a:pt x="37" y="39"/>
                  </a:cubicBezTo>
                  <a:cubicBezTo>
                    <a:pt x="37" y="37"/>
                    <a:pt x="37" y="37"/>
                    <a:pt x="37" y="37"/>
                  </a:cubicBezTo>
                  <a:cubicBezTo>
                    <a:pt x="37" y="37"/>
                    <a:pt x="37" y="37"/>
                    <a:pt x="37" y="37"/>
                  </a:cubicBezTo>
                  <a:cubicBezTo>
                    <a:pt x="38" y="37"/>
                    <a:pt x="38" y="37"/>
                    <a:pt x="38" y="37"/>
                  </a:cubicBezTo>
                  <a:cubicBezTo>
                    <a:pt x="38" y="37"/>
                    <a:pt x="38" y="37"/>
                    <a:pt x="38" y="37"/>
                  </a:cubicBezTo>
                  <a:cubicBezTo>
                    <a:pt x="39" y="37"/>
                    <a:pt x="39" y="37"/>
                    <a:pt x="39" y="37"/>
                  </a:cubicBezTo>
                  <a:cubicBezTo>
                    <a:pt x="38" y="36"/>
                    <a:pt x="38" y="36"/>
                    <a:pt x="38" y="36"/>
                  </a:cubicBezTo>
                  <a:cubicBezTo>
                    <a:pt x="36" y="34"/>
                    <a:pt x="36" y="34"/>
                    <a:pt x="36" y="34"/>
                  </a:cubicBezTo>
                  <a:cubicBezTo>
                    <a:pt x="36" y="34"/>
                    <a:pt x="36" y="34"/>
                    <a:pt x="36" y="34"/>
                  </a:cubicBezTo>
                  <a:cubicBezTo>
                    <a:pt x="37" y="31"/>
                    <a:pt x="37" y="31"/>
                    <a:pt x="37" y="31"/>
                  </a:cubicBezTo>
                  <a:cubicBezTo>
                    <a:pt x="38" y="31"/>
                    <a:pt x="38" y="30"/>
                    <a:pt x="38" y="29"/>
                  </a:cubicBezTo>
                  <a:cubicBezTo>
                    <a:pt x="39" y="28"/>
                    <a:pt x="39" y="27"/>
                    <a:pt x="39" y="26"/>
                  </a:cubicBezTo>
                  <a:cubicBezTo>
                    <a:pt x="39" y="27"/>
                    <a:pt x="40" y="28"/>
                    <a:pt x="40" y="29"/>
                  </a:cubicBezTo>
                  <a:cubicBezTo>
                    <a:pt x="40" y="29"/>
                    <a:pt x="40" y="29"/>
                    <a:pt x="40" y="29"/>
                  </a:cubicBezTo>
                  <a:cubicBezTo>
                    <a:pt x="40" y="30"/>
                    <a:pt x="40" y="30"/>
                    <a:pt x="40" y="30"/>
                  </a:cubicBezTo>
                  <a:cubicBezTo>
                    <a:pt x="41" y="29"/>
                    <a:pt x="41" y="29"/>
                    <a:pt x="41" y="29"/>
                  </a:cubicBezTo>
                  <a:cubicBezTo>
                    <a:pt x="42" y="28"/>
                    <a:pt x="42" y="28"/>
                    <a:pt x="42" y="28"/>
                  </a:cubicBezTo>
                  <a:cubicBezTo>
                    <a:pt x="42" y="30"/>
                    <a:pt x="42" y="30"/>
                    <a:pt x="42" y="30"/>
                  </a:cubicBezTo>
                  <a:cubicBezTo>
                    <a:pt x="42" y="30"/>
                    <a:pt x="42" y="30"/>
                    <a:pt x="42" y="30"/>
                  </a:cubicBezTo>
                  <a:cubicBezTo>
                    <a:pt x="42" y="31"/>
                    <a:pt x="42" y="31"/>
                    <a:pt x="42" y="31"/>
                  </a:cubicBezTo>
                  <a:cubicBezTo>
                    <a:pt x="42" y="31"/>
                    <a:pt x="42" y="31"/>
                    <a:pt x="42" y="31"/>
                  </a:cubicBezTo>
                  <a:cubicBezTo>
                    <a:pt x="43" y="30"/>
                    <a:pt x="43" y="30"/>
                    <a:pt x="43" y="30"/>
                  </a:cubicBezTo>
                  <a:cubicBezTo>
                    <a:pt x="43" y="30"/>
                    <a:pt x="44" y="31"/>
                    <a:pt x="44" y="32"/>
                  </a:cubicBezTo>
                  <a:moveTo>
                    <a:pt x="48" y="29"/>
                  </a:moveTo>
                  <a:cubicBezTo>
                    <a:pt x="48" y="29"/>
                    <a:pt x="48" y="29"/>
                    <a:pt x="48" y="29"/>
                  </a:cubicBezTo>
                  <a:cubicBezTo>
                    <a:pt x="48" y="29"/>
                    <a:pt x="48" y="29"/>
                    <a:pt x="48" y="29"/>
                  </a:cubicBezTo>
                  <a:cubicBezTo>
                    <a:pt x="47" y="28"/>
                    <a:pt x="47" y="28"/>
                    <a:pt x="47" y="28"/>
                  </a:cubicBezTo>
                  <a:cubicBezTo>
                    <a:pt x="47" y="28"/>
                    <a:pt x="47" y="28"/>
                    <a:pt x="47" y="28"/>
                  </a:cubicBezTo>
                  <a:cubicBezTo>
                    <a:pt x="47" y="28"/>
                    <a:pt x="47" y="28"/>
                    <a:pt x="47" y="28"/>
                  </a:cubicBezTo>
                  <a:lnTo>
                    <a:pt x="48" y="29"/>
                  </a:lnTo>
                  <a:close/>
                  <a:moveTo>
                    <a:pt x="47" y="15"/>
                  </a:moveTo>
                  <a:cubicBezTo>
                    <a:pt x="46" y="18"/>
                    <a:pt x="46" y="18"/>
                    <a:pt x="46" y="18"/>
                  </a:cubicBezTo>
                  <a:cubicBezTo>
                    <a:pt x="46" y="18"/>
                    <a:pt x="46" y="19"/>
                    <a:pt x="46" y="20"/>
                  </a:cubicBezTo>
                  <a:cubicBezTo>
                    <a:pt x="46" y="21"/>
                    <a:pt x="46" y="21"/>
                    <a:pt x="46" y="21"/>
                  </a:cubicBezTo>
                  <a:cubicBezTo>
                    <a:pt x="47" y="25"/>
                    <a:pt x="47" y="25"/>
                    <a:pt x="47" y="25"/>
                  </a:cubicBezTo>
                  <a:cubicBezTo>
                    <a:pt x="47" y="27"/>
                    <a:pt x="47" y="27"/>
                    <a:pt x="47" y="27"/>
                  </a:cubicBezTo>
                  <a:cubicBezTo>
                    <a:pt x="47" y="27"/>
                    <a:pt x="47" y="27"/>
                    <a:pt x="47" y="27"/>
                  </a:cubicBezTo>
                  <a:cubicBezTo>
                    <a:pt x="47" y="28"/>
                    <a:pt x="47" y="28"/>
                    <a:pt x="47" y="28"/>
                  </a:cubicBezTo>
                  <a:cubicBezTo>
                    <a:pt x="47" y="28"/>
                    <a:pt x="47" y="28"/>
                    <a:pt x="47" y="28"/>
                  </a:cubicBezTo>
                  <a:cubicBezTo>
                    <a:pt x="46" y="27"/>
                    <a:pt x="46" y="27"/>
                    <a:pt x="46" y="27"/>
                  </a:cubicBezTo>
                  <a:cubicBezTo>
                    <a:pt x="46" y="26"/>
                    <a:pt x="46" y="26"/>
                    <a:pt x="46" y="26"/>
                  </a:cubicBezTo>
                  <a:cubicBezTo>
                    <a:pt x="46" y="24"/>
                    <a:pt x="46" y="24"/>
                    <a:pt x="46" y="24"/>
                  </a:cubicBezTo>
                  <a:cubicBezTo>
                    <a:pt x="45" y="23"/>
                    <a:pt x="45" y="23"/>
                    <a:pt x="45" y="23"/>
                  </a:cubicBezTo>
                  <a:cubicBezTo>
                    <a:pt x="45" y="23"/>
                    <a:pt x="45" y="23"/>
                    <a:pt x="45" y="23"/>
                  </a:cubicBezTo>
                  <a:cubicBezTo>
                    <a:pt x="45" y="23"/>
                    <a:pt x="45" y="23"/>
                    <a:pt x="45" y="23"/>
                  </a:cubicBezTo>
                  <a:cubicBezTo>
                    <a:pt x="45" y="22"/>
                    <a:pt x="45" y="22"/>
                    <a:pt x="45" y="22"/>
                  </a:cubicBezTo>
                  <a:cubicBezTo>
                    <a:pt x="45" y="23"/>
                    <a:pt x="45" y="23"/>
                    <a:pt x="45" y="23"/>
                  </a:cubicBezTo>
                  <a:cubicBezTo>
                    <a:pt x="45" y="23"/>
                    <a:pt x="45" y="23"/>
                    <a:pt x="45" y="23"/>
                  </a:cubicBezTo>
                  <a:cubicBezTo>
                    <a:pt x="45" y="23"/>
                    <a:pt x="45" y="23"/>
                    <a:pt x="45" y="23"/>
                  </a:cubicBezTo>
                  <a:cubicBezTo>
                    <a:pt x="45" y="23"/>
                    <a:pt x="45" y="23"/>
                    <a:pt x="45" y="23"/>
                  </a:cubicBezTo>
                  <a:cubicBezTo>
                    <a:pt x="45" y="23"/>
                    <a:pt x="44" y="25"/>
                    <a:pt x="44" y="26"/>
                  </a:cubicBezTo>
                  <a:cubicBezTo>
                    <a:pt x="43" y="28"/>
                    <a:pt x="43" y="28"/>
                    <a:pt x="43" y="28"/>
                  </a:cubicBezTo>
                  <a:cubicBezTo>
                    <a:pt x="43" y="30"/>
                    <a:pt x="43" y="30"/>
                    <a:pt x="43" y="30"/>
                  </a:cubicBezTo>
                  <a:cubicBezTo>
                    <a:pt x="42" y="28"/>
                    <a:pt x="42" y="28"/>
                    <a:pt x="42" y="28"/>
                  </a:cubicBezTo>
                  <a:cubicBezTo>
                    <a:pt x="42" y="27"/>
                    <a:pt x="42" y="27"/>
                    <a:pt x="42" y="27"/>
                  </a:cubicBezTo>
                  <a:cubicBezTo>
                    <a:pt x="42" y="27"/>
                    <a:pt x="42" y="27"/>
                    <a:pt x="42" y="27"/>
                  </a:cubicBezTo>
                  <a:cubicBezTo>
                    <a:pt x="42" y="26"/>
                    <a:pt x="42" y="26"/>
                    <a:pt x="42" y="26"/>
                  </a:cubicBezTo>
                  <a:cubicBezTo>
                    <a:pt x="43" y="24"/>
                    <a:pt x="43" y="22"/>
                    <a:pt x="43" y="21"/>
                  </a:cubicBezTo>
                  <a:cubicBezTo>
                    <a:pt x="43" y="20"/>
                    <a:pt x="43" y="20"/>
                    <a:pt x="43" y="20"/>
                  </a:cubicBezTo>
                  <a:cubicBezTo>
                    <a:pt x="43" y="18"/>
                    <a:pt x="43" y="18"/>
                    <a:pt x="43" y="18"/>
                  </a:cubicBezTo>
                  <a:cubicBezTo>
                    <a:pt x="44" y="19"/>
                    <a:pt x="44" y="19"/>
                    <a:pt x="44" y="19"/>
                  </a:cubicBezTo>
                  <a:cubicBezTo>
                    <a:pt x="44" y="18"/>
                    <a:pt x="44" y="18"/>
                    <a:pt x="44" y="18"/>
                  </a:cubicBezTo>
                  <a:cubicBezTo>
                    <a:pt x="44" y="16"/>
                    <a:pt x="44" y="16"/>
                    <a:pt x="44" y="16"/>
                  </a:cubicBezTo>
                  <a:cubicBezTo>
                    <a:pt x="44" y="15"/>
                    <a:pt x="43" y="14"/>
                    <a:pt x="43" y="14"/>
                  </a:cubicBezTo>
                  <a:cubicBezTo>
                    <a:pt x="43" y="14"/>
                    <a:pt x="43" y="14"/>
                    <a:pt x="43" y="14"/>
                  </a:cubicBezTo>
                  <a:cubicBezTo>
                    <a:pt x="43" y="13"/>
                    <a:pt x="43" y="13"/>
                    <a:pt x="43" y="13"/>
                  </a:cubicBezTo>
                  <a:cubicBezTo>
                    <a:pt x="43" y="12"/>
                    <a:pt x="43" y="12"/>
                    <a:pt x="43" y="12"/>
                  </a:cubicBezTo>
                  <a:cubicBezTo>
                    <a:pt x="44" y="12"/>
                    <a:pt x="44" y="12"/>
                    <a:pt x="44" y="12"/>
                  </a:cubicBezTo>
                  <a:cubicBezTo>
                    <a:pt x="44" y="12"/>
                    <a:pt x="44" y="12"/>
                    <a:pt x="44" y="12"/>
                  </a:cubicBezTo>
                  <a:cubicBezTo>
                    <a:pt x="45" y="14"/>
                    <a:pt x="45" y="14"/>
                    <a:pt x="45" y="14"/>
                  </a:cubicBezTo>
                  <a:cubicBezTo>
                    <a:pt x="45" y="14"/>
                    <a:pt x="45" y="14"/>
                    <a:pt x="45" y="14"/>
                  </a:cubicBezTo>
                  <a:cubicBezTo>
                    <a:pt x="45" y="14"/>
                    <a:pt x="45" y="14"/>
                    <a:pt x="45" y="14"/>
                  </a:cubicBezTo>
                  <a:cubicBezTo>
                    <a:pt x="45" y="15"/>
                    <a:pt x="45" y="15"/>
                    <a:pt x="45" y="15"/>
                  </a:cubicBezTo>
                  <a:cubicBezTo>
                    <a:pt x="44" y="16"/>
                    <a:pt x="44" y="16"/>
                    <a:pt x="44" y="16"/>
                  </a:cubicBezTo>
                  <a:cubicBezTo>
                    <a:pt x="44" y="16"/>
                    <a:pt x="44" y="16"/>
                    <a:pt x="44" y="16"/>
                  </a:cubicBezTo>
                  <a:cubicBezTo>
                    <a:pt x="44" y="17"/>
                    <a:pt x="44" y="17"/>
                    <a:pt x="44" y="17"/>
                  </a:cubicBezTo>
                  <a:cubicBezTo>
                    <a:pt x="44" y="19"/>
                    <a:pt x="44" y="19"/>
                    <a:pt x="44" y="19"/>
                  </a:cubicBezTo>
                  <a:cubicBezTo>
                    <a:pt x="45" y="19"/>
                    <a:pt x="45" y="19"/>
                    <a:pt x="45" y="19"/>
                  </a:cubicBezTo>
                  <a:cubicBezTo>
                    <a:pt x="45" y="17"/>
                    <a:pt x="45" y="17"/>
                    <a:pt x="45" y="17"/>
                  </a:cubicBezTo>
                  <a:cubicBezTo>
                    <a:pt x="45" y="16"/>
                    <a:pt x="45" y="16"/>
                    <a:pt x="45" y="16"/>
                  </a:cubicBezTo>
                  <a:cubicBezTo>
                    <a:pt x="45" y="16"/>
                    <a:pt x="45" y="16"/>
                    <a:pt x="45" y="16"/>
                  </a:cubicBezTo>
                  <a:cubicBezTo>
                    <a:pt x="45" y="15"/>
                    <a:pt x="45" y="15"/>
                    <a:pt x="45" y="15"/>
                  </a:cubicBezTo>
                  <a:cubicBezTo>
                    <a:pt x="45" y="15"/>
                    <a:pt x="45" y="15"/>
                    <a:pt x="45" y="15"/>
                  </a:cubicBezTo>
                  <a:cubicBezTo>
                    <a:pt x="47" y="13"/>
                    <a:pt x="47" y="13"/>
                    <a:pt x="47" y="13"/>
                  </a:cubicBezTo>
                  <a:cubicBezTo>
                    <a:pt x="47" y="13"/>
                    <a:pt x="47" y="13"/>
                    <a:pt x="47" y="13"/>
                  </a:cubicBezTo>
                  <a:cubicBezTo>
                    <a:pt x="47" y="13"/>
                    <a:pt x="47" y="13"/>
                    <a:pt x="47" y="13"/>
                  </a:cubicBezTo>
                  <a:cubicBezTo>
                    <a:pt x="48" y="14"/>
                    <a:pt x="48" y="14"/>
                    <a:pt x="48" y="14"/>
                  </a:cubicBezTo>
                  <a:lnTo>
                    <a:pt x="47" y="15"/>
                  </a:lnTo>
                  <a:close/>
                  <a:moveTo>
                    <a:pt x="48" y="13"/>
                  </a:moveTo>
                  <a:cubicBezTo>
                    <a:pt x="47" y="13"/>
                    <a:pt x="47" y="13"/>
                    <a:pt x="47" y="13"/>
                  </a:cubicBezTo>
                  <a:cubicBezTo>
                    <a:pt x="47" y="13"/>
                    <a:pt x="47" y="13"/>
                    <a:pt x="47" y="13"/>
                  </a:cubicBezTo>
                  <a:cubicBezTo>
                    <a:pt x="48" y="12"/>
                    <a:pt x="48" y="12"/>
                    <a:pt x="48" y="12"/>
                  </a:cubicBezTo>
                  <a:cubicBezTo>
                    <a:pt x="48" y="12"/>
                    <a:pt x="48" y="12"/>
                    <a:pt x="48" y="12"/>
                  </a:cubicBezTo>
                  <a:lnTo>
                    <a:pt x="48" y="13"/>
                  </a:lnTo>
                  <a:close/>
                  <a:moveTo>
                    <a:pt x="11" y="78"/>
                  </a:moveTo>
                  <a:cubicBezTo>
                    <a:pt x="11" y="79"/>
                    <a:pt x="11" y="79"/>
                    <a:pt x="11" y="79"/>
                  </a:cubicBezTo>
                  <a:cubicBezTo>
                    <a:pt x="10" y="80"/>
                    <a:pt x="10" y="80"/>
                    <a:pt x="10" y="80"/>
                  </a:cubicBezTo>
                  <a:cubicBezTo>
                    <a:pt x="10" y="81"/>
                    <a:pt x="10" y="81"/>
                    <a:pt x="10" y="81"/>
                  </a:cubicBezTo>
                  <a:cubicBezTo>
                    <a:pt x="11" y="81"/>
                    <a:pt x="11" y="81"/>
                    <a:pt x="11" y="81"/>
                  </a:cubicBezTo>
                  <a:cubicBezTo>
                    <a:pt x="11" y="80"/>
                    <a:pt x="11" y="80"/>
                    <a:pt x="11" y="80"/>
                  </a:cubicBezTo>
                  <a:cubicBezTo>
                    <a:pt x="11" y="80"/>
                    <a:pt x="11" y="80"/>
                    <a:pt x="11" y="80"/>
                  </a:cubicBezTo>
                  <a:cubicBezTo>
                    <a:pt x="12" y="78"/>
                    <a:pt x="12" y="78"/>
                    <a:pt x="12" y="78"/>
                  </a:cubicBezTo>
                  <a:lnTo>
                    <a:pt x="11" y="78"/>
                  </a:lnTo>
                  <a:close/>
                  <a:moveTo>
                    <a:pt x="26" y="52"/>
                  </a:moveTo>
                  <a:cubicBezTo>
                    <a:pt x="26" y="52"/>
                    <a:pt x="24" y="53"/>
                    <a:pt x="23" y="54"/>
                  </a:cubicBezTo>
                  <a:cubicBezTo>
                    <a:pt x="21" y="55"/>
                    <a:pt x="20" y="55"/>
                    <a:pt x="20" y="56"/>
                  </a:cubicBezTo>
                  <a:cubicBezTo>
                    <a:pt x="19" y="57"/>
                    <a:pt x="19" y="57"/>
                    <a:pt x="19" y="57"/>
                  </a:cubicBezTo>
                  <a:cubicBezTo>
                    <a:pt x="20" y="57"/>
                    <a:pt x="20" y="57"/>
                    <a:pt x="20" y="57"/>
                  </a:cubicBezTo>
                  <a:cubicBezTo>
                    <a:pt x="20" y="56"/>
                    <a:pt x="20" y="56"/>
                    <a:pt x="20" y="56"/>
                  </a:cubicBezTo>
                  <a:cubicBezTo>
                    <a:pt x="20" y="55"/>
                    <a:pt x="21" y="55"/>
                    <a:pt x="23" y="54"/>
                  </a:cubicBezTo>
                  <a:cubicBezTo>
                    <a:pt x="25" y="54"/>
                    <a:pt x="26" y="52"/>
                    <a:pt x="26" y="52"/>
                  </a:cubicBezTo>
                  <a:close/>
                  <a:moveTo>
                    <a:pt x="8" y="82"/>
                  </a:moveTo>
                  <a:cubicBezTo>
                    <a:pt x="8" y="83"/>
                    <a:pt x="8" y="83"/>
                    <a:pt x="8" y="83"/>
                  </a:cubicBezTo>
                  <a:cubicBezTo>
                    <a:pt x="8" y="83"/>
                    <a:pt x="8" y="83"/>
                    <a:pt x="8" y="83"/>
                  </a:cubicBezTo>
                  <a:cubicBezTo>
                    <a:pt x="8" y="83"/>
                    <a:pt x="8" y="83"/>
                    <a:pt x="8" y="83"/>
                  </a:cubicBezTo>
                  <a:cubicBezTo>
                    <a:pt x="9" y="84"/>
                    <a:pt x="9" y="84"/>
                    <a:pt x="9" y="84"/>
                  </a:cubicBezTo>
                  <a:cubicBezTo>
                    <a:pt x="9" y="85"/>
                    <a:pt x="9" y="85"/>
                    <a:pt x="9" y="85"/>
                  </a:cubicBezTo>
                  <a:cubicBezTo>
                    <a:pt x="8" y="85"/>
                    <a:pt x="9" y="86"/>
                    <a:pt x="8" y="86"/>
                  </a:cubicBezTo>
                  <a:cubicBezTo>
                    <a:pt x="7" y="88"/>
                    <a:pt x="7" y="88"/>
                    <a:pt x="7" y="88"/>
                  </a:cubicBezTo>
                  <a:cubicBezTo>
                    <a:pt x="7" y="89"/>
                    <a:pt x="7" y="89"/>
                    <a:pt x="7" y="89"/>
                  </a:cubicBezTo>
                  <a:cubicBezTo>
                    <a:pt x="7" y="90"/>
                    <a:pt x="7" y="91"/>
                    <a:pt x="7" y="92"/>
                  </a:cubicBezTo>
                  <a:cubicBezTo>
                    <a:pt x="7" y="95"/>
                    <a:pt x="7" y="95"/>
                    <a:pt x="7" y="95"/>
                  </a:cubicBezTo>
                  <a:cubicBezTo>
                    <a:pt x="7" y="95"/>
                    <a:pt x="7" y="95"/>
                    <a:pt x="7" y="95"/>
                  </a:cubicBezTo>
                  <a:cubicBezTo>
                    <a:pt x="8" y="96"/>
                    <a:pt x="8" y="96"/>
                    <a:pt x="8" y="96"/>
                  </a:cubicBezTo>
                  <a:cubicBezTo>
                    <a:pt x="8" y="96"/>
                    <a:pt x="8" y="96"/>
                    <a:pt x="8" y="96"/>
                  </a:cubicBezTo>
                  <a:cubicBezTo>
                    <a:pt x="8" y="95"/>
                    <a:pt x="8" y="95"/>
                    <a:pt x="8" y="95"/>
                  </a:cubicBezTo>
                  <a:cubicBezTo>
                    <a:pt x="8" y="95"/>
                    <a:pt x="8" y="95"/>
                    <a:pt x="8" y="95"/>
                  </a:cubicBezTo>
                  <a:cubicBezTo>
                    <a:pt x="8" y="92"/>
                    <a:pt x="8" y="92"/>
                    <a:pt x="8" y="92"/>
                  </a:cubicBezTo>
                  <a:cubicBezTo>
                    <a:pt x="8" y="91"/>
                    <a:pt x="8" y="90"/>
                    <a:pt x="8" y="89"/>
                  </a:cubicBezTo>
                  <a:cubicBezTo>
                    <a:pt x="8" y="89"/>
                    <a:pt x="8" y="89"/>
                    <a:pt x="8" y="89"/>
                  </a:cubicBezTo>
                  <a:cubicBezTo>
                    <a:pt x="9" y="87"/>
                    <a:pt x="9" y="87"/>
                    <a:pt x="9" y="87"/>
                  </a:cubicBezTo>
                  <a:cubicBezTo>
                    <a:pt x="9" y="85"/>
                    <a:pt x="9" y="85"/>
                    <a:pt x="9" y="85"/>
                  </a:cubicBezTo>
                  <a:cubicBezTo>
                    <a:pt x="9" y="84"/>
                    <a:pt x="9" y="84"/>
                    <a:pt x="9" y="84"/>
                  </a:cubicBezTo>
                  <a:cubicBezTo>
                    <a:pt x="9" y="83"/>
                    <a:pt x="8" y="83"/>
                    <a:pt x="8" y="82"/>
                  </a:cubicBezTo>
                  <a:close/>
                  <a:moveTo>
                    <a:pt x="21" y="34"/>
                  </a:moveTo>
                  <a:cubicBezTo>
                    <a:pt x="20" y="34"/>
                    <a:pt x="20" y="34"/>
                    <a:pt x="20" y="34"/>
                  </a:cubicBezTo>
                  <a:cubicBezTo>
                    <a:pt x="19" y="34"/>
                    <a:pt x="19" y="34"/>
                    <a:pt x="19" y="34"/>
                  </a:cubicBezTo>
                  <a:cubicBezTo>
                    <a:pt x="18" y="34"/>
                    <a:pt x="18" y="34"/>
                    <a:pt x="18" y="34"/>
                  </a:cubicBezTo>
                  <a:cubicBezTo>
                    <a:pt x="18" y="33"/>
                    <a:pt x="18" y="33"/>
                    <a:pt x="18" y="33"/>
                  </a:cubicBezTo>
                  <a:cubicBezTo>
                    <a:pt x="18" y="32"/>
                    <a:pt x="17" y="32"/>
                    <a:pt x="16" y="32"/>
                  </a:cubicBezTo>
                  <a:cubicBezTo>
                    <a:pt x="15" y="31"/>
                    <a:pt x="15" y="31"/>
                    <a:pt x="15" y="30"/>
                  </a:cubicBezTo>
                  <a:cubicBezTo>
                    <a:pt x="15" y="30"/>
                    <a:pt x="15" y="30"/>
                    <a:pt x="15" y="30"/>
                  </a:cubicBezTo>
                  <a:cubicBezTo>
                    <a:pt x="15" y="29"/>
                    <a:pt x="15" y="29"/>
                    <a:pt x="15" y="29"/>
                  </a:cubicBezTo>
                  <a:cubicBezTo>
                    <a:pt x="15" y="29"/>
                    <a:pt x="15" y="29"/>
                    <a:pt x="15" y="29"/>
                  </a:cubicBezTo>
                  <a:cubicBezTo>
                    <a:pt x="15" y="27"/>
                    <a:pt x="15" y="27"/>
                    <a:pt x="15" y="27"/>
                  </a:cubicBezTo>
                  <a:cubicBezTo>
                    <a:pt x="14" y="25"/>
                    <a:pt x="14" y="25"/>
                    <a:pt x="14" y="25"/>
                  </a:cubicBezTo>
                  <a:cubicBezTo>
                    <a:pt x="15" y="26"/>
                    <a:pt x="15" y="26"/>
                    <a:pt x="15" y="26"/>
                  </a:cubicBezTo>
                  <a:cubicBezTo>
                    <a:pt x="15" y="26"/>
                    <a:pt x="15" y="26"/>
                    <a:pt x="15" y="26"/>
                  </a:cubicBezTo>
                  <a:cubicBezTo>
                    <a:pt x="16" y="25"/>
                    <a:pt x="16" y="25"/>
                    <a:pt x="16" y="25"/>
                  </a:cubicBezTo>
                  <a:cubicBezTo>
                    <a:pt x="16" y="25"/>
                    <a:pt x="16" y="25"/>
                    <a:pt x="16" y="25"/>
                  </a:cubicBezTo>
                  <a:cubicBezTo>
                    <a:pt x="16" y="23"/>
                    <a:pt x="16" y="23"/>
                    <a:pt x="16" y="23"/>
                  </a:cubicBezTo>
                  <a:cubicBezTo>
                    <a:pt x="14" y="22"/>
                    <a:pt x="14" y="22"/>
                    <a:pt x="14" y="22"/>
                  </a:cubicBezTo>
                  <a:cubicBezTo>
                    <a:pt x="14" y="22"/>
                    <a:pt x="14" y="22"/>
                    <a:pt x="14" y="22"/>
                  </a:cubicBezTo>
                  <a:cubicBezTo>
                    <a:pt x="15" y="23"/>
                    <a:pt x="15" y="23"/>
                    <a:pt x="15" y="23"/>
                  </a:cubicBezTo>
                  <a:cubicBezTo>
                    <a:pt x="15" y="23"/>
                    <a:pt x="15" y="23"/>
                    <a:pt x="15" y="23"/>
                  </a:cubicBezTo>
                  <a:cubicBezTo>
                    <a:pt x="16" y="25"/>
                    <a:pt x="16" y="25"/>
                    <a:pt x="16" y="25"/>
                  </a:cubicBezTo>
                  <a:cubicBezTo>
                    <a:pt x="16" y="25"/>
                    <a:pt x="16" y="25"/>
                    <a:pt x="16" y="25"/>
                  </a:cubicBezTo>
                  <a:cubicBezTo>
                    <a:pt x="15" y="25"/>
                    <a:pt x="15" y="25"/>
                    <a:pt x="15" y="25"/>
                  </a:cubicBezTo>
                  <a:cubicBezTo>
                    <a:pt x="15" y="25"/>
                    <a:pt x="15" y="25"/>
                    <a:pt x="15" y="25"/>
                  </a:cubicBezTo>
                  <a:cubicBezTo>
                    <a:pt x="14" y="25"/>
                    <a:pt x="14" y="25"/>
                    <a:pt x="14" y="25"/>
                  </a:cubicBezTo>
                  <a:cubicBezTo>
                    <a:pt x="14" y="24"/>
                    <a:pt x="14" y="24"/>
                    <a:pt x="14" y="24"/>
                  </a:cubicBezTo>
                  <a:cubicBezTo>
                    <a:pt x="14" y="25"/>
                    <a:pt x="14" y="25"/>
                    <a:pt x="14" y="25"/>
                  </a:cubicBezTo>
                  <a:cubicBezTo>
                    <a:pt x="14" y="27"/>
                    <a:pt x="14" y="27"/>
                    <a:pt x="14" y="27"/>
                  </a:cubicBezTo>
                  <a:cubicBezTo>
                    <a:pt x="15" y="29"/>
                    <a:pt x="15" y="29"/>
                    <a:pt x="15" y="29"/>
                  </a:cubicBezTo>
                  <a:cubicBezTo>
                    <a:pt x="15" y="29"/>
                    <a:pt x="15" y="29"/>
                    <a:pt x="15" y="29"/>
                  </a:cubicBezTo>
                  <a:cubicBezTo>
                    <a:pt x="14" y="30"/>
                    <a:pt x="14" y="30"/>
                    <a:pt x="14" y="30"/>
                  </a:cubicBezTo>
                  <a:cubicBezTo>
                    <a:pt x="14" y="31"/>
                    <a:pt x="14" y="31"/>
                    <a:pt x="14" y="31"/>
                  </a:cubicBezTo>
                  <a:cubicBezTo>
                    <a:pt x="14" y="31"/>
                    <a:pt x="14" y="32"/>
                    <a:pt x="16" y="32"/>
                  </a:cubicBezTo>
                  <a:cubicBezTo>
                    <a:pt x="17" y="33"/>
                    <a:pt x="18" y="33"/>
                    <a:pt x="18" y="33"/>
                  </a:cubicBezTo>
                  <a:cubicBezTo>
                    <a:pt x="18" y="34"/>
                    <a:pt x="18" y="34"/>
                    <a:pt x="18" y="34"/>
                  </a:cubicBezTo>
                  <a:cubicBezTo>
                    <a:pt x="19" y="35"/>
                    <a:pt x="19" y="35"/>
                    <a:pt x="19" y="35"/>
                  </a:cubicBezTo>
                  <a:cubicBezTo>
                    <a:pt x="20" y="34"/>
                    <a:pt x="20" y="34"/>
                    <a:pt x="20" y="34"/>
                  </a:cubicBezTo>
                  <a:cubicBezTo>
                    <a:pt x="20" y="34"/>
                    <a:pt x="20" y="34"/>
                    <a:pt x="20" y="34"/>
                  </a:cubicBezTo>
                  <a:cubicBezTo>
                    <a:pt x="21" y="35"/>
                    <a:pt x="22" y="36"/>
                    <a:pt x="22" y="37"/>
                  </a:cubicBezTo>
                  <a:cubicBezTo>
                    <a:pt x="22" y="37"/>
                    <a:pt x="22" y="37"/>
                    <a:pt x="22" y="37"/>
                  </a:cubicBezTo>
                  <a:cubicBezTo>
                    <a:pt x="23" y="37"/>
                    <a:pt x="23" y="37"/>
                    <a:pt x="23" y="37"/>
                  </a:cubicBezTo>
                  <a:cubicBezTo>
                    <a:pt x="23" y="37"/>
                    <a:pt x="23" y="37"/>
                    <a:pt x="23" y="37"/>
                  </a:cubicBezTo>
                  <a:cubicBezTo>
                    <a:pt x="23" y="36"/>
                    <a:pt x="22" y="34"/>
                    <a:pt x="21" y="34"/>
                  </a:cubicBezTo>
                  <a:moveTo>
                    <a:pt x="26" y="23"/>
                  </a:moveTo>
                  <a:cubicBezTo>
                    <a:pt x="26" y="20"/>
                    <a:pt x="26" y="20"/>
                    <a:pt x="26" y="20"/>
                  </a:cubicBezTo>
                  <a:cubicBezTo>
                    <a:pt x="27" y="19"/>
                    <a:pt x="27" y="19"/>
                    <a:pt x="27" y="19"/>
                  </a:cubicBezTo>
                  <a:cubicBezTo>
                    <a:pt x="26" y="19"/>
                    <a:pt x="26" y="19"/>
                    <a:pt x="26" y="19"/>
                  </a:cubicBezTo>
                  <a:cubicBezTo>
                    <a:pt x="26" y="20"/>
                    <a:pt x="26" y="20"/>
                    <a:pt x="26" y="20"/>
                  </a:cubicBezTo>
                  <a:cubicBezTo>
                    <a:pt x="25" y="20"/>
                    <a:pt x="25" y="20"/>
                    <a:pt x="25" y="20"/>
                  </a:cubicBezTo>
                  <a:cubicBezTo>
                    <a:pt x="25" y="20"/>
                    <a:pt x="25" y="20"/>
                    <a:pt x="25" y="20"/>
                  </a:cubicBezTo>
                  <a:cubicBezTo>
                    <a:pt x="25" y="22"/>
                    <a:pt x="25" y="22"/>
                    <a:pt x="25" y="22"/>
                  </a:cubicBezTo>
                  <a:lnTo>
                    <a:pt x="26" y="23"/>
                  </a:lnTo>
                  <a:close/>
                  <a:moveTo>
                    <a:pt x="23" y="73"/>
                  </a:moveTo>
                  <a:cubicBezTo>
                    <a:pt x="23" y="73"/>
                    <a:pt x="23" y="73"/>
                    <a:pt x="23" y="73"/>
                  </a:cubicBezTo>
                  <a:cubicBezTo>
                    <a:pt x="23" y="74"/>
                    <a:pt x="23" y="74"/>
                    <a:pt x="23" y="74"/>
                  </a:cubicBezTo>
                  <a:cubicBezTo>
                    <a:pt x="23" y="74"/>
                    <a:pt x="23" y="74"/>
                    <a:pt x="23" y="74"/>
                  </a:cubicBezTo>
                  <a:cubicBezTo>
                    <a:pt x="23" y="74"/>
                    <a:pt x="23" y="74"/>
                    <a:pt x="23" y="74"/>
                  </a:cubicBezTo>
                  <a:cubicBezTo>
                    <a:pt x="23" y="74"/>
                    <a:pt x="23" y="74"/>
                    <a:pt x="23" y="74"/>
                  </a:cubicBezTo>
                  <a:cubicBezTo>
                    <a:pt x="24" y="74"/>
                    <a:pt x="24" y="74"/>
                    <a:pt x="24" y="74"/>
                  </a:cubicBezTo>
                  <a:cubicBezTo>
                    <a:pt x="25" y="75"/>
                    <a:pt x="25" y="75"/>
                    <a:pt x="25" y="75"/>
                  </a:cubicBezTo>
                  <a:cubicBezTo>
                    <a:pt x="25" y="75"/>
                    <a:pt x="26" y="77"/>
                    <a:pt x="27" y="78"/>
                  </a:cubicBezTo>
                  <a:cubicBezTo>
                    <a:pt x="28" y="79"/>
                    <a:pt x="28" y="79"/>
                    <a:pt x="28" y="79"/>
                  </a:cubicBezTo>
                  <a:cubicBezTo>
                    <a:pt x="28" y="79"/>
                    <a:pt x="28" y="79"/>
                    <a:pt x="28" y="79"/>
                  </a:cubicBezTo>
                  <a:cubicBezTo>
                    <a:pt x="29" y="79"/>
                    <a:pt x="29" y="79"/>
                    <a:pt x="29" y="79"/>
                  </a:cubicBezTo>
                  <a:cubicBezTo>
                    <a:pt x="28" y="78"/>
                    <a:pt x="28" y="78"/>
                    <a:pt x="28" y="78"/>
                  </a:cubicBezTo>
                  <a:cubicBezTo>
                    <a:pt x="27" y="77"/>
                    <a:pt x="27" y="77"/>
                    <a:pt x="27" y="77"/>
                  </a:cubicBezTo>
                  <a:cubicBezTo>
                    <a:pt x="25" y="74"/>
                    <a:pt x="25" y="74"/>
                    <a:pt x="25" y="74"/>
                  </a:cubicBezTo>
                  <a:cubicBezTo>
                    <a:pt x="24" y="73"/>
                    <a:pt x="24" y="73"/>
                    <a:pt x="24" y="73"/>
                  </a:cubicBezTo>
                  <a:cubicBezTo>
                    <a:pt x="25" y="72"/>
                    <a:pt x="25" y="72"/>
                    <a:pt x="25" y="72"/>
                  </a:cubicBezTo>
                  <a:cubicBezTo>
                    <a:pt x="24" y="72"/>
                    <a:pt x="24" y="72"/>
                    <a:pt x="24" y="72"/>
                  </a:cubicBezTo>
                  <a:cubicBezTo>
                    <a:pt x="24" y="72"/>
                    <a:pt x="24" y="72"/>
                    <a:pt x="23"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1" name="Freeform 33">
              <a:extLst>
                <a:ext uri="{FF2B5EF4-FFF2-40B4-BE49-F238E27FC236}">
                  <a16:creationId xmlns:a16="http://schemas.microsoft.com/office/drawing/2014/main" id="{0BFE1E3F-1A8D-4863-81C9-A339102AA4E1}"/>
                </a:ext>
              </a:extLst>
            </p:cNvPr>
            <p:cNvSpPr>
              <a:spLocks noEditPoints="1"/>
            </p:cNvSpPr>
            <p:nvPr/>
          </p:nvSpPr>
          <p:spPr bwMode="auto">
            <a:xfrm>
              <a:off x="6288088" y="2517775"/>
              <a:ext cx="104775" cy="215900"/>
            </a:xfrm>
            <a:custGeom>
              <a:avLst/>
              <a:gdLst>
                <a:gd name="T0" fmla="*/ 4 w 48"/>
                <a:gd name="T1" fmla="*/ 10 h 100"/>
                <a:gd name="T2" fmla="*/ 10 w 48"/>
                <a:gd name="T3" fmla="*/ 26 h 100"/>
                <a:gd name="T4" fmla="*/ 14 w 48"/>
                <a:gd name="T5" fmla="*/ 21 h 100"/>
                <a:gd name="T6" fmla="*/ 28 w 48"/>
                <a:gd name="T7" fmla="*/ 13 h 100"/>
                <a:gd name="T8" fmla="*/ 43 w 48"/>
                <a:gd name="T9" fmla="*/ 6 h 100"/>
                <a:gd name="T10" fmla="*/ 47 w 48"/>
                <a:gd name="T11" fmla="*/ 43 h 100"/>
                <a:gd name="T12" fmla="*/ 42 w 48"/>
                <a:gd name="T13" fmla="*/ 38 h 100"/>
                <a:gd name="T14" fmla="*/ 41 w 48"/>
                <a:gd name="T15" fmla="*/ 79 h 100"/>
                <a:gd name="T16" fmla="*/ 38 w 48"/>
                <a:gd name="T17" fmla="*/ 87 h 100"/>
                <a:gd name="T18" fmla="*/ 18 w 48"/>
                <a:gd name="T19" fmla="*/ 83 h 100"/>
                <a:gd name="T20" fmla="*/ 20 w 48"/>
                <a:gd name="T21" fmla="*/ 52 h 100"/>
                <a:gd name="T22" fmla="*/ 10 w 48"/>
                <a:gd name="T23" fmla="*/ 61 h 100"/>
                <a:gd name="T24" fmla="*/ 9 w 48"/>
                <a:gd name="T25" fmla="*/ 49 h 100"/>
                <a:gd name="T26" fmla="*/ 5 w 48"/>
                <a:gd name="T27" fmla="*/ 30 h 100"/>
                <a:gd name="T28" fmla="*/ 0 w 48"/>
                <a:gd name="T29" fmla="*/ 12 h 100"/>
                <a:gd name="T30" fmla="*/ 6 w 48"/>
                <a:gd name="T31" fmla="*/ 13 h 100"/>
                <a:gd name="T32" fmla="*/ 19 w 48"/>
                <a:gd name="T33" fmla="*/ 20 h 100"/>
                <a:gd name="T34" fmla="*/ 21 w 48"/>
                <a:gd name="T35" fmla="*/ 19 h 100"/>
                <a:gd name="T36" fmla="*/ 22 w 48"/>
                <a:gd name="T37" fmla="*/ 14 h 100"/>
                <a:gd name="T38" fmla="*/ 11 w 48"/>
                <a:gd name="T39" fmla="*/ 36 h 100"/>
                <a:gd name="T40" fmla="*/ 29 w 48"/>
                <a:gd name="T41" fmla="*/ 26 h 100"/>
                <a:gd name="T42" fmla="*/ 30 w 48"/>
                <a:gd name="T43" fmla="*/ 22 h 100"/>
                <a:gd name="T44" fmla="*/ 38 w 48"/>
                <a:gd name="T45" fmla="*/ 7 h 100"/>
                <a:gd name="T46" fmla="*/ 26 w 48"/>
                <a:gd name="T47" fmla="*/ 41 h 100"/>
                <a:gd name="T48" fmla="*/ 29 w 48"/>
                <a:gd name="T49" fmla="*/ 42 h 100"/>
                <a:gd name="T50" fmla="*/ 34 w 48"/>
                <a:gd name="T51" fmla="*/ 42 h 100"/>
                <a:gd name="T52" fmla="*/ 37 w 48"/>
                <a:gd name="T53" fmla="*/ 44 h 100"/>
                <a:gd name="T54" fmla="*/ 37 w 48"/>
                <a:gd name="T55" fmla="*/ 38 h 100"/>
                <a:gd name="T56" fmla="*/ 39 w 48"/>
                <a:gd name="T57" fmla="*/ 34 h 100"/>
                <a:gd name="T58" fmla="*/ 38 w 48"/>
                <a:gd name="T59" fmla="*/ 23 h 100"/>
                <a:gd name="T60" fmla="*/ 47 w 48"/>
                <a:gd name="T61" fmla="*/ 14 h 100"/>
                <a:gd name="T62" fmla="*/ 42 w 48"/>
                <a:gd name="T63" fmla="*/ 29 h 100"/>
                <a:gd name="T64" fmla="*/ 45 w 48"/>
                <a:gd name="T65" fmla="*/ 51 h 100"/>
                <a:gd name="T66" fmla="*/ 46 w 48"/>
                <a:gd name="T67" fmla="*/ 43 h 100"/>
                <a:gd name="T68" fmla="*/ 40 w 48"/>
                <a:gd name="T69" fmla="*/ 34 h 100"/>
                <a:gd name="T70" fmla="*/ 18 w 48"/>
                <a:gd name="T71" fmla="*/ 78 h 100"/>
                <a:gd name="T72" fmla="*/ 18 w 48"/>
                <a:gd name="T73" fmla="*/ 82 h 100"/>
                <a:gd name="T74" fmla="*/ 29 w 48"/>
                <a:gd name="T75" fmla="*/ 64 h 100"/>
                <a:gd name="T76" fmla="*/ 30 w 48"/>
                <a:gd name="T77" fmla="*/ 59 h 100"/>
                <a:gd name="T78" fmla="*/ 37 w 48"/>
                <a:gd name="T79" fmla="*/ 96 h 100"/>
                <a:gd name="T80" fmla="*/ 42 w 48"/>
                <a:gd name="T81" fmla="*/ 98 h 100"/>
                <a:gd name="T82" fmla="*/ 40 w 48"/>
                <a:gd name="T83" fmla="*/ 77 h 100"/>
                <a:gd name="T84" fmla="*/ 40 w 48"/>
                <a:gd name="T85" fmla="*/ 38 h 100"/>
                <a:gd name="T86" fmla="*/ 29 w 48"/>
                <a:gd name="T87" fmla="*/ 49 h 100"/>
                <a:gd name="T88" fmla="*/ 8 w 48"/>
                <a:gd name="T89" fmla="*/ 47 h 100"/>
                <a:gd name="T90" fmla="*/ 11 w 48"/>
                <a:gd name="T91" fmla="*/ 52 h 100"/>
                <a:gd name="T92" fmla="*/ 9 w 48"/>
                <a:gd name="T93" fmla="*/ 57 h 100"/>
                <a:gd name="T94" fmla="*/ 20 w 48"/>
                <a:gd name="T95" fmla="*/ 48 h 100"/>
                <a:gd name="T96" fmla="*/ 28 w 48"/>
                <a:gd name="T97" fmla="*/ 41 h 100"/>
                <a:gd name="T98" fmla="*/ 36 w 48"/>
                <a:gd name="T99" fmla="*/ 31 h 100"/>
                <a:gd name="T100" fmla="*/ 36 w 48"/>
                <a:gd name="T101" fmla="*/ 20 h 100"/>
                <a:gd name="T102" fmla="*/ 20 w 48"/>
                <a:gd name="T103" fmla="*/ 34 h 100"/>
                <a:gd name="T104" fmla="*/ 17 w 48"/>
                <a:gd name="T105" fmla="*/ 35 h 100"/>
                <a:gd name="T106" fmla="*/ 10 w 48"/>
                <a:gd name="T107" fmla="*/ 26 h 100"/>
                <a:gd name="T108" fmla="*/ 1 w 48"/>
                <a:gd name="T109" fmla="*/ 27 h 100"/>
                <a:gd name="T110" fmla="*/ 5 w 48"/>
                <a:gd name="T111" fmla="*/ 18 h 100"/>
                <a:gd name="T112" fmla="*/ 2 w 48"/>
                <a:gd name="T113" fmla="*/ 13 h 100"/>
                <a:gd name="T114" fmla="*/ 28 w 48"/>
                <a:gd name="T115" fmla="*/ 56 h 100"/>
                <a:gd name="T116" fmla="*/ 39 w 48"/>
                <a:gd name="T117" fmla="*/ 85 h 100"/>
                <a:gd name="T118" fmla="*/ 33 w 48"/>
                <a:gd name="T119" fmla="*/ 23 h 100"/>
                <a:gd name="T120" fmla="*/ 23 w 48"/>
                <a:gd name="T121" fmla="*/ 23 h 100"/>
                <a:gd name="T122" fmla="*/ 24 w 48"/>
                <a:gd name="T123" fmla="*/ 7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 h="100">
                  <a:moveTo>
                    <a:pt x="35" y="22"/>
                  </a:moveTo>
                  <a:cubicBezTo>
                    <a:pt x="35" y="22"/>
                    <a:pt x="35" y="22"/>
                    <a:pt x="35" y="22"/>
                  </a:cubicBezTo>
                  <a:close/>
                  <a:moveTo>
                    <a:pt x="37" y="71"/>
                  </a:moveTo>
                  <a:cubicBezTo>
                    <a:pt x="37" y="72"/>
                    <a:pt x="37" y="72"/>
                    <a:pt x="37" y="72"/>
                  </a:cubicBezTo>
                  <a:cubicBezTo>
                    <a:pt x="37" y="73"/>
                    <a:pt x="37" y="73"/>
                    <a:pt x="37" y="73"/>
                  </a:cubicBezTo>
                  <a:cubicBezTo>
                    <a:pt x="37" y="73"/>
                    <a:pt x="37" y="73"/>
                    <a:pt x="37" y="73"/>
                  </a:cubicBezTo>
                  <a:cubicBezTo>
                    <a:pt x="37" y="72"/>
                    <a:pt x="37" y="72"/>
                    <a:pt x="37" y="72"/>
                  </a:cubicBezTo>
                  <a:cubicBezTo>
                    <a:pt x="37" y="71"/>
                    <a:pt x="37" y="71"/>
                    <a:pt x="37" y="71"/>
                  </a:cubicBezTo>
                  <a:close/>
                  <a:moveTo>
                    <a:pt x="0" y="12"/>
                  </a:moveTo>
                  <a:cubicBezTo>
                    <a:pt x="0" y="12"/>
                    <a:pt x="0" y="12"/>
                    <a:pt x="0" y="12"/>
                  </a:cubicBezTo>
                  <a:cubicBezTo>
                    <a:pt x="0" y="12"/>
                    <a:pt x="0" y="12"/>
                    <a:pt x="0" y="12"/>
                  </a:cubicBezTo>
                  <a:cubicBezTo>
                    <a:pt x="1" y="12"/>
                    <a:pt x="1" y="12"/>
                    <a:pt x="1" y="12"/>
                  </a:cubicBezTo>
                  <a:cubicBezTo>
                    <a:pt x="2" y="13"/>
                    <a:pt x="2" y="13"/>
                    <a:pt x="2" y="13"/>
                  </a:cubicBezTo>
                  <a:cubicBezTo>
                    <a:pt x="2" y="13"/>
                    <a:pt x="2" y="13"/>
                    <a:pt x="2" y="13"/>
                  </a:cubicBezTo>
                  <a:cubicBezTo>
                    <a:pt x="2" y="13"/>
                    <a:pt x="2" y="13"/>
                    <a:pt x="2" y="13"/>
                  </a:cubicBezTo>
                  <a:cubicBezTo>
                    <a:pt x="3" y="14"/>
                    <a:pt x="3" y="14"/>
                    <a:pt x="3" y="14"/>
                  </a:cubicBezTo>
                  <a:cubicBezTo>
                    <a:pt x="3" y="14"/>
                    <a:pt x="3" y="14"/>
                    <a:pt x="3" y="14"/>
                  </a:cubicBezTo>
                  <a:cubicBezTo>
                    <a:pt x="3" y="14"/>
                    <a:pt x="3" y="14"/>
                    <a:pt x="3" y="14"/>
                  </a:cubicBezTo>
                  <a:cubicBezTo>
                    <a:pt x="4" y="12"/>
                    <a:pt x="4" y="12"/>
                    <a:pt x="4" y="12"/>
                  </a:cubicBezTo>
                  <a:cubicBezTo>
                    <a:pt x="4" y="12"/>
                    <a:pt x="4" y="12"/>
                    <a:pt x="4" y="12"/>
                  </a:cubicBezTo>
                  <a:cubicBezTo>
                    <a:pt x="4" y="12"/>
                    <a:pt x="4" y="12"/>
                    <a:pt x="4" y="12"/>
                  </a:cubicBezTo>
                  <a:cubicBezTo>
                    <a:pt x="4" y="11"/>
                    <a:pt x="3" y="10"/>
                    <a:pt x="3" y="10"/>
                  </a:cubicBezTo>
                  <a:cubicBezTo>
                    <a:pt x="3" y="10"/>
                    <a:pt x="3" y="10"/>
                    <a:pt x="3" y="10"/>
                  </a:cubicBezTo>
                  <a:cubicBezTo>
                    <a:pt x="4" y="10"/>
                    <a:pt x="4" y="10"/>
                    <a:pt x="4" y="10"/>
                  </a:cubicBezTo>
                  <a:cubicBezTo>
                    <a:pt x="4" y="10"/>
                    <a:pt x="4" y="10"/>
                    <a:pt x="4" y="10"/>
                  </a:cubicBezTo>
                  <a:cubicBezTo>
                    <a:pt x="5" y="10"/>
                    <a:pt x="5" y="11"/>
                    <a:pt x="5" y="12"/>
                  </a:cubicBezTo>
                  <a:cubicBezTo>
                    <a:pt x="5" y="12"/>
                    <a:pt x="5" y="12"/>
                    <a:pt x="5" y="12"/>
                  </a:cubicBezTo>
                  <a:cubicBezTo>
                    <a:pt x="6" y="13"/>
                    <a:pt x="6" y="13"/>
                    <a:pt x="6" y="13"/>
                  </a:cubicBezTo>
                  <a:cubicBezTo>
                    <a:pt x="6" y="12"/>
                    <a:pt x="6" y="12"/>
                    <a:pt x="6" y="12"/>
                  </a:cubicBezTo>
                  <a:cubicBezTo>
                    <a:pt x="6" y="12"/>
                    <a:pt x="6" y="12"/>
                    <a:pt x="6" y="12"/>
                  </a:cubicBezTo>
                  <a:cubicBezTo>
                    <a:pt x="6" y="11"/>
                    <a:pt x="6" y="11"/>
                    <a:pt x="6" y="11"/>
                  </a:cubicBezTo>
                  <a:cubicBezTo>
                    <a:pt x="6" y="11"/>
                    <a:pt x="6" y="11"/>
                    <a:pt x="6" y="11"/>
                  </a:cubicBezTo>
                  <a:cubicBezTo>
                    <a:pt x="6" y="11"/>
                    <a:pt x="6" y="11"/>
                    <a:pt x="6" y="11"/>
                  </a:cubicBezTo>
                  <a:cubicBezTo>
                    <a:pt x="6" y="11"/>
                    <a:pt x="6" y="11"/>
                    <a:pt x="6" y="11"/>
                  </a:cubicBezTo>
                  <a:cubicBezTo>
                    <a:pt x="7" y="13"/>
                    <a:pt x="7" y="13"/>
                    <a:pt x="7" y="13"/>
                  </a:cubicBezTo>
                  <a:cubicBezTo>
                    <a:pt x="7" y="13"/>
                    <a:pt x="7" y="13"/>
                    <a:pt x="7" y="13"/>
                  </a:cubicBezTo>
                  <a:cubicBezTo>
                    <a:pt x="8" y="15"/>
                    <a:pt x="8" y="15"/>
                    <a:pt x="8" y="15"/>
                  </a:cubicBezTo>
                  <a:cubicBezTo>
                    <a:pt x="8" y="15"/>
                    <a:pt x="8" y="15"/>
                    <a:pt x="8" y="15"/>
                  </a:cubicBezTo>
                  <a:cubicBezTo>
                    <a:pt x="8" y="16"/>
                    <a:pt x="7" y="17"/>
                    <a:pt x="6" y="17"/>
                  </a:cubicBezTo>
                  <a:cubicBezTo>
                    <a:pt x="6" y="18"/>
                    <a:pt x="6" y="19"/>
                    <a:pt x="6" y="20"/>
                  </a:cubicBezTo>
                  <a:cubicBezTo>
                    <a:pt x="6" y="21"/>
                    <a:pt x="6" y="21"/>
                    <a:pt x="6" y="21"/>
                  </a:cubicBezTo>
                  <a:cubicBezTo>
                    <a:pt x="6" y="22"/>
                    <a:pt x="6" y="24"/>
                    <a:pt x="7" y="25"/>
                  </a:cubicBezTo>
                  <a:cubicBezTo>
                    <a:pt x="7" y="27"/>
                    <a:pt x="7" y="27"/>
                    <a:pt x="7" y="27"/>
                  </a:cubicBezTo>
                  <a:cubicBezTo>
                    <a:pt x="7" y="27"/>
                    <a:pt x="7" y="27"/>
                    <a:pt x="7" y="27"/>
                  </a:cubicBezTo>
                  <a:cubicBezTo>
                    <a:pt x="8" y="28"/>
                    <a:pt x="8" y="28"/>
                    <a:pt x="8" y="28"/>
                  </a:cubicBezTo>
                  <a:cubicBezTo>
                    <a:pt x="8" y="26"/>
                    <a:pt x="10" y="25"/>
                    <a:pt x="10" y="25"/>
                  </a:cubicBezTo>
                  <a:cubicBezTo>
                    <a:pt x="10" y="25"/>
                    <a:pt x="10" y="25"/>
                    <a:pt x="10" y="25"/>
                  </a:cubicBezTo>
                  <a:cubicBezTo>
                    <a:pt x="10" y="26"/>
                    <a:pt x="10" y="26"/>
                    <a:pt x="10" y="26"/>
                  </a:cubicBezTo>
                  <a:cubicBezTo>
                    <a:pt x="10" y="26"/>
                    <a:pt x="10" y="26"/>
                    <a:pt x="10" y="26"/>
                  </a:cubicBezTo>
                  <a:cubicBezTo>
                    <a:pt x="10" y="27"/>
                    <a:pt x="11" y="28"/>
                    <a:pt x="11" y="29"/>
                  </a:cubicBezTo>
                  <a:cubicBezTo>
                    <a:pt x="11" y="30"/>
                    <a:pt x="11" y="30"/>
                    <a:pt x="12" y="31"/>
                  </a:cubicBezTo>
                  <a:cubicBezTo>
                    <a:pt x="13" y="33"/>
                    <a:pt x="13" y="33"/>
                    <a:pt x="13" y="33"/>
                  </a:cubicBezTo>
                  <a:cubicBezTo>
                    <a:pt x="13" y="32"/>
                    <a:pt x="14" y="31"/>
                    <a:pt x="14" y="30"/>
                  </a:cubicBezTo>
                  <a:cubicBezTo>
                    <a:pt x="16" y="28"/>
                    <a:pt x="18" y="27"/>
                    <a:pt x="19" y="26"/>
                  </a:cubicBezTo>
                  <a:cubicBezTo>
                    <a:pt x="20" y="25"/>
                    <a:pt x="21" y="24"/>
                    <a:pt x="21" y="23"/>
                  </a:cubicBezTo>
                  <a:cubicBezTo>
                    <a:pt x="21" y="23"/>
                    <a:pt x="21" y="23"/>
                    <a:pt x="21" y="23"/>
                  </a:cubicBezTo>
                  <a:cubicBezTo>
                    <a:pt x="21" y="22"/>
                    <a:pt x="21" y="22"/>
                    <a:pt x="21" y="22"/>
                  </a:cubicBezTo>
                  <a:cubicBezTo>
                    <a:pt x="20" y="22"/>
                    <a:pt x="20" y="22"/>
                    <a:pt x="20" y="22"/>
                  </a:cubicBezTo>
                  <a:cubicBezTo>
                    <a:pt x="19" y="22"/>
                    <a:pt x="19" y="22"/>
                    <a:pt x="19" y="22"/>
                  </a:cubicBezTo>
                  <a:cubicBezTo>
                    <a:pt x="19" y="22"/>
                    <a:pt x="18" y="23"/>
                    <a:pt x="17" y="23"/>
                  </a:cubicBezTo>
                  <a:cubicBezTo>
                    <a:pt x="17" y="23"/>
                    <a:pt x="17" y="23"/>
                    <a:pt x="17" y="23"/>
                  </a:cubicBezTo>
                  <a:cubicBezTo>
                    <a:pt x="15" y="23"/>
                    <a:pt x="15" y="23"/>
                    <a:pt x="15" y="23"/>
                  </a:cubicBezTo>
                  <a:cubicBezTo>
                    <a:pt x="15" y="23"/>
                    <a:pt x="15" y="23"/>
                    <a:pt x="15" y="23"/>
                  </a:cubicBezTo>
                  <a:cubicBezTo>
                    <a:pt x="14" y="22"/>
                    <a:pt x="14" y="22"/>
                    <a:pt x="14" y="22"/>
                  </a:cubicBezTo>
                  <a:cubicBezTo>
                    <a:pt x="14" y="22"/>
                    <a:pt x="14" y="22"/>
                    <a:pt x="14" y="22"/>
                  </a:cubicBezTo>
                  <a:cubicBezTo>
                    <a:pt x="14" y="22"/>
                    <a:pt x="14" y="22"/>
                    <a:pt x="14" y="22"/>
                  </a:cubicBezTo>
                  <a:cubicBezTo>
                    <a:pt x="13" y="22"/>
                    <a:pt x="13" y="22"/>
                    <a:pt x="13" y="22"/>
                  </a:cubicBezTo>
                  <a:cubicBezTo>
                    <a:pt x="13" y="21"/>
                    <a:pt x="13" y="21"/>
                    <a:pt x="13" y="21"/>
                  </a:cubicBezTo>
                  <a:cubicBezTo>
                    <a:pt x="14" y="21"/>
                    <a:pt x="14" y="21"/>
                    <a:pt x="14" y="21"/>
                  </a:cubicBezTo>
                  <a:cubicBezTo>
                    <a:pt x="14" y="21"/>
                    <a:pt x="14" y="21"/>
                    <a:pt x="14" y="21"/>
                  </a:cubicBezTo>
                  <a:cubicBezTo>
                    <a:pt x="14" y="21"/>
                    <a:pt x="14" y="21"/>
                    <a:pt x="14" y="21"/>
                  </a:cubicBezTo>
                  <a:cubicBezTo>
                    <a:pt x="14" y="21"/>
                    <a:pt x="14" y="21"/>
                    <a:pt x="14" y="21"/>
                  </a:cubicBezTo>
                  <a:cubicBezTo>
                    <a:pt x="16" y="21"/>
                    <a:pt x="16" y="21"/>
                    <a:pt x="16" y="21"/>
                  </a:cubicBezTo>
                  <a:cubicBezTo>
                    <a:pt x="17" y="20"/>
                    <a:pt x="17" y="20"/>
                    <a:pt x="17" y="20"/>
                  </a:cubicBezTo>
                  <a:cubicBezTo>
                    <a:pt x="17" y="19"/>
                    <a:pt x="17" y="19"/>
                    <a:pt x="17" y="19"/>
                  </a:cubicBezTo>
                  <a:cubicBezTo>
                    <a:pt x="17" y="19"/>
                    <a:pt x="17" y="19"/>
                    <a:pt x="17" y="19"/>
                  </a:cubicBezTo>
                  <a:cubicBezTo>
                    <a:pt x="16" y="18"/>
                    <a:pt x="16" y="18"/>
                    <a:pt x="16" y="18"/>
                  </a:cubicBezTo>
                  <a:cubicBezTo>
                    <a:pt x="16" y="18"/>
                    <a:pt x="16" y="18"/>
                    <a:pt x="16" y="18"/>
                  </a:cubicBezTo>
                  <a:cubicBezTo>
                    <a:pt x="14" y="19"/>
                    <a:pt x="14" y="19"/>
                    <a:pt x="14" y="19"/>
                  </a:cubicBezTo>
                  <a:cubicBezTo>
                    <a:pt x="14" y="19"/>
                    <a:pt x="14" y="19"/>
                    <a:pt x="14" y="19"/>
                  </a:cubicBezTo>
                  <a:cubicBezTo>
                    <a:pt x="14" y="19"/>
                    <a:pt x="14" y="19"/>
                    <a:pt x="14" y="19"/>
                  </a:cubicBezTo>
                  <a:cubicBezTo>
                    <a:pt x="14" y="18"/>
                    <a:pt x="14" y="18"/>
                    <a:pt x="14" y="18"/>
                  </a:cubicBezTo>
                  <a:cubicBezTo>
                    <a:pt x="14" y="17"/>
                    <a:pt x="14" y="14"/>
                    <a:pt x="16" y="14"/>
                  </a:cubicBezTo>
                  <a:cubicBezTo>
                    <a:pt x="19" y="14"/>
                    <a:pt x="19" y="14"/>
                    <a:pt x="19" y="14"/>
                  </a:cubicBezTo>
                  <a:cubicBezTo>
                    <a:pt x="19" y="14"/>
                    <a:pt x="20" y="13"/>
                    <a:pt x="21" y="13"/>
                  </a:cubicBezTo>
                  <a:cubicBezTo>
                    <a:pt x="22" y="13"/>
                    <a:pt x="23" y="13"/>
                    <a:pt x="24" y="13"/>
                  </a:cubicBezTo>
                  <a:cubicBezTo>
                    <a:pt x="24" y="13"/>
                    <a:pt x="24" y="13"/>
                    <a:pt x="24" y="13"/>
                  </a:cubicBezTo>
                  <a:cubicBezTo>
                    <a:pt x="24" y="13"/>
                    <a:pt x="24" y="13"/>
                    <a:pt x="24" y="13"/>
                  </a:cubicBezTo>
                  <a:cubicBezTo>
                    <a:pt x="26" y="13"/>
                    <a:pt x="26" y="13"/>
                    <a:pt x="26" y="13"/>
                  </a:cubicBezTo>
                  <a:cubicBezTo>
                    <a:pt x="26" y="13"/>
                    <a:pt x="26" y="13"/>
                    <a:pt x="26" y="13"/>
                  </a:cubicBezTo>
                  <a:cubicBezTo>
                    <a:pt x="27" y="13"/>
                    <a:pt x="27" y="13"/>
                    <a:pt x="27" y="13"/>
                  </a:cubicBezTo>
                  <a:cubicBezTo>
                    <a:pt x="27" y="14"/>
                    <a:pt x="27" y="14"/>
                    <a:pt x="27" y="14"/>
                  </a:cubicBezTo>
                  <a:cubicBezTo>
                    <a:pt x="27" y="14"/>
                    <a:pt x="27" y="14"/>
                    <a:pt x="27" y="14"/>
                  </a:cubicBezTo>
                  <a:cubicBezTo>
                    <a:pt x="28" y="13"/>
                    <a:pt x="28" y="13"/>
                    <a:pt x="28" y="13"/>
                  </a:cubicBezTo>
                  <a:cubicBezTo>
                    <a:pt x="28" y="12"/>
                    <a:pt x="28" y="12"/>
                    <a:pt x="28" y="12"/>
                  </a:cubicBezTo>
                  <a:cubicBezTo>
                    <a:pt x="28" y="13"/>
                    <a:pt x="28" y="13"/>
                    <a:pt x="28" y="13"/>
                  </a:cubicBezTo>
                  <a:cubicBezTo>
                    <a:pt x="29" y="15"/>
                    <a:pt x="29" y="15"/>
                    <a:pt x="29" y="15"/>
                  </a:cubicBezTo>
                  <a:cubicBezTo>
                    <a:pt x="29" y="16"/>
                    <a:pt x="29" y="16"/>
                    <a:pt x="29" y="16"/>
                  </a:cubicBezTo>
                  <a:cubicBezTo>
                    <a:pt x="29" y="16"/>
                    <a:pt x="29" y="16"/>
                    <a:pt x="29" y="16"/>
                  </a:cubicBezTo>
                  <a:cubicBezTo>
                    <a:pt x="28" y="16"/>
                    <a:pt x="28" y="16"/>
                    <a:pt x="28" y="16"/>
                  </a:cubicBezTo>
                  <a:cubicBezTo>
                    <a:pt x="28" y="16"/>
                    <a:pt x="28" y="16"/>
                    <a:pt x="28" y="16"/>
                  </a:cubicBezTo>
                  <a:cubicBezTo>
                    <a:pt x="28" y="16"/>
                    <a:pt x="29" y="17"/>
                    <a:pt x="30" y="19"/>
                  </a:cubicBezTo>
                  <a:cubicBezTo>
                    <a:pt x="31" y="18"/>
                    <a:pt x="31" y="18"/>
                    <a:pt x="31" y="18"/>
                  </a:cubicBezTo>
                  <a:cubicBezTo>
                    <a:pt x="31" y="17"/>
                    <a:pt x="32" y="16"/>
                    <a:pt x="32" y="16"/>
                  </a:cubicBezTo>
                  <a:cubicBezTo>
                    <a:pt x="32" y="15"/>
                    <a:pt x="32" y="15"/>
                    <a:pt x="32" y="15"/>
                  </a:cubicBezTo>
                  <a:cubicBezTo>
                    <a:pt x="32" y="15"/>
                    <a:pt x="32" y="15"/>
                    <a:pt x="32" y="15"/>
                  </a:cubicBezTo>
                  <a:cubicBezTo>
                    <a:pt x="33" y="16"/>
                    <a:pt x="33" y="16"/>
                    <a:pt x="33" y="16"/>
                  </a:cubicBezTo>
                  <a:cubicBezTo>
                    <a:pt x="33" y="14"/>
                    <a:pt x="34" y="11"/>
                    <a:pt x="34" y="11"/>
                  </a:cubicBezTo>
                  <a:cubicBezTo>
                    <a:pt x="34" y="10"/>
                    <a:pt x="34" y="10"/>
                    <a:pt x="34" y="10"/>
                  </a:cubicBezTo>
                  <a:cubicBezTo>
                    <a:pt x="34" y="10"/>
                    <a:pt x="34" y="10"/>
                    <a:pt x="34" y="10"/>
                  </a:cubicBezTo>
                  <a:cubicBezTo>
                    <a:pt x="35" y="12"/>
                    <a:pt x="35" y="12"/>
                    <a:pt x="35" y="12"/>
                  </a:cubicBezTo>
                  <a:cubicBezTo>
                    <a:pt x="35" y="11"/>
                    <a:pt x="35" y="9"/>
                    <a:pt x="35" y="8"/>
                  </a:cubicBezTo>
                  <a:cubicBezTo>
                    <a:pt x="35" y="4"/>
                    <a:pt x="35" y="0"/>
                    <a:pt x="35" y="0"/>
                  </a:cubicBezTo>
                  <a:cubicBezTo>
                    <a:pt x="35" y="0"/>
                    <a:pt x="35" y="0"/>
                    <a:pt x="35" y="0"/>
                  </a:cubicBezTo>
                  <a:cubicBezTo>
                    <a:pt x="35" y="0"/>
                    <a:pt x="35" y="0"/>
                    <a:pt x="35" y="0"/>
                  </a:cubicBezTo>
                  <a:cubicBezTo>
                    <a:pt x="38" y="0"/>
                    <a:pt x="40" y="6"/>
                    <a:pt x="40" y="9"/>
                  </a:cubicBezTo>
                  <a:cubicBezTo>
                    <a:pt x="40" y="9"/>
                    <a:pt x="40" y="9"/>
                    <a:pt x="40" y="9"/>
                  </a:cubicBezTo>
                  <a:cubicBezTo>
                    <a:pt x="40" y="10"/>
                    <a:pt x="40" y="10"/>
                    <a:pt x="40" y="10"/>
                  </a:cubicBezTo>
                  <a:cubicBezTo>
                    <a:pt x="40" y="11"/>
                    <a:pt x="40" y="11"/>
                    <a:pt x="40" y="11"/>
                  </a:cubicBezTo>
                  <a:cubicBezTo>
                    <a:pt x="41" y="10"/>
                    <a:pt x="42" y="8"/>
                    <a:pt x="43" y="6"/>
                  </a:cubicBezTo>
                  <a:cubicBezTo>
                    <a:pt x="45" y="4"/>
                    <a:pt x="46" y="2"/>
                    <a:pt x="46" y="2"/>
                  </a:cubicBezTo>
                  <a:cubicBezTo>
                    <a:pt x="46" y="1"/>
                    <a:pt x="46" y="1"/>
                    <a:pt x="46" y="1"/>
                  </a:cubicBezTo>
                  <a:cubicBezTo>
                    <a:pt x="46" y="2"/>
                    <a:pt x="46" y="2"/>
                    <a:pt x="46" y="2"/>
                  </a:cubicBezTo>
                  <a:cubicBezTo>
                    <a:pt x="47" y="3"/>
                    <a:pt x="48" y="4"/>
                    <a:pt x="48" y="5"/>
                  </a:cubicBezTo>
                  <a:cubicBezTo>
                    <a:pt x="47" y="9"/>
                    <a:pt x="45" y="13"/>
                    <a:pt x="44" y="15"/>
                  </a:cubicBezTo>
                  <a:cubicBezTo>
                    <a:pt x="45" y="14"/>
                    <a:pt x="47" y="12"/>
                    <a:pt x="47" y="12"/>
                  </a:cubicBezTo>
                  <a:cubicBezTo>
                    <a:pt x="47" y="12"/>
                    <a:pt x="47" y="12"/>
                    <a:pt x="47" y="12"/>
                  </a:cubicBezTo>
                  <a:cubicBezTo>
                    <a:pt x="47" y="12"/>
                    <a:pt x="47" y="12"/>
                    <a:pt x="47" y="12"/>
                  </a:cubicBezTo>
                  <a:cubicBezTo>
                    <a:pt x="48" y="14"/>
                    <a:pt x="48" y="14"/>
                    <a:pt x="48" y="14"/>
                  </a:cubicBezTo>
                  <a:cubicBezTo>
                    <a:pt x="48" y="17"/>
                    <a:pt x="45" y="20"/>
                    <a:pt x="44" y="21"/>
                  </a:cubicBezTo>
                  <a:cubicBezTo>
                    <a:pt x="45" y="21"/>
                    <a:pt x="47" y="20"/>
                    <a:pt x="47" y="20"/>
                  </a:cubicBezTo>
                  <a:cubicBezTo>
                    <a:pt x="47" y="20"/>
                    <a:pt x="47" y="20"/>
                    <a:pt x="47" y="20"/>
                  </a:cubicBezTo>
                  <a:cubicBezTo>
                    <a:pt x="47" y="21"/>
                    <a:pt x="47" y="21"/>
                    <a:pt x="47" y="21"/>
                  </a:cubicBezTo>
                  <a:cubicBezTo>
                    <a:pt x="47" y="21"/>
                    <a:pt x="47" y="21"/>
                    <a:pt x="47" y="21"/>
                  </a:cubicBezTo>
                  <a:cubicBezTo>
                    <a:pt x="47" y="24"/>
                    <a:pt x="44" y="27"/>
                    <a:pt x="43" y="28"/>
                  </a:cubicBezTo>
                  <a:cubicBezTo>
                    <a:pt x="45" y="28"/>
                    <a:pt x="46" y="29"/>
                    <a:pt x="46" y="29"/>
                  </a:cubicBezTo>
                  <a:cubicBezTo>
                    <a:pt x="46" y="29"/>
                    <a:pt x="46" y="29"/>
                    <a:pt x="46" y="29"/>
                  </a:cubicBezTo>
                  <a:cubicBezTo>
                    <a:pt x="46" y="29"/>
                    <a:pt x="46" y="29"/>
                    <a:pt x="46" y="29"/>
                  </a:cubicBezTo>
                  <a:cubicBezTo>
                    <a:pt x="45" y="31"/>
                    <a:pt x="44" y="32"/>
                    <a:pt x="43" y="33"/>
                  </a:cubicBezTo>
                  <a:cubicBezTo>
                    <a:pt x="43" y="33"/>
                    <a:pt x="43" y="33"/>
                    <a:pt x="43" y="33"/>
                  </a:cubicBezTo>
                  <a:cubicBezTo>
                    <a:pt x="43" y="33"/>
                    <a:pt x="43" y="33"/>
                    <a:pt x="43" y="33"/>
                  </a:cubicBezTo>
                  <a:cubicBezTo>
                    <a:pt x="46" y="33"/>
                    <a:pt x="48" y="35"/>
                    <a:pt x="48" y="38"/>
                  </a:cubicBezTo>
                  <a:cubicBezTo>
                    <a:pt x="48" y="38"/>
                    <a:pt x="48" y="38"/>
                    <a:pt x="48" y="38"/>
                  </a:cubicBezTo>
                  <a:cubicBezTo>
                    <a:pt x="48" y="41"/>
                    <a:pt x="47" y="42"/>
                    <a:pt x="47" y="43"/>
                  </a:cubicBezTo>
                  <a:cubicBezTo>
                    <a:pt x="47" y="43"/>
                    <a:pt x="47" y="43"/>
                    <a:pt x="47" y="43"/>
                  </a:cubicBezTo>
                  <a:cubicBezTo>
                    <a:pt x="47" y="44"/>
                    <a:pt x="48" y="44"/>
                    <a:pt x="48" y="48"/>
                  </a:cubicBezTo>
                  <a:cubicBezTo>
                    <a:pt x="48" y="49"/>
                    <a:pt x="48" y="49"/>
                    <a:pt x="48" y="49"/>
                  </a:cubicBezTo>
                  <a:cubicBezTo>
                    <a:pt x="48" y="51"/>
                    <a:pt x="46" y="51"/>
                    <a:pt x="45" y="51"/>
                  </a:cubicBezTo>
                  <a:cubicBezTo>
                    <a:pt x="45" y="51"/>
                    <a:pt x="45" y="51"/>
                    <a:pt x="45" y="51"/>
                  </a:cubicBezTo>
                  <a:cubicBezTo>
                    <a:pt x="44" y="51"/>
                    <a:pt x="44" y="51"/>
                    <a:pt x="44" y="51"/>
                  </a:cubicBezTo>
                  <a:cubicBezTo>
                    <a:pt x="44" y="51"/>
                    <a:pt x="44" y="51"/>
                    <a:pt x="44" y="51"/>
                  </a:cubicBezTo>
                  <a:cubicBezTo>
                    <a:pt x="44" y="51"/>
                    <a:pt x="44" y="51"/>
                    <a:pt x="44" y="51"/>
                  </a:cubicBezTo>
                  <a:cubicBezTo>
                    <a:pt x="45" y="51"/>
                    <a:pt x="45" y="49"/>
                    <a:pt x="45" y="48"/>
                  </a:cubicBezTo>
                  <a:cubicBezTo>
                    <a:pt x="45" y="48"/>
                    <a:pt x="45" y="48"/>
                    <a:pt x="45" y="48"/>
                  </a:cubicBezTo>
                  <a:cubicBezTo>
                    <a:pt x="46" y="47"/>
                    <a:pt x="43" y="45"/>
                    <a:pt x="43" y="43"/>
                  </a:cubicBezTo>
                  <a:cubicBezTo>
                    <a:pt x="42" y="42"/>
                    <a:pt x="42" y="42"/>
                    <a:pt x="42" y="42"/>
                  </a:cubicBezTo>
                  <a:cubicBezTo>
                    <a:pt x="42" y="40"/>
                    <a:pt x="45" y="39"/>
                    <a:pt x="45" y="39"/>
                  </a:cubicBezTo>
                  <a:cubicBezTo>
                    <a:pt x="46" y="38"/>
                    <a:pt x="46" y="38"/>
                    <a:pt x="46" y="38"/>
                  </a:cubicBezTo>
                  <a:cubicBezTo>
                    <a:pt x="46" y="38"/>
                    <a:pt x="46" y="38"/>
                    <a:pt x="46" y="38"/>
                  </a:cubicBezTo>
                  <a:cubicBezTo>
                    <a:pt x="46" y="36"/>
                    <a:pt x="44" y="36"/>
                    <a:pt x="44" y="36"/>
                  </a:cubicBezTo>
                  <a:cubicBezTo>
                    <a:pt x="44" y="36"/>
                    <a:pt x="44" y="36"/>
                    <a:pt x="44" y="36"/>
                  </a:cubicBezTo>
                  <a:cubicBezTo>
                    <a:pt x="43" y="36"/>
                    <a:pt x="43" y="36"/>
                    <a:pt x="43" y="36"/>
                  </a:cubicBezTo>
                  <a:cubicBezTo>
                    <a:pt x="43" y="36"/>
                    <a:pt x="43" y="36"/>
                    <a:pt x="43" y="36"/>
                  </a:cubicBezTo>
                  <a:cubicBezTo>
                    <a:pt x="43" y="36"/>
                    <a:pt x="43" y="36"/>
                    <a:pt x="43" y="36"/>
                  </a:cubicBezTo>
                  <a:cubicBezTo>
                    <a:pt x="43" y="36"/>
                    <a:pt x="43" y="36"/>
                    <a:pt x="43" y="36"/>
                  </a:cubicBezTo>
                  <a:cubicBezTo>
                    <a:pt x="41" y="36"/>
                    <a:pt x="41" y="36"/>
                    <a:pt x="41" y="36"/>
                  </a:cubicBezTo>
                  <a:cubicBezTo>
                    <a:pt x="42" y="37"/>
                    <a:pt x="42" y="37"/>
                    <a:pt x="42" y="37"/>
                  </a:cubicBezTo>
                  <a:cubicBezTo>
                    <a:pt x="42" y="38"/>
                    <a:pt x="42" y="38"/>
                    <a:pt x="42" y="38"/>
                  </a:cubicBezTo>
                  <a:cubicBezTo>
                    <a:pt x="41" y="38"/>
                    <a:pt x="41" y="38"/>
                    <a:pt x="41" y="38"/>
                  </a:cubicBezTo>
                  <a:cubicBezTo>
                    <a:pt x="40" y="38"/>
                    <a:pt x="40" y="38"/>
                    <a:pt x="40" y="38"/>
                  </a:cubicBezTo>
                  <a:cubicBezTo>
                    <a:pt x="40" y="39"/>
                    <a:pt x="40" y="40"/>
                    <a:pt x="40" y="41"/>
                  </a:cubicBezTo>
                  <a:cubicBezTo>
                    <a:pt x="40" y="41"/>
                    <a:pt x="40" y="41"/>
                    <a:pt x="40" y="41"/>
                  </a:cubicBezTo>
                  <a:cubicBezTo>
                    <a:pt x="40" y="48"/>
                    <a:pt x="47" y="54"/>
                    <a:pt x="47" y="59"/>
                  </a:cubicBezTo>
                  <a:cubicBezTo>
                    <a:pt x="47" y="62"/>
                    <a:pt x="44" y="65"/>
                    <a:pt x="43" y="66"/>
                  </a:cubicBezTo>
                  <a:cubicBezTo>
                    <a:pt x="44" y="68"/>
                    <a:pt x="44" y="68"/>
                    <a:pt x="44" y="68"/>
                  </a:cubicBezTo>
                  <a:cubicBezTo>
                    <a:pt x="45" y="68"/>
                    <a:pt x="45" y="68"/>
                    <a:pt x="45" y="68"/>
                  </a:cubicBezTo>
                  <a:cubicBezTo>
                    <a:pt x="43" y="69"/>
                    <a:pt x="43" y="69"/>
                    <a:pt x="43" y="69"/>
                  </a:cubicBezTo>
                  <a:cubicBezTo>
                    <a:pt x="44" y="70"/>
                    <a:pt x="44" y="70"/>
                    <a:pt x="44" y="70"/>
                  </a:cubicBezTo>
                  <a:cubicBezTo>
                    <a:pt x="43" y="70"/>
                    <a:pt x="43" y="70"/>
                    <a:pt x="43" y="70"/>
                  </a:cubicBezTo>
                  <a:cubicBezTo>
                    <a:pt x="43" y="71"/>
                    <a:pt x="43" y="71"/>
                    <a:pt x="43" y="71"/>
                  </a:cubicBezTo>
                  <a:cubicBezTo>
                    <a:pt x="43" y="72"/>
                    <a:pt x="43" y="72"/>
                    <a:pt x="43" y="72"/>
                  </a:cubicBezTo>
                  <a:cubicBezTo>
                    <a:pt x="42" y="72"/>
                    <a:pt x="42" y="72"/>
                    <a:pt x="42" y="72"/>
                  </a:cubicBezTo>
                  <a:cubicBezTo>
                    <a:pt x="43" y="73"/>
                    <a:pt x="43" y="73"/>
                    <a:pt x="43" y="73"/>
                  </a:cubicBezTo>
                  <a:cubicBezTo>
                    <a:pt x="43" y="73"/>
                    <a:pt x="43" y="73"/>
                    <a:pt x="43" y="73"/>
                  </a:cubicBezTo>
                  <a:cubicBezTo>
                    <a:pt x="42" y="73"/>
                    <a:pt x="42" y="73"/>
                    <a:pt x="42" y="73"/>
                  </a:cubicBezTo>
                  <a:cubicBezTo>
                    <a:pt x="42" y="74"/>
                    <a:pt x="42" y="74"/>
                    <a:pt x="42" y="74"/>
                  </a:cubicBezTo>
                  <a:cubicBezTo>
                    <a:pt x="42" y="75"/>
                    <a:pt x="42" y="75"/>
                    <a:pt x="42" y="75"/>
                  </a:cubicBezTo>
                  <a:cubicBezTo>
                    <a:pt x="41" y="75"/>
                    <a:pt x="41" y="75"/>
                    <a:pt x="41" y="75"/>
                  </a:cubicBezTo>
                  <a:cubicBezTo>
                    <a:pt x="41" y="77"/>
                    <a:pt x="41" y="77"/>
                    <a:pt x="41" y="77"/>
                  </a:cubicBezTo>
                  <a:cubicBezTo>
                    <a:pt x="42" y="77"/>
                    <a:pt x="42" y="77"/>
                    <a:pt x="42" y="77"/>
                  </a:cubicBezTo>
                  <a:cubicBezTo>
                    <a:pt x="40" y="77"/>
                    <a:pt x="40" y="77"/>
                    <a:pt x="40" y="77"/>
                  </a:cubicBezTo>
                  <a:cubicBezTo>
                    <a:pt x="41" y="79"/>
                    <a:pt x="41" y="79"/>
                    <a:pt x="41" y="79"/>
                  </a:cubicBezTo>
                  <a:cubicBezTo>
                    <a:pt x="43" y="82"/>
                    <a:pt x="43" y="82"/>
                    <a:pt x="43" y="82"/>
                  </a:cubicBezTo>
                  <a:cubicBezTo>
                    <a:pt x="43" y="83"/>
                    <a:pt x="42" y="84"/>
                    <a:pt x="42" y="86"/>
                  </a:cubicBezTo>
                  <a:cubicBezTo>
                    <a:pt x="42" y="87"/>
                    <a:pt x="42" y="88"/>
                    <a:pt x="42" y="88"/>
                  </a:cubicBezTo>
                  <a:cubicBezTo>
                    <a:pt x="43" y="93"/>
                    <a:pt x="43" y="93"/>
                    <a:pt x="43" y="93"/>
                  </a:cubicBezTo>
                  <a:cubicBezTo>
                    <a:pt x="43" y="95"/>
                    <a:pt x="43" y="95"/>
                    <a:pt x="43" y="95"/>
                  </a:cubicBezTo>
                  <a:cubicBezTo>
                    <a:pt x="42" y="99"/>
                    <a:pt x="42" y="99"/>
                    <a:pt x="42" y="99"/>
                  </a:cubicBezTo>
                  <a:cubicBezTo>
                    <a:pt x="42" y="100"/>
                    <a:pt x="41" y="100"/>
                    <a:pt x="40" y="100"/>
                  </a:cubicBezTo>
                  <a:cubicBezTo>
                    <a:pt x="39" y="100"/>
                    <a:pt x="39" y="100"/>
                    <a:pt x="39" y="100"/>
                  </a:cubicBezTo>
                  <a:cubicBezTo>
                    <a:pt x="38" y="100"/>
                    <a:pt x="36" y="100"/>
                    <a:pt x="35" y="100"/>
                  </a:cubicBezTo>
                  <a:cubicBezTo>
                    <a:pt x="34" y="100"/>
                    <a:pt x="32" y="99"/>
                    <a:pt x="31" y="98"/>
                  </a:cubicBezTo>
                  <a:cubicBezTo>
                    <a:pt x="30" y="97"/>
                    <a:pt x="30" y="97"/>
                    <a:pt x="30" y="97"/>
                  </a:cubicBezTo>
                  <a:cubicBezTo>
                    <a:pt x="30" y="97"/>
                    <a:pt x="30" y="97"/>
                    <a:pt x="30" y="97"/>
                  </a:cubicBezTo>
                  <a:cubicBezTo>
                    <a:pt x="32" y="95"/>
                    <a:pt x="32" y="95"/>
                    <a:pt x="32" y="95"/>
                  </a:cubicBezTo>
                  <a:cubicBezTo>
                    <a:pt x="33" y="95"/>
                    <a:pt x="33" y="95"/>
                    <a:pt x="33" y="95"/>
                  </a:cubicBezTo>
                  <a:cubicBezTo>
                    <a:pt x="34" y="95"/>
                    <a:pt x="34" y="95"/>
                    <a:pt x="34" y="95"/>
                  </a:cubicBezTo>
                  <a:cubicBezTo>
                    <a:pt x="34" y="95"/>
                    <a:pt x="34" y="95"/>
                    <a:pt x="34" y="95"/>
                  </a:cubicBezTo>
                  <a:cubicBezTo>
                    <a:pt x="34" y="95"/>
                    <a:pt x="34" y="95"/>
                    <a:pt x="34" y="95"/>
                  </a:cubicBezTo>
                  <a:cubicBezTo>
                    <a:pt x="35" y="95"/>
                    <a:pt x="35" y="95"/>
                    <a:pt x="35" y="95"/>
                  </a:cubicBezTo>
                  <a:cubicBezTo>
                    <a:pt x="36" y="95"/>
                    <a:pt x="36" y="96"/>
                    <a:pt x="37" y="96"/>
                  </a:cubicBezTo>
                  <a:cubicBezTo>
                    <a:pt x="37" y="96"/>
                    <a:pt x="37" y="96"/>
                    <a:pt x="37" y="96"/>
                  </a:cubicBezTo>
                  <a:cubicBezTo>
                    <a:pt x="39" y="96"/>
                    <a:pt x="39" y="94"/>
                    <a:pt x="39" y="93"/>
                  </a:cubicBezTo>
                  <a:cubicBezTo>
                    <a:pt x="39" y="92"/>
                    <a:pt x="39" y="92"/>
                    <a:pt x="39" y="92"/>
                  </a:cubicBezTo>
                  <a:cubicBezTo>
                    <a:pt x="39" y="91"/>
                    <a:pt x="39" y="91"/>
                    <a:pt x="38" y="90"/>
                  </a:cubicBezTo>
                  <a:cubicBezTo>
                    <a:pt x="38" y="89"/>
                    <a:pt x="38" y="88"/>
                    <a:pt x="38" y="87"/>
                  </a:cubicBezTo>
                  <a:cubicBezTo>
                    <a:pt x="38" y="86"/>
                    <a:pt x="38" y="86"/>
                    <a:pt x="38" y="86"/>
                  </a:cubicBezTo>
                  <a:cubicBezTo>
                    <a:pt x="38" y="85"/>
                    <a:pt x="38" y="85"/>
                    <a:pt x="37" y="84"/>
                  </a:cubicBezTo>
                  <a:cubicBezTo>
                    <a:pt x="36" y="83"/>
                    <a:pt x="36" y="82"/>
                    <a:pt x="36" y="81"/>
                  </a:cubicBezTo>
                  <a:cubicBezTo>
                    <a:pt x="36" y="80"/>
                    <a:pt x="36" y="79"/>
                    <a:pt x="35" y="78"/>
                  </a:cubicBezTo>
                  <a:cubicBezTo>
                    <a:pt x="33" y="77"/>
                    <a:pt x="32" y="75"/>
                    <a:pt x="32" y="74"/>
                  </a:cubicBezTo>
                  <a:cubicBezTo>
                    <a:pt x="31" y="72"/>
                    <a:pt x="31" y="72"/>
                    <a:pt x="31" y="72"/>
                  </a:cubicBezTo>
                  <a:cubicBezTo>
                    <a:pt x="30" y="70"/>
                    <a:pt x="30" y="70"/>
                    <a:pt x="30" y="70"/>
                  </a:cubicBezTo>
                  <a:cubicBezTo>
                    <a:pt x="30" y="70"/>
                    <a:pt x="30" y="70"/>
                    <a:pt x="30" y="70"/>
                  </a:cubicBezTo>
                  <a:cubicBezTo>
                    <a:pt x="29" y="69"/>
                    <a:pt x="29" y="69"/>
                    <a:pt x="28" y="68"/>
                  </a:cubicBezTo>
                  <a:cubicBezTo>
                    <a:pt x="27" y="67"/>
                    <a:pt x="27" y="67"/>
                    <a:pt x="27" y="67"/>
                  </a:cubicBezTo>
                  <a:cubicBezTo>
                    <a:pt x="27" y="68"/>
                    <a:pt x="27" y="68"/>
                    <a:pt x="27" y="68"/>
                  </a:cubicBezTo>
                  <a:cubicBezTo>
                    <a:pt x="27" y="68"/>
                    <a:pt x="27" y="68"/>
                    <a:pt x="27" y="68"/>
                  </a:cubicBezTo>
                  <a:cubicBezTo>
                    <a:pt x="27" y="68"/>
                    <a:pt x="27" y="68"/>
                    <a:pt x="27" y="68"/>
                  </a:cubicBezTo>
                  <a:cubicBezTo>
                    <a:pt x="27" y="68"/>
                    <a:pt x="27" y="68"/>
                    <a:pt x="27" y="68"/>
                  </a:cubicBezTo>
                  <a:cubicBezTo>
                    <a:pt x="27" y="69"/>
                    <a:pt x="27" y="69"/>
                    <a:pt x="27" y="69"/>
                  </a:cubicBezTo>
                  <a:cubicBezTo>
                    <a:pt x="28" y="71"/>
                    <a:pt x="28" y="71"/>
                    <a:pt x="28" y="71"/>
                  </a:cubicBezTo>
                  <a:cubicBezTo>
                    <a:pt x="28" y="72"/>
                    <a:pt x="28" y="72"/>
                    <a:pt x="28" y="72"/>
                  </a:cubicBezTo>
                  <a:cubicBezTo>
                    <a:pt x="28" y="74"/>
                    <a:pt x="28" y="74"/>
                    <a:pt x="28" y="74"/>
                  </a:cubicBezTo>
                  <a:cubicBezTo>
                    <a:pt x="26" y="75"/>
                    <a:pt x="26" y="75"/>
                    <a:pt x="26" y="75"/>
                  </a:cubicBezTo>
                  <a:cubicBezTo>
                    <a:pt x="25" y="76"/>
                    <a:pt x="25" y="76"/>
                    <a:pt x="25" y="76"/>
                  </a:cubicBezTo>
                  <a:cubicBezTo>
                    <a:pt x="23" y="78"/>
                    <a:pt x="23" y="78"/>
                    <a:pt x="23" y="78"/>
                  </a:cubicBezTo>
                  <a:cubicBezTo>
                    <a:pt x="22" y="79"/>
                    <a:pt x="22" y="79"/>
                    <a:pt x="22" y="79"/>
                  </a:cubicBezTo>
                  <a:cubicBezTo>
                    <a:pt x="21" y="81"/>
                    <a:pt x="21" y="81"/>
                    <a:pt x="21" y="81"/>
                  </a:cubicBezTo>
                  <a:cubicBezTo>
                    <a:pt x="20" y="82"/>
                    <a:pt x="19" y="83"/>
                    <a:pt x="18" y="83"/>
                  </a:cubicBezTo>
                  <a:cubicBezTo>
                    <a:pt x="16" y="83"/>
                    <a:pt x="15" y="80"/>
                    <a:pt x="14" y="79"/>
                  </a:cubicBezTo>
                  <a:cubicBezTo>
                    <a:pt x="14" y="78"/>
                    <a:pt x="13" y="76"/>
                    <a:pt x="13" y="75"/>
                  </a:cubicBezTo>
                  <a:cubicBezTo>
                    <a:pt x="13" y="72"/>
                    <a:pt x="13" y="72"/>
                    <a:pt x="13" y="72"/>
                  </a:cubicBezTo>
                  <a:cubicBezTo>
                    <a:pt x="13" y="72"/>
                    <a:pt x="13" y="72"/>
                    <a:pt x="13" y="72"/>
                  </a:cubicBezTo>
                  <a:cubicBezTo>
                    <a:pt x="14" y="72"/>
                    <a:pt x="14" y="72"/>
                    <a:pt x="14" y="72"/>
                  </a:cubicBezTo>
                  <a:cubicBezTo>
                    <a:pt x="15" y="73"/>
                    <a:pt x="15" y="73"/>
                    <a:pt x="15" y="73"/>
                  </a:cubicBezTo>
                  <a:cubicBezTo>
                    <a:pt x="16" y="74"/>
                    <a:pt x="16" y="74"/>
                    <a:pt x="16" y="74"/>
                  </a:cubicBezTo>
                  <a:cubicBezTo>
                    <a:pt x="17" y="75"/>
                    <a:pt x="17" y="75"/>
                    <a:pt x="17" y="75"/>
                  </a:cubicBezTo>
                  <a:cubicBezTo>
                    <a:pt x="18" y="77"/>
                    <a:pt x="18" y="77"/>
                    <a:pt x="18" y="77"/>
                  </a:cubicBezTo>
                  <a:cubicBezTo>
                    <a:pt x="18" y="77"/>
                    <a:pt x="18" y="77"/>
                    <a:pt x="18" y="77"/>
                  </a:cubicBezTo>
                  <a:cubicBezTo>
                    <a:pt x="19" y="76"/>
                    <a:pt x="19" y="76"/>
                    <a:pt x="19" y="76"/>
                  </a:cubicBezTo>
                  <a:cubicBezTo>
                    <a:pt x="20" y="76"/>
                    <a:pt x="21" y="74"/>
                    <a:pt x="22" y="73"/>
                  </a:cubicBezTo>
                  <a:cubicBezTo>
                    <a:pt x="22" y="72"/>
                    <a:pt x="23" y="71"/>
                    <a:pt x="23" y="70"/>
                  </a:cubicBezTo>
                  <a:cubicBezTo>
                    <a:pt x="23" y="69"/>
                    <a:pt x="23" y="69"/>
                    <a:pt x="23" y="69"/>
                  </a:cubicBezTo>
                  <a:cubicBezTo>
                    <a:pt x="22" y="68"/>
                    <a:pt x="19" y="66"/>
                    <a:pt x="18" y="65"/>
                  </a:cubicBezTo>
                  <a:cubicBezTo>
                    <a:pt x="18" y="64"/>
                    <a:pt x="18" y="64"/>
                    <a:pt x="18" y="64"/>
                  </a:cubicBezTo>
                  <a:cubicBezTo>
                    <a:pt x="18" y="63"/>
                    <a:pt x="18" y="63"/>
                    <a:pt x="18" y="63"/>
                  </a:cubicBezTo>
                  <a:cubicBezTo>
                    <a:pt x="17" y="62"/>
                    <a:pt x="17" y="61"/>
                    <a:pt x="17" y="61"/>
                  </a:cubicBezTo>
                  <a:cubicBezTo>
                    <a:pt x="17" y="57"/>
                    <a:pt x="20" y="56"/>
                    <a:pt x="22" y="56"/>
                  </a:cubicBezTo>
                  <a:cubicBezTo>
                    <a:pt x="24" y="56"/>
                    <a:pt x="24" y="56"/>
                    <a:pt x="24" y="56"/>
                  </a:cubicBezTo>
                  <a:cubicBezTo>
                    <a:pt x="23" y="56"/>
                    <a:pt x="23" y="56"/>
                    <a:pt x="23" y="56"/>
                  </a:cubicBezTo>
                  <a:cubicBezTo>
                    <a:pt x="22" y="54"/>
                    <a:pt x="22" y="54"/>
                    <a:pt x="22" y="54"/>
                  </a:cubicBezTo>
                  <a:cubicBezTo>
                    <a:pt x="20" y="53"/>
                    <a:pt x="20" y="53"/>
                    <a:pt x="20" y="53"/>
                  </a:cubicBezTo>
                  <a:cubicBezTo>
                    <a:pt x="20" y="52"/>
                    <a:pt x="20" y="52"/>
                    <a:pt x="20" y="52"/>
                  </a:cubicBezTo>
                  <a:cubicBezTo>
                    <a:pt x="20" y="52"/>
                    <a:pt x="20" y="52"/>
                    <a:pt x="20" y="52"/>
                  </a:cubicBezTo>
                  <a:cubicBezTo>
                    <a:pt x="20" y="52"/>
                    <a:pt x="20" y="52"/>
                    <a:pt x="20" y="52"/>
                  </a:cubicBezTo>
                  <a:cubicBezTo>
                    <a:pt x="20" y="51"/>
                    <a:pt x="20" y="51"/>
                    <a:pt x="20" y="51"/>
                  </a:cubicBezTo>
                  <a:cubicBezTo>
                    <a:pt x="17" y="52"/>
                    <a:pt x="16" y="56"/>
                    <a:pt x="16" y="56"/>
                  </a:cubicBezTo>
                  <a:cubicBezTo>
                    <a:pt x="16" y="57"/>
                    <a:pt x="16" y="57"/>
                    <a:pt x="16" y="57"/>
                  </a:cubicBezTo>
                  <a:cubicBezTo>
                    <a:pt x="16" y="56"/>
                    <a:pt x="16" y="56"/>
                    <a:pt x="16" y="56"/>
                  </a:cubicBezTo>
                  <a:cubicBezTo>
                    <a:pt x="15" y="55"/>
                    <a:pt x="15" y="54"/>
                    <a:pt x="15" y="53"/>
                  </a:cubicBezTo>
                  <a:cubicBezTo>
                    <a:pt x="13" y="54"/>
                    <a:pt x="13" y="54"/>
                    <a:pt x="13" y="54"/>
                  </a:cubicBezTo>
                  <a:cubicBezTo>
                    <a:pt x="12" y="54"/>
                    <a:pt x="12" y="54"/>
                    <a:pt x="11" y="55"/>
                  </a:cubicBezTo>
                  <a:cubicBezTo>
                    <a:pt x="10" y="55"/>
                    <a:pt x="10" y="55"/>
                    <a:pt x="9" y="56"/>
                  </a:cubicBezTo>
                  <a:cubicBezTo>
                    <a:pt x="9" y="56"/>
                    <a:pt x="9" y="56"/>
                    <a:pt x="9" y="56"/>
                  </a:cubicBezTo>
                  <a:cubicBezTo>
                    <a:pt x="10" y="57"/>
                    <a:pt x="10" y="57"/>
                    <a:pt x="10" y="57"/>
                  </a:cubicBezTo>
                  <a:cubicBezTo>
                    <a:pt x="11" y="58"/>
                    <a:pt x="11" y="58"/>
                    <a:pt x="11" y="58"/>
                  </a:cubicBezTo>
                  <a:cubicBezTo>
                    <a:pt x="12" y="60"/>
                    <a:pt x="12" y="60"/>
                    <a:pt x="12" y="60"/>
                  </a:cubicBezTo>
                  <a:cubicBezTo>
                    <a:pt x="12" y="60"/>
                    <a:pt x="12" y="60"/>
                    <a:pt x="12" y="60"/>
                  </a:cubicBezTo>
                  <a:cubicBezTo>
                    <a:pt x="11" y="61"/>
                    <a:pt x="11" y="61"/>
                    <a:pt x="11" y="61"/>
                  </a:cubicBezTo>
                  <a:cubicBezTo>
                    <a:pt x="11" y="62"/>
                    <a:pt x="11" y="62"/>
                    <a:pt x="11" y="62"/>
                  </a:cubicBezTo>
                  <a:cubicBezTo>
                    <a:pt x="10" y="63"/>
                    <a:pt x="10" y="63"/>
                    <a:pt x="10" y="63"/>
                  </a:cubicBezTo>
                  <a:cubicBezTo>
                    <a:pt x="9" y="63"/>
                    <a:pt x="9" y="63"/>
                    <a:pt x="9" y="63"/>
                  </a:cubicBezTo>
                  <a:cubicBezTo>
                    <a:pt x="9" y="63"/>
                    <a:pt x="9" y="63"/>
                    <a:pt x="9" y="63"/>
                  </a:cubicBezTo>
                  <a:cubicBezTo>
                    <a:pt x="9" y="62"/>
                    <a:pt x="9" y="62"/>
                    <a:pt x="9" y="62"/>
                  </a:cubicBezTo>
                  <a:cubicBezTo>
                    <a:pt x="10" y="62"/>
                    <a:pt x="10" y="62"/>
                    <a:pt x="10" y="62"/>
                  </a:cubicBezTo>
                  <a:cubicBezTo>
                    <a:pt x="10" y="61"/>
                    <a:pt x="10" y="61"/>
                    <a:pt x="10" y="61"/>
                  </a:cubicBezTo>
                  <a:cubicBezTo>
                    <a:pt x="10" y="61"/>
                    <a:pt x="10" y="61"/>
                    <a:pt x="10" y="61"/>
                  </a:cubicBezTo>
                  <a:cubicBezTo>
                    <a:pt x="9" y="61"/>
                    <a:pt x="9" y="61"/>
                    <a:pt x="9" y="61"/>
                  </a:cubicBezTo>
                  <a:cubicBezTo>
                    <a:pt x="8" y="58"/>
                    <a:pt x="8" y="58"/>
                    <a:pt x="8" y="58"/>
                  </a:cubicBezTo>
                  <a:cubicBezTo>
                    <a:pt x="7" y="55"/>
                    <a:pt x="7" y="55"/>
                    <a:pt x="7" y="55"/>
                  </a:cubicBezTo>
                  <a:cubicBezTo>
                    <a:pt x="6" y="54"/>
                    <a:pt x="6" y="52"/>
                    <a:pt x="6" y="52"/>
                  </a:cubicBezTo>
                  <a:cubicBezTo>
                    <a:pt x="5" y="49"/>
                    <a:pt x="5" y="49"/>
                    <a:pt x="5" y="49"/>
                  </a:cubicBezTo>
                  <a:cubicBezTo>
                    <a:pt x="4" y="47"/>
                    <a:pt x="4" y="47"/>
                    <a:pt x="4" y="47"/>
                  </a:cubicBezTo>
                  <a:cubicBezTo>
                    <a:pt x="4" y="46"/>
                    <a:pt x="4" y="46"/>
                    <a:pt x="4" y="46"/>
                  </a:cubicBezTo>
                  <a:cubicBezTo>
                    <a:pt x="5" y="46"/>
                    <a:pt x="5" y="46"/>
                    <a:pt x="5" y="46"/>
                  </a:cubicBezTo>
                  <a:cubicBezTo>
                    <a:pt x="4" y="46"/>
                    <a:pt x="4" y="46"/>
                    <a:pt x="4" y="46"/>
                  </a:cubicBezTo>
                  <a:cubicBezTo>
                    <a:pt x="4" y="46"/>
                    <a:pt x="4" y="46"/>
                    <a:pt x="4" y="46"/>
                  </a:cubicBezTo>
                  <a:cubicBezTo>
                    <a:pt x="4" y="46"/>
                    <a:pt x="4" y="46"/>
                    <a:pt x="4" y="46"/>
                  </a:cubicBezTo>
                  <a:cubicBezTo>
                    <a:pt x="5" y="45"/>
                    <a:pt x="5" y="45"/>
                    <a:pt x="5" y="45"/>
                  </a:cubicBezTo>
                  <a:cubicBezTo>
                    <a:pt x="5" y="45"/>
                    <a:pt x="5" y="45"/>
                    <a:pt x="5" y="45"/>
                  </a:cubicBezTo>
                  <a:cubicBezTo>
                    <a:pt x="5" y="45"/>
                    <a:pt x="5" y="45"/>
                    <a:pt x="5" y="45"/>
                  </a:cubicBezTo>
                  <a:cubicBezTo>
                    <a:pt x="6" y="45"/>
                    <a:pt x="6" y="45"/>
                    <a:pt x="6" y="45"/>
                  </a:cubicBezTo>
                  <a:cubicBezTo>
                    <a:pt x="7" y="45"/>
                    <a:pt x="7" y="45"/>
                    <a:pt x="7" y="45"/>
                  </a:cubicBezTo>
                  <a:cubicBezTo>
                    <a:pt x="8" y="45"/>
                    <a:pt x="8" y="45"/>
                    <a:pt x="8" y="45"/>
                  </a:cubicBezTo>
                  <a:cubicBezTo>
                    <a:pt x="9" y="47"/>
                    <a:pt x="9" y="47"/>
                    <a:pt x="9" y="47"/>
                  </a:cubicBezTo>
                  <a:cubicBezTo>
                    <a:pt x="9" y="47"/>
                    <a:pt x="9" y="47"/>
                    <a:pt x="9" y="47"/>
                  </a:cubicBezTo>
                  <a:cubicBezTo>
                    <a:pt x="9" y="47"/>
                    <a:pt x="9" y="47"/>
                    <a:pt x="9" y="47"/>
                  </a:cubicBezTo>
                  <a:cubicBezTo>
                    <a:pt x="9" y="47"/>
                    <a:pt x="9" y="47"/>
                    <a:pt x="9" y="47"/>
                  </a:cubicBezTo>
                  <a:cubicBezTo>
                    <a:pt x="10" y="48"/>
                    <a:pt x="10" y="48"/>
                    <a:pt x="10" y="48"/>
                  </a:cubicBezTo>
                  <a:cubicBezTo>
                    <a:pt x="9" y="49"/>
                    <a:pt x="9" y="49"/>
                    <a:pt x="9" y="49"/>
                  </a:cubicBezTo>
                  <a:cubicBezTo>
                    <a:pt x="9" y="49"/>
                    <a:pt x="9" y="49"/>
                    <a:pt x="9" y="49"/>
                  </a:cubicBezTo>
                  <a:cubicBezTo>
                    <a:pt x="9" y="49"/>
                    <a:pt x="9" y="49"/>
                    <a:pt x="9" y="49"/>
                  </a:cubicBezTo>
                  <a:cubicBezTo>
                    <a:pt x="9" y="50"/>
                    <a:pt x="9" y="50"/>
                    <a:pt x="9" y="50"/>
                  </a:cubicBezTo>
                  <a:cubicBezTo>
                    <a:pt x="9" y="52"/>
                    <a:pt x="9" y="52"/>
                    <a:pt x="9" y="52"/>
                  </a:cubicBezTo>
                  <a:cubicBezTo>
                    <a:pt x="9" y="52"/>
                    <a:pt x="9" y="52"/>
                    <a:pt x="9" y="52"/>
                  </a:cubicBezTo>
                  <a:cubicBezTo>
                    <a:pt x="9" y="52"/>
                    <a:pt x="9" y="52"/>
                    <a:pt x="9" y="52"/>
                  </a:cubicBezTo>
                  <a:cubicBezTo>
                    <a:pt x="9" y="52"/>
                    <a:pt x="9" y="52"/>
                    <a:pt x="9" y="52"/>
                  </a:cubicBezTo>
                  <a:cubicBezTo>
                    <a:pt x="9" y="52"/>
                    <a:pt x="9" y="52"/>
                    <a:pt x="9" y="52"/>
                  </a:cubicBezTo>
                  <a:cubicBezTo>
                    <a:pt x="11" y="52"/>
                    <a:pt x="11" y="52"/>
                    <a:pt x="11" y="52"/>
                  </a:cubicBezTo>
                  <a:cubicBezTo>
                    <a:pt x="11" y="52"/>
                    <a:pt x="13" y="51"/>
                    <a:pt x="14" y="50"/>
                  </a:cubicBezTo>
                  <a:cubicBezTo>
                    <a:pt x="14" y="49"/>
                    <a:pt x="14" y="49"/>
                    <a:pt x="14" y="49"/>
                  </a:cubicBezTo>
                  <a:cubicBezTo>
                    <a:pt x="12" y="47"/>
                    <a:pt x="12" y="47"/>
                    <a:pt x="12" y="47"/>
                  </a:cubicBezTo>
                  <a:cubicBezTo>
                    <a:pt x="12" y="47"/>
                    <a:pt x="12" y="47"/>
                    <a:pt x="12" y="47"/>
                  </a:cubicBezTo>
                  <a:cubicBezTo>
                    <a:pt x="12" y="47"/>
                    <a:pt x="12" y="47"/>
                    <a:pt x="12" y="47"/>
                  </a:cubicBezTo>
                  <a:cubicBezTo>
                    <a:pt x="13" y="47"/>
                    <a:pt x="13" y="47"/>
                    <a:pt x="13" y="47"/>
                  </a:cubicBezTo>
                  <a:cubicBezTo>
                    <a:pt x="14" y="47"/>
                    <a:pt x="15" y="47"/>
                    <a:pt x="16" y="47"/>
                  </a:cubicBezTo>
                  <a:cubicBezTo>
                    <a:pt x="15" y="46"/>
                    <a:pt x="14" y="45"/>
                    <a:pt x="12" y="43"/>
                  </a:cubicBezTo>
                  <a:cubicBezTo>
                    <a:pt x="11" y="40"/>
                    <a:pt x="11" y="40"/>
                    <a:pt x="11" y="40"/>
                  </a:cubicBezTo>
                  <a:cubicBezTo>
                    <a:pt x="8" y="38"/>
                    <a:pt x="8" y="38"/>
                    <a:pt x="8" y="38"/>
                  </a:cubicBezTo>
                  <a:cubicBezTo>
                    <a:pt x="8" y="38"/>
                    <a:pt x="8" y="37"/>
                    <a:pt x="8" y="36"/>
                  </a:cubicBezTo>
                  <a:cubicBezTo>
                    <a:pt x="8" y="35"/>
                    <a:pt x="7" y="33"/>
                    <a:pt x="6" y="33"/>
                  </a:cubicBezTo>
                  <a:cubicBezTo>
                    <a:pt x="5" y="32"/>
                    <a:pt x="5" y="32"/>
                    <a:pt x="5" y="32"/>
                  </a:cubicBezTo>
                  <a:cubicBezTo>
                    <a:pt x="4" y="32"/>
                    <a:pt x="4" y="34"/>
                    <a:pt x="4" y="34"/>
                  </a:cubicBezTo>
                  <a:cubicBezTo>
                    <a:pt x="3" y="34"/>
                    <a:pt x="3" y="34"/>
                    <a:pt x="3" y="34"/>
                  </a:cubicBezTo>
                  <a:cubicBezTo>
                    <a:pt x="4" y="31"/>
                    <a:pt x="5" y="30"/>
                    <a:pt x="5" y="30"/>
                  </a:cubicBezTo>
                  <a:cubicBezTo>
                    <a:pt x="5" y="29"/>
                    <a:pt x="5" y="29"/>
                    <a:pt x="5" y="29"/>
                  </a:cubicBezTo>
                  <a:cubicBezTo>
                    <a:pt x="5" y="28"/>
                    <a:pt x="4" y="27"/>
                    <a:pt x="4" y="26"/>
                  </a:cubicBezTo>
                  <a:cubicBezTo>
                    <a:pt x="4" y="24"/>
                    <a:pt x="4" y="24"/>
                    <a:pt x="4" y="24"/>
                  </a:cubicBezTo>
                  <a:cubicBezTo>
                    <a:pt x="3" y="24"/>
                    <a:pt x="3" y="24"/>
                    <a:pt x="3" y="24"/>
                  </a:cubicBezTo>
                  <a:cubicBezTo>
                    <a:pt x="3" y="26"/>
                    <a:pt x="3" y="26"/>
                    <a:pt x="3" y="26"/>
                  </a:cubicBezTo>
                  <a:cubicBezTo>
                    <a:pt x="3" y="28"/>
                    <a:pt x="3" y="28"/>
                    <a:pt x="3" y="28"/>
                  </a:cubicBezTo>
                  <a:cubicBezTo>
                    <a:pt x="2" y="28"/>
                    <a:pt x="2" y="28"/>
                    <a:pt x="2" y="28"/>
                  </a:cubicBezTo>
                  <a:cubicBezTo>
                    <a:pt x="1" y="29"/>
                    <a:pt x="1" y="29"/>
                    <a:pt x="1" y="29"/>
                  </a:cubicBezTo>
                  <a:cubicBezTo>
                    <a:pt x="1" y="29"/>
                    <a:pt x="1" y="29"/>
                    <a:pt x="1" y="29"/>
                  </a:cubicBezTo>
                  <a:cubicBezTo>
                    <a:pt x="0" y="29"/>
                    <a:pt x="0" y="29"/>
                    <a:pt x="0" y="29"/>
                  </a:cubicBezTo>
                  <a:cubicBezTo>
                    <a:pt x="0" y="28"/>
                    <a:pt x="0" y="28"/>
                    <a:pt x="0" y="28"/>
                  </a:cubicBezTo>
                  <a:cubicBezTo>
                    <a:pt x="0" y="28"/>
                    <a:pt x="0" y="28"/>
                    <a:pt x="0" y="28"/>
                  </a:cubicBezTo>
                  <a:cubicBezTo>
                    <a:pt x="1" y="28"/>
                    <a:pt x="1" y="28"/>
                    <a:pt x="1" y="28"/>
                  </a:cubicBezTo>
                  <a:cubicBezTo>
                    <a:pt x="1" y="27"/>
                    <a:pt x="1" y="27"/>
                    <a:pt x="1" y="27"/>
                  </a:cubicBezTo>
                  <a:cubicBezTo>
                    <a:pt x="1" y="27"/>
                    <a:pt x="1" y="27"/>
                    <a:pt x="1" y="27"/>
                  </a:cubicBezTo>
                  <a:cubicBezTo>
                    <a:pt x="1" y="25"/>
                    <a:pt x="1" y="25"/>
                    <a:pt x="1" y="25"/>
                  </a:cubicBezTo>
                  <a:cubicBezTo>
                    <a:pt x="2" y="21"/>
                    <a:pt x="2" y="21"/>
                    <a:pt x="2" y="21"/>
                  </a:cubicBezTo>
                  <a:cubicBezTo>
                    <a:pt x="2" y="20"/>
                    <a:pt x="2" y="20"/>
                    <a:pt x="2" y="20"/>
                  </a:cubicBezTo>
                  <a:cubicBezTo>
                    <a:pt x="2" y="19"/>
                    <a:pt x="2" y="18"/>
                    <a:pt x="2" y="18"/>
                  </a:cubicBezTo>
                  <a:cubicBezTo>
                    <a:pt x="1" y="15"/>
                    <a:pt x="1" y="15"/>
                    <a:pt x="1" y="15"/>
                  </a:cubicBezTo>
                  <a:cubicBezTo>
                    <a:pt x="0" y="14"/>
                    <a:pt x="0" y="14"/>
                    <a:pt x="0" y="14"/>
                  </a:cubicBezTo>
                  <a:cubicBezTo>
                    <a:pt x="1" y="13"/>
                    <a:pt x="1" y="13"/>
                    <a:pt x="1" y="13"/>
                  </a:cubicBezTo>
                  <a:cubicBezTo>
                    <a:pt x="1" y="13"/>
                    <a:pt x="1" y="13"/>
                    <a:pt x="1" y="13"/>
                  </a:cubicBezTo>
                  <a:lnTo>
                    <a:pt x="0" y="12"/>
                  </a:lnTo>
                  <a:close/>
                  <a:moveTo>
                    <a:pt x="13" y="21"/>
                  </a:moveTo>
                  <a:cubicBezTo>
                    <a:pt x="13" y="21"/>
                    <a:pt x="13" y="21"/>
                    <a:pt x="13" y="21"/>
                  </a:cubicBezTo>
                  <a:cubicBezTo>
                    <a:pt x="14" y="22"/>
                    <a:pt x="14" y="22"/>
                    <a:pt x="14" y="22"/>
                  </a:cubicBezTo>
                  <a:lnTo>
                    <a:pt x="13" y="21"/>
                  </a:lnTo>
                  <a:close/>
                  <a:moveTo>
                    <a:pt x="4" y="10"/>
                  </a:moveTo>
                  <a:cubicBezTo>
                    <a:pt x="4" y="10"/>
                    <a:pt x="4" y="10"/>
                    <a:pt x="4" y="10"/>
                  </a:cubicBezTo>
                  <a:cubicBezTo>
                    <a:pt x="5" y="12"/>
                    <a:pt x="5" y="12"/>
                    <a:pt x="5" y="12"/>
                  </a:cubicBezTo>
                  <a:cubicBezTo>
                    <a:pt x="5" y="12"/>
                    <a:pt x="5" y="12"/>
                    <a:pt x="5" y="12"/>
                  </a:cubicBezTo>
                  <a:cubicBezTo>
                    <a:pt x="5" y="12"/>
                    <a:pt x="5" y="12"/>
                    <a:pt x="5" y="12"/>
                  </a:cubicBezTo>
                  <a:cubicBezTo>
                    <a:pt x="5" y="12"/>
                    <a:pt x="5" y="12"/>
                    <a:pt x="5" y="12"/>
                  </a:cubicBezTo>
                  <a:lnTo>
                    <a:pt x="4" y="10"/>
                  </a:lnTo>
                  <a:close/>
                  <a:moveTo>
                    <a:pt x="6" y="12"/>
                  </a:moveTo>
                  <a:cubicBezTo>
                    <a:pt x="6" y="12"/>
                    <a:pt x="6" y="12"/>
                    <a:pt x="6" y="12"/>
                  </a:cubicBezTo>
                  <a:cubicBezTo>
                    <a:pt x="6" y="13"/>
                    <a:pt x="6" y="13"/>
                    <a:pt x="6" y="13"/>
                  </a:cubicBezTo>
                  <a:cubicBezTo>
                    <a:pt x="7" y="13"/>
                    <a:pt x="7" y="13"/>
                    <a:pt x="7" y="13"/>
                  </a:cubicBezTo>
                  <a:cubicBezTo>
                    <a:pt x="7" y="13"/>
                    <a:pt x="7" y="13"/>
                    <a:pt x="7" y="13"/>
                  </a:cubicBezTo>
                  <a:lnTo>
                    <a:pt x="6" y="12"/>
                  </a:lnTo>
                  <a:close/>
                  <a:moveTo>
                    <a:pt x="6" y="17"/>
                  </a:moveTo>
                  <a:cubicBezTo>
                    <a:pt x="7" y="16"/>
                    <a:pt x="7" y="15"/>
                    <a:pt x="7" y="15"/>
                  </a:cubicBezTo>
                  <a:cubicBezTo>
                    <a:pt x="7" y="15"/>
                    <a:pt x="7" y="15"/>
                    <a:pt x="7" y="15"/>
                  </a:cubicBezTo>
                  <a:cubicBezTo>
                    <a:pt x="7" y="13"/>
                    <a:pt x="7" y="13"/>
                    <a:pt x="7" y="13"/>
                  </a:cubicBezTo>
                  <a:cubicBezTo>
                    <a:pt x="7" y="13"/>
                    <a:pt x="7" y="13"/>
                    <a:pt x="7" y="13"/>
                  </a:cubicBezTo>
                  <a:cubicBezTo>
                    <a:pt x="7" y="13"/>
                    <a:pt x="7" y="13"/>
                    <a:pt x="7" y="13"/>
                  </a:cubicBezTo>
                  <a:cubicBezTo>
                    <a:pt x="6" y="13"/>
                    <a:pt x="6" y="13"/>
                    <a:pt x="6" y="13"/>
                  </a:cubicBezTo>
                  <a:cubicBezTo>
                    <a:pt x="6" y="14"/>
                    <a:pt x="6" y="14"/>
                    <a:pt x="6" y="14"/>
                  </a:cubicBezTo>
                  <a:cubicBezTo>
                    <a:pt x="6" y="14"/>
                    <a:pt x="6" y="14"/>
                    <a:pt x="6" y="14"/>
                  </a:cubicBezTo>
                  <a:cubicBezTo>
                    <a:pt x="6" y="15"/>
                    <a:pt x="6" y="15"/>
                    <a:pt x="5" y="16"/>
                  </a:cubicBezTo>
                  <a:cubicBezTo>
                    <a:pt x="5" y="18"/>
                    <a:pt x="5" y="18"/>
                    <a:pt x="5" y="18"/>
                  </a:cubicBezTo>
                  <a:cubicBezTo>
                    <a:pt x="5" y="18"/>
                    <a:pt x="5" y="18"/>
                    <a:pt x="5" y="18"/>
                  </a:cubicBezTo>
                  <a:lnTo>
                    <a:pt x="6" y="17"/>
                  </a:lnTo>
                  <a:close/>
                  <a:moveTo>
                    <a:pt x="19" y="21"/>
                  </a:moveTo>
                  <a:cubicBezTo>
                    <a:pt x="20" y="21"/>
                    <a:pt x="20" y="21"/>
                    <a:pt x="20" y="21"/>
                  </a:cubicBezTo>
                  <a:cubicBezTo>
                    <a:pt x="21" y="22"/>
                    <a:pt x="21" y="22"/>
                    <a:pt x="21" y="22"/>
                  </a:cubicBezTo>
                  <a:cubicBezTo>
                    <a:pt x="21" y="21"/>
                    <a:pt x="21" y="21"/>
                    <a:pt x="21" y="21"/>
                  </a:cubicBezTo>
                  <a:cubicBezTo>
                    <a:pt x="21" y="20"/>
                    <a:pt x="21" y="20"/>
                    <a:pt x="21" y="20"/>
                  </a:cubicBezTo>
                  <a:cubicBezTo>
                    <a:pt x="21" y="20"/>
                    <a:pt x="21" y="20"/>
                    <a:pt x="21" y="20"/>
                  </a:cubicBezTo>
                  <a:cubicBezTo>
                    <a:pt x="21" y="20"/>
                    <a:pt x="21" y="20"/>
                    <a:pt x="21" y="20"/>
                  </a:cubicBezTo>
                  <a:cubicBezTo>
                    <a:pt x="20" y="20"/>
                    <a:pt x="20" y="20"/>
                    <a:pt x="20" y="20"/>
                  </a:cubicBezTo>
                  <a:cubicBezTo>
                    <a:pt x="19" y="21"/>
                    <a:pt x="19" y="21"/>
                    <a:pt x="19" y="21"/>
                  </a:cubicBezTo>
                  <a:cubicBezTo>
                    <a:pt x="18" y="22"/>
                    <a:pt x="18" y="22"/>
                    <a:pt x="18" y="22"/>
                  </a:cubicBezTo>
                  <a:cubicBezTo>
                    <a:pt x="17" y="22"/>
                    <a:pt x="17" y="22"/>
                    <a:pt x="17" y="22"/>
                  </a:cubicBezTo>
                  <a:lnTo>
                    <a:pt x="19" y="21"/>
                  </a:lnTo>
                  <a:close/>
                  <a:moveTo>
                    <a:pt x="21" y="20"/>
                  </a:moveTo>
                  <a:cubicBezTo>
                    <a:pt x="21" y="20"/>
                    <a:pt x="21" y="20"/>
                    <a:pt x="21" y="20"/>
                  </a:cubicBezTo>
                  <a:cubicBezTo>
                    <a:pt x="21" y="19"/>
                    <a:pt x="21" y="19"/>
                    <a:pt x="21" y="19"/>
                  </a:cubicBezTo>
                  <a:cubicBezTo>
                    <a:pt x="20" y="19"/>
                    <a:pt x="20" y="19"/>
                    <a:pt x="20" y="19"/>
                  </a:cubicBezTo>
                  <a:cubicBezTo>
                    <a:pt x="19" y="20"/>
                    <a:pt x="19" y="20"/>
                    <a:pt x="19" y="20"/>
                  </a:cubicBezTo>
                  <a:cubicBezTo>
                    <a:pt x="19" y="20"/>
                    <a:pt x="19" y="20"/>
                    <a:pt x="19" y="20"/>
                  </a:cubicBezTo>
                  <a:cubicBezTo>
                    <a:pt x="20" y="20"/>
                    <a:pt x="20" y="20"/>
                    <a:pt x="20" y="20"/>
                  </a:cubicBezTo>
                  <a:cubicBezTo>
                    <a:pt x="20" y="20"/>
                    <a:pt x="20" y="20"/>
                    <a:pt x="20" y="20"/>
                  </a:cubicBezTo>
                  <a:cubicBezTo>
                    <a:pt x="21" y="20"/>
                    <a:pt x="21" y="20"/>
                    <a:pt x="21" y="20"/>
                  </a:cubicBezTo>
                  <a:close/>
                  <a:moveTo>
                    <a:pt x="16" y="21"/>
                  </a:moveTo>
                  <a:cubicBezTo>
                    <a:pt x="14" y="22"/>
                    <a:pt x="14" y="22"/>
                    <a:pt x="14" y="22"/>
                  </a:cubicBezTo>
                  <a:cubicBezTo>
                    <a:pt x="14" y="22"/>
                    <a:pt x="14" y="22"/>
                    <a:pt x="14" y="22"/>
                  </a:cubicBezTo>
                  <a:cubicBezTo>
                    <a:pt x="15" y="22"/>
                    <a:pt x="15" y="22"/>
                    <a:pt x="15" y="22"/>
                  </a:cubicBezTo>
                  <a:cubicBezTo>
                    <a:pt x="15" y="22"/>
                    <a:pt x="15" y="22"/>
                    <a:pt x="15" y="22"/>
                  </a:cubicBezTo>
                  <a:cubicBezTo>
                    <a:pt x="16" y="22"/>
                    <a:pt x="16" y="22"/>
                    <a:pt x="16" y="22"/>
                  </a:cubicBezTo>
                  <a:cubicBezTo>
                    <a:pt x="18" y="21"/>
                    <a:pt x="18" y="21"/>
                    <a:pt x="18" y="21"/>
                  </a:cubicBezTo>
                  <a:cubicBezTo>
                    <a:pt x="19" y="20"/>
                    <a:pt x="19" y="20"/>
                    <a:pt x="19" y="20"/>
                  </a:cubicBezTo>
                  <a:cubicBezTo>
                    <a:pt x="19" y="20"/>
                    <a:pt x="19" y="20"/>
                    <a:pt x="19" y="20"/>
                  </a:cubicBezTo>
                  <a:cubicBezTo>
                    <a:pt x="18" y="20"/>
                    <a:pt x="18" y="20"/>
                    <a:pt x="18" y="20"/>
                  </a:cubicBezTo>
                  <a:cubicBezTo>
                    <a:pt x="17" y="20"/>
                    <a:pt x="17" y="20"/>
                    <a:pt x="17" y="20"/>
                  </a:cubicBezTo>
                  <a:lnTo>
                    <a:pt x="16" y="21"/>
                  </a:lnTo>
                  <a:close/>
                  <a:moveTo>
                    <a:pt x="16" y="15"/>
                  </a:moveTo>
                  <a:cubicBezTo>
                    <a:pt x="15" y="15"/>
                    <a:pt x="15" y="15"/>
                    <a:pt x="15" y="16"/>
                  </a:cubicBezTo>
                  <a:cubicBezTo>
                    <a:pt x="14" y="18"/>
                    <a:pt x="14" y="18"/>
                    <a:pt x="14" y="18"/>
                  </a:cubicBezTo>
                  <a:cubicBezTo>
                    <a:pt x="16" y="17"/>
                    <a:pt x="16" y="17"/>
                    <a:pt x="16" y="17"/>
                  </a:cubicBezTo>
                  <a:cubicBezTo>
                    <a:pt x="16" y="17"/>
                    <a:pt x="16" y="17"/>
                    <a:pt x="16" y="17"/>
                  </a:cubicBezTo>
                  <a:cubicBezTo>
                    <a:pt x="17" y="18"/>
                    <a:pt x="17" y="18"/>
                    <a:pt x="17" y="18"/>
                  </a:cubicBezTo>
                  <a:cubicBezTo>
                    <a:pt x="18" y="19"/>
                    <a:pt x="18" y="19"/>
                    <a:pt x="18" y="19"/>
                  </a:cubicBezTo>
                  <a:cubicBezTo>
                    <a:pt x="20" y="19"/>
                    <a:pt x="20" y="19"/>
                    <a:pt x="20" y="19"/>
                  </a:cubicBezTo>
                  <a:cubicBezTo>
                    <a:pt x="21" y="19"/>
                    <a:pt x="21" y="19"/>
                    <a:pt x="21" y="19"/>
                  </a:cubicBezTo>
                  <a:cubicBezTo>
                    <a:pt x="20" y="17"/>
                    <a:pt x="20" y="17"/>
                    <a:pt x="20" y="17"/>
                  </a:cubicBezTo>
                  <a:cubicBezTo>
                    <a:pt x="19" y="15"/>
                    <a:pt x="19" y="15"/>
                    <a:pt x="19" y="15"/>
                  </a:cubicBezTo>
                  <a:lnTo>
                    <a:pt x="16" y="15"/>
                  </a:lnTo>
                  <a:close/>
                  <a:moveTo>
                    <a:pt x="20" y="15"/>
                  </a:moveTo>
                  <a:cubicBezTo>
                    <a:pt x="20" y="15"/>
                    <a:pt x="20" y="15"/>
                    <a:pt x="20" y="15"/>
                  </a:cubicBezTo>
                  <a:cubicBezTo>
                    <a:pt x="20" y="15"/>
                    <a:pt x="20" y="15"/>
                    <a:pt x="20" y="15"/>
                  </a:cubicBezTo>
                  <a:close/>
                  <a:moveTo>
                    <a:pt x="26" y="13"/>
                  </a:moveTo>
                  <a:cubicBezTo>
                    <a:pt x="26" y="14"/>
                    <a:pt x="26" y="14"/>
                    <a:pt x="26" y="14"/>
                  </a:cubicBezTo>
                  <a:cubicBezTo>
                    <a:pt x="26" y="14"/>
                    <a:pt x="26" y="14"/>
                    <a:pt x="26" y="14"/>
                  </a:cubicBezTo>
                  <a:lnTo>
                    <a:pt x="26" y="13"/>
                  </a:lnTo>
                  <a:close/>
                  <a:moveTo>
                    <a:pt x="28" y="16"/>
                  </a:moveTo>
                  <a:cubicBezTo>
                    <a:pt x="28" y="16"/>
                    <a:pt x="28" y="16"/>
                    <a:pt x="28" y="16"/>
                  </a:cubicBezTo>
                  <a:cubicBezTo>
                    <a:pt x="28" y="16"/>
                    <a:pt x="28" y="16"/>
                    <a:pt x="28" y="16"/>
                  </a:cubicBezTo>
                  <a:cubicBezTo>
                    <a:pt x="28" y="14"/>
                    <a:pt x="28" y="14"/>
                    <a:pt x="28" y="14"/>
                  </a:cubicBezTo>
                  <a:cubicBezTo>
                    <a:pt x="27" y="14"/>
                    <a:pt x="27" y="14"/>
                    <a:pt x="27" y="14"/>
                  </a:cubicBezTo>
                  <a:cubicBezTo>
                    <a:pt x="27" y="14"/>
                    <a:pt x="27" y="14"/>
                    <a:pt x="27" y="14"/>
                  </a:cubicBezTo>
                  <a:cubicBezTo>
                    <a:pt x="26" y="14"/>
                    <a:pt x="26" y="14"/>
                    <a:pt x="26" y="14"/>
                  </a:cubicBezTo>
                  <a:cubicBezTo>
                    <a:pt x="25" y="14"/>
                    <a:pt x="25" y="14"/>
                    <a:pt x="25" y="14"/>
                  </a:cubicBezTo>
                  <a:cubicBezTo>
                    <a:pt x="24" y="14"/>
                    <a:pt x="24" y="14"/>
                    <a:pt x="24" y="14"/>
                  </a:cubicBezTo>
                  <a:cubicBezTo>
                    <a:pt x="22" y="14"/>
                    <a:pt x="22" y="13"/>
                    <a:pt x="21" y="13"/>
                  </a:cubicBezTo>
                  <a:cubicBezTo>
                    <a:pt x="20" y="15"/>
                    <a:pt x="20" y="15"/>
                    <a:pt x="20" y="15"/>
                  </a:cubicBezTo>
                  <a:cubicBezTo>
                    <a:pt x="20" y="15"/>
                    <a:pt x="20" y="15"/>
                    <a:pt x="20" y="15"/>
                  </a:cubicBezTo>
                  <a:cubicBezTo>
                    <a:pt x="21" y="14"/>
                    <a:pt x="21" y="14"/>
                    <a:pt x="21" y="14"/>
                  </a:cubicBezTo>
                  <a:cubicBezTo>
                    <a:pt x="22" y="14"/>
                    <a:pt x="22" y="14"/>
                    <a:pt x="22" y="14"/>
                  </a:cubicBezTo>
                  <a:cubicBezTo>
                    <a:pt x="23" y="14"/>
                    <a:pt x="23" y="14"/>
                    <a:pt x="23" y="14"/>
                  </a:cubicBezTo>
                  <a:cubicBezTo>
                    <a:pt x="24" y="15"/>
                    <a:pt x="24" y="15"/>
                    <a:pt x="24" y="15"/>
                  </a:cubicBezTo>
                  <a:cubicBezTo>
                    <a:pt x="24" y="15"/>
                    <a:pt x="24" y="15"/>
                    <a:pt x="24" y="15"/>
                  </a:cubicBezTo>
                  <a:cubicBezTo>
                    <a:pt x="25" y="15"/>
                    <a:pt x="25" y="15"/>
                    <a:pt x="25" y="15"/>
                  </a:cubicBezTo>
                  <a:cubicBezTo>
                    <a:pt x="24" y="16"/>
                    <a:pt x="24" y="16"/>
                    <a:pt x="24" y="16"/>
                  </a:cubicBezTo>
                  <a:cubicBezTo>
                    <a:pt x="24" y="16"/>
                    <a:pt x="24" y="16"/>
                    <a:pt x="24" y="16"/>
                  </a:cubicBezTo>
                  <a:cubicBezTo>
                    <a:pt x="25" y="17"/>
                    <a:pt x="25" y="17"/>
                    <a:pt x="25" y="17"/>
                  </a:cubicBezTo>
                  <a:cubicBezTo>
                    <a:pt x="25" y="17"/>
                    <a:pt x="25" y="17"/>
                    <a:pt x="25" y="17"/>
                  </a:cubicBezTo>
                  <a:cubicBezTo>
                    <a:pt x="25" y="18"/>
                    <a:pt x="25" y="18"/>
                    <a:pt x="25" y="18"/>
                  </a:cubicBezTo>
                  <a:cubicBezTo>
                    <a:pt x="25" y="18"/>
                    <a:pt x="25" y="18"/>
                    <a:pt x="25" y="18"/>
                  </a:cubicBezTo>
                  <a:cubicBezTo>
                    <a:pt x="23" y="17"/>
                    <a:pt x="23" y="17"/>
                    <a:pt x="23" y="17"/>
                  </a:cubicBezTo>
                  <a:cubicBezTo>
                    <a:pt x="22" y="18"/>
                    <a:pt x="22" y="18"/>
                    <a:pt x="22" y="18"/>
                  </a:cubicBezTo>
                  <a:cubicBezTo>
                    <a:pt x="21" y="17"/>
                    <a:pt x="21" y="17"/>
                    <a:pt x="21" y="17"/>
                  </a:cubicBezTo>
                  <a:cubicBezTo>
                    <a:pt x="22" y="19"/>
                    <a:pt x="22" y="19"/>
                    <a:pt x="22" y="19"/>
                  </a:cubicBezTo>
                  <a:cubicBezTo>
                    <a:pt x="22" y="19"/>
                    <a:pt x="22" y="19"/>
                    <a:pt x="22" y="19"/>
                  </a:cubicBezTo>
                  <a:cubicBezTo>
                    <a:pt x="22" y="20"/>
                    <a:pt x="22" y="20"/>
                    <a:pt x="22" y="20"/>
                  </a:cubicBezTo>
                  <a:cubicBezTo>
                    <a:pt x="22" y="22"/>
                    <a:pt x="22" y="22"/>
                    <a:pt x="22" y="22"/>
                  </a:cubicBezTo>
                  <a:cubicBezTo>
                    <a:pt x="22" y="23"/>
                    <a:pt x="22" y="23"/>
                    <a:pt x="22" y="23"/>
                  </a:cubicBezTo>
                  <a:cubicBezTo>
                    <a:pt x="22" y="23"/>
                    <a:pt x="22" y="23"/>
                    <a:pt x="22" y="23"/>
                  </a:cubicBezTo>
                  <a:cubicBezTo>
                    <a:pt x="22" y="24"/>
                    <a:pt x="21" y="25"/>
                    <a:pt x="19" y="26"/>
                  </a:cubicBezTo>
                  <a:cubicBezTo>
                    <a:pt x="18" y="27"/>
                    <a:pt x="16" y="29"/>
                    <a:pt x="15" y="30"/>
                  </a:cubicBezTo>
                  <a:cubicBezTo>
                    <a:pt x="13" y="32"/>
                    <a:pt x="13" y="34"/>
                    <a:pt x="13" y="35"/>
                  </a:cubicBezTo>
                  <a:cubicBezTo>
                    <a:pt x="11" y="36"/>
                    <a:pt x="11" y="36"/>
                    <a:pt x="11" y="36"/>
                  </a:cubicBezTo>
                  <a:cubicBezTo>
                    <a:pt x="11" y="36"/>
                    <a:pt x="11" y="36"/>
                    <a:pt x="11" y="36"/>
                  </a:cubicBezTo>
                  <a:cubicBezTo>
                    <a:pt x="11" y="36"/>
                    <a:pt x="11" y="36"/>
                    <a:pt x="11" y="36"/>
                  </a:cubicBezTo>
                  <a:cubicBezTo>
                    <a:pt x="14" y="35"/>
                    <a:pt x="14" y="35"/>
                    <a:pt x="14" y="35"/>
                  </a:cubicBezTo>
                  <a:cubicBezTo>
                    <a:pt x="16" y="34"/>
                    <a:pt x="16" y="34"/>
                    <a:pt x="16" y="34"/>
                  </a:cubicBezTo>
                  <a:cubicBezTo>
                    <a:pt x="17" y="35"/>
                    <a:pt x="17" y="35"/>
                    <a:pt x="17" y="35"/>
                  </a:cubicBezTo>
                  <a:cubicBezTo>
                    <a:pt x="18" y="36"/>
                    <a:pt x="18" y="36"/>
                    <a:pt x="18" y="36"/>
                  </a:cubicBezTo>
                  <a:cubicBezTo>
                    <a:pt x="19" y="35"/>
                    <a:pt x="19" y="35"/>
                    <a:pt x="19" y="35"/>
                  </a:cubicBezTo>
                  <a:cubicBezTo>
                    <a:pt x="19" y="33"/>
                    <a:pt x="19" y="33"/>
                    <a:pt x="19" y="33"/>
                  </a:cubicBezTo>
                  <a:cubicBezTo>
                    <a:pt x="20" y="33"/>
                    <a:pt x="20" y="33"/>
                    <a:pt x="20" y="33"/>
                  </a:cubicBezTo>
                  <a:cubicBezTo>
                    <a:pt x="20" y="33"/>
                    <a:pt x="20" y="33"/>
                    <a:pt x="20" y="33"/>
                  </a:cubicBezTo>
                  <a:cubicBezTo>
                    <a:pt x="21" y="34"/>
                    <a:pt x="21" y="34"/>
                    <a:pt x="21" y="34"/>
                  </a:cubicBezTo>
                  <a:cubicBezTo>
                    <a:pt x="21" y="35"/>
                    <a:pt x="21" y="35"/>
                    <a:pt x="21" y="35"/>
                  </a:cubicBezTo>
                  <a:cubicBezTo>
                    <a:pt x="22" y="35"/>
                    <a:pt x="22" y="35"/>
                    <a:pt x="22" y="35"/>
                  </a:cubicBezTo>
                  <a:cubicBezTo>
                    <a:pt x="22" y="35"/>
                    <a:pt x="22" y="35"/>
                    <a:pt x="22" y="35"/>
                  </a:cubicBezTo>
                  <a:cubicBezTo>
                    <a:pt x="23" y="33"/>
                    <a:pt x="23" y="33"/>
                    <a:pt x="23" y="33"/>
                  </a:cubicBezTo>
                  <a:cubicBezTo>
                    <a:pt x="24" y="33"/>
                    <a:pt x="24" y="33"/>
                    <a:pt x="24" y="33"/>
                  </a:cubicBezTo>
                  <a:cubicBezTo>
                    <a:pt x="24" y="33"/>
                    <a:pt x="24" y="33"/>
                    <a:pt x="24" y="33"/>
                  </a:cubicBezTo>
                  <a:cubicBezTo>
                    <a:pt x="24" y="34"/>
                    <a:pt x="24" y="34"/>
                    <a:pt x="24" y="34"/>
                  </a:cubicBezTo>
                  <a:cubicBezTo>
                    <a:pt x="25" y="35"/>
                    <a:pt x="25" y="35"/>
                    <a:pt x="25" y="35"/>
                  </a:cubicBezTo>
                  <a:cubicBezTo>
                    <a:pt x="25" y="35"/>
                    <a:pt x="25" y="35"/>
                    <a:pt x="25" y="35"/>
                  </a:cubicBezTo>
                  <a:cubicBezTo>
                    <a:pt x="28" y="33"/>
                    <a:pt x="28" y="33"/>
                    <a:pt x="28" y="33"/>
                  </a:cubicBezTo>
                  <a:cubicBezTo>
                    <a:pt x="28" y="32"/>
                    <a:pt x="28" y="32"/>
                    <a:pt x="28" y="31"/>
                  </a:cubicBezTo>
                  <a:cubicBezTo>
                    <a:pt x="28" y="30"/>
                    <a:pt x="28" y="30"/>
                    <a:pt x="28" y="30"/>
                  </a:cubicBezTo>
                  <a:cubicBezTo>
                    <a:pt x="28" y="29"/>
                    <a:pt x="29" y="28"/>
                    <a:pt x="29" y="26"/>
                  </a:cubicBezTo>
                  <a:cubicBezTo>
                    <a:pt x="29" y="26"/>
                    <a:pt x="29" y="26"/>
                    <a:pt x="29" y="26"/>
                  </a:cubicBezTo>
                  <a:cubicBezTo>
                    <a:pt x="29" y="26"/>
                    <a:pt x="29" y="26"/>
                    <a:pt x="29" y="26"/>
                  </a:cubicBezTo>
                  <a:cubicBezTo>
                    <a:pt x="29" y="26"/>
                    <a:pt x="29" y="26"/>
                    <a:pt x="29" y="26"/>
                  </a:cubicBezTo>
                  <a:cubicBezTo>
                    <a:pt x="29" y="25"/>
                    <a:pt x="29" y="25"/>
                    <a:pt x="29" y="25"/>
                  </a:cubicBezTo>
                  <a:cubicBezTo>
                    <a:pt x="30" y="23"/>
                    <a:pt x="30" y="23"/>
                    <a:pt x="30" y="23"/>
                  </a:cubicBezTo>
                  <a:cubicBezTo>
                    <a:pt x="30" y="21"/>
                    <a:pt x="30" y="21"/>
                    <a:pt x="30" y="21"/>
                  </a:cubicBezTo>
                  <a:cubicBezTo>
                    <a:pt x="30" y="18"/>
                    <a:pt x="28" y="17"/>
                    <a:pt x="28" y="16"/>
                  </a:cubicBezTo>
                  <a:moveTo>
                    <a:pt x="29" y="31"/>
                  </a:moveTo>
                  <a:cubicBezTo>
                    <a:pt x="29" y="32"/>
                    <a:pt x="29" y="32"/>
                    <a:pt x="29" y="32"/>
                  </a:cubicBezTo>
                  <a:cubicBezTo>
                    <a:pt x="29" y="32"/>
                    <a:pt x="29" y="32"/>
                    <a:pt x="29" y="32"/>
                  </a:cubicBezTo>
                  <a:cubicBezTo>
                    <a:pt x="31" y="32"/>
                    <a:pt x="32" y="31"/>
                    <a:pt x="32" y="29"/>
                  </a:cubicBezTo>
                  <a:cubicBezTo>
                    <a:pt x="32" y="28"/>
                    <a:pt x="32" y="28"/>
                    <a:pt x="32" y="28"/>
                  </a:cubicBezTo>
                  <a:cubicBezTo>
                    <a:pt x="31" y="28"/>
                    <a:pt x="30" y="27"/>
                    <a:pt x="29" y="27"/>
                  </a:cubicBezTo>
                  <a:cubicBezTo>
                    <a:pt x="29" y="28"/>
                    <a:pt x="29" y="30"/>
                    <a:pt x="29" y="30"/>
                  </a:cubicBezTo>
                  <a:lnTo>
                    <a:pt x="29" y="31"/>
                  </a:lnTo>
                  <a:close/>
                  <a:moveTo>
                    <a:pt x="33" y="18"/>
                  </a:moveTo>
                  <a:cubicBezTo>
                    <a:pt x="33" y="18"/>
                    <a:pt x="33" y="18"/>
                    <a:pt x="33" y="18"/>
                  </a:cubicBezTo>
                  <a:cubicBezTo>
                    <a:pt x="33" y="17"/>
                    <a:pt x="33" y="17"/>
                    <a:pt x="33" y="17"/>
                  </a:cubicBezTo>
                  <a:cubicBezTo>
                    <a:pt x="32" y="16"/>
                    <a:pt x="32" y="16"/>
                    <a:pt x="32" y="16"/>
                  </a:cubicBezTo>
                  <a:cubicBezTo>
                    <a:pt x="31" y="18"/>
                    <a:pt x="31" y="18"/>
                    <a:pt x="31" y="18"/>
                  </a:cubicBezTo>
                  <a:cubicBezTo>
                    <a:pt x="31" y="19"/>
                    <a:pt x="31" y="20"/>
                    <a:pt x="30" y="20"/>
                  </a:cubicBezTo>
                  <a:cubicBezTo>
                    <a:pt x="30" y="20"/>
                    <a:pt x="30" y="20"/>
                    <a:pt x="30" y="20"/>
                  </a:cubicBezTo>
                  <a:cubicBezTo>
                    <a:pt x="30" y="21"/>
                    <a:pt x="30" y="21"/>
                    <a:pt x="30" y="21"/>
                  </a:cubicBezTo>
                  <a:cubicBezTo>
                    <a:pt x="30" y="21"/>
                    <a:pt x="30" y="21"/>
                    <a:pt x="30" y="21"/>
                  </a:cubicBezTo>
                  <a:cubicBezTo>
                    <a:pt x="30" y="22"/>
                    <a:pt x="30" y="22"/>
                    <a:pt x="30" y="22"/>
                  </a:cubicBezTo>
                  <a:cubicBezTo>
                    <a:pt x="30" y="23"/>
                    <a:pt x="30" y="23"/>
                    <a:pt x="30" y="23"/>
                  </a:cubicBezTo>
                  <a:cubicBezTo>
                    <a:pt x="30" y="24"/>
                    <a:pt x="30" y="24"/>
                    <a:pt x="30" y="24"/>
                  </a:cubicBezTo>
                  <a:cubicBezTo>
                    <a:pt x="32" y="22"/>
                    <a:pt x="32" y="22"/>
                    <a:pt x="32" y="22"/>
                  </a:cubicBezTo>
                  <a:cubicBezTo>
                    <a:pt x="33" y="21"/>
                    <a:pt x="33" y="21"/>
                    <a:pt x="33" y="21"/>
                  </a:cubicBezTo>
                  <a:cubicBezTo>
                    <a:pt x="33" y="21"/>
                    <a:pt x="33" y="21"/>
                    <a:pt x="33" y="21"/>
                  </a:cubicBezTo>
                  <a:cubicBezTo>
                    <a:pt x="33" y="20"/>
                    <a:pt x="33" y="20"/>
                    <a:pt x="33" y="20"/>
                  </a:cubicBezTo>
                  <a:lnTo>
                    <a:pt x="33" y="18"/>
                  </a:lnTo>
                  <a:close/>
                  <a:moveTo>
                    <a:pt x="35" y="13"/>
                  </a:moveTo>
                  <a:cubicBezTo>
                    <a:pt x="35" y="13"/>
                    <a:pt x="35" y="13"/>
                    <a:pt x="35" y="13"/>
                  </a:cubicBezTo>
                  <a:cubicBezTo>
                    <a:pt x="35" y="13"/>
                    <a:pt x="35" y="13"/>
                    <a:pt x="35" y="13"/>
                  </a:cubicBezTo>
                  <a:cubicBezTo>
                    <a:pt x="34" y="11"/>
                    <a:pt x="34" y="11"/>
                    <a:pt x="34" y="11"/>
                  </a:cubicBezTo>
                  <a:cubicBezTo>
                    <a:pt x="34" y="12"/>
                    <a:pt x="34" y="16"/>
                    <a:pt x="33" y="17"/>
                  </a:cubicBezTo>
                  <a:cubicBezTo>
                    <a:pt x="33" y="18"/>
                    <a:pt x="34" y="19"/>
                    <a:pt x="34" y="20"/>
                  </a:cubicBezTo>
                  <a:cubicBezTo>
                    <a:pt x="34" y="20"/>
                    <a:pt x="34" y="20"/>
                    <a:pt x="34" y="20"/>
                  </a:cubicBezTo>
                  <a:cubicBezTo>
                    <a:pt x="35" y="18"/>
                    <a:pt x="35" y="18"/>
                    <a:pt x="35" y="18"/>
                  </a:cubicBezTo>
                  <a:cubicBezTo>
                    <a:pt x="36" y="16"/>
                    <a:pt x="36" y="16"/>
                    <a:pt x="36" y="16"/>
                  </a:cubicBezTo>
                  <a:cubicBezTo>
                    <a:pt x="36" y="16"/>
                    <a:pt x="36" y="16"/>
                    <a:pt x="36" y="16"/>
                  </a:cubicBezTo>
                  <a:cubicBezTo>
                    <a:pt x="36" y="16"/>
                    <a:pt x="36" y="16"/>
                    <a:pt x="36" y="16"/>
                  </a:cubicBezTo>
                  <a:cubicBezTo>
                    <a:pt x="36" y="15"/>
                    <a:pt x="35" y="14"/>
                    <a:pt x="35" y="13"/>
                  </a:cubicBezTo>
                  <a:moveTo>
                    <a:pt x="36" y="1"/>
                  </a:moveTo>
                  <a:cubicBezTo>
                    <a:pt x="36" y="2"/>
                    <a:pt x="36" y="5"/>
                    <a:pt x="36" y="8"/>
                  </a:cubicBezTo>
                  <a:cubicBezTo>
                    <a:pt x="36" y="9"/>
                    <a:pt x="36" y="11"/>
                    <a:pt x="35" y="12"/>
                  </a:cubicBezTo>
                  <a:cubicBezTo>
                    <a:pt x="35" y="12"/>
                    <a:pt x="36" y="13"/>
                    <a:pt x="36" y="14"/>
                  </a:cubicBezTo>
                  <a:cubicBezTo>
                    <a:pt x="36" y="14"/>
                    <a:pt x="38" y="10"/>
                    <a:pt x="38" y="7"/>
                  </a:cubicBezTo>
                  <a:cubicBezTo>
                    <a:pt x="38" y="5"/>
                    <a:pt x="37" y="3"/>
                    <a:pt x="36" y="1"/>
                  </a:cubicBezTo>
                  <a:moveTo>
                    <a:pt x="37" y="2"/>
                  </a:moveTo>
                  <a:cubicBezTo>
                    <a:pt x="38" y="4"/>
                    <a:pt x="38" y="5"/>
                    <a:pt x="38" y="7"/>
                  </a:cubicBezTo>
                  <a:cubicBezTo>
                    <a:pt x="38" y="11"/>
                    <a:pt x="36" y="15"/>
                    <a:pt x="36" y="15"/>
                  </a:cubicBezTo>
                  <a:cubicBezTo>
                    <a:pt x="36" y="15"/>
                    <a:pt x="36" y="15"/>
                    <a:pt x="36" y="15"/>
                  </a:cubicBezTo>
                  <a:cubicBezTo>
                    <a:pt x="37" y="16"/>
                    <a:pt x="37" y="16"/>
                    <a:pt x="37" y="16"/>
                  </a:cubicBezTo>
                  <a:cubicBezTo>
                    <a:pt x="37" y="15"/>
                    <a:pt x="37" y="15"/>
                    <a:pt x="37" y="15"/>
                  </a:cubicBezTo>
                  <a:cubicBezTo>
                    <a:pt x="39" y="12"/>
                    <a:pt x="39" y="12"/>
                    <a:pt x="39" y="12"/>
                  </a:cubicBezTo>
                  <a:cubicBezTo>
                    <a:pt x="39" y="10"/>
                    <a:pt x="39" y="10"/>
                    <a:pt x="39" y="10"/>
                  </a:cubicBezTo>
                  <a:cubicBezTo>
                    <a:pt x="39" y="10"/>
                    <a:pt x="39" y="10"/>
                    <a:pt x="39" y="10"/>
                  </a:cubicBezTo>
                  <a:cubicBezTo>
                    <a:pt x="39" y="10"/>
                    <a:pt x="39" y="10"/>
                    <a:pt x="39" y="10"/>
                  </a:cubicBezTo>
                  <a:cubicBezTo>
                    <a:pt x="39" y="10"/>
                    <a:pt x="39" y="10"/>
                    <a:pt x="39" y="10"/>
                  </a:cubicBezTo>
                  <a:cubicBezTo>
                    <a:pt x="39" y="9"/>
                    <a:pt x="39" y="9"/>
                    <a:pt x="39" y="9"/>
                  </a:cubicBezTo>
                  <a:cubicBezTo>
                    <a:pt x="39" y="7"/>
                    <a:pt x="38" y="4"/>
                    <a:pt x="37" y="2"/>
                  </a:cubicBezTo>
                  <a:moveTo>
                    <a:pt x="40" y="12"/>
                  </a:moveTo>
                  <a:cubicBezTo>
                    <a:pt x="40" y="11"/>
                    <a:pt x="40" y="11"/>
                    <a:pt x="40" y="11"/>
                  </a:cubicBezTo>
                  <a:cubicBezTo>
                    <a:pt x="39" y="13"/>
                    <a:pt x="37" y="16"/>
                    <a:pt x="37" y="17"/>
                  </a:cubicBezTo>
                  <a:cubicBezTo>
                    <a:pt x="37" y="18"/>
                    <a:pt x="37" y="18"/>
                    <a:pt x="37" y="18"/>
                  </a:cubicBezTo>
                  <a:cubicBezTo>
                    <a:pt x="37" y="20"/>
                    <a:pt x="37" y="20"/>
                    <a:pt x="37" y="20"/>
                  </a:cubicBezTo>
                  <a:cubicBezTo>
                    <a:pt x="38" y="20"/>
                    <a:pt x="38" y="20"/>
                    <a:pt x="38" y="20"/>
                  </a:cubicBezTo>
                  <a:cubicBezTo>
                    <a:pt x="38" y="20"/>
                    <a:pt x="40" y="16"/>
                    <a:pt x="40" y="12"/>
                  </a:cubicBezTo>
                  <a:close/>
                  <a:moveTo>
                    <a:pt x="27" y="44"/>
                  </a:moveTo>
                  <a:cubicBezTo>
                    <a:pt x="26" y="41"/>
                    <a:pt x="26" y="41"/>
                    <a:pt x="26" y="41"/>
                  </a:cubicBezTo>
                  <a:cubicBezTo>
                    <a:pt x="26" y="41"/>
                    <a:pt x="26" y="41"/>
                    <a:pt x="26" y="41"/>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1"/>
                    <a:pt x="23" y="41"/>
                    <a:pt x="23" y="41"/>
                  </a:cubicBezTo>
                  <a:cubicBezTo>
                    <a:pt x="23" y="42"/>
                    <a:pt x="25" y="43"/>
                    <a:pt x="27" y="44"/>
                  </a:cubicBezTo>
                  <a:moveTo>
                    <a:pt x="27" y="44"/>
                  </a:moveTo>
                  <a:cubicBezTo>
                    <a:pt x="29" y="48"/>
                    <a:pt x="29" y="48"/>
                    <a:pt x="29" y="48"/>
                  </a:cubicBezTo>
                  <a:cubicBezTo>
                    <a:pt x="29" y="47"/>
                    <a:pt x="29" y="47"/>
                    <a:pt x="29" y="47"/>
                  </a:cubicBezTo>
                  <a:cubicBezTo>
                    <a:pt x="29" y="46"/>
                    <a:pt x="28" y="45"/>
                    <a:pt x="28" y="44"/>
                  </a:cubicBezTo>
                  <a:cubicBezTo>
                    <a:pt x="28" y="44"/>
                    <a:pt x="28" y="44"/>
                    <a:pt x="28" y="44"/>
                  </a:cubicBezTo>
                  <a:cubicBezTo>
                    <a:pt x="28" y="44"/>
                    <a:pt x="28" y="44"/>
                    <a:pt x="28" y="44"/>
                  </a:cubicBezTo>
                  <a:lnTo>
                    <a:pt x="27" y="44"/>
                  </a:lnTo>
                  <a:close/>
                  <a:moveTo>
                    <a:pt x="28" y="44"/>
                  </a:moveTo>
                  <a:cubicBezTo>
                    <a:pt x="28" y="42"/>
                    <a:pt x="28" y="42"/>
                    <a:pt x="28" y="42"/>
                  </a:cubicBezTo>
                  <a:cubicBezTo>
                    <a:pt x="28" y="42"/>
                    <a:pt x="28" y="42"/>
                    <a:pt x="28" y="42"/>
                  </a:cubicBezTo>
                  <a:cubicBezTo>
                    <a:pt x="27" y="41"/>
                    <a:pt x="27" y="41"/>
                    <a:pt x="27" y="41"/>
                  </a:cubicBezTo>
                  <a:lnTo>
                    <a:pt x="28" y="44"/>
                  </a:lnTo>
                  <a:close/>
                  <a:moveTo>
                    <a:pt x="28" y="44"/>
                  </a:moveTo>
                  <a:cubicBezTo>
                    <a:pt x="28" y="44"/>
                    <a:pt x="28" y="44"/>
                    <a:pt x="28" y="44"/>
                  </a:cubicBezTo>
                  <a:cubicBezTo>
                    <a:pt x="29" y="44"/>
                    <a:pt x="30" y="45"/>
                    <a:pt x="33" y="45"/>
                  </a:cubicBezTo>
                  <a:cubicBezTo>
                    <a:pt x="31" y="45"/>
                    <a:pt x="30" y="43"/>
                    <a:pt x="30" y="42"/>
                  </a:cubicBezTo>
                  <a:cubicBezTo>
                    <a:pt x="29" y="42"/>
                    <a:pt x="29" y="42"/>
                    <a:pt x="29" y="42"/>
                  </a:cubicBezTo>
                  <a:lnTo>
                    <a:pt x="28" y="44"/>
                  </a:lnTo>
                  <a:close/>
                  <a:moveTo>
                    <a:pt x="37" y="34"/>
                  </a:moveTo>
                  <a:cubicBezTo>
                    <a:pt x="38" y="34"/>
                    <a:pt x="38" y="34"/>
                    <a:pt x="38" y="34"/>
                  </a:cubicBezTo>
                  <a:cubicBezTo>
                    <a:pt x="38" y="34"/>
                    <a:pt x="38" y="34"/>
                    <a:pt x="38" y="34"/>
                  </a:cubicBezTo>
                  <a:cubicBezTo>
                    <a:pt x="38" y="34"/>
                    <a:pt x="38" y="34"/>
                    <a:pt x="38" y="34"/>
                  </a:cubicBezTo>
                  <a:cubicBezTo>
                    <a:pt x="38" y="34"/>
                    <a:pt x="38" y="34"/>
                    <a:pt x="38" y="34"/>
                  </a:cubicBezTo>
                  <a:cubicBezTo>
                    <a:pt x="38" y="34"/>
                    <a:pt x="38" y="34"/>
                    <a:pt x="38" y="34"/>
                  </a:cubicBezTo>
                  <a:cubicBezTo>
                    <a:pt x="39" y="34"/>
                    <a:pt x="39" y="34"/>
                    <a:pt x="39" y="34"/>
                  </a:cubicBezTo>
                  <a:cubicBezTo>
                    <a:pt x="37" y="32"/>
                    <a:pt x="37" y="32"/>
                    <a:pt x="37" y="32"/>
                  </a:cubicBezTo>
                  <a:cubicBezTo>
                    <a:pt x="37" y="34"/>
                    <a:pt x="37" y="34"/>
                    <a:pt x="37" y="34"/>
                  </a:cubicBezTo>
                  <a:cubicBezTo>
                    <a:pt x="37" y="34"/>
                    <a:pt x="37" y="34"/>
                    <a:pt x="37" y="34"/>
                  </a:cubicBezTo>
                  <a:close/>
                  <a:moveTo>
                    <a:pt x="37" y="38"/>
                  </a:moveTo>
                  <a:cubicBezTo>
                    <a:pt x="36" y="39"/>
                    <a:pt x="35" y="39"/>
                    <a:pt x="35" y="39"/>
                  </a:cubicBezTo>
                  <a:cubicBezTo>
                    <a:pt x="36" y="40"/>
                    <a:pt x="36" y="40"/>
                    <a:pt x="36" y="40"/>
                  </a:cubicBezTo>
                  <a:cubicBezTo>
                    <a:pt x="38" y="42"/>
                    <a:pt x="38" y="42"/>
                    <a:pt x="38" y="42"/>
                  </a:cubicBezTo>
                  <a:cubicBezTo>
                    <a:pt x="38" y="41"/>
                    <a:pt x="38" y="39"/>
                    <a:pt x="37" y="38"/>
                  </a:cubicBezTo>
                  <a:moveTo>
                    <a:pt x="34" y="40"/>
                  </a:moveTo>
                  <a:cubicBezTo>
                    <a:pt x="34" y="41"/>
                    <a:pt x="34" y="42"/>
                    <a:pt x="34" y="42"/>
                  </a:cubicBezTo>
                  <a:cubicBezTo>
                    <a:pt x="33" y="42"/>
                    <a:pt x="33" y="42"/>
                    <a:pt x="33" y="42"/>
                  </a:cubicBezTo>
                  <a:cubicBezTo>
                    <a:pt x="33" y="42"/>
                    <a:pt x="33" y="42"/>
                    <a:pt x="33" y="42"/>
                  </a:cubicBezTo>
                  <a:cubicBezTo>
                    <a:pt x="32" y="42"/>
                    <a:pt x="31" y="42"/>
                    <a:pt x="31" y="42"/>
                  </a:cubicBezTo>
                  <a:cubicBezTo>
                    <a:pt x="31" y="43"/>
                    <a:pt x="32" y="45"/>
                    <a:pt x="34" y="45"/>
                  </a:cubicBezTo>
                  <a:cubicBezTo>
                    <a:pt x="34" y="45"/>
                    <a:pt x="34" y="43"/>
                    <a:pt x="33" y="42"/>
                  </a:cubicBezTo>
                  <a:cubicBezTo>
                    <a:pt x="34" y="42"/>
                    <a:pt x="34" y="42"/>
                    <a:pt x="34" y="42"/>
                  </a:cubicBezTo>
                  <a:cubicBezTo>
                    <a:pt x="34" y="42"/>
                    <a:pt x="34" y="42"/>
                    <a:pt x="34" y="42"/>
                  </a:cubicBezTo>
                  <a:cubicBezTo>
                    <a:pt x="36" y="43"/>
                    <a:pt x="36" y="43"/>
                    <a:pt x="36" y="43"/>
                  </a:cubicBezTo>
                  <a:cubicBezTo>
                    <a:pt x="37" y="42"/>
                    <a:pt x="37" y="42"/>
                    <a:pt x="37" y="42"/>
                  </a:cubicBezTo>
                  <a:cubicBezTo>
                    <a:pt x="36" y="42"/>
                    <a:pt x="35" y="40"/>
                    <a:pt x="34" y="40"/>
                  </a:cubicBezTo>
                  <a:moveTo>
                    <a:pt x="37" y="44"/>
                  </a:moveTo>
                  <a:cubicBezTo>
                    <a:pt x="37" y="43"/>
                    <a:pt x="37" y="43"/>
                    <a:pt x="37" y="43"/>
                  </a:cubicBezTo>
                  <a:cubicBezTo>
                    <a:pt x="36" y="43"/>
                    <a:pt x="36" y="43"/>
                    <a:pt x="36" y="43"/>
                  </a:cubicBezTo>
                  <a:cubicBezTo>
                    <a:pt x="34" y="43"/>
                    <a:pt x="34" y="43"/>
                    <a:pt x="34" y="43"/>
                  </a:cubicBezTo>
                  <a:cubicBezTo>
                    <a:pt x="34" y="44"/>
                    <a:pt x="35" y="45"/>
                    <a:pt x="35" y="46"/>
                  </a:cubicBezTo>
                  <a:cubicBezTo>
                    <a:pt x="35" y="46"/>
                    <a:pt x="35" y="46"/>
                    <a:pt x="35" y="46"/>
                  </a:cubicBezTo>
                  <a:cubicBezTo>
                    <a:pt x="34" y="46"/>
                    <a:pt x="34" y="46"/>
                    <a:pt x="34" y="46"/>
                  </a:cubicBezTo>
                  <a:cubicBezTo>
                    <a:pt x="34" y="46"/>
                    <a:pt x="34" y="46"/>
                    <a:pt x="34" y="46"/>
                  </a:cubicBezTo>
                  <a:cubicBezTo>
                    <a:pt x="33" y="46"/>
                    <a:pt x="33" y="46"/>
                    <a:pt x="33" y="46"/>
                  </a:cubicBezTo>
                  <a:cubicBezTo>
                    <a:pt x="32" y="46"/>
                    <a:pt x="32" y="46"/>
                    <a:pt x="32" y="46"/>
                  </a:cubicBezTo>
                  <a:cubicBezTo>
                    <a:pt x="32" y="47"/>
                    <a:pt x="32" y="47"/>
                    <a:pt x="32" y="47"/>
                  </a:cubicBezTo>
                  <a:cubicBezTo>
                    <a:pt x="32" y="48"/>
                    <a:pt x="33" y="48"/>
                    <a:pt x="33" y="50"/>
                  </a:cubicBezTo>
                  <a:cubicBezTo>
                    <a:pt x="34" y="52"/>
                    <a:pt x="36" y="54"/>
                    <a:pt x="38" y="55"/>
                  </a:cubicBezTo>
                  <a:cubicBezTo>
                    <a:pt x="39" y="57"/>
                    <a:pt x="40" y="58"/>
                    <a:pt x="41" y="60"/>
                  </a:cubicBezTo>
                  <a:cubicBezTo>
                    <a:pt x="41" y="61"/>
                    <a:pt x="41" y="61"/>
                    <a:pt x="41" y="61"/>
                  </a:cubicBezTo>
                  <a:cubicBezTo>
                    <a:pt x="42" y="61"/>
                    <a:pt x="42" y="61"/>
                    <a:pt x="42" y="61"/>
                  </a:cubicBezTo>
                  <a:cubicBezTo>
                    <a:pt x="42" y="61"/>
                    <a:pt x="42" y="61"/>
                    <a:pt x="42" y="61"/>
                  </a:cubicBezTo>
                  <a:cubicBezTo>
                    <a:pt x="43" y="61"/>
                    <a:pt x="44" y="59"/>
                    <a:pt x="44" y="59"/>
                  </a:cubicBezTo>
                  <a:cubicBezTo>
                    <a:pt x="44" y="58"/>
                    <a:pt x="44" y="58"/>
                    <a:pt x="44" y="58"/>
                  </a:cubicBezTo>
                  <a:cubicBezTo>
                    <a:pt x="44" y="54"/>
                    <a:pt x="39" y="52"/>
                    <a:pt x="37" y="44"/>
                  </a:cubicBezTo>
                  <a:moveTo>
                    <a:pt x="31" y="42"/>
                  </a:moveTo>
                  <a:cubicBezTo>
                    <a:pt x="32" y="42"/>
                    <a:pt x="32" y="42"/>
                    <a:pt x="32" y="42"/>
                  </a:cubicBezTo>
                  <a:cubicBezTo>
                    <a:pt x="31" y="41"/>
                    <a:pt x="31" y="40"/>
                    <a:pt x="31" y="39"/>
                  </a:cubicBezTo>
                  <a:cubicBezTo>
                    <a:pt x="30" y="40"/>
                    <a:pt x="30" y="40"/>
                    <a:pt x="30" y="40"/>
                  </a:cubicBezTo>
                  <a:cubicBezTo>
                    <a:pt x="29" y="42"/>
                    <a:pt x="29" y="42"/>
                    <a:pt x="29" y="42"/>
                  </a:cubicBezTo>
                  <a:lnTo>
                    <a:pt x="31" y="42"/>
                  </a:lnTo>
                  <a:close/>
                  <a:moveTo>
                    <a:pt x="33" y="41"/>
                  </a:moveTo>
                  <a:cubicBezTo>
                    <a:pt x="34" y="39"/>
                    <a:pt x="34" y="39"/>
                    <a:pt x="34" y="39"/>
                  </a:cubicBezTo>
                  <a:cubicBezTo>
                    <a:pt x="34" y="39"/>
                    <a:pt x="34" y="39"/>
                    <a:pt x="34" y="39"/>
                  </a:cubicBezTo>
                  <a:cubicBezTo>
                    <a:pt x="34" y="39"/>
                    <a:pt x="34" y="39"/>
                    <a:pt x="34" y="39"/>
                  </a:cubicBezTo>
                  <a:cubicBezTo>
                    <a:pt x="34" y="39"/>
                    <a:pt x="34" y="39"/>
                    <a:pt x="34" y="39"/>
                  </a:cubicBezTo>
                  <a:cubicBezTo>
                    <a:pt x="34" y="39"/>
                    <a:pt x="35" y="39"/>
                    <a:pt x="37" y="38"/>
                  </a:cubicBezTo>
                  <a:cubicBezTo>
                    <a:pt x="36" y="38"/>
                    <a:pt x="35" y="37"/>
                    <a:pt x="35" y="36"/>
                  </a:cubicBezTo>
                  <a:cubicBezTo>
                    <a:pt x="34" y="38"/>
                    <a:pt x="34" y="38"/>
                    <a:pt x="34" y="38"/>
                  </a:cubicBezTo>
                  <a:cubicBezTo>
                    <a:pt x="34" y="38"/>
                    <a:pt x="34" y="38"/>
                    <a:pt x="34" y="38"/>
                  </a:cubicBezTo>
                  <a:cubicBezTo>
                    <a:pt x="34" y="38"/>
                    <a:pt x="34" y="38"/>
                    <a:pt x="34" y="38"/>
                  </a:cubicBezTo>
                  <a:cubicBezTo>
                    <a:pt x="34" y="38"/>
                    <a:pt x="34" y="38"/>
                    <a:pt x="33" y="38"/>
                  </a:cubicBezTo>
                  <a:cubicBezTo>
                    <a:pt x="31" y="39"/>
                    <a:pt x="31" y="39"/>
                    <a:pt x="31" y="39"/>
                  </a:cubicBezTo>
                  <a:cubicBezTo>
                    <a:pt x="31" y="39"/>
                    <a:pt x="31" y="39"/>
                    <a:pt x="31" y="39"/>
                  </a:cubicBezTo>
                  <a:cubicBezTo>
                    <a:pt x="31" y="39"/>
                    <a:pt x="32" y="41"/>
                    <a:pt x="33" y="41"/>
                  </a:cubicBezTo>
                  <a:moveTo>
                    <a:pt x="35" y="35"/>
                  </a:moveTo>
                  <a:cubicBezTo>
                    <a:pt x="35" y="35"/>
                    <a:pt x="35" y="35"/>
                    <a:pt x="35" y="35"/>
                  </a:cubicBezTo>
                  <a:cubicBezTo>
                    <a:pt x="35" y="36"/>
                    <a:pt x="35" y="36"/>
                    <a:pt x="35" y="36"/>
                  </a:cubicBezTo>
                  <a:cubicBezTo>
                    <a:pt x="35" y="36"/>
                    <a:pt x="36" y="37"/>
                    <a:pt x="37" y="38"/>
                  </a:cubicBezTo>
                  <a:cubicBezTo>
                    <a:pt x="37" y="36"/>
                    <a:pt x="37" y="36"/>
                    <a:pt x="37" y="36"/>
                  </a:cubicBezTo>
                  <a:cubicBezTo>
                    <a:pt x="37" y="36"/>
                    <a:pt x="37" y="36"/>
                    <a:pt x="37" y="36"/>
                  </a:cubicBezTo>
                  <a:cubicBezTo>
                    <a:pt x="37" y="34"/>
                    <a:pt x="37" y="34"/>
                    <a:pt x="37" y="34"/>
                  </a:cubicBezTo>
                  <a:cubicBezTo>
                    <a:pt x="37" y="34"/>
                    <a:pt x="37" y="34"/>
                    <a:pt x="37" y="34"/>
                  </a:cubicBezTo>
                  <a:cubicBezTo>
                    <a:pt x="37" y="34"/>
                    <a:pt x="37" y="34"/>
                    <a:pt x="37" y="34"/>
                  </a:cubicBezTo>
                  <a:cubicBezTo>
                    <a:pt x="37" y="34"/>
                    <a:pt x="37" y="34"/>
                    <a:pt x="37" y="34"/>
                  </a:cubicBezTo>
                  <a:cubicBezTo>
                    <a:pt x="37" y="35"/>
                    <a:pt x="37" y="35"/>
                    <a:pt x="37" y="35"/>
                  </a:cubicBezTo>
                  <a:cubicBezTo>
                    <a:pt x="37" y="35"/>
                    <a:pt x="37" y="35"/>
                    <a:pt x="37" y="35"/>
                  </a:cubicBezTo>
                  <a:cubicBezTo>
                    <a:pt x="36" y="35"/>
                    <a:pt x="36" y="35"/>
                    <a:pt x="36" y="35"/>
                  </a:cubicBezTo>
                  <a:cubicBezTo>
                    <a:pt x="35" y="35"/>
                    <a:pt x="35" y="35"/>
                    <a:pt x="35" y="35"/>
                  </a:cubicBezTo>
                  <a:close/>
                  <a:moveTo>
                    <a:pt x="39" y="34"/>
                  </a:moveTo>
                  <a:cubicBezTo>
                    <a:pt x="39" y="32"/>
                    <a:pt x="39" y="32"/>
                    <a:pt x="39" y="32"/>
                  </a:cubicBezTo>
                  <a:cubicBezTo>
                    <a:pt x="39" y="31"/>
                    <a:pt x="39" y="31"/>
                    <a:pt x="39" y="31"/>
                  </a:cubicBezTo>
                  <a:cubicBezTo>
                    <a:pt x="39" y="30"/>
                    <a:pt x="39" y="30"/>
                    <a:pt x="39" y="30"/>
                  </a:cubicBezTo>
                  <a:cubicBezTo>
                    <a:pt x="39" y="30"/>
                    <a:pt x="39" y="30"/>
                    <a:pt x="39" y="30"/>
                  </a:cubicBezTo>
                  <a:cubicBezTo>
                    <a:pt x="41" y="29"/>
                    <a:pt x="41" y="29"/>
                    <a:pt x="41" y="29"/>
                  </a:cubicBezTo>
                  <a:cubicBezTo>
                    <a:pt x="41" y="28"/>
                    <a:pt x="41" y="28"/>
                    <a:pt x="41" y="28"/>
                  </a:cubicBezTo>
                  <a:cubicBezTo>
                    <a:pt x="41" y="28"/>
                    <a:pt x="41" y="28"/>
                    <a:pt x="41" y="28"/>
                  </a:cubicBezTo>
                  <a:cubicBezTo>
                    <a:pt x="38" y="28"/>
                    <a:pt x="38" y="28"/>
                    <a:pt x="38" y="28"/>
                  </a:cubicBezTo>
                  <a:cubicBezTo>
                    <a:pt x="39" y="29"/>
                    <a:pt x="39" y="30"/>
                    <a:pt x="39" y="30"/>
                  </a:cubicBezTo>
                  <a:cubicBezTo>
                    <a:pt x="39" y="30"/>
                    <a:pt x="39" y="30"/>
                    <a:pt x="39" y="30"/>
                  </a:cubicBezTo>
                  <a:cubicBezTo>
                    <a:pt x="39" y="30"/>
                    <a:pt x="39" y="30"/>
                    <a:pt x="39" y="30"/>
                  </a:cubicBezTo>
                  <a:cubicBezTo>
                    <a:pt x="37" y="32"/>
                    <a:pt x="37" y="32"/>
                    <a:pt x="37" y="32"/>
                  </a:cubicBezTo>
                  <a:lnTo>
                    <a:pt x="39" y="34"/>
                  </a:lnTo>
                  <a:close/>
                  <a:moveTo>
                    <a:pt x="38" y="27"/>
                  </a:moveTo>
                  <a:cubicBezTo>
                    <a:pt x="39" y="27"/>
                    <a:pt x="40" y="27"/>
                    <a:pt x="41" y="28"/>
                  </a:cubicBezTo>
                  <a:cubicBezTo>
                    <a:pt x="41" y="27"/>
                    <a:pt x="41" y="27"/>
                    <a:pt x="41" y="27"/>
                  </a:cubicBezTo>
                  <a:cubicBezTo>
                    <a:pt x="40" y="25"/>
                    <a:pt x="40" y="25"/>
                    <a:pt x="40" y="25"/>
                  </a:cubicBezTo>
                  <a:cubicBezTo>
                    <a:pt x="40" y="25"/>
                    <a:pt x="40" y="25"/>
                    <a:pt x="40" y="25"/>
                  </a:cubicBezTo>
                  <a:cubicBezTo>
                    <a:pt x="40" y="25"/>
                    <a:pt x="40" y="25"/>
                    <a:pt x="40" y="25"/>
                  </a:cubicBezTo>
                  <a:cubicBezTo>
                    <a:pt x="38" y="27"/>
                    <a:pt x="38" y="27"/>
                    <a:pt x="38" y="27"/>
                  </a:cubicBezTo>
                  <a:close/>
                  <a:moveTo>
                    <a:pt x="40" y="25"/>
                  </a:move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1" y="24"/>
                    <a:pt x="41" y="23"/>
                  </a:cubicBezTo>
                  <a:cubicBezTo>
                    <a:pt x="41" y="23"/>
                    <a:pt x="41" y="23"/>
                    <a:pt x="41" y="23"/>
                  </a:cubicBezTo>
                  <a:cubicBezTo>
                    <a:pt x="39" y="23"/>
                    <a:pt x="39" y="23"/>
                    <a:pt x="39" y="23"/>
                  </a:cubicBezTo>
                  <a:cubicBezTo>
                    <a:pt x="38" y="23"/>
                    <a:pt x="38" y="23"/>
                    <a:pt x="38" y="23"/>
                  </a:cubicBezTo>
                  <a:cubicBezTo>
                    <a:pt x="39" y="25"/>
                    <a:pt x="39" y="25"/>
                    <a:pt x="39" y="25"/>
                  </a:cubicBezTo>
                  <a:lnTo>
                    <a:pt x="40" y="25"/>
                  </a:lnTo>
                  <a:close/>
                  <a:moveTo>
                    <a:pt x="38" y="23"/>
                  </a:moveTo>
                  <a:cubicBezTo>
                    <a:pt x="39" y="22"/>
                    <a:pt x="40" y="22"/>
                    <a:pt x="41" y="22"/>
                  </a:cubicBezTo>
                  <a:cubicBezTo>
                    <a:pt x="39" y="21"/>
                    <a:pt x="39" y="21"/>
                    <a:pt x="39" y="21"/>
                  </a:cubicBezTo>
                  <a:cubicBezTo>
                    <a:pt x="39" y="21"/>
                    <a:pt x="39" y="21"/>
                    <a:pt x="39" y="21"/>
                  </a:cubicBezTo>
                  <a:lnTo>
                    <a:pt x="38" y="23"/>
                  </a:lnTo>
                  <a:close/>
                  <a:moveTo>
                    <a:pt x="46" y="3"/>
                  </a:moveTo>
                  <a:cubicBezTo>
                    <a:pt x="45" y="5"/>
                    <a:pt x="42" y="10"/>
                    <a:pt x="40" y="12"/>
                  </a:cubicBezTo>
                  <a:cubicBezTo>
                    <a:pt x="40" y="13"/>
                    <a:pt x="40" y="14"/>
                    <a:pt x="40" y="15"/>
                  </a:cubicBezTo>
                  <a:cubicBezTo>
                    <a:pt x="42" y="13"/>
                    <a:pt x="46" y="7"/>
                    <a:pt x="46" y="3"/>
                  </a:cubicBezTo>
                  <a:close/>
                  <a:moveTo>
                    <a:pt x="46" y="2"/>
                  </a:moveTo>
                  <a:cubicBezTo>
                    <a:pt x="46" y="3"/>
                    <a:pt x="46" y="3"/>
                    <a:pt x="46" y="3"/>
                  </a:cubicBezTo>
                  <a:cubicBezTo>
                    <a:pt x="46" y="2"/>
                    <a:pt x="46" y="2"/>
                    <a:pt x="46" y="2"/>
                  </a:cubicBezTo>
                  <a:close/>
                  <a:moveTo>
                    <a:pt x="47" y="5"/>
                  </a:moveTo>
                  <a:cubicBezTo>
                    <a:pt x="47" y="3"/>
                    <a:pt x="47" y="3"/>
                    <a:pt x="47" y="3"/>
                  </a:cubicBezTo>
                  <a:cubicBezTo>
                    <a:pt x="47" y="3"/>
                    <a:pt x="47" y="3"/>
                    <a:pt x="47" y="3"/>
                  </a:cubicBezTo>
                  <a:cubicBezTo>
                    <a:pt x="47" y="9"/>
                    <a:pt x="40" y="16"/>
                    <a:pt x="40" y="16"/>
                  </a:cubicBezTo>
                  <a:cubicBezTo>
                    <a:pt x="40" y="17"/>
                    <a:pt x="39" y="19"/>
                    <a:pt x="39" y="20"/>
                  </a:cubicBezTo>
                  <a:cubicBezTo>
                    <a:pt x="40" y="19"/>
                    <a:pt x="41" y="18"/>
                    <a:pt x="42" y="16"/>
                  </a:cubicBezTo>
                  <a:cubicBezTo>
                    <a:pt x="42" y="16"/>
                    <a:pt x="42" y="16"/>
                    <a:pt x="42" y="16"/>
                  </a:cubicBezTo>
                  <a:cubicBezTo>
                    <a:pt x="42" y="16"/>
                    <a:pt x="47" y="10"/>
                    <a:pt x="47" y="5"/>
                  </a:cubicBezTo>
                  <a:moveTo>
                    <a:pt x="43" y="16"/>
                  </a:moveTo>
                  <a:cubicBezTo>
                    <a:pt x="41" y="18"/>
                    <a:pt x="39" y="20"/>
                    <a:pt x="39" y="20"/>
                  </a:cubicBezTo>
                  <a:cubicBezTo>
                    <a:pt x="40" y="21"/>
                    <a:pt x="40" y="21"/>
                    <a:pt x="40" y="21"/>
                  </a:cubicBezTo>
                  <a:cubicBezTo>
                    <a:pt x="40" y="21"/>
                    <a:pt x="42" y="19"/>
                    <a:pt x="43" y="18"/>
                  </a:cubicBezTo>
                  <a:cubicBezTo>
                    <a:pt x="44" y="17"/>
                    <a:pt x="46" y="15"/>
                    <a:pt x="47" y="13"/>
                  </a:cubicBezTo>
                  <a:cubicBezTo>
                    <a:pt x="46" y="14"/>
                    <a:pt x="44" y="16"/>
                    <a:pt x="43" y="16"/>
                  </a:cubicBezTo>
                  <a:moveTo>
                    <a:pt x="43" y="22"/>
                  </a:moveTo>
                  <a:cubicBezTo>
                    <a:pt x="42" y="22"/>
                    <a:pt x="42" y="22"/>
                    <a:pt x="42" y="22"/>
                  </a:cubicBezTo>
                  <a:cubicBezTo>
                    <a:pt x="42" y="22"/>
                    <a:pt x="47" y="18"/>
                    <a:pt x="47" y="14"/>
                  </a:cubicBezTo>
                  <a:cubicBezTo>
                    <a:pt x="47" y="14"/>
                    <a:pt x="47" y="14"/>
                    <a:pt x="47" y="14"/>
                  </a:cubicBezTo>
                  <a:cubicBezTo>
                    <a:pt x="46" y="17"/>
                    <a:pt x="41" y="20"/>
                    <a:pt x="40" y="21"/>
                  </a:cubicBezTo>
                  <a:cubicBezTo>
                    <a:pt x="42" y="22"/>
                    <a:pt x="42" y="22"/>
                    <a:pt x="42" y="22"/>
                  </a:cubicBezTo>
                  <a:cubicBezTo>
                    <a:pt x="42" y="22"/>
                    <a:pt x="42" y="22"/>
                    <a:pt x="42" y="22"/>
                  </a:cubicBezTo>
                  <a:cubicBezTo>
                    <a:pt x="42" y="22"/>
                    <a:pt x="42" y="22"/>
                    <a:pt x="42" y="22"/>
                  </a:cubicBezTo>
                  <a:cubicBezTo>
                    <a:pt x="42" y="24"/>
                    <a:pt x="41" y="25"/>
                    <a:pt x="40" y="25"/>
                  </a:cubicBezTo>
                  <a:cubicBezTo>
                    <a:pt x="41" y="26"/>
                    <a:pt x="41" y="26"/>
                    <a:pt x="41" y="26"/>
                  </a:cubicBezTo>
                  <a:cubicBezTo>
                    <a:pt x="41" y="25"/>
                    <a:pt x="42" y="25"/>
                    <a:pt x="43" y="24"/>
                  </a:cubicBezTo>
                  <a:cubicBezTo>
                    <a:pt x="45" y="23"/>
                    <a:pt x="46" y="22"/>
                    <a:pt x="46" y="21"/>
                  </a:cubicBezTo>
                  <a:cubicBezTo>
                    <a:pt x="45" y="21"/>
                    <a:pt x="44" y="21"/>
                    <a:pt x="43" y="22"/>
                  </a:cubicBezTo>
                  <a:moveTo>
                    <a:pt x="44" y="26"/>
                  </a:moveTo>
                  <a:cubicBezTo>
                    <a:pt x="45" y="25"/>
                    <a:pt x="46" y="23"/>
                    <a:pt x="47" y="22"/>
                  </a:cubicBezTo>
                  <a:cubicBezTo>
                    <a:pt x="45" y="24"/>
                    <a:pt x="42" y="26"/>
                    <a:pt x="41" y="26"/>
                  </a:cubicBezTo>
                  <a:cubicBezTo>
                    <a:pt x="42" y="28"/>
                    <a:pt x="42" y="28"/>
                    <a:pt x="42" y="28"/>
                  </a:cubicBezTo>
                  <a:cubicBezTo>
                    <a:pt x="42" y="28"/>
                    <a:pt x="42" y="28"/>
                    <a:pt x="42" y="28"/>
                  </a:cubicBezTo>
                  <a:cubicBezTo>
                    <a:pt x="42" y="28"/>
                    <a:pt x="42" y="28"/>
                    <a:pt x="42" y="28"/>
                  </a:cubicBezTo>
                  <a:cubicBezTo>
                    <a:pt x="43" y="28"/>
                    <a:pt x="44" y="27"/>
                    <a:pt x="44" y="26"/>
                  </a:cubicBezTo>
                  <a:moveTo>
                    <a:pt x="45" y="29"/>
                  </a:moveTo>
                  <a:cubicBezTo>
                    <a:pt x="44" y="29"/>
                    <a:pt x="44" y="28"/>
                    <a:pt x="43" y="28"/>
                  </a:cubicBezTo>
                  <a:cubicBezTo>
                    <a:pt x="43" y="28"/>
                    <a:pt x="43" y="28"/>
                    <a:pt x="43" y="28"/>
                  </a:cubicBezTo>
                  <a:cubicBezTo>
                    <a:pt x="43" y="28"/>
                    <a:pt x="43" y="28"/>
                    <a:pt x="43" y="28"/>
                  </a:cubicBezTo>
                  <a:cubicBezTo>
                    <a:pt x="42" y="29"/>
                    <a:pt x="42" y="29"/>
                    <a:pt x="42" y="29"/>
                  </a:cubicBezTo>
                  <a:cubicBezTo>
                    <a:pt x="42" y="29"/>
                    <a:pt x="42" y="29"/>
                    <a:pt x="42" y="29"/>
                  </a:cubicBezTo>
                  <a:cubicBezTo>
                    <a:pt x="42" y="29"/>
                    <a:pt x="42" y="29"/>
                    <a:pt x="42" y="29"/>
                  </a:cubicBezTo>
                  <a:cubicBezTo>
                    <a:pt x="40" y="30"/>
                    <a:pt x="40" y="30"/>
                    <a:pt x="40" y="30"/>
                  </a:cubicBezTo>
                  <a:cubicBezTo>
                    <a:pt x="42" y="30"/>
                    <a:pt x="42" y="30"/>
                    <a:pt x="42" y="30"/>
                  </a:cubicBezTo>
                  <a:cubicBezTo>
                    <a:pt x="43" y="30"/>
                    <a:pt x="45" y="29"/>
                    <a:pt x="45" y="29"/>
                  </a:cubicBezTo>
                  <a:close/>
                  <a:moveTo>
                    <a:pt x="45" y="30"/>
                  </a:moveTo>
                  <a:cubicBezTo>
                    <a:pt x="43" y="31"/>
                    <a:pt x="41" y="31"/>
                    <a:pt x="40" y="31"/>
                  </a:cubicBezTo>
                  <a:cubicBezTo>
                    <a:pt x="40" y="32"/>
                    <a:pt x="40" y="32"/>
                    <a:pt x="40" y="32"/>
                  </a:cubicBezTo>
                  <a:cubicBezTo>
                    <a:pt x="40" y="34"/>
                    <a:pt x="40" y="34"/>
                    <a:pt x="40" y="34"/>
                  </a:cubicBezTo>
                  <a:cubicBezTo>
                    <a:pt x="40" y="34"/>
                    <a:pt x="40" y="34"/>
                    <a:pt x="40" y="34"/>
                  </a:cubicBezTo>
                  <a:cubicBezTo>
                    <a:pt x="40" y="34"/>
                    <a:pt x="40" y="34"/>
                    <a:pt x="40" y="34"/>
                  </a:cubicBezTo>
                  <a:cubicBezTo>
                    <a:pt x="41" y="33"/>
                    <a:pt x="41" y="33"/>
                    <a:pt x="41" y="33"/>
                  </a:cubicBezTo>
                  <a:cubicBezTo>
                    <a:pt x="42" y="33"/>
                    <a:pt x="44" y="32"/>
                    <a:pt x="45" y="30"/>
                  </a:cubicBezTo>
                  <a:moveTo>
                    <a:pt x="43" y="35"/>
                  </a:moveTo>
                  <a:cubicBezTo>
                    <a:pt x="43" y="35"/>
                    <a:pt x="43" y="35"/>
                    <a:pt x="43" y="35"/>
                  </a:cubicBezTo>
                  <a:cubicBezTo>
                    <a:pt x="44" y="35"/>
                    <a:pt x="44" y="35"/>
                    <a:pt x="44" y="35"/>
                  </a:cubicBezTo>
                  <a:cubicBezTo>
                    <a:pt x="44" y="35"/>
                    <a:pt x="46" y="36"/>
                    <a:pt x="46" y="38"/>
                  </a:cubicBezTo>
                  <a:cubicBezTo>
                    <a:pt x="46" y="38"/>
                    <a:pt x="46" y="38"/>
                    <a:pt x="46" y="38"/>
                  </a:cubicBezTo>
                  <a:cubicBezTo>
                    <a:pt x="46" y="40"/>
                    <a:pt x="46" y="40"/>
                    <a:pt x="46" y="40"/>
                  </a:cubicBezTo>
                  <a:cubicBezTo>
                    <a:pt x="45" y="40"/>
                    <a:pt x="45" y="40"/>
                    <a:pt x="45" y="40"/>
                  </a:cubicBezTo>
                  <a:cubicBezTo>
                    <a:pt x="45" y="40"/>
                    <a:pt x="43" y="40"/>
                    <a:pt x="43" y="42"/>
                  </a:cubicBezTo>
                  <a:cubicBezTo>
                    <a:pt x="43" y="43"/>
                    <a:pt x="43" y="43"/>
                    <a:pt x="43" y="43"/>
                  </a:cubicBezTo>
                  <a:cubicBezTo>
                    <a:pt x="44" y="45"/>
                    <a:pt x="46" y="46"/>
                    <a:pt x="46" y="48"/>
                  </a:cubicBezTo>
                  <a:cubicBezTo>
                    <a:pt x="46" y="48"/>
                    <a:pt x="46" y="48"/>
                    <a:pt x="46" y="48"/>
                  </a:cubicBezTo>
                  <a:cubicBezTo>
                    <a:pt x="46" y="49"/>
                    <a:pt x="45" y="50"/>
                    <a:pt x="45" y="51"/>
                  </a:cubicBezTo>
                  <a:cubicBezTo>
                    <a:pt x="45" y="51"/>
                    <a:pt x="45" y="51"/>
                    <a:pt x="45" y="51"/>
                  </a:cubicBezTo>
                  <a:cubicBezTo>
                    <a:pt x="45" y="51"/>
                    <a:pt x="45" y="51"/>
                    <a:pt x="45" y="51"/>
                  </a:cubicBezTo>
                  <a:cubicBezTo>
                    <a:pt x="45" y="51"/>
                    <a:pt x="46" y="50"/>
                    <a:pt x="46" y="49"/>
                  </a:cubicBezTo>
                  <a:cubicBezTo>
                    <a:pt x="46" y="48"/>
                    <a:pt x="46" y="48"/>
                    <a:pt x="46" y="48"/>
                  </a:cubicBezTo>
                  <a:cubicBezTo>
                    <a:pt x="46" y="46"/>
                    <a:pt x="46" y="46"/>
                    <a:pt x="46" y="46"/>
                  </a:cubicBezTo>
                  <a:cubicBezTo>
                    <a:pt x="45" y="45"/>
                    <a:pt x="44" y="44"/>
                    <a:pt x="44" y="43"/>
                  </a:cubicBezTo>
                  <a:cubicBezTo>
                    <a:pt x="44" y="42"/>
                    <a:pt x="44" y="42"/>
                    <a:pt x="44" y="42"/>
                  </a:cubicBezTo>
                  <a:cubicBezTo>
                    <a:pt x="44" y="41"/>
                    <a:pt x="46" y="40"/>
                    <a:pt x="46" y="40"/>
                  </a:cubicBezTo>
                  <a:cubicBezTo>
                    <a:pt x="46" y="40"/>
                    <a:pt x="46" y="40"/>
                    <a:pt x="46" y="40"/>
                  </a:cubicBezTo>
                  <a:cubicBezTo>
                    <a:pt x="46" y="40"/>
                    <a:pt x="45" y="41"/>
                    <a:pt x="45" y="42"/>
                  </a:cubicBezTo>
                  <a:cubicBezTo>
                    <a:pt x="45" y="43"/>
                    <a:pt x="45" y="43"/>
                    <a:pt x="45" y="43"/>
                  </a:cubicBezTo>
                  <a:cubicBezTo>
                    <a:pt x="45" y="44"/>
                    <a:pt x="46" y="45"/>
                    <a:pt x="46" y="46"/>
                  </a:cubicBezTo>
                  <a:cubicBezTo>
                    <a:pt x="47" y="48"/>
                    <a:pt x="47" y="48"/>
                    <a:pt x="47" y="48"/>
                  </a:cubicBezTo>
                  <a:cubicBezTo>
                    <a:pt x="47" y="49"/>
                    <a:pt x="47" y="49"/>
                    <a:pt x="47" y="49"/>
                  </a:cubicBezTo>
                  <a:cubicBezTo>
                    <a:pt x="46" y="50"/>
                    <a:pt x="46" y="50"/>
                    <a:pt x="46" y="50"/>
                  </a:cubicBezTo>
                  <a:cubicBezTo>
                    <a:pt x="47" y="49"/>
                    <a:pt x="47" y="49"/>
                    <a:pt x="47" y="49"/>
                  </a:cubicBezTo>
                  <a:cubicBezTo>
                    <a:pt x="47" y="49"/>
                    <a:pt x="47" y="49"/>
                    <a:pt x="47" y="48"/>
                  </a:cubicBezTo>
                  <a:cubicBezTo>
                    <a:pt x="47" y="48"/>
                    <a:pt x="47" y="48"/>
                    <a:pt x="47" y="48"/>
                  </a:cubicBezTo>
                  <a:cubicBezTo>
                    <a:pt x="47" y="47"/>
                    <a:pt x="46" y="43"/>
                    <a:pt x="45" y="43"/>
                  </a:cubicBezTo>
                  <a:cubicBezTo>
                    <a:pt x="45" y="42"/>
                    <a:pt x="45" y="42"/>
                    <a:pt x="45" y="42"/>
                  </a:cubicBezTo>
                  <a:cubicBezTo>
                    <a:pt x="45" y="41"/>
                    <a:pt x="47" y="40"/>
                    <a:pt x="47" y="40"/>
                  </a:cubicBezTo>
                  <a:cubicBezTo>
                    <a:pt x="47" y="41"/>
                    <a:pt x="47" y="41"/>
                    <a:pt x="47" y="41"/>
                  </a:cubicBezTo>
                  <a:cubicBezTo>
                    <a:pt x="47" y="41"/>
                    <a:pt x="47" y="41"/>
                    <a:pt x="47" y="41"/>
                  </a:cubicBezTo>
                  <a:cubicBezTo>
                    <a:pt x="46" y="42"/>
                    <a:pt x="46" y="42"/>
                    <a:pt x="46" y="42"/>
                  </a:cubicBezTo>
                  <a:cubicBezTo>
                    <a:pt x="46" y="43"/>
                    <a:pt x="46" y="43"/>
                    <a:pt x="46" y="43"/>
                  </a:cubicBezTo>
                  <a:cubicBezTo>
                    <a:pt x="46" y="43"/>
                    <a:pt x="47" y="46"/>
                    <a:pt x="47" y="48"/>
                  </a:cubicBezTo>
                  <a:cubicBezTo>
                    <a:pt x="47" y="48"/>
                    <a:pt x="47" y="48"/>
                    <a:pt x="47" y="48"/>
                  </a:cubicBezTo>
                  <a:cubicBezTo>
                    <a:pt x="47" y="50"/>
                    <a:pt x="47" y="50"/>
                    <a:pt x="47" y="50"/>
                  </a:cubicBezTo>
                  <a:cubicBezTo>
                    <a:pt x="46" y="51"/>
                    <a:pt x="46" y="51"/>
                    <a:pt x="46" y="51"/>
                  </a:cubicBezTo>
                  <a:cubicBezTo>
                    <a:pt x="47" y="51"/>
                    <a:pt x="48" y="50"/>
                    <a:pt x="48" y="49"/>
                  </a:cubicBezTo>
                  <a:cubicBezTo>
                    <a:pt x="48" y="48"/>
                    <a:pt x="48" y="48"/>
                    <a:pt x="48" y="48"/>
                  </a:cubicBezTo>
                  <a:cubicBezTo>
                    <a:pt x="47" y="44"/>
                    <a:pt x="47" y="44"/>
                    <a:pt x="46" y="43"/>
                  </a:cubicBezTo>
                  <a:cubicBezTo>
                    <a:pt x="46" y="43"/>
                    <a:pt x="46" y="43"/>
                    <a:pt x="46" y="43"/>
                  </a:cubicBezTo>
                  <a:cubicBezTo>
                    <a:pt x="47" y="42"/>
                    <a:pt x="48" y="41"/>
                    <a:pt x="48" y="38"/>
                  </a:cubicBezTo>
                  <a:cubicBezTo>
                    <a:pt x="48" y="38"/>
                    <a:pt x="48" y="38"/>
                    <a:pt x="48" y="38"/>
                  </a:cubicBezTo>
                  <a:cubicBezTo>
                    <a:pt x="48" y="35"/>
                    <a:pt x="46" y="34"/>
                    <a:pt x="43" y="34"/>
                  </a:cubicBezTo>
                  <a:cubicBezTo>
                    <a:pt x="43" y="34"/>
                    <a:pt x="43" y="34"/>
                    <a:pt x="43" y="34"/>
                  </a:cubicBezTo>
                  <a:cubicBezTo>
                    <a:pt x="41" y="34"/>
                    <a:pt x="41" y="34"/>
                    <a:pt x="41" y="34"/>
                  </a:cubicBezTo>
                  <a:cubicBezTo>
                    <a:pt x="41" y="34"/>
                    <a:pt x="41" y="34"/>
                    <a:pt x="41" y="34"/>
                  </a:cubicBezTo>
                  <a:cubicBezTo>
                    <a:pt x="41" y="35"/>
                    <a:pt x="41" y="35"/>
                    <a:pt x="41" y="35"/>
                  </a:cubicBezTo>
                  <a:lnTo>
                    <a:pt x="43" y="35"/>
                  </a:lnTo>
                  <a:close/>
                  <a:moveTo>
                    <a:pt x="40" y="34"/>
                  </a:moveTo>
                  <a:cubicBezTo>
                    <a:pt x="40" y="34"/>
                    <a:pt x="40" y="34"/>
                    <a:pt x="40" y="34"/>
                  </a:cubicBezTo>
                  <a:cubicBezTo>
                    <a:pt x="40" y="34"/>
                    <a:pt x="40" y="34"/>
                    <a:pt x="40" y="34"/>
                  </a:cubicBezTo>
                  <a:cubicBezTo>
                    <a:pt x="40" y="34"/>
                    <a:pt x="40" y="34"/>
                    <a:pt x="40" y="34"/>
                  </a:cubicBezTo>
                  <a:cubicBezTo>
                    <a:pt x="40" y="35"/>
                    <a:pt x="40" y="35"/>
                    <a:pt x="40" y="35"/>
                  </a:cubicBezTo>
                  <a:cubicBezTo>
                    <a:pt x="38" y="35"/>
                    <a:pt x="38" y="35"/>
                    <a:pt x="38" y="35"/>
                  </a:cubicBezTo>
                  <a:cubicBezTo>
                    <a:pt x="41" y="37"/>
                    <a:pt x="41" y="37"/>
                    <a:pt x="41" y="37"/>
                  </a:cubicBezTo>
                  <a:lnTo>
                    <a:pt x="40" y="34"/>
                  </a:lnTo>
                  <a:close/>
                  <a:moveTo>
                    <a:pt x="41" y="37"/>
                  </a:moveTo>
                  <a:cubicBezTo>
                    <a:pt x="40" y="37"/>
                    <a:pt x="38" y="36"/>
                    <a:pt x="38" y="35"/>
                  </a:cubicBezTo>
                  <a:cubicBezTo>
                    <a:pt x="38" y="36"/>
                    <a:pt x="38" y="36"/>
                    <a:pt x="38" y="36"/>
                  </a:cubicBezTo>
                  <a:cubicBezTo>
                    <a:pt x="38" y="36"/>
                    <a:pt x="38" y="36"/>
                    <a:pt x="38" y="36"/>
                  </a:cubicBezTo>
                  <a:cubicBezTo>
                    <a:pt x="38" y="38"/>
                    <a:pt x="38" y="38"/>
                    <a:pt x="38" y="38"/>
                  </a:cubicBezTo>
                  <a:cubicBezTo>
                    <a:pt x="38" y="38"/>
                    <a:pt x="40" y="37"/>
                    <a:pt x="41" y="37"/>
                  </a:cubicBezTo>
                  <a:moveTo>
                    <a:pt x="22" y="57"/>
                  </a:moveTo>
                  <a:cubicBezTo>
                    <a:pt x="20" y="57"/>
                    <a:pt x="18" y="57"/>
                    <a:pt x="17" y="61"/>
                  </a:cubicBezTo>
                  <a:cubicBezTo>
                    <a:pt x="19" y="63"/>
                    <a:pt x="19" y="63"/>
                    <a:pt x="19" y="63"/>
                  </a:cubicBezTo>
                  <a:cubicBezTo>
                    <a:pt x="19" y="63"/>
                    <a:pt x="19" y="63"/>
                    <a:pt x="19" y="63"/>
                  </a:cubicBezTo>
                  <a:cubicBezTo>
                    <a:pt x="19" y="64"/>
                    <a:pt x="19" y="64"/>
                    <a:pt x="19" y="64"/>
                  </a:cubicBezTo>
                  <a:cubicBezTo>
                    <a:pt x="18" y="64"/>
                    <a:pt x="18" y="64"/>
                    <a:pt x="18" y="64"/>
                  </a:cubicBezTo>
                  <a:cubicBezTo>
                    <a:pt x="19" y="65"/>
                    <a:pt x="19" y="65"/>
                    <a:pt x="19" y="65"/>
                  </a:cubicBezTo>
                  <a:cubicBezTo>
                    <a:pt x="20" y="66"/>
                    <a:pt x="22" y="68"/>
                    <a:pt x="23" y="69"/>
                  </a:cubicBezTo>
                  <a:cubicBezTo>
                    <a:pt x="24" y="70"/>
                    <a:pt x="24" y="70"/>
                    <a:pt x="24" y="70"/>
                  </a:cubicBezTo>
                  <a:cubicBezTo>
                    <a:pt x="24" y="71"/>
                    <a:pt x="23" y="72"/>
                    <a:pt x="22" y="73"/>
                  </a:cubicBezTo>
                  <a:cubicBezTo>
                    <a:pt x="22" y="74"/>
                    <a:pt x="20" y="76"/>
                    <a:pt x="19" y="77"/>
                  </a:cubicBezTo>
                  <a:cubicBezTo>
                    <a:pt x="18" y="78"/>
                    <a:pt x="18" y="78"/>
                    <a:pt x="18" y="78"/>
                  </a:cubicBezTo>
                  <a:cubicBezTo>
                    <a:pt x="18" y="78"/>
                    <a:pt x="18" y="78"/>
                    <a:pt x="18" y="78"/>
                  </a:cubicBezTo>
                  <a:cubicBezTo>
                    <a:pt x="18" y="78"/>
                    <a:pt x="18" y="78"/>
                    <a:pt x="18" y="78"/>
                  </a:cubicBezTo>
                  <a:cubicBezTo>
                    <a:pt x="19" y="80"/>
                    <a:pt x="19" y="80"/>
                    <a:pt x="19" y="80"/>
                  </a:cubicBezTo>
                  <a:cubicBezTo>
                    <a:pt x="18" y="80"/>
                    <a:pt x="18" y="80"/>
                    <a:pt x="18" y="80"/>
                  </a:cubicBezTo>
                  <a:cubicBezTo>
                    <a:pt x="18" y="79"/>
                    <a:pt x="18" y="79"/>
                    <a:pt x="18" y="79"/>
                  </a:cubicBezTo>
                  <a:cubicBezTo>
                    <a:pt x="18" y="78"/>
                    <a:pt x="18" y="78"/>
                    <a:pt x="18" y="78"/>
                  </a:cubicBezTo>
                  <a:cubicBezTo>
                    <a:pt x="17" y="78"/>
                    <a:pt x="17" y="78"/>
                    <a:pt x="17" y="78"/>
                  </a:cubicBezTo>
                  <a:cubicBezTo>
                    <a:pt x="17" y="77"/>
                    <a:pt x="17" y="77"/>
                    <a:pt x="17" y="77"/>
                  </a:cubicBezTo>
                  <a:cubicBezTo>
                    <a:pt x="16" y="76"/>
                    <a:pt x="16" y="76"/>
                    <a:pt x="16" y="76"/>
                  </a:cubicBezTo>
                  <a:cubicBezTo>
                    <a:pt x="16" y="76"/>
                    <a:pt x="16" y="76"/>
                    <a:pt x="16" y="76"/>
                  </a:cubicBezTo>
                  <a:cubicBezTo>
                    <a:pt x="15" y="76"/>
                    <a:pt x="15" y="76"/>
                    <a:pt x="15" y="76"/>
                  </a:cubicBezTo>
                  <a:cubicBezTo>
                    <a:pt x="14" y="76"/>
                    <a:pt x="14" y="76"/>
                    <a:pt x="14" y="76"/>
                  </a:cubicBezTo>
                  <a:cubicBezTo>
                    <a:pt x="14" y="76"/>
                    <a:pt x="14" y="76"/>
                    <a:pt x="14" y="76"/>
                  </a:cubicBezTo>
                  <a:cubicBezTo>
                    <a:pt x="16" y="75"/>
                    <a:pt x="16" y="75"/>
                    <a:pt x="16" y="75"/>
                  </a:cubicBezTo>
                  <a:cubicBezTo>
                    <a:pt x="16" y="75"/>
                    <a:pt x="16" y="75"/>
                    <a:pt x="16" y="75"/>
                  </a:cubicBezTo>
                  <a:cubicBezTo>
                    <a:pt x="17" y="76"/>
                    <a:pt x="17" y="76"/>
                    <a:pt x="17" y="76"/>
                  </a:cubicBezTo>
                  <a:cubicBezTo>
                    <a:pt x="17" y="77"/>
                    <a:pt x="17" y="77"/>
                    <a:pt x="17" y="77"/>
                  </a:cubicBezTo>
                  <a:cubicBezTo>
                    <a:pt x="17" y="75"/>
                    <a:pt x="17" y="75"/>
                    <a:pt x="17" y="75"/>
                  </a:cubicBezTo>
                  <a:cubicBezTo>
                    <a:pt x="16" y="74"/>
                    <a:pt x="16" y="74"/>
                    <a:pt x="16" y="74"/>
                  </a:cubicBezTo>
                  <a:cubicBezTo>
                    <a:pt x="15" y="74"/>
                    <a:pt x="15" y="74"/>
                    <a:pt x="15" y="74"/>
                  </a:cubicBezTo>
                  <a:cubicBezTo>
                    <a:pt x="15" y="74"/>
                    <a:pt x="15" y="74"/>
                    <a:pt x="15" y="74"/>
                  </a:cubicBezTo>
                  <a:cubicBezTo>
                    <a:pt x="14" y="75"/>
                    <a:pt x="14" y="75"/>
                    <a:pt x="14" y="75"/>
                  </a:cubicBezTo>
                  <a:cubicBezTo>
                    <a:pt x="14" y="74"/>
                    <a:pt x="14" y="74"/>
                    <a:pt x="14" y="74"/>
                  </a:cubicBezTo>
                  <a:cubicBezTo>
                    <a:pt x="14" y="74"/>
                    <a:pt x="14" y="74"/>
                    <a:pt x="14" y="74"/>
                  </a:cubicBezTo>
                  <a:cubicBezTo>
                    <a:pt x="15" y="74"/>
                    <a:pt x="15" y="74"/>
                    <a:pt x="15" y="74"/>
                  </a:cubicBezTo>
                  <a:cubicBezTo>
                    <a:pt x="14" y="73"/>
                    <a:pt x="14" y="73"/>
                    <a:pt x="14" y="73"/>
                  </a:cubicBezTo>
                  <a:cubicBezTo>
                    <a:pt x="14" y="73"/>
                    <a:pt x="14" y="73"/>
                    <a:pt x="14" y="73"/>
                  </a:cubicBezTo>
                  <a:cubicBezTo>
                    <a:pt x="14" y="75"/>
                    <a:pt x="14" y="75"/>
                    <a:pt x="14" y="75"/>
                  </a:cubicBezTo>
                  <a:cubicBezTo>
                    <a:pt x="15" y="79"/>
                    <a:pt x="15" y="79"/>
                    <a:pt x="15" y="79"/>
                  </a:cubicBezTo>
                  <a:cubicBezTo>
                    <a:pt x="15" y="80"/>
                    <a:pt x="17" y="82"/>
                    <a:pt x="18" y="82"/>
                  </a:cubicBezTo>
                  <a:cubicBezTo>
                    <a:pt x="19" y="82"/>
                    <a:pt x="20" y="82"/>
                    <a:pt x="20" y="81"/>
                  </a:cubicBezTo>
                  <a:cubicBezTo>
                    <a:pt x="21" y="80"/>
                    <a:pt x="21" y="78"/>
                    <a:pt x="21" y="78"/>
                  </a:cubicBezTo>
                  <a:cubicBezTo>
                    <a:pt x="21" y="78"/>
                    <a:pt x="21" y="78"/>
                    <a:pt x="21" y="78"/>
                  </a:cubicBezTo>
                  <a:cubicBezTo>
                    <a:pt x="22" y="78"/>
                    <a:pt x="22" y="78"/>
                    <a:pt x="22" y="78"/>
                  </a:cubicBezTo>
                  <a:cubicBezTo>
                    <a:pt x="23" y="78"/>
                    <a:pt x="23" y="78"/>
                    <a:pt x="23" y="78"/>
                  </a:cubicBezTo>
                  <a:cubicBezTo>
                    <a:pt x="24" y="76"/>
                    <a:pt x="24" y="76"/>
                    <a:pt x="24" y="76"/>
                  </a:cubicBezTo>
                  <a:cubicBezTo>
                    <a:pt x="26" y="74"/>
                    <a:pt x="26" y="74"/>
                    <a:pt x="26" y="74"/>
                  </a:cubicBezTo>
                  <a:cubicBezTo>
                    <a:pt x="28" y="73"/>
                    <a:pt x="28" y="73"/>
                    <a:pt x="28" y="73"/>
                  </a:cubicBezTo>
                  <a:cubicBezTo>
                    <a:pt x="28" y="72"/>
                    <a:pt x="28" y="72"/>
                    <a:pt x="28" y="72"/>
                  </a:cubicBezTo>
                  <a:cubicBezTo>
                    <a:pt x="28" y="72"/>
                    <a:pt x="28" y="72"/>
                    <a:pt x="28" y="72"/>
                  </a:cubicBezTo>
                  <a:cubicBezTo>
                    <a:pt x="27" y="69"/>
                    <a:pt x="27" y="69"/>
                    <a:pt x="27" y="69"/>
                  </a:cubicBezTo>
                  <a:cubicBezTo>
                    <a:pt x="26" y="68"/>
                    <a:pt x="26" y="68"/>
                    <a:pt x="26" y="68"/>
                  </a:cubicBezTo>
                  <a:cubicBezTo>
                    <a:pt x="26" y="68"/>
                    <a:pt x="26" y="68"/>
                    <a:pt x="26" y="68"/>
                  </a:cubicBezTo>
                  <a:cubicBezTo>
                    <a:pt x="26" y="67"/>
                    <a:pt x="26" y="67"/>
                    <a:pt x="26" y="67"/>
                  </a:cubicBezTo>
                  <a:cubicBezTo>
                    <a:pt x="26" y="65"/>
                    <a:pt x="26" y="64"/>
                    <a:pt x="25" y="63"/>
                  </a:cubicBezTo>
                  <a:cubicBezTo>
                    <a:pt x="25" y="62"/>
                    <a:pt x="23" y="62"/>
                    <a:pt x="23" y="62"/>
                  </a:cubicBezTo>
                  <a:cubicBezTo>
                    <a:pt x="24" y="61"/>
                    <a:pt x="24" y="61"/>
                    <a:pt x="24" y="61"/>
                  </a:cubicBezTo>
                  <a:cubicBezTo>
                    <a:pt x="25" y="61"/>
                    <a:pt x="25" y="61"/>
                    <a:pt x="25" y="61"/>
                  </a:cubicBezTo>
                  <a:cubicBezTo>
                    <a:pt x="25" y="62"/>
                    <a:pt x="25" y="62"/>
                    <a:pt x="25" y="62"/>
                  </a:cubicBezTo>
                  <a:cubicBezTo>
                    <a:pt x="26" y="63"/>
                    <a:pt x="26" y="63"/>
                    <a:pt x="26" y="63"/>
                  </a:cubicBezTo>
                  <a:cubicBezTo>
                    <a:pt x="26" y="64"/>
                    <a:pt x="27" y="65"/>
                    <a:pt x="27" y="67"/>
                  </a:cubicBezTo>
                  <a:cubicBezTo>
                    <a:pt x="28" y="68"/>
                    <a:pt x="28" y="68"/>
                    <a:pt x="28" y="68"/>
                  </a:cubicBezTo>
                  <a:cubicBezTo>
                    <a:pt x="30" y="69"/>
                    <a:pt x="30" y="69"/>
                    <a:pt x="30" y="69"/>
                  </a:cubicBezTo>
                  <a:cubicBezTo>
                    <a:pt x="29" y="67"/>
                    <a:pt x="29" y="65"/>
                    <a:pt x="29" y="64"/>
                  </a:cubicBezTo>
                  <a:cubicBezTo>
                    <a:pt x="29" y="64"/>
                    <a:pt x="29" y="64"/>
                    <a:pt x="29" y="64"/>
                  </a:cubicBezTo>
                  <a:cubicBezTo>
                    <a:pt x="29" y="62"/>
                    <a:pt x="29" y="62"/>
                    <a:pt x="29" y="62"/>
                  </a:cubicBezTo>
                  <a:cubicBezTo>
                    <a:pt x="29" y="62"/>
                    <a:pt x="29" y="62"/>
                    <a:pt x="29" y="62"/>
                  </a:cubicBezTo>
                  <a:cubicBezTo>
                    <a:pt x="29" y="62"/>
                    <a:pt x="28" y="61"/>
                    <a:pt x="27" y="61"/>
                  </a:cubicBezTo>
                  <a:cubicBezTo>
                    <a:pt x="26" y="60"/>
                    <a:pt x="26" y="60"/>
                    <a:pt x="26" y="60"/>
                  </a:cubicBezTo>
                  <a:cubicBezTo>
                    <a:pt x="25" y="60"/>
                    <a:pt x="25" y="60"/>
                    <a:pt x="25" y="60"/>
                  </a:cubicBezTo>
                  <a:cubicBezTo>
                    <a:pt x="25" y="60"/>
                    <a:pt x="25" y="60"/>
                    <a:pt x="25" y="60"/>
                  </a:cubicBezTo>
                  <a:cubicBezTo>
                    <a:pt x="25" y="59"/>
                    <a:pt x="25" y="59"/>
                    <a:pt x="25" y="59"/>
                  </a:cubicBezTo>
                  <a:cubicBezTo>
                    <a:pt x="25" y="57"/>
                    <a:pt x="25" y="57"/>
                    <a:pt x="25" y="57"/>
                  </a:cubicBezTo>
                  <a:cubicBezTo>
                    <a:pt x="24" y="57"/>
                    <a:pt x="23" y="57"/>
                    <a:pt x="22" y="57"/>
                  </a:cubicBezTo>
                  <a:moveTo>
                    <a:pt x="21" y="52"/>
                  </a:moveTo>
                  <a:cubicBezTo>
                    <a:pt x="21" y="52"/>
                    <a:pt x="21" y="52"/>
                    <a:pt x="21" y="52"/>
                  </a:cubicBezTo>
                  <a:cubicBezTo>
                    <a:pt x="21" y="53"/>
                    <a:pt x="23" y="54"/>
                    <a:pt x="24" y="55"/>
                  </a:cubicBezTo>
                  <a:cubicBezTo>
                    <a:pt x="25" y="57"/>
                    <a:pt x="25" y="57"/>
                    <a:pt x="25" y="57"/>
                  </a:cubicBezTo>
                  <a:cubicBezTo>
                    <a:pt x="25" y="57"/>
                    <a:pt x="25" y="57"/>
                    <a:pt x="25" y="57"/>
                  </a:cubicBezTo>
                  <a:cubicBezTo>
                    <a:pt x="25" y="57"/>
                    <a:pt x="25" y="57"/>
                    <a:pt x="25" y="57"/>
                  </a:cubicBezTo>
                  <a:cubicBezTo>
                    <a:pt x="25" y="57"/>
                    <a:pt x="25" y="57"/>
                    <a:pt x="25" y="57"/>
                  </a:cubicBezTo>
                  <a:cubicBezTo>
                    <a:pt x="25" y="57"/>
                    <a:pt x="25" y="57"/>
                    <a:pt x="25" y="57"/>
                  </a:cubicBezTo>
                  <a:cubicBezTo>
                    <a:pt x="26" y="59"/>
                    <a:pt x="26" y="59"/>
                    <a:pt x="26" y="59"/>
                  </a:cubicBezTo>
                  <a:cubicBezTo>
                    <a:pt x="26" y="59"/>
                    <a:pt x="26" y="59"/>
                    <a:pt x="26" y="59"/>
                  </a:cubicBezTo>
                  <a:cubicBezTo>
                    <a:pt x="28" y="60"/>
                    <a:pt x="28" y="60"/>
                    <a:pt x="28" y="60"/>
                  </a:cubicBezTo>
                  <a:cubicBezTo>
                    <a:pt x="29" y="62"/>
                    <a:pt x="29" y="62"/>
                    <a:pt x="29" y="62"/>
                  </a:cubicBezTo>
                  <a:cubicBezTo>
                    <a:pt x="30" y="61"/>
                    <a:pt x="30" y="60"/>
                    <a:pt x="30" y="60"/>
                  </a:cubicBezTo>
                  <a:cubicBezTo>
                    <a:pt x="30" y="59"/>
                    <a:pt x="30" y="59"/>
                    <a:pt x="30" y="59"/>
                  </a:cubicBezTo>
                  <a:cubicBezTo>
                    <a:pt x="30" y="57"/>
                    <a:pt x="30" y="57"/>
                    <a:pt x="30" y="57"/>
                  </a:cubicBezTo>
                  <a:cubicBezTo>
                    <a:pt x="30" y="57"/>
                    <a:pt x="30" y="57"/>
                    <a:pt x="30" y="57"/>
                  </a:cubicBezTo>
                  <a:cubicBezTo>
                    <a:pt x="30" y="57"/>
                    <a:pt x="31" y="58"/>
                    <a:pt x="31" y="59"/>
                  </a:cubicBezTo>
                  <a:cubicBezTo>
                    <a:pt x="31" y="60"/>
                    <a:pt x="31" y="60"/>
                    <a:pt x="31" y="60"/>
                  </a:cubicBezTo>
                  <a:cubicBezTo>
                    <a:pt x="31" y="60"/>
                    <a:pt x="30" y="61"/>
                    <a:pt x="30" y="62"/>
                  </a:cubicBezTo>
                  <a:cubicBezTo>
                    <a:pt x="30" y="63"/>
                    <a:pt x="30" y="63"/>
                    <a:pt x="30" y="63"/>
                  </a:cubicBezTo>
                  <a:cubicBezTo>
                    <a:pt x="30" y="63"/>
                    <a:pt x="30" y="63"/>
                    <a:pt x="30" y="63"/>
                  </a:cubicBezTo>
                  <a:cubicBezTo>
                    <a:pt x="29" y="64"/>
                    <a:pt x="29" y="64"/>
                    <a:pt x="29" y="64"/>
                  </a:cubicBezTo>
                  <a:cubicBezTo>
                    <a:pt x="29" y="64"/>
                    <a:pt x="29" y="64"/>
                    <a:pt x="29" y="64"/>
                  </a:cubicBezTo>
                  <a:cubicBezTo>
                    <a:pt x="30" y="66"/>
                    <a:pt x="30" y="68"/>
                    <a:pt x="31" y="70"/>
                  </a:cubicBezTo>
                  <a:cubicBezTo>
                    <a:pt x="32" y="71"/>
                    <a:pt x="32" y="71"/>
                    <a:pt x="32" y="71"/>
                  </a:cubicBezTo>
                  <a:cubicBezTo>
                    <a:pt x="32" y="71"/>
                    <a:pt x="32" y="71"/>
                    <a:pt x="32" y="71"/>
                  </a:cubicBezTo>
                  <a:cubicBezTo>
                    <a:pt x="32" y="71"/>
                    <a:pt x="32" y="71"/>
                    <a:pt x="32" y="71"/>
                  </a:cubicBezTo>
                  <a:cubicBezTo>
                    <a:pt x="32" y="74"/>
                    <a:pt x="32" y="74"/>
                    <a:pt x="32" y="74"/>
                  </a:cubicBezTo>
                  <a:cubicBezTo>
                    <a:pt x="33" y="74"/>
                    <a:pt x="34" y="77"/>
                    <a:pt x="35" y="78"/>
                  </a:cubicBezTo>
                  <a:cubicBezTo>
                    <a:pt x="36" y="79"/>
                    <a:pt x="36" y="80"/>
                    <a:pt x="37" y="81"/>
                  </a:cubicBezTo>
                  <a:cubicBezTo>
                    <a:pt x="37" y="82"/>
                    <a:pt x="36" y="83"/>
                    <a:pt x="37" y="83"/>
                  </a:cubicBezTo>
                  <a:cubicBezTo>
                    <a:pt x="38" y="85"/>
                    <a:pt x="38" y="85"/>
                    <a:pt x="38" y="86"/>
                  </a:cubicBezTo>
                  <a:cubicBezTo>
                    <a:pt x="38" y="87"/>
                    <a:pt x="38" y="87"/>
                    <a:pt x="38" y="87"/>
                  </a:cubicBezTo>
                  <a:cubicBezTo>
                    <a:pt x="38" y="88"/>
                    <a:pt x="38" y="88"/>
                    <a:pt x="39" y="89"/>
                  </a:cubicBezTo>
                  <a:cubicBezTo>
                    <a:pt x="39" y="90"/>
                    <a:pt x="40" y="91"/>
                    <a:pt x="40" y="92"/>
                  </a:cubicBezTo>
                  <a:cubicBezTo>
                    <a:pt x="39" y="93"/>
                    <a:pt x="39" y="93"/>
                    <a:pt x="39" y="93"/>
                  </a:cubicBezTo>
                  <a:cubicBezTo>
                    <a:pt x="39" y="94"/>
                    <a:pt x="39" y="96"/>
                    <a:pt x="38" y="96"/>
                  </a:cubicBezTo>
                  <a:cubicBezTo>
                    <a:pt x="37" y="96"/>
                    <a:pt x="37" y="96"/>
                    <a:pt x="37" y="96"/>
                  </a:cubicBezTo>
                  <a:cubicBezTo>
                    <a:pt x="36" y="96"/>
                    <a:pt x="36" y="96"/>
                    <a:pt x="36" y="96"/>
                  </a:cubicBezTo>
                  <a:cubicBezTo>
                    <a:pt x="36" y="96"/>
                    <a:pt x="36" y="96"/>
                    <a:pt x="36" y="96"/>
                  </a:cubicBezTo>
                  <a:cubicBezTo>
                    <a:pt x="35" y="96"/>
                    <a:pt x="35" y="96"/>
                    <a:pt x="35" y="96"/>
                  </a:cubicBezTo>
                  <a:cubicBezTo>
                    <a:pt x="34" y="97"/>
                    <a:pt x="34" y="97"/>
                    <a:pt x="34" y="97"/>
                  </a:cubicBezTo>
                  <a:cubicBezTo>
                    <a:pt x="34" y="98"/>
                    <a:pt x="34" y="98"/>
                    <a:pt x="34" y="98"/>
                  </a:cubicBezTo>
                  <a:cubicBezTo>
                    <a:pt x="34" y="98"/>
                    <a:pt x="34" y="98"/>
                    <a:pt x="34" y="98"/>
                  </a:cubicBezTo>
                  <a:cubicBezTo>
                    <a:pt x="33" y="98"/>
                    <a:pt x="33" y="98"/>
                    <a:pt x="33" y="98"/>
                  </a:cubicBezTo>
                  <a:cubicBezTo>
                    <a:pt x="33" y="98"/>
                    <a:pt x="33" y="98"/>
                    <a:pt x="33" y="98"/>
                  </a:cubicBezTo>
                  <a:cubicBezTo>
                    <a:pt x="34" y="97"/>
                    <a:pt x="34" y="97"/>
                    <a:pt x="34" y="97"/>
                  </a:cubicBezTo>
                  <a:cubicBezTo>
                    <a:pt x="35" y="96"/>
                    <a:pt x="35" y="96"/>
                    <a:pt x="35" y="96"/>
                  </a:cubicBezTo>
                  <a:cubicBezTo>
                    <a:pt x="35" y="96"/>
                    <a:pt x="35" y="96"/>
                    <a:pt x="35" y="96"/>
                  </a:cubicBezTo>
                  <a:cubicBezTo>
                    <a:pt x="35" y="96"/>
                    <a:pt x="35" y="96"/>
                    <a:pt x="35" y="96"/>
                  </a:cubicBezTo>
                  <a:cubicBezTo>
                    <a:pt x="34" y="96"/>
                    <a:pt x="34" y="96"/>
                    <a:pt x="34" y="96"/>
                  </a:cubicBezTo>
                  <a:cubicBezTo>
                    <a:pt x="33" y="96"/>
                    <a:pt x="33" y="96"/>
                    <a:pt x="33" y="96"/>
                  </a:cubicBezTo>
                  <a:cubicBezTo>
                    <a:pt x="32" y="97"/>
                    <a:pt x="32" y="97"/>
                    <a:pt x="32" y="97"/>
                  </a:cubicBezTo>
                  <a:cubicBezTo>
                    <a:pt x="31" y="97"/>
                    <a:pt x="31" y="97"/>
                    <a:pt x="31" y="97"/>
                  </a:cubicBezTo>
                  <a:cubicBezTo>
                    <a:pt x="32" y="96"/>
                    <a:pt x="32" y="96"/>
                    <a:pt x="32" y="96"/>
                  </a:cubicBezTo>
                  <a:cubicBezTo>
                    <a:pt x="31" y="97"/>
                    <a:pt x="31" y="97"/>
                    <a:pt x="31" y="97"/>
                  </a:cubicBezTo>
                  <a:cubicBezTo>
                    <a:pt x="31" y="97"/>
                    <a:pt x="31" y="97"/>
                    <a:pt x="31" y="97"/>
                  </a:cubicBezTo>
                  <a:cubicBezTo>
                    <a:pt x="32" y="98"/>
                    <a:pt x="32" y="98"/>
                    <a:pt x="32" y="98"/>
                  </a:cubicBezTo>
                  <a:cubicBezTo>
                    <a:pt x="33" y="99"/>
                    <a:pt x="34" y="99"/>
                    <a:pt x="35" y="100"/>
                  </a:cubicBezTo>
                  <a:cubicBezTo>
                    <a:pt x="36" y="100"/>
                    <a:pt x="38" y="100"/>
                    <a:pt x="39" y="100"/>
                  </a:cubicBezTo>
                  <a:cubicBezTo>
                    <a:pt x="40" y="100"/>
                    <a:pt x="40" y="100"/>
                    <a:pt x="40" y="100"/>
                  </a:cubicBezTo>
                  <a:cubicBezTo>
                    <a:pt x="42" y="98"/>
                    <a:pt x="42" y="98"/>
                    <a:pt x="42" y="98"/>
                  </a:cubicBezTo>
                  <a:cubicBezTo>
                    <a:pt x="42" y="95"/>
                    <a:pt x="42" y="95"/>
                    <a:pt x="42" y="95"/>
                  </a:cubicBezTo>
                  <a:cubicBezTo>
                    <a:pt x="43" y="93"/>
                    <a:pt x="43" y="93"/>
                    <a:pt x="43" y="93"/>
                  </a:cubicBezTo>
                  <a:cubicBezTo>
                    <a:pt x="42" y="88"/>
                    <a:pt x="42" y="88"/>
                    <a:pt x="42" y="88"/>
                  </a:cubicBezTo>
                  <a:cubicBezTo>
                    <a:pt x="42" y="88"/>
                    <a:pt x="41" y="87"/>
                    <a:pt x="41" y="86"/>
                  </a:cubicBezTo>
                  <a:cubicBezTo>
                    <a:pt x="41" y="84"/>
                    <a:pt x="42" y="83"/>
                    <a:pt x="42" y="82"/>
                  </a:cubicBezTo>
                  <a:cubicBezTo>
                    <a:pt x="40" y="79"/>
                    <a:pt x="40" y="79"/>
                    <a:pt x="40" y="79"/>
                  </a:cubicBezTo>
                  <a:cubicBezTo>
                    <a:pt x="40" y="77"/>
                    <a:pt x="40" y="77"/>
                    <a:pt x="40" y="77"/>
                  </a:cubicBezTo>
                  <a:cubicBezTo>
                    <a:pt x="40" y="78"/>
                    <a:pt x="40" y="78"/>
                    <a:pt x="40" y="78"/>
                  </a:cubicBezTo>
                  <a:cubicBezTo>
                    <a:pt x="39" y="77"/>
                    <a:pt x="39" y="77"/>
                    <a:pt x="39" y="77"/>
                  </a:cubicBezTo>
                  <a:cubicBezTo>
                    <a:pt x="38" y="75"/>
                    <a:pt x="38" y="75"/>
                    <a:pt x="38" y="75"/>
                  </a:cubicBezTo>
                  <a:cubicBezTo>
                    <a:pt x="38" y="75"/>
                    <a:pt x="38" y="75"/>
                    <a:pt x="38" y="75"/>
                  </a:cubicBezTo>
                  <a:cubicBezTo>
                    <a:pt x="38" y="74"/>
                    <a:pt x="38" y="73"/>
                    <a:pt x="39" y="72"/>
                  </a:cubicBezTo>
                  <a:cubicBezTo>
                    <a:pt x="40" y="70"/>
                    <a:pt x="41" y="67"/>
                    <a:pt x="41" y="66"/>
                  </a:cubicBezTo>
                  <a:cubicBezTo>
                    <a:pt x="41" y="66"/>
                    <a:pt x="41" y="66"/>
                    <a:pt x="41" y="66"/>
                  </a:cubicBezTo>
                  <a:cubicBezTo>
                    <a:pt x="41" y="65"/>
                    <a:pt x="40" y="62"/>
                    <a:pt x="40" y="62"/>
                  </a:cubicBezTo>
                  <a:cubicBezTo>
                    <a:pt x="40" y="62"/>
                    <a:pt x="40" y="62"/>
                    <a:pt x="40" y="62"/>
                  </a:cubicBezTo>
                  <a:cubicBezTo>
                    <a:pt x="40" y="62"/>
                    <a:pt x="42" y="64"/>
                    <a:pt x="42" y="66"/>
                  </a:cubicBezTo>
                  <a:cubicBezTo>
                    <a:pt x="42" y="66"/>
                    <a:pt x="42" y="66"/>
                    <a:pt x="42" y="66"/>
                  </a:cubicBezTo>
                  <a:cubicBezTo>
                    <a:pt x="41" y="67"/>
                    <a:pt x="40" y="71"/>
                    <a:pt x="40" y="72"/>
                  </a:cubicBezTo>
                  <a:cubicBezTo>
                    <a:pt x="39" y="73"/>
                    <a:pt x="38" y="75"/>
                    <a:pt x="38" y="75"/>
                  </a:cubicBezTo>
                  <a:cubicBezTo>
                    <a:pt x="38" y="75"/>
                    <a:pt x="38" y="75"/>
                    <a:pt x="38" y="75"/>
                  </a:cubicBezTo>
                  <a:cubicBezTo>
                    <a:pt x="39" y="77"/>
                    <a:pt x="39" y="77"/>
                    <a:pt x="39" y="77"/>
                  </a:cubicBezTo>
                  <a:cubicBezTo>
                    <a:pt x="40" y="77"/>
                    <a:pt x="40" y="77"/>
                    <a:pt x="40" y="77"/>
                  </a:cubicBezTo>
                  <a:cubicBezTo>
                    <a:pt x="40" y="77"/>
                    <a:pt x="40" y="77"/>
                    <a:pt x="40" y="77"/>
                  </a:cubicBezTo>
                  <a:cubicBezTo>
                    <a:pt x="41" y="76"/>
                    <a:pt x="41" y="76"/>
                    <a:pt x="41" y="76"/>
                  </a:cubicBezTo>
                  <a:cubicBezTo>
                    <a:pt x="40" y="76"/>
                    <a:pt x="40" y="76"/>
                    <a:pt x="40" y="76"/>
                  </a:cubicBezTo>
                  <a:cubicBezTo>
                    <a:pt x="40" y="75"/>
                    <a:pt x="40" y="75"/>
                    <a:pt x="40" y="75"/>
                  </a:cubicBezTo>
                  <a:cubicBezTo>
                    <a:pt x="39" y="74"/>
                    <a:pt x="39" y="74"/>
                    <a:pt x="39" y="74"/>
                  </a:cubicBezTo>
                  <a:cubicBezTo>
                    <a:pt x="41" y="74"/>
                    <a:pt x="41" y="74"/>
                    <a:pt x="41" y="74"/>
                  </a:cubicBezTo>
                  <a:cubicBezTo>
                    <a:pt x="41" y="73"/>
                    <a:pt x="41" y="73"/>
                    <a:pt x="41" y="73"/>
                  </a:cubicBezTo>
                  <a:cubicBezTo>
                    <a:pt x="41" y="72"/>
                    <a:pt x="41" y="72"/>
                    <a:pt x="41" y="72"/>
                  </a:cubicBezTo>
                  <a:cubicBezTo>
                    <a:pt x="42" y="72"/>
                    <a:pt x="42" y="72"/>
                    <a:pt x="42" y="72"/>
                  </a:cubicBezTo>
                  <a:cubicBezTo>
                    <a:pt x="42" y="71"/>
                    <a:pt x="42" y="71"/>
                    <a:pt x="42" y="71"/>
                  </a:cubicBezTo>
                  <a:cubicBezTo>
                    <a:pt x="42" y="71"/>
                    <a:pt x="42" y="71"/>
                    <a:pt x="42" y="71"/>
                  </a:cubicBezTo>
                  <a:cubicBezTo>
                    <a:pt x="43" y="71"/>
                    <a:pt x="43" y="71"/>
                    <a:pt x="43" y="71"/>
                  </a:cubicBezTo>
                  <a:cubicBezTo>
                    <a:pt x="42" y="70"/>
                    <a:pt x="42" y="70"/>
                    <a:pt x="42" y="70"/>
                  </a:cubicBezTo>
                  <a:cubicBezTo>
                    <a:pt x="42" y="69"/>
                    <a:pt x="42" y="69"/>
                    <a:pt x="42" y="69"/>
                  </a:cubicBezTo>
                  <a:cubicBezTo>
                    <a:pt x="43" y="70"/>
                    <a:pt x="43" y="70"/>
                    <a:pt x="43" y="70"/>
                  </a:cubicBezTo>
                  <a:cubicBezTo>
                    <a:pt x="43" y="68"/>
                    <a:pt x="43" y="68"/>
                    <a:pt x="43" y="68"/>
                  </a:cubicBezTo>
                  <a:cubicBezTo>
                    <a:pt x="43" y="68"/>
                    <a:pt x="43" y="68"/>
                    <a:pt x="43" y="68"/>
                  </a:cubicBezTo>
                  <a:cubicBezTo>
                    <a:pt x="44" y="68"/>
                    <a:pt x="44" y="68"/>
                    <a:pt x="44" y="68"/>
                  </a:cubicBezTo>
                  <a:cubicBezTo>
                    <a:pt x="43" y="66"/>
                    <a:pt x="43" y="66"/>
                    <a:pt x="43" y="66"/>
                  </a:cubicBezTo>
                  <a:cubicBezTo>
                    <a:pt x="43" y="66"/>
                    <a:pt x="43" y="66"/>
                    <a:pt x="43" y="66"/>
                  </a:cubicBezTo>
                  <a:cubicBezTo>
                    <a:pt x="43" y="65"/>
                    <a:pt x="43" y="65"/>
                    <a:pt x="43" y="65"/>
                  </a:cubicBezTo>
                  <a:cubicBezTo>
                    <a:pt x="43" y="65"/>
                    <a:pt x="47" y="62"/>
                    <a:pt x="47" y="59"/>
                  </a:cubicBezTo>
                  <a:cubicBezTo>
                    <a:pt x="47" y="55"/>
                    <a:pt x="39" y="48"/>
                    <a:pt x="39" y="41"/>
                  </a:cubicBezTo>
                  <a:cubicBezTo>
                    <a:pt x="39" y="41"/>
                    <a:pt x="39" y="41"/>
                    <a:pt x="39" y="41"/>
                  </a:cubicBezTo>
                  <a:cubicBezTo>
                    <a:pt x="39" y="40"/>
                    <a:pt x="39" y="39"/>
                    <a:pt x="40" y="38"/>
                  </a:cubicBezTo>
                  <a:cubicBezTo>
                    <a:pt x="38" y="38"/>
                    <a:pt x="38" y="38"/>
                    <a:pt x="38" y="38"/>
                  </a:cubicBezTo>
                  <a:cubicBezTo>
                    <a:pt x="38" y="40"/>
                    <a:pt x="38" y="42"/>
                    <a:pt x="38" y="42"/>
                  </a:cubicBezTo>
                  <a:cubicBezTo>
                    <a:pt x="38" y="43"/>
                    <a:pt x="38" y="43"/>
                    <a:pt x="38" y="43"/>
                  </a:cubicBezTo>
                  <a:cubicBezTo>
                    <a:pt x="38" y="43"/>
                    <a:pt x="38" y="43"/>
                    <a:pt x="38" y="43"/>
                  </a:cubicBezTo>
                  <a:cubicBezTo>
                    <a:pt x="38" y="43"/>
                    <a:pt x="38" y="43"/>
                    <a:pt x="38" y="43"/>
                  </a:cubicBezTo>
                  <a:cubicBezTo>
                    <a:pt x="38" y="43"/>
                    <a:pt x="38" y="43"/>
                    <a:pt x="38" y="43"/>
                  </a:cubicBezTo>
                  <a:cubicBezTo>
                    <a:pt x="38" y="43"/>
                    <a:pt x="38" y="43"/>
                    <a:pt x="38" y="43"/>
                  </a:cubicBezTo>
                  <a:cubicBezTo>
                    <a:pt x="37" y="43"/>
                    <a:pt x="37" y="43"/>
                    <a:pt x="37" y="43"/>
                  </a:cubicBezTo>
                  <a:cubicBezTo>
                    <a:pt x="38" y="44"/>
                    <a:pt x="38" y="44"/>
                    <a:pt x="38" y="44"/>
                  </a:cubicBezTo>
                  <a:cubicBezTo>
                    <a:pt x="39" y="51"/>
                    <a:pt x="45" y="53"/>
                    <a:pt x="45" y="58"/>
                  </a:cubicBezTo>
                  <a:cubicBezTo>
                    <a:pt x="45" y="59"/>
                    <a:pt x="45" y="59"/>
                    <a:pt x="45" y="59"/>
                  </a:cubicBezTo>
                  <a:cubicBezTo>
                    <a:pt x="45" y="59"/>
                    <a:pt x="44" y="62"/>
                    <a:pt x="42" y="62"/>
                  </a:cubicBezTo>
                  <a:cubicBezTo>
                    <a:pt x="42" y="62"/>
                    <a:pt x="42" y="62"/>
                    <a:pt x="42" y="62"/>
                  </a:cubicBezTo>
                  <a:cubicBezTo>
                    <a:pt x="42" y="62"/>
                    <a:pt x="42" y="62"/>
                    <a:pt x="42" y="62"/>
                  </a:cubicBezTo>
                  <a:cubicBezTo>
                    <a:pt x="41" y="61"/>
                    <a:pt x="41" y="61"/>
                    <a:pt x="41" y="61"/>
                  </a:cubicBezTo>
                  <a:cubicBezTo>
                    <a:pt x="40" y="60"/>
                    <a:pt x="40" y="60"/>
                    <a:pt x="40" y="60"/>
                  </a:cubicBezTo>
                  <a:cubicBezTo>
                    <a:pt x="39" y="58"/>
                    <a:pt x="39" y="57"/>
                    <a:pt x="37" y="56"/>
                  </a:cubicBezTo>
                  <a:cubicBezTo>
                    <a:pt x="36" y="54"/>
                    <a:pt x="33" y="52"/>
                    <a:pt x="33" y="50"/>
                  </a:cubicBezTo>
                  <a:cubicBezTo>
                    <a:pt x="32" y="49"/>
                    <a:pt x="31" y="48"/>
                    <a:pt x="31" y="47"/>
                  </a:cubicBezTo>
                  <a:cubicBezTo>
                    <a:pt x="31" y="46"/>
                    <a:pt x="31" y="46"/>
                    <a:pt x="31" y="46"/>
                  </a:cubicBezTo>
                  <a:cubicBezTo>
                    <a:pt x="30" y="46"/>
                    <a:pt x="30" y="45"/>
                    <a:pt x="29" y="45"/>
                  </a:cubicBezTo>
                  <a:cubicBezTo>
                    <a:pt x="30" y="47"/>
                    <a:pt x="30" y="49"/>
                    <a:pt x="30" y="49"/>
                  </a:cubicBezTo>
                  <a:cubicBezTo>
                    <a:pt x="30" y="49"/>
                    <a:pt x="30" y="49"/>
                    <a:pt x="30" y="49"/>
                  </a:cubicBezTo>
                  <a:cubicBezTo>
                    <a:pt x="29" y="49"/>
                    <a:pt x="29" y="49"/>
                    <a:pt x="29" y="49"/>
                  </a:cubicBezTo>
                  <a:cubicBezTo>
                    <a:pt x="27" y="49"/>
                    <a:pt x="25" y="46"/>
                    <a:pt x="24" y="46"/>
                  </a:cubicBezTo>
                  <a:cubicBezTo>
                    <a:pt x="24" y="46"/>
                    <a:pt x="24" y="46"/>
                    <a:pt x="24" y="46"/>
                  </a:cubicBezTo>
                  <a:cubicBezTo>
                    <a:pt x="21" y="49"/>
                    <a:pt x="21" y="49"/>
                    <a:pt x="21" y="49"/>
                  </a:cubicBezTo>
                  <a:cubicBezTo>
                    <a:pt x="21" y="51"/>
                    <a:pt x="21" y="51"/>
                    <a:pt x="21" y="51"/>
                  </a:cubicBezTo>
                  <a:cubicBezTo>
                    <a:pt x="21" y="51"/>
                    <a:pt x="21" y="51"/>
                    <a:pt x="21" y="51"/>
                  </a:cubicBezTo>
                  <a:cubicBezTo>
                    <a:pt x="20" y="51"/>
                    <a:pt x="20" y="51"/>
                    <a:pt x="20" y="51"/>
                  </a:cubicBezTo>
                  <a:lnTo>
                    <a:pt x="21" y="52"/>
                  </a:lnTo>
                  <a:close/>
                  <a:moveTo>
                    <a:pt x="9" y="62"/>
                  </a:moveTo>
                  <a:cubicBezTo>
                    <a:pt x="10" y="62"/>
                    <a:pt x="10" y="62"/>
                    <a:pt x="10" y="62"/>
                  </a:cubicBezTo>
                  <a:cubicBezTo>
                    <a:pt x="11" y="62"/>
                    <a:pt x="11" y="62"/>
                    <a:pt x="11" y="62"/>
                  </a:cubicBezTo>
                  <a:cubicBezTo>
                    <a:pt x="11" y="62"/>
                    <a:pt x="11" y="62"/>
                    <a:pt x="11" y="62"/>
                  </a:cubicBezTo>
                  <a:cubicBezTo>
                    <a:pt x="11" y="62"/>
                    <a:pt x="11" y="62"/>
                    <a:pt x="11" y="62"/>
                  </a:cubicBezTo>
                  <a:cubicBezTo>
                    <a:pt x="10" y="61"/>
                    <a:pt x="10" y="61"/>
                    <a:pt x="10" y="61"/>
                  </a:cubicBezTo>
                  <a:cubicBezTo>
                    <a:pt x="10" y="62"/>
                    <a:pt x="10" y="62"/>
                    <a:pt x="10" y="62"/>
                  </a:cubicBezTo>
                  <a:lnTo>
                    <a:pt x="9" y="62"/>
                  </a:lnTo>
                  <a:close/>
                  <a:moveTo>
                    <a:pt x="5" y="45"/>
                  </a:moveTo>
                  <a:cubicBezTo>
                    <a:pt x="4" y="46"/>
                    <a:pt x="4" y="46"/>
                    <a:pt x="4" y="46"/>
                  </a:cubicBezTo>
                  <a:cubicBezTo>
                    <a:pt x="5" y="46"/>
                    <a:pt x="5" y="46"/>
                    <a:pt x="5" y="46"/>
                  </a:cubicBezTo>
                  <a:cubicBezTo>
                    <a:pt x="5" y="46"/>
                    <a:pt x="5" y="46"/>
                    <a:pt x="5" y="46"/>
                  </a:cubicBezTo>
                  <a:cubicBezTo>
                    <a:pt x="5" y="46"/>
                    <a:pt x="5" y="46"/>
                    <a:pt x="5" y="46"/>
                  </a:cubicBezTo>
                  <a:cubicBezTo>
                    <a:pt x="5" y="45"/>
                    <a:pt x="5" y="45"/>
                    <a:pt x="5" y="45"/>
                  </a:cubicBezTo>
                  <a:close/>
                  <a:moveTo>
                    <a:pt x="8" y="48"/>
                  </a:moveTo>
                  <a:cubicBezTo>
                    <a:pt x="8" y="47"/>
                    <a:pt x="8" y="47"/>
                    <a:pt x="8" y="47"/>
                  </a:cubicBezTo>
                  <a:cubicBezTo>
                    <a:pt x="8" y="47"/>
                    <a:pt x="8" y="47"/>
                    <a:pt x="8" y="47"/>
                  </a:cubicBezTo>
                  <a:cubicBezTo>
                    <a:pt x="8" y="47"/>
                    <a:pt x="8" y="47"/>
                    <a:pt x="8" y="47"/>
                  </a:cubicBezTo>
                  <a:cubicBezTo>
                    <a:pt x="8" y="46"/>
                    <a:pt x="8" y="46"/>
                    <a:pt x="8" y="46"/>
                  </a:cubicBezTo>
                  <a:cubicBezTo>
                    <a:pt x="7" y="46"/>
                    <a:pt x="7" y="46"/>
                    <a:pt x="7" y="46"/>
                  </a:cubicBezTo>
                  <a:cubicBezTo>
                    <a:pt x="8" y="48"/>
                    <a:pt x="8" y="48"/>
                    <a:pt x="8" y="48"/>
                  </a:cubicBezTo>
                  <a:cubicBezTo>
                    <a:pt x="8" y="50"/>
                    <a:pt x="8" y="50"/>
                    <a:pt x="8" y="50"/>
                  </a:cubicBezTo>
                  <a:cubicBezTo>
                    <a:pt x="8" y="50"/>
                    <a:pt x="8" y="50"/>
                    <a:pt x="8" y="50"/>
                  </a:cubicBezTo>
                  <a:cubicBezTo>
                    <a:pt x="8" y="51"/>
                    <a:pt x="8" y="51"/>
                    <a:pt x="8" y="51"/>
                  </a:cubicBezTo>
                  <a:cubicBezTo>
                    <a:pt x="8" y="51"/>
                    <a:pt x="8" y="51"/>
                    <a:pt x="8" y="51"/>
                  </a:cubicBezTo>
                  <a:cubicBezTo>
                    <a:pt x="8" y="50"/>
                    <a:pt x="8" y="50"/>
                    <a:pt x="8" y="50"/>
                  </a:cubicBezTo>
                  <a:cubicBezTo>
                    <a:pt x="8" y="48"/>
                    <a:pt x="8" y="48"/>
                    <a:pt x="8" y="48"/>
                  </a:cubicBezTo>
                  <a:cubicBezTo>
                    <a:pt x="8" y="48"/>
                    <a:pt x="8" y="48"/>
                    <a:pt x="8" y="48"/>
                  </a:cubicBezTo>
                  <a:close/>
                  <a:moveTo>
                    <a:pt x="9" y="49"/>
                  </a:moveTo>
                  <a:cubicBezTo>
                    <a:pt x="9" y="49"/>
                    <a:pt x="9" y="49"/>
                    <a:pt x="9" y="49"/>
                  </a:cubicBezTo>
                  <a:cubicBezTo>
                    <a:pt x="9" y="49"/>
                    <a:pt x="9" y="49"/>
                    <a:pt x="9" y="49"/>
                  </a:cubicBezTo>
                  <a:cubicBezTo>
                    <a:pt x="9" y="48"/>
                    <a:pt x="9" y="48"/>
                    <a:pt x="9" y="48"/>
                  </a:cubicBezTo>
                  <a:cubicBezTo>
                    <a:pt x="9" y="48"/>
                    <a:pt x="9" y="48"/>
                    <a:pt x="9" y="48"/>
                  </a:cubicBezTo>
                  <a:cubicBezTo>
                    <a:pt x="9" y="48"/>
                    <a:pt x="9" y="48"/>
                    <a:pt x="9" y="48"/>
                  </a:cubicBezTo>
                  <a:cubicBezTo>
                    <a:pt x="8" y="50"/>
                    <a:pt x="8" y="50"/>
                    <a:pt x="8" y="50"/>
                  </a:cubicBezTo>
                  <a:cubicBezTo>
                    <a:pt x="8" y="50"/>
                    <a:pt x="8" y="50"/>
                    <a:pt x="8" y="50"/>
                  </a:cubicBezTo>
                  <a:cubicBezTo>
                    <a:pt x="9" y="50"/>
                    <a:pt x="9" y="50"/>
                    <a:pt x="9" y="50"/>
                  </a:cubicBezTo>
                  <a:lnTo>
                    <a:pt x="9" y="49"/>
                  </a:lnTo>
                  <a:close/>
                  <a:moveTo>
                    <a:pt x="13" y="51"/>
                  </a:moveTo>
                  <a:cubicBezTo>
                    <a:pt x="13" y="51"/>
                    <a:pt x="13" y="51"/>
                    <a:pt x="13" y="51"/>
                  </a:cubicBezTo>
                  <a:cubicBezTo>
                    <a:pt x="12" y="52"/>
                    <a:pt x="11" y="52"/>
                    <a:pt x="11" y="52"/>
                  </a:cubicBezTo>
                  <a:cubicBezTo>
                    <a:pt x="9" y="53"/>
                    <a:pt x="9" y="53"/>
                    <a:pt x="9" y="53"/>
                  </a:cubicBezTo>
                  <a:cubicBezTo>
                    <a:pt x="9" y="53"/>
                    <a:pt x="9" y="53"/>
                    <a:pt x="9" y="53"/>
                  </a:cubicBezTo>
                  <a:cubicBezTo>
                    <a:pt x="9" y="53"/>
                    <a:pt x="9" y="53"/>
                    <a:pt x="9" y="53"/>
                  </a:cubicBezTo>
                  <a:cubicBezTo>
                    <a:pt x="9" y="53"/>
                    <a:pt x="9" y="53"/>
                    <a:pt x="9" y="53"/>
                  </a:cubicBezTo>
                  <a:cubicBezTo>
                    <a:pt x="8" y="52"/>
                    <a:pt x="8" y="52"/>
                    <a:pt x="8" y="52"/>
                  </a:cubicBezTo>
                  <a:cubicBezTo>
                    <a:pt x="8" y="52"/>
                    <a:pt x="8" y="52"/>
                    <a:pt x="8" y="52"/>
                  </a:cubicBezTo>
                  <a:cubicBezTo>
                    <a:pt x="8" y="51"/>
                    <a:pt x="8" y="51"/>
                    <a:pt x="8" y="51"/>
                  </a:cubicBezTo>
                  <a:cubicBezTo>
                    <a:pt x="7" y="50"/>
                    <a:pt x="7" y="50"/>
                    <a:pt x="7" y="50"/>
                  </a:cubicBezTo>
                  <a:cubicBezTo>
                    <a:pt x="7" y="50"/>
                    <a:pt x="7" y="50"/>
                    <a:pt x="7" y="50"/>
                  </a:cubicBezTo>
                  <a:cubicBezTo>
                    <a:pt x="7" y="48"/>
                    <a:pt x="7" y="48"/>
                    <a:pt x="7" y="48"/>
                  </a:cubicBezTo>
                  <a:cubicBezTo>
                    <a:pt x="7" y="46"/>
                    <a:pt x="7" y="46"/>
                    <a:pt x="7" y="46"/>
                  </a:cubicBezTo>
                  <a:cubicBezTo>
                    <a:pt x="6" y="45"/>
                    <a:pt x="6" y="45"/>
                    <a:pt x="6" y="45"/>
                  </a:cubicBezTo>
                  <a:cubicBezTo>
                    <a:pt x="6" y="45"/>
                    <a:pt x="6" y="45"/>
                    <a:pt x="6" y="45"/>
                  </a:cubicBezTo>
                  <a:cubicBezTo>
                    <a:pt x="5" y="46"/>
                    <a:pt x="5" y="46"/>
                    <a:pt x="5" y="46"/>
                  </a:cubicBezTo>
                  <a:cubicBezTo>
                    <a:pt x="6" y="49"/>
                    <a:pt x="6" y="49"/>
                    <a:pt x="6" y="49"/>
                  </a:cubicBezTo>
                  <a:cubicBezTo>
                    <a:pt x="7" y="52"/>
                    <a:pt x="7" y="52"/>
                    <a:pt x="7" y="52"/>
                  </a:cubicBezTo>
                  <a:cubicBezTo>
                    <a:pt x="8" y="55"/>
                    <a:pt x="8" y="55"/>
                    <a:pt x="8" y="55"/>
                  </a:cubicBezTo>
                  <a:cubicBezTo>
                    <a:pt x="8" y="56"/>
                    <a:pt x="9" y="57"/>
                    <a:pt x="9" y="58"/>
                  </a:cubicBezTo>
                  <a:cubicBezTo>
                    <a:pt x="9" y="60"/>
                    <a:pt x="9" y="60"/>
                    <a:pt x="9" y="60"/>
                  </a:cubicBezTo>
                  <a:cubicBezTo>
                    <a:pt x="11" y="61"/>
                    <a:pt x="11" y="61"/>
                    <a:pt x="11" y="61"/>
                  </a:cubicBezTo>
                  <a:cubicBezTo>
                    <a:pt x="11" y="60"/>
                    <a:pt x="11" y="60"/>
                    <a:pt x="11" y="60"/>
                  </a:cubicBezTo>
                  <a:cubicBezTo>
                    <a:pt x="11" y="60"/>
                    <a:pt x="11" y="60"/>
                    <a:pt x="11" y="60"/>
                  </a:cubicBezTo>
                  <a:cubicBezTo>
                    <a:pt x="11" y="59"/>
                    <a:pt x="11" y="59"/>
                    <a:pt x="11" y="59"/>
                  </a:cubicBezTo>
                  <a:cubicBezTo>
                    <a:pt x="9" y="57"/>
                    <a:pt x="9" y="57"/>
                    <a:pt x="9" y="57"/>
                  </a:cubicBezTo>
                  <a:cubicBezTo>
                    <a:pt x="9" y="56"/>
                    <a:pt x="9" y="56"/>
                    <a:pt x="9" y="56"/>
                  </a:cubicBezTo>
                  <a:cubicBezTo>
                    <a:pt x="9" y="55"/>
                    <a:pt x="9" y="55"/>
                    <a:pt x="9" y="55"/>
                  </a:cubicBezTo>
                  <a:cubicBezTo>
                    <a:pt x="9" y="55"/>
                    <a:pt x="10" y="55"/>
                    <a:pt x="11" y="54"/>
                  </a:cubicBezTo>
                  <a:cubicBezTo>
                    <a:pt x="12" y="54"/>
                    <a:pt x="12" y="53"/>
                    <a:pt x="13" y="53"/>
                  </a:cubicBezTo>
                  <a:cubicBezTo>
                    <a:pt x="15" y="53"/>
                    <a:pt x="15" y="53"/>
                    <a:pt x="15" y="53"/>
                  </a:cubicBezTo>
                  <a:cubicBezTo>
                    <a:pt x="15" y="52"/>
                    <a:pt x="15" y="52"/>
                    <a:pt x="15" y="52"/>
                  </a:cubicBezTo>
                  <a:cubicBezTo>
                    <a:pt x="15" y="52"/>
                    <a:pt x="15" y="52"/>
                    <a:pt x="15" y="52"/>
                  </a:cubicBezTo>
                  <a:cubicBezTo>
                    <a:pt x="14" y="52"/>
                    <a:pt x="14" y="52"/>
                    <a:pt x="14" y="52"/>
                  </a:cubicBezTo>
                  <a:lnTo>
                    <a:pt x="13" y="51"/>
                  </a:lnTo>
                  <a:close/>
                  <a:moveTo>
                    <a:pt x="13" y="47"/>
                  </a:moveTo>
                  <a:cubicBezTo>
                    <a:pt x="14" y="49"/>
                    <a:pt x="14" y="49"/>
                    <a:pt x="14" y="49"/>
                  </a:cubicBezTo>
                  <a:cubicBezTo>
                    <a:pt x="15" y="49"/>
                    <a:pt x="15" y="49"/>
                    <a:pt x="15" y="49"/>
                  </a:cubicBezTo>
                  <a:cubicBezTo>
                    <a:pt x="14" y="49"/>
                    <a:pt x="14" y="49"/>
                    <a:pt x="14" y="49"/>
                  </a:cubicBezTo>
                  <a:cubicBezTo>
                    <a:pt x="14" y="51"/>
                    <a:pt x="14" y="51"/>
                    <a:pt x="14" y="51"/>
                  </a:cubicBezTo>
                  <a:cubicBezTo>
                    <a:pt x="14" y="52"/>
                    <a:pt x="14" y="52"/>
                    <a:pt x="14" y="52"/>
                  </a:cubicBezTo>
                  <a:cubicBezTo>
                    <a:pt x="15" y="52"/>
                    <a:pt x="15" y="52"/>
                    <a:pt x="15" y="52"/>
                  </a:cubicBezTo>
                  <a:cubicBezTo>
                    <a:pt x="15" y="52"/>
                    <a:pt x="15" y="52"/>
                    <a:pt x="15" y="52"/>
                  </a:cubicBezTo>
                  <a:cubicBezTo>
                    <a:pt x="15" y="52"/>
                    <a:pt x="15" y="52"/>
                    <a:pt x="15" y="52"/>
                  </a:cubicBezTo>
                  <a:cubicBezTo>
                    <a:pt x="15" y="52"/>
                    <a:pt x="15" y="52"/>
                    <a:pt x="15" y="52"/>
                  </a:cubicBezTo>
                  <a:cubicBezTo>
                    <a:pt x="15" y="53"/>
                    <a:pt x="15" y="54"/>
                    <a:pt x="16" y="55"/>
                  </a:cubicBezTo>
                  <a:cubicBezTo>
                    <a:pt x="16" y="54"/>
                    <a:pt x="18" y="51"/>
                    <a:pt x="20" y="50"/>
                  </a:cubicBezTo>
                  <a:cubicBezTo>
                    <a:pt x="20" y="50"/>
                    <a:pt x="20" y="50"/>
                    <a:pt x="20" y="50"/>
                  </a:cubicBezTo>
                  <a:cubicBezTo>
                    <a:pt x="20" y="50"/>
                    <a:pt x="20" y="50"/>
                    <a:pt x="20" y="50"/>
                  </a:cubicBezTo>
                  <a:cubicBezTo>
                    <a:pt x="20" y="48"/>
                    <a:pt x="20" y="48"/>
                    <a:pt x="20" y="48"/>
                  </a:cubicBezTo>
                  <a:cubicBezTo>
                    <a:pt x="21" y="47"/>
                    <a:pt x="21" y="47"/>
                    <a:pt x="21" y="47"/>
                  </a:cubicBezTo>
                  <a:cubicBezTo>
                    <a:pt x="21" y="45"/>
                    <a:pt x="21" y="45"/>
                    <a:pt x="21" y="45"/>
                  </a:cubicBezTo>
                  <a:cubicBezTo>
                    <a:pt x="22" y="45"/>
                    <a:pt x="22" y="45"/>
                    <a:pt x="22" y="45"/>
                  </a:cubicBezTo>
                  <a:cubicBezTo>
                    <a:pt x="21" y="47"/>
                    <a:pt x="21" y="47"/>
                    <a:pt x="21" y="47"/>
                  </a:cubicBezTo>
                  <a:cubicBezTo>
                    <a:pt x="21" y="48"/>
                    <a:pt x="21" y="48"/>
                    <a:pt x="21" y="48"/>
                  </a:cubicBezTo>
                  <a:cubicBezTo>
                    <a:pt x="23" y="46"/>
                    <a:pt x="23" y="46"/>
                    <a:pt x="23" y="46"/>
                  </a:cubicBezTo>
                  <a:cubicBezTo>
                    <a:pt x="24" y="45"/>
                    <a:pt x="24" y="45"/>
                    <a:pt x="24" y="45"/>
                  </a:cubicBezTo>
                  <a:cubicBezTo>
                    <a:pt x="24" y="45"/>
                    <a:pt x="24" y="45"/>
                    <a:pt x="24" y="45"/>
                  </a:cubicBezTo>
                  <a:cubicBezTo>
                    <a:pt x="24" y="45"/>
                    <a:pt x="24" y="45"/>
                    <a:pt x="24" y="45"/>
                  </a:cubicBezTo>
                  <a:cubicBezTo>
                    <a:pt x="24" y="45"/>
                    <a:pt x="26" y="47"/>
                    <a:pt x="29" y="48"/>
                  </a:cubicBezTo>
                  <a:cubicBezTo>
                    <a:pt x="26" y="44"/>
                    <a:pt x="26" y="44"/>
                    <a:pt x="26" y="44"/>
                  </a:cubicBezTo>
                  <a:cubicBezTo>
                    <a:pt x="23" y="43"/>
                    <a:pt x="22" y="41"/>
                    <a:pt x="22" y="41"/>
                  </a:cubicBezTo>
                  <a:cubicBezTo>
                    <a:pt x="22" y="41"/>
                    <a:pt x="22" y="41"/>
                    <a:pt x="22" y="41"/>
                  </a:cubicBezTo>
                  <a:cubicBezTo>
                    <a:pt x="21" y="41"/>
                    <a:pt x="21" y="41"/>
                    <a:pt x="21" y="41"/>
                  </a:cubicBezTo>
                  <a:cubicBezTo>
                    <a:pt x="21" y="41"/>
                    <a:pt x="21" y="41"/>
                    <a:pt x="21" y="41"/>
                  </a:cubicBezTo>
                  <a:cubicBezTo>
                    <a:pt x="23" y="41"/>
                    <a:pt x="23" y="41"/>
                    <a:pt x="23" y="41"/>
                  </a:cubicBezTo>
                  <a:cubicBezTo>
                    <a:pt x="23" y="41"/>
                    <a:pt x="23" y="41"/>
                    <a:pt x="23" y="41"/>
                  </a:cubicBezTo>
                  <a:cubicBezTo>
                    <a:pt x="23" y="40"/>
                    <a:pt x="23" y="40"/>
                    <a:pt x="23" y="40"/>
                  </a:cubicBezTo>
                  <a:cubicBezTo>
                    <a:pt x="24" y="40"/>
                    <a:pt x="24" y="40"/>
                    <a:pt x="24" y="40"/>
                  </a:cubicBezTo>
                  <a:cubicBezTo>
                    <a:pt x="24" y="40"/>
                    <a:pt x="24" y="40"/>
                    <a:pt x="24" y="40"/>
                  </a:cubicBezTo>
                  <a:cubicBezTo>
                    <a:pt x="24" y="40"/>
                    <a:pt x="24" y="40"/>
                    <a:pt x="24" y="40"/>
                  </a:cubicBezTo>
                  <a:cubicBezTo>
                    <a:pt x="25" y="40"/>
                    <a:pt x="25" y="40"/>
                    <a:pt x="25" y="40"/>
                  </a:cubicBezTo>
                  <a:cubicBezTo>
                    <a:pt x="26" y="41"/>
                    <a:pt x="26" y="41"/>
                    <a:pt x="26" y="41"/>
                  </a:cubicBezTo>
                  <a:cubicBezTo>
                    <a:pt x="27" y="41"/>
                    <a:pt x="28" y="41"/>
                    <a:pt x="28" y="41"/>
                  </a:cubicBezTo>
                  <a:cubicBezTo>
                    <a:pt x="28" y="41"/>
                    <a:pt x="28" y="41"/>
                    <a:pt x="28" y="41"/>
                  </a:cubicBezTo>
                  <a:cubicBezTo>
                    <a:pt x="29" y="41"/>
                    <a:pt x="29" y="41"/>
                    <a:pt x="29" y="41"/>
                  </a:cubicBezTo>
                  <a:cubicBezTo>
                    <a:pt x="29" y="41"/>
                    <a:pt x="29" y="41"/>
                    <a:pt x="29" y="41"/>
                  </a:cubicBezTo>
                  <a:cubicBezTo>
                    <a:pt x="30" y="40"/>
                    <a:pt x="30" y="40"/>
                    <a:pt x="30" y="40"/>
                  </a:cubicBezTo>
                  <a:cubicBezTo>
                    <a:pt x="30" y="38"/>
                    <a:pt x="30" y="38"/>
                    <a:pt x="30" y="38"/>
                  </a:cubicBezTo>
                  <a:cubicBezTo>
                    <a:pt x="31" y="38"/>
                    <a:pt x="31" y="38"/>
                    <a:pt x="31" y="38"/>
                  </a:cubicBezTo>
                  <a:cubicBezTo>
                    <a:pt x="31" y="38"/>
                    <a:pt x="31" y="38"/>
                    <a:pt x="31" y="38"/>
                  </a:cubicBezTo>
                  <a:cubicBezTo>
                    <a:pt x="31" y="38"/>
                    <a:pt x="31" y="38"/>
                    <a:pt x="31" y="38"/>
                  </a:cubicBezTo>
                  <a:cubicBezTo>
                    <a:pt x="33" y="38"/>
                    <a:pt x="33" y="38"/>
                    <a:pt x="33" y="38"/>
                  </a:cubicBezTo>
                  <a:cubicBezTo>
                    <a:pt x="34" y="38"/>
                    <a:pt x="34" y="38"/>
                    <a:pt x="34" y="38"/>
                  </a:cubicBezTo>
                  <a:cubicBezTo>
                    <a:pt x="34" y="38"/>
                    <a:pt x="34" y="38"/>
                    <a:pt x="34" y="38"/>
                  </a:cubicBezTo>
                  <a:cubicBezTo>
                    <a:pt x="34" y="35"/>
                    <a:pt x="34" y="35"/>
                    <a:pt x="34" y="35"/>
                  </a:cubicBezTo>
                  <a:cubicBezTo>
                    <a:pt x="34" y="35"/>
                    <a:pt x="34" y="35"/>
                    <a:pt x="34" y="35"/>
                  </a:cubicBezTo>
                  <a:cubicBezTo>
                    <a:pt x="34" y="34"/>
                    <a:pt x="34" y="34"/>
                    <a:pt x="34" y="34"/>
                  </a:cubicBezTo>
                  <a:cubicBezTo>
                    <a:pt x="34" y="34"/>
                    <a:pt x="34" y="34"/>
                    <a:pt x="34" y="34"/>
                  </a:cubicBezTo>
                  <a:cubicBezTo>
                    <a:pt x="34" y="34"/>
                    <a:pt x="34" y="34"/>
                    <a:pt x="34" y="34"/>
                  </a:cubicBezTo>
                  <a:cubicBezTo>
                    <a:pt x="36" y="34"/>
                    <a:pt x="36" y="34"/>
                    <a:pt x="36" y="34"/>
                  </a:cubicBezTo>
                  <a:cubicBezTo>
                    <a:pt x="36" y="34"/>
                    <a:pt x="36" y="34"/>
                    <a:pt x="36" y="34"/>
                  </a:cubicBezTo>
                  <a:cubicBezTo>
                    <a:pt x="36" y="34"/>
                    <a:pt x="36" y="34"/>
                    <a:pt x="36" y="34"/>
                  </a:cubicBezTo>
                  <a:cubicBezTo>
                    <a:pt x="36" y="32"/>
                    <a:pt x="36" y="32"/>
                    <a:pt x="36" y="32"/>
                  </a:cubicBezTo>
                  <a:cubicBezTo>
                    <a:pt x="36" y="32"/>
                    <a:pt x="36" y="32"/>
                    <a:pt x="36" y="32"/>
                  </a:cubicBezTo>
                  <a:cubicBezTo>
                    <a:pt x="36" y="32"/>
                    <a:pt x="36" y="32"/>
                    <a:pt x="36" y="32"/>
                  </a:cubicBezTo>
                  <a:cubicBezTo>
                    <a:pt x="35" y="32"/>
                    <a:pt x="35" y="32"/>
                    <a:pt x="35" y="32"/>
                  </a:cubicBezTo>
                  <a:cubicBezTo>
                    <a:pt x="36" y="31"/>
                    <a:pt x="36" y="31"/>
                    <a:pt x="36" y="31"/>
                  </a:cubicBezTo>
                  <a:cubicBezTo>
                    <a:pt x="36" y="31"/>
                    <a:pt x="36" y="31"/>
                    <a:pt x="36" y="31"/>
                  </a:cubicBezTo>
                  <a:cubicBezTo>
                    <a:pt x="36" y="31"/>
                    <a:pt x="36" y="31"/>
                    <a:pt x="36" y="31"/>
                  </a:cubicBezTo>
                  <a:cubicBezTo>
                    <a:pt x="38" y="30"/>
                    <a:pt x="38" y="30"/>
                    <a:pt x="38" y="30"/>
                  </a:cubicBezTo>
                  <a:cubicBezTo>
                    <a:pt x="38" y="28"/>
                    <a:pt x="38" y="28"/>
                    <a:pt x="38" y="28"/>
                  </a:cubicBezTo>
                  <a:cubicBezTo>
                    <a:pt x="38" y="28"/>
                    <a:pt x="38" y="28"/>
                    <a:pt x="38" y="28"/>
                  </a:cubicBezTo>
                  <a:cubicBezTo>
                    <a:pt x="37" y="28"/>
                    <a:pt x="37" y="28"/>
                    <a:pt x="37" y="28"/>
                  </a:cubicBezTo>
                  <a:cubicBezTo>
                    <a:pt x="36" y="28"/>
                    <a:pt x="36" y="28"/>
                    <a:pt x="36" y="28"/>
                  </a:cubicBezTo>
                  <a:cubicBezTo>
                    <a:pt x="37" y="26"/>
                    <a:pt x="37" y="26"/>
                    <a:pt x="37" y="26"/>
                  </a:cubicBezTo>
                  <a:cubicBezTo>
                    <a:pt x="37" y="26"/>
                    <a:pt x="37" y="26"/>
                    <a:pt x="37" y="26"/>
                  </a:cubicBezTo>
                  <a:cubicBezTo>
                    <a:pt x="38" y="27"/>
                    <a:pt x="38" y="27"/>
                    <a:pt x="38" y="27"/>
                  </a:cubicBezTo>
                  <a:cubicBezTo>
                    <a:pt x="39" y="25"/>
                    <a:pt x="39" y="25"/>
                    <a:pt x="39" y="25"/>
                  </a:cubicBezTo>
                  <a:cubicBezTo>
                    <a:pt x="38" y="24"/>
                    <a:pt x="38" y="24"/>
                    <a:pt x="38" y="24"/>
                  </a:cubicBezTo>
                  <a:cubicBezTo>
                    <a:pt x="37" y="24"/>
                    <a:pt x="37" y="24"/>
                    <a:pt x="37" y="24"/>
                  </a:cubicBezTo>
                  <a:cubicBezTo>
                    <a:pt x="37" y="25"/>
                    <a:pt x="37" y="25"/>
                    <a:pt x="37" y="25"/>
                  </a:cubicBezTo>
                  <a:cubicBezTo>
                    <a:pt x="37" y="23"/>
                    <a:pt x="37" y="23"/>
                    <a:pt x="37" y="23"/>
                  </a:cubicBezTo>
                  <a:cubicBezTo>
                    <a:pt x="37" y="23"/>
                    <a:pt x="37" y="23"/>
                    <a:pt x="37" y="23"/>
                  </a:cubicBezTo>
                  <a:cubicBezTo>
                    <a:pt x="37" y="23"/>
                    <a:pt x="37" y="23"/>
                    <a:pt x="37" y="23"/>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6" y="20"/>
                    <a:pt x="36" y="20"/>
                    <a:pt x="36" y="20"/>
                  </a:cubicBezTo>
                  <a:cubicBezTo>
                    <a:pt x="36" y="20"/>
                    <a:pt x="36" y="20"/>
                    <a:pt x="36" y="20"/>
                  </a:cubicBezTo>
                  <a:cubicBezTo>
                    <a:pt x="36" y="20"/>
                    <a:pt x="37" y="19"/>
                    <a:pt x="37" y="18"/>
                  </a:cubicBezTo>
                  <a:cubicBezTo>
                    <a:pt x="36" y="16"/>
                    <a:pt x="36" y="16"/>
                    <a:pt x="36" y="16"/>
                  </a:cubicBezTo>
                  <a:cubicBezTo>
                    <a:pt x="36" y="16"/>
                    <a:pt x="36" y="16"/>
                    <a:pt x="36" y="16"/>
                  </a:cubicBezTo>
                  <a:cubicBezTo>
                    <a:pt x="36" y="17"/>
                    <a:pt x="36" y="18"/>
                    <a:pt x="35" y="19"/>
                  </a:cubicBezTo>
                  <a:cubicBezTo>
                    <a:pt x="35" y="20"/>
                    <a:pt x="34" y="21"/>
                    <a:pt x="32" y="22"/>
                  </a:cubicBezTo>
                  <a:cubicBezTo>
                    <a:pt x="31" y="23"/>
                    <a:pt x="30" y="24"/>
                    <a:pt x="30" y="25"/>
                  </a:cubicBezTo>
                  <a:cubicBezTo>
                    <a:pt x="30" y="25"/>
                    <a:pt x="30" y="25"/>
                    <a:pt x="30" y="25"/>
                  </a:cubicBezTo>
                  <a:cubicBezTo>
                    <a:pt x="30" y="26"/>
                    <a:pt x="30" y="26"/>
                    <a:pt x="30" y="26"/>
                  </a:cubicBezTo>
                  <a:cubicBezTo>
                    <a:pt x="30" y="26"/>
                    <a:pt x="31" y="28"/>
                    <a:pt x="32" y="28"/>
                  </a:cubicBezTo>
                  <a:cubicBezTo>
                    <a:pt x="32" y="28"/>
                    <a:pt x="32" y="28"/>
                    <a:pt x="32" y="28"/>
                  </a:cubicBezTo>
                  <a:cubicBezTo>
                    <a:pt x="32" y="28"/>
                    <a:pt x="32" y="28"/>
                    <a:pt x="32" y="28"/>
                  </a:cubicBezTo>
                  <a:cubicBezTo>
                    <a:pt x="32" y="28"/>
                    <a:pt x="32" y="28"/>
                    <a:pt x="32" y="28"/>
                  </a:cubicBezTo>
                  <a:cubicBezTo>
                    <a:pt x="32" y="29"/>
                    <a:pt x="32" y="29"/>
                    <a:pt x="32" y="29"/>
                  </a:cubicBezTo>
                  <a:cubicBezTo>
                    <a:pt x="32" y="31"/>
                    <a:pt x="32" y="33"/>
                    <a:pt x="29" y="33"/>
                  </a:cubicBezTo>
                  <a:cubicBezTo>
                    <a:pt x="29" y="33"/>
                    <a:pt x="29" y="33"/>
                    <a:pt x="29" y="33"/>
                  </a:cubicBezTo>
                  <a:cubicBezTo>
                    <a:pt x="29" y="33"/>
                    <a:pt x="26" y="35"/>
                    <a:pt x="25" y="35"/>
                  </a:cubicBezTo>
                  <a:cubicBezTo>
                    <a:pt x="25" y="35"/>
                    <a:pt x="25" y="35"/>
                    <a:pt x="25" y="35"/>
                  </a:cubicBezTo>
                  <a:cubicBezTo>
                    <a:pt x="24" y="35"/>
                    <a:pt x="24" y="35"/>
                    <a:pt x="24" y="35"/>
                  </a:cubicBezTo>
                  <a:cubicBezTo>
                    <a:pt x="23" y="34"/>
                    <a:pt x="23" y="34"/>
                    <a:pt x="23" y="34"/>
                  </a:cubicBezTo>
                  <a:cubicBezTo>
                    <a:pt x="22" y="36"/>
                    <a:pt x="22" y="36"/>
                    <a:pt x="22" y="36"/>
                  </a:cubicBezTo>
                  <a:cubicBezTo>
                    <a:pt x="21" y="36"/>
                    <a:pt x="21" y="36"/>
                    <a:pt x="21" y="36"/>
                  </a:cubicBezTo>
                  <a:cubicBezTo>
                    <a:pt x="21" y="34"/>
                    <a:pt x="21" y="34"/>
                    <a:pt x="21" y="34"/>
                  </a:cubicBezTo>
                  <a:cubicBezTo>
                    <a:pt x="20" y="34"/>
                    <a:pt x="20" y="34"/>
                    <a:pt x="20" y="34"/>
                  </a:cubicBezTo>
                  <a:cubicBezTo>
                    <a:pt x="20" y="33"/>
                    <a:pt x="20" y="33"/>
                    <a:pt x="20" y="33"/>
                  </a:cubicBezTo>
                  <a:cubicBezTo>
                    <a:pt x="19" y="35"/>
                    <a:pt x="19" y="35"/>
                    <a:pt x="19" y="35"/>
                  </a:cubicBezTo>
                  <a:cubicBezTo>
                    <a:pt x="18" y="36"/>
                    <a:pt x="18" y="36"/>
                    <a:pt x="18" y="36"/>
                  </a:cubicBezTo>
                  <a:cubicBezTo>
                    <a:pt x="18" y="38"/>
                    <a:pt x="18" y="38"/>
                    <a:pt x="18" y="38"/>
                  </a:cubicBezTo>
                  <a:cubicBezTo>
                    <a:pt x="17" y="39"/>
                    <a:pt x="17" y="39"/>
                    <a:pt x="17" y="39"/>
                  </a:cubicBezTo>
                  <a:cubicBezTo>
                    <a:pt x="17" y="41"/>
                    <a:pt x="18" y="43"/>
                    <a:pt x="18" y="44"/>
                  </a:cubicBezTo>
                  <a:cubicBezTo>
                    <a:pt x="18" y="45"/>
                    <a:pt x="18" y="45"/>
                    <a:pt x="18" y="45"/>
                  </a:cubicBezTo>
                  <a:cubicBezTo>
                    <a:pt x="18" y="46"/>
                    <a:pt x="17" y="48"/>
                    <a:pt x="17" y="48"/>
                  </a:cubicBezTo>
                  <a:cubicBezTo>
                    <a:pt x="17" y="49"/>
                    <a:pt x="17" y="49"/>
                    <a:pt x="17" y="49"/>
                  </a:cubicBezTo>
                  <a:cubicBezTo>
                    <a:pt x="16" y="48"/>
                    <a:pt x="16" y="48"/>
                    <a:pt x="16" y="48"/>
                  </a:cubicBezTo>
                  <a:cubicBezTo>
                    <a:pt x="16" y="48"/>
                    <a:pt x="16" y="48"/>
                    <a:pt x="16" y="48"/>
                  </a:cubicBezTo>
                  <a:cubicBezTo>
                    <a:pt x="16" y="48"/>
                    <a:pt x="15" y="48"/>
                    <a:pt x="13" y="47"/>
                  </a:cubicBezTo>
                  <a:moveTo>
                    <a:pt x="37" y="27"/>
                  </a:moveTo>
                  <a:cubicBezTo>
                    <a:pt x="37" y="27"/>
                    <a:pt x="37" y="27"/>
                    <a:pt x="37" y="27"/>
                  </a:cubicBezTo>
                  <a:cubicBezTo>
                    <a:pt x="37" y="27"/>
                    <a:pt x="37" y="27"/>
                    <a:pt x="37" y="27"/>
                  </a:cubicBezTo>
                  <a:close/>
                  <a:moveTo>
                    <a:pt x="13" y="42"/>
                  </a:moveTo>
                  <a:cubicBezTo>
                    <a:pt x="14" y="45"/>
                    <a:pt x="16" y="47"/>
                    <a:pt x="17" y="48"/>
                  </a:cubicBezTo>
                  <a:cubicBezTo>
                    <a:pt x="17" y="47"/>
                    <a:pt x="18" y="46"/>
                    <a:pt x="18" y="45"/>
                  </a:cubicBezTo>
                  <a:cubicBezTo>
                    <a:pt x="18" y="44"/>
                    <a:pt x="18" y="44"/>
                    <a:pt x="18" y="44"/>
                  </a:cubicBezTo>
                  <a:cubicBezTo>
                    <a:pt x="18" y="43"/>
                    <a:pt x="17" y="41"/>
                    <a:pt x="17" y="39"/>
                  </a:cubicBezTo>
                  <a:cubicBezTo>
                    <a:pt x="17" y="38"/>
                    <a:pt x="17" y="38"/>
                    <a:pt x="17" y="38"/>
                  </a:cubicBezTo>
                  <a:cubicBezTo>
                    <a:pt x="17" y="37"/>
                    <a:pt x="17" y="37"/>
                    <a:pt x="17" y="37"/>
                  </a:cubicBezTo>
                  <a:cubicBezTo>
                    <a:pt x="17" y="36"/>
                    <a:pt x="17" y="36"/>
                    <a:pt x="17" y="36"/>
                  </a:cubicBezTo>
                  <a:cubicBezTo>
                    <a:pt x="17" y="35"/>
                    <a:pt x="17" y="35"/>
                    <a:pt x="17" y="35"/>
                  </a:cubicBezTo>
                  <a:cubicBezTo>
                    <a:pt x="16" y="34"/>
                    <a:pt x="16" y="34"/>
                    <a:pt x="16" y="34"/>
                  </a:cubicBezTo>
                  <a:cubicBezTo>
                    <a:pt x="14" y="36"/>
                    <a:pt x="14" y="36"/>
                    <a:pt x="14" y="36"/>
                  </a:cubicBezTo>
                  <a:cubicBezTo>
                    <a:pt x="12" y="37"/>
                    <a:pt x="12" y="37"/>
                    <a:pt x="12" y="37"/>
                  </a:cubicBezTo>
                  <a:cubicBezTo>
                    <a:pt x="12" y="39"/>
                    <a:pt x="12" y="39"/>
                    <a:pt x="12" y="39"/>
                  </a:cubicBezTo>
                  <a:cubicBezTo>
                    <a:pt x="12" y="40"/>
                    <a:pt x="12" y="41"/>
                    <a:pt x="13" y="42"/>
                  </a:cubicBezTo>
                  <a:moveTo>
                    <a:pt x="4" y="32"/>
                  </a:moveTo>
                  <a:cubicBezTo>
                    <a:pt x="5" y="32"/>
                    <a:pt x="5" y="32"/>
                    <a:pt x="5" y="32"/>
                  </a:cubicBezTo>
                  <a:cubicBezTo>
                    <a:pt x="7" y="32"/>
                    <a:pt x="7" y="32"/>
                    <a:pt x="7" y="32"/>
                  </a:cubicBezTo>
                  <a:cubicBezTo>
                    <a:pt x="8" y="33"/>
                    <a:pt x="8" y="35"/>
                    <a:pt x="8" y="36"/>
                  </a:cubicBezTo>
                  <a:cubicBezTo>
                    <a:pt x="8" y="37"/>
                    <a:pt x="8" y="37"/>
                    <a:pt x="8" y="37"/>
                  </a:cubicBezTo>
                  <a:cubicBezTo>
                    <a:pt x="9" y="38"/>
                    <a:pt x="9" y="38"/>
                    <a:pt x="9" y="38"/>
                  </a:cubicBezTo>
                  <a:cubicBezTo>
                    <a:pt x="11" y="39"/>
                    <a:pt x="11" y="39"/>
                    <a:pt x="11" y="39"/>
                  </a:cubicBezTo>
                  <a:cubicBezTo>
                    <a:pt x="11" y="39"/>
                    <a:pt x="11" y="39"/>
                    <a:pt x="11" y="39"/>
                  </a:cubicBezTo>
                  <a:cubicBezTo>
                    <a:pt x="12" y="37"/>
                    <a:pt x="12" y="37"/>
                    <a:pt x="12" y="37"/>
                  </a:cubicBezTo>
                  <a:cubicBezTo>
                    <a:pt x="11" y="37"/>
                    <a:pt x="11" y="37"/>
                    <a:pt x="11" y="37"/>
                  </a:cubicBezTo>
                  <a:cubicBezTo>
                    <a:pt x="11" y="37"/>
                    <a:pt x="11" y="37"/>
                    <a:pt x="11" y="37"/>
                  </a:cubicBezTo>
                  <a:cubicBezTo>
                    <a:pt x="10" y="37"/>
                    <a:pt x="10" y="37"/>
                    <a:pt x="10" y="37"/>
                  </a:cubicBezTo>
                  <a:cubicBezTo>
                    <a:pt x="10" y="37"/>
                    <a:pt x="10" y="37"/>
                    <a:pt x="10" y="37"/>
                  </a:cubicBezTo>
                  <a:cubicBezTo>
                    <a:pt x="10" y="36"/>
                    <a:pt x="10" y="36"/>
                    <a:pt x="10" y="36"/>
                  </a:cubicBezTo>
                  <a:cubicBezTo>
                    <a:pt x="12" y="34"/>
                    <a:pt x="12" y="34"/>
                    <a:pt x="12" y="34"/>
                  </a:cubicBezTo>
                  <a:cubicBezTo>
                    <a:pt x="12" y="34"/>
                    <a:pt x="12" y="34"/>
                    <a:pt x="12" y="34"/>
                  </a:cubicBezTo>
                  <a:cubicBezTo>
                    <a:pt x="11" y="31"/>
                    <a:pt x="11" y="31"/>
                    <a:pt x="11" y="31"/>
                  </a:cubicBezTo>
                  <a:cubicBezTo>
                    <a:pt x="11" y="31"/>
                    <a:pt x="10" y="30"/>
                    <a:pt x="10" y="29"/>
                  </a:cubicBezTo>
                  <a:cubicBezTo>
                    <a:pt x="10" y="28"/>
                    <a:pt x="10" y="27"/>
                    <a:pt x="10" y="26"/>
                  </a:cubicBezTo>
                  <a:cubicBezTo>
                    <a:pt x="9" y="27"/>
                    <a:pt x="8" y="28"/>
                    <a:pt x="8" y="29"/>
                  </a:cubicBezTo>
                  <a:cubicBezTo>
                    <a:pt x="8" y="29"/>
                    <a:pt x="8" y="29"/>
                    <a:pt x="8" y="29"/>
                  </a:cubicBezTo>
                  <a:cubicBezTo>
                    <a:pt x="8" y="30"/>
                    <a:pt x="8" y="30"/>
                    <a:pt x="8" y="30"/>
                  </a:cubicBezTo>
                  <a:cubicBezTo>
                    <a:pt x="8" y="29"/>
                    <a:pt x="8" y="29"/>
                    <a:pt x="8" y="29"/>
                  </a:cubicBezTo>
                  <a:cubicBezTo>
                    <a:pt x="7" y="28"/>
                    <a:pt x="7" y="28"/>
                    <a:pt x="7" y="28"/>
                  </a:cubicBezTo>
                  <a:cubicBezTo>
                    <a:pt x="7" y="30"/>
                    <a:pt x="7" y="30"/>
                    <a:pt x="7" y="30"/>
                  </a:cubicBezTo>
                  <a:cubicBezTo>
                    <a:pt x="7" y="30"/>
                    <a:pt x="7" y="30"/>
                    <a:pt x="7" y="30"/>
                  </a:cubicBezTo>
                  <a:cubicBezTo>
                    <a:pt x="7" y="31"/>
                    <a:pt x="7" y="31"/>
                    <a:pt x="7" y="31"/>
                  </a:cubicBezTo>
                  <a:cubicBezTo>
                    <a:pt x="6" y="31"/>
                    <a:pt x="6" y="31"/>
                    <a:pt x="6" y="31"/>
                  </a:cubicBezTo>
                  <a:cubicBezTo>
                    <a:pt x="5" y="30"/>
                    <a:pt x="5" y="30"/>
                    <a:pt x="5" y="30"/>
                  </a:cubicBezTo>
                  <a:cubicBezTo>
                    <a:pt x="5" y="30"/>
                    <a:pt x="5" y="31"/>
                    <a:pt x="4" y="32"/>
                  </a:cubicBezTo>
                  <a:moveTo>
                    <a:pt x="1" y="29"/>
                  </a:moveTo>
                  <a:cubicBezTo>
                    <a:pt x="1" y="29"/>
                    <a:pt x="1" y="29"/>
                    <a:pt x="1" y="29"/>
                  </a:cubicBezTo>
                  <a:cubicBezTo>
                    <a:pt x="1" y="29"/>
                    <a:pt x="1" y="29"/>
                    <a:pt x="1" y="29"/>
                  </a:cubicBezTo>
                  <a:cubicBezTo>
                    <a:pt x="2" y="28"/>
                    <a:pt x="2" y="28"/>
                    <a:pt x="2" y="28"/>
                  </a:cubicBezTo>
                  <a:cubicBezTo>
                    <a:pt x="1" y="28"/>
                    <a:pt x="1" y="28"/>
                    <a:pt x="1" y="28"/>
                  </a:cubicBezTo>
                  <a:cubicBezTo>
                    <a:pt x="1" y="28"/>
                    <a:pt x="1" y="28"/>
                    <a:pt x="1" y="28"/>
                  </a:cubicBezTo>
                  <a:lnTo>
                    <a:pt x="1" y="29"/>
                  </a:lnTo>
                  <a:close/>
                  <a:moveTo>
                    <a:pt x="1" y="15"/>
                  </a:moveTo>
                  <a:cubicBezTo>
                    <a:pt x="3" y="18"/>
                    <a:pt x="3" y="18"/>
                    <a:pt x="3" y="18"/>
                  </a:cubicBezTo>
                  <a:cubicBezTo>
                    <a:pt x="3" y="18"/>
                    <a:pt x="3" y="19"/>
                    <a:pt x="3" y="20"/>
                  </a:cubicBezTo>
                  <a:cubicBezTo>
                    <a:pt x="3" y="21"/>
                    <a:pt x="3" y="21"/>
                    <a:pt x="3" y="21"/>
                  </a:cubicBezTo>
                  <a:cubicBezTo>
                    <a:pt x="2" y="25"/>
                    <a:pt x="2" y="25"/>
                    <a:pt x="2" y="25"/>
                  </a:cubicBezTo>
                  <a:cubicBezTo>
                    <a:pt x="1" y="27"/>
                    <a:pt x="1" y="27"/>
                    <a:pt x="1" y="27"/>
                  </a:cubicBezTo>
                  <a:cubicBezTo>
                    <a:pt x="1" y="27"/>
                    <a:pt x="1" y="27"/>
                    <a:pt x="1" y="27"/>
                  </a:cubicBezTo>
                  <a:cubicBezTo>
                    <a:pt x="2" y="28"/>
                    <a:pt x="2" y="28"/>
                    <a:pt x="2" y="28"/>
                  </a:cubicBezTo>
                  <a:cubicBezTo>
                    <a:pt x="2" y="28"/>
                    <a:pt x="2" y="28"/>
                    <a:pt x="2" y="28"/>
                  </a:cubicBezTo>
                  <a:cubicBezTo>
                    <a:pt x="2" y="27"/>
                    <a:pt x="2" y="27"/>
                    <a:pt x="2" y="27"/>
                  </a:cubicBezTo>
                  <a:cubicBezTo>
                    <a:pt x="3" y="26"/>
                    <a:pt x="3" y="26"/>
                    <a:pt x="3" y="26"/>
                  </a:cubicBezTo>
                  <a:cubicBezTo>
                    <a:pt x="3" y="24"/>
                    <a:pt x="3" y="24"/>
                    <a:pt x="3" y="24"/>
                  </a:cubicBezTo>
                  <a:cubicBezTo>
                    <a:pt x="3" y="23"/>
                    <a:pt x="3" y="23"/>
                    <a:pt x="3" y="23"/>
                  </a:cubicBezTo>
                  <a:cubicBezTo>
                    <a:pt x="3" y="23"/>
                    <a:pt x="3" y="23"/>
                    <a:pt x="3" y="23"/>
                  </a:cubicBezTo>
                  <a:cubicBezTo>
                    <a:pt x="3" y="23"/>
                    <a:pt x="3" y="23"/>
                    <a:pt x="3" y="23"/>
                  </a:cubicBezTo>
                  <a:cubicBezTo>
                    <a:pt x="3" y="22"/>
                    <a:pt x="3" y="22"/>
                    <a:pt x="3" y="22"/>
                  </a:cubicBezTo>
                  <a:cubicBezTo>
                    <a:pt x="4" y="23"/>
                    <a:pt x="4" y="23"/>
                    <a:pt x="4" y="23"/>
                  </a:cubicBezTo>
                  <a:cubicBezTo>
                    <a:pt x="4" y="23"/>
                    <a:pt x="4" y="23"/>
                    <a:pt x="4" y="23"/>
                  </a:cubicBezTo>
                  <a:cubicBezTo>
                    <a:pt x="4" y="23"/>
                    <a:pt x="4" y="23"/>
                    <a:pt x="4" y="23"/>
                  </a:cubicBezTo>
                  <a:cubicBezTo>
                    <a:pt x="4" y="23"/>
                    <a:pt x="4" y="23"/>
                    <a:pt x="4" y="23"/>
                  </a:cubicBezTo>
                  <a:cubicBezTo>
                    <a:pt x="4" y="23"/>
                    <a:pt x="5" y="25"/>
                    <a:pt x="5" y="26"/>
                  </a:cubicBezTo>
                  <a:cubicBezTo>
                    <a:pt x="6" y="28"/>
                    <a:pt x="6" y="28"/>
                    <a:pt x="6" y="28"/>
                  </a:cubicBezTo>
                  <a:cubicBezTo>
                    <a:pt x="6" y="30"/>
                    <a:pt x="6" y="30"/>
                    <a:pt x="6" y="30"/>
                  </a:cubicBezTo>
                  <a:cubicBezTo>
                    <a:pt x="6" y="28"/>
                    <a:pt x="6" y="28"/>
                    <a:pt x="6" y="28"/>
                  </a:cubicBezTo>
                  <a:cubicBezTo>
                    <a:pt x="7" y="27"/>
                    <a:pt x="7" y="27"/>
                    <a:pt x="7" y="27"/>
                  </a:cubicBezTo>
                  <a:cubicBezTo>
                    <a:pt x="7" y="27"/>
                    <a:pt x="7" y="27"/>
                    <a:pt x="7" y="27"/>
                  </a:cubicBezTo>
                  <a:cubicBezTo>
                    <a:pt x="6" y="26"/>
                    <a:pt x="6" y="26"/>
                    <a:pt x="6" y="26"/>
                  </a:cubicBezTo>
                  <a:cubicBezTo>
                    <a:pt x="6" y="24"/>
                    <a:pt x="5" y="22"/>
                    <a:pt x="5" y="21"/>
                  </a:cubicBezTo>
                  <a:cubicBezTo>
                    <a:pt x="5" y="20"/>
                    <a:pt x="5" y="20"/>
                    <a:pt x="5" y="20"/>
                  </a:cubicBezTo>
                  <a:cubicBezTo>
                    <a:pt x="5" y="18"/>
                    <a:pt x="5" y="18"/>
                    <a:pt x="5" y="18"/>
                  </a:cubicBezTo>
                  <a:cubicBezTo>
                    <a:pt x="5" y="19"/>
                    <a:pt x="5" y="19"/>
                    <a:pt x="5" y="19"/>
                  </a:cubicBezTo>
                  <a:cubicBezTo>
                    <a:pt x="5" y="18"/>
                    <a:pt x="5" y="18"/>
                    <a:pt x="5" y="18"/>
                  </a:cubicBezTo>
                  <a:cubicBezTo>
                    <a:pt x="5" y="16"/>
                    <a:pt x="5" y="16"/>
                    <a:pt x="5" y="16"/>
                  </a:cubicBezTo>
                  <a:cubicBezTo>
                    <a:pt x="5" y="15"/>
                    <a:pt x="6" y="14"/>
                    <a:pt x="6" y="14"/>
                  </a:cubicBezTo>
                  <a:cubicBezTo>
                    <a:pt x="6" y="14"/>
                    <a:pt x="6" y="14"/>
                    <a:pt x="6" y="14"/>
                  </a:cubicBezTo>
                  <a:cubicBezTo>
                    <a:pt x="6" y="13"/>
                    <a:pt x="6" y="13"/>
                    <a:pt x="6" y="13"/>
                  </a:cubicBezTo>
                  <a:cubicBezTo>
                    <a:pt x="5" y="12"/>
                    <a:pt x="5" y="12"/>
                    <a:pt x="5" y="12"/>
                  </a:cubicBezTo>
                  <a:cubicBezTo>
                    <a:pt x="5" y="12"/>
                    <a:pt x="5" y="12"/>
                    <a:pt x="5" y="12"/>
                  </a:cubicBezTo>
                  <a:cubicBezTo>
                    <a:pt x="4" y="12"/>
                    <a:pt x="4" y="12"/>
                    <a:pt x="4" y="12"/>
                  </a:cubicBezTo>
                  <a:cubicBezTo>
                    <a:pt x="4" y="14"/>
                    <a:pt x="4" y="14"/>
                    <a:pt x="4" y="14"/>
                  </a:cubicBezTo>
                  <a:cubicBezTo>
                    <a:pt x="4" y="14"/>
                    <a:pt x="4" y="14"/>
                    <a:pt x="4" y="14"/>
                  </a:cubicBezTo>
                  <a:cubicBezTo>
                    <a:pt x="4" y="14"/>
                    <a:pt x="4" y="14"/>
                    <a:pt x="4" y="14"/>
                  </a:cubicBezTo>
                  <a:cubicBezTo>
                    <a:pt x="4" y="15"/>
                    <a:pt x="4" y="15"/>
                    <a:pt x="4" y="15"/>
                  </a:cubicBezTo>
                  <a:cubicBezTo>
                    <a:pt x="4" y="16"/>
                    <a:pt x="4" y="16"/>
                    <a:pt x="4" y="16"/>
                  </a:cubicBezTo>
                  <a:cubicBezTo>
                    <a:pt x="4" y="16"/>
                    <a:pt x="4" y="16"/>
                    <a:pt x="4" y="16"/>
                  </a:cubicBezTo>
                  <a:cubicBezTo>
                    <a:pt x="4" y="17"/>
                    <a:pt x="4" y="17"/>
                    <a:pt x="4" y="17"/>
                  </a:cubicBezTo>
                  <a:cubicBezTo>
                    <a:pt x="4" y="19"/>
                    <a:pt x="4" y="19"/>
                    <a:pt x="4" y="19"/>
                  </a:cubicBezTo>
                  <a:cubicBezTo>
                    <a:pt x="4" y="19"/>
                    <a:pt x="4" y="19"/>
                    <a:pt x="4" y="19"/>
                  </a:cubicBezTo>
                  <a:cubicBezTo>
                    <a:pt x="4" y="17"/>
                    <a:pt x="4" y="17"/>
                    <a:pt x="4" y="17"/>
                  </a:cubicBezTo>
                  <a:cubicBezTo>
                    <a:pt x="4" y="16"/>
                    <a:pt x="4" y="16"/>
                    <a:pt x="4" y="16"/>
                  </a:cubicBezTo>
                  <a:cubicBezTo>
                    <a:pt x="4" y="16"/>
                    <a:pt x="4" y="16"/>
                    <a:pt x="4" y="16"/>
                  </a:cubicBezTo>
                  <a:cubicBezTo>
                    <a:pt x="3" y="15"/>
                    <a:pt x="3" y="15"/>
                    <a:pt x="3" y="15"/>
                  </a:cubicBezTo>
                  <a:cubicBezTo>
                    <a:pt x="3" y="15"/>
                    <a:pt x="3" y="15"/>
                    <a:pt x="3" y="15"/>
                  </a:cubicBezTo>
                  <a:cubicBezTo>
                    <a:pt x="2" y="13"/>
                    <a:pt x="2" y="13"/>
                    <a:pt x="2" y="13"/>
                  </a:cubicBezTo>
                  <a:cubicBezTo>
                    <a:pt x="1" y="13"/>
                    <a:pt x="1" y="13"/>
                    <a:pt x="1" y="13"/>
                  </a:cubicBezTo>
                  <a:cubicBezTo>
                    <a:pt x="1" y="13"/>
                    <a:pt x="1" y="13"/>
                    <a:pt x="1" y="13"/>
                  </a:cubicBezTo>
                  <a:cubicBezTo>
                    <a:pt x="1" y="14"/>
                    <a:pt x="1" y="14"/>
                    <a:pt x="1" y="14"/>
                  </a:cubicBezTo>
                  <a:lnTo>
                    <a:pt x="1" y="15"/>
                  </a:lnTo>
                  <a:close/>
                  <a:moveTo>
                    <a:pt x="1" y="13"/>
                  </a:moveTo>
                  <a:cubicBezTo>
                    <a:pt x="1" y="13"/>
                    <a:pt x="1" y="13"/>
                    <a:pt x="1" y="13"/>
                  </a:cubicBezTo>
                  <a:cubicBezTo>
                    <a:pt x="2" y="13"/>
                    <a:pt x="2" y="13"/>
                    <a:pt x="2" y="13"/>
                  </a:cubicBezTo>
                  <a:cubicBezTo>
                    <a:pt x="1" y="12"/>
                    <a:pt x="1" y="12"/>
                    <a:pt x="1" y="12"/>
                  </a:cubicBezTo>
                  <a:cubicBezTo>
                    <a:pt x="0" y="12"/>
                    <a:pt x="0" y="12"/>
                    <a:pt x="0" y="12"/>
                  </a:cubicBezTo>
                  <a:lnTo>
                    <a:pt x="1" y="13"/>
                  </a:lnTo>
                  <a:close/>
                  <a:moveTo>
                    <a:pt x="37" y="78"/>
                  </a:moveTo>
                  <a:cubicBezTo>
                    <a:pt x="38" y="79"/>
                    <a:pt x="38" y="79"/>
                    <a:pt x="38" y="79"/>
                  </a:cubicBezTo>
                  <a:cubicBezTo>
                    <a:pt x="38" y="80"/>
                    <a:pt x="38" y="80"/>
                    <a:pt x="38" y="80"/>
                  </a:cubicBezTo>
                  <a:cubicBezTo>
                    <a:pt x="38" y="81"/>
                    <a:pt x="38" y="81"/>
                    <a:pt x="38" y="81"/>
                  </a:cubicBezTo>
                  <a:cubicBezTo>
                    <a:pt x="38" y="81"/>
                    <a:pt x="38" y="81"/>
                    <a:pt x="38" y="81"/>
                  </a:cubicBezTo>
                  <a:cubicBezTo>
                    <a:pt x="38" y="80"/>
                    <a:pt x="38" y="80"/>
                    <a:pt x="38" y="80"/>
                  </a:cubicBezTo>
                  <a:cubicBezTo>
                    <a:pt x="37" y="80"/>
                    <a:pt x="37" y="80"/>
                    <a:pt x="37" y="80"/>
                  </a:cubicBezTo>
                  <a:cubicBezTo>
                    <a:pt x="37" y="78"/>
                    <a:pt x="37" y="78"/>
                    <a:pt x="37" y="78"/>
                  </a:cubicBezTo>
                  <a:close/>
                  <a:moveTo>
                    <a:pt x="23" y="52"/>
                  </a:moveTo>
                  <a:cubicBezTo>
                    <a:pt x="23" y="52"/>
                    <a:pt x="24" y="53"/>
                    <a:pt x="26" y="54"/>
                  </a:cubicBezTo>
                  <a:cubicBezTo>
                    <a:pt x="28" y="55"/>
                    <a:pt x="29" y="55"/>
                    <a:pt x="29" y="56"/>
                  </a:cubicBezTo>
                  <a:cubicBezTo>
                    <a:pt x="29" y="57"/>
                    <a:pt x="29" y="57"/>
                    <a:pt x="29" y="57"/>
                  </a:cubicBezTo>
                  <a:cubicBezTo>
                    <a:pt x="29" y="57"/>
                    <a:pt x="29" y="57"/>
                    <a:pt x="29" y="57"/>
                  </a:cubicBezTo>
                  <a:cubicBezTo>
                    <a:pt x="28" y="56"/>
                    <a:pt x="28" y="56"/>
                    <a:pt x="28" y="56"/>
                  </a:cubicBezTo>
                  <a:cubicBezTo>
                    <a:pt x="28" y="55"/>
                    <a:pt x="28" y="55"/>
                    <a:pt x="26" y="54"/>
                  </a:cubicBezTo>
                  <a:cubicBezTo>
                    <a:pt x="24" y="54"/>
                    <a:pt x="22" y="52"/>
                    <a:pt x="22" y="52"/>
                  </a:cubicBezTo>
                  <a:lnTo>
                    <a:pt x="23" y="52"/>
                  </a:lnTo>
                  <a:close/>
                  <a:moveTo>
                    <a:pt x="41" y="82"/>
                  </a:moveTo>
                  <a:cubicBezTo>
                    <a:pt x="41" y="83"/>
                    <a:pt x="41" y="83"/>
                    <a:pt x="41" y="83"/>
                  </a:cubicBezTo>
                  <a:cubicBezTo>
                    <a:pt x="41" y="83"/>
                    <a:pt x="41" y="83"/>
                    <a:pt x="41" y="83"/>
                  </a:cubicBezTo>
                  <a:cubicBezTo>
                    <a:pt x="41" y="83"/>
                    <a:pt x="41" y="83"/>
                    <a:pt x="41" y="83"/>
                  </a:cubicBezTo>
                  <a:cubicBezTo>
                    <a:pt x="40" y="84"/>
                    <a:pt x="40" y="84"/>
                    <a:pt x="40" y="84"/>
                  </a:cubicBezTo>
                  <a:cubicBezTo>
                    <a:pt x="40" y="85"/>
                    <a:pt x="40" y="85"/>
                    <a:pt x="40" y="85"/>
                  </a:cubicBezTo>
                  <a:cubicBezTo>
                    <a:pt x="40" y="85"/>
                    <a:pt x="40" y="86"/>
                    <a:pt x="40" y="86"/>
                  </a:cubicBezTo>
                  <a:cubicBezTo>
                    <a:pt x="41" y="88"/>
                    <a:pt x="41" y="88"/>
                    <a:pt x="41" y="88"/>
                  </a:cubicBezTo>
                  <a:cubicBezTo>
                    <a:pt x="42" y="89"/>
                    <a:pt x="42" y="89"/>
                    <a:pt x="42" y="89"/>
                  </a:cubicBezTo>
                  <a:cubicBezTo>
                    <a:pt x="42" y="90"/>
                    <a:pt x="41" y="91"/>
                    <a:pt x="41" y="92"/>
                  </a:cubicBezTo>
                  <a:cubicBezTo>
                    <a:pt x="42" y="95"/>
                    <a:pt x="42" y="95"/>
                    <a:pt x="42" y="95"/>
                  </a:cubicBezTo>
                  <a:cubicBezTo>
                    <a:pt x="41" y="95"/>
                    <a:pt x="41" y="95"/>
                    <a:pt x="41" y="95"/>
                  </a:cubicBezTo>
                  <a:cubicBezTo>
                    <a:pt x="41" y="96"/>
                    <a:pt x="41" y="96"/>
                    <a:pt x="41" y="96"/>
                  </a:cubicBezTo>
                  <a:cubicBezTo>
                    <a:pt x="40" y="96"/>
                    <a:pt x="40" y="96"/>
                    <a:pt x="40" y="96"/>
                  </a:cubicBezTo>
                  <a:cubicBezTo>
                    <a:pt x="41" y="95"/>
                    <a:pt x="41" y="95"/>
                    <a:pt x="41" y="95"/>
                  </a:cubicBezTo>
                  <a:cubicBezTo>
                    <a:pt x="41" y="95"/>
                    <a:pt x="41" y="95"/>
                    <a:pt x="41" y="95"/>
                  </a:cubicBezTo>
                  <a:cubicBezTo>
                    <a:pt x="41" y="92"/>
                    <a:pt x="41" y="92"/>
                    <a:pt x="41" y="92"/>
                  </a:cubicBezTo>
                  <a:cubicBezTo>
                    <a:pt x="41" y="91"/>
                    <a:pt x="41" y="90"/>
                    <a:pt x="41" y="89"/>
                  </a:cubicBezTo>
                  <a:cubicBezTo>
                    <a:pt x="41" y="89"/>
                    <a:pt x="41" y="89"/>
                    <a:pt x="41" y="89"/>
                  </a:cubicBezTo>
                  <a:cubicBezTo>
                    <a:pt x="40" y="87"/>
                    <a:pt x="40" y="87"/>
                    <a:pt x="40" y="87"/>
                  </a:cubicBezTo>
                  <a:cubicBezTo>
                    <a:pt x="39" y="85"/>
                    <a:pt x="39" y="85"/>
                    <a:pt x="39" y="85"/>
                  </a:cubicBezTo>
                  <a:cubicBezTo>
                    <a:pt x="39" y="84"/>
                    <a:pt x="39" y="84"/>
                    <a:pt x="39" y="84"/>
                  </a:cubicBezTo>
                  <a:cubicBezTo>
                    <a:pt x="39" y="83"/>
                    <a:pt x="40" y="83"/>
                    <a:pt x="40" y="82"/>
                  </a:cubicBezTo>
                  <a:lnTo>
                    <a:pt x="41" y="82"/>
                  </a:lnTo>
                  <a:close/>
                  <a:moveTo>
                    <a:pt x="28" y="34"/>
                  </a:moveTo>
                  <a:cubicBezTo>
                    <a:pt x="29" y="34"/>
                    <a:pt x="29" y="34"/>
                    <a:pt x="29" y="34"/>
                  </a:cubicBezTo>
                  <a:cubicBezTo>
                    <a:pt x="30" y="34"/>
                    <a:pt x="30" y="34"/>
                    <a:pt x="30" y="34"/>
                  </a:cubicBezTo>
                  <a:cubicBezTo>
                    <a:pt x="30" y="34"/>
                    <a:pt x="30" y="34"/>
                    <a:pt x="30" y="34"/>
                  </a:cubicBezTo>
                  <a:cubicBezTo>
                    <a:pt x="30" y="33"/>
                    <a:pt x="30" y="33"/>
                    <a:pt x="30" y="33"/>
                  </a:cubicBezTo>
                  <a:cubicBezTo>
                    <a:pt x="31" y="32"/>
                    <a:pt x="31" y="32"/>
                    <a:pt x="33" y="32"/>
                  </a:cubicBezTo>
                  <a:cubicBezTo>
                    <a:pt x="34" y="31"/>
                    <a:pt x="34" y="31"/>
                    <a:pt x="34" y="30"/>
                  </a:cubicBezTo>
                  <a:cubicBezTo>
                    <a:pt x="34" y="30"/>
                    <a:pt x="34" y="30"/>
                    <a:pt x="34" y="30"/>
                  </a:cubicBezTo>
                  <a:cubicBezTo>
                    <a:pt x="33" y="29"/>
                    <a:pt x="33" y="29"/>
                    <a:pt x="33" y="29"/>
                  </a:cubicBezTo>
                  <a:cubicBezTo>
                    <a:pt x="33" y="29"/>
                    <a:pt x="33" y="29"/>
                    <a:pt x="33" y="29"/>
                  </a:cubicBezTo>
                  <a:cubicBezTo>
                    <a:pt x="34" y="27"/>
                    <a:pt x="34" y="27"/>
                    <a:pt x="34" y="27"/>
                  </a:cubicBezTo>
                  <a:cubicBezTo>
                    <a:pt x="34" y="25"/>
                    <a:pt x="34" y="25"/>
                    <a:pt x="34" y="25"/>
                  </a:cubicBezTo>
                  <a:cubicBezTo>
                    <a:pt x="34" y="26"/>
                    <a:pt x="34" y="26"/>
                    <a:pt x="34" y="26"/>
                  </a:cubicBezTo>
                  <a:cubicBezTo>
                    <a:pt x="33" y="26"/>
                    <a:pt x="33" y="26"/>
                    <a:pt x="33" y="26"/>
                  </a:cubicBezTo>
                  <a:cubicBezTo>
                    <a:pt x="32" y="25"/>
                    <a:pt x="32" y="25"/>
                    <a:pt x="32" y="25"/>
                  </a:cubicBezTo>
                  <a:cubicBezTo>
                    <a:pt x="32" y="25"/>
                    <a:pt x="32" y="25"/>
                    <a:pt x="32" y="25"/>
                  </a:cubicBezTo>
                  <a:cubicBezTo>
                    <a:pt x="33" y="23"/>
                    <a:pt x="33" y="23"/>
                    <a:pt x="33" y="23"/>
                  </a:cubicBezTo>
                  <a:cubicBezTo>
                    <a:pt x="34" y="22"/>
                    <a:pt x="34" y="22"/>
                    <a:pt x="34" y="22"/>
                  </a:cubicBezTo>
                  <a:cubicBezTo>
                    <a:pt x="35" y="22"/>
                    <a:pt x="35" y="22"/>
                    <a:pt x="35" y="22"/>
                  </a:cubicBezTo>
                  <a:cubicBezTo>
                    <a:pt x="34" y="23"/>
                    <a:pt x="34" y="23"/>
                    <a:pt x="34" y="23"/>
                  </a:cubicBezTo>
                  <a:cubicBezTo>
                    <a:pt x="33" y="23"/>
                    <a:pt x="33" y="23"/>
                    <a:pt x="33" y="23"/>
                  </a:cubicBezTo>
                  <a:cubicBezTo>
                    <a:pt x="33" y="25"/>
                    <a:pt x="33" y="25"/>
                    <a:pt x="33" y="25"/>
                  </a:cubicBezTo>
                  <a:cubicBezTo>
                    <a:pt x="33" y="25"/>
                    <a:pt x="33" y="25"/>
                    <a:pt x="33" y="25"/>
                  </a:cubicBezTo>
                  <a:cubicBezTo>
                    <a:pt x="33" y="25"/>
                    <a:pt x="33" y="25"/>
                    <a:pt x="33" y="25"/>
                  </a:cubicBezTo>
                  <a:cubicBezTo>
                    <a:pt x="33" y="25"/>
                    <a:pt x="33" y="25"/>
                    <a:pt x="33" y="25"/>
                  </a:cubicBezTo>
                  <a:cubicBezTo>
                    <a:pt x="34" y="25"/>
                    <a:pt x="34" y="25"/>
                    <a:pt x="34" y="25"/>
                  </a:cubicBezTo>
                  <a:cubicBezTo>
                    <a:pt x="35" y="24"/>
                    <a:pt x="35" y="24"/>
                    <a:pt x="35" y="24"/>
                  </a:cubicBezTo>
                  <a:cubicBezTo>
                    <a:pt x="35" y="25"/>
                    <a:pt x="35" y="25"/>
                    <a:pt x="35" y="25"/>
                  </a:cubicBezTo>
                  <a:cubicBezTo>
                    <a:pt x="35" y="27"/>
                    <a:pt x="35" y="27"/>
                    <a:pt x="35" y="27"/>
                  </a:cubicBezTo>
                  <a:cubicBezTo>
                    <a:pt x="34" y="29"/>
                    <a:pt x="34" y="29"/>
                    <a:pt x="34" y="29"/>
                  </a:cubicBezTo>
                  <a:cubicBezTo>
                    <a:pt x="34" y="29"/>
                    <a:pt x="34" y="29"/>
                    <a:pt x="34" y="29"/>
                  </a:cubicBezTo>
                  <a:cubicBezTo>
                    <a:pt x="34" y="30"/>
                    <a:pt x="34" y="30"/>
                    <a:pt x="34" y="30"/>
                  </a:cubicBezTo>
                  <a:cubicBezTo>
                    <a:pt x="34" y="31"/>
                    <a:pt x="34" y="31"/>
                    <a:pt x="34" y="31"/>
                  </a:cubicBezTo>
                  <a:cubicBezTo>
                    <a:pt x="34" y="31"/>
                    <a:pt x="34" y="32"/>
                    <a:pt x="33" y="32"/>
                  </a:cubicBezTo>
                  <a:cubicBezTo>
                    <a:pt x="31" y="33"/>
                    <a:pt x="31" y="33"/>
                    <a:pt x="31" y="33"/>
                  </a:cubicBezTo>
                  <a:cubicBezTo>
                    <a:pt x="31" y="34"/>
                    <a:pt x="31" y="34"/>
                    <a:pt x="31" y="34"/>
                  </a:cubicBezTo>
                  <a:cubicBezTo>
                    <a:pt x="30" y="35"/>
                    <a:pt x="30" y="35"/>
                    <a:pt x="30" y="35"/>
                  </a:cubicBezTo>
                  <a:cubicBezTo>
                    <a:pt x="29" y="34"/>
                    <a:pt x="29" y="34"/>
                    <a:pt x="29" y="34"/>
                  </a:cubicBezTo>
                  <a:cubicBezTo>
                    <a:pt x="28" y="34"/>
                    <a:pt x="28" y="34"/>
                    <a:pt x="28" y="34"/>
                  </a:cubicBezTo>
                  <a:cubicBezTo>
                    <a:pt x="27" y="35"/>
                    <a:pt x="26" y="36"/>
                    <a:pt x="26" y="37"/>
                  </a:cubicBezTo>
                  <a:cubicBezTo>
                    <a:pt x="26" y="37"/>
                    <a:pt x="26" y="37"/>
                    <a:pt x="26" y="37"/>
                  </a:cubicBezTo>
                  <a:cubicBezTo>
                    <a:pt x="26" y="37"/>
                    <a:pt x="26" y="37"/>
                    <a:pt x="26" y="37"/>
                  </a:cubicBezTo>
                  <a:cubicBezTo>
                    <a:pt x="26" y="37"/>
                    <a:pt x="26" y="37"/>
                    <a:pt x="26" y="37"/>
                  </a:cubicBezTo>
                  <a:cubicBezTo>
                    <a:pt x="26" y="36"/>
                    <a:pt x="27" y="34"/>
                    <a:pt x="28" y="34"/>
                  </a:cubicBezTo>
                  <a:moveTo>
                    <a:pt x="23" y="23"/>
                  </a:moveTo>
                  <a:cubicBezTo>
                    <a:pt x="23" y="20"/>
                    <a:pt x="23" y="20"/>
                    <a:pt x="23" y="20"/>
                  </a:cubicBezTo>
                  <a:cubicBezTo>
                    <a:pt x="22" y="19"/>
                    <a:pt x="22" y="19"/>
                    <a:pt x="22" y="19"/>
                  </a:cubicBezTo>
                  <a:cubicBezTo>
                    <a:pt x="22" y="19"/>
                    <a:pt x="22" y="19"/>
                    <a:pt x="22" y="19"/>
                  </a:cubicBezTo>
                  <a:cubicBezTo>
                    <a:pt x="23" y="20"/>
                    <a:pt x="23" y="20"/>
                    <a:pt x="23" y="20"/>
                  </a:cubicBezTo>
                  <a:cubicBezTo>
                    <a:pt x="23" y="20"/>
                    <a:pt x="23" y="20"/>
                    <a:pt x="23" y="20"/>
                  </a:cubicBezTo>
                  <a:cubicBezTo>
                    <a:pt x="23" y="20"/>
                    <a:pt x="23" y="20"/>
                    <a:pt x="23" y="20"/>
                  </a:cubicBezTo>
                  <a:cubicBezTo>
                    <a:pt x="23" y="22"/>
                    <a:pt x="23" y="22"/>
                    <a:pt x="23" y="22"/>
                  </a:cubicBezTo>
                  <a:lnTo>
                    <a:pt x="23" y="23"/>
                  </a:lnTo>
                  <a:close/>
                  <a:moveTo>
                    <a:pt x="26" y="73"/>
                  </a:moveTo>
                  <a:cubicBezTo>
                    <a:pt x="26" y="73"/>
                    <a:pt x="26" y="73"/>
                    <a:pt x="26" y="73"/>
                  </a:cubicBezTo>
                  <a:cubicBezTo>
                    <a:pt x="26" y="74"/>
                    <a:pt x="26" y="74"/>
                    <a:pt x="26" y="74"/>
                  </a:cubicBezTo>
                  <a:cubicBezTo>
                    <a:pt x="26" y="74"/>
                    <a:pt x="26" y="74"/>
                    <a:pt x="26" y="74"/>
                  </a:cubicBezTo>
                  <a:cubicBezTo>
                    <a:pt x="26" y="74"/>
                    <a:pt x="26" y="74"/>
                    <a:pt x="26" y="74"/>
                  </a:cubicBezTo>
                  <a:cubicBezTo>
                    <a:pt x="25" y="74"/>
                    <a:pt x="25" y="74"/>
                    <a:pt x="25" y="74"/>
                  </a:cubicBezTo>
                  <a:cubicBezTo>
                    <a:pt x="25" y="74"/>
                    <a:pt x="25" y="74"/>
                    <a:pt x="25" y="74"/>
                  </a:cubicBezTo>
                  <a:cubicBezTo>
                    <a:pt x="24" y="75"/>
                    <a:pt x="24" y="75"/>
                    <a:pt x="24" y="75"/>
                  </a:cubicBezTo>
                  <a:cubicBezTo>
                    <a:pt x="23" y="75"/>
                    <a:pt x="23" y="77"/>
                    <a:pt x="22" y="78"/>
                  </a:cubicBezTo>
                  <a:cubicBezTo>
                    <a:pt x="21" y="78"/>
                    <a:pt x="21" y="79"/>
                    <a:pt x="20" y="79"/>
                  </a:cubicBezTo>
                  <a:cubicBezTo>
                    <a:pt x="20" y="79"/>
                    <a:pt x="20" y="79"/>
                    <a:pt x="20" y="79"/>
                  </a:cubicBezTo>
                  <a:cubicBezTo>
                    <a:pt x="20" y="79"/>
                    <a:pt x="20" y="79"/>
                    <a:pt x="20" y="79"/>
                  </a:cubicBezTo>
                  <a:cubicBezTo>
                    <a:pt x="20" y="78"/>
                    <a:pt x="20" y="78"/>
                    <a:pt x="20" y="78"/>
                  </a:cubicBezTo>
                  <a:cubicBezTo>
                    <a:pt x="21" y="77"/>
                    <a:pt x="21" y="77"/>
                    <a:pt x="21" y="77"/>
                  </a:cubicBezTo>
                  <a:cubicBezTo>
                    <a:pt x="24" y="74"/>
                    <a:pt x="24" y="74"/>
                    <a:pt x="24" y="74"/>
                  </a:cubicBezTo>
                  <a:cubicBezTo>
                    <a:pt x="24" y="74"/>
                    <a:pt x="24" y="74"/>
                    <a:pt x="24" y="74"/>
                  </a:cubicBezTo>
                  <a:cubicBezTo>
                    <a:pt x="25" y="73"/>
                    <a:pt x="25" y="73"/>
                    <a:pt x="25" y="73"/>
                  </a:cubicBezTo>
                  <a:cubicBezTo>
                    <a:pt x="24" y="72"/>
                    <a:pt x="24" y="72"/>
                    <a:pt x="24" y="72"/>
                  </a:cubicBezTo>
                  <a:cubicBezTo>
                    <a:pt x="24" y="72"/>
                    <a:pt x="24" y="72"/>
                    <a:pt x="24" y="72"/>
                  </a:cubicBezTo>
                  <a:cubicBezTo>
                    <a:pt x="24" y="72"/>
                    <a:pt x="25" y="72"/>
                    <a:pt x="26"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2" name="Freeform 34">
              <a:extLst>
                <a:ext uri="{FF2B5EF4-FFF2-40B4-BE49-F238E27FC236}">
                  <a16:creationId xmlns:a16="http://schemas.microsoft.com/office/drawing/2014/main" id="{35EFFDDD-6341-49DC-9AC3-FE95DEF8DD08}"/>
                </a:ext>
              </a:extLst>
            </p:cNvPr>
            <p:cNvSpPr>
              <a:spLocks noEditPoints="1"/>
            </p:cNvSpPr>
            <p:nvPr/>
          </p:nvSpPr>
          <p:spPr bwMode="auto">
            <a:xfrm>
              <a:off x="6108700" y="2516188"/>
              <a:ext cx="288925" cy="365125"/>
            </a:xfrm>
            <a:custGeom>
              <a:avLst/>
              <a:gdLst>
                <a:gd name="T0" fmla="*/ 127 w 133"/>
                <a:gd name="T1" fmla="*/ 60 h 169"/>
                <a:gd name="T2" fmla="*/ 60 w 133"/>
                <a:gd name="T3" fmla="*/ 165 h 169"/>
                <a:gd name="T4" fmla="*/ 79 w 133"/>
                <a:gd name="T5" fmla="*/ 158 h 169"/>
                <a:gd name="T6" fmla="*/ 60 w 133"/>
                <a:gd name="T7" fmla="*/ 157 h 169"/>
                <a:gd name="T8" fmla="*/ 79 w 133"/>
                <a:gd name="T9" fmla="*/ 154 h 169"/>
                <a:gd name="T10" fmla="*/ 42 w 133"/>
                <a:gd name="T11" fmla="*/ 151 h 169"/>
                <a:gd name="T12" fmla="*/ 66 w 133"/>
                <a:gd name="T13" fmla="*/ 164 h 169"/>
                <a:gd name="T14" fmla="*/ 123 w 133"/>
                <a:gd name="T15" fmla="*/ 35 h 169"/>
                <a:gd name="T16" fmla="*/ 86 w 133"/>
                <a:gd name="T17" fmla="*/ 152 h 169"/>
                <a:gd name="T18" fmla="*/ 53 w 133"/>
                <a:gd name="T19" fmla="*/ 150 h 169"/>
                <a:gd name="T20" fmla="*/ 85 w 133"/>
                <a:gd name="T21" fmla="*/ 153 h 169"/>
                <a:gd name="T22" fmla="*/ 39 w 133"/>
                <a:gd name="T23" fmla="*/ 62 h 169"/>
                <a:gd name="T24" fmla="*/ 29 w 133"/>
                <a:gd name="T25" fmla="*/ 53 h 169"/>
                <a:gd name="T26" fmla="*/ 32 w 133"/>
                <a:gd name="T27" fmla="*/ 78 h 169"/>
                <a:gd name="T28" fmla="*/ 27 w 133"/>
                <a:gd name="T29" fmla="*/ 79 h 169"/>
                <a:gd name="T30" fmla="*/ 18 w 133"/>
                <a:gd name="T31" fmla="*/ 72 h 169"/>
                <a:gd name="T32" fmla="*/ 17 w 133"/>
                <a:gd name="T33" fmla="*/ 96 h 169"/>
                <a:gd name="T34" fmla="*/ 7 w 133"/>
                <a:gd name="T35" fmla="*/ 83 h 169"/>
                <a:gd name="T36" fmla="*/ 7 w 133"/>
                <a:gd name="T37" fmla="*/ 71 h 169"/>
                <a:gd name="T38" fmla="*/ 6 w 133"/>
                <a:gd name="T39" fmla="*/ 37 h 169"/>
                <a:gd name="T40" fmla="*/ 8 w 133"/>
                <a:gd name="T41" fmla="*/ 35 h 169"/>
                <a:gd name="T42" fmla="*/ 10 w 133"/>
                <a:gd name="T43" fmla="*/ 11 h 169"/>
                <a:gd name="T44" fmla="*/ 21 w 133"/>
                <a:gd name="T45" fmla="*/ 14 h 169"/>
                <a:gd name="T46" fmla="*/ 33 w 133"/>
                <a:gd name="T47" fmla="*/ 16 h 169"/>
                <a:gd name="T48" fmla="*/ 30 w 133"/>
                <a:gd name="T49" fmla="*/ 23 h 169"/>
                <a:gd name="T50" fmla="*/ 41 w 133"/>
                <a:gd name="T51" fmla="*/ 30 h 169"/>
                <a:gd name="T52" fmla="*/ 44 w 133"/>
                <a:gd name="T53" fmla="*/ 12 h 169"/>
                <a:gd name="T54" fmla="*/ 46 w 133"/>
                <a:gd name="T55" fmla="*/ 16 h 169"/>
                <a:gd name="T56" fmla="*/ 47 w 133"/>
                <a:gd name="T57" fmla="*/ 22 h 169"/>
                <a:gd name="T58" fmla="*/ 47 w 133"/>
                <a:gd name="T59" fmla="*/ 27 h 169"/>
                <a:gd name="T60" fmla="*/ 37 w 133"/>
                <a:gd name="T61" fmla="*/ 43 h 169"/>
                <a:gd name="T62" fmla="*/ 40 w 133"/>
                <a:gd name="T63" fmla="*/ 50 h 169"/>
                <a:gd name="T64" fmla="*/ 0 w 133"/>
                <a:gd name="T65" fmla="*/ 82 h 169"/>
                <a:gd name="T66" fmla="*/ 12 w 133"/>
                <a:gd name="T67" fmla="*/ 45 h 169"/>
                <a:gd name="T68" fmla="*/ 12 w 133"/>
                <a:gd name="T69" fmla="*/ 44 h 169"/>
                <a:gd name="T70" fmla="*/ 44 w 133"/>
                <a:gd name="T71" fmla="*/ 50 h 169"/>
                <a:gd name="T72" fmla="*/ 40 w 133"/>
                <a:gd name="T73" fmla="*/ 62 h 169"/>
                <a:gd name="T74" fmla="*/ 132 w 133"/>
                <a:gd name="T75" fmla="*/ 0 h 169"/>
                <a:gd name="T76" fmla="*/ 124 w 133"/>
                <a:gd name="T77" fmla="*/ 38 h 169"/>
                <a:gd name="T78" fmla="*/ 125 w 133"/>
                <a:gd name="T79" fmla="*/ 72 h 169"/>
                <a:gd name="T80" fmla="*/ 125 w 133"/>
                <a:gd name="T81" fmla="*/ 89 h 169"/>
                <a:gd name="T82" fmla="*/ 121 w 133"/>
                <a:gd name="T83" fmla="*/ 97 h 169"/>
                <a:gd name="T84" fmla="*/ 111 w 133"/>
                <a:gd name="T85" fmla="*/ 69 h 169"/>
                <a:gd name="T86" fmla="*/ 103 w 133"/>
                <a:gd name="T87" fmla="*/ 82 h 169"/>
                <a:gd name="T88" fmla="*/ 102 w 133"/>
                <a:gd name="T89" fmla="*/ 78 h 169"/>
                <a:gd name="T90" fmla="*/ 99 w 133"/>
                <a:gd name="T91" fmla="*/ 57 h 169"/>
                <a:gd name="T92" fmla="*/ 92 w 133"/>
                <a:gd name="T93" fmla="*/ 63 h 169"/>
                <a:gd name="T94" fmla="*/ 88 w 133"/>
                <a:gd name="T95" fmla="*/ 47 h 169"/>
                <a:gd name="T96" fmla="*/ 91 w 133"/>
                <a:gd name="T97" fmla="*/ 53 h 169"/>
                <a:gd name="T98" fmla="*/ 92 w 133"/>
                <a:gd name="T99" fmla="*/ 39 h 169"/>
                <a:gd name="T100" fmla="*/ 85 w 133"/>
                <a:gd name="T101" fmla="*/ 29 h 169"/>
                <a:gd name="T102" fmla="*/ 84 w 133"/>
                <a:gd name="T103" fmla="*/ 16 h 169"/>
                <a:gd name="T104" fmla="*/ 87 w 133"/>
                <a:gd name="T105" fmla="*/ 13 h 169"/>
                <a:gd name="T106" fmla="*/ 90 w 133"/>
                <a:gd name="T107" fmla="*/ 14 h 169"/>
                <a:gd name="T108" fmla="*/ 93 w 133"/>
                <a:gd name="T109" fmla="*/ 30 h 169"/>
                <a:gd name="T110" fmla="*/ 97 w 133"/>
                <a:gd name="T111" fmla="*/ 23 h 169"/>
                <a:gd name="T112" fmla="*/ 107 w 133"/>
                <a:gd name="T113" fmla="*/ 14 h 169"/>
                <a:gd name="T114" fmla="*/ 113 w 133"/>
                <a:gd name="T115" fmla="*/ 22 h 169"/>
                <a:gd name="T116" fmla="*/ 129 w 133"/>
                <a:gd name="T117" fmla="*/ 3 h 169"/>
                <a:gd name="T118" fmla="*/ 130 w 133"/>
                <a:gd name="T119" fmla="*/ 44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3" h="169">
                  <a:moveTo>
                    <a:pt x="120" y="44"/>
                  </a:moveTo>
                  <a:cubicBezTo>
                    <a:pt x="118" y="44"/>
                    <a:pt x="117" y="43"/>
                    <a:pt x="117" y="43"/>
                  </a:cubicBezTo>
                  <a:cubicBezTo>
                    <a:pt x="117" y="45"/>
                    <a:pt x="117" y="47"/>
                    <a:pt x="117" y="47"/>
                  </a:cubicBezTo>
                  <a:cubicBezTo>
                    <a:pt x="116" y="47"/>
                    <a:pt x="116" y="47"/>
                    <a:pt x="115" y="47"/>
                  </a:cubicBezTo>
                  <a:cubicBezTo>
                    <a:pt x="115" y="48"/>
                    <a:pt x="115" y="48"/>
                    <a:pt x="115" y="48"/>
                  </a:cubicBezTo>
                  <a:cubicBezTo>
                    <a:pt x="115" y="49"/>
                    <a:pt x="115" y="50"/>
                    <a:pt x="116" y="51"/>
                  </a:cubicBezTo>
                  <a:cubicBezTo>
                    <a:pt x="116" y="53"/>
                    <a:pt x="119" y="55"/>
                    <a:pt x="121" y="56"/>
                  </a:cubicBezTo>
                  <a:cubicBezTo>
                    <a:pt x="122" y="58"/>
                    <a:pt x="123" y="59"/>
                    <a:pt x="123" y="61"/>
                  </a:cubicBezTo>
                  <a:cubicBezTo>
                    <a:pt x="124" y="62"/>
                    <a:pt x="123" y="63"/>
                    <a:pt x="125" y="63"/>
                  </a:cubicBezTo>
                  <a:cubicBezTo>
                    <a:pt x="127" y="62"/>
                    <a:pt x="127" y="60"/>
                    <a:pt x="127" y="60"/>
                  </a:cubicBezTo>
                  <a:cubicBezTo>
                    <a:pt x="128" y="54"/>
                    <a:pt x="122" y="53"/>
                    <a:pt x="120" y="45"/>
                  </a:cubicBezTo>
                  <a:lnTo>
                    <a:pt x="120" y="44"/>
                  </a:lnTo>
                  <a:close/>
                  <a:moveTo>
                    <a:pt x="112" y="26"/>
                  </a:moveTo>
                  <a:cubicBezTo>
                    <a:pt x="113" y="24"/>
                    <a:pt x="113" y="24"/>
                    <a:pt x="113" y="24"/>
                  </a:cubicBezTo>
                  <a:lnTo>
                    <a:pt x="112" y="26"/>
                  </a:lnTo>
                  <a:close/>
                  <a:moveTo>
                    <a:pt x="67" y="169"/>
                  </a:moveTo>
                  <a:cubicBezTo>
                    <a:pt x="67" y="169"/>
                    <a:pt x="72" y="167"/>
                    <a:pt x="79" y="163"/>
                  </a:cubicBezTo>
                  <a:cubicBezTo>
                    <a:pt x="76" y="163"/>
                    <a:pt x="76" y="165"/>
                    <a:pt x="73" y="165"/>
                  </a:cubicBezTo>
                  <a:cubicBezTo>
                    <a:pt x="70" y="165"/>
                    <a:pt x="69" y="163"/>
                    <a:pt x="66" y="163"/>
                  </a:cubicBezTo>
                  <a:cubicBezTo>
                    <a:pt x="62" y="163"/>
                    <a:pt x="62" y="165"/>
                    <a:pt x="60" y="165"/>
                  </a:cubicBezTo>
                  <a:cubicBezTo>
                    <a:pt x="57" y="165"/>
                    <a:pt x="56" y="164"/>
                    <a:pt x="55" y="163"/>
                  </a:cubicBezTo>
                  <a:cubicBezTo>
                    <a:pt x="49" y="160"/>
                    <a:pt x="49" y="160"/>
                    <a:pt x="49" y="160"/>
                  </a:cubicBezTo>
                  <a:cubicBezTo>
                    <a:pt x="50" y="160"/>
                    <a:pt x="51" y="159"/>
                    <a:pt x="53" y="159"/>
                  </a:cubicBezTo>
                  <a:cubicBezTo>
                    <a:pt x="56" y="159"/>
                    <a:pt x="57" y="161"/>
                    <a:pt x="60" y="161"/>
                  </a:cubicBezTo>
                  <a:cubicBezTo>
                    <a:pt x="62" y="161"/>
                    <a:pt x="62" y="159"/>
                    <a:pt x="66" y="159"/>
                  </a:cubicBezTo>
                  <a:cubicBezTo>
                    <a:pt x="69" y="159"/>
                    <a:pt x="70" y="161"/>
                    <a:pt x="73" y="161"/>
                  </a:cubicBezTo>
                  <a:cubicBezTo>
                    <a:pt x="76" y="161"/>
                    <a:pt x="76" y="159"/>
                    <a:pt x="79" y="159"/>
                  </a:cubicBezTo>
                  <a:cubicBezTo>
                    <a:pt x="82" y="159"/>
                    <a:pt x="82" y="160"/>
                    <a:pt x="84" y="161"/>
                  </a:cubicBezTo>
                  <a:cubicBezTo>
                    <a:pt x="85" y="160"/>
                    <a:pt x="85" y="160"/>
                    <a:pt x="85" y="160"/>
                  </a:cubicBezTo>
                  <a:cubicBezTo>
                    <a:pt x="83" y="160"/>
                    <a:pt x="82" y="158"/>
                    <a:pt x="79" y="158"/>
                  </a:cubicBezTo>
                  <a:cubicBezTo>
                    <a:pt x="76" y="158"/>
                    <a:pt x="76" y="160"/>
                    <a:pt x="73" y="160"/>
                  </a:cubicBezTo>
                  <a:cubicBezTo>
                    <a:pt x="70" y="160"/>
                    <a:pt x="69" y="158"/>
                    <a:pt x="66" y="158"/>
                  </a:cubicBezTo>
                  <a:cubicBezTo>
                    <a:pt x="62" y="158"/>
                    <a:pt x="62" y="160"/>
                    <a:pt x="60" y="160"/>
                  </a:cubicBezTo>
                  <a:cubicBezTo>
                    <a:pt x="57" y="160"/>
                    <a:pt x="56" y="158"/>
                    <a:pt x="53" y="158"/>
                  </a:cubicBezTo>
                  <a:cubicBezTo>
                    <a:pt x="50" y="158"/>
                    <a:pt x="50" y="159"/>
                    <a:pt x="48" y="160"/>
                  </a:cubicBezTo>
                  <a:cubicBezTo>
                    <a:pt x="41" y="155"/>
                    <a:pt x="41" y="155"/>
                    <a:pt x="41" y="155"/>
                  </a:cubicBezTo>
                  <a:cubicBezTo>
                    <a:pt x="42" y="155"/>
                    <a:pt x="42" y="155"/>
                    <a:pt x="42" y="155"/>
                  </a:cubicBezTo>
                  <a:cubicBezTo>
                    <a:pt x="46" y="155"/>
                    <a:pt x="47" y="157"/>
                    <a:pt x="47" y="157"/>
                  </a:cubicBezTo>
                  <a:cubicBezTo>
                    <a:pt x="50" y="157"/>
                    <a:pt x="50" y="155"/>
                    <a:pt x="53" y="155"/>
                  </a:cubicBezTo>
                  <a:cubicBezTo>
                    <a:pt x="56" y="155"/>
                    <a:pt x="57" y="157"/>
                    <a:pt x="60" y="157"/>
                  </a:cubicBezTo>
                  <a:cubicBezTo>
                    <a:pt x="62" y="157"/>
                    <a:pt x="62" y="155"/>
                    <a:pt x="66" y="155"/>
                  </a:cubicBezTo>
                  <a:cubicBezTo>
                    <a:pt x="69" y="155"/>
                    <a:pt x="70" y="157"/>
                    <a:pt x="73" y="157"/>
                  </a:cubicBezTo>
                  <a:cubicBezTo>
                    <a:pt x="76" y="156"/>
                    <a:pt x="76" y="155"/>
                    <a:pt x="79" y="155"/>
                  </a:cubicBezTo>
                  <a:cubicBezTo>
                    <a:pt x="82" y="155"/>
                    <a:pt x="83" y="157"/>
                    <a:pt x="85" y="157"/>
                  </a:cubicBezTo>
                  <a:cubicBezTo>
                    <a:pt x="88" y="157"/>
                    <a:pt x="88" y="155"/>
                    <a:pt x="92" y="155"/>
                  </a:cubicBezTo>
                  <a:cubicBezTo>
                    <a:pt x="92" y="155"/>
                    <a:pt x="92" y="155"/>
                    <a:pt x="92" y="155"/>
                  </a:cubicBezTo>
                  <a:cubicBezTo>
                    <a:pt x="94" y="154"/>
                    <a:pt x="94" y="154"/>
                    <a:pt x="94" y="154"/>
                  </a:cubicBezTo>
                  <a:cubicBezTo>
                    <a:pt x="93" y="154"/>
                    <a:pt x="93" y="154"/>
                    <a:pt x="92" y="154"/>
                  </a:cubicBezTo>
                  <a:cubicBezTo>
                    <a:pt x="88" y="154"/>
                    <a:pt x="88" y="156"/>
                    <a:pt x="85" y="156"/>
                  </a:cubicBezTo>
                  <a:cubicBezTo>
                    <a:pt x="83" y="156"/>
                    <a:pt x="82" y="154"/>
                    <a:pt x="79" y="154"/>
                  </a:cubicBezTo>
                  <a:cubicBezTo>
                    <a:pt x="76" y="154"/>
                    <a:pt x="76" y="156"/>
                    <a:pt x="73" y="156"/>
                  </a:cubicBezTo>
                  <a:cubicBezTo>
                    <a:pt x="70" y="156"/>
                    <a:pt x="69" y="154"/>
                    <a:pt x="66" y="154"/>
                  </a:cubicBezTo>
                  <a:cubicBezTo>
                    <a:pt x="62" y="154"/>
                    <a:pt x="62" y="156"/>
                    <a:pt x="60" y="156"/>
                  </a:cubicBezTo>
                  <a:cubicBezTo>
                    <a:pt x="57" y="156"/>
                    <a:pt x="56" y="154"/>
                    <a:pt x="53" y="154"/>
                  </a:cubicBezTo>
                  <a:cubicBezTo>
                    <a:pt x="50" y="154"/>
                    <a:pt x="50" y="155"/>
                    <a:pt x="47" y="156"/>
                  </a:cubicBezTo>
                  <a:cubicBezTo>
                    <a:pt x="47" y="156"/>
                    <a:pt x="46" y="154"/>
                    <a:pt x="42" y="154"/>
                  </a:cubicBezTo>
                  <a:cubicBezTo>
                    <a:pt x="41" y="154"/>
                    <a:pt x="40" y="154"/>
                    <a:pt x="40" y="154"/>
                  </a:cubicBezTo>
                  <a:cubicBezTo>
                    <a:pt x="37" y="152"/>
                    <a:pt x="37" y="152"/>
                    <a:pt x="37" y="152"/>
                  </a:cubicBezTo>
                  <a:cubicBezTo>
                    <a:pt x="39" y="152"/>
                    <a:pt x="39" y="151"/>
                    <a:pt x="42" y="151"/>
                  </a:cubicBezTo>
                  <a:cubicBezTo>
                    <a:pt x="42" y="151"/>
                    <a:pt x="42" y="151"/>
                    <a:pt x="42" y="151"/>
                  </a:cubicBezTo>
                  <a:cubicBezTo>
                    <a:pt x="41" y="150"/>
                    <a:pt x="41" y="149"/>
                    <a:pt x="41" y="149"/>
                  </a:cubicBezTo>
                  <a:cubicBezTo>
                    <a:pt x="41" y="149"/>
                    <a:pt x="41" y="149"/>
                    <a:pt x="41" y="149"/>
                  </a:cubicBezTo>
                  <a:cubicBezTo>
                    <a:pt x="41" y="149"/>
                    <a:pt x="41" y="149"/>
                    <a:pt x="41" y="149"/>
                  </a:cubicBezTo>
                  <a:cubicBezTo>
                    <a:pt x="41" y="149"/>
                    <a:pt x="42" y="147"/>
                    <a:pt x="44" y="146"/>
                  </a:cubicBezTo>
                  <a:cubicBezTo>
                    <a:pt x="45" y="145"/>
                    <a:pt x="45" y="144"/>
                    <a:pt x="46" y="144"/>
                  </a:cubicBezTo>
                  <a:cubicBezTo>
                    <a:pt x="48" y="142"/>
                    <a:pt x="48" y="142"/>
                    <a:pt x="48" y="142"/>
                  </a:cubicBezTo>
                  <a:cubicBezTo>
                    <a:pt x="49" y="135"/>
                    <a:pt x="49" y="135"/>
                    <a:pt x="49" y="135"/>
                  </a:cubicBezTo>
                  <a:cubicBezTo>
                    <a:pt x="19" y="135"/>
                    <a:pt x="19" y="135"/>
                    <a:pt x="19" y="135"/>
                  </a:cubicBezTo>
                  <a:cubicBezTo>
                    <a:pt x="39" y="160"/>
                    <a:pt x="67" y="169"/>
                    <a:pt x="67" y="169"/>
                  </a:cubicBezTo>
                  <a:moveTo>
                    <a:pt x="66" y="164"/>
                  </a:moveTo>
                  <a:cubicBezTo>
                    <a:pt x="69" y="164"/>
                    <a:pt x="70" y="166"/>
                    <a:pt x="73" y="166"/>
                  </a:cubicBezTo>
                  <a:cubicBezTo>
                    <a:pt x="67" y="169"/>
                    <a:pt x="67" y="169"/>
                    <a:pt x="67" y="169"/>
                  </a:cubicBezTo>
                  <a:cubicBezTo>
                    <a:pt x="60" y="166"/>
                    <a:pt x="60" y="166"/>
                    <a:pt x="60" y="166"/>
                  </a:cubicBezTo>
                  <a:cubicBezTo>
                    <a:pt x="62" y="166"/>
                    <a:pt x="62" y="164"/>
                    <a:pt x="66" y="164"/>
                  </a:cubicBezTo>
                  <a:moveTo>
                    <a:pt x="59" y="0"/>
                  </a:moveTo>
                  <a:cubicBezTo>
                    <a:pt x="72" y="0"/>
                    <a:pt x="72" y="0"/>
                    <a:pt x="72" y="0"/>
                  </a:cubicBezTo>
                  <a:cubicBezTo>
                    <a:pt x="72" y="0"/>
                    <a:pt x="72" y="0"/>
                    <a:pt x="72" y="0"/>
                  </a:cubicBezTo>
                  <a:cubicBezTo>
                    <a:pt x="59" y="0"/>
                    <a:pt x="59" y="0"/>
                    <a:pt x="59" y="0"/>
                  </a:cubicBezTo>
                  <a:close/>
                  <a:moveTo>
                    <a:pt x="123" y="35"/>
                  </a:moveTo>
                  <a:cubicBezTo>
                    <a:pt x="123" y="35"/>
                    <a:pt x="123" y="35"/>
                    <a:pt x="123" y="35"/>
                  </a:cubicBezTo>
                  <a:cubicBezTo>
                    <a:pt x="123" y="35"/>
                    <a:pt x="123" y="35"/>
                    <a:pt x="123" y="35"/>
                  </a:cubicBezTo>
                  <a:close/>
                  <a:moveTo>
                    <a:pt x="85" y="142"/>
                  </a:moveTo>
                  <a:cubicBezTo>
                    <a:pt x="85" y="143"/>
                    <a:pt x="85" y="143"/>
                    <a:pt x="85" y="143"/>
                  </a:cubicBezTo>
                  <a:cubicBezTo>
                    <a:pt x="87" y="144"/>
                    <a:pt x="87" y="144"/>
                    <a:pt x="87" y="144"/>
                  </a:cubicBezTo>
                  <a:cubicBezTo>
                    <a:pt x="88" y="146"/>
                    <a:pt x="88" y="146"/>
                    <a:pt x="88" y="146"/>
                  </a:cubicBezTo>
                  <a:cubicBezTo>
                    <a:pt x="91" y="150"/>
                    <a:pt x="91" y="150"/>
                    <a:pt x="91" y="150"/>
                  </a:cubicBezTo>
                  <a:cubicBezTo>
                    <a:pt x="92" y="150"/>
                    <a:pt x="92" y="150"/>
                    <a:pt x="92" y="150"/>
                  </a:cubicBezTo>
                  <a:cubicBezTo>
                    <a:pt x="91" y="151"/>
                    <a:pt x="91" y="151"/>
                    <a:pt x="91" y="151"/>
                  </a:cubicBezTo>
                  <a:cubicBezTo>
                    <a:pt x="91" y="151"/>
                    <a:pt x="89" y="151"/>
                    <a:pt x="87" y="151"/>
                  </a:cubicBezTo>
                  <a:cubicBezTo>
                    <a:pt x="86" y="152"/>
                    <a:pt x="86" y="152"/>
                    <a:pt x="86" y="152"/>
                  </a:cubicBezTo>
                  <a:cubicBezTo>
                    <a:pt x="85" y="152"/>
                    <a:pt x="84" y="151"/>
                    <a:pt x="83" y="151"/>
                  </a:cubicBezTo>
                  <a:cubicBezTo>
                    <a:pt x="81" y="151"/>
                    <a:pt x="80" y="150"/>
                    <a:pt x="78" y="150"/>
                  </a:cubicBezTo>
                  <a:cubicBezTo>
                    <a:pt x="76" y="150"/>
                    <a:pt x="75" y="151"/>
                    <a:pt x="73" y="152"/>
                  </a:cubicBezTo>
                  <a:cubicBezTo>
                    <a:pt x="72" y="152"/>
                    <a:pt x="72" y="152"/>
                    <a:pt x="72" y="152"/>
                  </a:cubicBezTo>
                  <a:cubicBezTo>
                    <a:pt x="70" y="152"/>
                    <a:pt x="67" y="150"/>
                    <a:pt x="66" y="150"/>
                  </a:cubicBezTo>
                  <a:cubicBezTo>
                    <a:pt x="66" y="150"/>
                    <a:pt x="66" y="150"/>
                    <a:pt x="66" y="150"/>
                  </a:cubicBezTo>
                  <a:cubicBezTo>
                    <a:pt x="64" y="150"/>
                    <a:pt x="61" y="152"/>
                    <a:pt x="60" y="152"/>
                  </a:cubicBezTo>
                  <a:cubicBezTo>
                    <a:pt x="60" y="152"/>
                    <a:pt x="60" y="152"/>
                    <a:pt x="60" y="152"/>
                  </a:cubicBezTo>
                  <a:cubicBezTo>
                    <a:pt x="59" y="152"/>
                    <a:pt x="58" y="152"/>
                    <a:pt x="57" y="151"/>
                  </a:cubicBezTo>
                  <a:cubicBezTo>
                    <a:pt x="56" y="151"/>
                    <a:pt x="54" y="150"/>
                    <a:pt x="53" y="150"/>
                  </a:cubicBezTo>
                  <a:cubicBezTo>
                    <a:pt x="53" y="150"/>
                    <a:pt x="53" y="150"/>
                    <a:pt x="53" y="150"/>
                  </a:cubicBezTo>
                  <a:cubicBezTo>
                    <a:pt x="52" y="150"/>
                    <a:pt x="50" y="151"/>
                    <a:pt x="49" y="152"/>
                  </a:cubicBezTo>
                  <a:cubicBezTo>
                    <a:pt x="49" y="152"/>
                    <a:pt x="48" y="152"/>
                    <a:pt x="47" y="152"/>
                  </a:cubicBezTo>
                  <a:cubicBezTo>
                    <a:pt x="47" y="153"/>
                    <a:pt x="47" y="153"/>
                    <a:pt x="47" y="153"/>
                  </a:cubicBezTo>
                  <a:cubicBezTo>
                    <a:pt x="50" y="152"/>
                    <a:pt x="50" y="151"/>
                    <a:pt x="53" y="151"/>
                  </a:cubicBezTo>
                  <a:cubicBezTo>
                    <a:pt x="56" y="151"/>
                    <a:pt x="57" y="153"/>
                    <a:pt x="60" y="153"/>
                  </a:cubicBezTo>
                  <a:cubicBezTo>
                    <a:pt x="62" y="153"/>
                    <a:pt x="62" y="151"/>
                    <a:pt x="66" y="151"/>
                  </a:cubicBezTo>
                  <a:cubicBezTo>
                    <a:pt x="69" y="151"/>
                    <a:pt x="70" y="153"/>
                    <a:pt x="73" y="153"/>
                  </a:cubicBezTo>
                  <a:cubicBezTo>
                    <a:pt x="76" y="153"/>
                    <a:pt x="76" y="151"/>
                    <a:pt x="79" y="151"/>
                  </a:cubicBezTo>
                  <a:cubicBezTo>
                    <a:pt x="82" y="151"/>
                    <a:pt x="83" y="153"/>
                    <a:pt x="85" y="153"/>
                  </a:cubicBezTo>
                  <a:cubicBezTo>
                    <a:pt x="88" y="153"/>
                    <a:pt x="88" y="151"/>
                    <a:pt x="92" y="151"/>
                  </a:cubicBezTo>
                  <a:cubicBezTo>
                    <a:pt x="95" y="151"/>
                    <a:pt x="94" y="152"/>
                    <a:pt x="96" y="152"/>
                  </a:cubicBezTo>
                  <a:cubicBezTo>
                    <a:pt x="102" y="148"/>
                    <a:pt x="108" y="142"/>
                    <a:pt x="113" y="136"/>
                  </a:cubicBezTo>
                  <a:cubicBezTo>
                    <a:pt x="84" y="136"/>
                    <a:pt x="84" y="136"/>
                    <a:pt x="84" y="136"/>
                  </a:cubicBezTo>
                  <a:lnTo>
                    <a:pt x="85" y="142"/>
                  </a:lnTo>
                  <a:close/>
                  <a:moveTo>
                    <a:pt x="0" y="82"/>
                  </a:moveTo>
                  <a:cubicBezTo>
                    <a:pt x="0" y="105"/>
                    <a:pt x="9" y="122"/>
                    <a:pt x="19" y="135"/>
                  </a:cubicBezTo>
                  <a:cubicBezTo>
                    <a:pt x="40" y="63"/>
                    <a:pt x="40" y="63"/>
                    <a:pt x="40" y="63"/>
                  </a:cubicBezTo>
                  <a:cubicBezTo>
                    <a:pt x="39" y="63"/>
                    <a:pt x="39" y="63"/>
                    <a:pt x="39" y="63"/>
                  </a:cubicBezTo>
                  <a:cubicBezTo>
                    <a:pt x="39" y="62"/>
                    <a:pt x="39" y="62"/>
                    <a:pt x="39" y="62"/>
                  </a:cubicBezTo>
                  <a:cubicBezTo>
                    <a:pt x="38" y="61"/>
                    <a:pt x="38" y="61"/>
                    <a:pt x="38" y="61"/>
                  </a:cubicBezTo>
                  <a:cubicBezTo>
                    <a:pt x="39" y="59"/>
                    <a:pt x="39" y="59"/>
                    <a:pt x="39" y="59"/>
                  </a:cubicBezTo>
                  <a:cubicBezTo>
                    <a:pt x="40" y="58"/>
                    <a:pt x="40" y="58"/>
                    <a:pt x="40" y="58"/>
                  </a:cubicBezTo>
                  <a:cubicBezTo>
                    <a:pt x="40" y="57"/>
                    <a:pt x="40" y="57"/>
                    <a:pt x="40" y="57"/>
                  </a:cubicBezTo>
                  <a:cubicBezTo>
                    <a:pt x="40" y="56"/>
                    <a:pt x="40" y="56"/>
                    <a:pt x="39" y="55"/>
                  </a:cubicBezTo>
                  <a:cubicBezTo>
                    <a:pt x="38" y="55"/>
                    <a:pt x="37" y="54"/>
                    <a:pt x="37" y="54"/>
                  </a:cubicBezTo>
                  <a:cubicBezTo>
                    <a:pt x="34" y="54"/>
                    <a:pt x="34" y="54"/>
                    <a:pt x="34" y="54"/>
                  </a:cubicBezTo>
                  <a:cubicBezTo>
                    <a:pt x="34" y="55"/>
                    <a:pt x="34" y="56"/>
                    <a:pt x="34" y="57"/>
                  </a:cubicBezTo>
                  <a:cubicBezTo>
                    <a:pt x="34" y="57"/>
                    <a:pt x="32" y="53"/>
                    <a:pt x="30" y="52"/>
                  </a:cubicBezTo>
                  <a:cubicBezTo>
                    <a:pt x="29" y="53"/>
                    <a:pt x="29" y="53"/>
                    <a:pt x="29" y="53"/>
                  </a:cubicBezTo>
                  <a:cubicBezTo>
                    <a:pt x="30" y="54"/>
                    <a:pt x="27" y="55"/>
                    <a:pt x="26" y="56"/>
                  </a:cubicBezTo>
                  <a:cubicBezTo>
                    <a:pt x="25" y="57"/>
                    <a:pt x="25" y="58"/>
                    <a:pt x="25" y="58"/>
                  </a:cubicBezTo>
                  <a:cubicBezTo>
                    <a:pt x="26" y="58"/>
                    <a:pt x="32" y="56"/>
                    <a:pt x="32" y="62"/>
                  </a:cubicBezTo>
                  <a:cubicBezTo>
                    <a:pt x="32" y="62"/>
                    <a:pt x="32" y="64"/>
                    <a:pt x="31" y="64"/>
                  </a:cubicBezTo>
                  <a:cubicBezTo>
                    <a:pt x="31" y="64"/>
                    <a:pt x="32" y="65"/>
                    <a:pt x="31" y="66"/>
                  </a:cubicBezTo>
                  <a:cubicBezTo>
                    <a:pt x="30" y="67"/>
                    <a:pt x="28" y="69"/>
                    <a:pt x="27" y="70"/>
                  </a:cubicBezTo>
                  <a:cubicBezTo>
                    <a:pt x="25" y="72"/>
                    <a:pt x="27" y="73"/>
                    <a:pt x="28" y="74"/>
                  </a:cubicBezTo>
                  <a:cubicBezTo>
                    <a:pt x="28" y="75"/>
                    <a:pt x="30" y="77"/>
                    <a:pt x="30" y="78"/>
                  </a:cubicBezTo>
                  <a:cubicBezTo>
                    <a:pt x="32" y="79"/>
                    <a:pt x="32" y="79"/>
                    <a:pt x="32" y="79"/>
                  </a:cubicBezTo>
                  <a:cubicBezTo>
                    <a:pt x="32" y="78"/>
                    <a:pt x="32" y="78"/>
                    <a:pt x="32" y="78"/>
                  </a:cubicBezTo>
                  <a:cubicBezTo>
                    <a:pt x="33" y="76"/>
                    <a:pt x="33" y="76"/>
                    <a:pt x="33" y="76"/>
                  </a:cubicBezTo>
                  <a:cubicBezTo>
                    <a:pt x="34" y="75"/>
                    <a:pt x="34" y="75"/>
                    <a:pt x="34" y="75"/>
                  </a:cubicBezTo>
                  <a:cubicBezTo>
                    <a:pt x="35" y="74"/>
                    <a:pt x="35" y="74"/>
                    <a:pt x="35" y="74"/>
                  </a:cubicBezTo>
                  <a:cubicBezTo>
                    <a:pt x="36" y="73"/>
                    <a:pt x="36" y="73"/>
                    <a:pt x="36" y="73"/>
                  </a:cubicBezTo>
                  <a:cubicBezTo>
                    <a:pt x="36" y="76"/>
                    <a:pt x="36" y="76"/>
                    <a:pt x="36" y="76"/>
                  </a:cubicBezTo>
                  <a:cubicBezTo>
                    <a:pt x="36" y="76"/>
                    <a:pt x="36" y="79"/>
                    <a:pt x="35" y="80"/>
                  </a:cubicBezTo>
                  <a:cubicBezTo>
                    <a:pt x="34" y="81"/>
                    <a:pt x="33" y="83"/>
                    <a:pt x="32" y="83"/>
                  </a:cubicBezTo>
                  <a:cubicBezTo>
                    <a:pt x="30" y="83"/>
                    <a:pt x="30" y="83"/>
                    <a:pt x="29" y="82"/>
                  </a:cubicBezTo>
                  <a:cubicBezTo>
                    <a:pt x="29" y="81"/>
                    <a:pt x="28" y="79"/>
                    <a:pt x="28" y="79"/>
                  </a:cubicBezTo>
                  <a:cubicBezTo>
                    <a:pt x="27" y="79"/>
                    <a:pt x="27" y="79"/>
                    <a:pt x="27" y="79"/>
                  </a:cubicBezTo>
                  <a:cubicBezTo>
                    <a:pt x="25" y="77"/>
                    <a:pt x="25" y="77"/>
                    <a:pt x="25" y="77"/>
                  </a:cubicBezTo>
                  <a:cubicBezTo>
                    <a:pt x="23" y="75"/>
                    <a:pt x="23" y="75"/>
                    <a:pt x="23" y="75"/>
                  </a:cubicBezTo>
                  <a:cubicBezTo>
                    <a:pt x="22" y="74"/>
                    <a:pt x="22" y="74"/>
                    <a:pt x="22" y="74"/>
                  </a:cubicBezTo>
                  <a:cubicBezTo>
                    <a:pt x="22" y="72"/>
                    <a:pt x="22" y="72"/>
                    <a:pt x="22" y="72"/>
                  </a:cubicBezTo>
                  <a:cubicBezTo>
                    <a:pt x="23" y="70"/>
                    <a:pt x="23" y="70"/>
                    <a:pt x="23" y="70"/>
                  </a:cubicBezTo>
                  <a:cubicBezTo>
                    <a:pt x="23" y="69"/>
                    <a:pt x="23" y="69"/>
                    <a:pt x="23" y="69"/>
                  </a:cubicBezTo>
                  <a:cubicBezTo>
                    <a:pt x="23" y="68"/>
                    <a:pt x="23" y="68"/>
                    <a:pt x="23" y="68"/>
                  </a:cubicBezTo>
                  <a:cubicBezTo>
                    <a:pt x="23" y="68"/>
                    <a:pt x="22" y="69"/>
                    <a:pt x="21" y="69"/>
                  </a:cubicBezTo>
                  <a:cubicBezTo>
                    <a:pt x="20" y="70"/>
                    <a:pt x="20" y="70"/>
                    <a:pt x="20" y="70"/>
                  </a:cubicBezTo>
                  <a:cubicBezTo>
                    <a:pt x="18" y="72"/>
                    <a:pt x="18" y="72"/>
                    <a:pt x="18" y="72"/>
                  </a:cubicBezTo>
                  <a:cubicBezTo>
                    <a:pt x="18" y="72"/>
                    <a:pt x="18" y="74"/>
                    <a:pt x="18" y="75"/>
                  </a:cubicBezTo>
                  <a:cubicBezTo>
                    <a:pt x="17" y="75"/>
                    <a:pt x="16" y="78"/>
                    <a:pt x="15" y="79"/>
                  </a:cubicBezTo>
                  <a:cubicBezTo>
                    <a:pt x="14" y="80"/>
                    <a:pt x="13" y="81"/>
                    <a:pt x="13" y="82"/>
                  </a:cubicBezTo>
                  <a:cubicBezTo>
                    <a:pt x="13" y="83"/>
                    <a:pt x="13" y="84"/>
                    <a:pt x="13" y="85"/>
                  </a:cubicBezTo>
                  <a:cubicBezTo>
                    <a:pt x="12" y="86"/>
                    <a:pt x="12" y="86"/>
                    <a:pt x="12" y="87"/>
                  </a:cubicBezTo>
                  <a:cubicBezTo>
                    <a:pt x="12" y="88"/>
                    <a:pt x="12" y="89"/>
                    <a:pt x="11" y="91"/>
                  </a:cubicBezTo>
                  <a:cubicBezTo>
                    <a:pt x="10" y="92"/>
                    <a:pt x="10" y="93"/>
                    <a:pt x="10" y="94"/>
                  </a:cubicBezTo>
                  <a:cubicBezTo>
                    <a:pt x="11" y="95"/>
                    <a:pt x="11" y="97"/>
                    <a:pt x="12" y="97"/>
                  </a:cubicBezTo>
                  <a:cubicBezTo>
                    <a:pt x="13" y="97"/>
                    <a:pt x="14" y="96"/>
                    <a:pt x="15" y="96"/>
                  </a:cubicBezTo>
                  <a:cubicBezTo>
                    <a:pt x="16" y="96"/>
                    <a:pt x="17" y="96"/>
                    <a:pt x="17" y="96"/>
                  </a:cubicBezTo>
                  <a:cubicBezTo>
                    <a:pt x="19" y="98"/>
                    <a:pt x="19" y="98"/>
                    <a:pt x="19" y="98"/>
                  </a:cubicBezTo>
                  <a:cubicBezTo>
                    <a:pt x="19" y="99"/>
                    <a:pt x="19" y="98"/>
                    <a:pt x="18" y="99"/>
                  </a:cubicBezTo>
                  <a:cubicBezTo>
                    <a:pt x="17" y="100"/>
                    <a:pt x="16" y="101"/>
                    <a:pt x="14" y="101"/>
                  </a:cubicBezTo>
                  <a:cubicBezTo>
                    <a:pt x="13" y="101"/>
                    <a:pt x="11" y="101"/>
                    <a:pt x="10" y="101"/>
                  </a:cubicBezTo>
                  <a:cubicBezTo>
                    <a:pt x="8" y="100"/>
                    <a:pt x="8" y="100"/>
                    <a:pt x="8" y="100"/>
                  </a:cubicBezTo>
                  <a:cubicBezTo>
                    <a:pt x="7" y="96"/>
                    <a:pt x="7" y="96"/>
                    <a:pt x="7" y="96"/>
                  </a:cubicBezTo>
                  <a:cubicBezTo>
                    <a:pt x="7" y="94"/>
                    <a:pt x="7" y="94"/>
                    <a:pt x="7" y="94"/>
                  </a:cubicBezTo>
                  <a:cubicBezTo>
                    <a:pt x="7" y="89"/>
                    <a:pt x="7" y="89"/>
                    <a:pt x="7" y="89"/>
                  </a:cubicBezTo>
                  <a:cubicBezTo>
                    <a:pt x="8" y="89"/>
                    <a:pt x="8" y="88"/>
                    <a:pt x="8" y="87"/>
                  </a:cubicBezTo>
                  <a:cubicBezTo>
                    <a:pt x="8" y="85"/>
                    <a:pt x="7" y="84"/>
                    <a:pt x="7" y="83"/>
                  </a:cubicBezTo>
                  <a:cubicBezTo>
                    <a:pt x="9" y="80"/>
                    <a:pt x="9" y="80"/>
                    <a:pt x="9" y="80"/>
                  </a:cubicBezTo>
                  <a:cubicBezTo>
                    <a:pt x="9" y="78"/>
                    <a:pt x="9" y="78"/>
                    <a:pt x="9" y="78"/>
                  </a:cubicBezTo>
                  <a:cubicBezTo>
                    <a:pt x="8" y="78"/>
                    <a:pt x="8" y="78"/>
                    <a:pt x="8" y="78"/>
                  </a:cubicBezTo>
                  <a:cubicBezTo>
                    <a:pt x="10" y="75"/>
                    <a:pt x="10" y="75"/>
                    <a:pt x="10" y="75"/>
                  </a:cubicBezTo>
                  <a:cubicBezTo>
                    <a:pt x="8" y="75"/>
                    <a:pt x="8" y="75"/>
                    <a:pt x="8" y="75"/>
                  </a:cubicBezTo>
                  <a:cubicBezTo>
                    <a:pt x="8" y="74"/>
                    <a:pt x="8" y="74"/>
                    <a:pt x="8" y="74"/>
                  </a:cubicBezTo>
                  <a:cubicBezTo>
                    <a:pt x="7" y="74"/>
                    <a:pt x="7" y="74"/>
                    <a:pt x="7" y="74"/>
                  </a:cubicBezTo>
                  <a:cubicBezTo>
                    <a:pt x="7" y="72"/>
                    <a:pt x="7" y="72"/>
                    <a:pt x="7" y="72"/>
                  </a:cubicBezTo>
                  <a:cubicBezTo>
                    <a:pt x="7" y="72"/>
                    <a:pt x="7" y="72"/>
                    <a:pt x="7" y="72"/>
                  </a:cubicBezTo>
                  <a:cubicBezTo>
                    <a:pt x="7" y="71"/>
                    <a:pt x="7" y="71"/>
                    <a:pt x="7" y="71"/>
                  </a:cubicBezTo>
                  <a:cubicBezTo>
                    <a:pt x="6" y="71"/>
                    <a:pt x="6" y="71"/>
                    <a:pt x="6" y="71"/>
                  </a:cubicBezTo>
                  <a:cubicBezTo>
                    <a:pt x="7" y="69"/>
                    <a:pt x="7" y="69"/>
                    <a:pt x="7" y="69"/>
                  </a:cubicBezTo>
                  <a:cubicBezTo>
                    <a:pt x="5" y="69"/>
                    <a:pt x="5" y="69"/>
                    <a:pt x="5" y="69"/>
                  </a:cubicBezTo>
                  <a:cubicBezTo>
                    <a:pt x="7" y="67"/>
                    <a:pt x="7" y="67"/>
                    <a:pt x="7" y="67"/>
                  </a:cubicBezTo>
                  <a:cubicBezTo>
                    <a:pt x="7" y="67"/>
                    <a:pt x="3" y="64"/>
                    <a:pt x="3" y="60"/>
                  </a:cubicBezTo>
                  <a:cubicBezTo>
                    <a:pt x="3" y="55"/>
                    <a:pt x="10" y="49"/>
                    <a:pt x="10" y="42"/>
                  </a:cubicBezTo>
                  <a:cubicBezTo>
                    <a:pt x="10" y="41"/>
                    <a:pt x="10" y="39"/>
                    <a:pt x="10" y="39"/>
                  </a:cubicBezTo>
                  <a:cubicBezTo>
                    <a:pt x="8" y="38"/>
                    <a:pt x="8" y="38"/>
                    <a:pt x="8" y="38"/>
                  </a:cubicBezTo>
                  <a:cubicBezTo>
                    <a:pt x="8" y="37"/>
                    <a:pt x="8" y="37"/>
                    <a:pt x="8" y="37"/>
                  </a:cubicBezTo>
                  <a:cubicBezTo>
                    <a:pt x="8" y="36"/>
                    <a:pt x="6" y="37"/>
                    <a:pt x="6" y="37"/>
                  </a:cubicBezTo>
                  <a:cubicBezTo>
                    <a:pt x="6" y="36"/>
                    <a:pt x="4" y="37"/>
                    <a:pt x="4" y="39"/>
                  </a:cubicBezTo>
                  <a:cubicBezTo>
                    <a:pt x="4" y="40"/>
                    <a:pt x="4" y="40"/>
                    <a:pt x="4" y="40"/>
                  </a:cubicBezTo>
                  <a:cubicBezTo>
                    <a:pt x="4" y="40"/>
                    <a:pt x="8" y="41"/>
                    <a:pt x="7" y="44"/>
                  </a:cubicBezTo>
                  <a:cubicBezTo>
                    <a:pt x="6" y="46"/>
                    <a:pt x="4" y="48"/>
                    <a:pt x="4" y="49"/>
                  </a:cubicBezTo>
                  <a:cubicBezTo>
                    <a:pt x="4" y="50"/>
                    <a:pt x="5" y="52"/>
                    <a:pt x="5" y="52"/>
                  </a:cubicBezTo>
                  <a:cubicBezTo>
                    <a:pt x="6" y="52"/>
                    <a:pt x="1" y="53"/>
                    <a:pt x="2" y="49"/>
                  </a:cubicBezTo>
                  <a:cubicBezTo>
                    <a:pt x="2" y="45"/>
                    <a:pt x="3" y="45"/>
                    <a:pt x="3" y="44"/>
                  </a:cubicBezTo>
                  <a:cubicBezTo>
                    <a:pt x="3" y="43"/>
                    <a:pt x="1" y="42"/>
                    <a:pt x="1" y="39"/>
                  </a:cubicBezTo>
                  <a:cubicBezTo>
                    <a:pt x="2" y="36"/>
                    <a:pt x="4" y="35"/>
                    <a:pt x="6" y="34"/>
                  </a:cubicBezTo>
                  <a:cubicBezTo>
                    <a:pt x="8" y="35"/>
                    <a:pt x="8" y="35"/>
                    <a:pt x="8" y="35"/>
                  </a:cubicBezTo>
                  <a:cubicBezTo>
                    <a:pt x="7" y="34"/>
                    <a:pt x="5" y="33"/>
                    <a:pt x="4" y="30"/>
                  </a:cubicBezTo>
                  <a:cubicBezTo>
                    <a:pt x="4" y="30"/>
                    <a:pt x="5" y="29"/>
                    <a:pt x="7" y="29"/>
                  </a:cubicBezTo>
                  <a:cubicBezTo>
                    <a:pt x="6" y="29"/>
                    <a:pt x="2" y="24"/>
                    <a:pt x="3" y="22"/>
                  </a:cubicBezTo>
                  <a:cubicBezTo>
                    <a:pt x="3" y="22"/>
                    <a:pt x="6" y="22"/>
                    <a:pt x="7" y="23"/>
                  </a:cubicBezTo>
                  <a:cubicBezTo>
                    <a:pt x="7" y="23"/>
                    <a:pt x="1" y="18"/>
                    <a:pt x="2" y="14"/>
                  </a:cubicBezTo>
                  <a:cubicBezTo>
                    <a:pt x="2" y="14"/>
                    <a:pt x="6" y="17"/>
                    <a:pt x="7" y="17"/>
                  </a:cubicBezTo>
                  <a:cubicBezTo>
                    <a:pt x="7" y="17"/>
                    <a:pt x="0" y="7"/>
                    <a:pt x="4" y="3"/>
                  </a:cubicBezTo>
                  <a:cubicBezTo>
                    <a:pt x="4" y="3"/>
                    <a:pt x="8" y="12"/>
                    <a:pt x="9" y="13"/>
                  </a:cubicBezTo>
                  <a:cubicBezTo>
                    <a:pt x="9" y="13"/>
                    <a:pt x="10" y="12"/>
                    <a:pt x="10" y="11"/>
                  </a:cubicBezTo>
                  <a:cubicBezTo>
                    <a:pt x="10" y="11"/>
                    <a:pt x="10" y="11"/>
                    <a:pt x="10" y="11"/>
                  </a:cubicBezTo>
                  <a:cubicBezTo>
                    <a:pt x="10" y="8"/>
                    <a:pt x="12" y="2"/>
                    <a:pt x="14" y="1"/>
                  </a:cubicBezTo>
                  <a:cubicBezTo>
                    <a:pt x="14" y="1"/>
                    <a:pt x="13" y="11"/>
                    <a:pt x="15" y="13"/>
                  </a:cubicBezTo>
                  <a:cubicBezTo>
                    <a:pt x="15" y="13"/>
                    <a:pt x="15" y="12"/>
                    <a:pt x="16" y="12"/>
                  </a:cubicBezTo>
                  <a:cubicBezTo>
                    <a:pt x="16" y="12"/>
                    <a:pt x="16" y="17"/>
                    <a:pt x="17" y="18"/>
                  </a:cubicBezTo>
                  <a:cubicBezTo>
                    <a:pt x="18" y="17"/>
                    <a:pt x="18" y="17"/>
                    <a:pt x="18" y="17"/>
                  </a:cubicBezTo>
                  <a:cubicBezTo>
                    <a:pt x="18" y="17"/>
                    <a:pt x="19" y="20"/>
                    <a:pt x="20" y="21"/>
                  </a:cubicBezTo>
                  <a:cubicBezTo>
                    <a:pt x="20" y="21"/>
                    <a:pt x="20" y="21"/>
                    <a:pt x="20" y="22"/>
                  </a:cubicBezTo>
                  <a:cubicBezTo>
                    <a:pt x="20" y="19"/>
                    <a:pt x="21" y="18"/>
                    <a:pt x="21" y="17"/>
                  </a:cubicBezTo>
                  <a:cubicBezTo>
                    <a:pt x="21" y="17"/>
                    <a:pt x="21" y="17"/>
                    <a:pt x="21" y="17"/>
                  </a:cubicBezTo>
                  <a:cubicBezTo>
                    <a:pt x="21" y="14"/>
                    <a:pt x="21" y="14"/>
                    <a:pt x="21" y="14"/>
                  </a:cubicBezTo>
                  <a:cubicBezTo>
                    <a:pt x="22" y="15"/>
                    <a:pt x="22" y="15"/>
                    <a:pt x="22" y="15"/>
                  </a:cubicBezTo>
                  <a:cubicBezTo>
                    <a:pt x="23" y="15"/>
                    <a:pt x="23" y="15"/>
                    <a:pt x="23" y="15"/>
                  </a:cubicBezTo>
                  <a:cubicBezTo>
                    <a:pt x="23" y="15"/>
                    <a:pt x="23" y="15"/>
                    <a:pt x="23" y="15"/>
                  </a:cubicBezTo>
                  <a:cubicBezTo>
                    <a:pt x="23" y="14"/>
                    <a:pt x="23" y="14"/>
                    <a:pt x="23" y="14"/>
                  </a:cubicBezTo>
                  <a:cubicBezTo>
                    <a:pt x="26" y="14"/>
                    <a:pt x="26" y="14"/>
                    <a:pt x="26" y="14"/>
                  </a:cubicBezTo>
                  <a:cubicBezTo>
                    <a:pt x="25" y="15"/>
                    <a:pt x="25" y="15"/>
                    <a:pt x="25" y="15"/>
                  </a:cubicBezTo>
                  <a:cubicBezTo>
                    <a:pt x="26" y="14"/>
                    <a:pt x="26" y="14"/>
                    <a:pt x="26" y="14"/>
                  </a:cubicBezTo>
                  <a:cubicBezTo>
                    <a:pt x="27" y="14"/>
                    <a:pt x="27" y="14"/>
                    <a:pt x="28" y="14"/>
                  </a:cubicBezTo>
                  <a:cubicBezTo>
                    <a:pt x="30" y="14"/>
                    <a:pt x="30" y="16"/>
                    <a:pt x="30" y="16"/>
                  </a:cubicBezTo>
                  <a:cubicBezTo>
                    <a:pt x="33" y="16"/>
                    <a:pt x="33" y="16"/>
                    <a:pt x="33" y="16"/>
                  </a:cubicBezTo>
                  <a:cubicBezTo>
                    <a:pt x="36" y="16"/>
                    <a:pt x="36" y="19"/>
                    <a:pt x="36" y="19"/>
                  </a:cubicBezTo>
                  <a:cubicBezTo>
                    <a:pt x="34" y="18"/>
                    <a:pt x="34" y="18"/>
                    <a:pt x="34" y="18"/>
                  </a:cubicBezTo>
                  <a:cubicBezTo>
                    <a:pt x="32" y="20"/>
                    <a:pt x="32" y="20"/>
                    <a:pt x="32" y="20"/>
                  </a:cubicBezTo>
                  <a:cubicBezTo>
                    <a:pt x="32" y="20"/>
                    <a:pt x="32" y="20"/>
                    <a:pt x="32" y="20"/>
                  </a:cubicBezTo>
                  <a:cubicBezTo>
                    <a:pt x="32" y="21"/>
                    <a:pt x="32" y="21"/>
                    <a:pt x="32" y="21"/>
                  </a:cubicBezTo>
                  <a:cubicBezTo>
                    <a:pt x="34" y="22"/>
                    <a:pt x="34" y="22"/>
                    <a:pt x="34" y="22"/>
                  </a:cubicBezTo>
                  <a:cubicBezTo>
                    <a:pt x="36" y="22"/>
                    <a:pt x="36" y="22"/>
                    <a:pt x="36" y="22"/>
                  </a:cubicBezTo>
                  <a:cubicBezTo>
                    <a:pt x="35" y="23"/>
                    <a:pt x="35" y="23"/>
                    <a:pt x="35" y="23"/>
                  </a:cubicBezTo>
                  <a:cubicBezTo>
                    <a:pt x="35" y="23"/>
                    <a:pt x="34" y="24"/>
                    <a:pt x="33" y="24"/>
                  </a:cubicBezTo>
                  <a:cubicBezTo>
                    <a:pt x="32" y="24"/>
                    <a:pt x="31" y="23"/>
                    <a:pt x="30" y="23"/>
                  </a:cubicBezTo>
                  <a:cubicBezTo>
                    <a:pt x="28" y="23"/>
                    <a:pt x="28" y="23"/>
                    <a:pt x="28" y="23"/>
                  </a:cubicBezTo>
                  <a:cubicBezTo>
                    <a:pt x="28" y="23"/>
                    <a:pt x="28" y="23"/>
                    <a:pt x="28" y="23"/>
                  </a:cubicBezTo>
                  <a:cubicBezTo>
                    <a:pt x="28" y="24"/>
                    <a:pt x="28" y="24"/>
                    <a:pt x="28" y="24"/>
                  </a:cubicBezTo>
                  <a:cubicBezTo>
                    <a:pt x="28" y="25"/>
                    <a:pt x="29" y="26"/>
                    <a:pt x="30" y="27"/>
                  </a:cubicBezTo>
                  <a:cubicBezTo>
                    <a:pt x="32" y="28"/>
                    <a:pt x="34" y="30"/>
                    <a:pt x="35" y="31"/>
                  </a:cubicBezTo>
                  <a:cubicBezTo>
                    <a:pt x="36" y="32"/>
                    <a:pt x="36" y="34"/>
                    <a:pt x="37" y="35"/>
                  </a:cubicBezTo>
                  <a:cubicBezTo>
                    <a:pt x="38" y="32"/>
                    <a:pt x="38" y="32"/>
                    <a:pt x="38" y="32"/>
                  </a:cubicBezTo>
                  <a:cubicBezTo>
                    <a:pt x="39" y="31"/>
                    <a:pt x="39" y="31"/>
                    <a:pt x="39" y="30"/>
                  </a:cubicBezTo>
                  <a:cubicBezTo>
                    <a:pt x="39" y="29"/>
                    <a:pt x="40" y="27"/>
                    <a:pt x="40" y="27"/>
                  </a:cubicBezTo>
                  <a:cubicBezTo>
                    <a:pt x="40" y="27"/>
                    <a:pt x="42" y="28"/>
                    <a:pt x="41" y="30"/>
                  </a:cubicBezTo>
                  <a:cubicBezTo>
                    <a:pt x="42" y="28"/>
                    <a:pt x="42" y="28"/>
                    <a:pt x="42" y="28"/>
                  </a:cubicBezTo>
                  <a:cubicBezTo>
                    <a:pt x="43" y="28"/>
                    <a:pt x="43" y="28"/>
                    <a:pt x="43" y="28"/>
                  </a:cubicBezTo>
                  <a:cubicBezTo>
                    <a:pt x="43" y="27"/>
                    <a:pt x="43" y="27"/>
                    <a:pt x="43" y="27"/>
                  </a:cubicBezTo>
                  <a:cubicBezTo>
                    <a:pt x="44" y="25"/>
                    <a:pt x="44" y="23"/>
                    <a:pt x="44" y="21"/>
                  </a:cubicBezTo>
                  <a:cubicBezTo>
                    <a:pt x="44" y="20"/>
                    <a:pt x="44" y="19"/>
                    <a:pt x="43" y="18"/>
                  </a:cubicBezTo>
                  <a:cubicBezTo>
                    <a:pt x="43" y="17"/>
                    <a:pt x="42" y="16"/>
                    <a:pt x="42" y="16"/>
                  </a:cubicBezTo>
                  <a:cubicBezTo>
                    <a:pt x="42" y="14"/>
                    <a:pt x="42" y="14"/>
                    <a:pt x="42" y="14"/>
                  </a:cubicBezTo>
                  <a:cubicBezTo>
                    <a:pt x="42" y="14"/>
                    <a:pt x="42" y="14"/>
                    <a:pt x="42" y="14"/>
                  </a:cubicBezTo>
                  <a:cubicBezTo>
                    <a:pt x="43" y="12"/>
                    <a:pt x="43" y="12"/>
                    <a:pt x="43" y="12"/>
                  </a:cubicBezTo>
                  <a:cubicBezTo>
                    <a:pt x="44" y="12"/>
                    <a:pt x="44" y="12"/>
                    <a:pt x="44" y="12"/>
                  </a:cubicBezTo>
                  <a:cubicBezTo>
                    <a:pt x="43" y="14"/>
                    <a:pt x="43" y="14"/>
                    <a:pt x="43" y="14"/>
                  </a:cubicBezTo>
                  <a:cubicBezTo>
                    <a:pt x="43" y="14"/>
                    <a:pt x="43" y="14"/>
                    <a:pt x="43" y="14"/>
                  </a:cubicBezTo>
                  <a:cubicBezTo>
                    <a:pt x="44" y="14"/>
                    <a:pt x="44" y="14"/>
                    <a:pt x="44" y="14"/>
                  </a:cubicBezTo>
                  <a:cubicBezTo>
                    <a:pt x="44" y="13"/>
                    <a:pt x="44" y="13"/>
                    <a:pt x="44" y="13"/>
                  </a:cubicBezTo>
                  <a:cubicBezTo>
                    <a:pt x="44" y="13"/>
                    <a:pt x="44" y="11"/>
                    <a:pt x="46" y="11"/>
                  </a:cubicBezTo>
                  <a:cubicBezTo>
                    <a:pt x="46" y="11"/>
                    <a:pt x="46" y="11"/>
                    <a:pt x="46" y="11"/>
                  </a:cubicBezTo>
                  <a:cubicBezTo>
                    <a:pt x="46" y="11"/>
                    <a:pt x="45" y="12"/>
                    <a:pt x="45" y="13"/>
                  </a:cubicBezTo>
                  <a:cubicBezTo>
                    <a:pt x="45" y="13"/>
                    <a:pt x="45" y="13"/>
                    <a:pt x="45" y="13"/>
                  </a:cubicBezTo>
                  <a:cubicBezTo>
                    <a:pt x="46" y="15"/>
                    <a:pt x="46" y="15"/>
                    <a:pt x="46" y="15"/>
                  </a:cubicBezTo>
                  <a:cubicBezTo>
                    <a:pt x="46" y="16"/>
                    <a:pt x="46" y="16"/>
                    <a:pt x="46" y="16"/>
                  </a:cubicBezTo>
                  <a:cubicBezTo>
                    <a:pt x="47" y="14"/>
                    <a:pt x="47" y="14"/>
                    <a:pt x="47" y="14"/>
                  </a:cubicBezTo>
                  <a:cubicBezTo>
                    <a:pt x="48" y="14"/>
                    <a:pt x="48" y="14"/>
                    <a:pt x="48" y="14"/>
                  </a:cubicBezTo>
                  <a:cubicBezTo>
                    <a:pt x="48" y="14"/>
                    <a:pt x="48" y="14"/>
                    <a:pt x="48" y="14"/>
                  </a:cubicBezTo>
                  <a:cubicBezTo>
                    <a:pt x="48" y="14"/>
                    <a:pt x="47" y="12"/>
                    <a:pt x="50" y="13"/>
                  </a:cubicBezTo>
                  <a:cubicBezTo>
                    <a:pt x="49" y="14"/>
                    <a:pt x="49" y="14"/>
                    <a:pt x="49" y="14"/>
                  </a:cubicBezTo>
                  <a:cubicBezTo>
                    <a:pt x="49" y="14"/>
                    <a:pt x="49" y="14"/>
                    <a:pt x="49" y="14"/>
                  </a:cubicBezTo>
                  <a:cubicBezTo>
                    <a:pt x="49" y="14"/>
                    <a:pt x="49" y="14"/>
                    <a:pt x="49" y="14"/>
                  </a:cubicBezTo>
                  <a:cubicBezTo>
                    <a:pt x="48" y="16"/>
                    <a:pt x="48" y="16"/>
                    <a:pt x="48" y="16"/>
                  </a:cubicBezTo>
                  <a:cubicBezTo>
                    <a:pt x="47" y="19"/>
                    <a:pt x="47" y="19"/>
                    <a:pt x="47" y="19"/>
                  </a:cubicBezTo>
                  <a:cubicBezTo>
                    <a:pt x="47" y="22"/>
                    <a:pt x="47" y="22"/>
                    <a:pt x="47" y="22"/>
                  </a:cubicBezTo>
                  <a:cubicBezTo>
                    <a:pt x="48" y="26"/>
                    <a:pt x="48" y="26"/>
                    <a:pt x="48" y="26"/>
                  </a:cubicBezTo>
                  <a:cubicBezTo>
                    <a:pt x="49" y="28"/>
                    <a:pt x="49" y="28"/>
                    <a:pt x="49" y="28"/>
                  </a:cubicBezTo>
                  <a:cubicBezTo>
                    <a:pt x="48" y="29"/>
                    <a:pt x="48" y="29"/>
                    <a:pt x="48" y="29"/>
                  </a:cubicBezTo>
                  <a:cubicBezTo>
                    <a:pt x="48" y="29"/>
                    <a:pt x="48" y="29"/>
                    <a:pt x="48" y="29"/>
                  </a:cubicBezTo>
                  <a:cubicBezTo>
                    <a:pt x="49" y="30"/>
                    <a:pt x="49" y="30"/>
                    <a:pt x="49" y="30"/>
                  </a:cubicBezTo>
                  <a:cubicBezTo>
                    <a:pt x="49" y="30"/>
                    <a:pt x="49" y="30"/>
                    <a:pt x="49" y="30"/>
                  </a:cubicBezTo>
                  <a:cubicBezTo>
                    <a:pt x="47" y="29"/>
                    <a:pt x="47" y="29"/>
                    <a:pt x="47" y="29"/>
                  </a:cubicBezTo>
                  <a:cubicBezTo>
                    <a:pt x="48" y="29"/>
                    <a:pt x="48" y="29"/>
                    <a:pt x="48" y="29"/>
                  </a:cubicBezTo>
                  <a:cubicBezTo>
                    <a:pt x="47" y="29"/>
                    <a:pt x="47" y="29"/>
                    <a:pt x="47" y="29"/>
                  </a:cubicBezTo>
                  <a:cubicBezTo>
                    <a:pt x="47" y="27"/>
                    <a:pt x="47" y="27"/>
                    <a:pt x="47" y="27"/>
                  </a:cubicBezTo>
                  <a:cubicBezTo>
                    <a:pt x="46" y="25"/>
                    <a:pt x="46" y="25"/>
                    <a:pt x="46" y="25"/>
                  </a:cubicBezTo>
                  <a:cubicBezTo>
                    <a:pt x="46" y="25"/>
                    <a:pt x="46" y="25"/>
                    <a:pt x="46" y="25"/>
                  </a:cubicBezTo>
                  <a:cubicBezTo>
                    <a:pt x="46" y="25"/>
                    <a:pt x="45" y="26"/>
                    <a:pt x="45" y="27"/>
                  </a:cubicBezTo>
                  <a:cubicBezTo>
                    <a:pt x="45" y="28"/>
                    <a:pt x="44" y="29"/>
                    <a:pt x="44" y="30"/>
                  </a:cubicBezTo>
                  <a:cubicBezTo>
                    <a:pt x="44" y="31"/>
                    <a:pt x="44" y="31"/>
                    <a:pt x="44" y="31"/>
                  </a:cubicBezTo>
                  <a:cubicBezTo>
                    <a:pt x="44" y="31"/>
                    <a:pt x="46" y="31"/>
                    <a:pt x="46" y="35"/>
                  </a:cubicBezTo>
                  <a:cubicBezTo>
                    <a:pt x="46" y="35"/>
                    <a:pt x="45" y="32"/>
                    <a:pt x="43" y="33"/>
                  </a:cubicBezTo>
                  <a:cubicBezTo>
                    <a:pt x="41" y="35"/>
                    <a:pt x="42" y="39"/>
                    <a:pt x="41" y="39"/>
                  </a:cubicBezTo>
                  <a:cubicBezTo>
                    <a:pt x="40" y="39"/>
                    <a:pt x="38" y="40"/>
                    <a:pt x="38" y="41"/>
                  </a:cubicBezTo>
                  <a:cubicBezTo>
                    <a:pt x="37" y="43"/>
                    <a:pt x="37" y="43"/>
                    <a:pt x="37" y="43"/>
                  </a:cubicBezTo>
                  <a:cubicBezTo>
                    <a:pt x="35" y="46"/>
                    <a:pt x="34" y="48"/>
                    <a:pt x="33" y="49"/>
                  </a:cubicBezTo>
                  <a:cubicBezTo>
                    <a:pt x="33" y="49"/>
                    <a:pt x="33" y="49"/>
                    <a:pt x="33" y="49"/>
                  </a:cubicBezTo>
                  <a:cubicBezTo>
                    <a:pt x="33" y="49"/>
                    <a:pt x="35" y="48"/>
                    <a:pt x="37" y="48"/>
                  </a:cubicBezTo>
                  <a:cubicBezTo>
                    <a:pt x="35" y="50"/>
                    <a:pt x="35" y="50"/>
                    <a:pt x="35" y="50"/>
                  </a:cubicBezTo>
                  <a:cubicBezTo>
                    <a:pt x="36" y="51"/>
                    <a:pt x="36" y="51"/>
                    <a:pt x="36" y="51"/>
                  </a:cubicBezTo>
                  <a:cubicBezTo>
                    <a:pt x="37" y="52"/>
                    <a:pt x="38" y="53"/>
                    <a:pt x="39" y="53"/>
                  </a:cubicBezTo>
                  <a:cubicBezTo>
                    <a:pt x="40" y="54"/>
                    <a:pt x="40" y="54"/>
                    <a:pt x="40" y="54"/>
                  </a:cubicBezTo>
                  <a:cubicBezTo>
                    <a:pt x="41" y="53"/>
                    <a:pt x="41" y="53"/>
                    <a:pt x="41" y="53"/>
                  </a:cubicBezTo>
                  <a:cubicBezTo>
                    <a:pt x="41" y="51"/>
                    <a:pt x="41" y="51"/>
                    <a:pt x="41" y="51"/>
                  </a:cubicBezTo>
                  <a:cubicBezTo>
                    <a:pt x="40" y="50"/>
                    <a:pt x="40" y="50"/>
                    <a:pt x="40" y="50"/>
                  </a:cubicBezTo>
                  <a:cubicBezTo>
                    <a:pt x="41" y="49"/>
                    <a:pt x="41" y="49"/>
                    <a:pt x="41" y="49"/>
                  </a:cubicBezTo>
                  <a:cubicBezTo>
                    <a:pt x="41" y="48"/>
                    <a:pt x="41" y="48"/>
                    <a:pt x="41" y="48"/>
                  </a:cubicBezTo>
                  <a:cubicBezTo>
                    <a:pt x="42" y="47"/>
                    <a:pt x="42" y="47"/>
                    <a:pt x="42" y="47"/>
                  </a:cubicBezTo>
                  <a:cubicBezTo>
                    <a:pt x="43" y="47"/>
                    <a:pt x="43" y="47"/>
                    <a:pt x="43" y="47"/>
                  </a:cubicBezTo>
                  <a:cubicBezTo>
                    <a:pt x="44" y="46"/>
                    <a:pt x="44" y="46"/>
                    <a:pt x="44" y="46"/>
                  </a:cubicBezTo>
                  <a:cubicBezTo>
                    <a:pt x="45" y="46"/>
                    <a:pt x="45" y="46"/>
                    <a:pt x="45" y="46"/>
                  </a:cubicBezTo>
                  <a:cubicBezTo>
                    <a:pt x="45" y="47"/>
                    <a:pt x="45" y="47"/>
                    <a:pt x="45" y="47"/>
                  </a:cubicBezTo>
                  <a:cubicBezTo>
                    <a:pt x="59" y="0"/>
                    <a:pt x="59" y="0"/>
                    <a:pt x="59" y="0"/>
                  </a:cubicBezTo>
                  <a:cubicBezTo>
                    <a:pt x="0" y="0"/>
                    <a:pt x="0" y="0"/>
                    <a:pt x="0" y="0"/>
                  </a:cubicBezTo>
                  <a:lnTo>
                    <a:pt x="0" y="82"/>
                  </a:lnTo>
                  <a:close/>
                  <a:moveTo>
                    <a:pt x="115" y="29"/>
                  </a:moveTo>
                  <a:cubicBezTo>
                    <a:pt x="113" y="29"/>
                    <a:pt x="113" y="27"/>
                    <a:pt x="112" y="27"/>
                  </a:cubicBezTo>
                  <a:cubicBezTo>
                    <a:pt x="112" y="29"/>
                    <a:pt x="111" y="31"/>
                    <a:pt x="111" y="31"/>
                  </a:cubicBezTo>
                  <a:cubicBezTo>
                    <a:pt x="111" y="33"/>
                    <a:pt x="112" y="33"/>
                    <a:pt x="112" y="34"/>
                  </a:cubicBezTo>
                  <a:cubicBezTo>
                    <a:pt x="116" y="33"/>
                    <a:pt x="115" y="29"/>
                    <a:pt x="115" y="29"/>
                  </a:cubicBezTo>
                  <a:moveTo>
                    <a:pt x="20" y="26"/>
                  </a:moveTo>
                  <a:cubicBezTo>
                    <a:pt x="20" y="24"/>
                    <a:pt x="20" y="24"/>
                    <a:pt x="20" y="24"/>
                  </a:cubicBezTo>
                  <a:lnTo>
                    <a:pt x="20" y="26"/>
                  </a:lnTo>
                  <a:close/>
                  <a:moveTo>
                    <a:pt x="12" y="44"/>
                  </a:moveTo>
                  <a:cubicBezTo>
                    <a:pt x="12" y="45"/>
                    <a:pt x="12" y="45"/>
                    <a:pt x="12" y="45"/>
                  </a:cubicBezTo>
                  <a:cubicBezTo>
                    <a:pt x="10" y="53"/>
                    <a:pt x="5" y="54"/>
                    <a:pt x="5" y="60"/>
                  </a:cubicBezTo>
                  <a:cubicBezTo>
                    <a:pt x="5" y="60"/>
                    <a:pt x="6" y="62"/>
                    <a:pt x="7" y="63"/>
                  </a:cubicBezTo>
                  <a:cubicBezTo>
                    <a:pt x="9" y="63"/>
                    <a:pt x="8" y="62"/>
                    <a:pt x="9" y="61"/>
                  </a:cubicBezTo>
                  <a:cubicBezTo>
                    <a:pt x="10" y="59"/>
                    <a:pt x="10" y="58"/>
                    <a:pt x="12" y="56"/>
                  </a:cubicBezTo>
                  <a:cubicBezTo>
                    <a:pt x="14" y="55"/>
                    <a:pt x="16" y="53"/>
                    <a:pt x="17" y="51"/>
                  </a:cubicBezTo>
                  <a:cubicBezTo>
                    <a:pt x="17" y="50"/>
                    <a:pt x="18" y="49"/>
                    <a:pt x="18" y="48"/>
                  </a:cubicBezTo>
                  <a:cubicBezTo>
                    <a:pt x="18" y="47"/>
                    <a:pt x="18" y="47"/>
                    <a:pt x="18" y="47"/>
                  </a:cubicBezTo>
                  <a:cubicBezTo>
                    <a:pt x="17" y="47"/>
                    <a:pt x="16" y="47"/>
                    <a:pt x="15" y="47"/>
                  </a:cubicBezTo>
                  <a:cubicBezTo>
                    <a:pt x="15" y="47"/>
                    <a:pt x="15" y="45"/>
                    <a:pt x="16" y="43"/>
                  </a:cubicBezTo>
                  <a:cubicBezTo>
                    <a:pt x="16" y="43"/>
                    <a:pt x="15" y="44"/>
                    <a:pt x="12" y="44"/>
                  </a:cubicBezTo>
                  <a:moveTo>
                    <a:pt x="21" y="34"/>
                  </a:moveTo>
                  <a:cubicBezTo>
                    <a:pt x="21" y="33"/>
                    <a:pt x="21" y="33"/>
                    <a:pt x="21" y="31"/>
                  </a:cubicBezTo>
                  <a:cubicBezTo>
                    <a:pt x="21" y="31"/>
                    <a:pt x="21" y="29"/>
                    <a:pt x="20" y="27"/>
                  </a:cubicBezTo>
                  <a:cubicBezTo>
                    <a:pt x="20" y="27"/>
                    <a:pt x="19" y="29"/>
                    <a:pt x="18" y="29"/>
                  </a:cubicBezTo>
                  <a:cubicBezTo>
                    <a:pt x="18" y="29"/>
                    <a:pt x="16" y="33"/>
                    <a:pt x="21" y="34"/>
                  </a:cubicBezTo>
                  <a:moveTo>
                    <a:pt x="9" y="35"/>
                  </a:moveTo>
                  <a:cubicBezTo>
                    <a:pt x="9" y="35"/>
                    <a:pt x="9" y="35"/>
                    <a:pt x="9" y="35"/>
                  </a:cubicBezTo>
                  <a:cubicBezTo>
                    <a:pt x="9" y="35"/>
                    <a:pt x="9" y="35"/>
                    <a:pt x="9" y="35"/>
                  </a:cubicBezTo>
                  <a:close/>
                  <a:moveTo>
                    <a:pt x="44" y="50"/>
                  </a:moveTo>
                  <a:cubicBezTo>
                    <a:pt x="44" y="50"/>
                    <a:pt x="44" y="50"/>
                    <a:pt x="44" y="50"/>
                  </a:cubicBezTo>
                  <a:cubicBezTo>
                    <a:pt x="43" y="52"/>
                    <a:pt x="43" y="52"/>
                    <a:pt x="43" y="52"/>
                  </a:cubicBezTo>
                  <a:lnTo>
                    <a:pt x="44" y="50"/>
                  </a:lnTo>
                  <a:close/>
                  <a:moveTo>
                    <a:pt x="45" y="47"/>
                  </a:moveTo>
                  <a:cubicBezTo>
                    <a:pt x="45" y="47"/>
                    <a:pt x="45" y="47"/>
                    <a:pt x="45" y="47"/>
                  </a:cubicBezTo>
                  <a:cubicBezTo>
                    <a:pt x="45" y="47"/>
                    <a:pt x="45" y="47"/>
                    <a:pt x="45" y="47"/>
                  </a:cubicBezTo>
                  <a:cubicBezTo>
                    <a:pt x="45" y="48"/>
                    <a:pt x="45" y="48"/>
                    <a:pt x="45" y="48"/>
                  </a:cubicBezTo>
                  <a:cubicBezTo>
                    <a:pt x="45" y="48"/>
                    <a:pt x="45" y="48"/>
                    <a:pt x="45" y="48"/>
                  </a:cubicBezTo>
                  <a:lnTo>
                    <a:pt x="45" y="47"/>
                  </a:lnTo>
                  <a:close/>
                  <a:moveTo>
                    <a:pt x="40" y="61"/>
                  </a:moveTo>
                  <a:cubicBezTo>
                    <a:pt x="40" y="62"/>
                    <a:pt x="40" y="62"/>
                    <a:pt x="40" y="62"/>
                  </a:cubicBezTo>
                  <a:cubicBezTo>
                    <a:pt x="40" y="63"/>
                    <a:pt x="40" y="63"/>
                    <a:pt x="40" y="63"/>
                  </a:cubicBezTo>
                  <a:cubicBezTo>
                    <a:pt x="40" y="63"/>
                    <a:pt x="40" y="63"/>
                    <a:pt x="40" y="63"/>
                  </a:cubicBezTo>
                  <a:cubicBezTo>
                    <a:pt x="42" y="56"/>
                    <a:pt x="42" y="56"/>
                    <a:pt x="42" y="56"/>
                  </a:cubicBezTo>
                  <a:cubicBezTo>
                    <a:pt x="42" y="56"/>
                    <a:pt x="42" y="56"/>
                    <a:pt x="42" y="56"/>
                  </a:cubicBezTo>
                  <a:cubicBezTo>
                    <a:pt x="42" y="57"/>
                    <a:pt x="41" y="58"/>
                    <a:pt x="41" y="59"/>
                  </a:cubicBezTo>
                  <a:lnTo>
                    <a:pt x="40" y="61"/>
                  </a:lnTo>
                  <a:close/>
                  <a:moveTo>
                    <a:pt x="72" y="0"/>
                  </a:moveTo>
                  <a:cubicBezTo>
                    <a:pt x="113" y="136"/>
                    <a:pt x="113" y="136"/>
                    <a:pt x="113" y="136"/>
                  </a:cubicBezTo>
                  <a:cubicBezTo>
                    <a:pt x="124" y="123"/>
                    <a:pt x="132" y="105"/>
                    <a:pt x="132" y="82"/>
                  </a:cubicBezTo>
                  <a:cubicBezTo>
                    <a:pt x="132" y="0"/>
                    <a:pt x="132" y="0"/>
                    <a:pt x="132" y="0"/>
                  </a:cubicBezTo>
                  <a:lnTo>
                    <a:pt x="72" y="0"/>
                  </a:lnTo>
                  <a:close/>
                  <a:moveTo>
                    <a:pt x="131" y="49"/>
                  </a:moveTo>
                  <a:cubicBezTo>
                    <a:pt x="132" y="53"/>
                    <a:pt x="127" y="52"/>
                    <a:pt x="127" y="52"/>
                  </a:cubicBezTo>
                  <a:cubicBezTo>
                    <a:pt x="128" y="52"/>
                    <a:pt x="129" y="50"/>
                    <a:pt x="129" y="49"/>
                  </a:cubicBezTo>
                  <a:cubicBezTo>
                    <a:pt x="129" y="48"/>
                    <a:pt x="127" y="46"/>
                    <a:pt x="126" y="44"/>
                  </a:cubicBezTo>
                  <a:cubicBezTo>
                    <a:pt x="125" y="41"/>
                    <a:pt x="128" y="40"/>
                    <a:pt x="128" y="40"/>
                  </a:cubicBezTo>
                  <a:cubicBezTo>
                    <a:pt x="129" y="39"/>
                    <a:pt x="129" y="39"/>
                    <a:pt x="129" y="39"/>
                  </a:cubicBezTo>
                  <a:cubicBezTo>
                    <a:pt x="129" y="37"/>
                    <a:pt x="127" y="36"/>
                    <a:pt x="126" y="37"/>
                  </a:cubicBezTo>
                  <a:cubicBezTo>
                    <a:pt x="126" y="37"/>
                    <a:pt x="125" y="36"/>
                    <a:pt x="124" y="37"/>
                  </a:cubicBezTo>
                  <a:cubicBezTo>
                    <a:pt x="124" y="38"/>
                    <a:pt x="124" y="38"/>
                    <a:pt x="124" y="38"/>
                  </a:cubicBezTo>
                  <a:cubicBezTo>
                    <a:pt x="123" y="39"/>
                    <a:pt x="123" y="39"/>
                    <a:pt x="123" y="39"/>
                  </a:cubicBezTo>
                  <a:cubicBezTo>
                    <a:pt x="123" y="39"/>
                    <a:pt x="123" y="41"/>
                    <a:pt x="123" y="42"/>
                  </a:cubicBezTo>
                  <a:cubicBezTo>
                    <a:pt x="123" y="49"/>
                    <a:pt x="130" y="55"/>
                    <a:pt x="130" y="60"/>
                  </a:cubicBezTo>
                  <a:cubicBezTo>
                    <a:pt x="130" y="64"/>
                    <a:pt x="126" y="67"/>
                    <a:pt x="126" y="67"/>
                  </a:cubicBezTo>
                  <a:cubicBezTo>
                    <a:pt x="127" y="69"/>
                    <a:pt x="127" y="69"/>
                    <a:pt x="127" y="69"/>
                  </a:cubicBezTo>
                  <a:cubicBezTo>
                    <a:pt x="126" y="69"/>
                    <a:pt x="126" y="69"/>
                    <a:pt x="126" y="69"/>
                  </a:cubicBezTo>
                  <a:cubicBezTo>
                    <a:pt x="127" y="71"/>
                    <a:pt x="127" y="71"/>
                    <a:pt x="127" y="71"/>
                  </a:cubicBezTo>
                  <a:cubicBezTo>
                    <a:pt x="125" y="71"/>
                    <a:pt x="125" y="71"/>
                    <a:pt x="125" y="71"/>
                  </a:cubicBezTo>
                  <a:cubicBezTo>
                    <a:pt x="126" y="72"/>
                    <a:pt x="126" y="72"/>
                    <a:pt x="126" y="72"/>
                  </a:cubicBezTo>
                  <a:cubicBezTo>
                    <a:pt x="125" y="72"/>
                    <a:pt x="125" y="72"/>
                    <a:pt x="125" y="72"/>
                  </a:cubicBezTo>
                  <a:cubicBezTo>
                    <a:pt x="125" y="74"/>
                    <a:pt x="125" y="74"/>
                    <a:pt x="125" y="74"/>
                  </a:cubicBezTo>
                  <a:cubicBezTo>
                    <a:pt x="124" y="74"/>
                    <a:pt x="124" y="74"/>
                    <a:pt x="124" y="74"/>
                  </a:cubicBezTo>
                  <a:cubicBezTo>
                    <a:pt x="125" y="75"/>
                    <a:pt x="125" y="75"/>
                    <a:pt x="125" y="75"/>
                  </a:cubicBezTo>
                  <a:cubicBezTo>
                    <a:pt x="123" y="75"/>
                    <a:pt x="123" y="75"/>
                    <a:pt x="123" y="75"/>
                  </a:cubicBezTo>
                  <a:cubicBezTo>
                    <a:pt x="124" y="78"/>
                    <a:pt x="124" y="78"/>
                    <a:pt x="124" y="78"/>
                  </a:cubicBezTo>
                  <a:cubicBezTo>
                    <a:pt x="123" y="78"/>
                    <a:pt x="123" y="78"/>
                    <a:pt x="123" y="78"/>
                  </a:cubicBezTo>
                  <a:cubicBezTo>
                    <a:pt x="124" y="80"/>
                    <a:pt x="124" y="80"/>
                    <a:pt x="124" y="80"/>
                  </a:cubicBezTo>
                  <a:cubicBezTo>
                    <a:pt x="125" y="83"/>
                    <a:pt x="125" y="83"/>
                    <a:pt x="125" y="83"/>
                  </a:cubicBezTo>
                  <a:cubicBezTo>
                    <a:pt x="125" y="84"/>
                    <a:pt x="125" y="85"/>
                    <a:pt x="125" y="87"/>
                  </a:cubicBezTo>
                  <a:cubicBezTo>
                    <a:pt x="125" y="88"/>
                    <a:pt x="125" y="89"/>
                    <a:pt x="125" y="89"/>
                  </a:cubicBezTo>
                  <a:cubicBezTo>
                    <a:pt x="126" y="94"/>
                    <a:pt x="126" y="94"/>
                    <a:pt x="126" y="94"/>
                  </a:cubicBezTo>
                  <a:cubicBezTo>
                    <a:pt x="125" y="96"/>
                    <a:pt x="125" y="96"/>
                    <a:pt x="125" y="96"/>
                  </a:cubicBezTo>
                  <a:cubicBezTo>
                    <a:pt x="125" y="100"/>
                    <a:pt x="125" y="100"/>
                    <a:pt x="125" y="100"/>
                  </a:cubicBezTo>
                  <a:cubicBezTo>
                    <a:pt x="123" y="101"/>
                    <a:pt x="123" y="101"/>
                    <a:pt x="123" y="101"/>
                  </a:cubicBezTo>
                  <a:cubicBezTo>
                    <a:pt x="122" y="101"/>
                    <a:pt x="120" y="101"/>
                    <a:pt x="118" y="101"/>
                  </a:cubicBezTo>
                  <a:cubicBezTo>
                    <a:pt x="117" y="101"/>
                    <a:pt x="116" y="100"/>
                    <a:pt x="114" y="99"/>
                  </a:cubicBezTo>
                  <a:cubicBezTo>
                    <a:pt x="113" y="98"/>
                    <a:pt x="113" y="99"/>
                    <a:pt x="113" y="98"/>
                  </a:cubicBezTo>
                  <a:cubicBezTo>
                    <a:pt x="115" y="96"/>
                    <a:pt x="115" y="96"/>
                    <a:pt x="115" y="96"/>
                  </a:cubicBezTo>
                  <a:cubicBezTo>
                    <a:pt x="116" y="96"/>
                    <a:pt x="117" y="96"/>
                    <a:pt x="118" y="96"/>
                  </a:cubicBezTo>
                  <a:cubicBezTo>
                    <a:pt x="119" y="96"/>
                    <a:pt x="119" y="97"/>
                    <a:pt x="121" y="97"/>
                  </a:cubicBezTo>
                  <a:cubicBezTo>
                    <a:pt x="122" y="97"/>
                    <a:pt x="122" y="95"/>
                    <a:pt x="122" y="94"/>
                  </a:cubicBezTo>
                  <a:cubicBezTo>
                    <a:pt x="122" y="93"/>
                    <a:pt x="123" y="92"/>
                    <a:pt x="122" y="91"/>
                  </a:cubicBezTo>
                  <a:cubicBezTo>
                    <a:pt x="121" y="89"/>
                    <a:pt x="121" y="88"/>
                    <a:pt x="121" y="87"/>
                  </a:cubicBezTo>
                  <a:cubicBezTo>
                    <a:pt x="121" y="86"/>
                    <a:pt x="121" y="86"/>
                    <a:pt x="120" y="85"/>
                  </a:cubicBezTo>
                  <a:cubicBezTo>
                    <a:pt x="119" y="84"/>
                    <a:pt x="119" y="83"/>
                    <a:pt x="119" y="82"/>
                  </a:cubicBezTo>
                  <a:cubicBezTo>
                    <a:pt x="119" y="81"/>
                    <a:pt x="119" y="80"/>
                    <a:pt x="118" y="79"/>
                  </a:cubicBezTo>
                  <a:cubicBezTo>
                    <a:pt x="117" y="78"/>
                    <a:pt x="116" y="75"/>
                    <a:pt x="115" y="75"/>
                  </a:cubicBezTo>
                  <a:cubicBezTo>
                    <a:pt x="115" y="74"/>
                    <a:pt x="114" y="72"/>
                    <a:pt x="114" y="72"/>
                  </a:cubicBezTo>
                  <a:cubicBezTo>
                    <a:pt x="113" y="70"/>
                    <a:pt x="113" y="70"/>
                    <a:pt x="113" y="70"/>
                  </a:cubicBezTo>
                  <a:cubicBezTo>
                    <a:pt x="111" y="69"/>
                    <a:pt x="111" y="69"/>
                    <a:pt x="111" y="69"/>
                  </a:cubicBezTo>
                  <a:cubicBezTo>
                    <a:pt x="110" y="68"/>
                    <a:pt x="110" y="68"/>
                    <a:pt x="110" y="68"/>
                  </a:cubicBezTo>
                  <a:cubicBezTo>
                    <a:pt x="110" y="69"/>
                    <a:pt x="110" y="69"/>
                    <a:pt x="110" y="69"/>
                  </a:cubicBezTo>
                  <a:cubicBezTo>
                    <a:pt x="110" y="70"/>
                    <a:pt x="110" y="70"/>
                    <a:pt x="110" y="70"/>
                  </a:cubicBezTo>
                  <a:cubicBezTo>
                    <a:pt x="111" y="72"/>
                    <a:pt x="111" y="72"/>
                    <a:pt x="111" y="72"/>
                  </a:cubicBezTo>
                  <a:cubicBezTo>
                    <a:pt x="111" y="74"/>
                    <a:pt x="111" y="74"/>
                    <a:pt x="111" y="74"/>
                  </a:cubicBezTo>
                  <a:cubicBezTo>
                    <a:pt x="109" y="75"/>
                    <a:pt x="109" y="75"/>
                    <a:pt x="109" y="75"/>
                  </a:cubicBezTo>
                  <a:cubicBezTo>
                    <a:pt x="107" y="77"/>
                    <a:pt x="107" y="77"/>
                    <a:pt x="107" y="77"/>
                  </a:cubicBezTo>
                  <a:cubicBezTo>
                    <a:pt x="106" y="79"/>
                    <a:pt x="106" y="79"/>
                    <a:pt x="106" y="79"/>
                  </a:cubicBezTo>
                  <a:cubicBezTo>
                    <a:pt x="105" y="79"/>
                    <a:pt x="105" y="79"/>
                    <a:pt x="105" y="79"/>
                  </a:cubicBezTo>
                  <a:cubicBezTo>
                    <a:pt x="105" y="79"/>
                    <a:pt x="104" y="81"/>
                    <a:pt x="103" y="82"/>
                  </a:cubicBezTo>
                  <a:cubicBezTo>
                    <a:pt x="103" y="83"/>
                    <a:pt x="102" y="83"/>
                    <a:pt x="101" y="83"/>
                  </a:cubicBezTo>
                  <a:cubicBezTo>
                    <a:pt x="100" y="83"/>
                    <a:pt x="98" y="81"/>
                    <a:pt x="98" y="80"/>
                  </a:cubicBezTo>
                  <a:cubicBezTo>
                    <a:pt x="97" y="79"/>
                    <a:pt x="96" y="76"/>
                    <a:pt x="96" y="76"/>
                  </a:cubicBezTo>
                  <a:cubicBezTo>
                    <a:pt x="96" y="73"/>
                    <a:pt x="96" y="73"/>
                    <a:pt x="96" y="73"/>
                  </a:cubicBezTo>
                  <a:cubicBezTo>
                    <a:pt x="98" y="74"/>
                    <a:pt x="98" y="74"/>
                    <a:pt x="98" y="74"/>
                  </a:cubicBezTo>
                  <a:cubicBezTo>
                    <a:pt x="99" y="75"/>
                    <a:pt x="99" y="75"/>
                    <a:pt x="99" y="75"/>
                  </a:cubicBezTo>
                  <a:cubicBezTo>
                    <a:pt x="100" y="76"/>
                    <a:pt x="100" y="76"/>
                    <a:pt x="100" y="76"/>
                  </a:cubicBezTo>
                  <a:cubicBezTo>
                    <a:pt x="100" y="78"/>
                    <a:pt x="100" y="78"/>
                    <a:pt x="100" y="78"/>
                  </a:cubicBezTo>
                  <a:cubicBezTo>
                    <a:pt x="101" y="79"/>
                    <a:pt x="101" y="79"/>
                    <a:pt x="101" y="79"/>
                  </a:cubicBezTo>
                  <a:cubicBezTo>
                    <a:pt x="101" y="78"/>
                    <a:pt x="101" y="78"/>
                    <a:pt x="102" y="78"/>
                  </a:cubicBezTo>
                  <a:cubicBezTo>
                    <a:pt x="103" y="77"/>
                    <a:pt x="105" y="75"/>
                    <a:pt x="105" y="74"/>
                  </a:cubicBezTo>
                  <a:cubicBezTo>
                    <a:pt x="106" y="73"/>
                    <a:pt x="107" y="72"/>
                    <a:pt x="106" y="70"/>
                  </a:cubicBezTo>
                  <a:cubicBezTo>
                    <a:pt x="105" y="69"/>
                    <a:pt x="103" y="67"/>
                    <a:pt x="102" y="66"/>
                  </a:cubicBezTo>
                  <a:cubicBezTo>
                    <a:pt x="100" y="65"/>
                    <a:pt x="102" y="64"/>
                    <a:pt x="102" y="64"/>
                  </a:cubicBezTo>
                  <a:cubicBezTo>
                    <a:pt x="100" y="64"/>
                    <a:pt x="100" y="62"/>
                    <a:pt x="100" y="62"/>
                  </a:cubicBezTo>
                  <a:cubicBezTo>
                    <a:pt x="101" y="56"/>
                    <a:pt x="107" y="58"/>
                    <a:pt x="108" y="58"/>
                  </a:cubicBezTo>
                  <a:cubicBezTo>
                    <a:pt x="108" y="58"/>
                    <a:pt x="107" y="57"/>
                    <a:pt x="107" y="56"/>
                  </a:cubicBezTo>
                  <a:cubicBezTo>
                    <a:pt x="106" y="55"/>
                    <a:pt x="103" y="54"/>
                    <a:pt x="103" y="53"/>
                  </a:cubicBezTo>
                  <a:cubicBezTo>
                    <a:pt x="103" y="52"/>
                    <a:pt x="103" y="52"/>
                    <a:pt x="103" y="52"/>
                  </a:cubicBezTo>
                  <a:cubicBezTo>
                    <a:pt x="100" y="53"/>
                    <a:pt x="99" y="57"/>
                    <a:pt x="99" y="57"/>
                  </a:cubicBezTo>
                  <a:cubicBezTo>
                    <a:pt x="98" y="56"/>
                    <a:pt x="98" y="55"/>
                    <a:pt x="98" y="54"/>
                  </a:cubicBezTo>
                  <a:cubicBezTo>
                    <a:pt x="96" y="54"/>
                    <a:pt x="96" y="54"/>
                    <a:pt x="96" y="54"/>
                  </a:cubicBezTo>
                  <a:cubicBezTo>
                    <a:pt x="95" y="54"/>
                    <a:pt x="95" y="55"/>
                    <a:pt x="94" y="55"/>
                  </a:cubicBezTo>
                  <a:cubicBezTo>
                    <a:pt x="93" y="56"/>
                    <a:pt x="93" y="56"/>
                    <a:pt x="92" y="57"/>
                  </a:cubicBezTo>
                  <a:cubicBezTo>
                    <a:pt x="93" y="58"/>
                    <a:pt x="93" y="58"/>
                    <a:pt x="93" y="58"/>
                  </a:cubicBezTo>
                  <a:cubicBezTo>
                    <a:pt x="94" y="59"/>
                    <a:pt x="94" y="59"/>
                    <a:pt x="94" y="59"/>
                  </a:cubicBezTo>
                  <a:cubicBezTo>
                    <a:pt x="94" y="61"/>
                    <a:pt x="94" y="61"/>
                    <a:pt x="94" y="61"/>
                  </a:cubicBezTo>
                  <a:cubicBezTo>
                    <a:pt x="94" y="62"/>
                    <a:pt x="94" y="62"/>
                    <a:pt x="94" y="62"/>
                  </a:cubicBezTo>
                  <a:cubicBezTo>
                    <a:pt x="94" y="63"/>
                    <a:pt x="94" y="63"/>
                    <a:pt x="94" y="63"/>
                  </a:cubicBezTo>
                  <a:cubicBezTo>
                    <a:pt x="92" y="63"/>
                    <a:pt x="92" y="63"/>
                    <a:pt x="92" y="63"/>
                  </a:cubicBezTo>
                  <a:cubicBezTo>
                    <a:pt x="93" y="63"/>
                    <a:pt x="93" y="63"/>
                    <a:pt x="93" y="63"/>
                  </a:cubicBezTo>
                  <a:cubicBezTo>
                    <a:pt x="93" y="62"/>
                    <a:pt x="93" y="62"/>
                    <a:pt x="93" y="62"/>
                  </a:cubicBezTo>
                  <a:cubicBezTo>
                    <a:pt x="92" y="61"/>
                    <a:pt x="92" y="61"/>
                    <a:pt x="92" y="61"/>
                  </a:cubicBezTo>
                  <a:cubicBezTo>
                    <a:pt x="91" y="59"/>
                    <a:pt x="91" y="59"/>
                    <a:pt x="91" y="59"/>
                  </a:cubicBezTo>
                  <a:cubicBezTo>
                    <a:pt x="91" y="58"/>
                    <a:pt x="91" y="57"/>
                    <a:pt x="90" y="56"/>
                  </a:cubicBezTo>
                  <a:cubicBezTo>
                    <a:pt x="89" y="53"/>
                    <a:pt x="89" y="53"/>
                    <a:pt x="89" y="53"/>
                  </a:cubicBezTo>
                  <a:cubicBezTo>
                    <a:pt x="88" y="50"/>
                    <a:pt x="88" y="50"/>
                    <a:pt x="88" y="50"/>
                  </a:cubicBezTo>
                  <a:cubicBezTo>
                    <a:pt x="88" y="48"/>
                    <a:pt x="88" y="48"/>
                    <a:pt x="88" y="48"/>
                  </a:cubicBezTo>
                  <a:cubicBezTo>
                    <a:pt x="88" y="47"/>
                    <a:pt x="88" y="47"/>
                    <a:pt x="88" y="47"/>
                  </a:cubicBezTo>
                  <a:cubicBezTo>
                    <a:pt x="88" y="47"/>
                    <a:pt x="88" y="47"/>
                    <a:pt x="88" y="47"/>
                  </a:cubicBezTo>
                  <a:cubicBezTo>
                    <a:pt x="87" y="47"/>
                    <a:pt x="87" y="47"/>
                    <a:pt x="87" y="47"/>
                  </a:cubicBezTo>
                  <a:cubicBezTo>
                    <a:pt x="88" y="46"/>
                    <a:pt x="88" y="46"/>
                    <a:pt x="88" y="46"/>
                  </a:cubicBezTo>
                  <a:cubicBezTo>
                    <a:pt x="89" y="46"/>
                    <a:pt x="89" y="46"/>
                    <a:pt x="89" y="46"/>
                  </a:cubicBezTo>
                  <a:cubicBezTo>
                    <a:pt x="90" y="47"/>
                    <a:pt x="90" y="47"/>
                    <a:pt x="90" y="47"/>
                  </a:cubicBezTo>
                  <a:cubicBezTo>
                    <a:pt x="91" y="47"/>
                    <a:pt x="91" y="47"/>
                    <a:pt x="91" y="47"/>
                  </a:cubicBezTo>
                  <a:cubicBezTo>
                    <a:pt x="92" y="48"/>
                    <a:pt x="92" y="48"/>
                    <a:pt x="92" y="48"/>
                  </a:cubicBezTo>
                  <a:cubicBezTo>
                    <a:pt x="92" y="49"/>
                    <a:pt x="92" y="49"/>
                    <a:pt x="92" y="49"/>
                  </a:cubicBezTo>
                  <a:cubicBezTo>
                    <a:pt x="92" y="50"/>
                    <a:pt x="92" y="50"/>
                    <a:pt x="92" y="50"/>
                  </a:cubicBezTo>
                  <a:cubicBezTo>
                    <a:pt x="92" y="51"/>
                    <a:pt x="92" y="51"/>
                    <a:pt x="92" y="51"/>
                  </a:cubicBezTo>
                  <a:cubicBezTo>
                    <a:pt x="91" y="53"/>
                    <a:pt x="91" y="53"/>
                    <a:pt x="91" y="53"/>
                  </a:cubicBezTo>
                  <a:cubicBezTo>
                    <a:pt x="92" y="54"/>
                    <a:pt x="92" y="54"/>
                    <a:pt x="92" y="54"/>
                  </a:cubicBezTo>
                  <a:cubicBezTo>
                    <a:pt x="94" y="53"/>
                    <a:pt x="94" y="53"/>
                    <a:pt x="94" y="53"/>
                  </a:cubicBezTo>
                  <a:cubicBezTo>
                    <a:pt x="94" y="53"/>
                    <a:pt x="96" y="52"/>
                    <a:pt x="97" y="51"/>
                  </a:cubicBezTo>
                  <a:cubicBezTo>
                    <a:pt x="97" y="50"/>
                    <a:pt x="97" y="50"/>
                    <a:pt x="97" y="50"/>
                  </a:cubicBezTo>
                  <a:cubicBezTo>
                    <a:pt x="95" y="48"/>
                    <a:pt x="95" y="48"/>
                    <a:pt x="95" y="48"/>
                  </a:cubicBezTo>
                  <a:cubicBezTo>
                    <a:pt x="98" y="48"/>
                    <a:pt x="99" y="49"/>
                    <a:pt x="99" y="49"/>
                  </a:cubicBezTo>
                  <a:cubicBezTo>
                    <a:pt x="99" y="49"/>
                    <a:pt x="99" y="49"/>
                    <a:pt x="99" y="49"/>
                  </a:cubicBezTo>
                  <a:cubicBezTo>
                    <a:pt x="99" y="48"/>
                    <a:pt x="97" y="46"/>
                    <a:pt x="95" y="43"/>
                  </a:cubicBezTo>
                  <a:cubicBezTo>
                    <a:pt x="95" y="41"/>
                    <a:pt x="95" y="41"/>
                    <a:pt x="95" y="41"/>
                  </a:cubicBezTo>
                  <a:cubicBezTo>
                    <a:pt x="94" y="40"/>
                    <a:pt x="92" y="39"/>
                    <a:pt x="92" y="39"/>
                  </a:cubicBezTo>
                  <a:cubicBezTo>
                    <a:pt x="91" y="39"/>
                    <a:pt x="92" y="35"/>
                    <a:pt x="90" y="33"/>
                  </a:cubicBezTo>
                  <a:cubicBezTo>
                    <a:pt x="87" y="32"/>
                    <a:pt x="87" y="35"/>
                    <a:pt x="87" y="35"/>
                  </a:cubicBezTo>
                  <a:cubicBezTo>
                    <a:pt x="87" y="31"/>
                    <a:pt x="88" y="31"/>
                    <a:pt x="89" y="31"/>
                  </a:cubicBezTo>
                  <a:cubicBezTo>
                    <a:pt x="88" y="30"/>
                    <a:pt x="88" y="30"/>
                    <a:pt x="88" y="30"/>
                  </a:cubicBezTo>
                  <a:cubicBezTo>
                    <a:pt x="88" y="29"/>
                    <a:pt x="88" y="28"/>
                    <a:pt x="88" y="27"/>
                  </a:cubicBezTo>
                  <a:cubicBezTo>
                    <a:pt x="87" y="26"/>
                    <a:pt x="86" y="25"/>
                    <a:pt x="86" y="25"/>
                  </a:cubicBezTo>
                  <a:cubicBezTo>
                    <a:pt x="86" y="25"/>
                    <a:pt x="86" y="25"/>
                    <a:pt x="86" y="25"/>
                  </a:cubicBezTo>
                  <a:cubicBezTo>
                    <a:pt x="86" y="27"/>
                    <a:pt x="86" y="27"/>
                    <a:pt x="86" y="27"/>
                  </a:cubicBezTo>
                  <a:cubicBezTo>
                    <a:pt x="86" y="29"/>
                    <a:pt x="86" y="29"/>
                    <a:pt x="86" y="29"/>
                  </a:cubicBezTo>
                  <a:cubicBezTo>
                    <a:pt x="85" y="29"/>
                    <a:pt x="85" y="29"/>
                    <a:pt x="85" y="29"/>
                  </a:cubicBezTo>
                  <a:cubicBezTo>
                    <a:pt x="85" y="29"/>
                    <a:pt x="85" y="29"/>
                    <a:pt x="85" y="29"/>
                  </a:cubicBezTo>
                  <a:cubicBezTo>
                    <a:pt x="84" y="30"/>
                    <a:pt x="84" y="30"/>
                    <a:pt x="84" y="30"/>
                  </a:cubicBezTo>
                  <a:cubicBezTo>
                    <a:pt x="83" y="30"/>
                    <a:pt x="83" y="30"/>
                    <a:pt x="83" y="30"/>
                  </a:cubicBezTo>
                  <a:cubicBezTo>
                    <a:pt x="84" y="29"/>
                    <a:pt x="84" y="29"/>
                    <a:pt x="84" y="29"/>
                  </a:cubicBezTo>
                  <a:cubicBezTo>
                    <a:pt x="84" y="29"/>
                    <a:pt x="84" y="29"/>
                    <a:pt x="84" y="29"/>
                  </a:cubicBezTo>
                  <a:cubicBezTo>
                    <a:pt x="84" y="28"/>
                    <a:pt x="84" y="28"/>
                    <a:pt x="84" y="28"/>
                  </a:cubicBezTo>
                  <a:cubicBezTo>
                    <a:pt x="85" y="26"/>
                    <a:pt x="85" y="26"/>
                    <a:pt x="85" y="26"/>
                  </a:cubicBezTo>
                  <a:cubicBezTo>
                    <a:pt x="86" y="22"/>
                    <a:pt x="86" y="22"/>
                    <a:pt x="86" y="22"/>
                  </a:cubicBezTo>
                  <a:cubicBezTo>
                    <a:pt x="85" y="19"/>
                    <a:pt x="85" y="19"/>
                    <a:pt x="85" y="19"/>
                  </a:cubicBezTo>
                  <a:cubicBezTo>
                    <a:pt x="84" y="16"/>
                    <a:pt x="84" y="16"/>
                    <a:pt x="84" y="16"/>
                  </a:cubicBezTo>
                  <a:cubicBezTo>
                    <a:pt x="84" y="14"/>
                    <a:pt x="84" y="14"/>
                    <a:pt x="84" y="14"/>
                  </a:cubicBezTo>
                  <a:cubicBezTo>
                    <a:pt x="84" y="14"/>
                    <a:pt x="84" y="14"/>
                    <a:pt x="84" y="14"/>
                  </a:cubicBezTo>
                  <a:cubicBezTo>
                    <a:pt x="84" y="14"/>
                    <a:pt x="84" y="14"/>
                    <a:pt x="84" y="14"/>
                  </a:cubicBezTo>
                  <a:cubicBezTo>
                    <a:pt x="83" y="13"/>
                    <a:pt x="83" y="13"/>
                    <a:pt x="83" y="13"/>
                  </a:cubicBezTo>
                  <a:cubicBezTo>
                    <a:pt x="85" y="12"/>
                    <a:pt x="85" y="14"/>
                    <a:pt x="85" y="14"/>
                  </a:cubicBezTo>
                  <a:cubicBezTo>
                    <a:pt x="85" y="14"/>
                    <a:pt x="85" y="14"/>
                    <a:pt x="85" y="14"/>
                  </a:cubicBezTo>
                  <a:cubicBezTo>
                    <a:pt x="85" y="14"/>
                    <a:pt x="85" y="14"/>
                    <a:pt x="85" y="14"/>
                  </a:cubicBezTo>
                  <a:cubicBezTo>
                    <a:pt x="87" y="16"/>
                    <a:pt x="87" y="16"/>
                    <a:pt x="87" y="16"/>
                  </a:cubicBezTo>
                  <a:cubicBezTo>
                    <a:pt x="87" y="15"/>
                    <a:pt x="87" y="15"/>
                    <a:pt x="87" y="15"/>
                  </a:cubicBezTo>
                  <a:cubicBezTo>
                    <a:pt x="87" y="13"/>
                    <a:pt x="87" y="13"/>
                    <a:pt x="87" y="13"/>
                  </a:cubicBezTo>
                  <a:cubicBezTo>
                    <a:pt x="87" y="13"/>
                    <a:pt x="87" y="13"/>
                    <a:pt x="87" y="13"/>
                  </a:cubicBezTo>
                  <a:cubicBezTo>
                    <a:pt x="88" y="12"/>
                    <a:pt x="87" y="11"/>
                    <a:pt x="87" y="11"/>
                  </a:cubicBezTo>
                  <a:cubicBezTo>
                    <a:pt x="87" y="11"/>
                    <a:pt x="87" y="11"/>
                    <a:pt x="87" y="11"/>
                  </a:cubicBezTo>
                  <a:cubicBezTo>
                    <a:pt x="88" y="11"/>
                    <a:pt x="88" y="13"/>
                    <a:pt x="88" y="13"/>
                  </a:cubicBezTo>
                  <a:cubicBezTo>
                    <a:pt x="89" y="14"/>
                    <a:pt x="89" y="14"/>
                    <a:pt x="89" y="14"/>
                  </a:cubicBezTo>
                  <a:cubicBezTo>
                    <a:pt x="89" y="14"/>
                    <a:pt x="89" y="14"/>
                    <a:pt x="89" y="14"/>
                  </a:cubicBezTo>
                  <a:cubicBezTo>
                    <a:pt x="89" y="14"/>
                    <a:pt x="89" y="14"/>
                    <a:pt x="89" y="14"/>
                  </a:cubicBezTo>
                  <a:cubicBezTo>
                    <a:pt x="89" y="12"/>
                    <a:pt x="89" y="12"/>
                    <a:pt x="89" y="12"/>
                  </a:cubicBezTo>
                  <a:cubicBezTo>
                    <a:pt x="89" y="12"/>
                    <a:pt x="89" y="12"/>
                    <a:pt x="89" y="12"/>
                  </a:cubicBezTo>
                  <a:cubicBezTo>
                    <a:pt x="90" y="13"/>
                    <a:pt x="90" y="14"/>
                    <a:pt x="90" y="14"/>
                  </a:cubicBezTo>
                  <a:cubicBezTo>
                    <a:pt x="90" y="14"/>
                    <a:pt x="90" y="14"/>
                    <a:pt x="90" y="14"/>
                  </a:cubicBezTo>
                  <a:cubicBezTo>
                    <a:pt x="91" y="16"/>
                    <a:pt x="91" y="16"/>
                    <a:pt x="91" y="16"/>
                  </a:cubicBezTo>
                  <a:cubicBezTo>
                    <a:pt x="91" y="16"/>
                    <a:pt x="90" y="17"/>
                    <a:pt x="89" y="18"/>
                  </a:cubicBezTo>
                  <a:cubicBezTo>
                    <a:pt x="89" y="19"/>
                    <a:pt x="89" y="20"/>
                    <a:pt x="88" y="21"/>
                  </a:cubicBezTo>
                  <a:cubicBezTo>
                    <a:pt x="88" y="23"/>
                    <a:pt x="89" y="25"/>
                    <a:pt x="90" y="27"/>
                  </a:cubicBezTo>
                  <a:cubicBezTo>
                    <a:pt x="90" y="28"/>
                    <a:pt x="90" y="28"/>
                    <a:pt x="90" y="28"/>
                  </a:cubicBezTo>
                  <a:cubicBezTo>
                    <a:pt x="90" y="28"/>
                    <a:pt x="90" y="28"/>
                    <a:pt x="90" y="28"/>
                  </a:cubicBezTo>
                  <a:cubicBezTo>
                    <a:pt x="91" y="30"/>
                    <a:pt x="91" y="30"/>
                    <a:pt x="91" y="30"/>
                  </a:cubicBezTo>
                  <a:cubicBezTo>
                    <a:pt x="91" y="28"/>
                    <a:pt x="93" y="27"/>
                    <a:pt x="93" y="27"/>
                  </a:cubicBezTo>
                  <a:cubicBezTo>
                    <a:pt x="93" y="27"/>
                    <a:pt x="93" y="29"/>
                    <a:pt x="93" y="30"/>
                  </a:cubicBezTo>
                  <a:cubicBezTo>
                    <a:pt x="94" y="31"/>
                    <a:pt x="94" y="31"/>
                    <a:pt x="94" y="32"/>
                  </a:cubicBezTo>
                  <a:cubicBezTo>
                    <a:pt x="96" y="35"/>
                    <a:pt x="96" y="35"/>
                    <a:pt x="96" y="35"/>
                  </a:cubicBezTo>
                  <a:cubicBezTo>
                    <a:pt x="96" y="34"/>
                    <a:pt x="97" y="32"/>
                    <a:pt x="98" y="31"/>
                  </a:cubicBezTo>
                  <a:cubicBezTo>
                    <a:pt x="99" y="30"/>
                    <a:pt x="101" y="28"/>
                    <a:pt x="102" y="27"/>
                  </a:cubicBezTo>
                  <a:cubicBezTo>
                    <a:pt x="103" y="26"/>
                    <a:pt x="105" y="25"/>
                    <a:pt x="105" y="24"/>
                  </a:cubicBezTo>
                  <a:cubicBezTo>
                    <a:pt x="105" y="23"/>
                    <a:pt x="105" y="23"/>
                    <a:pt x="105" y="23"/>
                  </a:cubicBezTo>
                  <a:cubicBezTo>
                    <a:pt x="105" y="23"/>
                    <a:pt x="105" y="23"/>
                    <a:pt x="105" y="23"/>
                  </a:cubicBezTo>
                  <a:cubicBezTo>
                    <a:pt x="102" y="23"/>
                    <a:pt x="102" y="23"/>
                    <a:pt x="102" y="23"/>
                  </a:cubicBezTo>
                  <a:cubicBezTo>
                    <a:pt x="102" y="23"/>
                    <a:pt x="101" y="24"/>
                    <a:pt x="100" y="24"/>
                  </a:cubicBezTo>
                  <a:cubicBezTo>
                    <a:pt x="98" y="24"/>
                    <a:pt x="98" y="23"/>
                    <a:pt x="97" y="23"/>
                  </a:cubicBezTo>
                  <a:cubicBezTo>
                    <a:pt x="97" y="22"/>
                    <a:pt x="97" y="22"/>
                    <a:pt x="97" y="22"/>
                  </a:cubicBezTo>
                  <a:cubicBezTo>
                    <a:pt x="99" y="22"/>
                    <a:pt x="99" y="22"/>
                    <a:pt x="99" y="22"/>
                  </a:cubicBezTo>
                  <a:cubicBezTo>
                    <a:pt x="100" y="21"/>
                    <a:pt x="100" y="21"/>
                    <a:pt x="100" y="21"/>
                  </a:cubicBezTo>
                  <a:cubicBezTo>
                    <a:pt x="101" y="20"/>
                    <a:pt x="101" y="20"/>
                    <a:pt x="101" y="20"/>
                  </a:cubicBezTo>
                  <a:cubicBezTo>
                    <a:pt x="99" y="18"/>
                    <a:pt x="99" y="18"/>
                    <a:pt x="99" y="18"/>
                  </a:cubicBezTo>
                  <a:cubicBezTo>
                    <a:pt x="97" y="19"/>
                    <a:pt x="97" y="19"/>
                    <a:pt x="97" y="19"/>
                  </a:cubicBezTo>
                  <a:cubicBezTo>
                    <a:pt x="97" y="19"/>
                    <a:pt x="97" y="16"/>
                    <a:pt x="99" y="16"/>
                  </a:cubicBezTo>
                  <a:cubicBezTo>
                    <a:pt x="102" y="16"/>
                    <a:pt x="102" y="16"/>
                    <a:pt x="102" y="16"/>
                  </a:cubicBezTo>
                  <a:cubicBezTo>
                    <a:pt x="102" y="16"/>
                    <a:pt x="103" y="14"/>
                    <a:pt x="104" y="14"/>
                  </a:cubicBezTo>
                  <a:cubicBezTo>
                    <a:pt x="105" y="14"/>
                    <a:pt x="106" y="14"/>
                    <a:pt x="107" y="14"/>
                  </a:cubicBezTo>
                  <a:cubicBezTo>
                    <a:pt x="108" y="15"/>
                    <a:pt x="108" y="15"/>
                    <a:pt x="108" y="15"/>
                  </a:cubicBezTo>
                  <a:cubicBezTo>
                    <a:pt x="107" y="14"/>
                    <a:pt x="107" y="14"/>
                    <a:pt x="107" y="14"/>
                  </a:cubicBezTo>
                  <a:cubicBezTo>
                    <a:pt x="109" y="14"/>
                    <a:pt x="109" y="14"/>
                    <a:pt x="109" y="14"/>
                  </a:cubicBezTo>
                  <a:cubicBezTo>
                    <a:pt x="110" y="15"/>
                    <a:pt x="110" y="15"/>
                    <a:pt x="110" y="15"/>
                  </a:cubicBezTo>
                  <a:cubicBezTo>
                    <a:pt x="109" y="15"/>
                    <a:pt x="109" y="15"/>
                    <a:pt x="109" y="15"/>
                  </a:cubicBezTo>
                  <a:cubicBezTo>
                    <a:pt x="110" y="15"/>
                    <a:pt x="110" y="15"/>
                    <a:pt x="110" y="15"/>
                  </a:cubicBezTo>
                  <a:cubicBezTo>
                    <a:pt x="111" y="14"/>
                    <a:pt x="111" y="14"/>
                    <a:pt x="111" y="14"/>
                  </a:cubicBezTo>
                  <a:cubicBezTo>
                    <a:pt x="112" y="17"/>
                    <a:pt x="112" y="17"/>
                    <a:pt x="112" y="17"/>
                  </a:cubicBezTo>
                  <a:cubicBezTo>
                    <a:pt x="111" y="17"/>
                    <a:pt x="111" y="17"/>
                    <a:pt x="111" y="17"/>
                  </a:cubicBezTo>
                  <a:cubicBezTo>
                    <a:pt x="111" y="18"/>
                    <a:pt x="113" y="19"/>
                    <a:pt x="113" y="22"/>
                  </a:cubicBezTo>
                  <a:cubicBezTo>
                    <a:pt x="113" y="21"/>
                    <a:pt x="113" y="21"/>
                    <a:pt x="113" y="21"/>
                  </a:cubicBezTo>
                  <a:cubicBezTo>
                    <a:pt x="114" y="20"/>
                    <a:pt x="115" y="17"/>
                    <a:pt x="115" y="17"/>
                  </a:cubicBezTo>
                  <a:cubicBezTo>
                    <a:pt x="116" y="18"/>
                    <a:pt x="116" y="18"/>
                    <a:pt x="116" y="18"/>
                  </a:cubicBezTo>
                  <a:cubicBezTo>
                    <a:pt x="116" y="17"/>
                    <a:pt x="117" y="12"/>
                    <a:pt x="117" y="12"/>
                  </a:cubicBezTo>
                  <a:cubicBezTo>
                    <a:pt x="118" y="12"/>
                    <a:pt x="118" y="13"/>
                    <a:pt x="118" y="13"/>
                  </a:cubicBezTo>
                  <a:cubicBezTo>
                    <a:pt x="119" y="11"/>
                    <a:pt x="118" y="1"/>
                    <a:pt x="118" y="1"/>
                  </a:cubicBezTo>
                  <a:cubicBezTo>
                    <a:pt x="121" y="2"/>
                    <a:pt x="123" y="8"/>
                    <a:pt x="122" y="11"/>
                  </a:cubicBezTo>
                  <a:cubicBezTo>
                    <a:pt x="123" y="11"/>
                    <a:pt x="123" y="11"/>
                    <a:pt x="123" y="11"/>
                  </a:cubicBezTo>
                  <a:cubicBezTo>
                    <a:pt x="123" y="12"/>
                    <a:pt x="123" y="13"/>
                    <a:pt x="123" y="13"/>
                  </a:cubicBezTo>
                  <a:cubicBezTo>
                    <a:pt x="125" y="12"/>
                    <a:pt x="129" y="3"/>
                    <a:pt x="129" y="3"/>
                  </a:cubicBezTo>
                  <a:cubicBezTo>
                    <a:pt x="133" y="7"/>
                    <a:pt x="126" y="17"/>
                    <a:pt x="126" y="17"/>
                  </a:cubicBezTo>
                  <a:cubicBezTo>
                    <a:pt x="127" y="17"/>
                    <a:pt x="130" y="14"/>
                    <a:pt x="130" y="14"/>
                  </a:cubicBezTo>
                  <a:cubicBezTo>
                    <a:pt x="132" y="18"/>
                    <a:pt x="125" y="23"/>
                    <a:pt x="125" y="23"/>
                  </a:cubicBezTo>
                  <a:cubicBezTo>
                    <a:pt x="127" y="22"/>
                    <a:pt x="130" y="22"/>
                    <a:pt x="130" y="22"/>
                  </a:cubicBezTo>
                  <a:cubicBezTo>
                    <a:pt x="130" y="24"/>
                    <a:pt x="126" y="29"/>
                    <a:pt x="125" y="29"/>
                  </a:cubicBezTo>
                  <a:cubicBezTo>
                    <a:pt x="128" y="29"/>
                    <a:pt x="129" y="30"/>
                    <a:pt x="129" y="30"/>
                  </a:cubicBezTo>
                  <a:cubicBezTo>
                    <a:pt x="128" y="33"/>
                    <a:pt x="126" y="34"/>
                    <a:pt x="124" y="35"/>
                  </a:cubicBezTo>
                  <a:cubicBezTo>
                    <a:pt x="126" y="34"/>
                    <a:pt x="126" y="34"/>
                    <a:pt x="126" y="34"/>
                  </a:cubicBezTo>
                  <a:cubicBezTo>
                    <a:pt x="129" y="35"/>
                    <a:pt x="131" y="36"/>
                    <a:pt x="131" y="39"/>
                  </a:cubicBezTo>
                  <a:cubicBezTo>
                    <a:pt x="131" y="42"/>
                    <a:pt x="130" y="43"/>
                    <a:pt x="130" y="44"/>
                  </a:cubicBezTo>
                  <a:cubicBezTo>
                    <a:pt x="130" y="45"/>
                    <a:pt x="130" y="45"/>
                    <a:pt x="131" y="4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3" name="Freeform 35">
              <a:extLst>
                <a:ext uri="{FF2B5EF4-FFF2-40B4-BE49-F238E27FC236}">
                  <a16:creationId xmlns:a16="http://schemas.microsoft.com/office/drawing/2014/main" id="{BE146320-5638-4CD8-83B6-B28234429C05}"/>
                </a:ext>
              </a:extLst>
            </p:cNvPr>
            <p:cNvSpPr>
              <a:spLocks noEditPoints="1"/>
            </p:cNvSpPr>
            <p:nvPr/>
          </p:nvSpPr>
          <p:spPr bwMode="auto">
            <a:xfrm>
              <a:off x="6200775" y="2614613"/>
              <a:ext cx="103188" cy="122238"/>
            </a:xfrm>
            <a:custGeom>
              <a:avLst/>
              <a:gdLst>
                <a:gd name="T0" fmla="*/ 21 w 48"/>
                <a:gd name="T1" fmla="*/ 19 h 56"/>
                <a:gd name="T2" fmla="*/ 23 w 48"/>
                <a:gd name="T3" fmla="*/ 4 h 56"/>
                <a:gd name="T4" fmla="*/ 19 w 48"/>
                <a:gd name="T5" fmla="*/ 21 h 56"/>
                <a:gd name="T6" fmla="*/ 7 w 48"/>
                <a:gd name="T7" fmla="*/ 22 h 56"/>
                <a:gd name="T8" fmla="*/ 25 w 48"/>
                <a:gd name="T9" fmla="*/ 24 h 56"/>
                <a:gd name="T10" fmla="*/ 42 w 48"/>
                <a:gd name="T11" fmla="*/ 23 h 56"/>
                <a:gd name="T12" fmla="*/ 43 w 48"/>
                <a:gd name="T13" fmla="*/ 23 h 56"/>
                <a:gd name="T14" fmla="*/ 25 w 48"/>
                <a:gd name="T15" fmla="*/ 23 h 56"/>
                <a:gd name="T16" fmla="*/ 31 w 48"/>
                <a:gd name="T17" fmla="*/ 17 h 56"/>
                <a:gd name="T18" fmla="*/ 24 w 48"/>
                <a:gd name="T19" fmla="*/ 22 h 56"/>
                <a:gd name="T20" fmla="*/ 24 w 48"/>
                <a:gd name="T21" fmla="*/ 4 h 56"/>
                <a:gd name="T22" fmla="*/ 24 w 48"/>
                <a:gd name="T23" fmla="*/ 4 h 56"/>
                <a:gd name="T24" fmla="*/ 24 w 48"/>
                <a:gd name="T25" fmla="*/ 22 h 56"/>
                <a:gd name="T26" fmla="*/ 17 w 48"/>
                <a:gd name="T27" fmla="*/ 17 h 56"/>
                <a:gd name="T28" fmla="*/ 23 w 48"/>
                <a:gd name="T29" fmla="*/ 23 h 56"/>
                <a:gd name="T30" fmla="*/ 7 w 48"/>
                <a:gd name="T31" fmla="*/ 23 h 56"/>
                <a:gd name="T32" fmla="*/ 5 w 48"/>
                <a:gd name="T33" fmla="*/ 23 h 56"/>
                <a:gd name="T34" fmla="*/ 6 w 48"/>
                <a:gd name="T35" fmla="*/ 23 h 56"/>
                <a:gd name="T36" fmla="*/ 18 w 48"/>
                <a:gd name="T37" fmla="*/ 28 h 56"/>
                <a:gd name="T38" fmla="*/ 19 w 48"/>
                <a:gd name="T39" fmla="*/ 29 h 56"/>
                <a:gd name="T40" fmla="*/ 24 w 48"/>
                <a:gd name="T41" fmla="*/ 49 h 56"/>
                <a:gd name="T42" fmla="*/ 24 w 48"/>
                <a:gd name="T43" fmla="*/ 50 h 56"/>
                <a:gd name="T44" fmla="*/ 24 w 48"/>
                <a:gd name="T45" fmla="*/ 25 h 56"/>
                <a:gd name="T46" fmla="*/ 29 w 48"/>
                <a:gd name="T47" fmla="*/ 29 h 56"/>
                <a:gd name="T48" fmla="*/ 30 w 48"/>
                <a:gd name="T49" fmla="*/ 28 h 56"/>
                <a:gd name="T50" fmla="*/ 44 w 48"/>
                <a:gd name="T51" fmla="*/ 23 h 56"/>
                <a:gd name="T52" fmla="*/ 26 w 48"/>
                <a:gd name="T53" fmla="*/ 24 h 56"/>
                <a:gd name="T54" fmla="*/ 48 w 48"/>
                <a:gd name="T55" fmla="*/ 23 h 56"/>
                <a:gd name="T56" fmla="*/ 43 w 48"/>
                <a:gd name="T57" fmla="*/ 22 h 56"/>
                <a:gd name="T58" fmla="*/ 44 w 48"/>
                <a:gd name="T59" fmla="*/ 23 h 56"/>
                <a:gd name="T60" fmla="*/ 24 w 48"/>
                <a:gd name="T61" fmla="*/ 50 h 56"/>
                <a:gd name="T62" fmla="*/ 23 w 48"/>
                <a:gd name="T63" fmla="*/ 25 h 56"/>
                <a:gd name="T64" fmla="*/ 24 w 48"/>
                <a:gd name="T65" fmla="*/ 56 h 56"/>
                <a:gd name="T66" fmla="*/ 28 w 48"/>
                <a:gd name="T67" fmla="*/ 29 h 56"/>
                <a:gd name="T68" fmla="*/ 25 w 48"/>
                <a:gd name="T69" fmla="*/ 49 h 56"/>
                <a:gd name="T70" fmla="*/ 6 w 48"/>
                <a:gd name="T71" fmla="*/ 24 h 56"/>
                <a:gd name="T72" fmla="*/ 6 w 48"/>
                <a:gd name="T73" fmla="*/ 22 h 56"/>
                <a:gd name="T74" fmla="*/ 0 w 48"/>
                <a:gd name="T75" fmla="*/ 23 h 56"/>
                <a:gd name="T76" fmla="*/ 22 w 48"/>
                <a:gd name="T77" fmla="*/ 24 h 56"/>
                <a:gd name="T78" fmla="*/ 43 w 48"/>
                <a:gd name="T79" fmla="*/ 22 h 56"/>
                <a:gd name="T80" fmla="*/ 26 w 48"/>
                <a:gd name="T81" fmla="*/ 22 h 56"/>
                <a:gd name="T82" fmla="*/ 25 w 48"/>
                <a:gd name="T83" fmla="*/ 4 h 56"/>
                <a:gd name="T84" fmla="*/ 25 w 48"/>
                <a:gd name="T85" fmla="*/ 21 h 56"/>
                <a:gd name="T86" fmla="*/ 24 w 48"/>
                <a:gd name="T87" fmla="*/ 0 h 56"/>
                <a:gd name="T88" fmla="*/ 23 w 48"/>
                <a:gd name="T89" fmla="*/ 4 h 56"/>
                <a:gd name="T90" fmla="*/ 24 w 48"/>
                <a:gd name="T91" fmla="*/ 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8" h="56">
                  <a:moveTo>
                    <a:pt x="23" y="4"/>
                  </a:moveTo>
                  <a:cubicBezTo>
                    <a:pt x="21" y="19"/>
                    <a:pt x="21" y="19"/>
                    <a:pt x="21" y="19"/>
                  </a:cubicBezTo>
                  <a:cubicBezTo>
                    <a:pt x="23" y="21"/>
                    <a:pt x="23" y="21"/>
                    <a:pt x="23" y="21"/>
                  </a:cubicBezTo>
                  <a:lnTo>
                    <a:pt x="23" y="4"/>
                  </a:lnTo>
                  <a:close/>
                  <a:moveTo>
                    <a:pt x="22" y="22"/>
                  </a:moveTo>
                  <a:cubicBezTo>
                    <a:pt x="19" y="21"/>
                    <a:pt x="19" y="21"/>
                    <a:pt x="19" y="21"/>
                  </a:cubicBezTo>
                  <a:cubicBezTo>
                    <a:pt x="7" y="22"/>
                    <a:pt x="7" y="22"/>
                    <a:pt x="7" y="22"/>
                  </a:cubicBezTo>
                  <a:cubicBezTo>
                    <a:pt x="7" y="22"/>
                    <a:pt x="7" y="22"/>
                    <a:pt x="7" y="22"/>
                  </a:cubicBezTo>
                  <a:cubicBezTo>
                    <a:pt x="10" y="22"/>
                    <a:pt x="19" y="22"/>
                    <a:pt x="22" y="22"/>
                  </a:cubicBezTo>
                  <a:moveTo>
                    <a:pt x="25" y="24"/>
                  </a:moveTo>
                  <a:cubicBezTo>
                    <a:pt x="26" y="24"/>
                    <a:pt x="26" y="24"/>
                    <a:pt x="26" y="24"/>
                  </a:cubicBezTo>
                  <a:cubicBezTo>
                    <a:pt x="26" y="24"/>
                    <a:pt x="40" y="23"/>
                    <a:pt x="42" y="23"/>
                  </a:cubicBezTo>
                  <a:cubicBezTo>
                    <a:pt x="43" y="23"/>
                    <a:pt x="43" y="23"/>
                    <a:pt x="43" y="23"/>
                  </a:cubicBezTo>
                  <a:cubicBezTo>
                    <a:pt x="43" y="23"/>
                    <a:pt x="43" y="23"/>
                    <a:pt x="43" y="23"/>
                  </a:cubicBezTo>
                  <a:cubicBezTo>
                    <a:pt x="43" y="23"/>
                    <a:pt x="43" y="23"/>
                    <a:pt x="43" y="23"/>
                  </a:cubicBezTo>
                  <a:cubicBezTo>
                    <a:pt x="25" y="23"/>
                    <a:pt x="25" y="23"/>
                    <a:pt x="25" y="23"/>
                  </a:cubicBezTo>
                  <a:cubicBezTo>
                    <a:pt x="30" y="18"/>
                    <a:pt x="30" y="18"/>
                    <a:pt x="30" y="18"/>
                  </a:cubicBezTo>
                  <a:cubicBezTo>
                    <a:pt x="31" y="17"/>
                    <a:pt x="31" y="17"/>
                    <a:pt x="31" y="17"/>
                  </a:cubicBezTo>
                  <a:cubicBezTo>
                    <a:pt x="29" y="17"/>
                    <a:pt x="29" y="17"/>
                    <a:pt x="29" y="17"/>
                  </a:cubicBezTo>
                  <a:cubicBezTo>
                    <a:pt x="24" y="22"/>
                    <a:pt x="24" y="22"/>
                    <a:pt x="24" y="22"/>
                  </a:cubicBezTo>
                  <a:cubicBezTo>
                    <a:pt x="24" y="22"/>
                    <a:pt x="24" y="22"/>
                    <a:pt x="24" y="22"/>
                  </a:cubicBezTo>
                  <a:cubicBezTo>
                    <a:pt x="24" y="4"/>
                    <a:pt x="24" y="4"/>
                    <a:pt x="24" y="4"/>
                  </a:cubicBezTo>
                  <a:cubicBezTo>
                    <a:pt x="24" y="4"/>
                    <a:pt x="24" y="4"/>
                    <a:pt x="24" y="4"/>
                  </a:cubicBezTo>
                  <a:cubicBezTo>
                    <a:pt x="24" y="4"/>
                    <a:pt x="24" y="4"/>
                    <a:pt x="24" y="4"/>
                  </a:cubicBezTo>
                  <a:cubicBezTo>
                    <a:pt x="24" y="4"/>
                    <a:pt x="24" y="4"/>
                    <a:pt x="24" y="4"/>
                  </a:cubicBezTo>
                  <a:cubicBezTo>
                    <a:pt x="24" y="22"/>
                    <a:pt x="24" y="22"/>
                    <a:pt x="24" y="22"/>
                  </a:cubicBezTo>
                  <a:cubicBezTo>
                    <a:pt x="19" y="18"/>
                    <a:pt x="19" y="18"/>
                    <a:pt x="19" y="18"/>
                  </a:cubicBezTo>
                  <a:cubicBezTo>
                    <a:pt x="17" y="17"/>
                    <a:pt x="17" y="17"/>
                    <a:pt x="17" y="17"/>
                  </a:cubicBezTo>
                  <a:cubicBezTo>
                    <a:pt x="18" y="18"/>
                    <a:pt x="18" y="18"/>
                    <a:pt x="18" y="18"/>
                  </a:cubicBezTo>
                  <a:cubicBezTo>
                    <a:pt x="23" y="23"/>
                    <a:pt x="23" y="23"/>
                    <a:pt x="23" y="23"/>
                  </a:cubicBezTo>
                  <a:cubicBezTo>
                    <a:pt x="22" y="23"/>
                    <a:pt x="22" y="23"/>
                    <a:pt x="22" y="23"/>
                  </a:cubicBezTo>
                  <a:cubicBezTo>
                    <a:pt x="22" y="23"/>
                    <a:pt x="10" y="23"/>
                    <a:pt x="7" y="23"/>
                  </a:cubicBezTo>
                  <a:cubicBezTo>
                    <a:pt x="6" y="23"/>
                    <a:pt x="6" y="23"/>
                    <a:pt x="6" y="23"/>
                  </a:cubicBezTo>
                  <a:cubicBezTo>
                    <a:pt x="5" y="23"/>
                    <a:pt x="5" y="23"/>
                    <a:pt x="5" y="23"/>
                  </a:cubicBezTo>
                  <a:cubicBezTo>
                    <a:pt x="6" y="23"/>
                    <a:pt x="6" y="23"/>
                    <a:pt x="6" y="23"/>
                  </a:cubicBezTo>
                  <a:cubicBezTo>
                    <a:pt x="6" y="23"/>
                    <a:pt x="6" y="23"/>
                    <a:pt x="6" y="23"/>
                  </a:cubicBezTo>
                  <a:cubicBezTo>
                    <a:pt x="23" y="23"/>
                    <a:pt x="23" y="23"/>
                    <a:pt x="23" y="23"/>
                  </a:cubicBezTo>
                  <a:cubicBezTo>
                    <a:pt x="18" y="28"/>
                    <a:pt x="18" y="28"/>
                    <a:pt x="18" y="28"/>
                  </a:cubicBezTo>
                  <a:cubicBezTo>
                    <a:pt x="17" y="30"/>
                    <a:pt x="17" y="30"/>
                    <a:pt x="17" y="30"/>
                  </a:cubicBezTo>
                  <a:cubicBezTo>
                    <a:pt x="19" y="29"/>
                    <a:pt x="19" y="29"/>
                    <a:pt x="19" y="29"/>
                  </a:cubicBezTo>
                  <a:cubicBezTo>
                    <a:pt x="24" y="24"/>
                    <a:pt x="24" y="24"/>
                    <a:pt x="24" y="24"/>
                  </a:cubicBezTo>
                  <a:cubicBezTo>
                    <a:pt x="24" y="49"/>
                    <a:pt x="24" y="49"/>
                    <a:pt x="24" y="49"/>
                  </a:cubicBezTo>
                  <a:cubicBezTo>
                    <a:pt x="24" y="50"/>
                    <a:pt x="24" y="50"/>
                    <a:pt x="24" y="50"/>
                  </a:cubicBezTo>
                  <a:cubicBezTo>
                    <a:pt x="24" y="50"/>
                    <a:pt x="24" y="50"/>
                    <a:pt x="24" y="50"/>
                  </a:cubicBezTo>
                  <a:cubicBezTo>
                    <a:pt x="24" y="49"/>
                    <a:pt x="24" y="49"/>
                    <a:pt x="24" y="49"/>
                  </a:cubicBezTo>
                  <a:cubicBezTo>
                    <a:pt x="24" y="25"/>
                    <a:pt x="24" y="25"/>
                    <a:pt x="24" y="25"/>
                  </a:cubicBezTo>
                  <a:cubicBezTo>
                    <a:pt x="24" y="24"/>
                    <a:pt x="24" y="24"/>
                    <a:pt x="24" y="24"/>
                  </a:cubicBezTo>
                  <a:cubicBezTo>
                    <a:pt x="29" y="29"/>
                    <a:pt x="29" y="29"/>
                    <a:pt x="29" y="29"/>
                  </a:cubicBezTo>
                  <a:cubicBezTo>
                    <a:pt x="30" y="30"/>
                    <a:pt x="30" y="30"/>
                    <a:pt x="30" y="30"/>
                  </a:cubicBezTo>
                  <a:cubicBezTo>
                    <a:pt x="30" y="28"/>
                    <a:pt x="30" y="28"/>
                    <a:pt x="30" y="28"/>
                  </a:cubicBezTo>
                  <a:lnTo>
                    <a:pt x="25" y="24"/>
                  </a:lnTo>
                  <a:close/>
                  <a:moveTo>
                    <a:pt x="44" y="23"/>
                  </a:moveTo>
                  <a:cubicBezTo>
                    <a:pt x="42" y="24"/>
                    <a:pt x="42" y="24"/>
                    <a:pt x="42" y="24"/>
                  </a:cubicBezTo>
                  <a:cubicBezTo>
                    <a:pt x="41" y="24"/>
                    <a:pt x="29" y="24"/>
                    <a:pt x="26" y="24"/>
                  </a:cubicBezTo>
                  <a:cubicBezTo>
                    <a:pt x="28" y="26"/>
                    <a:pt x="28" y="26"/>
                    <a:pt x="28" y="26"/>
                  </a:cubicBezTo>
                  <a:cubicBezTo>
                    <a:pt x="48" y="23"/>
                    <a:pt x="48" y="23"/>
                    <a:pt x="48" y="23"/>
                  </a:cubicBezTo>
                  <a:cubicBezTo>
                    <a:pt x="48" y="23"/>
                    <a:pt x="48" y="23"/>
                    <a:pt x="48" y="23"/>
                  </a:cubicBezTo>
                  <a:cubicBezTo>
                    <a:pt x="43" y="22"/>
                    <a:pt x="43" y="22"/>
                    <a:pt x="43" y="22"/>
                  </a:cubicBezTo>
                  <a:cubicBezTo>
                    <a:pt x="43" y="22"/>
                    <a:pt x="43" y="22"/>
                    <a:pt x="43" y="22"/>
                  </a:cubicBezTo>
                  <a:lnTo>
                    <a:pt x="44" y="23"/>
                  </a:lnTo>
                  <a:close/>
                  <a:moveTo>
                    <a:pt x="25" y="49"/>
                  </a:moveTo>
                  <a:cubicBezTo>
                    <a:pt x="25" y="50"/>
                    <a:pt x="25" y="50"/>
                    <a:pt x="24" y="50"/>
                  </a:cubicBezTo>
                  <a:cubicBezTo>
                    <a:pt x="23" y="49"/>
                    <a:pt x="23" y="49"/>
                    <a:pt x="23" y="49"/>
                  </a:cubicBezTo>
                  <a:cubicBezTo>
                    <a:pt x="23" y="25"/>
                    <a:pt x="23" y="25"/>
                    <a:pt x="23" y="25"/>
                  </a:cubicBezTo>
                  <a:cubicBezTo>
                    <a:pt x="20" y="28"/>
                    <a:pt x="20" y="28"/>
                    <a:pt x="20" y="28"/>
                  </a:cubicBezTo>
                  <a:cubicBezTo>
                    <a:pt x="24" y="56"/>
                    <a:pt x="24" y="56"/>
                    <a:pt x="24" y="56"/>
                  </a:cubicBezTo>
                  <a:cubicBezTo>
                    <a:pt x="24" y="56"/>
                    <a:pt x="24" y="56"/>
                    <a:pt x="24" y="56"/>
                  </a:cubicBezTo>
                  <a:cubicBezTo>
                    <a:pt x="28" y="29"/>
                    <a:pt x="28" y="29"/>
                    <a:pt x="28" y="29"/>
                  </a:cubicBezTo>
                  <a:cubicBezTo>
                    <a:pt x="25" y="25"/>
                    <a:pt x="25" y="25"/>
                    <a:pt x="25" y="25"/>
                  </a:cubicBezTo>
                  <a:lnTo>
                    <a:pt x="25" y="49"/>
                  </a:lnTo>
                  <a:close/>
                  <a:moveTo>
                    <a:pt x="22" y="24"/>
                  </a:moveTo>
                  <a:cubicBezTo>
                    <a:pt x="6" y="24"/>
                    <a:pt x="6" y="24"/>
                    <a:pt x="6" y="24"/>
                  </a:cubicBezTo>
                  <a:cubicBezTo>
                    <a:pt x="6" y="24"/>
                    <a:pt x="5" y="24"/>
                    <a:pt x="5" y="23"/>
                  </a:cubicBezTo>
                  <a:cubicBezTo>
                    <a:pt x="6" y="22"/>
                    <a:pt x="6" y="22"/>
                    <a:pt x="6" y="22"/>
                  </a:cubicBezTo>
                  <a:cubicBezTo>
                    <a:pt x="0" y="23"/>
                    <a:pt x="0" y="23"/>
                    <a:pt x="0" y="23"/>
                  </a:cubicBezTo>
                  <a:cubicBezTo>
                    <a:pt x="0" y="23"/>
                    <a:pt x="0" y="23"/>
                    <a:pt x="0" y="23"/>
                  </a:cubicBezTo>
                  <a:cubicBezTo>
                    <a:pt x="19" y="26"/>
                    <a:pt x="19" y="26"/>
                    <a:pt x="19" y="26"/>
                  </a:cubicBezTo>
                  <a:lnTo>
                    <a:pt x="22" y="24"/>
                  </a:lnTo>
                  <a:close/>
                  <a:moveTo>
                    <a:pt x="26" y="22"/>
                  </a:moveTo>
                  <a:cubicBezTo>
                    <a:pt x="43" y="22"/>
                    <a:pt x="43" y="22"/>
                    <a:pt x="43" y="22"/>
                  </a:cubicBezTo>
                  <a:cubicBezTo>
                    <a:pt x="28" y="20"/>
                    <a:pt x="28" y="20"/>
                    <a:pt x="28" y="20"/>
                  </a:cubicBezTo>
                  <a:lnTo>
                    <a:pt x="26" y="22"/>
                  </a:lnTo>
                  <a:close/>
                  <a:moveTo>
                    <a:pt x="24" y="4"/>
                  </a:moveTo>
                  <a:cubicBezTo>
                    <a:pt x="25" y="4"/>
                    <a:pt x="25" y="4"/>
                    <a:pt x="25" y="4"/>
                  </a:cubicBezTo>
                  <a:cubicBezTo>
                    <a:pt x="25" y="4"/>
                    <a:pt x="25" y="4"/>
                    <a:pt x="25" y="4"/>
                  </a:cubicBezTo>
                  <a:cubicBezTo>
                    <a:pt x="25" y="21"/>
                    <a:pt x="25" y="21"/>
                    <a:pt x="25" y="21"/>
                  </a:cubicBezTo>
                  <a:cubicBezTo>
                    <a:pt x="28" y="18"/>
                    <a:pt x="28" y="18"/>
                    <a:pt x="28" y="18"/>
                  </a:cubicBezTo>
                  <a:cubicBezTo>
                    <a:pt x="24" y="0"/>
                    <a:pt x="24" y="0"/>
                    <a:pt x="24" y="0"/>
                  </a:cubicBezTo>
                  <a:cubicBezTo>
                    <a:pt x="24" y="0"/>
                    <a:pt x="24" y="0"/>
                    <a:pt x="24" y="0"/>
                  </a:cubicBezTo>
                  <a:cubicBezTo>
                    <a:pt x="23" y="4"/>
                    <a:pt x="23" y="4"/>
                    <a:pt x="23" y="4"/>
                  </a:cubicBezTo>
                  <a:cubicBezTo>
                    <a:pt x="23" y="4"/>
                    <a:pt x="23" y="4"/>
                    <a:pt x="23" y="4"/>
                  </a:cubicBezTo>
                  <a:lnTo>
                    <a:pt x="2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4" name="Freeform 36">
              <a:extLst>
                <a:ext uri="{FF2B5EF4-FFF2-40B4-BE49-F238E27FC236}">
                  <a16:creationId xmlns:a16="http://schemas.microsoft.com/office/drawing/2014/main" id="{03CE0CB8-6E7C-4FEB-A0A0-28E923818DEE}"/>
                </a:ext>
              </a:extLst>
            </p:cNvPr>
            <p:cNvSpPr>
              <a:spLocks noEditPoints="1"/>
            </p:cNvSpPr>
            <p:nvPr/>
          </p:nvSpPr>
          <p:spPr bwMode="auto">
            <a:xfrm>
              <a:off x="6197600" y="2746375"/>
              <a:ext cx="107950" cy="98425"/>
            </a:xfrm>
            <a:custGeom>
              <a:avLst/>
              <a:gdLst>
                <a:gd name="T0" fmla="*/ 14 w 50"/>
                <a:gd name="T1" fmla="*/ 20 h 45"/>
                <a:gd name="T2" fmla="*/ 15 w 50"/>
                <a:gd name="T3" fmla="*/ 11 h 45"/>
                <a:gd name="T4" fmla="*/ 13 w 50"/>
                <a:gd name="T5" fmla="*/ 27 h 45"/>
                <a:gd name="T6" fmla="*/ 22 w 50"/>
                <a:gd name="T7" fmla="*/ 14 h 45"/>
                <a:gd name="T8" fmla="*/ 37 w 50"/>
                <a:gd name="T9" fmla="*/ 24 h 45"/>
                <a:gd name="T10" fmla="*/ 25 w 50"/>
                <a:gd name="T11" fmla="*/ 24 h 45"/>
                <a:gd name="T12" fmla="*/ 43 w 50"/>
                <a:gd name="T13" fmla="*/ 31 h 45"/>
                <a:gd name="T14" fmla="*/ 25 w 50"/>
                <a:gd name="T15" fmla="*/ 22 h 45"/>
                <a:gd name="T16" fmla="*/ 38 w 50"/>
                <a:gd name="T17" fmla="*/ 3 h 45"/>
                <a:gd name="T18" fmla="*/ 19 w 50"/>
                <a:gd name="T19" fmla="*/ 3 h 45"/>
                <a:gd name="T20" fmla="*/ 40 w 50"/>
                <a:gd name="T21" fmla="*/ 0 h 45"/>
                <a:gd name="T22" fmla="*/ 43 w 50"/>
                <a:gd name="T23" fmla="*/ 39 h 45"/>
                <a:gd name="T24" fmla="*/ 46 w 50"/>
                <a:gd name="T25" fmla="*/ 41 h 45"/>
                <a:gd name="T26" fmla="*/ 47 w 50"/>
                <a:gd name="T27" fmla="*/ 44 h 45"/>
                <a:gd name="T28" fmla="*/ 7 w 50"/>
                <a:gd name="T29" fmla="*/ 39 h 45"/>
                <a:gd name="T30" fmla="*/ 10 w 50"/>
                <a:gd name="T31" fmla="*/ 41 h 45"/>
                <a:gd name="T32" fmla="*/ 14 w 50"/>
                <a:gd name="T33" fmla="*/ 41 h 45"/>
                <a:gd name="T34" fmla="*/ 17 w 50"/>
                <a:gd name="T35" fmla="*/ 43 h 45"/>
                <a:gd name="T36" fmla="*/ 20 w 50"/>
                <a:gd name="T37" fmla="*/ 42 h 45"/>
                <a:gd name="T38" fmla="*/ 18 w 50"/>
                <a:gd name="T39" fmla="*/ 38 h 45"/>
                <a:gd name="T40" fmla="*/ 10 w 50"/>
                <a:gd name="T41" fmla="*/ 38 h 45"/>
                <a:gd name="T42" fmla="*/ 5 w 50"/>
                <a:gd name="T43" fmla="*/ 37 h 45"/>
                <a:gd name="T44" fmla="*/ 32 w 50"/>
                <a:gd name="T45" fmla="*/ 10 h 45"/>
                <a:gd name="T46" fmla="*/ 26 w 50"/>
                <a:gd name="T47" fmla="*/ 17 h 45"/>
                <a:gd name="T48" fmla="*/ 37 w 50"/>
                <a:gd name="T49" fmla="*/ 17 h 45"/>
                <a:gd name="T50" fmla="*/ 33 w 50"/>
                <a:gd name="T51" fmla="*/ 21 h 45"/>
                <a:gd name="T52" fmla="*/ 42 w 50"/>
                <a:gd name="T53" fmla="*/ 43 h 45"/>
                <a:gd name="T54" fmla="*/ 42 w 50"/>
                <a:gd name="T55" fmla="*/ 42 h 45"/>
                <a:gd name="T56" fmla="*/ 38 w 50"/>
                <a:gd name="T57" fmla="*/ 27 h 45"/>
                <a:gd name="T58" fmla="*/ 12 w 50"/>
                <a:gd name="T59" fmla="*/ 24 h 45"/>
                <a:gd name="T60" fmla="*/ 10 w 50"/>
                <a:gd name="T61" fmla="*/ 37 h 45"/>
                <a:gd name="T62" fmla="*/ 18 w 50"/>
                <a:gd name="T63" fmla="*/ 38 h 45"/>
                <a:gd name="T64" fmla="*/ 32 w 50"/>
                <a:gd name="T65" fmla="*/ 38 h 45"/>
                <a:gd name="T66" fmla="*/ 45 w 50"/>
                <a:gd name="T67" fmla="*/ 38 h 45"/>
                <a:gd name="T68" fmla="*/ 43 w 50"/>
                <a:gd name="T69" fmla="*/ 40 h 45"/>
                <a:gd name="T70" fmla="*/ 38 w 50"/>
                <a:gd name="T71" fmla="*/ 39 h 45"/>
                <a:gd name="T72" fmla="*/ 40 w 50"/>
                <a:gd name="T73" fmla="*/ 42 h 45"/>
                <a:gd name="T74" fmla="*/ 42 w 50"/>
                <a:gd name="T75" fmla="*/ 41 h 45"/>
                <a:gd name="T76" fmla="*/ 31 w 50"/>
                <a:gd name="T77" fmla="*/ 40 h 45"/>
                <a:gd name="T78" fmla="*/ 28 w 50"/>
                <a:gd name="T79" fmla="*/ 39 h 45"/>
                <a:gd name="T80" fmla="*/ 23 w 50"/>
                <a:gd name="T81" fmla="*/ 40 h 45"/>
                <a:gd name="T82" fmla="*/ 20 w 50"/>
                <a:gd name="T83" fmla="*/ 41 h 45"/>
                <a:gd name="T84" fmla="*/ 44 w 50"/>
                <a:gd name="T85" fmla="*/ 42 h 45"/>
                <a:gd name="T86" fmla="*/ 41 w 50"/>
                <a:gd name="T87" fmla="*/ 43 h 45"/>
                <a:gd name="T88" fmla="*/ 34 w 50"/>
                <a:gd name="T89" fmla="*/ 43 h 45"/>
                <a:gd name="T90" fmla="*/ 27 w 50"/>
                <a:gd name="T91" fmla="*/ 43 h 45"/>
                <a:gd name="T92" fmla="*/ 46 w 50"/>
                <a:gd name="T93" fmla="*/ 44 h 45"/>
                <a:gd name="T94" fmla="*/ 18 w 50"/>
                <a:gd name="T95" fmla="*/ 44 h 45"/>
                <a:gd name="T96" fmla="*/ 14 w 50"/>
                <a:gd name="T97" fmla="*/ 42 h 45"/>
                <a:gd name="T98" fmla="*/ 11 w 50"/>
                <a:gd name="T99" fmla="*/ 42 h 45"/>
                <a:gd name="T100" fmla="*/ 1 w 50"/>
                <a:gd name="T101" fmla="*/ 44 h 45"/>
                <a:gd name="T102" fmla="*/ 19 w 50"/>
                <a:gd name="T103" fmla="*/ 45 h 45"/>
                <a:gd name="T104" fmla="*/ 38 w 50"/>
                <a:gd name="T105" fmla="*/ 40 h 45"/>
                <a:gd name="T106" fmla="*/ 35 w 50"/>
                <a:gd name="T107" fmla="*/ 40 h 45"/>
                <a:gd name="T108" fmla="*/ 17 w 50"/>
                <a:gd name="T109" fmla="*/ 24 h 45"/>
                <a:gd name="T110" fmla="*/ 36 w 50"/>
                <a:gd name="T111" fmla="*/ 11 h 45"/>
                <a:gd name="T112" fmla="*/ 41 w 50"/>
                <a:gd name="T113" fmla="*/ 24 h 45"/>
                <a:gd name="T114" fmla="*/ 13 w 50"/>
                <a:gd name="T115" fmla="*/ 17 h 45"/>
                <a:gd name="T116" fmla="*/ 11 w 50"/>
                <a:gd name="T117" fmla="*/ 14 h 45"/>
                <a:gd name="T118" fmla="*/ 38 w 50"/>
                <a:gd name="T119" fmla="*/ 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45">
                  <a:moveTo>
                    <a:pt x="20" y="24"/>
                  </a:moveTo>
                  <a:cubicBezTo>
                    <a:pt x="21" y="23"/>
                    <a:pt x="22" y="22"/>
                    <a:pt x="25" y="22"/>
                  </a:cubicBezTo>
                  <a:cubicBezTo>
                    <a:pt x="25" y="21"/>
                    <a:pt x="25" y="21"/>
                    <a:pt x="25" y="21"/>
                  </a:cubicBezTo>
                  <a:cubicBezTo>
                    <a:pt x="17" y="21"/>
                    <a:pt x="17" y="21"/>
                    <a:pt x="17" y="21"/>
                  </a:cubicBezTo>
                  <a:cubicBezTo>
                    <a:pt x="17" y="24"/>
                    <a:pt x="17" y="24"/>
                    <a:pt x="17" y="24"/>
                  </a:cubicBezTo>
                  <a:cubicBezTo>
                    <a:pt x="20" y="24"/>
                    <a:pt x="20" y="24"/>
                    <a:pt x="20" y="24"/>
                  </a:cubicBezTo>
                  <a:close/>
                  <a:moveTo>
                    <a:pt x="21" y="17"/>
                  </a:moveTo>
                  <a:cubicBezTo>
                    <a:pt x="14" y="17"/>
                    <a:pt x="14" y="17"/>
                    <a:pt x="14" y="17"/>
                  </a:cubicBezTo>
                  <a:cubicBezTo>
                    <a:pt x="14" y="20"/>
                    <a:pt x="14" y="20"/>
                    <a:pt x="14" y="20"/>
                  </a:cubicBezTo>
                  <a:cubicBezTo>
                    <a:pt x="21" y="20"/>
                    <a:pt x="21" y="20"/>
                    <a:pt x="21" y="20"/>
                  </a:cubicBezTo>
                  <a:lnTo>
                    <a:pt x="21" y="17"/>
                  </a:lnTo>
                  <a:close/>
                  <a:moveTo>
                    <a:pt x="25" y="15"/>
                  </a:moveTo>
                  <a:cubicBezTo>
                    <a:pt x="18" y="15"/>
                    <a:pt x="18" y="15"/>
                    <a:pt x="18" y="15"/>
                  </a:cubicBezTo>
                  <a:cubicBezTo>
                    <a:pt x="18" y="17"/>
                    <a:pt x="18" y="17"/>
                    <a:pt x="18" y="17"/>
                  </a:cubicBezTo>
                  <a:cubicBezTo>
                    <a:pt x="25" y="17"/>
                    <a:pt x="25" y="17"/>
                    <a:pt x="25" y="17"/>
                  </a:cubicBezTo>
                  <a:lnTo>
                    <a:pt x="25" y="15"/>
                  </a:lnTo>
                  <a:close/>
                  <a:moveTo>
                    <a:pt x="21" y="11"/>
                  </a:moveTo>
                  <a:cubicBezTo>
                    <a:pt x="15" y="11"/>
                    <a:pt x="15" y="11"/>
                    <a:pt x="15" y="11"/>
                  </a:cubicBezTo>
                  <a:cubicBezTo>
                    <a:pt x="15" y="14"/>
                    <a:pt x="15" y="14"/>
                    <a:pt x="15" y="14"/>
                  </a:cubicBezTo>
                  <a:cubicBezTo>
                    <a:pt x="21" y="14"/>
                    <a:pt x="21" y="14"/>
                    <a:pt x="21" y="14"/>
                  </a:cubicBezTo>
                  <a:lnTo>
                    <a:pt x="21" y="11"/>
                  </a:lnTo>
                  <a:close/>
                  <a:moveTo>
                    <a:pt x="13" y="27"/>
                  </a:moveTo>
                  <a:cubicBezTo>
                    <a:pt x="19" y="27"/>
                    <a:pt x="19" y="27"/>
                    <a:pt x="19" y="27"/>
                  </a:cubicBezTo>
                  <a:cubicBezTo>
                    <a:pt x="20" y="24"/>
                    <a:pt x="20" y="24"/>
                    <a:pt x="20" y="24"/>
                  </a:cubicBezTo>
                  <a:cubicBezTo>
                    <a:pt x="20" y="24"/>
                    <a:pt x="20" y="24"/>
                    <a:pt x="20" y="24"/>
                  </a:cubicBezTo>
                  <a:cubicBezTo>
                    <a:pt x="13" y="24"/>
                    <a:pt x="13" y="24"/>
                    <a:pt x="13" y="24"/>
                  </a:cubicBezTo>
                  <a:lnTo>
                    <a:pt x="13" y="27"/>
                  </a:lnTo>
                  <a:close/>
                  <a:moveTo>
                    <a:pt x="30" y="30"/>
                  </a:moveTo>
                  <a:cubicBezTo>
                    <a:pt x="34" y="30"/>
                    <a:pt x="34" y="30"/>
                    <a:pt x="34" y="30"/>
                  </a:cubicBezTo>
                  <a:cubicBezTo>
                    <a:pt x="34" y="27"/>
                    <a:pt x="34" y="27"/>
                    <a:pt x="34" y="27"/>
                  </a:cubicBezTo>
                  <a:cubicBezTo>
                    <a:pt x="32" y="27"/>
                    <a:pt x="32" y="27"/>
                    <a:pt x="32" y="27"/>
                  </a:cubicBezTo>
                  <a:cubicBezTo>
                    <a:pt x="32" y="29"/>
                    <a:pt x="32" y="29"/>
                    <a:pt x="32" y="29"/>
                  </a:cubicBezTo>
                  <a:cubicBezTo>
                    <a:pt x="32" y="29"/>
                    <a:pt x="32" y="29"/>
                    <a:pt x="32" y="29"/>
                  </a:cubicBezTo>
                  <a:cubicBezTo>
                    <a:pt x="30" y="29"/>
                    <a:pt x="30" y="29"/>
                    <a:pt x="30" y="29"/>
                  </a:cubicBezTo>
                  <a:lnTo>
                    <a:pt x="30" y="30"/>
                  </a:lnTo>
                  <a:close/>
                  <a:moveTo>
                    <a:pt x="22" y="14"/>
                  </a:moveTo>
                  <a:cubicBezTo>
                    <a:pt x="28" y="14"/>
                    <a:pt x="28" y="14"/>
                    <a:pt x="28" y="14"/>
                  </a:cubicBezTo>
                  <a:cubicBezTo>
                    <a:pt x="28" y="11"/>
                    <a:pt x="28" y="11"/>
                    <a:pt x="28" y="11"/>
                  </a:cubicBezTo>
                  <a:cubicBezTo>
                    <a:pt x="22" y="11"/>
                    <a:pt x="22" y="11"/>
                    <a:pt x="22" y="11"/>
                  </a:cubicBezTo>
                  <a:lnTo>
                    <a:pt x="22" y="14"/>
                  </a:lnTo>
                  <a:close/>
                  <a:moveTo>
                    <a:pt x="37" y="24"/>
                  </a:moveTo>
                  <a:cubicBezTo>
                    <a:pt x="31" y="24"/>
                    <a:pt x="31" y="24"/>
                    <a:pt x="31" y="24"/>
                  </a:cubicBezTo>
                  <a:cubicBezTo>
                    <a:pt x="32" y="27"/>
                    <a:pt x="32" y="27"/>
                    <a:pt x="32" y="27"/>
                  </a:cubicBezTo>
                  <a:cubicBezTo>
                    <a:pt x="37" y="27"/>
                    <a:pt x="37" y="27"/>
                    <a:pt x="37" y="27"/>
                  </a:cubicBezTo>
                  <a:lnTo>
                    <a:pt x="37" y="24"/>
                  </a:lnTo>
                  <a:close/>
                  <a:moveTo>
                    <a:pt x="20" y="29"/>
                  </a:moveTo>
                  <a:cubicBezTo>
                    <a:pt x="18" y="29"/>
                    <a:pt x="18" y="29"/>
                    <a:pt x="18" y="29"/>
                  </a:cubicBezTo>
                  <a:cubicBezTo>
                    <a:pt x="18" y="29"/>
                    <a:pt x="18" y="29"/>
                    <a:pt x="18" y="29"/>
                  </a:cubicBezTo>
                  <a:cubicBezTo>
                    <a:pt x="18" y="27"/>
                    <a:pt x="18" y="27"/>
                    <a:pt x="18" y="27"/>
                  </a:cubicBezTo>
                  <a:cubicBezTo>
                    <a:pt x="17" y="27"/>
                    <a:pt x="17" y="27"/>
                    <a:pt x="17" y="27"/>
                  </a:cubicBezTo>
                  <a:cubicBezTo>
                    <a:pt x="17" y="30"/>
                    <a:pt x="17" y="30"/>
                    <a:pt x="17" y="30"/>
                  </a:cubicBezTo>
                  <a:cubicBezTo>
                    <a:pt x="20" y="30"/>
                    <a:pt x="20" y="30"/>
                    <a:pt x="20" y="30"/>
                  </a:cubicBezTo>
                  <a:lnTo>
                    <a:pt x="20" y="29"/>
                  </a:lnTo>
                  <a:close/>
                  <a:moveTo>
                    <a:pt x="25" y="24"/>
                  </a:moveTo>
                  <a:cubicBezTo>
                    <a:pt x="21" y="24"/>
                    <a:pt x="21" y="27"/>
                    <a:pt x="21" y="29"/>
                  </a:cubicBezTo>
                  <a:cubicBezTo>
                    <a:pt x="21" y="35"/>
                    <a:pt x="21" y="35"/>
                    <a:pt x="21" y="35"/>
                  </a:cubicBezTo>
                  <a:cubicBezTo>
                    <a:pt x="30" y="35"/>
                    <a:pt x="30" y="35"/>
                    <a:pt x="30" y="35"/>
                  </a:cubicBezTo>
                  <a:cubicBezTo>
                    <a:pt x="30" y="29"/>
                    <a:pt x="30" y="29"/>
                    <a:pt x="30" y="29"/>
                  </a:cubicBezTo>
                  <a:cubicBezTo>
                    <a:pt x="30" y="28"/>
                    <a:pt x="29" y="24"/>
                    <a:pt x="25" y="24"/>
                  </a:cubicBezTo>
                  <a:moveTo>
                    <a:pt x="30" y="35"/>
                  </a:moveTo>
                  <a:cubicBezTo>
                    <a:pt x="32" y="35"/>
                    <a:pt x="32" y="35"/>
                    <a:pt x="32" y="35"/>
                  </a:cubicBezTo>
                  <a:cubicBezTo>
                    <a:pt x="43" y="35"/>
                    <a:pt x="43" y="35"/>
                    <a:pt x="43" y="35"/>
                  </a:cubicBezTo>
                  <a:cubicBezTo>
                    <a:pt x="43" y="31"/>
                    <a:pt x="43" y="31"/>
                    <a:pt x="43" y="31"/>
                  </a:cubicBezTo>
                  <a:cubicBezTo>
                    <a:pt x="30" y="31"/>
                    <a:pt x="30" y="31"/>
                    <a:pt x="30" y="31"/>
                  </a:cubicBezTo>
                  <a:lnTo>
                    <a:pt x="30" y="35"/>
                  </a:lnTo>
                  <a:close/>
                  <a:moveTo>
                    <a:pt x="34" y="30"/>
                  </a:moveTo>
                  <a:cubicBezTo>
                    <a:pt x="43" y="30"/>
                    <a:pt x="43" y="30"/>
                    <a:pt x="43" y="30"/>
                  </a:cubicBezTo>
                  <a:cubicBezTo>
                    <a:pt x="42" y="27"/>
                    <a:pt x="42" y="27"/>
                    <a:pt x="42" y="27"/>
                  </a:cubicBezTo>
                  <a:cubicBezTo>
                    <a:pt x="34" y="27"/>
                    <a:pt x="34" y="27"/>
                    <a:pt x="34" y="27"/>
                  </a:cubicBezTo>
                  <a:lnTo>
                    <a:pt x="34" y="30"/>
                  </a:lnTo>
                  <a:close/>
                  <a:moveTo>
                    <a:pt x="32" y="28"/>
                  </a:moveTo>
                  <a:cubicBezTo>
                    <a:pt x="32" y="27"/>
                    <a:pt x="31" y="22"/>
                    <a:pt x="25" y="22"/>
                  </a:cubicBezTo>
                  <a:cubicBezTo>
                    <a:pt x="20" y="22"/>
                    <a:pt x="19" y="27"/>
                    <a:pt x="19" y="28"/>
                  </a:cubicBezTo>
                  <a:cubicBezTo>
                    <a:pt x="20" y="28"/>
                    <a:pt x="20" y="28"/>
                    <a:pt x="20" y="28"/>
                  </a:cubicBezTo>
                  <a:cubicBezTo>
                    <a:pt x="20" y="27"/>
                    <a:pt x="21" y="26"/>
                    <a:pt x="21" y="25"/>
                  </a:cubicBezTo>
                  <a:cubicBezTo>
                    <a:pt x="22" y="24"/>
                    <a:pt x="23" y="23"/>
                    <a:pt x="25" y="23"/>
                  </a:cubicBezTo>
                  <a:cubicBezTo>
                    <a:pt x="30" y="23"/>
                    <a:pt x="30" y="27"/>
                    <a:pt x="30" y="29"/>
                  </a:cubicBezTo>
                  <a:lnTo>
                    <a:pt x="32" y="28"/>
                  </a:lnTo>
                  <a:close/>
                  <a:moveTo>
                    <a:pt x="40" y="0"/>
                  </a:moveTo>
                  <a:cubicBezTo>
                    <a:pt x="38" y="0"/>
                    <a:pt x="38" y="0"/>
                    <a:pt x="38" y="0"/>
                  </a:cubicBezTo>
                  <a:cubicBezTo>
                    <a:pt x="38" y="3"/>
                    <a:pt x="38" y="3"/>
                    <a:pt x="38" y="3"/>
                  </a:cubicBezTo>
                  <a:cubicBezTo>
                    <a:pt x="35" y="3"/>
                    <a:pt x="35" y="3"/>
                    <a:pt x="35" y="3"/>
                  </a:cubicBezTo>
                  <a:cubicBezTo>
                    <a:pt x="35" y="0"/>
                    <a:pt x="35" y="0"/>
                    <a:pt x="35" y="0"/>
                  </a:cubicBezTo>
                  <a:cubicBezTo>
                    <a:pt x="31" y="0"/>
                    <a:pt x="31" y="0"/>
                    <a:pt x="31" y="0"/>
                  </a:cubicBezTo>
                  <a:cubicBezTo>
                    <a:pt x="31" y="3"/>
                    <a:pt x="31" y="3"/>
                    <a:pt x="31" y="3"/>
                  </a:cubicBezTo>
                  <a:cubicBezTo>
                    <a:pt x="28" y="3"/>
                    <a:pt x="28" y="3"/>
                    <a:pt x="28" y="3"/>
                  </a:cubicBezTo>
                  <a:cubicBezTo>
                    <a:pt x="28" y="0"/>
                    <a:pt x="28" y="0"/>
                    <a:pt x="28" y="0"/>
                  </a:cubicBezTo>
                  <a:cubicBezTo>
                    <a:pt x="22" y="0"/>
                    <a:pt x="22" y="0"/>
                    <a:pt x="22" y="0"/>
                  </a:cubicBezTo>
                  <a:cubicBezTo>
                    <a:pt x="22" y="3"/>
                    <a:pt x="22" y="3"/>
                    <a:pt x="22" y="3"/>
                  </a:cubicBezTo>
                  <a:cubicBezTo>
                    <a:pt x="19" y="3"/>
                    <a:pt x="19" y="3"/>
                    <a:pt x="19" y="3"/>
                  </a:cubicBezTo>
                  <a:cubicBezTo>
                    <a:pt x="19" y="0"/>
                    <a:pt x="19" y="0"/>
                    <a:pt x="19" y="0"/>
                  </a:cubicBezTo>
                  <a:cubicBezTo>
                    <a:pt x="15" y="0"/>
                    <a:pt x="15" y="0"/>
                    <a:pt x="15" y="0"/>
                  </a:cubicBezTo>
                  <a:cubicBezTo>
                    <a:pt x="15" y="3"/>
                    <a:pt x="15" y="3"/>
                    <a:pt x="15" y="3"/>
                  </a:cubicBezTo>
                  <a:cubicBezTo>
                    <a:pt x="12" y="3"/>
                    <a:pt x="12" y="3"/>
                    <a:pt x="12" y="3"/>
                  </a:cubicBezTo>
                  <a:cubicBezTo>
                    <a:pt x="12" y="0"/>
                    <a:pt x="12" y="0"/>
                    <a:pt x="12" y="0"/>
                  </a:cubicBezTo>
                  <a:cubicBezTo>
                    <a:pt x="10" y="0"/>
                    <a:pt x="10" y="0"/>
                    <a:pt x="10" y="0"/>
                  </a:cubicBezTo>
                  <a:cubicBezTo>
                    <a:pt x="10" y="5"/>
                    <a:pt x="10" y="5"/>
                    <a:pt x="10" y="5"/>
                  </a:cubicBezTo>
                  <a:cubicBezTo>
                    <a:pt x="40" y="5"/>
                    <a:pt x="40" y="5"/>
                    <a:pt x="40" y="5"/>
                  </a:cubicBezTo>
                  <a:lnTo>
                    <a:pt x="40" y="0"/>
                  </a:lnTo>
                  <a:close/>
                  <a:moveTo>
                    <a:pt x="47" y="39"/>
                  </a:moveTo>
                  <a:cubicBezTo>
                    <a:pt x="46" y="37"/>
                    <a:pt x="46" y="37"/>
                    <a:pt x="46" y="37"/>
                  </a:cubicBezTo>
                  <a:cubicBezTo>
                    <a:pt x="45" y="37"/>
                    <a:pt x="45" y="37"/>
                    <a:pt x="45" y="37"/>
                  </a:cubicBezTo>
                  <a:cubicBezTo>
                    <a:pt x="46" y="38"/>
                    <a:pt x="46" y="38"/>
                    <a:pt x="46" y="38"/>
                  </a:cubicBezTo>
                  <a:cubicBezTo>
                    <a:pt x="45" y="38"/>
                    <a:pt x="45" y="38"/>
                    <a:pt x="45" y="38"/>
                  </a:cubicBezTo>
                  <a:cubicBezTo>
                    <a:pt x="45" y="38"/>
                    <a:pt x="45" y="38"/>
                    <a:pt x="45" y="38"/>
                  </a:cubicBezTo>
                  <a:cubicBezTo>
                    <a:pt x="43" y="38"/>
                    <a:pt x="43" y="38"/>
                    <a:pt x="43" y="38"/>
                  </a:cubicBezTo>
                  <a:cubicBezTo>
                    <a:pt x="43" y="38"/>
                    <a:pt x="43" y="38"/>
                    <a:pt x="43" y="38"/>
                  </a:cubicBezTo>
                  <a:cubicBezTo>
                    <a:pt x="43" y="39"/>
                    <a:pt x="43" y="39"/>
                    <a:pt x="43" y="39"/>
                  </a:cubicBezTo>
                  <a:cubicBezTo>
                    <a:pt x="43" y="39"/>
                    <a:pt x="43" y="39"/>
                    <a:pt x="43" y="39"/>
                  </a:cubicBezTo>
                  <a:cubicBezTo>
                    <a:pt x="43" y="39"/>
                    <a:pt x="43" y="39"/>
                    <a:pt x="43" y="39"/>
                  </a:cubicBezTo>
                  <a:cubicBezTo>
                    <a:pt x="43" y="39"/>
                    <a:pt x="43" y="39"/>
                    <a:pt x="43" y="39"/>
                  </a:cubicBezTo>
                  <a:cubicBezTo>
                    <a:pt x="43" y="40"/>
                    <a:pt x="43" y="40"/>
                    <a:pt x="43" y="40"/>
                  </a:cubicBezTo>
                  <a:cubicBezTo>
                    <a:pt x="43" y="40"/>
                    <a:pt x="43" y="40"/>
                    <a:pt x="43" y="40"/>
                  </a:cubicBezTo>
                  <a:cubicBezTo>
                    <a:pt x="45" y="41"/>
                    <a:pt x="45" y="41"/>
                    <a:pt x="45" y="41"/>
                  </a:cubicBezTo>
                  <a:cubicBezTo>
                    <a:pt x="44" y="41"/>
                    <a:pt x="44" y="41"/>
                    <a:pt x="44" y="41"/>
                  </a:cubicBezTo>
                  <a:cubicBezTo>
                    <a:pt x="45" y="41"/>
                    <a:pt x="45" y="41"/>
                    <a:pt x="45" y="41"/>
                  </a:cubicBezTo>
                  <a:cubicBezTo>
                    <a:pt x="46" y="41"/>
                    <a:pt x="46" y="41"/>
                    <a:pt x="46" y="41"/>
                  </a:cubicBezTo>
                  <a:cubicBezTo>
                    <a:pt x="46" y="41"/>
                    <a:pt x="46" y="41"/>
                    <a:pt x="46" y="41"/>
                  </a:cubicBezTo>
                  <a:cubicBezTo>
                    <a:pt x="46" y="41"/>
                    <a:pt x="46" y="41"/>
                    <a:pt x="46" y="41"/>
                  </a:cubicBezTo>
                  <a:cubicBezTo>
                    <a:pt x="46" y="42"/>
                    <a:pt x="46" y="42"/>
                    <a:pt x="46" y="42"/>
                  </a:cubicBezTo>
                  <a:cubicBezTo>
                    <a:pt x="46" y="42"/>
                    <a:pt x="46" y="42"/>
                    <a:pt x="46" y="42"/>
                  </a:cubicBezTo>
                  <a:cubicBezTo>
                    <a:pt x="46" y="42"/>
                    <a:pt x="46" y="42"/>
                    <a:pt x="46" y="42"/>
                  </a:cubicBezTo>
                  <a:cubicBezTo>
                    <a:pt x="47" y="43"/>
                    <a:pt x="47" y="43"/>
                    <a:pt x="47" y="43"/>
                  </a:cubicBezTo>
                  <a:cubicBezTo>
                    <a:pt x="47" y="43"/>
                    <a:pt x="47" y="43"/>
                    <a:pt x="47" y="43"/>
                  </a:cubicBezTo>
                  <a:cubicBezTo>
                    <a:pt x="47" y="43"/>
                    <a:pt x="47" y="43"/>
                    <a:pt x="47" y="43"/>
                  </a:cubicBezTo>
                  <a:cubicBezTo>
                    <a:pt x="47" y="44"/>
                    <a:pt x="47" y="44"/>
                    <a:pt x="47" y="44"/>
                  </a:cubicBezTo>
                  <a:cubicBezTo>
                    <a:pt x="47" y="44"/>
                    <a:pt x="47" y="44"/>
                    <a:pt x="47" y="44"/>
                  </a:cubicBezTo>
                  <a:cubicBezTo>
                    <a:pt x="47" y="44"/>
                    <a:pt x="47" y="44"/>
                    <a:pt x="47" y="44"/>
                  </a:cubicBezTo>
                  <a:cubicBezTo>
                    <a:pt x="48" y="44"/>
                    <a:pt x="49" y="43"/>
                    <a:pt x="50" y="43"/>
                  </a:cubicBezTo>
                  <a:cubicBezTo>
                    <a:pt x="49" y="42"/>
                    <a:pt x="47" y="39"/>
                    <a:pt x="47" y="39"/>
                  </a:cubicBezTo>
                  <a:moveTo>
                    <a:pt x="6" y="39"/>
                  </a:moveTo>
                  <a:cubicBezTo>
                    <a:pt x="7" y="38"/>
                    <a:pt x="7" y="38"/>
                    <a:pt x="7" y="38"/>
                  </a:cubicBezTo>
                  <a:cubicBezTo>
                    <a:pt x="7" y="38"/>
                    <a:pt x="7" y="38"/>
                    <a:pt x="7" y="38"/>
                  </a:cubicBezTo>
                  <a:cubicBezTo>
                    <a:pt x="7" y="39"/>
                    <a:pt x="7" y="39"/>
                    <a:pt x="7" y="39"/>
                  </a:cubicBezTo>
                  <a:cubicBezTo>
                    <a:pt x="7" y="39"/>
                    <a:pt x="7" y="39"/>
                    <a:pt x="7" y="39"/>
                  </a:cubicBezTo>
                  <a:cubicBezTo>
                    <a:pt x="7" y="39"/>
                    <a:pt x="7" y="39"/>
                    <a:pt x="7" y="39"/>
                  </a:cubicBezTo>
                  <a:cubicBezTo>
                    <a:pt x="5" y="41"/>
                    <a:pt x="5" y="41"/>
                    <a:pt x="5" y="41"/>
                  </a:cubicBezTo>
                  <a:cubicBezTo>
                    <a:pt x="6" y="44"/>
                    <a:pt x="6" y="44"/>
                    <a:pt x="6" y="44"/>
                  </a:cubicBezTo>
                  <a:cubicBezTo>
                    <a:pt x="7" y="44"/>
                    <a:pt x="7" y="44"/>
                    <a:pt x="7" y="44"/>
                  </a:cubicBezTo>
                  <a:cubicBezTo>
                    <a:pt x="10" y="42"/>
                    <a:pt x="10" y="42"/>
                    <a:pt x="10" y="42"/>
                  </a:cubicBezTo>
                  <a:cubicBezTo>
                    <a:pt x="10" y="42"/>
                    <a:pt x="10" y="42"/>
                    <a:pt x="10" y="42"/>
                  </a:cubicBezTo>
                  <a:cubicBezTo>
                    <a:pt x="10" y="42"/>
                    <a:pt x="10" y="42"/>
                    <a:pt x="10" y="42"/>
                  </a:cubicBezTo>
                  <a:cubicBezTo>
                    <a:pt x="10" y="42"/>
                    <a:pt x="10" y="42"/>
                    <a:pt x="10" y="42"/>
                  </a:cubicBezTo>
                  <a:cubicBezTo>
                    <a:pt x="10" y="41"/>
                    <a:pt x="10" y="41"/>
                    <a:pt x="10" y="41"/>
                  </a:cubicBezTo>
                  <a:cubicBezTo>
                    <a:pt x="11" y="41"/>
                    <a:pt x="11" y="41"/>
                    <a:pt x="11" y="41"/>
                  </a:cubicBezTo>
                  <a:cubicBezTo>
                    <a:pt x="12" y="40"/>
                    <a:pt x="12" y="40"/>
                    <a:pt x="12" y="40"/>
                  </a:cubicBezTo>
                  <a:cubicBezTo>
                    <a:pt x="13" y="39"/>
                    <a:pt x="13" y="39"/>
                    <a:pt x="13" y="39"/>
                  </a:cubicBezTo>
                  <a:cubicBezTo>
                    <a:pt x="13" y="39"/>
                    <a:pt x="13" y="39"/>
                    <a:pt x="13" y="39"/>
                  </a:cubicBezTo>
                  <a:cubicBezTo>
                    <a:pt x="13" y="38"/>
                    <a:pt x="13" y="38"/>
                    <a:pt x="13" y="38"/>
                  </a:cubicBezTo>
                  <a:cubicBezTo>
                    <a:pt x="13" y="39"/>
                    <a:pt x="13" y="39"/>
                    <a:pt x="13" y="39"/>
                  </a:cubicBezTo>
                  <a:cubicBezTo>
                    <a:pt x="13" y="40"/>
                    <a:pt x="13" y="40"/>
                    <a:pt x="13" y="40"/>
                  </a:cubicBezTo>
                  <a:cubicBezTo>
                    <a:pt x="14" y="41"/>
                    <a:pt x="14" y="41"/>
                    <a:pt x="14" y="41"/>
                  </a:cubicBezTo>
                  <a:cubicBezTo>
                    <a:pt x="14" y="41"/>
                    <a:pt x="14" y="41"/>
                    <a:pt x="14" y="41"/>
                  </a:cubicBezTo>
                  <a:cubicBezTo>
                    <a:pt x="14" y="41"/>
                    <a:pt x="14" y="41"/>
                    <a:pt x="14" y="41"/>
                  </a:cubicBezTo>
                  <a:cubicBezTo>
                    <a:pt x="14" y="42"/>
                    <a:pt x="14" y="42"/>
                    <a:pt x="14" y="42"/>
                  </a:cubicBezTo>
                  <a:cubicBezTo>
                    <a:pt x="14" y="42"/>
                    <a:pt x="14" y="42"/>
                    <a:pt x="14" y="42"/>
                  </a:cubicBezTo>
                  <a:cubicBezTo>
                    <a:pt x="14" y="42"/>
                    <a:pt x="14" y="42"/>
                    <a:pt x="14" y="42"/>
                  </a:cubicBezTo>
                  <a:cubicBezTo>
                    <a:pt x="15" y="43"/>
                    <a:pt x="15" y="43"/>
                    <a:pt x="15" y="43"/>
                  </a:cubicBezTo>
                  <a:cubicBezTo>
                    <a:pt x="16" y="43"/>
                    <a:pt x="16" y="43"/>
                    <a:pt x="16" y="43"/>
                  </a:cubicBezTo>
                  <a:cubicBezTo>
                    <a:pt x="17" y="43"/>
                    <a:pt x="17" y="43"/>
                    <a:pt x="17" y="43"/>
                  </a:cubicBezTo>
                  <a:cubicBezTo>
                    <a:pt x="17" y="43"/>
                    <a:pt x="17" y="43"/>
                    <a:pt x="17" y="43"/>
                  </a:cubicBezTo>
                  <a:cubicBezTo>
                    <a:pt x="17" y="43"/>
                    <a:pt x="17" y="43"/>
                    <a:pt x="17" y="43"/>
                  </a:cubicBezTo>
                  <a:cubicBezTo>
                    <a:pt x="18" y="44"/>
                    <a:pt x="18" y="44"/>
                    <a:pt x="18" y="44"/>
                  </a:cubicBezTo>
                  <a:cubicBezTo>
                    <a:pt x="18" y="44"/>
                    <a:pt x="18" y="44"/>
                    <a:pt x="18" y="44"/>
                  </a:cubicBezTo>
                  <a:cubicBezTo>
                    <a:pt x="18" y="44"/>
                    <a:pt x="18" y="44"/>
                    <a:pt x="18" y="44"/>
                  </a:cubicBezTo>
                  <a:cubicBezTo>
                    <a:pt x="18" y="44"/>
                    <a:pt x="18" y="44"/>
                    <a:pt x="18" y="44"/>
                  </a:cubicBezTo>
                  <a:cubicBezTo>
                    <a:pt x="19" y="44"/>
                    <a:pt x="19" y="44"/>
                    <a:pt x="19" y="44"/>
                  </a:cubicBezTo>
                  <a:cubicBezTo>
                    <a:pt x="19" y="44"/>
                    <a:pt x="19" y="44"/>
                    <a:pt x="19" y="44"/>
                  </a:cubicBezTo>
                  <a:cubicBezTo>
                    <a:pt x="19" y="43"/>
                    <a:pt x="19" y="43"/>
                    <a:pt x="19" y="43"/>
                  </a:cubicBezTo>
                  <a:cubicBezTo>
                    <a:pt x="19" y="43"/>
                    <a:pt x="19" y="43"/>
                    <a:pt x="19" y="43"/>
                  </a:cubicBezTo>
                  <a:cubicBezTo>
                    <a:pt x="20" y="42"/>
                    <a:pt x="20" y="42"/>
                    <a:pt x="20" y="42"/>
                  </a:cubicBezTo>
                  <a:cubicBezTo>
                    <a:pt x="19" y="41"/>
                    <a:pt x="19" y="41"/>
                    <a:pt x="19" y="41"/>
                  </a:cubicBezTo>
                  <a:cubicBezTo>
                    <a:pt x="19" y="41"/>
                    <a:pt x="19" y="41"/>
                    <a:pt x="19" y="41"/>
                  </a:cubicBezTo>
                  <a:cubicBezTo>
                    <a:pt x="19" y="41"/>
                    <a:pt x="19" y="41"/>
                    <a:pt x="19" y="41"/>
                  </a:cubicBezTo>
                  <a:cubicBezTo>
                    <a:pt x="20" y="39"/>
                    <a:pt x="20" y="39"/>
                    <a:pt x="20" y="39"/>
                  </a:cubicBezTo>
                  <a:cubicBezTo>
                    <a:pt x="20" y="38"/>
                    <a:pt x="20" y="38"/>
                    <a:pt x="20" y="38"/>
                  </a:cubicBezTo>
                  <a:cubicBezTo>
                    <a:pt x="20" y="38"/>
                    <a:pt x="20" y="38"/>
                    <a:pt x="20" y="38"/>
                  </a:cubicBezTo>
                  <a:cubicBezTo>
                    <a:pt x="19" y="38"/>
                    <a:pt x="19" y="38"/>
                    <a:pt x="19" y="38"/>
                  </a:cubicBezTo>
                  <a:cubicBezTo>
                    <a:pt x="18" y="38"/>
                    <a:pt x="18" y="38"/>
                    <a:pt x="18" y="38"/>
                  </a:cubicBezTo>
                  <a:cubicBezTo>
                    <a:pt x="18" y="38"/>
                    <a:pt x="18" y="38"/>
                    <a:pt x="18" y="38"/>
                  </a:cubicBezTo>
                  <a:cubicBezTo>
                    <a:pt x="18" y="39"/>
                    <a:pt x="18" y="39"/>
                    <a:pt x="18" y="39"/>
                  </a:cubicBezTo>
                  <a:cubicBezTo>
                    <a:pt x="18" y="39"/>
                    <a:pt x="18" y="39"/>
                    <a:pt x="18" y="39"/>
                  </a:cubicBezTo>
                  <a:cubicBezTo>
                    <a:pt x="17" y="39"/>
                    <a:pt x="16" y="39"/>
                    <a:pt x="15" y="39"/>
                  </a:cubicBezTo>
                  <a:cubicBezTo>
                    <a:pt x="14" y="39"/>
                    <a:pt x="14" y="39"/>
                    <a:pt x="14" y="39"/>
                  </a:cubicBezTo>
                  <a:cubicBezTo>
                    <a:pt x="14" y="39"/>
                    <a:pt x="14" y="39"/>
                    <a:pt x="14" y="39"/>
                  </a:cubicBezTo>
                  <a:cubicBezTo>
                    <a:pt x="14" y="39"/>
                    <a:pt x="14" y="39"/>
                    <a:pt x="14" y="39"/>
                  </a:cubicBezTo>
                  <a:cubicBezTo>
                    <a:pt x="13" y="38"/>
                    <a:pt x="12" y="38"/>
                    <a:pt x="11"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9" y="38"/>
                    <a:pt x="8" y="37"/>
                    <a:pt x="7" y="37"/>
                  </a:cubicBezTo>
                  <a:cubicBezTo>
                    <a:pt x="7" y="37"/>
                    <a:pt x="7" y="37"/>
                    <a:pt x="7" y="37"/>
                  </a:cubicBezTo>
                  <a:cubicBezTo>
                    <a:pt x="7" y="37"/>
                    <a:pt x="7" y="37"/>
                    <a:pt x="7" y="37"/>
                  </a:cubicBezTo>
                  <a:cubicBezTo>
                    <a:pt x="6" y="37"/>
                    <a:pt x="6" y="37"/>
                    <a:pt x="6" y="37"/>
                  </a:cubicBezTo>
                  <a:cubicBezTo>
                    <a:pt x="5" y="37"/>
                    <a:pt x="5" y="37"/>
                    <a:pt x="5" y="37"/>
                  </a:cubicBezTo>
                  <a:cubicBezTo>
                    <a:pt x="5" y="37"/>
                    <a:pt x="5" y="37"/>
                    <a:pt x="5" y="37"/>
                  </a:cubicBezTo>
                  <a:cubicBezTo>
                    <a:pt x="5" y="37"/>
                    <a:pt x="5" y="37"/>
                    <a:pt x="5" y="37"/>
                  </a:cubicBezTo>
                  <a:cubicBezTo>
                    <a:pt x="5" y="37"/>
                    <a:pt x="4" y="38"/>
                    <a:pt x="3" y="39"/>
                  </a:cubicBezTo>
                  <a:cubicBezTo>
                    <a:pt x="2" y="40"/>
                    <a:pt x="1" y="42"/>
                    <a:pt x="0" y="42"/>
                  </a:cubicBezTo>
                  <a:cubicBezTo>
                    <a:pt x="1" y="43"/>
                    <a:pt x="1" y="43"/>
                    <a:pt x="1" y="43"/>
                  </a:cubicBezTo>
                  <a:cubicBezTo>
                    <a:pt x="1" y="43"/>
                    <a:pt x="1" y="43"/>
                    <a:pt x="1" y="43"/>
                  </a:cubicBezTo>
                  <a:cubicBezTo>
                    <a:pt x="2" y="43"/>
                    <a:pt x="3" y="42"/>
                    <a:pt x="4" y="41"/>
                  </a:cubicBezTo>
                  <a:lnTo>
                    <a:pt x="6" y="39"/>
                  </a:lnTo>
                  <a:close/>
                  <a:moveTo>
                    <a:pt x="26" y="10"/>
                  </a:moveTo>
                  <a:cubicBezTo>
                    <a:pt x="32" y="10"/>
                    <a:pt x="32" y="10"/>
                    <a:pt x="32" y="10"/>
                  </a:cubicBezTo>
                  <a:cubicBezTo>
                    <a:pt x="32" y="9"/>
                    <a:pt x="32" y="9"/>
                    <a:pt x="32" y="9"/>
                  </a:cubicBezTo>
                  <a:cubicBezTo>
                    <a:pt x="26" y="9"/>
                    <a:pt x="26" y="9"/>
                    <a:pt x="26" y="9"/>
                  </a:cubicBezTo>
                  <a:lnTo>
                    <a:pt x="26" y="10"/>
                  </a:lnTo>
                  <a:close/>
                  <a:moveTo>
                    <a:pt x="29" y="14"/>
                  </a:moveTo>
                  <a:cubicBezTo>
                    <a:pt x="36" y="14"/>
                    <a:pt x="36" y="14"/>
                    <a:pt x="36" y="14"/>
                  </a:cubicBezTo>
                  <a:cubicBezTo>
                    <a:pt x="36" y="11"/>
                    <a:pt x="36" y="11"/>
                    <a:pt x="36" y="11"/>
                  </a:cubicBezTo>
                  <a:cubicBezTo>
                    <a:pt x="29" y="11"/>
                    <a:pt x="29" y="11"/>
                    <a:pt x="29" y="11"/>
                  </a:cubicBezTo>
                  <a:lnTo>
                    <a:pt x="29" y="14"/>
                  </a:lnTo>
                  <a:close/>
                  <a:moveTo>
                    <a:pt x="26" y="17"/>
                  </a:moveTo>
                  <a:cubicBezTo>
                    <a:pt x="32" y="17"/>
                    <a:pt x="32" y="17"/>
                    <a:pt x="32" y="17"/>
                  </a:cubicBezTo>
                  <a:cubicBezTo>
                    <a:pt x="32" y="15"/>
                    <a:pt x="32" y="15"/>
                    <a:pt x="32" y="15"/>
                  </a:cubicBezTo>
                  <a:cubicBezTo>
                    <a:pt x="26" y="15"/>
                    <a:pt x="26" y="15"/>
                    <a:pt x="26" y="15"/>
                  </a:cubicBezTo>
                  <a:lnTo>
                    <a:pt x="26" y="17"/>
                  </a:lnTo>
                  <a:close/>
                  <a:moveTo>
                    <a:pt x="37" y="17"/>
                  </a:moveTo>
                  <a:cubicBezTo>
                    <a:pt x="29" y="17"/>
                    <a:pt x="29" y="17"/>
                    <a:pt x="29" y="17"/>
                  </a:cubicBezTo>
                  <a:cubicBezTo>
                    <a:pt x="29" y="20"/>
                    <a:pt x="29" y="20"/>
                    <a:pt x="29" y="20"/>
                  </a:cubicBezTo>
                  <a:cubicBezTo>
                    <a:pt x="37" y="20"/>
                    <a:pt x="37" y="20"/>
                    <a:pt x="37" y="20"/>
                  </a:cubicBezTo>
                  <a:lnTo>
                    <a:pt x="37" y="17"/>
                  </a:lnTo>
                  <a:close/>
                  <a:moveTo>
                    <a:pt x="29" y="17"/>
                  </a:moveTo>
                  <a:cubicBezTo>
                    <a:pt x="22" y="17"/>
                    <a:pt x="22" y="17"/>
                    <a:pt x="22" y="17"/>
                  </a:cubicBezTo>
                  <a:cubicBezTo>
                    <a:pt x="22" y="20"/>
                    <a:pt x="22" y="20"/>
                    <a:pt x="22" y="20"/>
                  </a:cubicBezTo>
                  <a:cubicBezTo>
                    <a:pt x="29" y="20"/>
                    <a:pt x="29" y="20"/>
                    <a:pt x="29" y="20"/>
                  </a:cubicBezTo>
                  <a:lnTo>
                    <a:pt x="29" y="17"/>
                  </a:lnTo>
                  <a:close/>
                  <a:moveTo>
                    <a:pt x="26" y="22"/>
                  </a:moveTo>
                  <a:cubicBezTo>
                    <a:pt x="28" y="22"/>
                    <a:pt x="29" y="23"/>
                    <a:pt x="30" y="24"/>
                  </a:cubicBezTo>
                  <a:cubicBezTo>
                    <a:pt x="33" y="24"/>
                    <a:pt x="33" y="24"/>
                    <a:pt x="33" y="24"/>
                  </a:cubicBezTo>
                  <a:cubicBezTo>
                    <a:pt x="33" y="21"/>
                    <a:pt x="33" y="21"/>
                    <a:pt x="33" y="21"/>
                  </a:cubicBezTo>
                  <a:cubicBezTo>
                    <a:pt x="26" y="21"/>
                    <a:pt x="26" y="21"/>
                    <a:pt x="26" y="21"/>
                  </a:cubicBezTo>
                  <a:lnTo>
                    <a:pt x="26" y="22"/>
                  </a:lnTo>
                  <a:close/>
                  <a:moveTo>
                    <a:pt x="19" y="10"/>
                  </a:moveTo>
                  <a:cubicBezTo>
                    <a:pt x="25" y="10"/>
                    <a:pt x="25" y="10"/>
                    <a:pt x="25" y="10"/>
                  </a:cubicBezTo>
                  <a:cubicBezTo>
                    <a:pt x="25" y="9"/>
                    <a:pt x="25" y="9"/>
                    <a:pt x="25" y="9"/>
                  </a:cubicBezTo>
                  <a:cubicBezTo>
                    <a:pt x="19" y="9"/>
                    <a:pt x="19" y="9"/>
                    <a:pt x="19" y="9"/>
                  </a:cubicBezTo>
                  <a:lnTo>
                    <a:pt x="19" y="10"/>
                  </a:lnTo>
                  <a:close/>
                  <a:moveTo>
                    <a:pt x="42" y="43"/>
                  </a:moveTo>
                  <a:cubicBezTo>
                    <a:pt x="42" y="43"/>
                    <a:pt x="42" y="43"/>
                    <a:pt x="42" y="43"/>
                  </a:cubicBezTo>
                  <a:cubicBezTo>
                    <a:pt x="43" y="43"/>
                    <a:pt x="43" y="43"/>
                    <a:pt x="43" y="43"/>
                  </a:cubicBezTo>
                  <a:cubicBezTo>
                    <a:pt x="44" y="41"/>
                    <a:pt x="44" y="41"/>
                    <a:pt x="44" y="41"/>
                  </a:cubicBezTo>
                  <a:cubicBezTo>
                    <a:pt x="44" y="41"/>
                    <a:pt x="44" y="41"/>
                    <a:pt x="44" y="41"/>
                  </a:cubicBezTo>
                  <a:cubicBezTo>
                    <a:pt x="44" y="41"/>
                    <a:pt x="44" y="41"/>
                    <a:pt x="44" y="41"/>
                  </a:cubicBezTo>
                  <a:cubicBezTo>
                    <a:pt x="43" y="41"/>
                    <a:pt x="43" y="41"/>
                    <a:pt x="43" y="41"/>
                  </a:cubicBezTo>
                  <a:cubicBezTo>
                    <a:pt x="43" y="41"/>
                    <a:pt x="43" y="41"/>
                    <a:pt x="43" y="41"/>
                  </a:cubicBezTo>
                  <a:cubicBezTo>
                    <a:pt x="43" y="41"/>
                    <a:pt x="43" y="41"/>
                    <a:pt x="43" y="41"/>
                  </a:cubicBezTo>
                  <a:cubicBezTo>
                    <a:pt x="43" y="41"/>
                    <a:pt x="43" y="41"/>
                    <a:pt x="43" y="41"/>
                  </a:cubicBezTo>
                  <a:cubicBezTo>
                    <a:pt x="42" y="42"/>
                    <a:pt x="42" y="42"/>
                    <a:pt x="42" y="42"/>
                  </a:cubicBezTo>
                  <a:cubicBezTo>
                    <a:pt x="42" y="42"/>
                    <a:pt x="42" y="42"/>
                    <a:pt x="42" y="42"/>
                  </a:cubicBezTo>
                  <a:cubicBezTo>
                    <a:pt x="42" y="42"/>
                    <a:pt x="42" y="42"/>
                    <a:pt x="42" y="42"/>
                  </a:cubicBezTo>
                  <a:cubicBezTo>
                    <a:pt x="42" y="43"/>
                    <a:pt x="42" y="43"/>
                    <a:pt x="42" y="43"/>
                  </a:cubicBezTo>
                  <a:close/>
                  <a:moveTo>
                    <a:pt x="20" y="31"/>
                  </a:moveTo>
                  <a:cubicBezTo>
                    <a:pt x="8" y="31"/>
                    <a:pt x="8" y="31"/>
                    <a:pt x="8" y="31"/>
                  </a:cubicBezTo>
                  <a:cubicBezTo>
                    <a:pt x="7" y="35"/>
                    <a:pt x="7" y="35"/>
                    <a:pt x="7" y="35"/>
                  </a:cubicBezTo>
                  <a:cubicBezTo>
                    <a:pt x="20" y="35"/>
                    <a:pt x="20" y="35"/>
                    <a:pt x="20" y="35"/>
                  </a:cubicBezTo>
                  <a:lnTo>
                    <a:pt x="20" y="31"/>
                  </a:lnTo>
                  <a:close/>
                  <a:moveTo>
                    <a:pt x="38" y="27"/>
                  </a:moveTo>
                  <a:cubicBezTo>
                    <a:pt x="42" y="27"/>
                    <a:pt x="42" y="27"/>
                    <a:pt x="42" y="27"/>
                  </a:cubicBezTo>
                  <a:cubicBezTo>
                    <a:pt x="41" y="24"/>
                    <a:pt x="41" y="24"/>
                    <a:pt x="41" y="24"/>
                  </a:cubicBezTo>
                  <a:cubicBezTo>
                    <a:pt x="38" y="24"/>
                    <a:pt x="38" y="24"/>
                    <a:pt x="38" y="24"/>
                  </a:cubicBezTo>
                  <a:lnTo>
                    <a:pt x="38" y="27"/>
                  </a:lnTo>
                  <a:close/>
                  <a:moveTo>
                    <a:pt x="12" y="24"/>
                  </a:moveTo>
                  <a:cubicBezTo>
                    <a:pt x="9" y="24"/>
                    <a:pt x="9" y="24"/>
                    <a:pt x="9" y="24"/>
                  </a:cubicBezTo>
                  <a:cubicBezTo>
                    <a:pt x="9" y="27"/>
                    <a:pt x="9" y="27"/>
                    <a:pt x="9" y="27"/>
                  </a:cubicBezTo>
                  <a:cubicBezTo>
                    <a:pt x="12" y="27"/>
                    <a:pt x="12" y="27"/>
                    <a:pt x="12" y="27"/>
                  </a:cubicBezTo>
                  <a:lnTo>
                    <a:pt x="12" y="24"/>
                  </a:lnTo>
                  <a:close/>
                  <a:moveTo>
                    <a:pt x="16" y="27"/>
                  </a:moveTo>
                  <a:cubicBezTo>
                    <a:pt x="9" y="27"/>
                    <a:pt x="9" y="27"/>
                    <a:pt x="9" y="27"/>
                  </a:cubicBezTo>
                  <a:cubicBezTo>
                    <a:pt x="8" y="30"/>
                    <a:pt x="8" y="30"/>
                    <a:pt x="8" y="30"/>
                  </a:cubicBezTo>
                  <a:cubicBezTo>
                    <a:pt x="16" y="30"/>
                    <a:pt x="16" y="30"/>
                    <a:pt x="16" y="30"/>
                  </a:cubicBezTo>
                  <a:lnTo>
                    <a:pt x="16" y="27"/>
                  </a:lnTo>
                  <a:close/>
                  <a:moveTo>
                    <a:pt x="7" y="37"/>
                  </a:moveTo>
                  <a:cubicBezTo>
                    <a:pt x="7" y="37"/>
                    <a:pt x="7" y="37"/>
                    <a:pt x="7" y="37"/>
                  </a:cubicBezTo>
                  <a:cubicBezTo>
                    <a:pt x="7" y="37"/>
                    <a:pt x="7" y="37"/>
                    <a:pt x="7" y="37"/>
                  </a:cubicBezTo>
                  <a:cubicBezTo>
                    <a:pt x="8" y="37"/>
                    <a:pt x="9" y="37"/>
                    <a:pt x="10" y="37"/>
                  </a:cubicBezTo>
                  <a:cubicBezTo>
                    <a:pt x="10" y="37"/>
                    <a:pt x="10" y="37"/>
                    <a:pt x="10" y="37"/>
                  </a:cubicBezTo>
                  <a:cubicBezTo>
                    <a:pt x="10" y="37"/>
                    <a:pt x="10" y="37"/>
                    <a:pt x="10" y="37"/>
                  </a:cubicBezTo>
                  <a:cubicBezTo>
                    <a:pt x="10" y="37"/>
                    <a:pt x="10" y="37"/>
                    <a:pt x="10" y="37"/>
                  </a:cubicBezTo>
                  <a:cubicBezTo>
                    <a:pt x="10" y="38"/>
                    <a:pt x="10" y="38"/>
                    <a:pt x="10" y="38"/>
                  </a:cubicBezTo>
                  <a:cubicBezTo>
                    <a:pt x="11" y="38"/>
                    <a:pt x="11" y="38"/>
                    <a:pt x="11" y="38"/>
                  </a:cubicBezTo>
                  <a:cubicBezTo>
                    <a:pt x="12" y="38"/>
                    <a:pt x="13" y="38"/>
                    <a:pt x="14" y="38"/>
                  </a:cubicBezTo>
                  <a:cubicBezTo>
                    <a:pt x="15" y="38"/>
                    <a:pt x="15" y="38"/>
                    <a:pt x="15" y="38"/>
                  </a:cubicBezTo>
                  <a:cubicBezTo>
                    <a:pt x="16" y="38"/>
                    <a:pt x="17" y="38"/>
                    <a:pt x="18" y="38"/>
                  </a:cubicBezTo>
                  <a:cubicBezTo>
                    <a:pt x="18" y="38"/>
                    <a:pt x="18" y="38"/>
                    <a:pt x="18" y="38"/>
                  </a:cubicBezTo>
                  <a:cubicBezTo>
                    <a:pt x="19" y="38"/>
                    <a:pt x="19" y="38"/>
                    <a:pt x="19" y="38"/>
                  </a:cubicBezTo>
                  <a:cubicBezTo>
                    <a:pt x="19" y="38"/>
                    <a:pt x="19" y="38"/>
                    <a:pt x="19" y="38"/>
                  </a:cubicBezTo>
                  <a:cubicBezTo>
                    <a:pt x="19" y="37"/>
                    <a:pt x="19" y="37"/>
                    <a:pt x="19" y="37"/>
                  </a:cubicBezTo>
                  <a:cubicBezTo>
                    <a:pt x="20" y="37"/>
                    <a:pt x="20" y="37"/>
                    <a:pt x="20" y="37"/>
                  </a:cubicBezTo>
                  <a:cubicBezTo>
                    <a:pt x="22" y="38"/>
                    <a:pt x="24" y="38"/>
                    <a:pt x="27" y="38"/>
                  </a:cubicBezTo>
                  <a:cubicBezTo>
                    <a:pt x="28" y="38"/>
                    <a:pt x="28" y="38"/>
                    <a:pt x="28" y="38"/>
                  </a:cubicBezTo>
                  <a:cubicBezTo>
                    <a:pt x="29" y="38"/>
                    <a:pt x="30" y="38"/>
                    <a:pt x="32" y="38"/>
                  </a:cubicBezTo>
                  <a:cubicBezTo>
                    <a:pt x="32" y="38"/>
                    <a:pt x="32" y="38"/>
                    <a:pt x="32" y="38"/>
                  </a:cubicBezTo>
                  <a:cubicBezTo>
                    <a:pt x="32" y="38"/>
                    <a:pt x="32" y="38"/>
                    <a:pt x="32" y="38"/>
                  </a:cubicBezTo>
                  <a:cubicBezTo>
                    <a:pt x="33" y="38"/>
                    <a:pt x="33" y="38"/>
                    <a:pt x="33" y="38"/>
                  </a:cubicBezTo>
                  <a:cubicBezTo>
                    <a:pt x="33" y="38"/>
                    <a:pt x="33" y="38"/>
                    <a:pt x="33" y="38"/>
                  </a:cubicBezTo>
                  <a:cubicBezTo>
                    <a:pt x="33" y="38"/>
                    <a:pt x="33" y="38"/>
                    <a:pt x="33" y="38"/>
                  </a:cubicBezTo>
                  <a:cubicBezTo>
                    <a:pt x="34" y="38"/>
                    <a:pt x="34" y="38"/>
                    <a:pt x="34" y="38"/>
                  </a:cubicBezTo>
                  <a:cubicBezTo>
                    <a:pt x="36" y="38"/>
                    <a:pt x="36" y="38"/>
                    <a:pt x="36" y="38"/>
                  </a:cubicBezTo>
                  <a:cubicBezTo>
                    <a:pt x="36" y="38"/>
                    <a:pt x="36" y="38"/>
                    <a:pt x="36" y="38"/>
                  </a:cubicBezTo>
                  <a:cubicBezTo>
                    <a:pt x="36" y="38"/>
                    <a:pt x="36" y="38"/>
                    <a:pt x="36" y="38"/>
                  </a:cubicBezTo>
                  <a:cubicBezTo>
                    <a:pt x="39" y="38"/>
                    <a:pt x="39" y="38"/>
                    <a:pt x="39" y="38"/>
                  </a:cubicBezTo>
                  <a:cubicBezTo>
                    <a:pt x="45" y="38"/>
                    <a:pt x="45" y="38"/>
                    <a:pt x="45" y="38"/>
                  </a:cubicBezTo>
                  <a:cubicBezTo>
                    <a:pt x="45" y="37"/>
                    <a:pt x="45" y="37"/>
                    <a:pt x="45" y="37"/>
                  </a:cubicBezTo>
                  <a:cubicBezTo>
                    <a:pt x="44" y="36"/>
                    <a:pt x="44" y="36"/>
                    <a:pt x="44" y="36"/>
                  </a:cubicBezTo>
                  <a:cubicBezTo>
                    <a:pt x="44" y="36"/>
                    <a:pt x="44" y="36"/>
                    <a:pt x="44" y="36"/>
                  </a:cubicBezTo>
                  <a:cubicBezTo>
                    <a:pt x="33" y="36"/>
                    <a:pt x="33" y="36"/>
                    <a:pt x="33" y="36"/>
                  </a:cubicBezTo>
                  <a:cubicBezTo>
                    <a:pt x="7" y="36"/>
                    <a:pt x="7" y="36"/>
                    <a:pt x="7" y="36"/>
                  </a:cubicBezTo>
                  <a:cubicBezTo>
                    <a:pt x="6" y="36"/>
                    <a:pt x="6" y="36"/>
                    <a:pt x="6" y="36"/>
                  </a:cubicBezTo>
                  <a:cubicBezTo>
                    <a:pt x="7" y="36"/>
                    <a:pt x="7" y="36"/>
                    <a:pt x="7" y="36"/>
                  </a:cubicBezTo>
                  <a:lnTo>
                    <a:pt x="7" y="37"/>
                  </a:lnTo>
                  <a:close/>
                  <a:moveTo>
                    <a:pt x="43" y="40"/>
                  </a:moveTo>
                  <a:cubicBezTo>
                    <a:pt x="42" y="39"/>
                    <a:pt x="42" y="39"/>
                    <a:pt x="42" y="39"/>
                  </a:cubicBezTo>
                  <a:cubicBezTo>
                    <a:pt x="42" y="39"/>
                    <a:pt x="42" y="39"/>
                    <a:pt x="42" y="39"/>
                  </a:cubicBezTo>
                  <a:cubicBezTo>
                    <a:pt x="42" y="38"/>
                    <a:pt x="42" y="38"/>
                    <a:pt x="42" y="38"/>
                  </a:cubicBezTo>
                  <a:cubicBezTo>
                    <a:pt x="42" y="38"/>
                    <a:pt x="42" y="38"/>
                    <a:pt x="42" y="38"/>
                  </a:cubicBezTo>
                  <a:cubicBezTo>
                    <a:pt x="39" y="38"/>
                    <a:pt x="39" y="38"/>
                    <a:pt x="39" y="38"/>
                  </a:cubicBezTo>
                  <a:cubicBezTo>
                    <a:pt x="36" y="38"/>
                    <a:pt x="36" y="38"/>
                    <a:pt x="36" y="38"/>
                  </a:cubicBezTo>
                  <a:cubicBezTo>
                    <a:pt x="37" y="39"/>
                    <a:pt x="37" y="39"/>
                    <a:pt x="37" y="39"/>
                  </a:cubicBezTo>
                  <a:cubicBezTo>
                    <a:pt x="38" y="39"/>
                    <a:pt x="38" y="39"/>
                    <a:pt x="38" y="39"/>
                  </a:cubicBezTo>
                  <a:cubicBezTo>
                    <a:pt x="38" y="39"/>
                    <a:pt x="38" y="39"/>
                    <a:pt x="38" y="39"/>
                  </a:cubicBezTo>
                  <a:cubicBezTo>
                    <a:pt x="38" y="39"/>
                    <a:pt x="38" y="39"/>
                    <a:pt x="38" y="39"/>
                  </a:cubicBezTo>
                  <a:cubicBezTo>
                    <a:pt x="38" y="40"/>
                    <a:pt x="38" y="40"/>
                    <a:pt x="38" y="40"/>
                  </a:cubicBezTo>
                  <a:cubicBezTo>
                    <a:pt x="38" y="40"/>
                    <a:pt x="38" y="40"/>
                    <a:pt x="38" y="40"/>
                  </a:cubicBezTo>
                  <a:cubicBezTo>
                    <a:pt x="38" y="40"/>
                    <a:pt x="38" y="40"/>
                    <a:pt x="38" y="40"/>
                  </a:cubicBezTo>
                  <a:cubicBezTo>
                    <a:pt x="39" y="41"/>
                    <a:pt x="39" y="41"/>
                    <a:pt x="39" y="41"/>
                  </a:cubicBezTo>
                  <a:cubicBezTo>
                    <a:pt x="39" y="41"/>
                    <a:pt x="39" y="41"/>
                    <a:pt x="39" y="41"/>
                  </a:cubicBezTo>
                  <a:cubicBezTo>
                    <a:pt x="39" y="42"/>
                    <a:pt x="39" y="42"/>
                    <a:pt x="39" y="42"/>
                  </a:cubicBezTo>
                  <a:cubicBezTo>
                    <a:pt x="39" y="42"/>
                    <a:pt x="39" y="42"/>
                    <a:pt x="39" y="42"/>
                  </a:cubicBezTo>
                  <a:cubicBezTo>
                    <a:pt x="40" y="42"/>
                    <a:pt x="40" y="42"/>
                    <a:pt x="40" y="42"/>
                  </a:cubicBezTo>
                  <a:cubicBezTo>
                    <a:pt x="40" y="42"/>
                    <a:pt x="40" y="42"/>
                    <a:pt x="40" y="42"/>
                  </a:cubicBezTo>
                  <a:cubicBezTo>
                    <a:pt x="40" y="42"/>
                    <a:pt x="40" y="42"/>
                    <a:pt x="40" y="42"/>
                  </a:cubicBezTo>
                  <a:cubicBezTo>
                    <a:pt x="40" y="42"/>
                    <a:pt x="40" y="42"/>
                    <a:pt x="40" y="42"/>
                  </a:cubicBezTo>
                  <a:cubicBezTo>
                    <a:pt x="40" y="42"/>
                    <a:pt x="40" y="42"/>
                    <a:pt x="40" y="42"/>
                  </a:cubicBezTo>
                  <a:cubicBezTo>
                    <a:pt x="41" y="42"/>
                    <a:pt x="41" y="42"/>
                    <a:pt x="41" y="42"/>
                  </a:cubicBezTo>
                  <a:cubicBezTo>
                    <a:pt x="41" y="42"/>
                    <a:pt x="41" y="42"/>
                    <a:pt x="41" y="42"/>
                  </a:cubicBezTo>
                  <a:cubicBezTo>
                    <a:pt x="41" y="42"/>
                    <a:pt x="41" y="42"/>
                    <a:pt x="41" y="42"/>
                  </a:cubicBezTo>
                  <a:cubicBezTo>
                    <a:pt x="41" y="42"/>
                    <a:pt x="41" y="42"/>
                    <a:pt x="41" y="42"/>
                  </a:cubicBezTo>
                  <a:cubicBezTo>
                    <a:pt x="42" y="41"/>
                    <a:pt x="42" y="41"/>
                    <a:pt x="42" y="41"/>
                  </a:cubicBezTo>
                  <a:cubicBezTo>
                    <a:pt x="42" y="41"/>
                    <a:pt x="42" y="41"/>
                    <a:pt x="42" y="41"/>
                  </a:cubicBezTo>
                  <a:cubicBezTo>
                    <a:pt x="42" y="41"/>
                    <a:pt x="42" y="41"/>
                    <a:pt x="42" y="41"/>
                  </a:cubicBezTo>
                  <a:cubicBezTo>
                    <a:pt x="43" y="41"/>
                    <a:pt x="43" y="41"/>
                    <a:pt x="43" y="41"/>
                  </a:cubicBezTo>
                  <a:cubicBezTo>
                    <a:pt x="43" y="40"/>
                    <a:pt x="43" y="40"/>
                    <a:pt x="43" y="40"/>
                  </a:cubicBezTo>
                  <a:close/>
                  <a:moveTo>
                    <a:pt x="29" y="40"/>
                  </a:moveTo>
                  <a:cubicBezTo>
                    <a:pt x="30" y="40"/>
                    <a:pt x="30" y="40"/>
                    <a:pt x="30" y="40"/>
                  </a:cubicBezTo>
                  <a:cubicBezTo>
                    <a:pt x="30" y="40"/>
                    <a:pt x="30" y="40"/>
                    <a:pt x="30" y="40"/>
                  </a:cubicBezTo>
                  <a:cubicBezTo>
                    <a:pt x="31" y="40"/>
                    <a:pt x="31" y="40"/>
                    <a:pt x="31" y="40"/>
                  </a:cubicBezTo>
                  <a:cubicBezTo>
                    <a:pt x="31" y="40"/>
                    <a:pt x="31" y="40"/>
                    <a:pt x="31" y="40"/>
                  </a:cubicBezTo>
                  <a:cubicBezTo>
                    <a:pt x="31" y="40"/>
                    <a:pt x="31" y="40"/>
                    <a:pt x="31" y="40"/>
                  </a:cubicBezTo>
                  <a:cubicBezTo>
                    <a:pt x="32" y="41"/>
                    <a:pt x="33" y="43"/>
                    <a:pt x="34" y="43"/>
                  </a:cubicBezTo>
                  <a:cubicBezTo>
                    <a:pt x="34" y="42"/>
                    <a:pt x="34" y="41"/>
                    <a:pt x="34" y="40"/>
                  </a:cubicBezTo>
                  <a:cubicBezTo>
                    <a:pt x="33" y="39"/>
                    <a:pt x="33" y="39"/>
                    <a:pt x="33" y="39"/>
                  </a:cubicBezTo>
                  <a:cubicBezTo>
                    <a:pt x="33" y="39"/>
                    <a:pt x="33" y="39"/>
                    <a:pt x="33" y="39"/>
                  </a:cubicBezTo>
                  <a:cubicBezTo>
                    <a:pt x="33" y="39"/>
                    <a:pt x="33" y="39"/>
                    <a:pt x="33" y="39"/>
                  </a:cubicBezTo>
                  <a:cubicBezTo>
                    <a:pt x="33" y="39"/>
                    <a:pt x="33" y="39"/>
                    <a:pt x="33" y="39"/>
                  </a:cubicBezTo>
                  <a:cubicBezTo>
                    <a:pt x="32" y="39"/>
                    <a:pt x="32" y="39"/>
                    <a:pt x="32" y="39"/>
                  </a:cubicBezTo>
                  <a:cubicBezTo>
                    <a:pt x="30" y="39"/>
                    <a:pt x="29" y="39"/>
                    <a:pt x="28" y="39"/>
                  </a:cubicBezTo>
                  <a:cubicBezTo>
                    <a:pt x="27" y="39"/>
                    <a:pt x="27" y="39"/>
                    <a:pt x="27" y="39"/>
                  </a:cubicBezTo>
                  <a:cubicBezTo>
                    <a:pt x="25" y="38"/>
                    <a:pt x="25" y="38"/>
                    <a:pt x="25" y="38"/>
                  </a:cubicBezTo>
                  <a:cubicBezTo>
                    <a:pt x="25" y="39"/>
                    <a:pt x="25" y="39"/>
                    <a:pt x="25" y="39"/>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0"/>
                    <a:pt x="23" y="40"/>
                    <a:pt x="23" y="40"/>
                  </a:cubicBezTo>
                  <a:cubicBezTo>
                    <a:pt x="25" y="38"/>
                    <a:pt x="25" y="38"/>
                    <a:pt x="25" y="38"/>
                  </a:cubicBezTo>
                  <a:cubicBezTo>
                    <a:pt x="23" y="38"/>
                    <a:pt x="22" y="38"/>
                    <a:pt x="21" y="38"/>
                  </a:cubicBezTo>
                  <a:cubicBezTo>
                    <a:pt x="21" y="39"/>
                    <a:pt x="21" y="39"/>
                    <a:pt x="21" y="39"/>
                  </a:cubicBezTo>
                  <a:cubicBezTo>
                    <a:pt x="21" y="39"/>
                    <a:pt x="21" y="39"/>
                    <a:pt x="21" y="39"/>
                  </a:cubicBezTo>
                  <a:cubicBezTo>
                    <a:pt x="20" y="39"/>
                    <a:pt x="20" y="39"/>
                    <a:pt x="20" y="39"/>
                  </a:cubicBezTo>
                  <a:cubicBezTo>
                    <a:pt x="20" y="41"/>
                    <a:pt x="20" y="41"/>
                    <a:pt x="20" y="41"/>
                  </a:cubicBezTo>
                  <a:cubicBezTo>
                    <a:pt x="20" y="41"/>
                    <a:pt x="20" y="41"/>
                    <a:pt x="20" y="41"/>
                  </a:cubicBezTo>
                  <a:cubicBezTo>
                    <a:pt x="20" y="41"/>
                    <a:pt x="20" y="41"/>
                    <a:pt x="20" y="41"/>
                  </a:cubicBezTo>
                  <a:cubicBezTo>
                    <a:pt x="20" y="41"/>
                    <a:pt x="20" y="41"/>
                    <a:pt x="20" y="41"/>
                  </a:cubicBezTo>
                  <a:cubicBezTo>
                    <a:pt x="23" y="41"/>
                    <a:pt x="23" y="41"/>
                    <a:pt x="23" y="41"/>
                  </a:cubicBezTo>
                  <a:cubicBezTo>
                    <a:pt x="23" y="41"/>
                    <a:pt x="23" y="41"/>
                    <a:pt x="23" y="41"/>
                  </a:cubicBezTo>
                  <a:cubicBezTo>
                    <a:pt x="23" y="42"/>
                    <a:pt x="24" y="42"/>
                    <a:pt x="26" y="42"/>
                  </a:cubicBezTo>
                  <a:cubicBezTo>
                    <a:pt x="27" y="42"/>
                    <a:pt x="27" y="42"/>
                    <a:pt x="27" y="42"/>
                  </a:cubicBezTo>
                  <a:cubicBezTo>
                    <a:pt x="27" y="42"/>
                    <a:pt x="28" y="41"/>
                    <a:pt x="29" y="40"/>
                  </a:cubicBezTo>
                  <a:moveTo>
                    <a:pt x="46" y="42"/>
                  </a:moveTo>
                  <a:cubicBezTo>
                    <a:pt x="46" y="42"/>
                    <a:pt x="46" y="42"/>
                    <a:pt x="46" y="42"/>
                  </a:cubicBezTo>
                  <a:cubicBezTo>
                    <a:pt x="45" y="42"/>
                    <a:pt x="45" y="42"/>
                    <a:pt x="45" y="42"/>
                  </a:cubicBezTo>
                  <a:cubicBezTo>
                    <a:pt x="44" y="42"/>
                    <a:pt x="44" y="42"/>
                    <a:pt x="44" y="42"/>
                  </a:cubicBezTo>
                  <a:cubicBezTo>
                    <a:pt x="44" y="42"/>
                    <a:pt x="43" y="43"/>
                    <a:pt x="43" y="43"/>
                  </a:cubicBezTo>
                  <a:cubicBezTo>
                    <a:pt x="42" y="43"/>
                    <a:pt x="42" y="43"/>
                    <a:pt x="42" y="43"/>
                  </a:cubicBezTo>
                  <a:cubicBezTo>
                    <a:pt x="42" y="43"/>
                    <a:pt x="42" y="43"/>
                    <a:pt x="42" y="43"/>
                  </a:cubicBezTo>
                  <a:cubicBezTo>
                    <a:pt x="42" y="43"/>
                    <a:pt x="42" y="43"/>
                    <a:pt x="42" y="43"/>
                  </a:cubicBezTo>
                  <a:cubicBezTo>
                    <a:pt x="42" y="43"/>
                    <a:pt x="42" y="43"/>
                    <a:pt x="42" y="43"/>
                  </a:cubicBezTo>
                  <a:cubicBezTo>
                    <a:pt x="42" y="42"/>
                    <a:pt x="42" y="42"/>
                    <a:pt x="42" y="42"/>
                  </a:cubicBezTo>
                  <a:cubicBezTo>
                    <a:pt x="42" y="42"/>
                    <a:pt x="42" y="42"/>
                    <a:pt x="42" y="42"/>
                  </a:cubicBezTo>
                  <a:cubicBezTo>
                    <a:pt x="41" y="43"/>
                    <a:pt x="41" y="43"/>
                    <a:pt x="41" y="43"/>
                  </a:cubicBezTo>
                  <a:cubicBezTo>
                    <a:pt x="41" y="43"/>
                    <a:pt x="41" y="43"/>
                    <a:pt x="41" y="43"/>
                  </a:cubicBezTo>
                  <a:cubicBezTo>
                    <a:pt x="40" y="43"/>
                    <a:pt x="40" y="43"/>
                    <a:pt x="40" y="43"/>
                  </a:cubicBezTo>
                  <a:cubicBezTo>
                    <a:pt x="39" y="42"/>
                    <a:pt x="39" y="42"/>
                    <a:pt x="39" y="42"/>
                  </a:cubicBezTo>
                  <a:cubicBezTo>
                    <a:pt x="37" y="42"/>
                    <a:pt x="37" y="42"/>
                    <a:pt x="37" y="42"/>
                  </a:cubicBezTo>
                  <a:cubicBezTo>
                    <a:pt x="37" y="42"/>
                    <a:pt x="37" y="42"/>
                    <a:pt x="37" y="42"/>
                  </a:cubicBezTo>
                  <a:cubicBezTo>
                    <a:pt x="35" y="41"/>
                    <a:pt x="35" y="41"/>
                    <a:pt x="35" y="41"/>
                  </a:cubicBezTo>
                  <a:cubicBezTo>
                    <a:pt x="35" y="41"/>
                    <a:pt x="35" y="41"/>
                    <a:pt x="35" y="41"/>
                  </a:cubicBezTo>
                  <a:cubicBezTo>
                    <a:pt x="35" y="41"/>
                    <a:pt x="35" y="41"/>
                    <a:pt x="35" y="41"/>
                  </a:cubicBezTo>
                  <a:cubicBezTo>
                    <a:pt x="35" y="40"/>
                    <a:pt x="35" y="40"/>
                    <a:pt x="35" y="40"/>
                  </a:cubicBezTo>
                  <a:cubicBezTo>
                    <a:pt x="35" y="41"/>
                    <a:pt x="35" y="42"/>
                    <a:pt x="34" y="43"/>
                  </a:cubicBezTo>
                  <a:cubicBezTo>
                    <a:pt x="34" y="43"/>
                    <a:pt x="34" y="43"/>
                    <a:pt x="34" y="43"/>
                  </a:cubicBezTo>
                  <a:cubicBezTo>
                    <a:pt x="34" y="43"/>
                    <a:pt x="34" y="43"/>
                    <a:pt x="34" y="43"/>
                  </a:cubicBezTo>
                  <a:cubicBezTo>
                    <a:pt x="34" y="43"/>
                    <a:pt x="34" y="43"/>
                    <a:pt x="34" y="43"/>
                  </a:cubicBezTo>
                  <a:cubicBezTo>
                    <a:pt x="32" y="43"/>
                    <a:pt x="31" y="41"/>
                    <a:pt x="31" y="40"/>
                  </a:cubicBezTo>
                  <a:cubicBezTo>
                    <a:pt x="30" y="40"/>
                    <a:pt x="30" y="40"/>
                    <a:pt x="30" y="40"/>
                  </a:cubicBezTo>
                  <a:cubicBezTo>
                    <a:pt x="30" y="40"/>
                    <a:pt x="30" y="40"/>
                    <a:pt x="30" y="40"/>
                  </a:cubicBezTo>
                  <a:cubicBezTo>
                    <a:pt x="29" y="40"/>
                    <a:pt x="29" y="40"/>
                    <a:pt x="29" y="40"/>
                  </a:cubicBezTo>
                  <a:cubicBezTo>
                    <a:pt x="27" y="43"/>
                    <a:pt x="27" y="43"/>
                    <a:pt x="27" y="43"/>
                  </a:cubicBezTo>
                  <a:cubicBezTo>
                    <a:pt x="27" y="43"/>
                    <a:pt x="27" y="43"/>
                    <a:pt x="27" y="43"/>
                  </a:cubicBezTo>
                  <a:cubicBezTo>
                    <a:pt x="27" y="43"/>
                    <a:pt x="27" y="43"/>
                    <a:pt x="27" y="43"/>
                  </a:cubicBezTo>
                  <a:cubicBezTo>
                    <a:pt x="26" y="43"/>
                    <a:pt x="26" y="43"/>
                    <a:pt x="26" y="43"/>
                  </a:cubicBezTo>
                  <a:cubicBezTo>
                    <a:pt x="27" y="43"/>
                    <a:pt x="30" y="44"/>
                    <a:pt x="31" y="44"/>
                  </a:cubicBezTo>
                  <a:cubicBezTo>
                    <a:pt x="34" y="44"/>
                    <a:pt x="35" y="43"/>
                    <a:pt x="37" y="43"/>
                  </a:cubicBezTo>
                  <a:cubicBezTo>
                    <a:pt x="39" y="43"/>
                    <a:pt x="40" y="43"/>
                    <a:pt x="42" y="44"/>
                  </a:cubicBezTo>
                  <a:cubicBezTo>
                    <a:pt x="43" y="44"/>
                    <a:pt x="44" y="44"/>
                    <a:pt x="45" y="44"/>
                  </a:cubicBezTo>
                  <a:cubicBezTo>
                    <a:pt x="46" y="44"/>
                    <a:pt x="46" y="44"/>
                    <a:pt x="46" y="44"/>
                  </a:cubicBezTo>
                  <a:cubicBezTo>
                    <a:pt x="46" y="44"/>
                    <a:pt x="46" y="44"/>
                    <a:pt x="46" y="44"/>
                  </a:cubicBezTo>
                  <a:cubicBezTo>
                    <a:pt x="46" y="44"/>
                    <a:pt x="46" y="44"/>
                    <a:pt x="46" y="44"/>
                  </a:cubicBezTo>
                  <a:lnTo>
                    <a:pt x="46" y="42"/>
                  </a:lnTo>
                  <a:close/>
                  <a:moveTo>
                    <a:pt x="22" y="42"/>
                  </a:moveTo>
                  <a:cubicBezTo>
                    <a:pt x="20" y="42"/>
                    <a:pt x="20" y="42"/>
                    <a:pt x="20" y="42"/>
                  </a:cubicBezTo>
                  <a:cubicBezTo>
                    <a:pt x="20" y="42"/>
                    <a:pt x="20" y="42"/>
                    <a:pt x="20" y="42"/>
                  </a:cubicBezTo>
                  <a:cubicBezTo>
                    <a:pt x="20" y="44"/>
                    <a:pt x="20" y="44"/>
                    <a:pt x="20" y="44"/>
                  </a:cubicBezTo>
                  <a:cubicBezTo>
                    <a:pt x="20" y="44"/>
                    <a:pt x="20" y="44"/>
                    <a:pt x="20" y="44"/>
                  </a:cubicBezTo>
                  <a:cubicBezTo>
                    <a:pt x="19" y="44"/>
                    <a:pt x="19" y="44"/>
                    <a:pt x="19" y="44"/>
                  </a:cubicBezTo>
                  <a:cubicBezTo>
                    <a:pt x="19" y="44"/>
                    <a:pt x="19" y="44"/>
                    <a:pt x="19" y="44"/>
                  </a:cubicBezTo>
                  <a:cubicBezTo>
                    <a:pt x="18" y="44"/>
                    <a:pt x="18" y="44"/>
                    <a:pt x="18" y="44"/>
                  </a:cubicBezTo>
                  <a:cubicBezTo>
                    <a:pt x="18" y="44"/>
                    <a:pt x="18" y="44"/>
                    <a:pt x="18" y="44"/>
                  </a:cubicBezTo>
                  <a:cubicBezTo>
                    <a:pt x="17" y="44"/>
                    <a:pt x="17" y="44"/>
                    <a:pt x="17" y="44"/>
                  </a:cubicBezTo>
                  <a:cubicBezTo>
                    <a:pt x="16" y="44"/>
                    <a:pt x="16" y="44"/>
                    <a:pt x="16" y="44"/>
                  </a:cubicBezTo>
                  <a:cubicBezTo>
                    <a:pt x="16" y="44"/>
                    <a:pt x="16" y="44"/>
                    <a:pt x="16" y="44"/>
                  </a:cubicBezTo>
                  <a:cubicBezTo>
                    <a:pt x="16" y="44"/>
                    <a:pt x="16" y="44"/>
                    <a:pt x="16" y="44"/>
                  </a:cubicBezTo>
                  <a:cubicBezTo>
                    <a:pt x="15" y="43"/>
                    <a:pt x="15" y="43"/>
                    <a:pt x="15" y="43"/>
                  </a:cubicBezTo>
                  <a:cubicBezTo>
                    <a:pt x="15" y="43"/>
                    <a:pt x="15" y="43"/>
                    <a:pt x="15" y="43"/>
                  </a:cubicBezTo>
                  <a:cubicBezTo>
                    <a:pt x="15" y="43"/>
                    <a:pt x="15" y="43"/>
                    <a:pt x="15" y="43"/>
                  </a:cubicBezTo>
                  <a:cubicBezTo>
                    <a:pt x="14" y="42"/>
                    <a:pt x="14" y="42"/>
                    <a:pt x="14" y="42"/>
                  </a:cubicBezTo>
                  <a:cubicBezTo>
                    <a:pt x="14" y="42"/>
                    <a:pt x="14" y="42"/>
                    <a:pt x="14" y="42"/>
                  </a:cubicBezTo>
                  <a:cubicBezTo>
                    <a:pt x="14" y="42"/>
                    <a:pt x="14" y="42"/>
                    <a:pt x="14" y="42"/>
                  </a:cubicBezTo>
                  <a:cubicBezTo>
                    <a:pt x="13" y="42"/>
                    <a:pt x="13" y="42"/>
                    <a:pt x="13" y="42"/>
                  </a:cubicBezTo>
                  <a:cubicBezTo>
                    <a:pt x="13" y="41"/>
                    <a:pt x="13" y="41"/>
                    <a:pt x="13" y="41"/>
                  </a:cubicBezTo>
                  <a:cubicBezTo>
                    <a:pt x="13" y="41"/>
                    <a:pt x="13" y="41"/>
                    <a:pt x="13" y="41"/>
                  </a:cubicBezTo>
                  <a:cubicBezTo>
                    <a:pt x="13" y="40"/>
                    <a:pt x="13" y="40"/>
                    <a:pt x="13" y="40"/>
                  </a:cubicBezTo>
                  <a:cubicBezTo>
                    <a:pt x="11" y="42"/>
                    <a:pt x="11" y="42"/>
                    <a:pt x="11" y="42"/>
                  </a:cubicBezTo>
                  <a:cubicBezTo>
                    <a:pt x="11" y="42"/>
                    <a:pt x="11" y="42"/>
                    <a:pt x="11" y="42"/>
                  </a:cubicBezTo>
                  <a:cubicBezTo>
                    <a:pt x="11" y="42"/>
                    <a:pt x="11" y="42"/>
                    <a:pt x="11" y="42"/>
                  </a:cubicBezTo>
                  <a:cubicBezTo>
                    <a:pt x="10" y="42"/>
                    <a:pt x="10" y="42"/>
                    <a:pt x="10" y="42"/>
                  </a:cubicBezTo>
                  <a:cubicBezTo>
                    <a:pt x="8" y="44"/>
                    <a:pt x="8" y="44"/>
                    <a:pt x="8" y="44"/>
                  </a:cubicBezTo>
                  <a:cubicBezTo>
                    <a:pt x="8" y="44"/>
                    <a:pt x="8" y="44"/>
                    <a:pt x="8" y="44"/>
                  </a:cubicBezTo>
                  <a:cubicBezTo>
                    <a:pt x="7" y="44"/>
                    <a:pt x="7" y="44"/>
                    <a:pt x="7" y="44"/>
                  </a:cubicBezTo>
                  <a:cubicBezTo>
                    <a:pt x="6" y="44"/>
                    <a:pt x="6" y="44"/>
                    <a:pt x="6" y="44"/>
                  </a:cubicBezTo>
                  <a:cubicBezTo>
                    <a:pt x="6" y="44"/>
                    <a:pt x="6" y="44"/>
                    <a:pt x="6" y="44"/>
                  </a:cubicBezTo>
                  <a:cubicBezTo>
                    <a:pt x="6" y="44"/>
                    <a:pt x="6" y="44"/>
                    <a:pt x="6" y="44"/>
                  </a:cubicBezTo>
                  <a:cubicBezTo>
                    <a:pt x="5" y="43"/>
                    <a:pt x="5" y="43"/>
                    <a:pt x="4" y="42"/>
                  </a:cubicBezTo>
                  <a:cubicBezTo>
                    <a:pt x="4" y="42"/>
                    <a:pt x="3" y="43"/>
                    <a:pt x="1" y="44"/>
                  </a:cubicBezTo>
                  <a:cubicBezTo>
                    <a:pt x="2" y="44"/>
                    <a:pt x="2" y="44"/>
                    <a:pt x="2" y="44"/>
                  </a:cubicBezTo>
                  <a:cubicBezTo>
                    <a:pt x="3" y="44"/>
                    <a:pt x="3" y="44"/>
                    <a:pt x="5" y="45"/>
                  </a:cubicBezTo>
                  <a:cubicBezTo>
                    <a:pt x="5" y="45"/>
                    <a:pt x="5" y="45"/>
                    <a:pt x="5" y="45"/>
                  </a:cubicBezTo>
                  <a:cubicBezTo>
                    <a:pt x="7" y="45"/>
                    <a:pt x="8" y="44"/>
                    <a:pt x="8" y="44"/>
                  </a:cubicBezTo>
                  <a:cubicBezTo>
                    <a:pt x="9" y="44"/>
                    <a:pt x="11" y="42"/>
                    <a:pt x="12" y="42"/>
                  </a:cubicBezTo>
                  <a:cubicBezTo>
                    <a:pt x="12" y="42"/>
                    <a:pt x="12" y="42"/>
                    <a:pt x="12" y="42"/>
                  </a:cubicBezTo>
                  <a:cubicBezTo>
                    <a:pt x="13" y="42"/>
                    <a:pt x="15" y="43"/>
                    <a:pt x="16" y="44"/>
                  </a:cubicBezTo>
                  <a:cubicBezTo>
                    <a:pt x="17" y="44"/>
                    <a:pt x="18" y="45"/>
                    <a:pt x="19" y="45"/>
                  </a:cubicBezTo>
                  <a:cubicBezTo>
                    <a:pt x="19" y="45"/>
                    <a:pt x="19" y="45"/>
                    <a:pt x="19" y="45"/>
                  </a:cubicBezTo>
                  <a:cubicBezTo>
                    <a:pt x="20" y="45"/>
                    <a:pt x="22" y="43"/>
                    <a:pt x="24" y="43"/>
                  </a:cubicBezTo>
                  <a:lnTo>
                    <a:pt x="22" y="42"/>
                  </a:lnTo>
                  <a:close/>
                  <a:moveTo>
                    <a:pt x="37" y="42"/>
                  </a:moveTo>
                  <a:cubicBezTo>
                    <a:pt x="39" y="42"/>
                    <a:pt x="39" y="42"/>
                    <a:pt x="39" y="42"/>
                  </a:cubicBezTo>
                  <a:cubicBezTo>
                    <a:pt x="39" y="42"/>
                    <a:pt x="39" y="42"/>
                    <a:pt x="39" y="42"/>
                  </a:cubicBezTo>
                  <a:cubicBezTo>
                    <a:pt x="38" y="41"/>
                    <a:pt x="38" y="41"/>
                    <a:pt x="38" y="41"/>
                  </a:cubicBezTo>
                  <a:cubicBezTo>
                    <a:pt x="38" y="41"/>
                    <a:pt x="38" y="41"/>
                    <a:pt x="38" y="41"/>
                  </a:cubicBezTo>
                  <a:cubicBezTo>
                    <a:pt x="38" y="41"/>
                    <a:pt x="38" y="41"/>
                    <a:pt x="38" y="41"/>
                  </a:cubicBezTo>
                  <a:cubicBezTo>
                    <a:pt x="38" y="40"/>
                    <a:pt x="38" y="40"/>
                    <a:pt x="38" y="40"/>
                  </a:cubicBezTo>
                  <a:cubicBezTo>
                    <a:pt x="37" y="40"/>
                    <a:pt x="37" y="40"/>
                    <a:pt x="37" y="40"/>
                  </a:cubicBezTo>
                  <a:cubicBezTo>
                    <a:pt x="37" y="40"/>
                    <a:pt x="37" y="40"/>
                    <a:pt x="37" y="40"/>
                  </a:cubicBezTo>
                  <a:cubicBezTo>
                    <a:pt x="36" y="38"/>
                    <a:pt x="36" y="38"/>
                    <a:pt x="36" y="38"/>
                  </a:cubicBezTo>
                  <a:cubicBezTo>
                    <a:pt x="34" y="39"/>
                    <a:pt x="34" y="39"/>
                    <a:pt x="34" y="39"/>
                  </a:cubicBezTo>
                  <a:cubicBezTo>
                    <a:pt x="34" y="39"/>
                    <a:pt x="34" y="39"/>
                    <a:pt x="34" y="39"/>
                  </a:cubicBezTo>
                  <a:cubicBezTo>
                    <a:pt x="35" y="39"/>
                    <a:pt x="35" y="39"/>
                    <a:pt x="35" y="39"/>
                  </a:cubicBezTo>
                  <a:cubicBezTo>
                    <a:pt x="35" y="40"/>
                    <a:pt x="35" y="40"/>
                    <a:pt x="35" y="40"/>
                  </a:cubicBezTo>
                  <a:cubicBezTo>
                    <a:pt x="35" y="40"/>
                    <a:pt x="35" y="40"/>
                    <a:pt x="35" y="40"/>
                  </a:cubicBezTo>
                  <a:cubicBezTo>
                    <a:pt x="35" y="40"/>
                    <a:pt x="35" y="40"/>
                    <a:pt x="35" y="40"/>
                  </a:cubicBezTo>
                  <a:cubicBezTo>
                    <a:pt x="35" y="40"/>
                    <a:pt x="35" y="40"/>
                    <a:pt x="35" y="40"/>
                  </a:cubicBezTo>
                  <a:cubicBezTo>
                    <a:pt x="36" y="40"/>
                    <a:pt x="36" y="40"/>
                    <a:pt x="36" y="40"/>
                  </a:cubicBezTo>
                  <a:cubicBezTo>
                    <a:pt x="36" y="40"/>
                    <a:pt x="36" y="40"/>
                    <a:pt x="36" y="40"/>
                  </a:cubicBezTo>
                  <a:cubicBezTo>
                    <a:pt x="36" y="41"/>
                    <a:pt x="36" y="41"/>
                    <a:pt x="36" y="41"/>
                  </a:cubicBezTo>
                  <a:lnTo>
                    <a:pt x="37" y="42"/>
                  </a:lnTo>
                  <a:close/>
                  <a:moveTo>
                    <a:pt x="17" y="21"/>
                  </a:moveTo>
                  <a:cubicBezTo>
                    <a:pt x="10" y="21"/>
                    <a:pt x="10" y="21"/>
                    <a:pt x="10" y="21"/>
                  </a:cubicBezTo>
                  <a:cubicBezTo>
                    <a:pt x="9" y="24"/>
                    <a:pt x="9" y="24"/>
                    <a:pt x="9" y="24"/>
                  </a:cubicBezTo>
                  <a:cubicBezTo>
                    <a:pt x="17" y="24"/>
                    <a:pt x="17" y="24"/>
                    <a:pt x="17" y="24"/>
                  </a:cubicBezTo>
                  <a:lnTo>
                    <a:pt x="17" y="21"/>
                  </a:lnTo>
                  <a:close/>
                  <a:moveTo>
                    <a:pt x="32" y="9"/>
                  </a:moveTo>
                  <a:cubicBezTo>
                    <a:pt x="32" y="10"/>
                    <a:pt x="32" y="10"/>
                    <a:pt x="32" y="10"/>
                  </a:cubicBezTo>
                  <a:cubicBezTo>
                    <a:pt x="39" y="10"/>
                    <a:pt x="39" y="10"/>
                    <a:pt x="39" y="10"/>
                  </a:cubicBezTo>
                  <a:cubicBezTo>
                    <a:pt x="38" y="9"/>
                    <a:pt x="38" y="9"/>
                    <a:pt x="38" y="9"/>
                  </a:cubicBezTo>
                  <a:lnTo>
                    <a:pt x="32" y="9"/>
                  </a:lnTo>
                  <a:close/>
                  <a:moveTo>
                    <a:pt x="39" y="14"/>
                  </a:moveTo>
                  <a:cubicBezTo>
                    <a:pt x="39" y="11"/>
                    <a:pt x="39" y="11"/>
                    <a:pt x="39" y="11"/>
                  </a:cubicBezTo>
                  <a:cubicBezTo>
                    <a:pt x="36" y="11"/>
                    <a:pt x="36" y="11"/>
                    <a:pt x="36" y="11"/>
                  </a:cubicBezTo>
                  <a:cubicBezTo>
                    <a:pt x="36" y="14"/>
                    <a:pt x="36" y="14"/>
                    <a:pt x="36" y="14"/>
                  </a:cubicBezTo>
                  <a:lnTo>
                    <a:pt x="39" y="14"/>
                  </a:lnTo>
                  <a:close/>
                  <a:moveTo>
                    <a:pt x="40" y="15"/>
                  </a:moveTo>
                  <a:cubicBezTo>
                    <a:pt x="33" y="15"/>
                    <a:pt x="33" y="15"/>
                    <a:pt x="33" y="15"/>
                  </a:cubicBezTo>
                  <a:cubicBezTo>
                    <a:pt x="33" y="17"/>
                    <a:pt x="33" y="17"/>
                    <a:pt x="33" y="17"/>
                  </a:cubicBezTo>
                  <a:cubicBezTo>
                    <a:pt x="40" y="17"/>
                    <a:pt x="40" y="17"/>
                    <a:pt x="40" y="17"/>
                  </a:cubicBezTo>
                  <a:lnTo>
                    <a:pt x="40" y="15"/>
                  </a:lnTo>
                  <a:close/>
                  <a:moveTo>
                    <a:pt x="34" y="24"/>
                  </a:moveTo>
                  <a:cubicBezTo>
                    <a:pt x="41" y="24"/>
                    <a:pt x="41" y="24"/>
                    <a:pt x="41" y="24"/>
                  </a:cubicBezTo>
                  <a:cubicBezTo>
                    <a:pt x="41" y="21"/>
                    <a:pt x="41" y="21"/>
                    <a:pt x="41" y="21"/>
                  </a:cubicBezTo>
                  <a:cubicBezTo>
                    <a:pt x="34" y="21"/>
                    <a:pt x="34" y="21"/>
                    <a:pt x="34" y="21"/>
                  </a:cubicBezTo>
                  <a:lnTo>
                    <a:pt x="34" y="24"/>
                  </a:lnTo>
                  <a:close/>
                  <a:moveTo>
                    <a:pt x="37" y="17"/>
                  </a:moveTo>
                  <a:cubicBezTo>
                    <a:pt x="37" y="20"/>
                    <a:pt x="37" y="20"/>
                    <a:pt x="37" y="20"/>
                  </a:cubicBezTo>
                  <a:cubicBezTo>
                    <a:pt x="41" y="20"/>
                    <a:pt x="41" y="20"/>
                    <a:pt x="41" y="20"/>
                  </a:cubicBezTo>
                  <a:cubicBezTo>
                    <a:pt x="40" y="17"/>
                    <a:pt x="40" y="17"/>
                    <a:pt x="40" y="17"/>
                  </a:cubicBezTo>
                  <a:lnTo>
                    <a:pt x="37" y="17"/>
                  </a:lnTo>
                  <a:close/>
                  <a:moveTo>
                    <a:pt x="13" y="17"/>
                  </a:moveTo>
                  <a:cubicBezTo>
                    <a:pt x="10" y="17"/>
                    <a:pt x="10" y="17"/>
                    <a:pt x="10" y="17"/>
                  </a:cubicBezTo>
                  <a:cubicBezTo>
                    <a:pt x="10" y="20"/>
                    <a:pt x="10" y="20"/>
                    <a:pt x="10" y="20"/>
                  </a:cubicBezTo>
                  <a:cubicBezTo>
                    <a:pt x="13" y="20"/>
                    <a:pt x="13" y="20"/>
                    <a:pt x="13" y="20"/>
                  </a:cubicBezTo>
                  <a:lnTo>
                    <a:pt x="13" y="17"/>
                  </a:lnTo>
                  <a:close/>
                  <a:moveTo>
                    <a:pt x="11" y="14"/>
                  </a:moveTo>
                  <a:cubicBezTo>
                    <a:pt x="14" y="14"/>
                    <a:pt x="14" y="14"/>
                    <a:pt x="14" y="14"/>
                  </a:cubicBezTo>
                  <a:cubicBezTo>
                    <a:pt x="14" y="11"/>
                    <a:pt x="14" y="11"/>
                    <a:pt x="14" y="11"/>
                  </a:cubicBezTo>
                  <a:cubicBezTo>
                    <a:pt x="12" y="11"/>
                    <a:pt x="12" y="11"/>
                    <a:pt x="12" y="11"/>
                  </a:cubicBezTo>
                  <a:lnTo>
                    <a:pt x="11" y="14"/>
                  </a:lnTo>
                  <a:close/>
                  <a:moveTo>
                    <a:pt x="18" y="15"/>
                  </a:moveTo>
                  <a:cubicBezTo>
                    <a:pt x="11" y="15"/>
                    <a:pt x="11" y="15"/>
                    <a:pt x="11" y="15"/>
                  </a:cubicBezTo>
                  <a:cubicBezTo>
                    <a:pt x="10" y="17"/>
                    <a:pt x="10" y="17"/>
                    <a:pt x="10" y="17"/>
                  </a:cubicBezTo>
                  <a:cubicBezTo>
                    <a:pt x="18" y="17"/>
                    <a:pt x="18" y="17"/>
                    <a:pt x="18" y="17"/>
                  </a:cubicBezTo>
                  <a:lnTo>
                    <a:pt x="18" y="15"/>
                  </a:lnTo>
                  <a:close/>
                  <a:moveTo>
                    <a:pt x="10" y="6"/>
                  </a:moveTo>
                  <a:cubicBezTo>
                    <a:pt x="12" y="8"/>
                    <a:pt x="12" y="8"/>
                    <a:pt x="12" y="8"/>
                  </a:cubicBezTo>
                  <a:cubicBezTo>
                    <a:pt x="38" y="8"/>
                    <a:pt x="38" y="8"/>
                    <a:pt x="38" y="8"/>
                  </a:cubicBezTo>
                  <a:cubicBezTo>
                    <a:pt x="38" y="8"/>
                    <a:pt x="38" y="8"/>
                    <a:pt x="38" y="8"/>
                  </a:cubicBezTo>
                  <a:cubicBezTo>
                    <a:pt x="40" y="6"/>
                    <a:pt x="40" y="6"/>
                    <a:pt x="40" y="6"/>
                  </a:cubicBezTo>
                  <a:lnTo>
                    <a:pt x="10" y="6"/>
                  </a:lnTo>
                  <a:close/>
                  <a:moveTo>
                    <a:pt x="18" y="9"/>
                  </a:moveTo>
                  <a:cubicBezTo>
                    <a:pt x="12" y="9"/>
                    <a:pt x="12" y="9"/>
                    <a:pt x="12" y="9"/>
                  </a:cubicBezTo>
                  <a:cubicBezTo>
                    <a:pt x="12" y="10"/>
                    <a:pt x="12" y="10"/>
                    <a:pt x="12" y="10"/>
                  </a:cubicBezTo>
                  <a:cubicBezTo>
                    <a:pt x="18" y="10"/>
                    <a:pt x="18" y="10"/>
                    <a:pt x="18" y="10"/>
                  </a:cubicBezTo>
                  <a:lnTo>
                    <a:pt x="18"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nvGrpSpPr>
          <p:cNvPr id="135" name="Grupo 134">
            <a:extLst>
              <a:ext uri="{FF2B5EF4-FFF2-40B4-BE49-F238E27FC236}">
                <a16:creationId xmlns:a16="http://schemas.microsoft.com/office/drawing/2014/main" id="{5A253E82-27A2-4183-8EF5-BEF0DBC974EE}"/>
              </a:ext>
            </a:extLst>
          </p:cNvPr>
          <p:cNvGrpSpPr/>
          <p:nvPr userDrawn="1"/>
        </p:nvGrpSpPr>
        <p:grpSpPr>
          <a:xfrm>
            <a:off x="9269672" y="352811"/>
            <a:ext cx="1108652" cy="538385"/>
            <a:chOff x="3838575" y="2246313"/>
            <a:chExt cx="1931988" cy="938213"/>
          </a:xfrm>
        </p:grpSpPr>
        <p:sp>
          <p:nvSpPr>
            <p:cNvPr id="136" name="Rectangle 5">
              <a:extLst>
                <a:ext uri="{FF2B5EF4-FFF2-40B4-BE49-F238E27FC236}">
                  <a16:creationId xmlns:a16="http://schemas.microsoft.com/office/drawing/2014/main" id="{9156220A-AF44-4CA1-9150-CC8BA2B1F531}"/>
                </a:ext>
              </a:extLst>
            </p:cNvPr>
            <p:cNvSpPr>
              <a:spLocks noChangeArrowheads="1"/>
            </p:cNvSpPr>
            <p:nvPr/>
          </p:nvSpPr>
          <p:spPr bwMode="auto">
            <a:xfrm>
              <a:off x="3838575" y="2246313"/>
              <a:ext cx="1931988" cy="938213"/>
            </a:xfrm>
            <a:prstGeom prst="rect">
              <a:avLst/>
            </a:prstGeom>
            <a:solidFill>
              <a:srgbClr val="00B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7" name="Freeform 37">
              <a:extLst>
                <a:ext uri="{FF2B5EF4-FFF2-40B4-BE49-F238E27FC236}">
                  <a16:creationId xmlns:a16="http://schemas.microsoft.com/office/drawing/2014/main" id="{BAD51698-CEE8-47D5-9E82-F78D58E336E5}"/>
                </a:ext>
              </a:extLst>
            </p:cNvPr>
            <p:cNvSpPr>
              <a:spLocks noEditPoints="1"/>
            </p:cNvSpPr>
            <p:nvPr/>
          </p:nvSpPr>
          <p:spPr bwMode="auto">
            <a:xfrm>
              <a:off x="3968750" y="2727325"/>
              <a:ext cx="1668463" cy="123825"/>
            </a:xfrm>
            <a:custGeom>
              <a:avLst/>
              <a:gdLst>
                <a:gd name="T0" fmla="*/ 768 w 770"/>
                <a:gd name="T1" fmla="*/ 17 h 57"/>
                <a:gd name="T2" fmla="*/ 743 w 770"/>
                <a:gd name="T3" fmla="*/ 44 h 57"/>
                <a:gd name="T4" fmla="*/ 715 w 770"/>
                <a:gd name="T5" fmla="*/ 22 h 57"/>
                <a:gd name="T6" fmla="*/ 720 w 770"/>
                <a:gd name="T7" fmla="*/ 17 h 57"/>
                <a:gd name="T8" fmla="*/ 704 w 770"/>
                <a:gd name="T9" fmla="*/ 51 h 57"/>
                <a:gd name="T10" fmla="*/ 689 w 770"/>
                <a:gd name="T11" fmla="*/ 56 h 57"/>
                <a:gd name="T12" fmla="*/ 669 w 770"/>
                <a:gd name="T13" fmla="*/ 20 h 57"/>
                <a:gd name="T14" fmla="*/ 662 w 770"/>
                <a:gd name="T15" fmla="*/ 48 h 57"/>
                <a:gd name="T16" fmla="*/ 662 w 770"/>
                <a:gd name="T17" fmla="*/ 17 h 57"/>
                <a:gd name="T18" fmla="*/ 607 w 770"/>
                <a:gd name="T19" fmla="*/ 17 h 57"/>
                <a:gd name="T20" fmla="*/ 593 w 770"/>
                <a:gd name="T21" fmla="*/ 17 h 57"/>
                <a:gd name="T22" fmla="*/ 597 w 770"/>
                <a:gd name="T23" fmla="*/ 56 h 57"/>
                <a:gd name="T24" fmla="*/ 610 w 770"/>
                <a:gd name="T25" fmla="*/ 56 h 57"/>
                <a:gd name="T26" fmla="*/ 563 w 770"/>
                <a:gd name="T27" fmla="*/ 51 h 57"/>
                <a:gd name="T28" fmla="*/ 560 w 770"/>
                <a:gd name="T29" fmla="*/ 29 h 57"/>
                <a:gd name="T30" fmla="*/ 568 w 770"/>
                <a:gd name="T31" fmla="*/ 17 h 57"/>
                <a:gd name="T32" fmla="*/ 569 w 770"/>
                <a:gd name="T33" fmla="*/ 56 h 57"/>
                <a:gd name="T34" fmla="*/ 511 w 770"/>
                <a:gd name="T35" fmla="*/ 17 h 57"/>
                <a:gd name="T36" fmla="*/ 504 w 770"/>
                <a:gd name="T37" fmla="*/ 54 h 57"/>
                <a:gd name="T38" fmla="*/ 504 w 770"/>
                <a:gd name="T39" fmla="*/ 29 h 57"/>
                <a:gd name="T40" fmla="*/ 453 w 770"/>
                <a:gd name="T41" fmla="*/ 17 h 57"/>
                <a:gd name="T42" fmla="*/ 430 w 770"/>
                <a:gd name="T43" fmla="*/ 17 h 57"/>
                <a:gd name="T44" fmla="*/ 422 w 770"/>
                <a:gd name="T45" fmla="*/ 56 h 57"/>
                <a:gd name="T46" fmla="*/ 379 w 770"/>
                <a:gd name="T47" fmla="*/ 41 h 57"/>
                <a:gd name="T48" fmla="*/ 395 w 770"/>
                <a:gd name="T49" fmla="*/ 56 h 57"/>
                <a:gd name="T50" fmla="*/ 350 w 770"/>
                <a:gd name="T51" fmla="*/ 56 h 57"/>
                <a:gd name="T52" fmla="*/ 377 w 770"/>
                <a:gd name="T53" fmla="*/ 52 h 57"/>
                <a:gd name="T54" fmla="*/ 347 w 770"/>
                <a:gd name="T55" fmla="*/ 20 h 57"/>
                <a:gd name="T56" fmla="*/ 327 w 770"/>
                <a:gd name="T57" fmla="*/ 56 h 57"/>
                <a:gd name="T58" fmla="*/ 310 w 770"/>
                <a:gd name="T59" fmla="*/ 28 h 57"/>
                <a:gd name="T60" fmla="*/ 320 w 770"/>
                <a:gd name="T61" fmla="*/ 52 h 57"/>
                <a:gd name="T62" fmla="*/ 284 w 770"/>
                <a:gd name="T63" fmla="*/ 17 h 57"/>
                <a:gd name="T64" fmla="*/ 303 w 770"/>
                <a:gd name="T65" fmla="*/ 52 h 57"/>
                <a:gd name="T66" fmla="*/ 275 w 770"/>
                <a:gd name="T67" fmla="*/ 45 h 57"/>
                <a:gd name="T68" fmla="*/ 271 w 770"/>
                <a:gd name="T69" fmla="*/ 42 h 57"/>
                <a:gd name="T70" fmla="*/ 270 w 770"/>
                <a:gd name="T71" fmla="*/ 27 h 57"/>
                <a:gd name="T72" fmla="*/ 245 w 770"/>
                <a:gd name="T73" fmla="*/ 52 h 57"/>
                <a:gd name="T74" fmla="*/ 238 w 770"/>
                <a:gd name="T75" fmla="*/ 20 h 57"/>
                <a:gd name="T76" fmla="*/ 218 w 770"/>
                <a:gd name="T77" fmla="*/ 56 h 57"/>
                <a:gd name="T78" fmla="*/ 199 w 770"/>
                <a:gd name="T79" fmla="*/ 35 h 57"/>
                <a:gd name="T80" fmla="*/ 171 w 770"/>
                <a:gd name="T81" fmla="*/ 21 h 57"/>
                <a:gd name="T82" fmla="*/ 177 w 770"/>
                <a:gd name="T83" fmla="*/ 34 h 57"/>
                <a:gd name="T84" fmla="*/ 211 w 770"/>
                <a:gd name="T85" fmla="*/ 20 h 57"/>
                <a:gd name="T86" fmla="*/ 145 w 770"/>
                <a:gd name="T87" fmla="*/ 38 h 57"/>
                <a:gd name="T88" fmla="*/ 138 w 770"/>
                <a:gd name="T89" fmla="*/ 21 h 57"/>
                <a:gd name="T90" fmla="*/ 131 w 770"/>
                <a:gd name="T91" fmla="*/ 21 h 57"/>
                <a:gd name="T92" fmla="*/ 102 w 770"/>
                <a:gd name="T93" fmla="*/ 35 h 57"/>
                <a:gd name="T94" fmla="*/ 108 w 770"/>
                <a:gd name="T95" fmla="*/ 22 h 57"/>
                <a:gd name="T96" fmla="*/ 115 w 770"/>
                <a:gd name="T97" fmla="*/ 54 h 57"/>
                <a:gd name="T98" fmla="*/ 62 w 770"/>
                <a:gd name="T99" fmla="*/ 21 h 57"/>
                <a:gd name="T100" fmla="*/ 27 w 770"/>
                <a:gd name="T101" fmla="*/ 20 h 57"/>
                <a:gd name="T102" fmla="*/ 40 w 770"/>
                <a:gd name="T103" fmla="*/ 51 h 57"/>
                <a:gd name="T104" fmla="*/ 69 w 770"/>
                <a:gd name="T105" fmla="*/ 21 h 57"/>
                <a:gd name="T106" fmla="*/ 20 w 770"/>
                <a:gd name="T107" fmla="*/ 17 h 57"/>
                <a:gd name="T108" fmla="*/ 20 w 770"/>
                <a:gd name="T109" fmla="*/ 5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70" h="57">
                  <a:moveTo>
                    <a:pt x="770" y="44"/>
                  </a:moveTo>
                  <a:cubicBezTo>
                    <a:pt x="770" y="31"/>
                    <a:pt x="750" y="35"/>
                    <a:pt x="750" y="27"/>
                  </a:cubicBezTo>
                  <a:cubicBezTo>
                    <a:pt x="750" y="23"/>
                    <a:pt x="752" y="21"/>
                    <a:pt x="758" y="21"/>
                  </a:cubicBezTo>
                  <a:cubicBezTo>
                    <a:pt x="759" y="21"/>
                    <a:pt x="761" y="21"/>
                    <a:pt x="762" y="21"/>
                  </a:cubicBezTo>
                  <a:cubicBezTo>
                    <a:pt x="763" y="23"/>
                    <a:pt x="763" y="25"/>
                    <a:pt x="763" y="28"/>
                  </a:cubicBezTo>
                  <a:cubicBezTo>
                    <a:pt x="768" y="28"/>
                    <a:pt x="768" y="28"/>
                    <a:pt x="768" y="28"/>
                  </a:cubicBezTo>
                  <a:cubicBezTo>
                    <a:pt x="768" y="17"/>
                    <a:pt x="768" y="17"/>
                    <a:pt x="768" y="17"/>
                  </a:cubicBezTo>
                  <a:cubicBezTo>
                    <a:pt x="765" y="16"/>
                    <a:pt x="761" y="16"/>
                    <a:pt x="758" y="16"/>
                  </a:cubicBezTo>
                  <a:cubicBezTo>
                    <a:pt x="748" y="16"/>
                    <a:pt x="742" y="21"/>
                    <a:pt x="742" y="28"/>
                  </a:cubicBezTo>
                  <a:cubicBezTo>
                    <a:pt x="742" y="40"/>
                    <a:pt x="763" y="36"/>
                    <a:pt x="763" y="45"/>
                  </a:cubicBezTo>
                  <a:cubicBezTo>
                    <a:pt x="763" y="50"/>
                    <a:pt x="758" y="51"/>
                    <a:pt x="754" y="51"/>
                  </a:cubicBezTo>
                  <a:cubicBezTo>
                    <a:pt x="752" y="51"/>
                    <a:pt x="750" y="51"/>
                    <a:pt x="749" y="51"/>
                  </a:cubicBezTo>
                  <a:cubicBezTo>
                    <a:pt x="748" y="49"/>
                    <a:pt x="748" y="47"/>
                    <a:pt x="748" y="44"/>
                  </a:cubicBezTo>
                  <a:cubicBezTo>
                    <a:pt x="743" y="44"/>
                    <a:pt x="743" y="44"/>
                    <a:pt x="743" y="44"/>
                  </a:cubicBezTo>
                  <a:cubicBezTo>
                    <a:pt x="743" y="55"/>
                    <a:pt x="743" y="55"/>
                    <a:pt x="743" y="55"/>
                  </a:cubicBezTo>
                  <a:cubicBezTo>
                    <a:pt x="746" y="56"/>
                    <a:pt x="750" y="57"/>
                    <a:pt x="753" y="57"/>
                  </a:cubicBezTo>
                  <a:cubicBezTo>
                    <a:pt x="763" y="57"/>
                    <a:pt x="770" y="52"/>
                    <a:pt x="770" y="44"/>
                  </a:cubicBezTo>
                  <a:moveTo>
                    <a:pt x="722" y="41"/>
                  </a:moveTo>
                  <a:cubicBezTo>
                    <a:pt x="708" y="41"/>
                    <a:pt x="708" y="41"/>
                    <a:pt x="708" y="41"/>
                  </a:cubicBezTo>
                  <a:cubicBezTo>
                    <a:pt x="713" y="29"/>
                    <a:pt x="713" y="29"/>
                    <a:pt x="713" y="29"/>
                  </a:cubicBezTo>
                  <a:cubicBezTo>
                    <a:pt x="713" y="27"/>
                    <a:pt x="714" y="24"/>
                    <a:pt x="715" y="22"/>
                  </a:cubicBezTo>
                  <a:cubicBezTo>
                    <a:pt x="715" y="22"/>
                    <a:pt x="715" y="22"/>
                    <a:pt x="715" y="22"/>
                  </a:cubicBezTo>
                  <a:cubicBezTo>
                    <a:pt x="715" y="24"/>
                    <a:pt x="716" y="27"/>
                    <a:pt x="717" y="29"/>
                  </a:cubicBezTo>
                  <a:lnTo>
                    <a:pt x="722" y="41"/>
                  </a:lnTo>
                  <a:close/>
                  <a:moveTo>
                    <a:pt x="737" y="56"/>
                  </a:moveTo>
                  <a:cubicBezTo>
                    <a:pt x="737" y="52"/>
                    <a:pt x="737" y="52"/>
                    <a:pt x="737" y="52"/>
                  </a:cubicBezTo>
                  <a:cubicBezTo>
                    <a:pt x="736" y="52"/>
                    <a:pt x="734" y="51"/>
                    <a:pt x="733" y="51"/>
                  </a:cubicBezTo>
                  <a:cubicBezTo>
                    <a:pt x="720" y="17"/>
                    <a:pt x="720" y="17"/>
                    <a:pt x="720" y="17"/>
                  </a:cubicBezTo>
                  <a:cubicBezTo>
                    <a:pt x="711" y="17"/>
                    <a:pt x="711" y="17"/>
                    <a:pt x="711" y="17"/>
                  </a:cubicBezTo>
                  <a:cubicBezTo>
                    <a:pt x="697" y="51"/>
                    <a:pt x="697" y="51"/>
                    <a:pt x="697" y="51"/>
                  </a:cubicBezTo>
                  <a:cubicBezTo>
                    <a:pt x="696" y="51"/>
                    <a:pt x="694" y="52"/>
                    <a:pt x="693" y="52"/>
                  </a:cubicBezTo>
                  <a:cubicBezTo>
                    <a:pt x="693" y="56"/>
                    <a:pt x="693" y="56"/>
                    <a:pt x="693" y="56"/>
                  </a:cubicBezTo>
                  <a:cubicBezTo>
                    <a:pt x="710" y="56"/>
                    <a:pt x="710" y="56"/>
                    <a:pt x="710" y="56"/>
                  </a:cubicBezTo>
                  <a:cubicBezTo>
                    <a:pt x="710" y="52"/>
                    <a:pt x="710" y="52"/>
                    <a:pt x="710" y="52"/>
                  </a:cubicBezTo>
                  <a:cubicBezTo>
                    <a:pt x="708" y="52"/>
                    <a:pt x="706" y="51"/>
                    <a:pt x="704" y="51"/>
                  </a:cubicBezTo>
                  <a:cubicBezTo>
                    <a:pt x="706" y="46"/>
                    <a:pt x="706" y="46"/>
                    <a:pt x="706" y="46"/>
                  </a:cubicBezTo>
                  <a:cubicBezTo>
                    <a:pt x="723" y="46"/>
                    <a:pt x="723" y="46"/>
                    <a:pt x="723" y="46"/>
                  </a:cubicBezTo>
                  <a:cubicBezTo>
                    <a:pt x="725" y="51"/>
                    <a:pt x="725" y="51"/>
                    <a:pt x="725" y="51"/>
                  </a:cubicBezTo>
                  <a:cubicBezTo>
                    <a:pt x="723" y="51"/>
                    <a:pt x="721" y="52"/>
                    <a:pt x="719" y="52"/>
                  </a:cubicBezTo>
                  <a:cubicBezTo>
                    <a:pt x="719" y="56"/>
                    <a:pt x="719" y="56"/>
                    <a:pt x="719" y="56"/>
                  </a:cubicBezTo>
                  <a:lnTo>
                    <a:pt x="737" y="56"/>
                  </a:lnTo>
                  <a:close/>
                  <a:moveTo>
                    <a:pt x="689" y="56"/>
                  </a:moveTo>
                  <a:cubicBezTo>
                    <a:pt x="689" y="52"/>
                    <a:pt x="689" y="52"/>
                    <a:pt x="689" y="52"/>
                  </a:cubicBezTo>
                  <a:cubicBezTo>
                    <a:pt x="687" y="52"/>
                    <a:pt x="685" y="51"/>
                    <a:pt x="683" y="51"/>
                  </a:cubicBezTo>
                  <a:cubicBezTo>
                    <a:pt x="683" y="21"/>
                    <a:pt x="683" y="21"/>
                    <a:pt x="683" y="21"/>
                  </a:cubicBezTo>
                  <a:cubicBezTo>
                    <a:pt x="685" y="21"/>
                    <a:pt x="687" y="21"/>
                    <a:pt x="689" y="20"/>
                  </a:cubicBezTo>
                  <a:cubicBezTo>
                    <a:pt x="689" y="17"/>
                    <a:pt x="689" y="17"/>
                    <a:pt x="689" y="17"/>
                  </a:cubicBezTo>
                  <a:cubicBezTo>
                    <a:pt x="669" y="17"/>
                    <a:pt x="669" y="17"/>
                    <a:pt x="669" y="17"/>
                  </a:cubicBezTo>
                  <a:cubicBezTo>
                    <a:pt x="669" y="20"/>
                    <a:pt x="669" y="20"/>
                    <a:pt x="669" y="20"/>
                  </a:cubicBezTo>
                  <a:cubicBezTo>
                    <a:pt x="671" y="21"/>
                    <a:pt x="674" y="21"/>
                    <a:pt x="676" y="21"/>
                  </a:cubicBezTo>
                  <a:cubicBezTo>
                    <a:pt x="676" y="51"/>
                    <a:pt x="676" y="51"/>
                    <a:pt x="676" y="51"/>
                  </a:cubicBezTo>
                  <a:cubicBezTo>
                    <a:pt x="674" y="51"/>
                    <a:pt x="671" y="52"/>
                    <a:pt x="669" y="52"/>
                  </a:cubicBezTo>
                  <a:cubicBezTo>
                    <a:pt x="669" y="56"/>
                    <a:pt x="669" y="56"/>
                    <a:pt x="669" y="56"/>
                  </a:cubicBezTo>
                  <a:lnTo>
                    <a:pt x="689" y="56"/>
                  </a:lnTo>
                  <a:close/>
                  <a:moveTo>
                    <a:pt x="662" y="54"/>
                  </a:moveTo>
                  <a:cubicBezTo>
                    <a:pt x="662" y="48"/>
                    <a:pt x="662" y="48"/>
                    <a:pt x="662" y="48"/>
                  </a:cubicBezTo>
                  <a:cubicBezTo>
                    <a:pt x="659" y="49"/>
                    <a:pt x="655" y="50"/>
                    <a:pt x="652" y="50"/>
                  </a:cubicBezTo>
                  <a:cubicBezTo>
                    <a:pt x="643" y="50"/>
                    <a:pt x="638" y="45"/>
                    <a:pt x="638" y="36"/>
                  </a:cubicBezTo>
                  <a:cubicBezTo>
                    <a:pt x="638" y="28"/>
                    <a:pt x="643" y="22"/>
                    <a:pt x="651" y="22"/>
                  </a:cubicBezTo>
                  <a:cubicBezTo>
                    <a:pt x="653" y="22"/>
                    <a:pt x="654" y="22"/>
                    <a:pt x="656" y="23"/>
                  </a:cubicBezTo>
                  <a:cubicBezTo>
                    <a:pt x="656" y="25"/>
                    <a:pt x="656" y="27"/>
                    <a:pt x="657" y="29"/>
                  </a:cubicBezTo>
                  <a:cubicBezTo>
                    <a:pt x="662" y="29"/>
                    <a:pt x="662" y="29"/>
                    <a:pt x="662" y="29"/>
                  </a:cubicBezTo>
                  <a:cubicBezTo>
                    <a:pt x="662" y="17"/>
                    <a:pt x="662" y="17"/>
                    <a:pt x="662" y="17"/>
                  </a:cubicBezTo>
                  <a:cubicBezTo>
                    <a:pt x="659" y="17"/>
                    <a:pt x="655" y="16"/>
                    <a:pt x="652" y="16"/>
                  </a:cubicBezTo>
                  <a:cubicBezTo>
                    <a:pt x="638" y="16"/>
                    <a:pt x="631" y="26"/>
                    <a:pt x="631" y="37"/>
                  </a:cubicBezTo>
                  <a:cubicBezTo>
                    <a:pt x="631" y="49"/>
                    <a:pt x="638" y="56"/>
                    <a:pt x="651" y="56"/>
                  </a:cubicBezTo>
                  <a:cubicBezTo>
                    <a:pt x="655" y="56"/>
                    <a:pt x="659" y="56"/>
                    <a:pt x="662" y="54"/>
                  </a:cubicBezTo>
                  <a:moveTo>
                    <a:pt x="625" y="20"/>
                  </a:moveTo>
                  <a:cubicBezTo>
                    <a:pt x="625" y="17"/>
                    <a:pt x="625" y="17"/>
                    <a:pt x="625" y="17"/>
                  </a:cubicBezTo>
                  <a:cubicBezTo>
                    <a:pt x="607" y="17"/>
                    <a:pt x="607" y="17"/>
                    <a:pt x="607" y="17"/>
                  </a:cubicBezTo>
                  <a:cubicBezTo>
                    <a:pt x="607" y="20"/>
                    <a:pt x="607" y="20"/>
                    <a:pt x="607" y="20"/>
                  </a:cubicBezTo>
                  <a:cubicBezTo>
                    <a:pt x="608" y="21"/>
                    <a:pt x="611" y="21"/>
                    <a:pt x="613" y="21"/>
                  </a:cubicBezTo>
                  <a:cubicBezTo>
                    <a:pt x="613" y="35"/>
                    <a:pt x="613" y="35"/>
                    <a:pt x="613" y="35"/>
                  </a:cubicBezTo>
                  <a:cubicBezTo>
                    <a:pt x="613" y="41"/>
                    <a:pt x="613" y="45"/>
                    <a:pt x="613" y="48"/>
                  </a:cubicBezTo>
                  <a:cubicBezTo>
                    <a:pt x="613" y="48"/>
                    <a:pt x="613" y="48"/>
                    <a:pt x="613" y="48"/>
                  </a:cubicBezTo>
                  <a:cubicBezTo>
                    <a:pt x="612" y="45"/>
                    <a:pt x="610" y="42"/>
                    <a:pt x="608" y="40"/>
                  </a:cubicBezTo>
                  <a:cubicBezTo>
                    <a:pt x="593" y="17"/>
                    <a:pt x="593" y="17"/>
                    <a:pt x="593" y="17"/>
                  </a:cubicBezTo>
                  <a:cubicBezTo>
                    <a:pt x="577" y="17"/>
                    <a:pt x="577" y="17"/>
                    <a:pt x="577" y="17"/>
                  </a:cubicBezTo>
                  <a:cubicBezTo>
                    <a:pt x="577" y="20"/>
                    <a:pt x="577" y="20"/>
                    <a:pt x="577" y="20"/>
                  </a:cubicBezTo>
                  <a:cubicBezTo>
                    <a:pt x="579" y="21"/>
                    <a:pt x="582" y="21"/>
                    <a:pt x="584" y="21"/>
                  </a:cubicBezTo>
                  <a:cubicBezTo>
                    <a:pt x="584" y="51"/>
                    <a:pt x="584" y="51"/>
                    <a:pt x="584" y="51"/>
                  </a:cubicBezTo>
                  <a:cubicBezTo>
                    <a:pt x="582" y="51"/>
                    <a:pt x="579" y="52"/>
                    <a:pt x="577" y="52"/>
                  </a:cubicBezTo>
                  <a:cubicBezTo>
                    <a:pt x="577" y="56"/>
                    <a:pt x="577" y="56"/>
                    <a:pt x="577" y="56"/>
                  </a:cubicBezTo>
                  <a:cubicBezTo>
                    <a:pt x="597" y="56"/>
                    <a:pt x="597" y="56"/>
                    <a:pt x="597" y="56"/>
                  </a:cubicBezTo>
                  <a:cubicBezTo>
                    <a:pt x="597" y="52"/>
                    <a:pt x="597" y="52"/>
                    <a:pt x="597" y="52"/>
                  </a:cubicBezTo>
                  <a:cubicBezTo>
                    <a:pt x="595" y="52"/>
                    <a:pt x="593" y="51"/>
                    <a:pt x="591" y="51"/>
                  </a:cubicBezTo>
                  <a:cubicBezTo>
                    <a:pt x="591" y="34"/>
                    <a:pt x="591" y="34"/>
                    <a:pt x="591" y="34"/>
                  </a:cubicBezTo>
                  <a:cubicBezTo>
                    <a:pt x="591" y="30"/>
                    <a:pt x="590" y="27"/>
                    <a:pt x="590" y="25"/>
                  </a:cubicBezTo>
                  <a:cubicBezTo>
                    <a:pt x="590" y="25"/>
                    <a:pt x="590" y="25"/>
                    <a:pt x="590" y="25"/>
                  </a:cubicBezTo>
                  <a:cubicBezTo>
                    <a:pt x="592" y="27"/>
                    <a:pt x="593" y="30"/>
                    <a:pt x="595" y="32"/>
                  </a:cubicBezTo>
                  <a:cubicBezTo>
                    <a:pt x="610" y="56"/>
                    <a:pt x="610" y="56"/>
                    <a:pt x="610" y="56"/>
                  </a:cubicBezTo>
                  <a:cubicBezTo>
                    <a:pt x="619" y="56"/>
                    <a:pt x="619" y="56"/>
                    <a:pt x="619" y="56"/>
                  </a:cubicBezTo>
                  <a:cubicBezTo>
                    <a:pt x="619" y="21"/>
                    <a:pt x="619" y="21"/>
                    <a:pt x="619" y="21"/>
                  </a:cubicBezTo>
                  <a:cubicBezTo>
                    <a:pt x="621" y="21"/>
                    <a:pt x="623" y="21"/>
                    <a:pt x="625" y="20"/>
                  </a:cubicBezTo>
                  <a:moveTo>
                    <a:pt x="569" y="56"/>
                  </a:moveTo>
                  <a:cubicBezTo>
                    <a:pt x="569" y="45"/>
                    <a:pt x="569" y="45"/>
                    <a:pt x="569" y="45"/>
                  </a:cubicBezTo>
                  <a:cubicBezTo>
                    <a:pt x="564" y="45"/>
                    <a:pt x="564" y="45"/>
                    <a:pt x="564" y="45"/>
                  </a:cubicBezTo>
                  <a:cubicBezTo>
                    <a:pt x="563" y="47"/>
                    <a:pt x="563" y="49"/>
                    <a:pt x="563" y="51"/>
                  </a:cubicBezTo>
                  <a:cubicBezTo>
                    <a:pt x="552" y="51"/>
                    <a:pt x="552" y="51"/>
                    <a:pt x="552" y="51"/>
                  </a:cubicBezTo>
                  <a:cubicBezTo>
                    <a:pt x="552" y="38"/>
                    <a:pt x="552" y="38"/>
                    <a:pt x="552" y="38"/>
                  </a:cubicBezTo>
                  <a:cubicBezTo>
                    <a:pt x="559" y="38"/>
                    <a:pt x="559" y="38"/>
                    <a:pt x="559" y="38"/>
                  </a:cubicBezTo>
                  <a:cubicBezTo>
                    <a:pt x="559" y="40"/>
                    <a:pt x="559" y="41"/>
                    <a:pt x="560" y="42"/>
                  </a:cubicBezTo>
                  <a:cubicBezTo>
                    <a:pt x="564" y="42"/>
                    <a:pt x="564" y="42"/>
                    <a:pt x="564" y="42"/>
                  </a:cubicBezTo>
                  <a:cubicBezTo>
                    <a:pt x="564" y="29"/>
                    <a:pt x="564" y="29"/>
                    <a:pt x="564" y="29"/>
                  </a:cubicBezTo>
                  <a:cubicBezTo>
                    <a:pt x="560" y="29"/>
                    <a:pt x="560" y="29"/>
                    <a:pt x="560" y="29"/>
                  </a:cubicBezTo>
                  <a:cubicBezTo>
                    <a:pt x="559" y="30"/>
                    <a:pt x="559" y="32"/>
                    <a:pt x="559" y="33"/>
                  </a:cubicBezTo>
                  <a:cubicBezTo>
                    <a:pt x="552" y="33"/>
                    <a:pt x="552" y="33"/>
                    <a:pt x="552" y="33"/>
                  </a:cubicBezTo>
                  <a:cubicBezTo>
                    <a:pt x="552" y="21"/>
                    <a:pt x="552" y="21"/>
                    <a:pt x="552" y="21"/>
                  </a:cubicBezTo>
                  <a:cubicBezTo>
                    <a:pt x="563" y="21"/>
                    <a:pt x="563" y="21"/>
                    <a:pt x="563" y="21"/>
                  </a:cubicBezTo>
                  <a:cubicBezTo>
                    <a:pt x="563" y="23"/>
                    <a:pt x="563" y="25"/>
                    <a:pt x="564" y="27"/>
                  </a:cubicBezTo>
                  <a:cubicBezTo>
                    <a:pt x="568" y="27"/>
                    <a:pt x="568" y="27"/>
                    <a:pt x="568" y="27"/>
                  </a:cubicBezTo>
                  <a:cubicBezTo>
                    <a:pt x="568" y="17"/>
                    <a:pt x="568" y="17"/>
                    <a:pt x="568" y="17"/>
                  </a:cubicBezTo>
                  <a:cubicBezTo>
                    <a:pt x="538" y="17"/>
                    <a:pt x="538" y="17"/>
                    <a:pt x="538" y="17"/>
                  </a:cubicBezTo>
                  <a:cubicBezTo>
                    <a:pt x="538" y="20"/>
                    <a:pt x="538" y="20"/>
                    <a:pt x="538" y="20"/>
                  </a:cubicBezTo>
                  <a:cubicBezTo>
                    <a:pt x="540" y="21"/>
                    <a:pt x="543" y="21"/>
                    <a:pt x="545" y="21"/>
                  </a:cubicBezTo>
                  <a:cubicBezTo>
                    <a:pt x="545" y="51"/>
                    <a:pt x="545" y="51"/>
                    <a:pt x="545" y="51"/>
                  </a:cubicBezTo>
                  <a:cubicBezTo>
                    <a:pt x="543" y="51"/>
                    <a:pt x="540" y="52"/>
                    <a:pt x="538" y="52"/>
                  </a:cubicBezTo>
                  <a:cubicBezTo>
                    <a:pt x="538" y="56"/>
                    <a:pt x="538" y="56"/>
                    <a:pt x="538" y="56"/>
                  </a:cubicBezTo>
                  <a:lnTo>
                    <a:pt x="569" y="56"/>
                  </a:lnTo>
                  <a:close/>
                  <a:moveTo>
                    <a:pt x="531" y="56"/>
                  </a:moveTo>
                  <a:cubicBezTo>
                    <a:pt x="531" y="52"/>
                    <a:pt x="531" y="52"/>
                    <a:pt x="531" y="52"/>
                  </a:cubicBezTo>
                  <a:cubicBezTo>
                    <a:pt x="529" y="52"/>
                    <a:pt x="527" y="51"/>
                    <a:pt x="525" y="51"/>
                  </a:cubicBezTo>
                  <a:cubicBezTo>
                    <a:pt x="525" y="21"/>
                    <a:pt x="525" y="21"/>
                    <a:pt x="525" y="21"/>
                  </a:cubicBezTo>
                  <a:cubicBezTo>
                    <a:pt x="527" y="21"/>
                    <a:pt x="529" y="21"/>
                    <a:pt x="531" y="20"/>
                  </a:cubicBezTo>
                  <a:cubicBezTo>
                    <a:pt x="531" y="17"/>
                    <a:pt x="531" y="17"/>
                    <a:pt x="531" y="17"/>
                  </a:cubicBezTo>
                  <a:cubicBezTo>
                    <a:pt x="511" y="17"/>
                    <a:pt x="511" y="17"/>
                    <a:pt x="511" y="17"/>
                  </a:cubicBezTo>
                  <a:cubicBezTo>
                    <a:pt x="511" y="20"/>
                    <a:pt x="511" y="20"/>
                    <a:pt x="511" y="20"/>
                  </a:cubicBezTo>
                  <a:cubicBezTo>
                    <a:pt x="513" y="21"/>
                    <a:pt x="516" y="21"/>
                    <a:pt x="518" y="21"/>
                  </a:cubicBezTo>
                  <a:cubicBezTo>
                    <a:pt x="518" y="51"/>
                    <a:pt x="518" y="51"/>
                    <a:pt x="518" y="51"/>
                  </a:cubicBezTo>
                  <a:cubicBezTo>
                    <a:pt x="516" y="51"/>
                    <a:pt x="513" y="52"/>
                    <a:pt x="511" y="52"/>
                  </a:cubicBezTo>
                  <a:cubicBezTo>
                    <a:pt x="511" y="56"/>
                    <a:pt x="511" y="56"/>
                    <a:pt x="511" y="56"/>
                  </a:cubicBezTo>
                  <a:lnTo>
                    <a:pt x="531" y="56"/>
                  </a:lnTo>
                  <a:close/>
                  <a:moveTo>
                    <a:pt x="504" y="54"/>
                  </a:moveTo>
                  <a:cubicBezTo>
                    <a:pt x="504" y="48"/>
                    <a:pt x="504" y="48"/>
                    <a:pt x="504" y="48"/>
                  </a:cubicBezTo>
                  <a:cubicBezTo>
                    <a:pt x="501" y="49"/>
                    <a:pt x="497" y="50"/>
                    <a:pt x="494" y="50"/>
                  </a:cubicBezTo>
                  <a:cubicBezTo>
                    <a:pt x="485" y="50"/>
                    <a:pt x="481" y="45"/>
                    <a:pt x="481" y="36"/>
                  </a:cubicBezTo>
                  <a:cubicBezTo>
                    <a:pt x="481" y="28"/>
                    <a:pt x="485" y="22"/>
                    <a:pt x="493" y="22"/>
                  </a:cubicBezTo>
                  <a:cubicBezTo>
                    <a:pt x="495" y="22"/>
                    <a:pt x="496" y="22"/>
                    <a:pt x="498" y="23"/>
                  </a:cubicBezTo>
                  <a:cubicBezTo>
                    <a:pt x="498" y="25"/>
                    <a:pt x="499" y="27"/>
                    <a:pt x="499" y="29"/>
                  </a:cubicBezTo>
                  <a:cubicBezTo>
                    <a:pt x="504" y="29"/>
                    <a:pt x="504" y="29"/>
                    <a:pt x="504" y="29"/>
                  </a:cubicBezTo>
                  <a:cubicBezTo>
                    <a:pt x="504" y="17"/>
                    <a:pt x="504" y="17"/>
                    <a:pt x="504" y="17"/>
                  </a:cubicBezTo>
                  <a:cubicBezTo>
                    <a:pt x="501" y="17"/>
                    <a:pt x="497" y="16"/>
                    <a:pt x="494" y="16"/>
                  </a:cubicBezTo>
                  <a:cubicBezTo>
                    <a:pt x="480" y="16"/>
                    <a:pt x="473" y="26"/>
                    <a:pt x="473" y="37"/>
                  </a:cubicBezTo>
                  <a:cubicBezTo>
                    <a:pt x="473" y="49"/>
                    <a:pt x="480" y="56"/>
                    <a:pt x="493" y="56"/>
                  </a:cubicBezTo>
                  <a:cubicBezTo>
                    <a:pt x="497" y="56"/>
                    <a:pt x="501" y="56"/>
                    <a:pt x="504" y="54"/>
                  </a:cubicBezTo>
                  <a:moveTo>
                    <a:pt x="453" y="20"/>
                  </a:moveTo>
                  <a:cubicBezTo>
                    <a:pt x="453" y="17"/>
                    <a:pt x="453" y="17"/>
                    <a:pt x="453" y="17"/>
                  </a:cubicBezTo>
                  <a:cubicBezTo>
                    <a:pt x="436" y="17"/>
                    <a:pt x="436" y="17"/>
                    <a:pt x="436" y="17"/>
                  </a:cubicBezTo>
                  <a:cubicBezTo>
                    <a:pt x="436" y="20"/>
                    <a:pt x="436" y="20"/>
                    <a:pt x="436" y="20"/>
                  </a:cubicBezTo>
                  <a:cubicBezTo>
                    <a:pt x="437" y="21"/>
                    <a:pt x="439" y="21"/>
                    <a:pt x="440" y="21"/>
                  </a:cubicBezTo>
                  <a:cubicBezTo>
                    <a:pt x="433" y="36"/>
                    <a:pt x="433" y="36"/>
                    <a:pt x="433" y="36"/>
                  </a:cubicBezTo>
                  <a:cubicBezTo>
                    <a:pt x="425" y="21"/>
                    <a:pt x="425" y="21"/>
                    <a:pt x="425" y="21"/>
                  </a:cubicBezTo>
                  <a:cubicBezTo>
                    <a:pt x="426" y="21"/>
                    <a:pt x="428" y="21"/>
                    <a:pt x="430" y="20"/>
                  </a:cubicBezTo>
                  <a:cubicBezTo>
                    <a:pt x="430" y="17"/>
                    <a:pt x="430" y="17"/>
                    <a:pt x="430" y="17"/>
                  </a:cubicBezTo>
                  <a:cubicBezTo>
                    <a:pt x="412" y="17"/>
                    <a:pt x="412" y="17"/>
                    <a:pt x="412" y="17"/>
                  </a:cubicBezTo>
                  <a:cubicBezTo>
                    <a:pt x="412" y="20"/>
                    <a:pt x="412" y="20"/>
                    <a:pt x="412" y="20"/>
                  </a:cubicBezTo>
                  <a:cubicBezTo>
                    <a:pt x="414" y="21"/>
                    <a:pt x="415" y="21"/>
                    <a:pt x="417" y="21"/>
                  </a:cubicBezTo>
                  <a:cubicBezTo>
                    <a:pt x="429" y="42"/>
                    <a:pt x="429" y="42"/>
                    <a:pt x="429" y="42"/>
                  </a:cubicBezTo>
                  <a:cubicBezTo>
                    <a:pt x="429" y="51"/>
                    <a:pt x="429" y="51"/>
                    <a:pt x="429" y="51"/>
                  </a:cubicBezTo>
                  <a:cubicBezTo>
                    <a:pt x="427" y="51"/>
                    <a:pt x="424" y="52"/>
                    <a:pt x="422" y="52"/>
                  </a:cubicBezTo>
                  <a:cubicBezTo>
                    <a:pt x="422" y="56"/>
                    <a:pt x="422" y="56"/>
                    <a:pt x="422" y="56"/>
                  </a:cubicBezTo>
                  <a:cubicBezTo>
                    <a:pt x="442" y="56"/>
                    <a:pt x="442" y="56"/>
                    <a:pt x="442" y="56"/>
                  </a:cubicBezTo>
                  <a:cubicBezTo>
                    <a:pt x="442" y="52"/>
                    <a:pt x="442" y="52"/>
                    <a:pt x="442" y="52"/>
                  </a:cubicBezTo>
                  <a:cubicBezTo>
                    <a:pt x="440" y="52"/>
                    <a:pt x="438" y="51"/>
                    <a:pt x="436" y="51"/>
                  </a:cubicBezTo>
                  <a:cubicBezTo>
                    <a:pt x="436" y="42"/>
                    <a:pt x="436" y="42"/>
                    <a:pt x="436" y="42"/>
                  </a:cubicBezTo>
                  <a:cubicBezTo>
                    <a:pt x="448" y="21"/>
                    <a:pt x="448" y="21"/>
                    <a:pt x="448" y="21"/>
                  </a:cubicBezTo>
                  <a:cubicBezTo>
                    <a:pt x="449" y="21"/>
                    <a:pt x="451" y="21"/>
                    <a:pt x="453" y="20"/>
                  </a:cubicBezTo>
                  <a:moveTo>
                    <a:pt x="379" y="41"/>
                  </a:moveTo>
                  <a:cubicBezTo>
                    <a:pt x="365" y="41"/>
                    <a:pt x="365" y="41"/>
                    <a:pt x="365" y="41"/>
                  </a:cubicBezTo>
                  <a:cubicBezTo>
                    <a:pt x="370" y="29"/>
                    <a:pt x="370" y="29"/>
                    <a:pt x="370" y="29"/>
                  </a:cubicBezTo>
                  <a:cubicBezTo>
                    <a:pt x="371" y="27"/>
                    <a:pt x="372" y="24"/>
                    <a:pt x="372" y="22"/>
                  </a:cubicBezTo>
                  <a:cubicBezTo>
                    <a:pt x="372" y="22"/>
                    <a:pt x="372" y="22"/>
                    <a:pt x="372" y="22"/>
                  </a:cubicBezTo>
                  <a:cubicBezTo>
                    <a:pt x="373" y="24"/>
                    <a:pt x="373" y="27"/>
                    <a:pt x="374" y="29"/>
                  </a:cubicBezTo>
                  <a:lnTo>
                    <a:pt x="379" y="41"/>
                  </a:lnTo>
                  <a:close/>
                  <a:moveTo>
                    <a:pt x="395" y="56"/>
                  </a:moveTo>
                  <a:cubicBezTo>
                    <a:pt x="395" y="52"/>
                    <a:pt x="395" y="52"/>
                    <a:pt x="395" y="52"/>
                  </a:cubicBezTo>
                  <a:cubicBezTo>
                    <a:pt x="393" y="52"/>
                    <a:pt x="392" y="51"/>
                    <a:pt x="390" y="51"/>
                  </a:cubicBezTo>
                  <a:cubicBezTo>
                    <a:pt x="377" y="17"/>
                    <a:pt x="377" y="17"/>
                    <a:pt x="377" y="17"/>
                  </a:cubicBezTo>
                  <a:cubicBezTo>
                    <a:pt x="368" y="17"/>
                    <a:pt x="368" y="17"/>
                    <a:pt x="368" y="17"/>
                  </a:cubicBezTo>
                  <a:cubicBezTo>
                    <a:pt x="355" y="51"/>
                    <a:pt x="355" y="51"/>
                    <a:pt x="355" y="51"/>
                  </a:cubicBezTo>
                  <a:cubicBezTo>
                    <a:pt x="353" y="51"/>
                    <a:pt x="351" y="52"/>
                    <a:pt x="350" y="52"/>
                  </a:cubicBezTo>
                  <a:cubicBezTo>
                    <a:pt x="350" y="56"/>
                    <a:pt x="350" y="56"/>
                    <a:pt x="350" y="56"/>
                  </a:cubicBezTo>
                  <a:cubicBezTo>
                    <a:pt x="367" y="56"/>
                    <a:pt x="367" y="56"/>
                    <a:pt x="367" y="56"/>
                  </a:cubicBezTo>
                  <a:cubicBezTo>
                    <a:pt x="367" y="52"/>
                    <a:pt x="367" y="52"/>
                    <a:pt x="367" y="52"/>
                  </a:cubicBezTo>
                  <a:cubicBezTo>
                    <a:pt x="366" y="52"/>
                    <a:pt x="363" y="51"/>
                    <a:pt x="362" y="51"/>
                  </a:cubicBezTo>
                  <a:cubicBezTo>
                    <a:pt x="364" y="46"/>
                    <a:pt x="364" y="46"/>
                    <a:pt x="364" y="46"/>
                  </a:cubicBezTo>
                  <a:cubicBezTo>
                    <a:pt x="381" y="46"/>
                    <a:pt x="381" y="46"/>
                    <a:pt x="381" y="46"/>
                  </a:cubicBezTo>
                  <a:cubicBezTo>
                    <a:pt x="383" y="51"/>
                    <a:pt x="383" y="51"/>
                    <a:pt x="383" y="51"/>
                  </a:cubicBezTo>
                  <a:cubicBezTo>
                    <a:pt x="381" y="51"/>
                    <a:pt x="379" y="52"/>
                    <a:pt x="377" y="52"/>
                  </a:cubicBezTo>
                  <a:cubicBezTo>
                    <a:pt x="377" y="56"/>
                    <a:pt x="377" y="56"/>
                    <a:pt x="377" y="56"/>
                  </a:cubicBezTo>
                  <a:lnTo>
                    <a:pt x="395" y="56"/>
                  </a:lnTo>
                  <a:close/>
                  <a:moveTo>
                    <a:pt x="347" y="56"/>
                  </a:moveTo>
                  <a:cubicBezTo>
                    <a:pt x="347" y="52"/>
                    <a:pt x="347" y="52"/>
                    <a:pt x="347" y="52"/>
                  </a:cubicBezTo>
                  <a:cubicBezTo>
                    <a:pt x="345" y="52"/>
                    <a:pt x="342" y="51"/>
                    <a:pt x="340" y="51"/>
                  </a:cubicBezTo>
                  <a:cubicBezTo>
                    <a:pt x="340" y="21"/>
                    <a:pt x="340" y="21"/>
                    <a:pt x="340" y="21"/>
                  </a:cubicBezTo>
                  <a:cubicBezTo>
                    <a:pt x="342" y="21"/>
                    <a:pt x="345" y="21"/>
                    <a:pt x="347" y="20"/>
                  </a:cubicBezTo>
                  <a:cubicBezTo>
                    <a:pt x="347" y="17"/>
                    <a:pt x="347" y="17"/>
                    <a:pt x="347" y="17"/>
                  </a:cubicBezTo>
                  <a:cubicBezTo>
                    <a:pt x="327" y="17"/>
                    <a:pt x="327" y="17"/>
                    <a:pt x="327" y="17"/>
                  </a:cubicBezTo>
                  <a:cubicBezTo>
                    <a:pt x="327" y="20"/>
                    <a:pt x="327" y="20"/>
                    <a:pt x="327" y="20"/>
                  </a:cubicBezTo>
                  <a:cubicBezTo>
                    <a:pt x="329" y="21"/>
                    <a:pt x="331" y="21"/>
                    <a:pt x="333" y="21"/>
                  </a:cubicBezTo>
                  <a:cubicBezTo>
                    <a:pt x="333" y="51"/>
                    <a:pt x="333" y="51"/>
                    <a:pt x="333" y="51"/>
                  </a:cubicBezTo>
                  <a:cubicBezTo>
                    <a:pt x="331" y="51"/>
                    <a:pt x="329" y="52"/>
                    <a:pt x="327" y="52"/>
                  </a:cubicBezTo>
                  <a:cubicBezTo>
                    <a:pt x="327" y="56"/>
                    <a:pt x="327" y="56"/>
                    <a:pt x="327" y="56"/>
                  </a:cubicBezTo>
                  <a:lnTo>
                    <a:pt x="347" y="56"/>
                  </a:lnTo>
                  <a:close/>
                  <a:moveTo>
                    <a:pt x="346" y="5"/>
                  </a:moveTo>
                  <a:cubicBezTo>
                    <a:pt x="343" y="0"/>
                    <a:pt x="343" y="0"/>
                    <a:pt x="343" y="0"/>
                  </a:cubicBezTo>
                  <a:cubicBezTo>
                    <a:pt x="332" y="9"/>
                    <a:pt x="332" y="9"/>
                    <a:pt x="332" y="9"/>
                  </a:cubicBezTo>
                  <a:cubicBezTo>
                    <a:pt x="335" y="12"/>
                    <a:pt x="335" y="12"/>
                    <a:pt x="335" y="12"/>
                  </a:cubicBezTo>
                  <a:lnTo>
                    <a:pt x="346" y="5"/>
                  </a:lnTo>
                  <a:close/>
                  <a:moveTo>
                    <a:pt x="310" y="28"/>
                  </a:moveTo>
                  <a:cubicBezTo>
                    <a:pt x="310" y="32"/>
                    <a:pt x="307" y="34"/>
                    <a:pt x="302" y="34"/>
                  </a:cubicBezTo>
                  <a:cubicBezTo>
                    <a:pt x="300" y="34"/>
                    <a:pt x="299" y="34"/>
                    <a:pt x="298" y="34"/>
                  </a:cubicBezTo>
                  <a:cubicBezTo>
                    <a:pt x="298" y="22"/>
                    <a:pt x="298" y="22"/>
                    <a:pt x="298" y="22"/>
                  </a:cubicBezTo>
                  <a:cubicBezTo>
                    <a:pt x="299" y="22"/>
                    <a:pt x="300" y="21"/>
                    <a:pt x="302" y="21"/>
                  </a:cubicBezTo>
                  <a:cubicBezTo>
                    <a:pt x="307" y="21"/>
                    <a:pt x="310" y="23"/>
                    <a:pt x="310" y="28"/>
                  </a:cubicBezTo>
                  <a:moveTo>
                    <a:pt x="320" y="56"/>
                  </a:moveTo>
                  <a:cubicBezTo>
                    <a:pt x="320" y="52"/>
                    <a:pt x="320" y="52"/>
                    <a:pt x="320" y="52"/>
                  </a:cubicBezTo>
                  <a:cubicBezTo>
                    <a:pt x="319" y="52"/>
                    <a:pt x="317" y="51"/>
                    <a:pt x="315" y="51"/>
                  </a:cubicBezTo>
                  <a:cubicBezTo>
                    <a:pt x="309" y="42"/>
                    <a:pt x="309" y="42"/>
                    <a:pt x="309" y="42"/>
                  </a:cubicBezTo>
                  <a:cubicBezTo>
                    <a:pt x="308" y="40"/>
                    <a:pt x="307" y="39"/>
                    <a:pt x="306" y="38"/>
                  </a:cubicBezTo>
                  <a:cubicBezTo>
                    <a:pt x="313" y="37"/>
                    <a:pt x="317" y="33"/>
                    <a:pt x="317" y="27"/>
                  </a:cubicBezTo>
                  <a:cubicBezTo>
                    <a:pt x="317" y="20"/>
                    <a:pt x="312" y="16"/>
                    <a:pt x="303" y="16"/>
                  </a:cubicBezTo>
                  <a:cubicBezTo>
                    <a:pt x="298" y="16"/>
                    <a:pt x="293" y="17"/>
                    <a:pt x="290" y="17"/>
                  </a:cubicBezTo>
                  <a:cubicBezTo>
                    <a:pt x="284" y="17"/>
                    <a:pt x="284" y="17"/>
                    <a:pt x="284" y="17"/>
                  </a:cubicBezTo>
                  <a:cubicBezTo>
                    <a:pt x="284" y="20"/>
                    <a:pt x="284" y="20"/>
                    <a:pt x="284" y="20"/>
                  </a:cubicBezTo>
                  <a:cubicBezTo>
                    <a:pt x="286" y="21"/>
                    <a:pt x="288" y="21"/>
                    <a:pt x="291" y="21"/>
                  </a:cubicBezTo>
                  <a:cubicBezTo>
                    <a:pt x="291" y="51"/>
                    <a:pt x="291" y="51"/>
                    <a:pt x="291" y="51"/>
                  </a:cubicBezTo>
                  <a:cubicBezTo>
                    <a:pt x="288" y="51"/>
                    <a:pt x="286" y="52"/>
                    <a:pt x="284" y="52"/>
                  </a:cubicBezTo>
                  <a:cubicBezTo>
                    <a:pt x="284" y="56"/>
                    <a:pt x="284" y="56"/>
                    <a:pt x="284" y="56"/>
                  </a:cubicBezTo>
                  <a:cubicBezTo>
                    <a:pt x="303" y="56"/>
                    <a:pt x="303" y="56"/>
                    <a:pt x="303" y="56"/>
                  </a:cubicBezTo>
                  <a:cubicBezTo>
                    <a:pt x="303" y="52"/>
                    <a:pt x="303" y="52"/>
                    <a:pt x="303" y="52"/>
                  </a:cubicBezTo>
                  <a:cubicBezTo>
                    <a:pt x="301" y="52"/>
                    <a:pt x="299" y="51"/>
                    <a:pt x="298" y="51"/>
                  </a:cubicBezTo>
                  <a:cubicBezTo>
                    <a:pt x="298" y="39"/>
                    <a:pt x="298" y="39"/>
                    <a:pt x="298" y="39"/>
                  </a:cubicBezTo>
                  <a:cubicBezTo>
                    <a:pt x="299" y="39"/>
                    <a:pt x="299" y="39"/>
                    <a:pt x="299" y="39"/>
                  </a:cubicBezTo>
                  <a:cubicBezTo>
                    <a:pt x="310" y="56"/>
                    <a:pt x="310" y="56"/>
                    <a:pt x="310" y="56"/>
                  </a:cubicBezTo>
                  <a:lnTo>
                    <a:pt x="320" y="56"/>
                  </a:lnTo>
                  <a:close/>
                  <a:moveTo>
                    <a:pt x="275" y="56"/>
                  </a:moveTo>
                  <a:cubicBezTo>
                    <a:pt x="275" y="45"/>
                    <a:pt x="275" y="45"/>
                    <a:pt x="275" y="45"/>
                  </a:cubicBezTo>
                  <a:cubicBezTo>
                    <a:pt x="270" y="45"/>
                    <a:pt x="270" y="45"/>
                    <a:pt x="270" y="45"/>
                  </a:cubicBezTo>
                  <a:cubicBezTo>
                    <a:pt x="270" y="47"/>
                    <a:pt x="270" y="49"/>
                    <a:pt x="269" y="51"/>
                  </a:cubicBezTo>
                  <a:cubicBezTo>
                    <a:pt x="258" y="51"/>
                    <a:pt x="258" y="51"/>
                    <a:pt x="258" y="51"/>
                  </a:cubicBezTo>
                  <a:cubicBezTo>
                    <a:pt x="258" y="38"/>
                    <a:pt x="258" y="38"/>
                    <a:pt x="258" y="38"/>
                  </a:cubicBezTo>
                  <a:cubicBezTo>
                    <a:pt x="266" y="38"/>
                    <a:pt x="266" y="38"/>
                    <a:pt x="266" y="38"/>
                  </a:cubicBezTo>
                  <a:cubicBezTo>
                    <a:pt x="266" y="40"/>
                    <a:pt x="266" y="41"/>
                    <a:pt x="266" y="42"/>
                  </a:cubicBezTo>
                  <a:cubicBezTo>
                    <a:pt x="271" y="42"/>
                    <a:pt x="271" y="42"/>
                    <a:pt x="271" y="42"/>
                  </a:cubicBezTo>
                  <a:cubicBezTo>
                    <a:pt x="271" y="29"/>
                    <a:pt x="271" y="29"/>
                    <a:pt x="271" y="29"/>
                  </a:cubicBezTo>
                  <a:cubicBezTo>
                    <a:pt x="266" y="29"/>
                    <a:pt x="266" y="29"/>
                    <a:pt x="266" y="29"/>
                  </a:cubicBezTo>
                  <a:cubicBezTo>
                    <a:pt x="266" y="30"/>
                    <a:pt x="266" y="32"/>
                    <a:pt x="266" y="33"/>
                  </a:cubicBezTo>
                  <a:cubicBezTo>
                    <a:pt x="258" y="33"/>
                    <a:pt x="258" y="33"/>
                    <a:pt x="258" y="33"/>
                  </a:cubicBezTo>
                  <a:cubicBezTo>
                    <a:pt x="258" y="21"/>
                    <a:pt x="258" y="21"/>
                    <a:pt x="258" y="21"/>
                  </a:cubicBezTo>
                  <a:cubicBezTo>
                    <a:pt x="269" y="21"/>
                    <a:pt x="269" y="21"/>
                    <a:pt x="269" y="21"/>
                  </a:cubicBezTo>
                  <a:cubicBezTo>
                    <a:pt x="269" y="23"/>
                    <a:pt x="270" y="25"/>
                    <a:pt x="270" y="27"/>
                  </a:cubicBezTo>
                  <a:cubicBezTo>
                    <a:pt x="275" y="27"/>
                    <a:pt x="275" y="27"/>
                    <a:pt x="275" y="27"/>
                  </a:cubicBezTo>
                  <a:cubicBezTo>
                    <a:pt x="275" y="17"/>
                    <a:pt x="275" y="17"/>
                    <a:pt x="275" y="17"/>
                  </a:cubicBezTo>
                  <a:cubicBezTo>
                    <a:pt x="245" y="17"/>
                    <a:pt x="245" y="17"/>
                    <a:pt x="245" y="17"/>
                  </a:cubicBezTo>
                  <a:cubicBezTo>
                    <a:pt x="245" y="20"/>
                    <a:pt x="245" y="20"/>
                    <a:pt x="245" y="20"/>
                  </a:cubicBezTo>
                  <a:cubicBezTo>
                    <a:pt x="247" y="21"/>
                    <a:pt x="249" y="21"/>
                    <a:pt x="252" y="21"/>
                  </a:cubicBezTo>
                  <a:cubicBezTo>
                    <a:pt x="252" y="51"/>
                    <a:pt x="252" y="51"/>
                    <a:pt x="252" y="51"/>
                  </a:cubicBezTo>
                  <a:cubicBezTo>
                    <a:pt x="249" y="51"/>
                    <a:pt x="247" y="52"/>
                    <a:pt x="245" y="52"/>
                  </a:cubicBezTo>
                  <a:cubicBezTo>
                    <a:pt x="245" y="56"/>
                    <a:pt x="245" y="56"/>
                    <a:pt x="245" y="56"/>
                  </a:cubicBezTo>
                  <a:lnTo>
                    <a:pt x="275" y="56"/>
                  </a:lnTo>
                  <a:close/>
                  <a:moveTo>
                    <a:pt x="238" y="56"/>
                  </a:moveTo>
                  <a:cubicBezTo>
                    <a:pt x="238" y="52"/>
                    <a:pt x="238" y="52"/>
                    <a:pt x="238" y="52"/>
                  </a:cubicBezTo>
                  <a:cubicBezTo>
                    <a:pt x="236" y="52"/>
                    <a:pt x="234" y="51"/>
                    <a:pt x="232" y="51"/>
                  </a:cubicBezTo>
                  <a:cubicBezTo>
                    <a:pt x="232" y="21"/>
                    <a:pt x="232" y="21"/>
                    <a:pt x="232" y="21"/>
                  </a:cubicBezTo>
                  <a:cubicBezTo>
                    <a:pt x="234" y="21"/>
                    <a:pt x="236" y="21"/>
                    <a:pt x="238" y="20"/>
                  </a:cubicBezTo>
                  <a:cubicBezTo>
                    <a:pt x="238" y="17"/>
                    <a:pt x="238" y="17"/>
                    <a:pt x="238" y="17"/>
                  </a:cubicBezTo>
                  <a:cubicBezTo>
                    <a:pt x="218" y="17"/>
                    <a:pt x="218" y="17"/>
                    <a:pt x="218" y="17"/>
                  </a:cubicBezTo>
                  <a:cubicBezTo>
                    <a:pt x="218" y="20"/>
                    <a:pt x="218" y="20"/>
                    <a:pt x="218" y="20"/>
                  </a:cubicBezTo>
                  <a:cubicBezTo>
                    <a:pt x="220" y="21"/>
                    <a:pt x="222" y="21"/>
                    <a:pt x="225" y="21"/>
                  </a:cubicBezTo>
                  <a:cubicBezTo>
                    <a:pt x="225" y="51"/>
                    <a:pt x="225" y="51"/>
                    <a:pt x="225" y="51"/>
                  </a:cubicBezTo>
                  <a:cubicBezTo>
                    <a:pt x="222" y="51"/>
                    <a:pt x="220" y="52"/>
                    <a:pt x="218" y="52"/>
                  </a:cubicBezTo>
                  <a:cubicBezTo>
                    <a:pt x="218" y="56"/>
                    <a:pt x="218" y="56"/>
                    <a:pt x="218" y="56"/>
                  </a:cubicBezTo>
                  <a:lnTo>
                    <a:pt x="238" y="56"/>
                  </a:lnTo>
                  <a:close/>
                  <a:moveTo>
                    <a:pt x="211" y="20"/>
                  </a:moveTo>
                  <a:cubicBezTo>
                    <a:pt x="211" y="17"/>
                    <a:pt x="211" y="17"/>
                    <a:pt x="211" y="17"/>
                  </a:cubicBezTo>
                  <a:cubicBezTo>
                    <a:pt x="193" y="17"/>
                    <a:pt x="193" y="17"/>
                    <a:pt x="193" y="17"/>
                  </a:cubicBezTo>
                  <a:cubicBezTo>
                    <a:pt x="193" y="20"/>
                    <a:pt x="193" y="20"/>
                    <a:pt x="193" y="20"/>
                  </a:cubicBezTo>
                  <a:cubicBezTo>
                    <a:pt x="195" y="21"/>
                    <a:pt x="197" y="21"/>
                    <a:pt x="199" y="21"/>
                  </a:cubicBezTo>
                  <a:cubicBezTo>
                    <a:pt x="199" y="35"/>
                    <a:pt x="199" y="35"/>
                    <a:pt x="199" y="35"/>
                  </a:cubicBezTo>
                  <a:cubicBezTo>
                    <a:pt x="199" y="41"/>
                    <a:pt x="199" y="45"/>
                    <a:pt x="200" y="48"/>
                  </a:cubicBezTo>
                  <a:cubicBezTo>
                    <a:pt x="199" y="48"/>
                    <a:pt x="199" y="48"/>
                    <a:pt x="199" y="48"/>
                  </a:cubicBezTo>
                  <a:cubicBezTo>
                    <a:pt x="198" y="45"/>
                    <a:pt x="196" y="42"/>
                    <a:pt x="195" y="40"/>
                  </a:cubicBezTo>
                  <a:cubicBezTo>
                    <a:pt x="180" y="17"/>
                    <a:pt x="180" y="17"/>
                    <a:pt x="180" y="17"/>
                  </a:cubicBezTo>
                  <a:cubicBezTo>
                    <a:pt x="164" y="17"/>
                    <a:pt x="164" y="17"/>
                    <a:pt x="164" y="17"/>
                  </a:cubicBezTo>
                  <a:cubicBezTo>
                    <a:pt x="164" y="20"/>
                    <a:pt x="164" y="20"/>
                    <a:pt x="164" y="20"/>
                  </a:cubicBezTo>
                  <a:cubicBezTo>
                    <a:pt x="166" y="21"/>
                    <a:pt x="168" y="21"/>
                    <a:pt x="171" y="21"/>
                  </a:cubicBezTo>
                  <a:cubicBezTo>
                    <a:pt x="171" y="51"/>
                    <a:pt x="171" y="51"/>
                    <a:pt x="171" y="51"/>
                  </a:cubicBezTo>
                  <a:cubicBezTo>
                    <a:pt x="168" y="51"/>
                    <a:pt x="166" y="52"/>
                    <a:pt x="164" y="52"/>
                  </a:cubicBezTo>
                  <a:cubicBezTo>
                    <a:pt x="164" y="56"/>
                    <a:pt x="164" y="56"/>
                    <a:pt x="164" y="56"/>
                  </a:cubicBezTo>
                  <a:cubicBezTo>
                    <a:pt x="183" y="56"/>
                    <a:pt x="183" y="56"/>
                    <a:pt x="183" y="56"/>
                  </a:cubicBezTo>
                  <a:cubicBezTo>
                    <a:pt x="183" y="52"/>
                    <a:pt x="183" y="52"/>
                    <a:pt x="183" y="52"/>
                  </a:cubicBezTo>
                  <a:cubicBezTo>
                    <a:pt x="182" y="52"/>
                    <a:pt x="179" y="51"/>
                    <a:pt x="177" y="51"/>
                  </a:cubicBezTo>
                  <a:cubicBezTo>
                    <a:pt x="177" y="34"/>
                    <a:pt x="177" y="34"/>
                    <a:pt x="177" y="34"/>
                  </a:cubicBezTo>
                  <a:cubicBezTo>
                    <a:pt x="177" y="30"/>
                    <a:pt x="177" y="27"/>
                    <a:pt x="177" y="25"/>
                  </a:cubicBezTo>
                  <a:cubicBezTo>
                    <a:pt x="177" y="25"/>
                    <a:pt x="177" y="25"/>
                    <a:pt x="177" y="25"/>
                  </a:cubicBezTo>
                  <a:cubicBezTo>
                    <a:pt x="178" y="27"/>
                    <a:pt x="180" y="30"/>
                    <a:pt x="181" y="32"/>
                  </a:cubicBezTo>
                  <a:cubicBezTo>
                    <a:pt x="197" y="56"/>
                    <a:pt x="197" y="56"/>
                    <a:pt x="197" y="56"/>
                  </a:cubicBezTo>
                  <a:cubicBezTo>
                    <a:pt x="206" y="56"/>
                    <a:pt x="206" y="56"/>
                    <a:pt x="206" y="56"/>
                  </a:cubicBezTo>
                  <a:cubicBezTo>
                    <a:pt x="206" y="21"/>
                    <a:pt x="206" y="21"/>
                    <a:pt x="206" y="21"/>
                  </a:cubicBezTo>
                  <a:cubicBezTo>
                    <a:pt x="208" y="21"/>
                    <a:pt x="210" y="21"/>
                    <a:pt x="211" y="20"/>
                  </a:cubicBezTo>
                  <a:moveTo>
                    <a:pt x="155" y="56"/>
                  </a:moveTo>
                  <a:cubicBezTo>
                    <a:pt x="155" y="45"/>
                    <a:pt x="155" y="45"/>
                    <a:pt x="155" y="45"/>
                  </a:cubicBezTo>
                  <a:cubicBezTo>
                    <a:pt x="150" y="45"/>
                    <a:pt x="150" y="45"/>
                    <a:pt x="150" y="45"/>
                  </a:cubicBezTo>
                  <a:cubicBezTo>
                    <a:pt x="150" y="47"/>
                    <a:pt x="149" y="49"/>
                    <a:pt x="149" y="51"/>
                  </a:cubicBezTo>
                  <a:cubicBezTo>
                    <a:pt x="138" y="51"/>
                    <a:pt x="138" y="51"/>
                    <a:pt x="138" y="51"/>
                  </a:cubicBezTo>
                  <a:cubicBezTo>
                    <a:pt x="138" y="38"/>
                    <a:pt x="138" y="38"/>
                    <a:pt x="138" y="38"/>
                  </a:cubicBezTo>
                  <a:cubicBezTo>
                    <a:pt x="145" y="38"/>
                    <a:pt x="145" y="38"/>
                    <a:pt x="145" y="38"/>
                  </a:cubicBezTo>
                  <a:cubicBezTo>
                    <a:pt x="145" y="40"/>
                    <a:pt x="146" y="41"/>
                    <a:pt x="146" y="42"/>
                  </a:cubicBezTo>
                  <a:cubicBezTo>
                    <a:pt x="151" y="42"/>
                    <a:pt x="151" y="42"/>
                    <a:pt x="151" y="42"/>
                  </a:cubicBezTo>
                  <a:cubicBezTo>
                    <a:pt x="151" y="29"/>
                    <a:pt x="151" y="29"/>
                    <a:pt x="151" y="29"/>
                  </a:cubicBezTo>
                  <a:cubicBezTo>
                    <a:pt x="146" y="29"/>
                    <a:pt x="146" y="29"/>
                    <a:pt x="146" y="29"/>
                  </a:cubicBezTo>
                  <a:cubicBezTo>
                    <a:pt x="146" y="30"/>
                    <a:pt x="146" y="32"/>
                    <a:pt x="145" y="33"/>
                  </a:cubicBezTo>
                  <a:cubicBezTo>
                    <a:pt x="138" y="33"/>
                    <a:pt x="138" y="33"/>
                    <a:pt x="138" y="33"/>
                  </a:cubicBezTo>
                  <a:cubicBezTo>
                    <a:pt x="138" y="21"/>
                    <a:pt x="138" y="21"/>
                    <a:pt x="138" y="21"/>
                  </a:cubicBezTo>
                  <a:cubicBezTo>
                    <a:pt x="149" y="21"/>
                    <a:pt x="149" y="21"/>
                    <a:pt x="149" y="21"/>
                  </a:cubicBezTo>
                  <a:cubicBezTo>
                    <a:pt x="149" y="23"/>
                    <a:pt x="150" y="25"/>
                    <a:pt x="150" y="27"/>
                  </a:cubicBezTo>
                  <a:cubicBezTo>
                    <a:pt x="155" y="27"/>
                    <a:pt x="155" y="27"/>
                    <a:pt x="155" y="27"/>
                  </a:cubicBezTo>
                  <a:cubicBezTo>
                    <a:pt x="155" y="17"/>
                    <a:pt x="155" y="17"/>
                    <a:pt x="155" y="17"/>
                  </a:cubicBezTo>
                  <a:cubicBezTo>
                    <a:pt x="125" y="17"/>
                    <a:pt x="125" y="17"/>
                    <a:pt x="125" y="17"/>
                  </a:cubicBezTo>
                  <a:cubicBezTo>
                    <a:pt x="125" y="20"/>
                    <a:pt x="125" y="20"/>
                    <a:pt x="125" y="20"/>
                  </a:cubicBezTo>
                  <a:cubicBezTo>
                    <a:pt x="127" y="21"/>
                    <a:pt x="129" y="21"/>
                    <a:pt x="131" y="21"/>
                  </a:cubicBezTo>
                  <a:cubicBezTo>
                    <a:pt x="131" y="51"/>
                    <a:pt x="131" y="51"/>
                    <a:pt x="131" y="51"/>
                  </a:cubicBezTo>
                  <a:cubicBezTo>
                    <a:pt x="129" y="51"/>
                    <a:pt x="127" y="52"/>
                    <a:pt x="125" y="52"/>
                  </a:cubicBezTo>
                  <a:cubicBezTo>
                    <a:pt x="125" y="56"/>
                    <a:pt x="125" y="56"/>
                    <a:pt x="125" y="56"/>
                  </a:cubicBezTo>
                  <a:lnTo>
                    <a:pt x="155" y="56"/>
                  </a:lnTo>
                  <a:close/>
                  <a:moveTo>
                    <a:pt x="120" y="39"/>
                  </a:moveTo>
                  <a:cubicBezTo>
                    <a:pt x="120" y="35"/>
                    <a:pt x="120" y="35"/>
                    <a:pt x="120" y="35"/>
                  </a:cubicBezTo>
                  <a:cubicBezTo>
                    <a:pt x="102" y="35"/>
                    <a:pt x="102" y="35"/>
                    <a:pt x="102" y="35"/>
                  </a:cubicBezTo>
                  <a:cubicBezTo>
                    <a:pt x="102" y="39"/>
                    <a:pt x="102" y="39"/>
                    <a:pt x="102" y="39"/>
                  </a:cubicBezTo>
                  <a:cubicBezTo>
                    <a:pt x="104" y="40"/>
                    <a:pt x="106" y="40"/>
                    <a:pt x="108" y="40"/>
                  </a:cubicBezTo>
                  <a:cubicBezTo>
                    <a:pt x="108" y="50"/>
                    <a:pt x="108" y="50"/>
                    <a:pt x="108" y="50"/>
                  </a:cubicBezTo>
                  <a:cubicBezTo>
                    <a:pt x="106" y="50"/>
                    <a:pt x="104" y="51"/>
                    <a:pt x="102" y="51"/>
                  </a:cubicBezTo>
                  <a:cubicBezTo>
                    <a:pt x="93" y="51"/>
                    <a:pt x="88" y="46"/>
                    <a:pt x="88" y="36"/>
                  </a:cubicBezTo>
                  <a:cubicBezTo>
                    <a:pt x="88" y="27"/>
                    <a:pt x="94" y="22"/>
                    <a:pt x="102" y="22"/>
                  </a:cubicBezTo>
                  <a:cubicBezTo>
                    <a:pt x="104" y="22"/>
                    <a:pt x="106" y="22"/>
                    <a:pt x="108" y="22"/>
                  </a:cubicBezTo>
                  <a:cubicBezTo>
                    <a:pt x="108" y="24"/>
                    <a:pt x="109" y="26"/>
                    <a:pt x="109" y="29"/>
                  </a:cubicBezTo>
                  <a:cubicBezTo>
                    <a:pt x="114" y="29"/>
                    <a:pt x="114" y="29"/>
                    <a:pt x="114" y="29"/>
                  </a:cubicBezTo>
                  <a:cubicBezTo>
                    <a:pt x="114" y="17"/>
                    <a:pt x="114" y="17"/>
                    <a:pt x="114" y="17"/>
                  </a:cubicBezTo>
                  <a:cubicBezTo>
                    <a:pt x="110" y="16"/>
                    <a:pt x="106" y="16"/>
                    <a:pt x="102" y="16"/>
                  </a:cubicBezTo>
                  <a:cubicBezTo>
                    <a:pt x="88" y="16"/>
                    <a:pt x="80" y="25"/>
                    <a:pt x="80" y="37"/>
                  </a:cubicBezTo>
                  <a:cubicBezTo>
                    <a:pt x="80" y="50"/>
                    <a:pt x="89" y="56"/>
                    <a:pt x="101" y="56"/>
                  </a:cubicBezTo>
                  <a:cubicBezTo>
                    <a:pt x="106" y="56"/>
                    <a:pt x="111" y="56"/>
                    <a:pt x="115" y="54"/>
                  </a:cubicBezTo>
                  <a:cubicBezTo>
                    <a:pt x="115" y="40"/>
                    <a:pt x="115" y="40"/>
                    <a:pt x="115" y="40"/>
                  </a:cubicBezTo>
                  <a:cubicBezTo>
                    <a:pt x="117" y="40"/>
                    <a:pt x="118" y="40"/>
                    <a:pt x="120" y="39"/>
                  </a:cubicBezTo>
                  <a:moveTo>
                    <a:pt x="74" y="20"/>
                  </a:moveTo>
                  <a:cubicBezTo>
                    <a:pt x="74" y="17"/>
                    <a:pt x="74" y="17"/>
                    <a:pt x="74" y="17"/>
                  </a:cubicBezTo>
                  <a:cubicBezTo>
                    <a:pt x="56" y="17"/>
                    <a:pt x="56" y="17"/>
                    <a:pt x="56" y="17"/>
                  </a:cubicBezTo>
                  <a:cubicBezTo>
                    <a:pt x="56" y="20"/>
                    <a:pt x="56" y="20"/>
                    <a:pt x="56" y="20"/>
                  </a:cubicBezTo>
                  <a:cubicBezTo>
                    <a:pt x="58" y="21"/>
                    <a:pt x="60" y="21"/>
                    <a:pt x="62" y="21"/>
                  </a:cubicBezTo>
                  <a:cubicBezTo>
                    <a:pt x="62" y="35"/>
                    <a:pt x="62" y="35"/>
                    <a:pt x="62" y="35"/>
                  </a:cubicBezTo>
                  <a:cubicBezTo>
                    <a:pt x="62" y="41"/>
                    <a:pt x="62" y="45"/>
                    <a:pt x="62" y="48"/>
                  </a:cubicBezTo>
                  <a:cubicBezTo>
                    <a:pt x="62" y="48"/>
                    <a:pt x="62" y="48"/>
                    <a:pt x="62" y="48"/>
                  </a:cubicBezTo>
                  <a:cubicBezTo>
                    <a:pt x="61" y="45"/>
                    <a:pt x="59" y="42"/>
                    <a:pt x="58" y="40"/>
                  </a:cubicBezTo>
                  <a:cubicBezTo>
                    <a:pt x="43" y="17"/>
                    <a:pt x="43" y="17"/>
                    <a:pt x="43" y="17"/>
                  </a:cubicBezTo>
                  <a:cubicBezTo>
                    <a:pt x="27" y="17"/>
                    <a:pt x="27" y="17"/>
                    <a:pt x="27" y="17"/>
                  </a:cubicBezTo>
                  <a:cubicBezTo>
                    <a:pt x="27" y="20"/>
                    <a:pt x="27" y="20"/>
                    <a:pt x="27" y="20"/>
                  </a:cubicBezTo>
                  <a:cubicBezTo>
                    <a:pt x="29" y="21"/>
                    <a:pt x="31" y="21"/>
                    <a:pt x="34" y="21"/>
                  </a:cubicBezTo>
                  <a:cubicBezTo>
                    <a:pt x="34" y="51"/>
                    <a:pt x="34" y="51"/>
                    <a:pt x="34" y="51"/>
                  </a:cubicBezTo>
                  <a:cubicBezTo>
                    <a:pt x="31" y="51"/>
                    <a:pt x="29" y="52"/>
                    <a:pt x="27" y="52"/>
                  </a:cubicBezTo>
                  <a:cubicBezTo>
                    <a:pt x="27" y="56"/>
                    <a:pt x="27" y="56"/>
                    <a:pt x="27" y="56"/>
                  </a:cubicBezTo>
                  <a:cubicBezTo>
                    <a:pt x="46" y="56"/>
                    <a:pt x="46" y="56"/>
                    <a:pt x="46" y="56"/>
                  </a:cubicBezTo>
                  <a:cubicBezTo>
                    <a:pt x="46" y="52"/>
                    <a:pt x="46" y="52"/>
                    <a:pt x="46" y="52"/>
                  </a:cubicBezTo>
                  <a:cubicBezTo>
                    <a:pt x="44" y="52"/>
                    <a:pt x="42" y="51"/>
                    <a:pt x="40" y="51"/>
                  </a:cubicBezTo>
                  <a:cubicBezTo>
                    <a:pt x="40" y="34"/>
                    <a:pt x="40" y="34"/>
                    <a:pt x="40" y="34"/>
                  </a:cubicBezTo>
                  <a:cubicBezTo>
                    <a:pt x="40" y="30"/>
                    <a:pt x="40" y="27"/>
                    <a:pt x="40" y="25"/>
                  </a:cubicBezTo>
                  <a:cubicBezTo>
                    <a:pt x="40" y="25"/>
                    <a:pt x="40" y="25"/>
                    <a:pt x="40" y="25"/>
                  </a:cubicBezTo>
                  <a:cubicBezTo>
                    <a:pt x="41" y="27"/>
                    <a:pt x="43" y="30"/>
                    <a:pt x="44" y="32"/>
                  </a:cubicBezTo>
                  <a:cubicBezTo>
                    <a:pt x="60" y="56"/>
                    <a:pt x="60" y="56"/>
                    <a:pt x="60" y="56"/>
                  </a:cubicBezTo>
                  <a:cubicBezTo>
                    <a:pt x="69" y="56"/>
                    <a:pt x="69" y="56"/>
                    <a:pt x="69" y="56"/>
                  </a:cubicBezTo>
                  <a:cubicBezTo>
                    <a:pt x="69" y="21"/>
                    <a:pt x="69" y="21"/>
                    <a:pt x="69" y="21"/>
                  </a:cubicBezTo>
                  <a:cubicBezTo>
                    <a:pt x="71" y="21"/>
                    <a:pt x="73" y="21"/>
                    <a:pt x="74" y="20"/>
                  </a:cubicBezTo>
                  <a:moveTo>
                    <a:pt x="20" y="56"/>
                  </a:moveTo>
                  <a:cubicBezTo>
                    <a:pt x="20" y="52"/>
                    <a:pt x="20" y="52"/>
                    <a:pt x="20" y="52"/>
                  </a:cubicBezTo>
                  <a:cubicBezTo>
                    <a:pt x="18" y="52"/>
                    <a:pt x="16" y="51"/>
                    <a:pt x="13" y="51"/>
                  </a:cubicBezTo>
                  <a:cubicBezTo>
                    <a:pt x="13" y="21"/>
                    <a:pt x="13" y="21"/>
                    <a:pt x="13" y="21"/>
                  </a:cubicBezTo>
                  <a:cubicBezTo>
                    <a:pt x="16" y="21"/>
                    <a:pt x="18" y="21"/>
                    <a:pt x="20" y="20"/>
                  </a:cubicBezTo>
                  <a:cubicBezTo>
                    <a:pt x="20" y="17"/>
                    <a:pt x="20" y="17"/>
                    <a:pt x="20" y="17"/>
                  </a:cubicBezTo>
                  <a:cubicBezTo>
                    <a:pt x="0" y="17"/>
                    <a:pt x="0" y="17"/>
                    <a:pt x="0" y="17"/>
                  </a:cubicBezTo>
                  <a:cubicBezTo>
                    <a:pt x="0" y="20"/>
                    <a:pt x="0" y="20"/>
                    <a:pt x="0" y="20"/>
                  </a:cubicBezTo>
                  <a:cubicBezTo>
                    <a:pt x="2" y="21"/>
                    <a:pt x="4" y="21"/>
                    <a:pt x="7" y="21"/>
                  </a:cubicBezTo>
                  <a:cubicBezTo>
                    <a:pt x="7" y="51"/>
                    <a:pt x="7" y="51"/>
                    <a:pt x="7" y="51"/>
                  </a:cubicBezTo>
                  <a:cubicBezTo>
                    <a:pt x="4" y="51"/>
                    <a:pt x="2" y="52"/>
                    <a:pt x="0" y="52"/>
                  </a:cubicBezTo>
                  <a:cubicBezTo>
                    <a:pt x="0" y="56"/>
                    <a:pt x="0" y="56"/>
                    <a:pt x="0" y="56"/>
                  </a:cubicBezTo>
                  <a:lnTo>
                    <a:pt x="20" y="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8" name="Freeform 38">
              <a:extLst>
                <a:ext uri="{FF2B5EF4-FFF2-40B4-BE49-F238E27FC236}">
                  <a16:creationId xmlns:a16="http://schemas.microsoft.com/office/drawing/2014/main" id="{075AA5A3-AC80-4A6B-A3A0-11374F833490}"/>
                </a:ext>
              </a:extLst>
            </p:cNvPr>
            <p:cNvSpPr>
              <a:spLocks noEditPoints="1"/>
            </p:cNvSpPr>
            <p:nvPr/>
          </p:nvSpPr>
          <p:spPr bwMode="auto">
            <a:xfrm>
              <a:off x="3968750" y="2597150"/>
              <a:ext cx="908050" cy="88900"/>
            </a:xfrm>
            <a:custGeom>
              <a:avLst/>
              <a:gdLst>
                <a:gd name="T0" fmla="*/ 413 w 419"/>
                <a:gd name="T1" fmla="*/ 35 h 41"/>
                <a:gd name="T2" fmla="*/ 410 w 419"/>
                <a:gd name="T3" fmla="*/ 27 h 41"/>
                <a:gd name="T4" fmla="*/ 410 w 419"/>
                <a:gd name="T5" fmla="*/ 18 h 41"/>
                <a:gd name="T6" fmla="*/ 414 w 419"/>
                <a:gd name="T7" fmla="*/ 12 h 41"/>
                <a:gd name="T8" fmla="*/ 389 w 419"/>
                <a:gd name="T9" fmla="*/ 5 h 41"/>
                <a:gd name="T10" fmla="*/ 389 w 419"/>
                <a:gd name="T11" fmla="*/ 40 h 41"/>
                <a:gd name="T12" fmla="*/ 355 w 419"/>
                <a:gd name="T13" fmla="*/ 35 h 41"/>
                <a:gd name="T14" fmla="*/ 383 w 419"/>
                <a:gd name="T15" fmla="*/ 20 h 41"/>
                <a:gd name="T16" fmla="*/ 342 w 419"/>
                <a:gd name="T17" fmla="*/ 5 h 41"/>
                <a:gd name="T18" fmla="*/ 342 w 419"/>
                <a:gd name="T19" fmla="*/ 40 h 41"/>
                <a:gd name="T20" fmla="*/ 312 w 419"/>
                <a:gd name="T21" fmla="*/ 20 h 41"/>
                <a:gd name="T22" fmla="*/ 297 w 419"/>
                <a:gd name="T23" fmla="*/ 6 h 41"/>
                <a:gd name="T24" fmla="*/ 285 w 419"/>
                <a:gd name="T25" fmla="*/ 1 h 41"/>
                <a:gd name="T26" fmla="*/ 285 w 419"/>
                <a:gd name="T27" fmla="*/ 35 h 41"/>
                <a:gd name="T28" fmla="*/ 296 w 419"/>
                <a:gd name="T29" fmla="*/ 41 h 41"/>
                <a:gd name="T30" fmla="*/ 250 w 419"/>
                <a:gd name="T31" fmla="*/ 13 h 41"/>
                <a:gd name="T32" fmla="*/ 259 w 419"/>
                <a:gd name="T33" fmla="*/ 25 h 41"/>
                <a:gd name="T34" fmla="*/ 257 w 419"/>
                <a:gd name="T35" fmla="*/ 1 h 41"/>
                <a:gd name="T36" fmla="*/ 230 w 419"/>
                <a:gd name="T37" fmla="*/ 40 h 41"/>
                <a:gd name="T38" fmla="*/ 243 w 419"/>
                <a:gd name="T39" fmla="*/ 30 h 41"/>
                <a:gd name="T40" fmla="*/ 257 w 419"/>
                <a:gd name="T41" fmla="*/ 40 h 41"/>
                <a:gd name="T42" fmla="*/ 195 w 419"/>
                <a:gd name="T43" fmla="*/ 1 h 41"/>
                <a:gd name="T44" fmla="*/ 209 w 419"/>
                <a:gd name="T45" fmla="*/ 6 h 41"/>
                <a:gd name="T46" fmla="*/ 223 w 419"/>
                <a:gd name="T47" fmla="*/ 40 h 41"/>
                <a:gd name="T48" fmla="*/ 225 w 419"/>
                <a:gd name="T49" fmla="*/ 6 h 41"/>
                <a:gd name="T50" fmla="*/ 194 w 419"/>
                <a:gd name="T51" fmla="*/ 28 h 41"/>
                <a:gd name="T52" fmla="*/ 178 w 419"/>
                <a:gd name="T53" fmla="*/ 6 h 41"/>
                <a:gd name="T54" fmla="*/ 164 w 419"/>
                <a:gd name="T55" fmla="*/ 5 h 41"/>
                <a:gd name="T56" fmla="*/ 164 w 419"/>
                <a:gd name="T57" fmla="*/ 40 h 41"/>
                <a:gd name="T58" fmla="*/ 140 w 419"/>
                <a:gd name="T59" fmla="*/ 1 h 41"/>
                <a:gd name="T60" fmla="*/ 136 w 419"/>
                <a:gd name="T61" fmla="*/ 35 h 41"/>
                <a:gd name="T62" fmla="*/ 132 w 419"/>
                <a:gd name="T63" fmla="*/ 1 h 41"/>
                <a:gd name="T64" fmla="*/ 119 w 419"/>
                <a:gd name="T65" fmla="*/ 27 h 41"/>
                <a:gd name="T66" fmla="*/ 158 w 419"/>
                <a:gd name="T67" fmla="*/ 5 h 41"/>
                <a:gd name="T68" fmla="*/ 84 w 419"/>
                <a:gd name="T69" fmla="*/ 21 h 41"/>
                <a:gd name="T70" fmla="*/ 107 w 419"/>
                <a:gd name="T71" fmla="*/ 13 h 41"/>
                <a:gd name="T72" fmla="*/ 96 w 419"/>
                <a:gd name="T73" fmla="*/ 41 h 41"/>
                <a:gd name="T74" fmla="*/ 49 w 419"/>
                <a:gd name="T75" fmla="*/ 13 h 41"/>
                <a:gd name="T76" fmla="*/ 58 w 419"/>
                <a:gd name="T77" fmla="*/ 25 h 41"/>
                <a:gd name="T78" fmla="*/ 56 w 419"/>
                <a:gd name="T79" fmla="*/ 1 h 41"/>
                <a:gd name="T80" fmla="*/ 29 w 419"/>
                <a:gd name="T81" fmla="*/ 40 h 41"/>
                <a:gd name="T82" fmla="*/ 43 w 419"/>
                <a:gd name="T83" fmla="*/ 30 h 41"/>
                <a:gd name="T84" fmla="*/ 56 w 419"/>
                <a:gd name="T85" fmla="*/ 40 h 41"/>
                <a:gd name="T86" fmla="*/ 0 w 419"/>
                <a:gd name="T87" fmla="*/ 1 h 41"/>
                <a:gd name="T88" fmla="*/ 0 w 419"/>
                <a:gd name="T89" fmla="*/ 36 h 41"/>
                <a:gd name="T90" fmla="*/ 13 w 419"/>
                <a:gd name="T91" fmla="*/ 35 h 41"/>
                <a:gd name="T92" fmla="*/ 26 w 419"/>
                <a:gd name="T93" fmla="*/ 27 h 41"/>
                <a:gd name="T94" fmla="*/ 13 w 419"/>
                <a:gd name="T95" fmla="*/ 18 h 41"/>
                <a:gd name="T96" fmla="*/ 30 w 419"/>
                <a:gd name="T97"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19" h="41">
                  <a:moveTo>
                    <a:pt x="419" y="40"/>
                  </a:moveTo>
                  <a:cubicBezTo>
                    <a:pt x="419" y="29"/>
                    <a:pt x="419" y="29"/>
                    <a:pt x="419" y="29"/>
                  </a:cubicBezTo>
                  <a:cubicBezTo>
                    <a:pt x="414" y="29"/>
                    <a:pt x="414" y="29"/>
                    <a:pt x="414" y="29"/>
                  </a:cubicBezTo>
                  <a:cubicBezTo>
                    <a:pt x="414" y="31"/>
                    <a:pt x="414" y="34"/>
                    <a:pt x="413" y="35"/>
                  </a:cubicBezTo>
                  <a:cubicBezTo>
                    <a:pt x="402" y="35"/>
                    <a:pt x="402" y="35"/>
                    <a:pt x="402" y="35"/>
                  </a:cubicBezTo>
                  <a:cubicBezTo>
                    <a:pt x="402" y="22"/>
                    <a:pt x="402" y="22"/>
                    <a:pt x="402" y="22"/>
                  </a:cubicBezTo>
                  <a:cubicBezTo>
                    <a:pt x="410" y="22"/>
                    <a:pt x="410" y="22"/>
                    <a:pt x="410" y="22"/>
                  </a:cubicBezTo>
                  <a:cubicBezTo>
                    <a:pt x="410" y="24"/>
                    <a:pt x="410" y="25"/>
                    <a:pt x="410" y="27"/>
                  </a:cubicBezTo>
                  <a:cubicBezTo>
                    <a:pt x="415" y="27"/>
                    <a:pt x="415" y="27"/>
                    <a:pt x="415" y="27"/>
                  </a:cubicBezTo>
                  <a:cubicBezTo>
                    <a:pt x="415" y="14"/>
                    <a:pt x="415" y="14"/>
                    <a:pt x="415" y="14"/>
                  </a:cubicBezTo>
                  <a:cubicBezTo>
                    <a:pt x="410" y="14"/>
                    <a:pt x="410" y="14"/>
                    <a:pt x="410" y="14"/>
                  </a:cubicBezTo>
                  <a:cubicBezTo>
                    <a:pt x="410" y="15"/>
                    <a:pt x="410" y="16"/>
                    <a:pt x="410" y="18"/>
                  </a:cubicBezTo>
                  <a:cubicBezTo>
                    <a:pt x="402" y="18"/>
                    <a:pt x="402" y="18"/>
                    <a:pt x="402" y="18"/>
                  </a:cubicBezTo>
                  <a:cubicBezTo>
                    <a:pt x="402" y="6"/>
                    <a:pt x="402" y="6"/>
                    <a:pt x="402" y="6"/>
                  </a:cubicBezTo>
                  <a:cubicBezTo>
                    <a:pt x="413" y="6"/>
                    <a:pt x="413" y="6"/>
                    <a:pt x="413" y="6"/>
                  </a:cubicBezTo>
                  <a:cubicBezTo>
                    <a:pt x="413" y="7"/>
                    <a:pt x="414" y="10"/>
                    <a:pt x="414" y="12"/>
                  </a:cubicBezTo>
                  <a:cubicBezTo>
                    <a:pt x="419" y="12"/>
                    <a:pt x="419" y="12"/>
                    <a:pt x="419" y="12"/>
                  </a:cubicBezTo>
                  <a:cubicBezTo>
                    <a:pt x="419" y="1"/>
                    <a:pt x="419" y="1"/>
                    <a:pt x="419" y="1"/>
                  </a:cubicBezTo>
                  <a:cubicBezTo>
                    <a:pt x="389" y="1"/>
                    <a:pt x="389" y="1"/>
                    <a:pt x="389" y="1"/>
                  </a:cubicBezTo>
                  <a:cubicBezTo>
                    <a:pt x="389" y="5"/>
                    <a:pt x="389" y="5"/>
                    <a:pt x="389" y="5"/>
                  </a:cubicBezTo>
                  <a:cubicBezTo>
                    <a:pt x="391" y="5"/>
                    <a:pt x="393" y="6"/>
                    <a:pt x="396" y="6"/>
                  </a:cubicBezTo>
                  <a:cubicBezTo>
                    <a:pt x="396" y="35"/>
                    <a:pt x="396" y="35"/>
                    <a:pt x="396" y="35"/>
                  </a:cubicBezTo>
                  <a:cubicBezTo>
                    <a:pt x="393" y="36"/>
                    <a:pt x="391" y="36"/>
                    <a:pt x="389" y="36"/>
                  </a:cubicBezTo>
                  <a:cubicBezTo>
                    <a:pt x="389" y="40"/>
                    <a:pt x="389" y="40"/>
                    <a:pt x="389" y="40"/>
                  </a:cubicBezTo>
                  <a:lnTo>
                    <a:pt x="419" y="40"/>
                  </a:lnTo>
                  <a:close/>
                  <a:moveTo>
                    <a:pt x="376" y="20"/>
                  </a:moveTo>
                  <a:cubicBezTo>
                    <a:pt x="376" y="30"/>
                    <a:pt x="369" y="35"/>
                    <a:pt x="360" y="35"/>
                  </a:cubicBezTo>
                  <a:cubicBezTo>
                    <a:pt x="359" y="35"/>
                    <a:pt x="356" y="35"/>
                    <a:pt x="355" y="35"/>
                  </a:cubicBezTo>
                  <a:cubicBezTo>
                    <a:pt x="355" y="6"/>
                    <a:pt x="355" y="6"/>
                    <a:pt x="355" y="6"/>
                  </a:cubicBezTo>
                  <a:cubicBezTo>
                    <a:pt x="357" y="6"/>
                    <a:pt x="359" y="6"/>
                    <a:pt x="361" y="6"/>
                  </a:cubicBezTo>
                  <a:cubicBezTo>
                    <a:pt x="371" y="6"/>
                    <a:pt x="376" y="11"/>
                    <a:pt x="376" y="20"/>
                  </a:cubicBezTo>
                  <a:moveTo>
                    <a:pt x="383" y="20"/>
                  </a:moveTo>
                  <a:cubicBezTo>
                    <a:pt x="383" y="6"/>
                    <a:pt x="375" y="1"/>
                    <a:pt x="362" y="1"/>
                  </a:cubicBezTo>
                  <a:cubicBezTo>
                    <a:pt x="357" y="1"/>
                    <a:pt x="352" y="1"/>
                    <a:pt x="348" y="1"/>
                  </a:cubicBezTo>
                  <a:cubicBezTo>
                    <a:pt x="342" y="1"/>
                    <a:pt x="342" y="1"/>
                    <a:pt x="342" y="1"/>
                  </a:cubicBezTo>
                  <a:cubicBezTo>
                    <a:pt x="342" y="5"/>
                    <a:pt x="342" y="5"/>
                    <a:pt x="342" y="5"/>
                  </a:cubicBezTo>
                  <a:cubicBezTo>
                    <a:pt x="344" y="5"/>
                    <a:pt x="346" y="6"/>
                    <a:pt x="348" y="6"/>
                  </a:cubicBezTo>
                  <a:cubicBezTo>
                    <a:pt x="348" y="35"/>
                    <a:pt x="348" y="35"/>
                    <a:pt x="348" y="35"/>
                  </a:cubicBezTo>
                  <a:cubicBezTo>
                    <a:pt x="346" y="36"/>
                    <a:pt x="344" y="36"/>
                    <a:pt x="342" y="36"/>
                  </a:cubicBezTo>
                  <a:cubicBezTo>
                    <a:pt x="342" y="40"/>
                    <a:pt x="342" y="40"/>
                    <a:pt x="342" y="40"/>
                  </a:cubicBezTo>
                  <a:cubicBezTo>
                    <a:pt x="348" y="40"/>
                    <a:pt x="348" y="40"/>
                    <a:pt x="348" y="40"/>
                  </a:cubicBezTo>
                  <a:cubicBezTo>
                    <a:pt x="352" y="40"/>
                    <a:pt x="355" y="41"/>
                    <a:pt x="360" y="41"/>
                  </a:cubicBezTo>
                  <a:cubicBezTo>
                    <a:pt x="373" y="41"/>
                    <a:pt x="383" y="34"/>
                    <a:pt x="383" y="20"/>
                  </a:cubicBezTo>
                  <a:moveTo>
                    <a:pt x="312" y="20"/>
                  </a:moveTo>
                  <a:cubicBezTo>
                    <a:pt x="312" y="30"/>
                    <a:pt x="306" y="35"/>
                    <a:pt x="297" y="35"/>
                  </a:cubicBezTo>
                  <a:cubicBezTo>
                    <a:pt x="295" y="35"/>
                    <a:pt x="293" y="35"/>
                    <a:pt x="291" y="35"/>
                  </a:cubicBezTo>
                  <a:cubicBezTo>
                    <a:pt x="291" y="6"/>
                    <a:pt x="291" y="6"/>
                    <a:pt x="291" y="6"/>
                  </a:cubicBezTo>
                  <a:cubicBezTo>
                    <a:pt x="293" y="6"/>
                    <a:pt x="295" y="6"/>
                    <a:pt x="297" y="6"/>
                  </a:cubicBezTo>
                  <a:cubicBezTo>
                    <a:pt x="307" y="6"/>
                    <a:pt x="312" y="11"/>
                    <a:pt x="312" y="20"/>
                  </a:cubicBezTo>
                  <a:moveTo>
                    <a:pt x="319" y="20"/>
                  </a:moveTo>
                  <a:cubicBezTo>
                    <a:pt x="319" y="6"/>
                    <a:pt x="311" y="1"/>
                    <a:pt x="298" y="1"/>
                  </a:cubicBezTo>
                  <a:cubicBezTo>
                    <a:pt x="294" y="1"/>
                    <a:pt x="288" y="1"/>
                    <a:pt x="285" y="1"/>
                  </a:cubicBezTo>
                  <a:cubicBezTo>
                    <a:pt x="278" y="1"/>
                    <a:pt x="278" y="1"/>
                    <a:pt x="278" y="1"/>
                  </a:cubicBezTo>
                  <a:cubicBezTo>
                    <a:pt x="278" y="5"/>
                    <a:pt x="278" y="5"/>
                    <a:pt x="278" y="5"/>
                  </a:cubicBezTo>
                  <a:cubicBezTo>
                    <a:pt x="280" y="5"/>
                    <a:pt x="282" y="6"/>
                    <a:pt x="285" y="6"/>
                  </a:cubicBezTo>
                  <a:cubicBezTo>
                    <a:pt x="285" y="35"/>
                    <a:pt x="285" y="35"/>
                    <a:pt x="285" y="35"/>
                  </a:cubicBezTo>
                  <a:cubicBezTo>
                    <a:pt x="282" y="36"/>
                    <a:pt x="280" y="36"/>
                    <a:pt x="278" y="36"/>
                  </a:cubicBezTo>
                  <a:cubicBezTo>
                    <a:pt x="278" y="40"/>
                    <a:pt x="278" y="40"/>
                    <a:pt x="278" y="40"/>
                  </a:cubicBezTo>
                  <a:cubicBezTo>
                    <a:pt x="285" y="40"/>
                    <a:pt x="285" y="40"/>
                    <a:pt x="285" y="40"/>
                  </a:cubicBezTo>
                  <a:cubicBezTo>
                    <a:pt x="288" y="40"/>
                    <a:pt x="291" y="41"/>
                    <a:pt x="296" y="41"/>
                  </a:cubicBezTo>
                  <a:cubicBezTo>
                    <a:pt x="309" y="41"/>
                    <a:pt x="319" y="34"/>
                    <a:pt x="319" y="20"/>
                  </a:cubicBezTo>
                  <a:moveTo>
                    <a:pt x="259" y="25"/>
                  </a:moveTo>
                  <a:cubicBezTo>
                    <a:pt x="245" y="25"/>
                    <a:pt x="245" y="25"/>
                    <a:pt x="245" y="25"/>
                  </a:cubicBezTo>
                  <a:cubicBezTo>
                    <a:pt x="250" y="13"/>
                    <a:pt x="250" y="13"/>
                    <a:pt x="250" y="13"/>
                  </a:cubicBezTo>
                  <a:cubicBezTo>
                    <a:pt x="251" y="11"/>
                    <a:pt x="251" y="9"/>
                    <a:pt x="252" y="7"/>
                  </a:cubicBezTo>
                  <a:cubicBezTo>
                    <a:pt x="252" y="7"/>
                    <a:pt x="252" y="7"/>
                    <a:pt x="252" y="7"/>
                  </a:cubicBezTo>
                  <a:cubicBezTo>
                    <a:pt x="253" y="9"/>
                    <a:pt x="253" y="11"/>
                    <a:pt x="254" y="13"/>
                  </a:cubicBezTo>
                  <a:lnTo>
                    <a:pt x="259" y="25"/>
                  </a:lnTo>
                  <a:close/>
                  <a:moveTo>
                    <a:pt x="275" y="40"/>
                  </a:moveTo>
                  <a:cubicBezTo>
                    <a:pt x="275" y="36"/>
                    <a:pt x="275" y="36"/>
                    <a:pt x="275" y="36"/>
                  </a:cubicBezTo>
                  <a:cubicBezTo>
                    <a:pt x="273" y="36"/>
                    <a:pt x="271" y="36"/>
                    <a:pt x="270" y="36"/>
                  </a:cubicBezTo>
                  <a:cubicBezTo>
                    <a:pt x="257" y="1"/>
                    <a:pt x="257" y="1"/>
                    <a:pt x="257" y="1"/>
                  </a:cubicBezTo>
                  <a:cubicBezTo>
                    <a:pt x="248" y="1"/>
                    <a:pt x="248" y="1"/>
                    <a:pt x="248" y="1"/>
                  </a:cubicBezTo>
                  <a:cubicBezTo>
                    <a:pt x="234" y="36"/>
                    <a:pt x="234" y="36"/>
                    <a:pt x="234" y="36"/>
                  </a:cubicBezTo>
                  <a:cubicBezTo>
                    <a:pt x="233" y="36"/>
                    <a:pt x="231" y="36"/>
                    <a:pt x="230" y="36"/>
                  </a:cubicBezTo>
                  <a:cubicBezTo>
                    <a:pt x="230" y="40"/>
                    <a:pt x="230" y="40"/>
                    <a:pt x="230" y="40"/>
                  </a:cubicBezTo>
                  <a:cubicBezTo>
                    <a:pt x="247" y="40"/>
                    <a:pt x="247" y="40"/>
                    <a:pt x="247" y="40"/>
                  </a:cubicBezTo>
                  <a:cubicBezTo>
                    <a:pt x="247" y="36"/>
                    <a:pt x="247" y="36"/>
                    <a:pt x="247" y="36"/>
                  </a:cubicBezTo>
                  <a:cubicBezTo>
                    <a:pt x="246" y="36"/>
                    <a:pt x="243" y="36"/>
                    <a:pt x="241" y="36"/>
                  </a:cubicBezTo>
                  <a:cubicBezTo>
                    <a:pt x="243" y="30"/>
                    <a:pt x="243" y="30"/>
                    <a:pt x="243" y="30"/>
                  </a:cubicBezTo>
                  <a:cubicBezTo>
                    <a:pt x="261" y="30"/>
                    <a:pt x="261" y="30"/>
                    <a:pt x="261" y="30"/>
                  </a:cubicBezTo>
                  <a:cubicBezTo>
                    <a:pt x="262" y="36"/>
                    <a:pt x="262" y="36"/>
                    <a:pt x="262" y="36"/>
                  </a:cubicBezTo>
                  <a:cubicBezTo>
                    <a:pt x="261" y="36"/>
                    <a:pt x="258" y="36"/>
                    <a:pt x="257" y="36"/>
                  </a:cubicBezTo>
                  <a:cubicBezTo>
                    <a:pt x="257" y="40"/>
                    <a:pt x="257" y="40"/>
                    <a:pt x="257" y="40"/>
                  </a:cubicBezTo>
                  <a:lnTo>
                    <a:pt x="275" y="40"/>
                  </a:lnTo>
                  <a:close/>
                  <a:moveTo>
                    <a:pt x="231" y="14"/>
                  </a:moveTo>
                  <a:cubicBezTo>
                    <a:pt x="231" y="1"/>
                    <a:pt x="231" y="1"/>
                    <a:pt x="231" y="1"/>
                  </a:cubicBezTo>
                  <a:cubicBezTo>
                    <a:pt x="195" y="1"/>
                    <a:pt x="195" y="1"/>
                    <a:pt x="195" y="1"/>
                  </a:cubicBezTo>
                  <a:cubicBezTo>
                    <a:pt x="195" y="14"/>
                    <a:pt x="195" y="14"/>
                    <a:pt x="195" y="14"/>
                  </a:cubicBezTo>
                  <a:cubicBezTo>
                    <a:pt x="199" y="14"/>
                    <a:pt x="199" y="14"/>
                    <a:pt x="199" y="14"/>
                  </a:cubicBezTo>
                  <a:cubicBezTo>
                    <a:pt x="200" y="11"/>
                    <a:pt x="200" y="8"/>
                    <a:pt x="200" y="6"/>
                  </a:cubicBezTo>
                  <a:cubicBezTo>
                    <a:pt x="209" y="6"/>
                    <a:pt x="209" y="6"/>
                    <a:pt x="209" y="6"/>
                  </a:cubicBezTo>
                  <a:cubicBezTo>
                    <a:pt x="209" y="35"/>
                    <a:pt x="209" y="35"/>
                    <a:pt x="209" y="35"/>
                  </a:cubicBezTo>
                  <a:cubicBezTo>
                    <a:pt x="207" y="36"/>
                    <a:pt x="205" y="36"/>
                    <a:pt x="203" y="36"/>
                  </a:cubicBezTo>
                  <a:cubicBezTo>
                    <a:pt x="203" y="40"/>
                    <a:pt x="203" y="40"/>
                    <a:pt x="203" y="40"/>
                  </a:cubicBezTo>
                  <a:cubicBezTo>
                    <a:pt x="223" y="40"/>
                    <a:pt x="223" y="40"/>
                    <a:pt x="223" y="40"/>
                  </a:cubicBezTo>
                  <a:cubicBezTo>
                    <a:pt x="223" y="36"/>
                    <a:pt x="223" y="36"/>
                    <a:pt x="223" y="36"/>
                  </a:cubicBezTo>
                  <a:cubicBezTo>
                    <a:pt x="221" y="36"/>
                    <a:pt x="218" y="36"/>
                    <a:pt x="216" y="35"/>
                  </a:cubicBezTo>
                  <a:cubicBezTo>
                    <a:pt x="216" y="6"/>
                    <a:pt x="216" y="6"/>
                    <a:pt x="216" y="6"/>
                  </a:cubicBezTo>
                  <a:cubicBezTo>
                    <a:pt x="225" y="6"/>
                    <a:pt x="225" y="6"/>
                    <a:pt x="225" y="6"/>
                  </a:cubicBezTo>
                  <a:cubicBezTo>
                    <a:pt x="225" y="8"/>
                    <a:pt x="226" y="11"/>
                    <a:pt x="226" y="14"/>
                  </a:cubicBezTo>
                  <a:lnTo>
                    <a:pt x="231" y="14"/>
                  </a:lnTo>
                  <a:close/>
                  <a:moveTo>
                    <a:pt x="194" y="40"/>
                  </a:moveTo>
                  <a:cubicBezTo>
                    <a:pt x="194" y="28"/>
                    <a:pt x="194" y="28"/>
                    <a:pt x="194" y="28"/>
                  </a:cubicBezTo>
                  <a:cubicBezTo>
                    <a:pt x="189" y="28"/>
                    <a:pt x="189" y="28"/>
                    <a:pt x="189" y="28"/>
                  </a:cubicBezTo>
                  <a:cubicBezTo>
                    <a:pt x="189" y="30"/>
                    <a:pt x="189" y="33"/>
                    <a:pt x="188" y="35"/>
                  </a:cubicBezTo>
                  <a:cubicBezTo>
                    <a:pt x="178" y="35"/>
                    <a:pt x="178" y="35"/>
                    <a:pt x="178" y="35"/>
                  </a:cubicBezTo>
                  <a:cubicBezTo>
                    <a:pt x="178" y="6"/>
                    <a:pt x="178" y="6"/>
                    <a:pt x="178" y="6"/>
                  </a:cubicBezTo>
                  <a:cubicBezTo>
                    <a:pt x="180" y="6"/>
                    <a:pt x="182" y="5"/>
                    <a:pt x="184" y="5"/>
                  </a:cubicBezTo>
                  <a:cubicBezTo>
                    <a:pt x="184" y="1"/>
                    <a:pt x="184" y="1"/>
                    <a:pt x="184" y="1"/>
                  </a:cubicBezTo>
                  <a:cubicBezTo>
                    <a:pt x="164" y="1"/>
                    <a:pt x="164" y="1"/>
                    <a:pt x="164" y="1"/>
                  </a:cubicBezTo>
                  <a:cubicBezTo>
                    <a:pt x="164" y="5"/>
                    <a:pt x="164" y="5"/>
                    <a:pt x="164" y="5"/>
                  </a:cubicBezTo>
                  <a:cubicBezTo>
                    <a:pt x="166" y="5"/>
                    <a:pt x="169" y="6"/>
                    <a:pt x="171" y="6"/>
                  </a:cubicBezTo>
                  <a:cubicBezTo>
                    <a:pt x="171" y="35"/>
                    <a:pt x="171" y="35"/>
                    <a:pt x="171" y="35"/>
                  </a:cubicBezTo>
                  <a:cubicBezTo>
                    <a:pt x="169" y="36"/>
                    <a:pt x="166" y="36"/>
                    <a:pt x="164" y="36"/>
                  </a:cubicBezTo>
                  <a:cubicBezTo>
                    <a:pt x="164" y="40"/>
                    <a:pt x="164" y="40"/>
                    <a:pt x="164" y="40"/>
                  </a:cubicBezTo>
                  <a:lnTo>
                    <a:pt x="194" y="40"/>
                  </a:lnTo>
                  <a:close/>
                  <a:moveTo>
                    <a:pt x="158" y="5"/>
                  </a:moveTo>
                  <a:cubicBezTo>
                    <a:pt x="158" y="1"/>
                    <a:pt x="158" y="1"/>
                    <a:pt x="158" y="1"/>
                  </a:cubicBezTo>
                  <a:cubicBezTo>
                    <a:pt x="140" y="1"/>
                    <a:pt x="140" y="1"/>
                    <a:pt x="140" y="1"/>
                  </a:cubicBezTo>
                  <a:cubicBezTo>
                    <a:pt x="140" y="5"/>
                    <a:pt x="140" y="5"/>
                    <a:pt x="140" y="5"/>
                  </a:cubicBezTo>
                  <a:cubicBezTo>
                    <a:pt x="142" y="5"/>
                    <a:pt x="144" y="6"/>
                    <a:pt x="146" y="6"/>
                  </a:cubicBezTo>
                  <a:cubicBezTo>
                    <a:pt x="146" y="25"/>
                    <a:pt x="146" y="25"/>
                    <a:pt x="146" y="25"/>
                  </a:cubicBezTo>
                  <a:cubicBezTo>
                    <a:pt x="146" y="31"/>
                    <a:pt x="143" y="35"/>
                    <a:pt x="136" y="35"/>
                  </a:cubicBezTo>
                  <a:cubicBezTo>
                    <a:pt x="129" y="35"/>
                    <a:pt x="126" y="32"/>
                    <a:pt x="126" y="25"/>
                  </a:cubicBezTo>
                  <a:cubicBezTo>
                    <a:pt x="126" y="6"/>
                    <a:pt x="126" y="6"/>
                    <a:pt x="126" y="6"/>
                  </a:cubicBezTo>
                  <a:cubicBezTo>
                    <a:pt x="128" y="6"/>
                    <a:pt x="130" y="5"/>
                    <a:pt x="132" y="5"/>
                  </a:cubicBezTo>
                  <a:cubicBezTo>
                    <a:pt x="132" y="1"/>
                    <a:pt x="132" y="1"/>
                    <a:pt x="132" y="1"/>
                  </a:cubicBezTo>
                  <a:cubicBezTo>
                    <a:pt x="113" y="1"/>
                    <a:pt x="113" y="1"/>
                    <a:pt x="113" y="1"/>
                  </a:cubicBezTo>
                  <a:cubicBezTo>
                    <a:pt x="113" y="5"/>
                    <a:pt x="113" y="5"/>
                    <a:pt x="113" y="5"/>
                  </a:cubicBezTo>
                  <a:cubicBezTo>
                    <a:pt x="115" y="5"/>
                    <a:pt x="117" y="6"/>
                    <a:pt x="119" y="6"/>
                  </a:cubicBezTo>
                  <a:cubicBezTo>
                    <a:pt x="119" y="27"/>
                    <a:pt x="119" y="27"/>
                    <a:pt x="119" y="27"/>
                  </a:cubicBezTo>
                  <a:cubicBezTo>
                    <a:pt x="119" y="36"/>
                    <a:pt x="125" y="41"/>
                    <a:pt x="135" y="41"/>
                  </a:cubicBezTo>
                  <a:cubicBezTo>
                    <a:pt x="148" y="41"/>
                    <a:pt x="153" y="34"/>
                    <a:pt x="153" y="25"/>
                  </a:cubicBezTo>
                  <a:cubicBezTo>
                    <a:pt x="153" y="6"/>
                    <a:pt x="153" y="6"/>
                    <a:pt x="153" y="6"/>
                  </a:cubicBezTo>
                  <a:cubicBezTo>
                    <a:pt x="155" y="6"/>
                    <a:pt x="157" y="5"/>
                    <a:pt x="158" y="5"/>
                  </a:cubicBezTo>
                  <a:moveTo>
                    <a:pt x="107" y="39"/>
                  </a:moveTo>
                  <a:cubicBezTo>
                    <a:pt x="107" y="32"/>
                    <a:pt x="107" y="32"/>
                    <a:pt x="107" y="32"/>
                  </a:cubicBezTo>
                  <a:cubicBezTo>
                    <a:pt x="104" y="34"/>
                    <a:pt x="101" y="35"/>
                    <a:pt x="97" y="35"/>
                  </a:cubicBezTo>
                  <a:cubicBezTo>
                    <a:pt x="88" y="35"/>
                    <a:pt x="84" y="30"/>
                    <a:pt x="84" y="21"/>
                  </a:cubicBezTo>
                  <a:cubicBezTo>
                    <a:pt x="84" y="13"/>
                    <a:pt x="88" y="6"/>
                    <a:pt x="96" y="6"/>
                  </a:cubicBezTo>
                  <a:cubicBezTo>
                    <a:pt x="98" y="6"/>
                    <a:pt x="99" y="7"/>
                    <a:pt x="101" y="7"/>
                  </a:cubicBezTo>
                  <a:cubicBezTo>
                    <a:pt x="101" y="9"/>
                    <a:pt x="102" y="11"/>
                    <a:pt x="102" y="13"/>
                  </a:cubicBezTo>
                  <a:cubicBezTo>
                    <a:pt x="107" y="13"/>
                    <a:pt x="107" y="13"/>
                    <a:pt x="107" y="13"/>
                  </a:cubicBezTo>
                  <a:cubicBezTo>
                    <a:pt x="107" y="2"/>
                    <a:pt x="107" y="2"/>
                    <a:pt x="107" y="2"/>
                  </a:cubicBezTo>
                  <a:cubicBezTo>
                    <a:pt x="104" y="1"/>
                    <a:pt x="100" y="0"/>
                    <a:pt x="97" y="0"/>
                  </a:cubicBezTo>
                  <a:cubicBezTo>
                    <a:pt x="83" y="0"/>
                    <a:pt x="76" y="10"/>
                    <a:pt x="76" y="21"/>
                  </a:cubicBezTo>
                  <a:cubicBezTo>
                    <a:pt x="76" y="33"/>
                    <a:pt x="83" y="41"/>
                    <a:pt x="96" y="41"/>
                  </a:cubicBezTo>
                  <a:cubicBezTo>
                    <a:pt x="100" y="41"/>
                    <a:pt x="104" y="40"/>
                    <a:pt x="107" y="39"/>
                  </a:cubicBezTo>
                  <a:moveTo>
                    <a:pt x="58" y="25"/>
                  </a:moveTo>
                  <a:cubicBezTo>
                    <a:pt x="45" y="25"/>
                    <a:pt x="45" y="25"/>
                    <a:pt x="45" y="25"/>
                  </a:cubicBezTo>
                  <a:cubicBezTo>
                    <a:pt x="49" y="13"/>
                    <a:pt x="49" y="13"/>
                    <a:pt x="49" y="13"/>
                  </a:cubicBezTo>
                  <a:cubicBezTo>
                    <a:pt x="50" y="11"/>
                    <a:pt x="51" y="9"/>
                    <a:pt x="51" y="7"/>
                  </a:cubicBezTo>
                  <a:cubicBezTo>
                    <a:pt x="52" y="7"/>
                    <a:pt x="52" y="7"/>
                    <a:pt x="52" y="7"/>
                  </a:cubicBezTo>
                  <a:cubicBezTo>
                    <a:pt x="52" y="9"/>
                    <a:pt x="53" y="11"/>
                    <a:pt x="54" y="13"/>
                  </a:cubicBezTo>
                  <a:lnTo>
                    <a:pt x="58" y="25"/>
                  </a:lnTo>
                  <a:close/>
                  <a:moveTo>
                    <a:pt x="74" y="40"/>
                  </a:moveTo>
                  <a:cubicBezTo>
                    <a:pt x="74" y="36"/>
                    <a:pt x="74" y="36"/>
                    <a:pt x="74" y="36"/>
                  </a:cubicBezTo>
                  <a:cubicBezTo>
                    <a:pt x="73" y="36"/>
                    <a:pt x="71" y="36"/>
                    <a:pt x="69" y="36"/>
                  </a:cubicBezTo>
                  <a:cubicBezTo>
                    <a:pt x="56" y="1"/>
                    <a:pt x="56" y="1"/>
                    <a:pt x="56" y="1"/>
                  </a:cubicBezTo>
                  <a:cubicBezTo>
                    <a:pt x="47" y="1"/>
                    <a:pt x="47" y="1"/>
                    <a:pt x="47" y="1"/>
                  </a:cubicBezTo>
                  <a:cubicBezTo>
                    <a:pt x="34" y="36"/>
                    <a:pt x="34" y="36"/>
                    <a:pt x="34" y="36"/>
                  </a:cubicBezTo>
                  <a:cubicBezTo>
                    <a:pt x="33" y="36"/>
                    <a:pt x="31" y="36"/>
                    <a:pt x="29" y="36"/>
                  </a:cubicBezTo>
                  <a:cubicBezTo>
                    <a:pt x="29" y="40"/>
                    <a:pt x="29" y="40"/>
                    <a:pt x="29" y="40"/>
                  </a:cubicBezTo>
                  <a:cubicBezTo>
                    <a:pt x="47" y="40"/>
                    <a:pt x="47" y="40"/>
                    <a:pt x="47" y="40"/>
                  </a:cubicBezTo>
                  <a:cubicBezTo>
                    <a:pt x="47" y="36"/>
                    <a:pt x="47" y="36"/>
                    <a:pt x="47" y="36"/>
                  </a:cubicBezTo>
                  <a:cubicBezTo>
                    <a:pt x="45" y="36"/>
                    <a:pt x="43" y="36"/>
                    <a:pt x="41" y="36"/>
                  </a:cubicBezTo>
                  <a:cubicBezTo>
                    <a:pt x="43" y="30"/>
                    <a:pt x="43" y="30"/>
                    <a:pt x="43" y="30"/>
                  </a:cubicBezTo>
                  <a:cubicBezTo>
                    <a:pt x="60" y="30"/>
                    <a:pt x="60" y="30"/>
                    <a:pt x="60" y="30"/>
                  </a:cubicBezTo>
                  <a:cubicBezTo>
                    <a:pt x="62" y="36"/>
                    <a:pt x="62" y="36"/>
                    <a:pt x="62" y="36"/>
                  </a:cubicBezTo>
                  <a:cubicBezTo>
                    <a:pt x="60" y="36"/>
                    <a:pt x="58" y="36"/>
                    <a:pt x="56" y="36"/>
                  </a:cubicBezTo>
                  <a:cubicBezTo>
                    <a:pt x="56" y="40"/>
                    <a:pt x="56" y="40"/>
                    <a:pt x="56" y="40"/>
                  </a:cubicBezTo>
                  <a:lnTo>
                    <a:pt x="74" y="40"/>
                  </a:lnTo>
                  <a:close/>
                  <a:moveTo>
                    <a:pt x="30" y="12"/>
                  </a:moveTo>
                  <a:cubicBezTo>
                    <a:pt x="30" y="1"/>
                    <a:pt x="30" y="1"/>
                    <a:pt x="30" y="1"/>
                  </a:cubicBezTo>
                  <a:cubicBezTo>
                    <a:pt x="0" y="1"/>
                    <a:pt x="0" y="1"/>
                    <a:pt x="0" y="1"/>
                  </a:cubicBezTo>
                  <a:cubicBezTo>
                    <a:pt x="0" y="5"/>
                    <a:pt x="0" y="5"/>
                    <a:pt x="0" y="5"/>
                  </a:cubicBezTo>
                  <a:cubicBezTo>
                    <a:pt x="2" y="5"/>
                    <a:pt x="4" y="6"/>
                    <a:pt x="7" y="6"/>
                  </a:cubicBezTo>
                  <a:cubicBezTo>
                    <a:pt x="7" y="35"/>
                    <a:pt x="7" y="35"/>
                    <a:pt x="7" y="35"/>
                  </a:cubicBezTo>
                  <a:cubicBezTo>
                    <a:pt x="4" y="36"/>
                    <a:pt x="2" y="36"/>
                    <a:pt x="0" y="36"/>
                  </a:cubicBezTo>
                  <a:cubicBezTo>
                    <a:pt x="0" y="40"/>
                    <a:pt x="0" y="40"/>
                    <a:pt x="0" y="40"/>
                  </a:cubicBezTo>
                  <a:cubicBezTo>
                    <a:pt x="20" y="40"/>
                    <a:pt x="20" y="40"/>
                    <a:pt x="20" y="40"/>
                  </a:cubicBezTo>
                  <a:cubicBezTo>
                    <a:pt x="20" y="36"/>
                    <a:pt x="20" y="36"/>
                    <a:pt x="20" y="36"/>
                  </a:cubicBezTo>
                  <a:cubicBezTo>
                    <a:pt x="18" y="36"/>
                    <a:pt x="16" y="36"/>
                    <a:pt x="13" y="35"/>
                  </a:cubicBezTo>
                  <a:cubicBezTo>
                    <a:pt x="13" y="23"/>
                    <a:pt x="13" y="23"/>
                    <a:pt x="13" y="23"/>
                  </a:cubicBezTo>
                  <a:cubicBezTo>
                    <a:pt x="21" y="23"/>
                    <a:pt x="21" y="23"/>
                    <a:pt x="21" y="23"/>
                  </a:cubicBezTo>
                  <a:cubicBezTo>
                    <a:pt x="21" y="24"/>
                    <a:pt x="21" y="26"/>
                    <a:pt x="22" y="27"/>
                  </a:cubicBezTo>
                  <a:cubicBezTo>
                    <a:pt x="26" y="27"/>
                    <a:pt x="26" y="27"/>
                    <a:pt x="26" y="27"/>
                  </a:cubicBezTo>
                  <a:cubicBezTo>
                    <a:pt x="26" y="14"/>
                    <a:pt x="26" y="14"/>
                    <a:pt x="26" y="14"/>
                  </a:cubicBezTo>
                  <a:cubicBezTo>
                    <a:pt x="22" y="14"/>
                    <a:pt x="22" y="14"/>
                    <a:pt x="22" y="14"/>
                  </a:cubicBezTo>
                  <a:cubicBezTo>
                    <a:pt x="21" y="15"/>
                    <a:pt x="21" y="17"/>
                    <a:pt x="21" y="18"/>
                  </a:cubicBezTo>
                  <a:cubicBezTo>
                    <a:pt x="13" y="18"/>
                    <a:pt x="13" y="18"/>
                    <a:pt x="13" y="18"/>
                  </a:cubicBezTo>
                  <a:cubicBezTo>
                    <a:pt x="13" y="6"/>
                    <a:pt x="13" y="6"/>
                    <a:pt x="13" y="6"/>
                  </a:cubicBezTo>
                  <a:cubicBezTo>
                    <a:pt x="24" y="6"/>
                    <a:pt x="24" y="6"/>
                    <a:pt x="24" y="6"/>
                  </a:cubicBezTo>
                  <a:cubicBezTo>
                    <a:pt x="24" y="7"/>
                    <a:pt x="24" y="10"/>
                    <a:pt x="25" y="12"/>
                  </a:cubicBezTo>
                  <a:lnTo>
                    <a:pt x="30"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43" name="Marcador de texto 2">
            <a:extLst>
              <a:ext uri="{FF2B5EF4-FFF2-40B4-BE49-F238E27FC236}">
                <a16:creationId xmlns:a16="http://schemas.microsoft.com/office/drawing/2014/main" id="{9F6B68FB-2535-48EA-AEE9-209765466B6B}"/>
              </a:ext>
            </a:extLst>
          </p:cNvPr>
          <p:cNvSpPr>
            <a:spLocks noGrp="1"/>
          </p:cNvSpPr>
          <p:nvPr>
            <p:ph type="body" sz="quarter" idx="26" hasCustomPrompt="1"/>
          </p:nvPr>
        </p:nvSpPr>
        <p:spPr>
          <a:xfrm>
            <a:off x="-947059" y="4430107"/>
            <a:ext cx="4200014" cy="2762654"/>
          </a:xfrm>
          <a:prstGeom prst="rect">
            <a:avLst/>
          </a:prstGeom>
        </p:spPr>
        <p:txBody>
          <a:bodyPr anchor="ctr"/>
          <a:lstStyle>
            <a:lvl1pPr marL="0" indent="0" algn="l">
              <a:lnSpc>
                <a:spcPct val="100000"/>
              </a:lnSpc>
              <a:buClr>
                <a:schemeClr val="tx2"/>
              </a:buClr>
              <a:buSzPct val="80000"/>
              <a:buFont typeface="Segoe UI Light" panose="020B0502040204020203" pitchFamily="34" charset="0"/>
              <a:buNone/>
              <a:defRPr sz="24000" b="0" u="none" strike="noStrike" spc="0" baseline="0">
                <a:solidFill>
                  <a:schemeClr val="tx2">
                    <a:lumMod val="20000"/>
                    <a:lumOff val="80000"/>
                    <a:alpha val="50000"/>
                  </a:schemeClr>
                </a:solidFill>
                <a:uFill>
                  <a:solidFill>
                    <a:schemeClr val="accent2"/>
                  </a:solidFill>
                </a:uFill>
                <a:latin typeface="+mj-lt"/>
                <a:cs typeface="Segoe UI Semibold" panose="020B07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44" name="Marcador de número de diapositiva 70">
            <a:extLst>
              <a:ext uri="{FF2B5EF4-FFF2-40B4-BE49-F238E27FC236}">
                <a16:creationId xmlns:a16="http://schemas.microsoft.com/office/drawing/2014/main" id="{1C1914F0-4918-414A-8C37-B7E61BBA55C9}"/>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bg1"/>
                </a:solidFill>
                <a:latin typeface="+mn-lt"/>
                <a:cs typeface="Segoe UI" panose="020B0502040204020203" pitchFamily="34" charset="0"/>
              </a:defRPr>
            </a:lvl1pPr>
          </a:lstStyle>
          <a:p>
            <a:fld id="{17D46556-FC13-40CA-B770-6C4B149AF5AA}" type="slidenum">
              <a:rPr lang="es-CL" smtClean="0"/>
              <a:pPr/>
              <a:t>‹Nº›</a:t>
            </a:fld>
            <a:endParaRPr lang="es-CL"/>
          </a:p>
        </p:txBody>
      </p:sp>
      <p:sp>
        <p:nvSpPr>
          <p:cNvPr id="145" name="Marcador de texto 2">
            <a:extLst>
              <a:ext uri="{FF2B5EF4-FFF2-40B4-BE49-F238E27FC236}">
                <a16:creationId xmlns:a16="http://schemas.microsoft.com/office/drawing/2014/main" id="{16A23D30-DC58-4BA7-8A12-7E1F2A10C034}"/>
              </a:ext>
            </a:extLst>
          </p:cNvPr>
          <p:cNvSpPr>
            <a:spLocks noGrp="1"/>
          </p:cNvSpPr>
          <p:nvPr>
            <p:ph type="body" sz="quarter" idx="18" hasCustomPrompt="1"/>
          </p:nvPr>
        </p:nvSpPr>
        <p:spPr>
          <a:xfrm>
            <a:off x="263525" y="1995079"/>
            <a:ext cx="11449050" cy="1707126"/>
          </a:xfrm>
          <a:prstGeom prst="rect">
            <a:avLst/>
          </a:prstGeom>
        </p:spPr>
        <p:txBody>
          <a:bodyPr lIns="72000" tIns="720000" rIns="0" bIns="720000" anchor="ctr"/>
          <a:lstStyle>
            <a:lvl1pPr marL="0" indent="0" algn="ctr">
              <a:lnSpc>
                <a:spcPts val="5200"/>
              </a:lnSpc>
              <a:buNone/>
              <a:defRPr sz="5000" b="1" u="none" strike="noStrike" spc="300" baseline="0">
                <a:solidFill>
                  <a:schemeClr val="bg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portadilla </a:t>
            </a:r>
            <a:br>
              <a:rPr lang="es-ES" dirty="0"/>
            </a:br>
            <a:r>
              <a:rPr lang="es-ES" dirty="0"/>
              <a:t>en altas y bajas</a:t>
            </a:r>
            <a:endParaRPr lang="es-CL" dirty="0"/>
          </a:p>
        </p:txBody>
      </p:sp>
    </p:spTree>
    <p:extLst>
      <p:ext uri="{BB962C8B-B14F-4D97-AF65-F5344CB8AC3E}">
        <p14:creationId xmlns:p14="http://schemas.microsoft.com/office/powerpoint/2010/main" val="3091119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6_Interior simple">
    <p:spTree>
      <p:nvGrpSpPr>
        <p:cNvPr id="1" name=""/>
        <p:cNvGrpSpPr/>
        <p:nvPr/>
      </p:nvGrpSpPr>
      <p:grpSpPr>
        <a:xfrm>
          <a:off x="0" y="0"/>
          <a:ext cx="0" cy="0"/>
          <a:chOff x="0" y="0"/>
          <a:chExt cx="0" cy="0"/>
        </a:xfrm>
      </p:grpSpPr>
      <p:sp>
        <p:nvSpPr>
          <p:cNvPr id="4" name="Marcador de número de diapositiva 70">
            <a:extLst>
              <a:ext uri="{FF2B5EF4-FFF2-40B4-BE49-F238E27FC236}">
                <a16:creationId xmlns:a16="http://schemas.microsoft.com/office/drawing/2014/main" id="{0EFF9DC4-4189-44F2-9202-B096455FD19A}"/>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‹Nº›</a:t>
            </a:fld>
            <a:endParaRPr lang="es-CL"/>
          </a:p>
        </p:txBody>
      </p:sp>
      <p:sp>
        <p:nvSpPr>
          <p:cNvPr id="3" name="Marcador de texto 2">
            <a:extLst>
              <a:ext uri="{FF2B5EF4-FFF2-40B4-BE49-F238E27FC236}">
                <a16:creationId xmlns:a16="http://schemas.microsoft.com/office/drawing/2014/main" id="{5740CAF8-E3C6-48FD-B4E9-870A2C80EBC6}"/>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5" name="Marcador de texto 2">
            <a:extLst>
              <a:ext uri="{FF2B5EF4-FFF2-40B4-BE49-F238E27FC236}">
                <a16:creationId xmlns:a16="http://schemas.microsoft.com/office/drawing/2014/main" id="{93936722-5BBE-472C-B3BB-AA40F149F772}"/>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6" name="Conector recto 5">
            <a:extLst>
              <a:ext uri="{FF2B5EF4-FFF2-40B4-BE49-F238E27FC236}">
                <a16:creationId xmlns:a16="http://schemas.microsoft.com/office/drawing/2014/main" id="{0F7A5622-587C-4BEC-9344-0B35285F7DB9}"/>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7" name="Marcador de texto 2">
            <a:extLst>
              <a:ext uri="{FF2B5EF4-FFF2-40B4-BE49-F238E27FC236}">
                <a16:creationId xmlns:a16="http://schemas.microsoft.com/office/drawing/2014/main" id="{FB9DF791-6648-48B1-8907-EA33B7CABEAB}"/>
              </a:ext>
            </a:extLst>
          </p:cNvPr>
          <p:cNvSpPr>
            <a:spLocks noGrp="1"/>
          </p:cNvSpPr>
          <p:nvPr>
            <p:ph type="body" sz="quarter" idx="26" hasCustomPrompt="1"/>
          </p:nvPr>
        </p:nvSpPr>
        <p:spPr>
          <a:xfrm>
            <a:off x="-947059" y="4430107"/>
            <a:ext cx="4200014" cy="2762654"/>
          </a:xfrm>
          <a:prstGeom prst="rect">
            <a:avLst/>
          </a:prstGeom>
        </p:spPr>
        <p:txBody>
          <a:bodyPr anchor="ctr"/>
          <a:lstStyle>
            <a:lvl1pPr marL="0" indent="0" algn="l">
              <a:lnSpc>
                <a:spcPct val="100000"/>
              </a:lnSpc>
              <a:buClr>
                <a:schemeClr val="tx2"/>
              </a:buClr>
              <a:buSzPct val="80000"/>
              <a:buFont typeface="Segoe UI Light" panose="020B0502040204020203" pitchFamily="34" charset="0"/>
              <a:buNone/>
              <a:defRPr sz="24000" b="0" u="none" strike="noStrike" spc="0" baseline="0">
                <a:solidFill>
                  <a:schemeClr val="tx2">
                    <a:lumMod val="20000"/>
                    <a:lumOff val="80000"/>
                    <a:alpha val="50000"/>
                  </a:schemeClr>
                </a:solidFill>
                <a:uFill>
                  <a:solidFill>
                    <a:schemeClr val="accent2"/>
                  </a:solidFill>
                </a:uFill>
                <a:latin typeface="+mj-lt"/>
                <a:cs typeface="Segoe UI Semibold" panose="020B07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8" name="Marcador de texto 2">
            <a:extLst>
              <a:ext uri="{FF2B5EF4-FFF2-40B4-BE49-F238E27FC236}">
                <a16:creationId xmlns:a16="http://schemas.microsoft.com/office/drawing/2014/main" id="{0AED89BE-4190-4F17-8C99-777CEA3BDF0E}"/>
              </a:ext>
            </a:extLst>
          </p:cNvPr>
          <p:cNvSpPr>
            <a:spLocks noGrp="1"/>
          </p:cNvSpPr>
          <p:nvPr>
            <p:ph type="body" sz="quarter" idx="14" hasCustomPrompt="1"/>
          </p:nvPr>
        </p:nvSpPr>
        <p:spPr>
          <a:xfrm>
            <a:off x="2132999" y="1096296"/>
            <a:ext cx="2153782" cy="365808"/>
          </a:xfrm>
          <a:prstGeom prst="rect">
            <a:avLst/>
          </a:prstGeom>
        </p:spPr>
        <p:txBody>
          <a:bodyPr lIns="0"/>
          <a:lstStyle>
            <a:lvl1pPr marL="0" indent="0" algn="l">
              <a:lnSpc>
                <a:spcPts val="2400"/>
              </a:lnSpc>
              <a:buNone/>
              <a:defRPr lang="es-CL" sz="1600" b="1" strike="noStrike" kern="1200" cap="all" baseline="0" dirty="0">
                <a:solidFill>
                  <a:schemeClr val="tx1"/>
                </a:solidFill>
                <a:effectLst/>
                <a:highlight>
                  <a:srgbClr val="C0C0C0"/>
                </a:highlight>
                <a:latin typeface="Bitter" panose="02000000000000000000" pitchFamily="2" charset="0"/>
                <a:ea typeface="Bitter" panose="02000000000000000000" pitchFamily="2" charset="0"/>
                <a:cs typeface="Times New Roman" panose="02020603050405020304" pitchFamily="18"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Tema 1</a:t>
            </a:r>
            <a:endParaRPr lang="es-CL" dirty="0"/>
          </a:p>
        </p:txBody>
      </p:sp>
      <p:sp>
        <p:nvSpPr>
          <p:cNvPr id="9" name="Marcador de texto 2">
            <a:extLst>
              <a:ext uri="{FF2B5EF4-FFF2-40B4-BE49-F238E27FC236}">
                <a16:creationId xmlns:a16="http://schemas.microsoft.com/office/drawing/2014/main" id="{6FF11B25-7BA0-4353-8263-010230C6B06D}"/>
              </a:ext>
            </a:extLst>
          </p:cNvPr>
          <p:cNvSpPr>
            <a:spLocks noGrp="1"/>
          </p:cNvSpPr>
          <p:nvPr>
            <p:ph type="body" sz="quarter" idx="21" hasCustomPrompt="1"/>
          </p:nvPr>
        </p:nvSpPr>
        <p:spPr>
          <a:xfrm>
            <a:off x="2132998" y="1468240"/>
            <a:ext cx="7608383" cy="1168091"/>
          </a:xfrm>
          <a:prstGeom prst="rect">
            <a:avLst/>
          </a:prstGeom>
        </p:spPr>
        <p:txBody>
          <a:bodyPr lIns="0"/>
          <a:lstStyle>
            <a:lvl1pPr marL="0" indent="0" algn="just">
              <a:lnSpc>
                <a:spcPts val="2000"/>
              </a:lnSpc>
              <a:buClr>
                <a:schemeClr val="accent1"/>
              </a:buClr>
              <a:buSzPct val="150000"/>
              <a:buFont typeface="Cambria" panose="02040503050406030204" pitchFamily="18" charset="0"/>
              <a:buNone/>
              <a:defRPr sz="1400">
                <a:solidFill>
                  <a:schemeClr val="tx2"/>
                </a:solidFill>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a:t>
            </a:r>
          </a:p>
          <a:p>
            <a:pPr lvl="0"/>
            <a:r>
              <a:rPr lang="es-ES" dirty="0"/>
              <a:t>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potente.</a:t>
            </a:r>
          </a:p>
        </p:txBody>
      </p:sp>
    </p:spTree>
    <p:extLst>
      <p:ext uri="{BB962C8B-B14F-4D97-AF65-F5344CB8AC3E}">
        <p14:creationId xmlns:p14="http://schemas.microsoft.com/office/powerpoint/2010/main" val="2604736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07_Formato simple + imagen al costado">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B2B59E48-79D4-489E-9C99-A9990F7CF62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0"/>
            <a:ext cx="1611517" cy="6858000"/>
          </a:xfrm>
          <a:prstGeom prst="rect">
            <a:avLst/>
          </a:prstGeom>
        </p:spPr>
      </p:pic>
      <p:sp>
        <p:nvSpPr>
          <p:cNvPr id="10" name="Marcador de texto 2">
            <a:extLst>
              <a:ext uri="{FF2B5EF4-FFF2-40B4-BE49-F238E27FC236}">
                <a16:creationId xmlns:a16="http://schemas.microsoft.com/office/drawing/2014/main" id="{5740CAF8-E3C6-48FD-B4E9-870A2C80EBC6}"/>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1" name="Marcador de texto 2">
            <a:extLst>
              <a:ext uri="{FF2B5EF4-FFF2-40B4-BE49-F238E27FC236}">
                <a16:creationId xmlns:a16="http://schemas.microsoft.com/office/drawing/2014/main" id="{93936722-5BBE-472C-B3BB-AA40F149F772}"/>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12" name="Conector recto 11">
            <a:extLst>
              <a:ext uri="{FF2B5EF4-FFF2-40B4-BE49-F238E27FC236}">
                <a16:creationId xmlns:a16="http://schemas.microsoft.com/office/drawing/2014/main" id="{0F7A5622-587C-4BEC-9344-0B35285F7DB9}"/>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14" name="Marcador de número de diapositiva 70">
            <a:extLst>
              <a:ext uri="{FF2B5EF4-FFF2-40B4-BE49-F238E27FC236}">
                <a16:creationId xmlns:a16="http://schemas.microsoft.com/office/drawing/2014/main" id="{96C1F2AD-89A3-4FC0-83B2-66AD0CBC0C5A}"/>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‹Nº›</a:t>
            </a:fld>
            <a:endParaRPr lang="es-CL"/>
          </a:p>
        </p:txBody>
      </p:sp>
      <p:sp>
        <p:nvSpPr>
          <p:cNvPr id="7" name="Marcador de texto 2">
            <a:extLst>
              <a:ext uri="{FF2B5EF4-FFF2-40B4-BE49-F238E27FC236}">
                <a16:creationId xmlns:a16="http://schemas.microsoft.com/office/drawing/2014/main" id="{0AED89BE-4190-4F17-8C99-777CEA3BDF0E}"/>
              </a:ext>
            </a:extLst>
          </p:cNvPr>
          <p:cNvSpPr>
            <a:spLocks noGrp="1"/>
          </p:cNvSpPr>
          <p:nvPr>
            <p:ph type="body" sz="quarter" idx="14" hasCustomPrompt="1"/>
          </p:nvPr>
        </p:nvSpPr>
        <p:spPr>
          <a:xfrm>
            <a:off x="2132999" y="1096296"/>
            <a:ext cx="2153782" cy="365808"/>
          </a:xfrm>
          <a:prstGeom prst="rect">
            <a:avLst/>
          </a:prstGeom>
        </p:spPr>
        <p:txBody>
          <a:bodyPr lIns="0"/>
          <a:lstStyle>
            <a:lvl1pPr marL="0" indent="0" algn="l">
              <a:lnSpc>
                <a:spcPts val="2400"/>
              </a:lnSpc>
              <a:buNone/>
              <a:defRPr lang="es-CL" sz="1600" b="1" strike="noStrike" kern="1200" cap="all" baseline="0" dirty="0">
                <a:solidFill>
                  <a:schemeClr val="tx1"/>
                </a:solidFill>
                <a:effectLst/>
                <a:highlight>
                  <a:srgbClr val="C0C0C0"/>
                </a:highlight>
                <a:latin typeface="Bitter" panose="02000000000000000000" pitchFamily="2" charset="0"/>
                <a:ea typeface="Bitter" panose="02000000000000000000" pitchFamily="2" charset="0"/>
                <a:cs typeface="Times New Roman" panose="02020603050405020304" pitchFamily="18"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Tema 1</a:t>
            </a:r>
            <a:endParaRPr lang="es-CL" dirty="0"/>
          </a:p>
        </p:txBody>
      </p:sp>
      <p:sp>
        <p:nvSpPr>
          <p:cNvPr id="8" name="Marcador de texto 2">
            <a:extLst>
              <a:ext uri="{FF2B5EF4-FFF2-40B4-BE49-F238E27FC236}">
                <a16:creationId xmlns:a16="http://schemas.microsoft.com/office/drawing/2014/main" id="{6FF11B25-7BA0-4353-8263-010230C6B06D}"/>
              </a:ext>
            </a:extLst>
          </p:cNvPr>
          <p:cNvSpPr>
            <a:spLocks noGrp="1"/>
          </p:cNvSpPr>
          <p:nvPr>
            <p:ph type="body" sz="quarter" idx="21" hasCustomPrompt="1"/>
          </p:nvPr>
        </p:nvSpPr>
        <p:spPr>
          <a:xfrm>
            <a:off x="2132998" y="1468240"/>
            <a:ext cx="7608383" cy="1168091"/>
          </a:xfrm>
          <a:prstGeom prst="rect">
            <a:avLst/>
          </a:prstGeom>
        </p:spPr>
        <p:txBody>
          <a:bodyPr lIns="0"/>
          <a:lstStyle>
            <a:lvl1pPr marL="0" indent="0" algn="just">
              <a:lnSpc>
                <a:spcPts val="2000"/>
              </a:lnSpc>
              <a:buClr>
                <a:schemeClr val="accent1"/>
              </a:buClr>
              <a:buSzPct val="150000"/>
              <a:buFont typeface="Cambria" panose="02040503050406030204" pitchFamily="18" charset="0"/>
              <a:buNone/>
              <a:defRPr sz="1400">
                <a:solidFill>
                  <a:schemeClr val="tx2"/>
                </a:solidFill>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a:t>
            </a:r>
          </a:p>
          <a:p>
            <a:pPr lvl="0"/>
            <a:r>
              <a:rPr lang="es-ES" dirty="0"/>
              <a:t>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a:t>
            </a:r>
            <a:r>
              <a:rPr lang="es-ES" dirty="0" err="1"/>
              <a:t>mauris</a:t>
            </a:r>
            <a:r>
              <a:rPr lang="es-ES" dirty="0"/>
              <a:t> </a:t>
            </a:r>
            <a:r>
              <a:rPr lang="es-ES" dirty="0" err="1"/>
              <a:t>sagittis</a:t>
            </a:r>
            <a:r>
              <a:rPr lang="es-ES" dirty="0"/>
              <a:t> per ut potente.</a:t>
            </a:r>
          </a:p>
          <a:p>
            <a:pPr lvl="0"/>
            <a:endParaRPr lang="es-ES" dirty="0"/>
          </a:p>
          <a:p>
            <a:pPr lvl="0"/>
            <a:endParaRPr lang="es-ES" dirty="0"/>
          </a:p>
        </p:txBody>
      </p:sp>
      <p:grpSp>
        <p:nvGrpSpPr>
          <p:cNvPr id="16" name="Grupo 15">
            <a:extLst>
              <a:ext uri="{FF2B5EF4-FFF2-40B4-BE49-F238E27FC236}">
                <a16:creationId xmlns:a16="http://schemas.microsoft.com/office/drawing/2014/main" id="{C57F0DD5-4E47-40D8-BC15-9AC7527AEDD0}"/>
              </a:ext>
            </a:extLst>
          </p:cNvPr>
          <p:cNvGrpSpPr/>
          <p:nvPr userDrawn="1"/>
        </p:nvGrpSpPr>
        <p:grpSpPr>
          <a:xfrm>
            <a:off x="260637" y="160236"/>
            <a:ext cx="1086071" cy="910924"/>
            <a:chOff x="137601" y="239283"/>
            <a:chExt cx="897579" cy="752830"/>
          </a:xfrm>
          <a:solidFill>
            <a:schemeClr val="bg2"/>
          </a:solidFill>
        </p:grpSpPr>
        <p:sp>
          <p:nvSpPr>
            <p:cNvPr id="17" name="Freeform 109">
              <a:extLst>
                <a:ext uri="{FF2B5EF4-FFF2-40B4-BE49-F238E27FC236}">
                  <a16:creationId xmlns:a16="http://schemas.microsoft.com/office/drawing/2014/main" id="{9E09FA03-1EEA-4349-8A15-18EEC800B31C}"/>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8" name="Freeform 110">
              <a:extLst>
                <a:ext uri="{FF2B5EF4-FFF2-40B4-BE49-F238E27FC236}">
                  <a16:creationId xmlns:a16="http://schemas.microsoft.com/office/drawing/2014/main" id="{9FB92F10-C235-4A99-A153-D9FCB435E5D7}"/>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19" name="Grupo 18">
              <a:extLst>
                <a:ext uri="{FF2B5EF4-FFF2-40B4-BE49-F238E27FC236}">
                  <a16:creationId xmlns:a16="http://schemas.microsoft.com/office/drawing/2014/main" id="{79A2D63D-0707-4220-BACD-1A515A395B31}"/>
                </a:ext>
              </a:extLst>
            </p:cNvPr>
            <p:cNvGrpSpPr/>
            <p:nvPr userDrawn="1"/>
          </p:nvGrpSpPr>
          <p:grpSpPr>
            <a:xfrm>
              <a:off x="137601" y="474669"/>
              <a:ext cx="897579" cy="326700"/>
              <a:chOff x="137601" y="474669"/>
              <a:chExt cx="897579" cy="326700"/>
            </a:xfrm>
            <a:grpFill/>
          </p:grpSpPr>
          <p:sp>
            <p:nvSpPr>
              <p:cNvPr id="30" name="Freeform 111">
                <a:extLst>
                  <a:ext uri="{FF2B5EF4-FFF2-40B4-BE49-F238E27FC236}">
                    <a16:creationId xmlns:a16="http://schemas.microsoft.com/office/drawing/2014/main" id="{53266A3A-1783-4E51-9670-AE893788798E}"/>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1" name="Freeform 112">
                <a:extLst>
                  <a:ext uri="{FF2B5EF4-FFF2-40B4-BE49-F238E27FC236}">
                    <a16:creationId xmlns:a16="http://schemas.microsoft.com/office/drawing/2014/main" id="{5FE732ED-C46D-4AE4-82D1-4911BD618342}"/>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2" name="Freeform 113">
                <a:extLst>
                  <a:ext uri="{FF2B5EF4-FFF2-40B4-BE49-F238E27FC236}">
                    <a16:creationId xmlns:a16="http://schemas.microsoft.com/office/drawing/2014/main" id="{2D5E0327-F2EE-4D7C-83C7-4DCB6CA9674E}"/>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3" name="Freeform 114">
                <a:extLst>
                  <a:ext uri="{FF2B5EF4-FFF2-40B4-BE49-F238E27FC236}">
                    <a16:creationId xmlns:a16="http://schemas.microsoft.com/office/drawing/2014/main" id="{CA188C7F-6727-4298-AE44-66B3530CDCE8}"/>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4" name="Freeform 115">
                <a:extLst>
                  <a:ext uri="{FF2B5EF4-FFF2-40B4-BE49-F238E27FC236}">
                    <a16:creationId xmlns:a16="http://schemas.microsoft.com/office/drawing/2014/main" id="{7B6BF606-9E33-4029-8A5B-0BAED7A65D4A}"/>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5" name="Freeform 116">
                <a:extLst>
                  <a:ext uri="{FF2B5EF4-FFF2-40B4-BE49-F238E27FC236}">
                    <a16:creationId xmlns:a16="http://schemas.microsoft.com/office/drawing/2014/main" id="{B8FC23C2-2C03-4763-8564-779B51619568}"/>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6" name="Freeform 117">
                <a:extLst>
                  <a:ext uri="{FF2B5EF4-FFF2-40B4-BE49-F238E27FC236}">
                    <a16:creationId xmlns:a16="http://schemas.microsoft.com/office/drawing/2014/main" id="{D715F00F-6E90-4F9E-943C-819161876679}"/>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7" name="Freeform 118">
                <a:extLst>
                  <a:ext uri="{FF2B5EF4-FFF2-40B4-BE49-F238E27FC236}">
                    <a16:creationId xmlns:a16="http://schemas.microsoft.com/office/drawing/2014/main" id="{F7664B0F-B11B-4293-8F83-69713E0552CD}"/>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8" name="Freeform 119">
                <a:extLst>
                  <a:ext uri="{FF2B5EF4-FFF2-40B4-BE49-F238E27FC236}">
                    <a16:creationId xmlns:a16="http://schemas.microsoft.com/office/drawing/2014/main" id="{8F0612F2-9E25-412B-9204-625B615C285F}"/>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9" name="Freeform 120">
                <a:extLst>
                  <a:ext uri="{FF2B5EF4-FFF2-40B4-BE49-F238E27FC236}">
                    <a16:creationId xmlns:a16="http://schemas.microsoft.com/office/drawing/2014/main" id="{0A0163BF-ADFF-4B0A-9B30-0CA06E7209CE}"/>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0" name="Freeform 121">
                <a:extLst>
                  <a:ext uri="{FF2B5EF4-FFF2-40B4-BE49-F238E27FC236}">
                    <a16:creationId xmlns:a16="http://schemas.microsoft.com/office/drawing/2014/main" id="{26E7A3F5-0749-4171-B431-054CB2367FCB}"/>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1" name="Freeform 122">
                <a:extLst>
                  <a:ext uri="{FF2B5EF4-FFF2-40B4-BE49-F238E27FC236}">
                    <a16:creationId xmlns:a16="http://schemas.microsoft.com/office/drawing/2014/main" id="{B69D9636-6B41-4C44-AA50-C163EDC0AE95}"/>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2" name="Freeform 123">
                <a:extLst>
                  <a:ext uri="{FF2B5EF4-FFF2-40B4-BE49-F238E27FC236}">
                    <a16:creationId xmlns:a16="http://schemas.microsoft.com/office/drawing/2014/main" id="{D06811DE-0803-4CCF-8FF4-9BE7195B898F}"/>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3" name="Freeform 124">
                <a:extLst>
                  <a:ext uri="{FF2B5EF4-FFF2-40B4-BE49-F238E27FC236}">
                    <a16:creationId xmlns:a16="http://schemas.microsoft.com/office/drawing/2014/main" id="{156477C2-82B5-46A7-B4A3-E663BE4499F9}"/>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4" name="Freeform 125">
                <a:extLst>
                  <a:ext uri="{FF2B5EF4-FFF2-40B4-BE49-F238E27FC236}">
                    <a16:creationId xmlns:a16="http://schemas.microsoft.com/office/drawing/2014/main" id="{DE8FE1C1-BA46-4776-B3EC-FB47F5161AD6}"/>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5" name="Freeform 126">
                <a:extLst>
                  <a:ext uri="{FF2B5EF4-FFF2-40B4-BE49-F238E27FC236}">
                    <a16:creationId xmlns:a16="http://schemas.microsoft.com/office/drawing/2014/main" id="{CB03B7AF-1D26-4697-8899-D7680CFCCBE3}"/>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6" name="Freeform 127">
                <a:extLst>
                  <a:ext uri="{FF2B5EF4-FFF2-40B4-BE49-F238E27FC236}">
                    <a16:creationId xmlns:a16="http://schemas.microsoft.com/office/drawing/2014/main" id="{E9812B02-6277-404C-A7DE-01ED0D1824AB}"/>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20" name="Freeform 128">
              <a:extLst>
                <a:ext uri="{FF2B5EF4-FFF2-40B4-BE49-F238E27FC236}">
                  <a16:creationId xmlns:a16="http://schemas.microsoft.com/office/drawing/2014/main" id="{CEA5A31A-2473-4E17-8DCC-43B5CE9E31BB}"/>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1" name="Freeform 129">
              <a:extLst>
                <a:ext uri="{FF2B5EF4-FFF2-40B4-BE49-F238E27FC236}">
                  <a16:creationId xmlns:a16="http://schemas.microsoft.com/office/drawing/2014/main" id="{190371FA-B733-4385-BDCC-5CBB535ACDAE}"/>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2" name="Freeform 130">
              <a:extLst>
                <a:ext uri="{FF2B5EF4-FFF2-40B4-BE49-F238E27FC236}">
                  <a16:creationId xmlns:a16="http://schemas.microsoft.com/office/drawing/2014/main" id="{21D5889B-B5E7-4AE1-93A2-4B293FFAC410}"/>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3" name="Freeform 131">
              <a:extLst>
                <a:ext uri="{FF2B5EF4-FFF2-40B4-BE49-F238E27FC236}">
                  <a16:creationId xmlns:a16="http://schemas.microsoft.com/office/drawing/2014/main" id="{68BEB1B4-371D-4063-8F96-C007E6171E82}"/>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4" name="Freeform 132">
              <a:extLst>
                <a:ext uri="{FF2B5EF4-FFF2-40B4-BE49-F238E27FC236}">
                  <a16:creationId xmlns:a16="http://schemas.microsoft.com/office/drawing/2014/main" id="{04410E0A-FD6D-42BA-8556-FAA04FEE90F2}"/>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5" name="Freeform 133">
              <a:extLst>
                <a:ext uri="{FF2B5EF4-FFF2-40B4-BE49-F238E27FC236}">
                  <a16:creationId xmlns:a16="http://schemas.microsoft.com/office/drawing/2014/main" id="{182A21BD-DF65-40DC-8C03-92F06534BFC7}"/>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6" name="Freeform 134">
              <a:extLst>
                <a:ext uri="{FF2B5EF4-FFF2-40B4-BE49-F238E27FC236}">
                  <a16:creationId xmlns:a16="http://schemas.microsoft.com/office/drawing/2014/main" id="{42D20EE6-8419-49A7-A812-A2224F7E41C3}"/>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7" name="Freeform 135">
              <a:extLst>
                <a:ext uri="{FF2B5EF4-FFF2-40B4-BE49-F238E27FC236}">
                  <a16:creationId xmlns:a16="http://schemas.microsoft.com/office/drawing/2014/main" id="{07691D25-746F-4D65-B5B4-B249EDB53125}"/>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8" name="Freeform 136">
              <a:extLst>
                <a:ext uri="{FF2B5EF4-FFF2-40B4-BE49-F238E27FC236}">
                  <a16:creationId xmlns:a16="http://schemas.microsoft.com/office/drawing/2014/main" id="{537BA009-3BFA-4382-B9BD-3B71C794C439}"/>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9" name="Freeform 137">
              <a:extLst>
                <a:ext uri="{FF2B5EF4-FFF2-40B4-BE49-F238E27FC236}">
                  <a16:creationId xmlns:a16="http://schemas.microsoft.com/office/drawing/2014/main" id="{59FAC82F-1F19-4D77-8A28-8B7ACA79C219}"/>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spTree>
    <p:extLst>
      <p:ext uri="{BB962C8B-B14F-4D97-AF65-F5344CB8AC3E}">
        <p14:creationId xmlns:p14="http://schemas.microsoft.com/office/powerpoint/2010/main" val="838948665"/>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08_ numeros y texto">
    <p:spTree>
      <p:nvGrpSpPr>
        <p:cNvPr id="1" name=""/>
        <p:cNvGrpSpPr/>
        <p:nvPr/>
      </p:nvGrpSpPr>
      <p:grpSpPr>
        <a:xfrm>
          <a:off x="0" y="0"/>
          <a:ext cx="0" cy="0"/>
          <a:chOff x="0" y="0"/>
          <a:chExt cx="0" cy="0"/>
        </a:xfrm>
      </p:grpSpPr>
      <p:sp>
        <p:nvSpPr>
          <p:cNvPr id="11" name="Marcador de texto 2">
            <a:extLst>
              <a:ext uri="{FF2B5EF4-FFF2-40B4-BE49-F238E27FC236}">
                <a16:creationId xmlns:a16="http://schemas.microsoft.com/office/drawing/2014/main" id="{0AED89BE-4190-4F17-8C99-777CEA3BDF0E}"/>
              </a:ext>
            </a:extLst>
          </p:cNvPr>
          <p:cNvSpPr>
            <a:spLocks noGrp="1"/>
          </p:cNvSpPr>
          <p:nvPr>
            <p:ph type="body" sz="quarter" idx="14" hasCustomPrompt="1"/>
          </p:nvPr>
        </p:nvSpPr>
        <p:spPr>
          <a:xfrm>
            <a:off x="2566146" y="1096296"/>
            <a:ext cx="2153782" cy="365808"/>
          </a:xfrm>
          <a:prstGeom prst="rect">
            <a:avLst/>
          </a:prstGeom>
        </p:spPr>
        <p:txBody>
          <a:bodyPr lIns="0"/>
          <a:lstStyle>
            <a:lvl1pPr marL="0" indent="0" algn="l">
              <a:lnSpc>
                <a:spcPts val="2400"/>
              </a:lnSpc>
              <a:buNone/>
              <a:defRPr lang="es-CL" sz="1600" b="1" strike="noStrike" kern="1200" cap="all" baseline="0" dirty="0">
                <a:solidFill>
                  <a:schemeClr val="tx1"/>
                </a:solidFill>
                <a:effectLst/>
                <a:highlight>
                  <a:srgbClr val="C0C0C0"/>
                </a:highlight>
                <a:latin typeface="Bitter" panose="02000000000000000000" pitchFamily="2" charset="0"/>
                <a:ea typeface="Bitter" panose="02000000000000000000" pitchFamily="2" charset="0"/>
                <a:cs typeface="Times New Roman" panose="02020603050405020304" pitchFamily="18"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Tema 1</a:t>
            </a:r>
            <a:endParaRPr lang="es-CL" dirty="0"/>
          </a:p>
        </p:txBody>
      </p:sp>
      <p:sp>
        <p:nvSpPr>
          <p:cNvPr id="21" name="Marcador de texto 2">
            <a:extLst>
              <a:ext uri="{FF2B5EF4-FFF2-40B4-BE49-F238E27FC236}">
                <a16:creationId xmlns:a16="http://schemas.microsoft.com/office/drawing/2014/main" id="{6FF11B25-7BA0-4353-8263-010230C6B06D}"/>
              </a:ext>
            </a:extLst>
          </p:cNvPr>
          <p:cNvSpPr>
            <a:spLocks noGrp="1"/>
          </p:cNvSpPr>
          <p:nvPr>
            <p:ph type="body" sz="quarter" idx="21" hasCustomPrompt="1"/>
          </p:nvPr>
        </p:nvSpPr>
        <p:spPr>
          <a:xfrm>
            <a:off x="2566145" y="1468240"/>
            <a:ext cx="7608383" cy="1168091"/>
          </a:xfrm>
          <a:prstGeom prst="rect">
            <a:avLst/>
          </a:prstGeom>
        </p:spPr>
        <p:txBody>
          <a:bodyPr lIns="0"/>
          <a:lstStyle>
            <a:lvl1pPr marL="0" indent="0" algn="just">
              <a:lnSpc>
                <a:spcPts val="2000"/>
              </a:lnSpc>
              <a:buClr>
                <a:schemeClr val="accent1"/>
              </a:buClr>
              <a:buSzPct val="150000"/>
              <a:buFont typeface="Cambria" panose="02040503050406030204" pitchFamily="18" charset="0"/>
              <a:buNone/>
              <a:defRPr sz="1400">
                <a:solidFill>
                  <a:schemeClr val="tx2"/>
                </a:solidFill>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a:t>
            </a:r>
            <a:r>
              <a:rPr lang="es-ES" dirty="0" err="1"/>
              <a:t>potenti</a:t>
            </a:r>
            <a:endParaRPr lang="es-ES" dirty="0"/>
          </a:p>
        </p:txBody>
      </p:sp>
      <p:sp>
        <p:nvSpPr>
          <p:cNvPr id="13" name="Marcador de texto 2">
            <a:extLst>
              <a:ext uri="{FF2B5EF4-FFF2-40B4-BE49-F238E27FC236}">
                <a16:creationId xmlns:a16="http://schemas.microsoft.com/office/drawing/2014/main" id="{E14B7ABE-AD5D-44A6-8B2A-46C0E81EF14F}"/>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4" name="Marcador de texto 2">
            <a:extLst>
              <a:ext uri="{FF2B5EF4-FFF2-40B4-BE49-F238E27FC236}">
                <a16:creationId xmlns:a16="http://schemas.microsoft.com/office/drawing/2014/main" id="{F3454048-41F3-4E12-8DD2-B779CE0E572C}"/>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15" name="Conector recto 14">
            <a:extLst>
              <a:ext uri="{FF2B5EF4-FFF2-40B4-BE49-F238E27FC236}">
                <a16:creationId xmlns:a16="http://schemas.microsoft.com/office/drawing/2014/main" id="{D202BE0F-EDF0-40FA-B93F-335B05F5ADCF}"/>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29" name="Marcador de número de diapositiva 70">
            <a:extLst>
              <a:ext uri="{FF2B5EF4-FFF2-40B4-BE49-F238E27FC236}">
                <a16:creationId xmlns:a16="http://schemas.microsoft.com/office/drawing/2014/main" id="{BB373FE5-8D47-449E-BAFC-736B200BE46A}"/>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‹Nº›</a:t>
            </a:fld>
            <a:endParaRPr lang="es-CL"/>
          </a:p>
        </p:txBody>
      </p:sp>
      <p:sp>
        <p:nvSpPr>
          <p:cNvPr id="16" name="Marcador de texto 2">
            <a:extLst>
              <a:ext uri="{FF2B5EF4-FFF2-40B4-BE49-F238E27FC236}">
                <a16:creationId xmlns:a16="http://schemas.microsoft.com/office/drawing/2014/main" id="{52FADE42-D7A1-4C91-ADE6-DDD45A43BBAD}"/>
              </a:ext>
            </a:extLst>
          </p:cNvPr>
          <p:cNvSpPr>
            <a:spLocks noGrp="1"/>
          </p:cNvSpPr>
          <p:nvPr>
            <p:ph type="body" sz="quarter" idx="10" hasCustomPrompt="1"/>
          </p:nvPr>
        </p:nvSpPr>
        <p:spPr>
          <a:xfrm>
            <a:off x="1640377" y="1095600"/>
            <a:ext cx="922131" cy="367200"/>
          </a:xfrm>
          <a:prstGeom prst="rect">
            <a:avLst/>
          </a:prstGeom>
        </p:spPr>
        <p:txBody>
          <a:bodyPr tIns="0" rIns="0" bIns="0" anchor="ctr"/>
          <a:lstStyle>
            <a:lvl1pPr marL="0" indent="0" algn="r">
              <a:lnSpc>
                <a:spcPct val="100000"/>
              </a:lnSpc>
              <a:buClr>
                <a:schemeClr val="tx2"/>
              </a:buClr>
              <a:buSzPct val="80000"/>
              <a:buFont typeface="Segoe UI Light" panose="020B0502040204020203" pitchFamily="34" charset="0"/>
              <a:buNone/>
              <a:defRPr sz="2800" b="1" u="none" strike="noStrike" spc="300" baseline="0">
                <a:solidFill>
                  <a:schemeClr val="tx2">
                    <a:lumMod val="20000"/>
                    <a:lumOff val="80000"/>
                  </a:schemeClr>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23" name="Marcador de texto 2">
            <a:extLst>
              <a:ext uri="{FF2B5EF4-FFF2-40B4-BE49-F238E27FC236}">
                <a16:creationId xmlns:a16="http://schemas.microsoft.com/office/drawing/2014/main" id="{B437D2C6-0DB8-493C-9930-CC56CBC8F647}"/>
              </a:ext>
            </a:extLst>
          </p:cNvPr>
          <p:cNvSpPr>
            <a:spLocks noGrp="1"/>
          </p:cNvSpPr>
          <p:nvPr>
            <p:ph type="body" sz="quarter" idx="27" hasCustomPrompt="1"/>
          </p:nvPr>
        </p:nvSpPr>
        <p:spPr>
          <a:xfrm>
            <a:off x="2566146" y="2925096"/>
            <a:ext cx="2153782" cy="365808"/>
          </a:xfrm>
          <a:prstGeom prst="rect">
            <a:avLst/>
          </a:prstGeom>
        </p:spPr>
        <p:txBody>
          <a:bodyPr lIns="0"/>
          <a:lstStyle>
            <a:lvl1pPr marL="0" indent="0" algn="l">
              <a:lnSpc>
                <a:spcPts val="2400"/>
              </a:lnSpc>
              <a:buNone/>
              <a:defRPr lang="es-CL" sz="1600" b="1" strike="noStrike" kern="1200" cap="all" baseline="0" dirty="0">
                <a:solidFill>
                  <a:schemeClr val="tx1"/>
                </a:solidFill>
                <a:effectLst/>
                <a:highlight>
                  <a:srgbClr val="C0C0C0"/>
                </a:highlight>
                <a:latin typeface="Bitter" panose="02000000000000000000" pitchFamily="2" charset="0"/>
                <a:ea typeface="Bitter" panose="02000000000000000000" pitchFamily="2" charset="0"/>
                <a:cs typeface="Times New Roman" panose="02020603050405020304" pitchFamily="18"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Tema 2</a:t>
            </a:r>
            <a:endParaRPr lang="es-CL" dirty="0"/>
          </a:p>
        </p:txBody>
      </p:sp>
      <p:sp>
        <p:nvSpPr>
          <p:cNvPr id="25" name="Marcador de texto 2">
            <a:extLst>
              <a:ext uri="{FF2B5EF4-FFF2-40B4-BE49-F238E27FC236}">
                <a16:creationId xmlns:a16="http://schemas.microsoft.com/office/drawing/2014/main" id="{3013F99B-4B6A-4E1B-9051-B1585230C35C}"/>
              </a:ext>
            </a:extLst>
          </p:cNvPr>
          <p:cNvSpPr>
            <a:spLocks noGrp="1"/>
          </p:cNvSpPr>
          <p:nvPr>
            <p:ph type="body" sz="quarter" idx="28" hasCustomPrompt="1"/>
          </p:nvPr>
        </p:nvSpPr>
        <p:spPr>
          <a:xfrm>
            <a:off x="2566145" y="3297040"/>
            <a:ext cx="7608383" cy="1168091"/>
          </a:xfrm>
          <a:prstGeom prst="rect">
            <a:avLst/>
          </a:prstGeom>
        </p:spPr>
        <p:txBody>
          <a:bodyPr lIns="0"/>
          <a:lstStyle>
            <a:lvl1pPr marL="0" indent="0" algn="just">
              <a:lnSpc>
                <a:spcPts val="2000"/>
              </a:lnSpc>
              <a:buClr>
                <a:schemeClr val="accent1"/>
              </a:buClr>
              <a:buSzPct val="150000"/>
              <a:buFont typeface="Cambria" panose="02040503050406030204" pitchFamily="18" charset="0"/>
              <a:buNone/>
              <a:defRPr sz="1400">
                <a:solidFill>
                  <a:schemeClr val="tx2"/>
                </a:solidFill>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a:t>
            </a:r>
            <a:r>
              <a:rPr lang="es-ES" dirty="0" err="1"/>
              <a:t>potenti</a:t>
            </a:r>
            <a:endParaRPr lang="es-ES" dirty="0"/>
          </a:p>
        </p:txBody>
      </p:sp>
      <p:sp>
        <p:nvSpPr>
          <p:cNvPr id="30" name="Marcador de texto 2">
            <a:extLst>
              <a:ext uri="{FF2B5EF4-FFF2-40B4-BE49-F238E27FC236}">
                <a16:creationId xmlns:a16="http://schemas.microsoft.com/office/drawing/2014/main" id="{B1D0621B-7B03-41A3-8F14-262F29903DC9}"/>
              </a:ext>
            </a:extLst>
          </p:cNvPr>
          <p:cNvSpPr>
            <a:spLocks noGrp="1"/>
          </p:cNvSpPr>
          <p:nvPr>
            <p:ph type="body" sz="quarter" idx="29" hasCustomPrompt="1"/>
          </p:nvPr>
        </p:nvSpPr>
        <p:spPr>
          <a:xfrm>
            <a:off x="1640377" y="2924400"/>
            <a:ext cx="922131" cy="367200"/>
          </a:xfrm>
          <a:prstGeom prst="rect">
            <a:avLst/>
          </a:prstGeom>
        </p:spPr>
        <p:txBody>
          <a:bodyPr tIns="0" rIns="0" bIns="0" anchor="ctr"/>
          <a:lstStyle>
            <a:lvl1pPr marL="0" indent="0" algn="r">
              <a:lnSpc>
                <a:spcPct val="100000"/>
              </a:lnSpc>
              <a:buClr>
                <a:schemeClr val="tx2"/>
              </a:buClr>
              <a:buSzPct val="80000"/>
              <a:buFont typeface="Segoe UI Light" panose="020B0502040204020203" pitchFamily="34" charset="0"/>
              <a:buNone/>
              <a:defRPr sz="2800" b="1" u="none" strike="noStrike" spc="300" baseline="0">
                <a:solidFill>
                  <a:schemeClr val="tx2">
                    <a:lumMod val="20000"/>
                    <a:lumOff val="80000"/>
                  </a:schemeClr>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02</a:t>
            </a:r>
            <a:endParaRPr lang="es-CL" dirty="0"/>
          </a:p>
        </p:txBody>
      </p:sp>
      <p:sp>
        <p:nvSpPr>
          <p:cNvPr id="31" name="Marcador de texto 2">
            <a:extLst>
              <a:ext uri="{FF2B5EF4-FFF2-40B4-BE49-F238E27FC236}">
                <a16:creationId xmlns:a16="http://schemas.microsoft.com/office/drawing/2014/main" id="{709FBE3F-858F-43A3-A1BE-E6D72F244FF8}"/>
              </a:ext>
            </a:extLst>
          </p:cNvPr>
          <p:cNvSpPr>
            <a:spLocks noGrp="1"/>
          </p:cNvSpPr>
          <p:nvPr>
            <p:ph type="body" sz="quarter" idx="30" hasCustomPrompt="1"/>
          </p:nvPr>
        </p:nvSpPr>
        <p:spPr>
          <a:xfrm>
            <a:off x="2566146" y="4776198"/>
            <a:ext cx="2153782" cy="365808"/>
          </a:xfrm>
          <a:prstGeom prst="rect">
            <a:avLst/>
          </a:prstGeom>
        </p:spPr>
        <p:txBody>
          <a:bodyPr lIns="0"/>
          <a:lstStyle>
            <a:lvl1pPr marL="0" indent="0" algn="l">
              <a:lnSpc>
                <a:spcPts val="2400"/>
              </a:lnSpc>
              <a:buNone/>
              <a:defRPr lang="es-CL" sz="1600" b="1" strike="noStrike" kern="1200" cap="all" baseline="0" dirty="0">
                <a:solidFill>
                  <a:schemeClr val="tx1"/>
                </a:solidFill>
                <a:effectLst/>
                <a:highlight>
                  <a:srgbClr val="C0C0C0"/>
                </a:highlight>
                <a:latin typeface="Bitter" panose="02000000000000000000" pitchFamily="2" charset="0"/>
                <a:ea typeface="Bitter" panose="02000000000000000000" pitchFamily="2" charset="0"/>
                <a:cs typeface="Times New Roman" panose="02020603050405020304" pitchFamily="18"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Tema 3</a:t>
            </a:r>
            <a:endParaRPr lang="es-CL" dirty="0"/>
          </a:p>
        </p:txBody>
      </p:sp>
      <p:sp>
        <p:nvSpPr>
          <p:cNvPr id="32" name="Marcador de texto 2">
            <a:extLst>
              <a:ext uri="{FF2B5EF4-FFF2-40B4-BE49-F238E27FC236}">
                <a16:creationId xmlns:a16="http://schemas.microsoft.com/office/drawing/2014/main" id="{B4E97635-6CC1-476E-904B-66E892EB10B4}"/>
              </a:ext>
            </a:extLst>
          </p:cNvPr>
          <p:cNvSpPr>
            <a:spLocks noGrp="1"/>
          </p:cNvSpPr>
          <p:nvPr>
            <p:ph type="body" sz="quarter" idx="31" hasCustomPrompt="1"/>
          </p:nvPr>
        </p:nvSpPr>
        <p:spPr>
          <a:xfrm>
            <a:off x="2566145" y="5148142"/>
            <a:ext cx="7608383" cy="1168091"/>
          </a:xfrm>
          <a:prstGeom prst="rect">
            <a:avLst/>
          </a:prstGeom>
        </p:spPr>
        <p:txBody>
          <a:bodyPr lIns="0"/>
          <a:lstStyle>
            <a:lvl1pPr marL="0" indent="0" algn="just">
              <a:lnSpc>
                <a:spcPts val="2000"/>
              </a:lnSpc>
              <a:buClr>
                <a:schemeClr val="accent1"/>
              </a:buClr>
              <a:buSzPct val="150000"/>
              <a:buFont typeface="Cambria" panose="02040503050406030204" pitchFamily="18" charset="0"/>
              <a:buNone/>
              <a:defRPr sz="1400">
                <a:solidFill>
                  <a:schemeClr val="tx2"/>
                </a:solidFill>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a:t>
            </a:r>
            <a:r>
              <a:rPr lang="es-ES" dirty="0" err="1"/>
              <a:t>potenti</a:t>
            </a:r>
            <a:endParaRPr lang="es-ES" dirty="0"/>
          </a:p>
        </p:txBody>
      </p:sp>
      <p:sp>
        <p:nvSpPr>
          <p:cNvPr id="33" name="Marcador de texto 2">
            <a:extLst>
              <a:ext uri="{FF2B5EF4-FFF2-40B4-BE49-F238E27FC236}">
                <a16:creationId xmlns:a16="http://schemas.microsoft.com/office/drawing/2014/main" id="{B76645D5-B6F6-4FC8-89F9-B0AFC3FC3F22}"/>
              </a:ext>
            </a:extLst>
          </p:cNvPr>
          <p:cNvSpPr>
            <a:spLocks noGrp="1"/>
          </p:cNvSpPr>
          <p:nvPr>
            <p:ph type="body" sz="quarter" idx="32" hasCustomPrompt="1"/>
          </p:nvPr>
        </p:nvSpPr>
        <p:spPr>
          <a:xfrm>
            <a:off x="1640377" y="4775502"/>
            <a:ext cx="922131" cy="367200"/>
          </a:xfrm>
          <a:prstGeom prst="rect">
            <a:avLst/>
          </a:prstGeom>
        </p:spPr>
        <p:txBody>
          <a:bodyPr tIns="0" rIns="0" bIns="0" anchor="ctr"/>
          <a:lstStyle>
            <a:lvl1pPr marL="0" indent="0" algn="r">
              <a:lnSpc>
                <a:spcPct val="100000"/>
              </a:lnSpc>
              <a:buClr>
                <a:schemeClr val="tx2"/>
              </a:buClr>
              <a:buSzPct val="80000"/>
              <a:buFont typeface="Segoe UI Light" panose="020B0502040204020203" pitchFamily="34" charset="0"/>
              <a:buNone/>
              <a:defRPr sz="2800" b="1" u="none" strike="noStrike" spc="300" baseline="0">
                <a:solidFill>
                  <a:schemeClr val="tx2">
                    <a:lumMod val="20000"/>
                    <a:lumOff val="80000"/>
                  </a:schemeClr>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03</a:t>
            </a:r>
            <a:endParaRPr lang="es-CL" dirty="0"/>
          </a:p>
        </p:txBody>
      </p:sp>
    </p:spTree>
    <p:extLst>
      <p:ext uri="{BB962C8B-B14F-4D97-AF65-F5344CB8AC3E}">
        <p14:creationId xmlns:p14="http://schemas.microsoft.com/office/powerpoint/2010/main" val="3447487949"/>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09_ Iconos y texto">
    <p:spTree>
      <p:nvGrpSpPr>
        <p:cNvPr id="1" name=""/>
        <p:cNvGrpSpPr/>
        <p:nvPr/>
      </p:nvGrpSpPr>
      <p:grpSpPr>
        <a:xfrm>
          <a:off x="0" y="0"/>
          <a:ext cx="0" cy="0"/>
          <a:chOff x="0" y="0"/>
          <a:chExt cx="0" cy="0"/>
        </a:xfrm>
      </p:grpSpPr>
      <p:sp>
        <p:nvSpPr>
          <p:cNvPr id="10" name="Marcador de posición de imagen 4">
            <a:extLst>
              <a:ext uri="{FF2B5EF4-FFF2-40B4-BE49-F238E27FC236}">
                <a16:creationId xmlns:a16="http://schemas.microsoft.com/office/drawing/2014/main" id="{3421AE41-2E31-4FD2-A4CE-F9A4AC11EC0E}"/>
              </a:ext>
            </a:extLst>
          </p:cNvPr>
          <p:cNvSpPr>
            <a:spLocks noGrp="1"/>
          </p:cNvSpPr>
          <p:nvPr>
            <p:ph type="pic" sz="quarter" idx="12" hasCustomPrompt="1"/>
          </p:nvPr>
        </p:nvSpPr>
        <p:spPr>
          <a:xfrm>
            <a:off x="1020610" y="1076553"/>
            <a:ext cx="973690" cy="974559"/>
          </a:xfrm>
          <a:prstGeom prst="ellipse">
            <a:avLst/>
          </a:prstGeom>
          <a:ln w="15875" cap="rnd">
            <a:noFill/>
            <a:prstDash val="sysDot"/>
          </a:ln>
        </p:spPr>
        <p:txBody>
          <a:bodyPr anchor="ctr"/>
          <a:lstStyle>
            <a:lvl1pPr marL="0" indent="0" algn="ctr">
              <a:buNone/>
              <a:defRPr sz="1100" b="0">
                <a:solidFill>
                  <a:schemeClr val="tx2"/>
                </a:solidFill>
              </a:defRPr>
            </a:lvl1pPr>
          </a:lstStyle>
          <a:p>
            <a:r>
              <a:rPr lang="es-CL" dirty="0"/>
              <a:t>Espacio para icono o imagen</a:t>
            </a:r>
          </a:p>
        </p:txBody>
      </p:sp>
      <p:sp>
        <p:nvSpPr>
          <p:cNvPr id="11" name="Marcador de texto 2">
            <a:extLst>
              <a:ext uri="{FF2B5EF4-FFF2-40B4-BE49-F238E27FC236}">
                <a16:creationId xmlns:a16="http://schemas.microsoft.com/office/drawing/2014/main" id="{0AED89BE-4190-4F17-8C99-777CEA3BDF0E}"/>
              </a:ext>
            </a:extLst>
          </p:cNvPr>
          <p:cNvSpPr>
            <a:spLocks noGrp="1"/>
          </p:cNvSpPr>
          <p:nvPr>
            <p:ph type="body" sz="quarter" idx="14" hasCustomPrompt="1"/>
          </p:nvPr>
        </p:nvSpPr>
        <p:spPr>
          <a:xfrm>
            <a:off x="2146884" y="1094561"/>
            <a:ext cx="2153782" cy="365808"/>
          </a:xfrm>
          <a:prstGeom prst="rect">
            <a:avLst/>
          </a:prstGeom>
        </p:spPr>
        <p:txBody>
          <a:bodyPr/>
          <a:lstStyle>
            <a:lvl1pPr marL="0" indent="0" algn="l">
              <a:lnSpc>
                <a:spcPts val="2400"/>
              </a:lnSpc>
              <a:buNone/>
              <a:defRPr lang="es-CL" sz="1600" b="1" strike="noStrike" kern="1200" cap="all" baseline="0" dirty="0">
                <a:solidFill>
                  <a:schemeClr val="tx1"/>
                </a:solidFill>
                <a:effectLst/>
                <a:highlight>
                  <a:srgbClr val="C0C0C0"/>
                </a:highlight>
                <a:latin typeface="Bitter" panose="02000000000000000000" pitchFamily="2" charset="0"/>
                <a:ea typeface="Bitter" panose="02000000000000000000" pitchFamily="2" charset="0"/>
                <a:cs typeface="Times New Roman" panose="02020603050405020304" pitchFamily="18"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Tema 1</a:t>
            </a:r>
            <a:endParaRPr lang="es-CL" dirty="0"/>
          </a:p>
        </p:txBody>
      </p:sp>
      <p:sp>
        <p:nvSpPr>
          <p:cNvPr id="21" name="Marcador de texto 2">
            <a:extLst>
              <a:ext uri="{FF2B5EF4-FFF2-40B4-BE49-F238E27FC236}">
                <a16:creationId xmlns:a16="http://schemas.microsoft.com/office/drawing/2014/main" id="{6FF11B25-7BA0-4353-8263-010230C6B06D}"/>
              </a:ext>
            </a:extLst>
          </p:cNvPr>
          <p:cNvSpPr>
            <a:spLocks noGrp="1"/>
          </p:cNvSpPr>
          <p:nvPr>
            <p:ph type="body" sz="quarter" idx="21" hasCustomPrompt="1"/>
          </p:nvPr>
        </p:nvSpPr>
        <p:spPr>
          <a:xfrm>
            <a:off x="2146883" y="1477831"/>
            <a:ext cx="7608383" cy="1168091"/>
          </a:xfrm>
          <a:prstGeom prst="rect">
            <a:avLst/>
          </a:prstGeom>
        </p:spPr>
        <p:txBody>
          <a:bodyPr/>
          <a:lstStyle>
            <a:lvl1pPr marL="0" indent="0" algn="just">
              <a:lnSpc>
                <a:spcPts val="2000"/>
              </a:lnSpc>
              <a:buClr>
                <a:schemeClr val="accent1"/>
              </a:buClr>
              <a:buSzPct val="150000"/>
              <a:buFont typeface="Cambria" panose="02040503050406030204" pitchFamily="18" charset="0"/>
              <a:buNone/>
              <a:defRPr sz="1400">
                <a:solidFill>
                  <a:schemeClr val="tx2"/>
                </a:solidFill>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a:t>
            </a:r>
            <a:r>
              <a:rPr lang="es-ES" dirty="0" err="1"/>
              <a:t>potenti</a:t>
            </a:r>
            <a:endParaRPr lang="es-ES" dirty="0"/>
          </a:p>
        </p:txBody>
      </p:sp>
      <p:sp>
        <p:nvSpPr>
          <p:cNvPr id="13" name="Marcador de texto 2">
            <a:extLst>
              <a:ext uri="{FF2B5EF4-FFF2-40B4-BE49-F238E27FC236}">
                <a16:creationId xmlns:a16="http://schemas.microsoft.com/office/drawing/2014/main" id="{E14B7ABE-AD5D-44A6-8B2A-46C0E81EF14F}"/>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4" name="Marcador de texto 2">
            <a:extLst>
              <a:ext uri="{FF2B5EF4-FFF2-40B4-BE49-F238E27FC236}">
                <a16:creationId xmlns:a16="http://schemas.microsoft.com/office/drawing/2014/main" id="{F3454048-41F3-4E12-8DD2-B779CE0E572C}"/>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15" name="Conector recto 14">
            <a:extLst>
              <a:ext uri="{FF2B5EF4-FFF2-40B4-BE49-F238E27FC236}">
                <a16:creationId xmlns:a16="http://schemas.microsoft.com/office/drawing/2014/main" id="{D202BE0F-EDF0-40FA-B93F-335B05F5ADCF}"/>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20" name="Marcador de posición de imagen 4">
            <a:extLst>
              <a:ext uri="{FF2B5EF4-FFF2-40B4-BE49-F238E27FC236}">
                <a16:creationId xmlns:a16="http://schemas.microsoft.com/office/drawing/2014/main" id="{A53B2E55-10A3-4EB8-9D79-99F65244160E}"/>
              </a:ext>
            </a:extLst>
          </p:cNvPr>
          <p:cNvSpPr>
            <a:spLocks noGrp="1"/>
          </p:cNvSpPr>
          <p:nvPr>
            <p:ph type="pic" sz="quarter" idx="27" hasCustomPrompt="1"/>
          </p:nvPr>
        </p:nvSpPr>
        <p:spPr>
          <a:xfrm>
            <a:off x="1020610" y="2924097"/>
            <a:ext cx="973690" cy="974559"/>
          </a:xfrm>
          <a:prstGeom prst="ellipse">
            <a:avLst/>
          </a:prstGeom>
          <a:ln w="15875" cap="rnd">
            <a:noFill/>
            <a:prstDash val="sysDot"/>
          </a:ln>
        </p:spPr>
        <p:txBody>
          <a:bodyPr anchor="ctr"/>
          <a:lstStyle>
            <a:lvl1pPr marL="0" indent="0" algn="ctr">
              <a:buNone/>
              <a:defRPr sz="1100" b="0">
                <a:solidFill>
                  <a:schemeClr val="tx2"/>
                </a:solidFill>
              </a:defRPr>
            </a:lvl1pPr>
          </a:lstStyle>
          <a:p>
            <a:r>
              <a:rPr lang="es-CL" dirty="0"/>
              <a:t>Espacio para icono o imagen</a:t>
            </a:r>
          </a:p>
        </p:txBody>
      </p:sp>
      <p:sp>
        <p:nvSpPr>
          <p:cNvPr id="22" name="Marcador de texto 2">
            <a:extLst>
              <a:ext uri="{FF2B5EF4-FFF2-40B4-BE49-F238E27FC236}">
                <a16:creationId xmlns:a16="http://schemas.microsoft.com/office/drawing/2014/main" id="{41AC8940-6770-43AA-8F24-83D7957AD859}"/>
              </a:ext>
            </a:extLst>
          </p:cNvPr>
          <p:cNvSpPr>
            <a:spLocks noGrp="1"/>
          </p:cNvSpPr>
          <p:nvPr>
            <p:ph type="body" sz="quarter" idx="28" hasCustomPrompt="1"/>
          </p:nvPr>
        </p:nvSpPr>
        <p:spPr>
          <a:xfrm>
            <a:off x="2146884" y="2922649"/>
            <a:ext cx="2153782" cy="365808"/>
          </a:xfrm>
          <a:prstGeom prst="rect">
            <a:avLst/>
          </a:prstGeom>
        </p:spPr>
        <p:txBody>
          <a:bodyPr/>
          <a:lstStyle>
            <a:lvl1pPr marL="0" indent="0" algn="l">
              <a:lnSpc>
                <a:spcPts val="2400"/>
              </a:lnSpc>
              <a:buNone/>
              <a:defRPr lang="es-CL" sz="1600" b="1" strike="noStrike" kern="1200" cap="all" baseline="0" dirty="0">
                <a:solidFill>
                  <a:schemeClr val="tx1"/>
                </a:solidFill>
                <a:effectLst/>
                <a:highlight>
                  <a:srgbClr val="C0C0C0"/>
                </a:highlight>
                <a:latin typeface="Bitter" panose="02000000000000000000" pitchFamily="2" charset="0"/>
                <a:ea typeface="Bitter" panose="02000000000000000000" pitchFamily="2" charset="0"/>
                <a:cs typeface="Times New Roman" panose="02020603050405020304" pitchFamily="18"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Tema 2</a:t>
            </a:r>
            <a:endParaRPr lang="es-CL" dirty="0"/>
          </a:p>
        </p:txBody>
      </p:sp>
      <p:sp>
        <p:nvSpPr>
          <p:cNvPr id="24" name="Marcador de texto 2">
            <a:extLst>
              <a:ext uri="{FF2B5EF4-FFF2-40B4-BE49-F238E27FC236}">
                <a16:creationId xmlns:a16="http://schemas.microsoft.com/office/drawing/2014/main" id="{0ADC3A77-93C8-4C56-BDBE-546FE5A5F6A5}"/>
              </a:ext>
            </a:extLst>
          </p:cNvPr>
          <p:cNvSpPr>
            <a:spLocks noGrp="1"/>
          </p:cNvSpPr>
          <p:nvPr>
            <p:ph type="body" sz="quarter" idx="29" hasCustomPrompt="1"/>
          </p:nvPr>
        </p:nvSpPr>
        <p:spPr>
          <a:xfrm>
            <a:off x="2146883" y="3305919"/>
            <a:ext cx="7608383" cy="1168091"/>
          </a:xfrm>
          <a:prstGeom prst="rect">
            <a:avLst/>
          </a:prstGeom>
        </p:spPr>
        <p:txBody>
          <a:bodyPr/>
          <a:lstStyle>
            <a:lvl1pPr marL="0" indent="0" algn="just">
              <a:lnSpc>
                <a:spcPts val="2000"/>
              </a:lnSpc>
              <a:buClr>
                <a:schemeClr val="accent1"/>
              </a:buClr>
              <a:buSzPct val="150000"/>
              <a:buFont typeface="Cambria" panose="02040503050406030204" pitchFamily="18" charset="0"/>
              <a:buNone/>
              <a:defRPr sz="1400">
                <a:solidFill>
                  <a:schemeClr val="tx2"/>
                </a:solidFill>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a:t>
            </a:r>
            <a:r>
              <a:rPr lang="es-ES" dirty="0" err="1"/>
              <a:t>potenti</a:t>
            </a:r>
            <a:endParaRPr lang="es-ES" dirty="0"/>
          </a:p>
        </p:txBody>
      </p:sp>
      <p:sp>
        <p:nvSpPr>
          <p:cNvPr id="26" name="Marcador de posición de imagen 4">
            <a:extLst>
              <a:ext uri="{FF2B5EF4-FFF2-40B4-BE49-F238E27FC236}">
                <a16:creationId xmlns:a16="http://schemas.microsoft.com/office/drawing/2014/main" id="{180D7933-E305-48EE-A94D-42C280C253FE}"/>
              </a:ext>
            </a:extLst>
          </p:cNvPr>
          <p:cNvSpPr>
            <a:spLocks noGrp="1"/>
          </p:cNvSpPr>
          <p:nvPr>
            <p:ph type="pic" sz="quarter" idx="30" hasCustomPrompt="1"/>
          </p:nvPr>
        </p:nvSpPr>
        <p:spPr>
          <a:xfrm>
            <a:off x="1020610" y="4752423"/>
            <a:ext cx="973690" cy="974559"/>
          </a:xfrm>
          <a:prstGeom prst="ellipse">
            <a:avLst/>
          </a:prstGeom>
          <a:ln w="15875" cap="rnd">
            <a:noFill/>
            <a:prstDash val="sysDot"/>
          </a:ln>
        </p:spPr>
        <p:txBody>
          <a:bodyPr anchor="ctr"/>
          <a:lstStyle>
            <a:lvl1pPr marL="0" indent="0" algn="ctr">
              <a:buNone/>
              <a:defRPr sz="1100" b="0">
                <a:solidFill>
                  <a:schemeClr val="tx2"/>
                </a:solidFill>
              </a:defRPr>
            </a:lvl1pPr>
          </a:lstStyle>
          <a:p>
            <a:r>
              <a:rPr lang="es-CL" dirty="0"/>
              <a:t>Espacio para icono o imagen</a:t>
            </a:r>
          </a:p>
        </p:txBody>
      </p:sp>
      <p:sp>
        <p:nvSpPr>
          <p:cNvPr id="27" name="Marcador de texto 2">
            <a:extLst>
              <a:ext uri="{FF2B5EF4-FFF2-40B4-BE49-F238E27FC236}">
                <a16:creationId xmlns:a16="http://schemas.microsoft.com/office/drawing/2014/main" id="{AFC07F10-867E-49C8-A631-B9681F783AC8}"/>
              </a:ext>
            </a:extLst>
          </p:cNvPr>
          <p:cNvSpPr>
            <a:spLocks noGrp="1"/>
          </p:cNvSpPr>
          <p:nvPr>
            <p:ph type="body" sz="quarter" idx="31" hasCustomPrompt="1"/>
          </p:nvPr>
        </p:nvSpPr>
        <p:spPr>
          <a:xfrm>
            <a:off x="2146884" y="4770430"/>
            <a:ext cx="2153782" cy="365808"/>
          </a:xfrm>
          <a:prstGeom prst="rect">
            <a:avLst/>
          </a:prstGeom>
        </p:spPr>
        <p:txBody>
          <a:bodyPr/>
          <a:lstStyle>
            <a:lvl1pPr marL="0" indent="0" algn="l">
              <a:lnSpc>
                <a:spcPts val="2400"/>
              </a:lnSpc>
              <a:buNone/>
              <a:defRPr lang="es-CL" sz="1600" b="1" strike="noStrike" kern="1200" cap="all" baseline="0" dirty="0">
                <a:solidFill>
                  <a:schemeClr val="tx1"/>
                </a:solidFill>
                <a:effectLst/>
                <a:highlight>
                  <a:srgbClr val="C0C0C0"/>
                </a:highlight>
                <a:latin typeface="Bitter" panose="02000000000000000000" pitchFamily="2" charset="0"/>
                <a:ea typeface="Bitter" panose="02000000000000000000" pitchFamily="2" charset="0"/>
                <a:cs typeface="Times New Roman" panose="02020603050405020304" pitchFamily="18"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Tema 3</a:t>
            </a:r>
            <a:endParaRPr lang="es-CL" dirty="0"/>
          </a:p>
        </p:txBody>
      </p:sp>
      <p:sp>
        <p:nvSpPr>
          <p:cNvPr id="28" name="Marcador de texto 2">
            <a:extLst>
              <a:ext uri="{FF2B5EF4-FFF2-40B4-BE49-F238E27FC236}">
                <a16:creationId xmlns:a16="http://schemas.microsoft.com/office/drawing/2014/main" id="{C2C66C14-3394-4278-B0C2-99D4367B3198}"/>
              </a:ext>
            </a:extLst>
          </p:cNvPr>
          <p:cNvSpPr>
            <a:spLocks noGrp="1"/>
          </p:cNvSpPr>
          <p:nvPr>
            <p:ph type="body" sz="quarter" idx="32" hasCustomPrompt="1"/>
          </p:nvPr>
        </p:nvSpPr>
        <p:spPr>
          <a:xfrm>
            <a:off x="2146883" y="5153700"/>
            <a:ext cx="7608383" cy="1168091"/>
          </a:xfrm>
          <a:prstGeom prst="rect">
            <a:avLst/>
          </a:prstGeom>
        </p:spPr>
        <p:txBody>
          <a:bodyPr/>
          <a:lstStyle>
            <a:lvl1pPr marL="0" indent="0" algn="just">
              <a:lnSpc>
                <a:spcPts val="2000"/>
              </a:lnSpc>
              <a:buClr>
                <a:schemeClr val="accent1"/>
              </a:buClr>
              <a:buSzPct val="150000"/>
              <a:buFont typeface="Cambria" panose="02040503050406030204" pitchFamily="18" charset="0"/>
              <a:buNone/>
              <a:defRPr sz="1400">
                <a:solidFill>
                  <a:schemeClr val="tx2"/>
                </a:solidFill>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a:t>
            </a:r>
            <a:r>
              <a:rPr lang="es-ES" dirty="0" err="1"/>
              <a:t>potenti</a:t>
            </a:r>
            <a:endParaRPr lang="es-ES" dirty="0"/>
          </a:p>
        </p:txBody>
      </p:sp>
      <p:sp>
        <p:nvSpPr>
          <p:cNvPr id="29" name="Marcador de número de diapositiva 70">
            <a:extLst>
              <a:ext uri="{FF2B5EF4-FFF2-40B4-BE49-F238E27FC236}">
                <a16:creationId xmlns:a16="http://schemas.microsoft.com/office/drawing/2014/main" id="{BB373FE5-8D47-449E-BAFC-736B200BE46A}"/>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‹Nº›</a:t>
            </a:fld>
            <a:endParaRPr lang="es-CL"/>
          </a:p>
        </p:txBody>
      </p:sp>
    </p:spTree>
    <p:extLst>
      <p:ext uri="{BB962C8B-B14F-4D97-AF65-F5344CB8AC3E}">
        <p14:creationId xmlns:p14="http://schemas.microsoft.com/office/powerpoint/2010/main" val="3029633083"/>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 Iconos y texto">
    <p:spTree>
      <p:nvGrpSpPr>
        <p:cNvPr id="1" name=""/>
        <p:cNvGrpSpPr/>
        <p:nvPr/>
      </p:nvGrpSpPr>
      <p:grpSpPr>
        <a:xfrm>
          <a:off x="0" y="0"/>
          <a:ext cx="0" cy="0"/>
          <a:chOff x="0" y="0"/>
          <a:chExt cx="0" cy="0"/>
        </a:xfrm>
      </p:grpSpPr>
      <p:sp>
        <p:nvSpPr>
          <p:cNvPr id="10" name="Marcador de posición de imagen 4">
            <a:extLst>
              <a:ext uri="{FF2B5EF4-FFF2-40B4-BE49-F238E27FC236}">
                <a16:creationId xmlns:a16="http://schemas.microsoft.com/office/drawing/2014/main" id="{3421AE41-2E31-4FD2-A4CE-F9A4AC11EC0E}"/>
              </a:ext>
            </a:extLst>
          </p:cNvPr>
          <p:cNvSpPr>
            <a:spLocks noGrp="1"/>
          </p:cNvSpPr>
          <p:nvPr>
            <p:ph type="pic" sz="quarter" idx="12" hasCustomPrompt="1"/>
          </p:nvPr>
        </p:nvSpPr>
        <p:spPr>
          <a:xfrm>
            <a:off x="1847850" y="1087705"/>
            <a:ext cx="973690" cy="974559"/>
          </a:xfrm>
          <a:prstGeom prst="ellipse">
            <a:avLst/>
          </a:prstGeom>
          <a:ln w="15875" cap="rnd">
            <a:noFill/>
            <a:prstDash val="sysDot"/>
          </a:ln>
        </p:spPr>
        <p:txBody>
          <a:bodyPr anchor="ctr"/>
          <a:lstStyle>
            <a:lvl1pPr marL="0" indent="0" algn="ctr">
              <a:buNone/>
              <a:defRPr sz="1100" b="0">
                <a:solidFill>
                  <a:schemeClr val="tx2"/>
                </a:solidFill>
              </a:defRPr>
            </a:lvl1pPr>
          </a:lstStyle>
          <a:p>
            <a:r>
              <a:rPr lang="es-CL" dirty="0"/>
              <a:t>Espacio para icono o imagen</a:t>
            </a:r>
          </a:p>
        </p:txBody>
      </p:sp>
      <p:sp>
        <p:nvSpPr>
          <p:cNvPr id="11" name="Marcador de texto 2">
            <a:extLst>
              <a:ext uri="{FF2B5EF4-FFF2-40B4-BE49-F238E27FC236}">
                <a16:creationId xmlns:a16="http://schemas.microsoft.com/office/drawing/2014/main" id="{0AED89BE-4190-4F17-8C99-777CEA3BDF0E}"/>
              </a:ext>
            </a:extLst>
          </p:cNvPr>
          <p:cNvSpPr>
            <a:spLocks noGrp="1"/>
          </p:cNvSpPr>
          <p:nvPr>
            <p:ph type="body" sz="quarter" idx="14" hasCustomPrompt="1"/>
          </p:nvPr>
        </p:nvSpPr>
        <p:spPr>
          <a:xfrm>
            <a:off x="1847850" y="2042415"/>
            <a:ext cx="2153782" cy="365808"/>
          </a:xfrm>
          <a:prstGeom prst="rect">
            <a:avLst/>
          </a:prstGeom>
        </p:spPr>
        <p:txBody>
          <a:bodyPr/>
          <a:lstStyle>
            <a:lvl1pPr marL="0" indent="0" algn="l">
              <a:lnSpc>
                <a:spcPts val="2400"/>
              </a:lnSpc>
              <a:buNone/>
              <a:defRPr lang="es-CL" sz="1600" b="1" strike="noStrike" kern="1200" cap="all" baseline="0" dirty="0">
                <a:solidFill>
                  <a:schemeClr val="tx1"/>
                </a:solidFill>
                <a:effectLst/>
                <a:highlight>
                  <a:srgbClr val="C0C0C0"/>
                </a:highlight>
                <a:latin typeface="Bitter" panose="02000000000000000000" pitchFamily="2" charset="0"/>
                <a:ea typeface="Bitter" panose="02000000000000000000" pitchFamily="2" charset="0"/>
                <a:cs typeface="Times New Roman" panose="02020603050405020304" pitchFamily="18"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NOMBRE ÍCONO</a:t>
            </a:r>
            <a:endParaRPr lang="es-CL" dirty="0"/>
          </a:p>
        </p:txBody>
      </p:sp>
      <p:sp>
        <p:nvSpPr>
          <p:cNvPr id="17" name="Marcador de posición de imagen 4">
            <a:extLst>
              <a:ext uri="{FF2B5EF4-FFF2-40B4-BE49-F238E27FC236}">
                <a16:creationId xmlns:a16="http://schemas.microsoft.com/office/drawing/2014/main" id="{C3DA7A9B-5C9D-472C-97D8-C713F5B31A60}"/>
              </a:ext>
            </a:extLst>
          </p:cNvPr>
          <p:cNvSpPr>
            <a:spLocks noGrp="1"/>
          </p:cNvSpPr>
          <p:nvPr>
            <p:ph type="pic" sz="quarter" idx="22" hasCustomPrompt="1"/>
          </p:nvPr>
        </p:nvSpPr>
        <p:spPr>
          <a:xfrm>
            <a:off x="6630057" y="1087705"/>
            <a:ext cx="973690" cy="974559"/>
          </a:xfrm>
          <a:prstGeom prst="ellipse">
            <a:avLst/>
          </a:prstGeom>
          <a:ln w="15875" cap="rnd">
            <a:noFill/>
            <a:prstDash val="sysDot"/>
          </a:ln>
        </p:spPr>
        <p:txBody>
          <a:bodyPr anchor="ctr"/>
          <a:lstStyle>
            <a:lvl1pPr marL="0" indent="0" algn="ctr">
              <a:buNone/>
              <a:defRPr sz="1100" b="0">
                <a:solidFill>
                  <a:schemeClr val="tx2"/>
                </a:solidFill>
              </a:defRPr>
            </a:lvl1pPr>
          </a:lstStyle>
          <a:p>
            <a:r>
              <a:rPr lang="es-CL" dirty="0"/>
              <a:t>Espacio para icono o imagen</a:t>
            </a:r>
          </a:p>
        </p:txBody>
      </p:sp>
      <p:sp>
        <p:nvSpPr>
          <p:cNvPr id="23" name="Marcador de texto 2">
            <a:extLst>
              <a:ext uri="{FF2B5EF4-FFF2-40B4-BE49-F238E27FC236}">
                <a16:creationId xmlns:a16="http://schemas.microsoft.com/office/drawing/2014/main" id="{3E904E4B-1F61-4C47-93FC-DA92AEFB1F70}"/>
              </a:ext>
            </a:extLst>
          </p:cNvPr>
          <p:cNvSpPr>
            <a:spLocks noGrp="1"/>
          </p:cNvSpPr>
          <p:nvPr>
            <p:ph type="body" sz="quarter" idx="23" hasCustomPrompt="1"/>
          </p:nvPr>
        </p:nvSpPr>
        <p:spPr>
          <a:xfrm>
            <a:off x="6630057" y="2042415"/>
            <a:ext cx="2153782" cy="365808"/>
          </a:xfrm>
          <a:prstGeom prst="rect">
            <a:avLst/>
          </a:prstGeom>
        </p:spPr>
        <p:txBody>
          <a:bodyPr/>
          <a:lstStyle>
            <a:lvl1pPr marL="0" indent="0" algn="l">
              <a:lnSpc>
                <a:spcPts val="2400"/>
              </a:lnSpc>
              <a:buNone/>
              <a:defRPr lang="es-CL" sz="1600" b="1" strike="noStrike" kern="1200" cap="all" baseline="0" dirty="0">
                <a:solidFill>
                  <a:schemeClr val="tx1"/>
                </a:solidFill>
                <a:effectLst/>
                <a:highlight>
                  <a:srgbClr val="C0C0C0"/>
                </a:highlight>
                <a:latin typeface="Bitter" panose="02000000000000000000" pitchFamily="2" charset="0"/>
                <a:ea typeface="Bitter" panose="02000000000000000000" pitchFamily="2" charset="0"/>
                <a:cs typeface="Times New Roman" panose="02020603050405020304" pitchFamily="18"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NOMBRE ÍCONO</a:t>
            </a:r>
            <a:endParaRPr lang="es-CL" dirty="0"/>
          </a:p>
        </p:txBody>
      </p:sp>
      <p:sp>
        <p:nvSpPr>
          <p:cNvPr id="13" name="Marcador de texto 2">
            <a:extLst>
              <a:ext uri="{FF2B5EF4-FFF2-40B4-BE49-F238E27FC236}">
                <a16:creationId xmlns:a16="http://schemas.microsoft.com/office/drawing/2014/main" id="{E14B7ABE-AD5D-44A6-8B2A-46C0E81EF14F}"/>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4" name="Marcador de texto 2">
            <a:extLst>
              <a:ext uri="{FF2B5EF4-FFF2-40B4-BE49-F238E27FC236}">
                <a16:creationId xmlns:a16="http://schemas.microsoft.com/office/drawing/2014/main" id="{F3454048-41F3-4E12-8DD2-B779CE0E572C}"/>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15" name="Conector recto 14">
            <a:extLst>
              <a:ext uri="{FF2B5EF4-FFF2-40B4-BE49-F238E27FC236}">
                <a16:creationId xmlns:a16="http://schemas.microsoft.com/office/drawing/2014/main" id="{D202BE0F-EDF0-40FA-B93F-335B05F5ADCF}"/>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19" name="Marcador de texto 2">
            <a:extLst>
              <a:ext uri="{FF2B5EF4-FFF2-40B4-BE49-F238E27FC236}">
                <a16:creationId xmlns:a16="http://schemas.microsoft.com/office/drawing/2014/main" id="{FE6F7E4B-2DE7-46CE-BD7C-CA3D85629194}"/>
              </a:ext>
            </a:extLst>
          </p:cNvPr>
          <p:cNvSpPr>
            <a:spLocks noGrp="1"/>
          </p:cNvSpPr>
          <p:nvPr>
            <p:ph type="body" sz="quarter" idx="26" hasCustomPrompt="1"/>
          </p:nvPr>
        </p:nvSpPr>
        <p:spPr>
          <a:xfrm>
            <a:off x="-947059" y="4430107"/>
            <a:ext cx="4200014" cy="2762654"/>
          </a:xfrm>
          <a:prstGeom prst="rect">
            <a:avLst/>
          </a:prstGeom>
        </p:spPr>
        <p:txBody>
          <a:bodyPr anchor="ctr"/>
          <a:lstStyle>
            <a:lvl1pPr marL="0" indent="0" algn="l">
              <a:lnSpc>
                <a:spcPct val="100000"/>
              </a:lnSpc>
              <a:buClr>
                <a:schemeClr val="tx2"/>
              </a:buClr>
              <a:buSzPct val="80000"/>
              <a:buFont typeface="Segoe UI Light" panose="020B0502040204020203" pitchFamily="34" charset="0"/>
              <a:buNone/>
              <a:defRPr sz="24000" b="0" u="none" strike="noStrike" spc="0" baseline="0">
                <a:solidFill>
                  <a:schemeClr val="tx2">
                    <a:lumMod val="20000"/>
                    <a:lumOff val="80000"/>
                    <a:alpha val="50000"/>
                  </a:schemeClr>
                </a:solidFill>
                <a:uFill>
                  <a:solidFill>
                    <a:schemeClr val="accent2"/>
                  </a:solidFill>
                </a:uFill>
                <a:latin typeface="+mj-lt"/>
                <a:cs typeface="Segoe UI Semibold" panose="020B07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20" name="Marcador de número de diapositiva 70">
            <a:extLst>
              <a:ext uri="{FF2B5EF4-FFF2-40B4-BE49-F238E27FC236}">
                <a16:creationId xmlns:a16="http://schemas.microsoft.com/office/drawing/2014/main" id="{51E493BB-BBCE-41DF-AA09-F6E284E2905E}"/>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‹Nº›</a:t>
            </a:fld>
            <a:endParaRPr lang="es-CL"/>
          </a:p>
        </p:txBody>
      </p:sp>
      <p:cxnSp>
        <p:nvCxnSpPr>
          <p:cNvPr id="16" name="Conector recto 15">
            <a:extLst>
              <a:ext uri="{FF2B5EF4-FFF2-40B4-BE49-F238E27FC236}">
                <a16:creationId xmlns:a16="http://schemas.microsoft.com/office/drawing/2014/main" id="{EAEE86EF-5EFF-4749-8135-3D6C0A7A7C6E}"/>
              </a:ext>
            </a:extLst>
          </p:cNvPr>
          <p:cNvCxnSpPr>
            <a:cxnSpLocks/>
          </p:cNvCxnSpPr>
          <p:nvPr userDrawn="1"/>
        </p:nvCxnSpPr>
        <p:spPr>
          <a:xfrm>
            <a:off x="1847850" y="2421271"/>
            <a:ext cx="4248150"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64D38D91-CF3E-44E3-A838-D9B4EF44F467}"/>
              </a:ext>
            </a:extLst>
          </p:cNvPr>
          <p:cNvCxnSpPr>
            <a:cxnSpLocks/>
          </p:cNvCxnSpPr>
          <p:nvPr userDrawn="1"/>
        </p:nvCxnSpPr>
        <p:spPr>
          <a:xfrm>
            <a:off x="6630057" y="2421271"/>
            <a:ext cx="4248150" cy="0"/>
          </a:xfrm>
          <a:prstGeom prst="line">
            <a:avLst/>
          </a:prstGeom>
          <a:ln w="1905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9E6A8206-3F05-4A7E-BA6A-3027AB4AC3C3}"/>
              </a:ext>
            </a:extLst>
          </p:cNvPr>
          <p:cNvCxnSpPr/>
          <p:nvPr userDrawn="1"/>
        </p:nvCxnSpPr>
        <p:spPr>
          <a:xfrm>
            <a:off x="1485397" y="2578847"/>
            <a:ext cx="275303" cy="0"/>
          </a:xfrm>
          <a:prstGeom prst="straightConnector1">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37740217-17BD-419B-B77D-962C9D2A283B}"/>
              </a:ext>
            </a:extLst>
          </p:cNvPr>
          <p:cNvCxnSpPr/>
          <p:nvPr userDrawn="1"/>
        </p:nvCxnSpPr>
        <p:spPr>
          <a:xfrm>
            <a:off x="6276750" y="2578847"/>
            <a:ext cx="275303" cy="0"/>
          </a:xfrm>
          <a:prstGeom prst="straightConnector1">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 name="Marcador de texto 6"/>
          <p:cNvSpPr>
            <a:spLocks noGrp="1"/>
          </p:cNvSpPr>
          <p:nvPr>
            <p:ph type="body" sz="quarter" idx="27" hasCustomPrompt="1"/>
          </p:nvPr>
        </p:nvSpPr>
        <p:spPr>
          <a:xfrm>
            <a:off x="1848735" y="2423967"/>
            <a:ext cx="4260182" cy="914400"/>
          </a:xfrm>
          <a:prstGeom prst="rect">
            <a:avLst/>
          </a:prstGeom>
        </p:spPr>
        <p:txBody>
          <a:bodyPr/>
          <a:lstStyle>
            <a:lvl1pPr marL="0" indent="0" algn="just">
              <a:lnSpc>
                <a:spcPts val="2000"/>
              </a:lnSpc>
              <a:buClr>
                <a:schemeClr val="accent1"/>
              </a:buClr>
              <a:buSzPct val="150000"/>
              <a:buFont typeface="Cambria" panose="02040503050406030204" pitchFamily="18" charset="0"/>
              <a:buNone/>
              <a:defRPr sz="1400">
                <a:solidFill>
                  <a:schemeClr val="tx2"/>
                </a:solidFill>
                <a:latin typeface="+mn-lt"/>
              </a:defRPr>
            </a:lvl1pPr>
            <a:lvl2pPr>
              <a:defRPr sz="1400">
                <a:solidFill>
                  <a:schemeClr val="tx2"/>
                </a:solidFill>
                <a:latin typeface="+mn-lt"/>
              </a:defRPr>
            </a:lvl2pPr>
            <a:lvl3pPr>
              <a:defRPr sz="1400">
                <a:solidFill>
                  <a:schemeClr val="tx2"/>
                </a:solidFill>
                <a:latin typeface="+mn-lt"/>
              </a:defRPr>
            </a:lvl3pPr>
            <a:lvl4pPr>
              <a:defRPr sz="1400">
                <a:solidFill>
                  <a:schemeClr val="tx2"/>
                </a:solidFill>
                <a:latin typeface="+mn-lt"/>
              </a:defRPr>
            </a:lvl4pPr>
            <a:lvl5pPr>
              <a:defRPr sz="1400">
                <a:solidFill>
                  <a:schemeClr val="tx2"/>
                </a:solidFill>
                <a:latin typeface="+mn-lt"/>
              </a:defRPr>
            </a:lvl5pPr>
          </a:lstStyle>
          <a:p>
            <a:pPr marL="0" lvl="0" indent="0" algn="just">
              <a:lnSpc>
                <a:spcPts val="2000"/>
              </a:lnSpc>
              <a:buClr>
                <a:schemeClr val="accent1"/>
              </a:buClr>
              <a:buSzPct val="150000"/>
              <a:buFont typeface="Cambria" panose="02040503050406030204" pitchFamily="18" charset="0"/>
              <a:buNone/>
            </a:pP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a:t>
            </a:r>
            <a:r>
              <a:rPr lang="es-ES" dirty="0" err="1"/>
              <a:t>mauris</a:t>
            </a:r>
            <a:r>
              <a:rPr lang="es-ES" dirty="0"/>
              <a:t> </a:t>
            </a:r>
            <a:r>
              <a:rPr lang="es-ES" dirty="0" err="1"/>
              <a:t>sagittis</a:t>
            </a:r>
            <a:r>
              <a:rPr lang="es-ES" dirty="0"/>
              <a:t> per ut </a:t>
            </a:r>
            <a:r>
              <a:rPr lang="es-ES" dirty="0" err="1"/>
              <a:t>potenti</a:t>
            </a:r>
            <a:r>
              <a:rPr lang="es-ES" dirty="0"/>
              <a:t> </a:t>
            </a:r>
            <a:r>
              <a:rPr lang="es-ES" dirty="0" err="1"/>
              <a:t>tristique</a:t>
            </a:r>
            <a:r>
              <a:rPr lang="es-ES" dirty="0"/>
              <a:t>. </a:t>
            </a:r>
          </a:p>
        </p:txBody>
      </p:sp>
      <p:sp>
        <p:nvSpPr>
          <p:cNvPr id="29" name="Marcador de texto 6"/>
          <p:cNvSpPr>
            <a:spLocks noGrp="1"/>
          </p:cNvSpPr>
          <p:nvPr>
            <p:ph type="body" sz="quarter" idx="28" hasCustomPrompt="1"/>
          </p:nvPr>
        </p:nvSpPr>
        <p:spPr>
          <a:xfrm>
            <a:off x="6629178" y="2431508"/>
            <a:ext cx="4260182" cy="914400"/>
          </a:xfrm>
          <a:prstGeom prst="rect">
            <a:avLst/>
          </a:prstGeom>
        </p:spPr>
        <p:txBody>
          <a:bodyPr/>
          <a:lstStyle>
            <a:lvl1pPr marL="0" indent="0" algn="just">
              <a:lnSpc>
                <a:spcPts val="2000"/>
              </a:lnSpc>
              <a:buClr>
                <a:schemeClr val="accent1"/>
              </a:buClr>
              <a:buSzPct val="150000"/>
              <a:buFont typeface="Cambria" panose="02040503050406030204" pitchFamily="18" charset="0"/>
              <a:buNone/>
              <a:defRPr sz="1400">
                <a:solidFill>
                  <a:schemeClr val="tx2"/>
                </a:solidFill>
                <a:latin typeface="+mn-lt"/>
              </a:defRPr>
            </a:lvl1pPr>
            <a:lvl2pPr>
              <a:defRPr sz="1400">
                <a:solidFill>
                  <a:schemeClr val="tx2"/>
                </a:solidFill>
                <a:latin typeface="+mn-lt"/>
              </a:defRPr>
            </a:lvl2pPr>
            <a:lvl3pPr>
              <a:defRPr sz="1400">
                <a:solidFill>
                  <a:schemeClr val="tx2"/>
                </a:solidFill>
                <a:latin typeface="+mn-lt"/>
              </a:defRPr>
            </a:lvl3pPr>
            <a:lvl4pPr>
              <a:defRPr sz="1400">
                <a:solidFill>
                  <a:schemeClr val="tx2"/>
                </a:solidFill>
                <a:latin typeface="+mn-lt"/>
              </a:defRPr>
            </a:lvl4pPr>
            <a:lvl5pPr>
              <a:defRPr sz="1400">
                <a:solidFill>
                  <a:schemeClr val="tx2"/>
                </a:solidFill>
                <a:latin typeface="+mn-lt"/>
              </a:defRPr>
            </a:lvl5pPr>
          </a:lstStyle>
          <a:p>
            <a:pPr marL="0" lvl="0" indent="0" algn="just">
              <a:lnSpc>
                <a:spcPts val="2000"/>
              </a:lnSpc>
              <a:buClr>
                <a:schemeClr val="accent1"/>
              </a:buClr>
              <a:buSzPct val="150000"/>
              <a:buFont typeface="Cambria" panose="02040503050406030204" pitchFamily="18" charset="0"/>
              <a:buNone/>
            </a:pPr>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a:t>
            </a:r>
            <a:r>
              <a:rPr lang="es-ES" dirty="0" err="1"/>
              <a:t>mauris</a:t>
            </a:r>
            <a:r>
              <a:rPr lang="es-ES" dirty="0"/>
              <a:t> </a:t>
            </a:r>
            <a:r>
              <a:rPr lang="es-ES" dirty="0" err="1"/>
              <a:t>sagittis</a:t>
            </a:r>
            <a:r>
              <a:rPr lang="es-ES" dirty="0"/>
              <a:t> per ut </a:t>
            </a:r>
            <a:r>
              <a:rPr lang="es-ES" dirty="0" err="1"/>
              <a:t>potenti</a:t>
            </a:r>
            <a:r>
              <a:rPr lang="es-ES" dirty="0"/>
              <a:t> </a:t>
            </a:r>
            <a:r>
              <a:rPr lang="es-ES" dirty="0" err="1"/>
              <a:t>tristique</a:t>
            </a:r>
            <a:r>
              <a:rPr lang="es-ES" dirty="0"/>
              <a:t>. </a:t>
            </a:r>
          </a:p>
        </p:txBody>
      </p:sp>
    </p:spTree>
    <p:extLst>
      <p:ext uri="{BB962C8B-B14F-4D97-AF65-F5344CB8AC3E}">
        <p14:creationId xmlns:p14="http://schemas.microsoft.com/office/powerpoint/2010/main" val="2859458701"/>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Texto + 2 imagenes">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CF58CF30-9789-4AF6-88DD-000B526B4DF2}"/>
              </a:ext>
            </a:extLst>
          </p:cNvPr>
          <p:cNvSpPr>
            <a:spLocks noGrp="1"/>
          </p:cNvSpPr>
          <p:nvPr>
            <p:ph type="body" sz="quarter" idx="19" hasCustomPrompt="1"/>
          </p:nvPr>
        </p:nvSpPr>
        <p:spPr>
          <a:xfrm>
            <a:off x="2104305" y="1162662"/>
            <a:ext cx="8075577" cy="797969"/>
          </a:xfrm>
          <a:prstGeom prst="rect">
            <a:avLst/>
          </a:prstGeom>
        </p:spPr>
        <p:txBody>
          <a:bodyPr lIns="0"/>
          <a:lstStyle>
            <a:lvl1pPr>
              <a:defRPr lang="es-CL" sz="1600" b="1" strike="noStrike" cap="all" baseline="0" dirty="0">
                <a:effectLst/>
                <a:highlight>
                  <a:srgbClr val="C0C0C0"/>
                </a:highlight>
                <a:latin typeface="Bitter" panose="02000000000000000000" pitchFamily="2" charset="0"/>
                <a:ea typeface="Bitter" panose="02000000000000000000" pitchFamily="2" charset="0"/>
                <a:cs typeface="Times New Roman" panose="02020603050405020304" pitchFamily="18" charset="0"/>
              </a:defRPr>
            </a:lvl1pPr>
          </a:lstStyle>
          <a:p>
            <a:pPr marL="0" lvl="0" indent="0">
              <a:lnSpc>
                <a:spcPts val="2400"/>
              </a:lnSpc>
              <a:buNone/>
            </a:pPr>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onsect</a:t>
            </a:r>
            <a:r>
              <a:rPr lang="es-ES" dirty="0"/>
              <a:t> </a:t>
            </a:r>
            <a:r>
              <a:rPr lang="es-ES" dirty="0" err="1"/>
              <a:t>etur</a:t>
            </a:r>
            <a:r>
              <a:rPr lang="es-ES" dirty="0"/>
              <a:t> </a:t>
            </a:r>
            <a:r>
              <a:rPr lang="es-ES" dirty="0" err="1"/>
              <a:t>adipiscing</a:t>
            </a:r>
            <a:r>
              <a:rPr lang="es-ES" dirty="0"/>
              <a:t> </a:t>
            </a:r>
            <a:endParaRPr lang="es-CL" dirty="0"/>
          </a:p>
        </p:txBody>
      </p:sp>
      <p:sp>
        <p:nvSpPr>
          <p:cNvPr id="8" name="Marcador de texto 2">
            <a:extLst>
              <a:ext uri="{FF2B5EF4-FFF2-40B4-BE49-F238E27FC236}">
                <a16:creationId xmlns:a16="http://schemas.microsoft.com/office/drawing/2014/main" id="{0FDD434A-37AA-48EB-8E6A-6C267B0EFA9C}"/>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9" name="Marcador de texto 2">
            <a:extLst>
              <a:ext uri="{FF2B5EF4-FFF2-40B4-BE49-F238E27FC236}">
                <a16:creationId xmlns:a16="http://schemas.microsoft.com/office/drawing/2014/main" id="{4EF9038D-C976-465C-8430-875FA011A55D}"/>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4" name="Conector recto 3">
            <a:extLst>
              <a:ext uri="{FF2B5EF4-FFF2-40B4-BE49-F238E27FC236}">
                <a16:creationId xmlns:a16="http://schemas.microsoft.com/office/drawing/2014/main" id="{027A3780-4BA0-4898-B348-55D1A71546A4}"/>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11" name="Marcador de texto 2">
            <a:extLst>
              <a:ext uri="{FF2B5EF4-FFF2-40B4-BE49-F238E27FC236}">
                <a16:creationId xmlns:a16="http://schemas.microsoft.com/office/drawing/2014/main" id="{C8C3643C-B3A7-4913-99FD-32FFBD7345EC}"/>
              </a:ext>
            </a:extLst>
          </p:cNvPr>
          <p:cNvSpPr>
            <a:spLocks noGrp="1"/>
          </p:cNvSpPr>
          <p:nvPr>
            <p:ph type="body" sz="quarter" idx="26" hasCustomPrompt="1"/>
          </p:nvPr>
        </p:nvSpPr>
        <p:spPr>
          <a:xfrm>
            <a:off x="-947059" y="4430107"/>
            <a:ext cx="4200014" cy="2762654"/>
          </a:xfrm>
          <a:prstGeom prst="rect">
            <a:avLst/>
          </a:prstGeom>
        </p:spPr>
        <p:txBody>
          <a:bodyPr anchor="ctr"/>
          <a:lstStyle>
            <a:lvl1pPr marL="0" indent="0" algn="l">
              <a:lnSpc>
                <a:spcPct val="100000"/>
              </a:lnSpc>
              <a:buClr>
                <a:schemeClr val="tx2"/>
              </a:buClr>
              <a:buSzPct val="80000"/>
              <a:buFont typeface="Segoe UI Light" panose="020B0502040204020203" pitchFamily="34" charset="0"/>
              <a:buNone/>
              <a:defRPr sz="24000" b="0" u="none" strike="noStrike" spc="0" baseline="0">
                <a:solidFill>
                  <a:schemeClr val="tx2">
                    <a:lumMod val="20000"/>
                    <a:lumOff val="80000"/>
                    <a:alpha val="50000"/>
                  </a:schemeClr>
                </a:solidFill>
                <a:uFill>
                  <a:solidFill>
                    <a:schemeClr val="accent2"/>
                  </a:solidFill>
                </a:uFill>
                <a:latin typeface="+mj-lt"/>
                <a:cs typeface="Segoe UI Semibold" panose="020B07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2" name="Marcador de número de diapositiva 70">
            <a:extLst>
              <a:ext uri="{FF2B5EF4-FFF2-40B4-BE49-F238E27FC236}">
                <a16:creationId xmlns:a16="http://schemas.microsoft.com/office/drawing/2014/main" id="{EAC10AA9-FCCB-41F7-BD74-69E5FD57EE64}"/>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‹Nº›</a:t>
            </a:fld>
            <a:endParaRPr lang="es-CL"/>
          </a:p>
        </p:txBody>
      </p:sp>
      <p:sp>
        <p:nvSpPr>
          <p:cNvPr id="13" name="Marcador de posición de imagen 26">
            <a:extLst>
              <a:ext uri="{FF2B5EF4-FFF2-40B4-BE49-F238E27FC236}">
                <a16:creationId xmlns:a16="http://schemas.microsoft.com/office/drawing/2014/main" id="{7E66DFDF-3671-4F5C-AE1E-A0AE626D6D78}"/>
              </a:ext>
            </a:extLst>
          </p:cNvPr>
          <p:cNvSpPr>
            <a:spLocks noGrp="1"/>
          </p:cNvSpPr>
          <p:nvPr>
            <p:ph type="pic" sz="quarter" idx="22" hasCustomPrompt="1"/>
          </p:nvPr>
        </p:nvSpPr>
        <p:spPr>
          <a:xfrm>
            <a:off x="2100263" y="3482502"/>
            <a:ext cx="3995737" cy="3375498"/>
          </a:xfrm>
          <a:prstGeom prst="rect">
            <a:avLst/>
          </a:prstGeom>
          <a:solidFill>
            <a:schemeClr val="bg1">
              <a:lumMod val="85000"/>
            </a:schemeClr>
          </a:solidFill>
        </p:spPr>
        <p:txBody>
          <a:bodyPr anchor="ctr"/>
          <a:lstStyle>
            <a:lvl1pPr marL="0" indent="0" algn="ctr">
              <a:buNone/>
              <a:defRPr/>
            </a:lvl1pPr>
          </a:lstStyle>
          <a:p>
            <a:r>
              <a:rPr lang="es-CL" dirty="0"/>
              <a:t>IMAGEN</a:t>
            </a:r>
          </a:p>
        </p:txBody>
      </p:sp>
      <p:sp>
        <p:nvSpPr>
          <p:cNvPr id="14" name="Marcador de posición de imagen 26">
            <a:extLst>
              <a:ext uri="{FF2B5EF4-FFF2-40B4-BE49-F238E27FC236}">
                <a16:creationId xmlns:a16="http://schemas.microsoft.com/office/drawing/2014/main" id="{C92FB699-44E2-4419-96AD-600264291F73}"/>
              </a:ext>
            </a:extLst>
          </p:cNvPr>
          <p:cNvSpPr>
            <a:spLocks noGrp="1"/>
          </p:cNvSpPr>
          <p:nvPr>
            <p:ph type="pic" sz="quarter" idx="27" hasCustomPrompt="1"/>
          </p:nvPr>
        </p:nvSpPr>
        <p:spPr>
          <a:xfrm>
            <a:off x="6215063" y="3482502"/>
            <a:ext cx="3995737" cy="3375498"/>
          </a:xfrm>
          <a:prstGeom prst="rect">
            <a:avLst/>
          </a:prstGeom>
          <a:solidFill>
            <a:schemeClr val="bg1">
              <a:lumMod val="85000"/>
            </a:schemeClr>
          </a:solidFill>
        </p:spPr>
        <p:txBody>
          <a:bodyPr anchor="ctr"/>
          <a:lstStyle>
            <a:lvl1pPr marL="0" indent="0" algn="ctr">
              <a:buNone/>
              <a:defRPr/>
            </a:lvl1pPr>
          </a:lstStyle>
          <a:p>
            <a:r>
              <a:rPr lang="es-CL" dirty="0"/>
              <a:t>IMAGEN</a:t>
            </a:r>
          </a:p>
        </p:txBody>
      </p:sp>
      <p:sp>
        <p:nvSpPr>
          <p:cNvPr id="15" name="Marcador de texto 2">
            <a:extLst>
              <a:ext uri="{FF2B5EF4-FFF2-40B4-BE49-F238E27FC236}">
                <a16:creationId xmlns:a16="http://schemas.microsoft.com/office/drawing/2014/main" id="{F8291BBA-3814-43A7-812D-8F886044BEFD}"/>
              </a:ext>
            </a:extLst>
          </p:cNvPr>
          <p:cNvSpPr>
            <a:spLocks noGrp="1"/>
          </p:cNvSpPr>
          <p:nvPr>
            <p:ph type="body" sz="quarter" idx="28" hasCustomPrompt="1"/>
          </p:nvPr>
        </p:nvSpPr>
        <p:spPr>
          <a:xfrm>
            <a:off x="2127978" y="1969742"/>
            <a:ext cx="8077078" cy="1362929"/>
          </a:xfrm>
          <a:prstGeom prst="rect">
            <a:avLst/>
          </a:prstGeom>
        </p:spPr>
        <p:txBody>
          <a:bodyPr lIns="0"/>
          <a:lstStyle>
            <a:lvl1pPr algn="just">
              <a:defRPr lang="es-ES" sz="1400" dirty="0">
                <a:solidFill>
                  <a:schemeClr val="tx2"/>
                </a:solidFill>
              </a:defRPr>
            </a:lvl1pPr>
          </a:lstStyle>
          <a:p>
            <a:pPr marL="0" lvl="0" indent="0">
              <a:lnSpc>
                <a:spcPts val="2000"/>
              </a:lnSpc>
              <a:buClr>
                <a:schemeClr val="accent1"/>
              </a:buClr>
              <a:buSzPct val="150000"/>
              <a:buFont typeface="Cambria" panose="02040503050406030204" pitchFamily="18" charset="0"/>
              <a:buNone/>
            </a:pPr>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a:t>
            </a:r>
            <a:r>
              <a:rPr lang="es-ES" dirty="0" err="1"/>
              <a:t>potenti</a:t>
            </a:r>
            <a:r>
              <a:rPr lang="es-ES" dirty="0"/>
              <a:t> </a:t>
            </a:r>
            <a:r>
              <a:rPr lang="es-ES" dirty="0" err="1"/>
              <a:t>tristique</a:t>
            </a:r>
            <a:r>
              <a:rPr lang="es-ES" dirty="0"/>
              <a:t>. </a:t>
            </a:r>
            <a:r>
              <a:rPr lang="es-ES" dirty="0" err="1"/>
              <a:t>Litora</a:t>
            </a:r>
            <a:r>
              <a:rPr lang="es-ES" dirty="0"/>
              <a:t> ad </a:t>
            </a:r>
            <a:r>
              <a:rPr lang="es-ES" dirty="0" err="1"/>
              <a:t>placerat</a:t>
            </a:r>
            <a:r>
              <a:rPr lang="es-ES" dirty="0"/>
              <a:t> </a:t>
            </a:r>
            <a:r>
              <a:rPr lang="es-ES" dirty="0" err="1"/>
              <a:t>pellentesque</a:t>
            </a:r>
            <a:r>
              <a:rPr lang="es-ES" dirty="0"/>
              <a:t> tortor </a:t>
            </a:r>
            <a:r>
              <a:rPr lang="es-ES" dirty="0" err="1"/>
              <a:t>vel</a:t>
            </a:r>
            <a:r>
              <a:rPr lang="es-ES" dirty="0"/>
              <a:t> platea </a:t>
            </a:r>
            <a:r>
              <a:rPr lang="es-ES" dirty="0" err="1"/>
              <a:t>proin</a:t>
            </a:r>
            <a:r>
              <a:rPr lang="es-ES" dirty="0"/>
              <a:t>, </a:t>
            </a:r>
            <a:r>
              <a:rPr lang="es-ES" dirty="0" err="1"/>
              <a:t>egestas</a:t>
            </a:r>
            <a:r>
              <a:rPr lang="es-ES" dirty="0"/>
              <a:t> </a:t>
            </a:r>
            <a:r>
              <a:rPr lang="es-ES" dirty="0" err="1"/>
              <a:t>faucibus</a:t>
            </a:r>
            <a:r>
              <a:rPr lang="es-ES" dirty="0"/>
              <a:t> </a:t>
            </a:r>
            <a:r>
              <a:rPr lang="es-ES" dirty="0" err="1"/>
              <a:t>risus</a:t>
            </a:r>
            <a:r>
              <a:rPr lang="es-ES" dirty="0"/>
              <a:t> </a:t>
            </a:r>
            <a:r>
              <a:rPr lang="es-ES" dirty="0" err="1"/>
              <a:t>erat</a:t>
            </a:r>
            <a:r>
              <a:rPr lang="es-ES" dirty="0"/>
              <a:t> </a:t>
            </a:r>
            <a:r>
              <a:rPr lang="es-ES" dirty="0" err="1"/>
              <a:t>arcu</a:t>
            </a:r>
            <a:r>
              <a:rPr lang="es-ES" dirty="0"/>
              <a:t> vitae, </a:t>
            </a:r>
            <a:r>
              <a:rPr lang="es-ES" dirty="0" err="1"/>
              <a:t>sollicitudin</a:t>
            </a:r>
            <a:r>
              <a:rPr lang="es-ES" dirty="0"/>
              <a:t> </a:t>
            </a:r>
            <a:r>
              <a:rPr lang="es-ES" dirty="0" err="1"/>
              <a:t>lobortis</a:t>
            </a:r>
            <a:r>
              <a:rPr lang="es-ES" dirty="0"/>
              <a:t> </a:t>
            </a:r>
            <a:r>
              <a:rPr lang="es-ES" dirty="0" err="1"/>
              <a:t>viverra</a:t>
            </a:r>
            <a:r>
              <a:rPr lang="es-ES" dirty="0"/>
              <a:t> </a:t>
            </a:r>
            <a:r>
              <a:rPr lang="es-ES" dirty="0" err="1"/>
              <a:t>quam</a:t>
            </a:r>
            <a:r>
              <a:rPr lang="es-ES" dirty="0"/>
              <a:t>.</a:t>
            </a:r>
          </a:p>
        </p:txBody>
      </p:sp>
    </p:spTree>
    <p:extLst>
      <p:ext uri="{BB962C8B-B14F-4D97-AF65-F5344CB8AC3E}">
        <p14:creationId xmlns:p14="http://schemas.microsoft.com/office/powerpoint/2010/main" val="2292240850"/>
      </p:ext>
    </p:extLst>
  </p:cSld>
  <p:clrMapOvr>
    <a:masterClrMapping/>
  </p:clrMapOvr>
  <p:extLst>
    <p:ext uri="{DCECCB84-F9BA-43D5-87BE-67443E8EF086}">
      <p15:sldGuideLst xmlns:p15="http://schemas.microsoft.com/office/powerpoint/2012/main">
        <p15:guide id="1" pos="3840" userDrawn="1">
          <p15:clr>
            <a:srgbClr val="FBAE40"/>
          </p15:clr>
        </p15:guide>
        <p15:guide id="3" pos="1323" userDrawn="1">
          <p15:clr>
            <a:srgbClr val="FBAE40"/>
          </p15:clr>
        </p15:guide>
        <p15:guide id="4" orient="horz" pos="278" userDrawn="1">
          <p15:clr>
            <a:srgbClr val="FBAE40"/>
          </p15:clr>
        </p15:guide>
        <p15:guide id="5" orient="horz" pos="527"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Imagen y bullets">
    <p:spTree>
      <p:nvGrpSpPr>
        <p:cNvPr id="1" name=""/>
        <p:cNvGrpSpPr/>
        <p:nvPr/>
      </p:nvGrpSpPr>
      <p:grpSpPr>
        <a:xfrm>
          <a:off x="0" y="0"/>
          <a:ext cx="0" cy="0"/>
          <a:chOff x="0" y="0"/>
          <a:chExt cx="0" cy="0"/>
        </a:xfrm>
      </p:grpSpPr>
      <p:sp>
        <p:nvSpPr>
          <p:cNvPr id="15" name="Marcador de texto 2">
            <a:extLst>
              <a:ext uri="{FF2B5EF4-FFF2-40B4-BE49-F238E27FC236}">
                <a16:creationId xmlns:a16="http://schemas.microsoft.com/office/drawing/2014/main" id="{BAEBA9F5-CD76-4AA2-8BC9-DA1909C6D49B}"/>
              </a:ext>
            </a:extLst>
          </p:cNvPr>
          <p:cNvSpPr>
            <a:spLocks noGrp="1"/>
          </p:cNvSpPr>
          <p:nvPr>
            <p:ph type="body" sz="quarter" idx="20" hasCustomPrompt="1"/>
          </p:nvPr>
        </p:nvSpPr>
        <p:spPr>
          <a:xfrm>
            <a:off x="2486025" y="4305300"/>
            <a:ext cx="3486149" cy="2200275"/>
          </a:xfrm>
          <a:prstGeom prst="rect">
            <a:avLst/>
          </a:prstGeom>
        </p:spPr>
        <p:txBody>
          <a:bodyPr/>
          <a:lstStyle>
            <a:lvl1pPr marL="171450" indent="0" algn="l">
              <a:lnSpc>
                <a:spcPct val="100000"/>
              </a:lnSpc>
              <a:spcAft>
                <a:spcPts val="0"/>
              </a:spcAft>
              <a:buClr>
                <a:schemeClr val="tx2"/>
              </a:buClr>
              <a:buFont typeface="Segoe UI Light" panose="020B0502040204020203" pitchFamily="34" charset="0"/>
              <a:buChar char="→"/>
              <a:defRPr lang="es-CL" sz="1400" b="0" i="0" spc="0" smtClean="0">
                <a:solidFill>
                  <a:schemeClr val="tx2"/>
                </a:solidFill>
                <a:effectLst/>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MX" dirty="0"/>
              <a:t> Ítem</a:t>
            </a:r>
            <a:endParaRPr lang="es-CL" dirty="0"/>
          </a:p>
        </p:txBody>
      </p:sp>
      <p:sp>
        <p:nvSpPr>
          <p:cNvPr id="24" name="Marcador de texto 2">
            <a:extLst>
              <a:ext uri="{FF2B5EF4-FFF2-40B4-BE49-F238E27FC236}">
                <a16:creationId xmlns:a16="http://schemas.microsoft.com/office/drawing/2014/main" id="{5AAE6238-2AB7-435F-83B4-E6CBF4D656C9}"/>
              </a:ext>
            </a:extLst>
          </p:cNvPr>
          <p:cNvSpPr>
            <a:spLocks noGrp="1"/>
          </p:cNvSpPr>
          <p:nvPr>
            <p:ph type="body" sz="quarter" idx="21" hasCustomPrompt="1"/>
          </p:nvPr>
        </p:nvSpPr>
        <p:spPr>
          <a:xfrm>
            <a:off x="6334125" y="4305300"/>
            <a:ext cx="3486150" cy="2200275"/>
          </a:xfrm>
          <a:prstGeom prst="rect">
            <a:avLst/>
          </a:prstGeom>
        </p:spPr>
        <p:txBody>
          <a:bodyPr/>
          <a:lstStyle>
            <a:lvl1pPr marL="171450" indent="0" algn="l">
              <a:lnSpc>
                <a:spcPct val="100000"/>
              </a:lnSpc>
              <a:spcAft>
                <a:spcPts val="0"/>
              </a:spcAft>
              <a:buClr>
                <a:schemeClr val="tx2"/>
              </a:buClr>
              <a:buFont typeface="Segoe UI Light" panose="020B0502040204020203" pitchFamily="34" charset="0"/>
              <a:buChar char="→"/>
              <a:defRPr lang="es-CL" sz="1400" b="0" i="0" spc="0" smtClean="0">
                <a:solidFill>
                  <a:schemeClr val="tx2"/>
                </a:solidFill>
                <a:effectLst/>
                <a:latin typeface="+mn-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MX" dirty="0"/>
              <a:t> Ítem</a:t>
            </a:r>
          </a:p>
          <a:p>
            <a:pPr lvl="0"/>
            <a:endParaRPr lang="es-CL" dirty="0"/>
          </a:p>
        </p:txBody>
      </p:sp>
      <p:sp>
        <p:nvSpPr>
          <p:cNvPr id="27" name="Marcador de posición de imagen 26">
            <a:extLst>
              <a:ext uri="{FF2B5EF4-FFF2-40B4-BE49-F238E27FC236}">
                <a16:creationId xmlns:a16="http://schemas.microsoft.com/office/drawing/2014/main" id="{E5DFCCB7-BA83-470A-9213-5DE0757E0276}"/>
              </a:ext>
            </a:extLst>
          </p:cNvPr>
          <p:cNvSpPr>
            <a:spLocks noGrp="1"/>
          </p:cNvSpPr>
          <p:nvPr>
            <p:ph type="pic" sz="quarter" idx="22" hasCustomPrompt="1"/>
          </p:nvPr>
        </p:nvSpPr>
        <p:spPr>
          <a:xfrm>
            <a:off x="1847850" y="981074"/>
            <a:ext cx="8496300" cy="3219451"/>
          </a:xfrm>
          <a:prstGeom prst="rect">
            <a:avLst/>
          </a:prstGeom>
          <a:solidFill>
            <a:schemeClr val="bg1">
              <a:lumMod val="85000"/>
            </a:schemeClr>
          </a:solidFill>
        </p:spPr>
        <p:txBody>
          <a:bodyPr anchor="ctr"/>
          <a:lstStyle>
            <a:lvl1pPr marL="0" indent="0" algn="ctr">
              <a:buNone/>
              <a:defRPr/>
            </a:lvl1pPr>
          </a:lstStyle>
          <a:p>
            <a:r>
              <a:rPr lang="es-CL" dirty="0"/>
              <a:t>IMAGEN</a:t>
            </a:r>
          </a:p>
        </p:txBody>
      </p:sp>
      <p:sp>
        <p:nvSpPr>
          <p:cNvPr id="17" name="Marcador de texto 2">
            <a:extLst>
              <a:ext uri="{FF2B5EF4-FFF2-40B4-BE49-F238E27FC236}">
                <a16:creationId xmlns:a16="http://schemas.microsoft.com/office/drawing/2014/main" id="{FB1315A8-50D5-452C-93E2-03879234E5E0}"/>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8" name="Marcador de texto 2">
            <a:extLst>
              <a:ext uri="{FF2B5EF4-FFF2-40B4-BE49-F238E27FC236}">
                <a16:creationId xmlns:a16="http://schemas.microsoft.com/office/drawing/2014/main" id="{5452253E-D9FB-497C-99F2-CA2D44C64033}"/>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19" name="Conector recto 18">
            <a:extLst>
              <a:ext uri="{FF2B5EF4-FFF2-40B4-BE49-F238E27FC236}">
                <a16:creationId xmlns:a16="http://schemas.microsoft.com/office/drawing/2014/main" id="{D6CBC86C-8C7B-4162-AB8A-F49CBFC77597}"/>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21" name="Marcador de texto 2">
            <a:extLst>
              <a:ext uri="{FF2B5EF4-FFF2-40B4-BE49-F238E27FC236}">
                <a16:creationId xmlns:a16="http://schemas.microsoft.com/office/drawing/2014/main" id="{2370F6BE-EDC9-48A1-B566-E4E8F64EF790}"/>
              </a:ext>
            </a:extLst>
          </p:cNvPr>
          <p:cNvSpPr>
            <a:spLocks noGrp="1"/>
          </p:cNvSpPr>
          <p:nvPr>
            <p:ph type="body" sz="quarter" idx="26" hasCustomPrompt="1"/>
          </p:nvPr>
        </p:nvSpPr>
        <p:spPr>
          <a:xfrm>
            <a:off x="-947059" y="4430107"/>
            <a:ext cx="4200014" cy="2762654"/>
          </a:xfrm>
          <a:prstGeom prst="rect">
            <a:avLst/>
          </a:prstGeom>
        </p:spPr>
        <p:txBody>
          <a:bodyPr anchor="ctr"/>
          <a:lstStyle>
            <a:lvl1pPr marL="0" indent="0" algn="l">
              <a:lnSpc>
                <a:spcPct val="100000"/>
              </a:lnSpc>
              <a:buClr>
                <a:schemeClr val="tx2"/>
              </a:buClr>
              <a:buSzPct val="80000"/>
              <a:buFont typeface="Segoe UI Light" panose="020B0502040204020203" pitchFamily="34" charset="0"/>
              <a:buNone/>
              <a:defRPr sz="24000" b="0" u="none" strike="noStrike" spc="0" baseline="0">
                <a:solidFill>
                  <a:schemeClr val="tx2">
                    <a:lumMod val="20000"/>
                    <a:lumOff val="80000"/>
                    <a:alpha val="50000"/>
                  </a:schemeClr>
                </a:solidFill>
                <a:uFill>
                  <a:solidFill>
                    <a:schemeClr val="accent2"/>
                  </a:solidFill>
                </a:uFill>
                <a:latin typeface="+mj-lt"/>
                <a:cs typeface="Segoe UI Semibold" panose="020B07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22" name="Marcador de número de diapositiva 70">
            <a:extLst>
              <a:ext uri="{FF2B5EF4-FFF2-40B4-BE49-F238E27FC236}">
                <a16:creationId xmlns:a16="http://schemas.microsoft.com/office/drawing/2014/main" id="{FB3DF7D6-1893-4A71-BE82-4A3E0A6F9218}"/>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‹Nº›</a:t>
            </a:fld>
            <a:endParaRPr lang="es-CL"/>
          </a:p>
        </p:txBody>
      </p:sp>
    </p:spTree>
    <p:extLst>
      <p:ext uri="{BB962C8B-B14F-4D97-AF65-F5344CB8AC3E}">
        <p14:creationId xmlns:p14="http://schemas.microsoft.com/office/powerpoint/2010/main" val="3506154150"/>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_Texto con imagen de fondo">
    <p:spTree>
      <p:nvGrpSpPr>
        <p:cNvPr id="1" name=""/>
        <p:cNvGrpSpPr/>
        <p:nvPr/>
      </p:nvGrpSpPr>
      <p:grpSpPr>
        <a:xfrm>
          <a:off x="0" y="0"/>
          <a:ext cx="0" cy="0"/>
          <a:chOff x="0" y="0"/>
          <a:chExt cx="0" cy="0"/>
        </a:xfrm>
      </p:grpSpPr>
      <p:pic>
        <p:nvPicPr>
          <p:cNvPr id="74" name="Marcador de posición de imagen 4">
            <a:extLst>
              <a:ext uri="{FF2B5EF4-FFF2-40B4-BE49-F238E27FC236}">
                <a16:creationId xmlns:a16="http://schemas.microsoft.com/office/drawing/2014/main" id="{5CD1CC22-0D97-46B7-8A7E-B3A3A1A32289}"/>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0" y="0"/>
            <a:ext cx="11947490" cy="6858000"/>
          </a:xfrm>
          <a:prstGeom prst="rect">
            <a:avLst/>
          </a:prstGeom>
        </p:spPr>
      </p:pic>
      <p:grpSp>
        <p:nvGrpSpPr>
          <p:cNvPr id="107" name="Grupo 106">
            <a:extLst>
              <a:ext uri="{FF2B5EF4-FFF2-40B4-BE49-F238E27FC236}">
                <a16:creationId xmlns:a16="http://schemas.microsoft.com/office/drawing/2014/main" id="{499C264E-9083-4F15-BB87-70C68AD2EB93}"/>
              </a:ext>
            </a:extLst>
          </p:cNvPr>
          <p:cNvGrpSpPr/>
          <p:nvPr userDrawn="1"/>
        </p:nvGrpSpPr>
        <p:grpSpPr>
          <a:xfrm>
            <a:off x="260637" y="160236"/>
            <a:ext cx="1086071" cy="910924"/>
            <a:chOff x="137601" y="239283"/>
            <a:chExt cx="897579" cy="752830"/>
          </a:xfrm>
          <a:solidFill>
            <a:schemeClr val="bg2"/>
          </a:solidFill>
        </p:grpSpPr>
        <p:sp>
          <p:nvSpPr>
            <p:cNvPr id="108" name="Freeform 109">
              <a:extLst>
                <a:ext uri="{FF2B5EF4-FFF2-40B4-BE49-F238E27FC236}">
                  <a16:creationId xmlns:a16="http://schemas.microsoft.com/office/drawing/2014/main" id="{DF3DB903-7842-4910-8B17-ED2CA8611CE0}"/>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09" name="Freeform 110">
              <a:extLst>
                <a:ext uri="{FF2B5EF4-FFF2-40B4-BE49-F238E27FC236}">
                  <a16:creationId xmlns:a16="http://schemas.microsoft.com/office/drawing/2014/main" id="{B5E6F7EE-8B73-4A0A-9B94-E354BD4C03B6}"/>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110" name="Grupo 109">
              <a:extLst>
                <a:ext uri="{FF2B5EF4-FFF2-40B4-BE49-F238E27FC236}">
                  <a16:creationId xmlns:a16="http://schemas.microsoft.com/office/drawing/2014/main" id="{80B70894-36F8-4E0D-9E07-D034C44E1978}"/>
                </a:ext>
              </a:extLst>
            </p:cNvPr>
            <p:cNvGrpSpPr/>
            <p:nvPr userDrawn="1"/>
          </p:nvGrpSpPr>
          <p:grpSpPr>
            <a:xfrm>
              <a:off x="137601" y="474669"/>
              <a:ext cx="897579" cy="326700"/>
              <a:chOff x="137601" y="474669"/>
              <a:chExt cx="897579" cy="326700"/>
            </a:xfrm>
            <a:grpFill/>
          </p:grpSpPr>
          <p:sp>
            <p:nvSpPr>
              <p:cNvPr id="121" name="Freeform 111">
                <a:extLst>
                  <a:ext uri="{FF2B5EF4-FFF2-40B4-BE49-F238E27FC236}">
                    <a16:creationId xmlns:a16="http://schemas.microsoft.com/office/drawing/2014/main" id="{8197FD6B-A529-419C-8F98-10F7E2EAC819}"/>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2" name="Freeform 112">
                <a:extLst>
                  <a:ext uri="{FF2B5EF4-FFF2-40B4-BE49-F238E27FC236}">
                    <a16:creationId xmlns:a16="http://schemas.microsoft.com/office/drawing/2014/main" id="{58CA6C03-4B75-44D0-A22B-B0241CD0CCE4}"/>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3" name="Freeform 113">
                <a:extLst>
                  <a:ext uri="{FF2B5EF4-FFF2-40B4-BE49-F238E27FC236}">
                    <a16:creationId xmlns:a16="http://schemas.microsoft.com/office/drawing/2014/main" id="{AD72A3FD-D0CD-4D02-B866-D1C30613F277}"/>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4" name="Freeform 114">
                <a:extLst>
                  <a:ext uri="{FF2B5EF4-FFF2-40B4-BE49-F238E27FC236}">
                    <a16:creationId xmlns:a16="http://schemas.microsoft.com/office/drawing/2014/main" id="{F99F78AA-093A-4DA8-AA73-BAE6887E5F1E}"/>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5" name="Freeform 115">
                <a:extLst>
                  <a:ext uri="{FF2B5EF4-FFF2-40B4-BE49-F238E27FC236}">
                    <a16:creationId xmlns:a16="http://schemas.microsoft.com/office/drawing/2014/main" id="{D124D429-5FC0-4824-81AD-99F000379863}"/>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6" name="Freeform 116">
                <a:extLst>
                  <a:ext uri="{FF2B5EF4-FFF2-40B4-BE49-F238E27FC236}">
                    <a16:creationId xmlns:a16="http://schemas.microsoft.com/office/drawing/2014/main" id="{EEB99B53-933D-4E13-A7F4-7C78486B0D99}"/>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7" name="Freeform 117">
                <a:extLst>
                  <a:ext uri="{FF2B5EF4-FFF2-40B4-BE49-F238E27FC236}">
                    <a16:creationId xmlns:a16="http://schemas.microsoft.com/office/drawing/2014/main" id="{4646E39B-0B49-4E67-BFA7-60F1A4F7C443}"/>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8" name="Freeform 118">
                <a:extLst>
                  <a:ext uri="{FF2B5EF4-FFF2-40B4-BE49-F238E27FC236}">
                    <a16:creationId xmlns:a16="http://schemas.microsoft.com/office/drawing/2014/main" id="{C024E07C-A6F2-4E50-868E-351C58FCF63E}"/>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9" name="Freeform 119">
                <a:extLst>
                  <a:ext uri="{FF2B5EF4-FFF2-40B4-BE49-F238E27FC236}">
                    <a16:creationId xmlns:a16="http://schemas.microsoft.com/office/drawing/2014/main" id="{45B89081-D056-4544-A3B7-B8AD1BC5A0A4}"/>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0" name="Freeform 120">
                <a:extLst>
                  <a:ext uri="{FF2B5EF4-FFF2-40B4-BE49-F238E27FC236}">
                    <a16:creationId xmlns:a16="http://schemas.microsoft.com/office/drawing/2014/main" id="{EE00D3CE-425B-4202-8530-8BCEE51A8436}"/>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1" name="Freeform 121">
                <a:extLst>
                  <a:ext uri="{FF2B5EF4-FFF2-40B4-BE49-F238E27FC236}">
                    <a16:creationId xmlns:a16="http://schemas.microsoft.com/office/drawing/2014/main" id="{16A54E6F-E194-4DC5-BBA8-C5050B1BFB61}"/>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2" name="Freeform 122">
                <a:extLst>
                  <a:ext uri="{FF2B5EF4-FFF2-40B4-BE49-F238E27FC236}">
                    <a16:creationId xmlns:a16="http://schemas.microsoft.com/office/drawing/2014/main" id="{63BACA06-6F53-45DB-B2BC-AD0D98678477}"/>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3" name="Freeform 123">
                <a:extLst>
                  <a:ext uri="{FF2B5EF4-FFF2-40B4-BE49-F238E27FC236}">
                    <a16:creationId xmlns:a16="http://schemas.microsoft.com/office/drawing/2014/main" id="{CB942BEA-C83B-424D-A5BA-85962D2CF5DB}"/>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4" name="Freeform 124">
                <a:extLst>
                  <a:ext uri="{FF2B5EF4-FFF2-40B4-BE49-F238E27FC236}">
                    <a16:creationId xmlns:a16="http://schemas.microsoft.com/office/drawing/2014/main" id="{2CAB6FAE-DDDA-436F-B6DE-CFCB3BD48E96}"/>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5" name="Freeform 125">
                <a:extLst>
                  <a:ext uri="{FF2B5EF4-FFF2-40B4-BE49-F238E27FC236}">
                    <a16:creationId xmlns:a16="http://schemas.microsoft.com/office/drawing/2014/main" id="{E35AB3D9-0B82-4397-96A2-791EA25859AF}"/>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6" name="Freeform 126">
                <a:extLst>
                  <a:ext uri="{FF2B5EF4-FFF2-40B4-BE49-F238E27FC236}">
                    <a16:creationId xmlns:a16="http://schemas.microsoft.com/office/drawing/2014/main" id="{50B012F8-7FBD-460B-99B6-7FF54087C763}"/>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67" name="Freeform 127">
                <a:extLst>
                  <a:ext uri="{FF2B5EF4-FFF2-40B4-BE49-F238E27FC236}">
                    <a16:creationId xmlns:a16="http://schemas.microsoft.com/office/drawing/2014/main" id="{40E3B342-69FF-404E-83EA-2745C6D951CC}"/>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11" name="Freeform 128">
              <a:extLst>
                <a:ext uri="{FF2B5EF4-FFF2-40B4-BE49-F238E27FC236}">
                  <a16:creationId xmlns:a16="http://schemas.microsoft.com/office/drawing/2014/main" id="{31B6BF3F-E4BD-4B4D-894E-8E6AB43E2B6F}"/>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2" name="Freeform 129">
              <a:extLst>
                <a:ext uri="{FF2B5EF4-FFF2-40B4-BE49-F238E27FC236}">
                  <a16:creationId xmlns:a16="http://schemas.microsoft.com/office/drawing/2014/main" id="{C96DED31-E2FA-4F0C-91DA-B7E4262E9E41}"/>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3" name="Freeform 130">
              <a:extLst>
                <a:ext uri="{FF2B5EF4-FFF2-40B4-BE49-F238E27FC236}">
                  <a16:creationId xmlns:a16="http://schemas.microsoft.com/office/drawing/2014/main" id="{44B9F68E-C00B-444D-9132-9ECE1512618F}"/>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4" name="Freeform 131">
              <a:extLst>
                <a:ext uri="{FF2B5EF4-FFF2-40B4-BE49-F238E27FC236}">
                  <a16:creationId xmlns:a16="http://schemas.microsoft.com/office/drawing/2014/main" id="{AC068A6F-9C85-4DFB-BBA6-59B128A00206}"/>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5" name="Freeform 132">
              <a:extLst>
                <a:ext uri="{FF2B5EF4-FFF2-40B4-BE49-F238E27FC236}">
                  <a16:creationId xmlns:a16="http://schemas.microsoft.com/office/drawing/2014/main" id="{C6C16652-5C13-4D34-B2A6-B45DCD35A108}"/>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6" name="Freeform 133">
              <a:extLst>
                <a:ext uri="{FF2B5EF4-FFF2-40B4-BE49-F238E27FC236}">
                  <a16:creationId xmlns:a16="http://schemas.microsoft.com/office/drawing/2014/main" id="{3AB2D4DF-3A19-4458-9A1D-ECF792134497}"/>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7" name="Freeform 134">
              <a:extLst>
                <a:ext uri="{FF2B5EF4-FFF2-40B4-BE49-F238E27FC236}">
                  <a16:creationId xmlns:a16="http://schemas.microsoft.com/office/drawing/2014/main" id="{624F4044-D37F-467B-92AC-E8E11BBC88A9}"/>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8" name="Freeform 135">
              <a:extLst>
                <a:ext uri="{FF2B5EF4-FFF2-40B4-BE49-F238E27FC236}">
                  <a16:creationId xmlns:a16="http://schemas.microsoft.com/office/drawing/2014/main" id="{4E83C53F-AEBD-4D05-A5EE-B23B4BCA422F}"/>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9" name="Freeform 136">
              <a:extLst>
                <a:ext uri="{FF2B5EF4-FFF2-40B4-BE49-F238E27FC236}">
                  <a16:creationId xmlns:a16="http://schemas.microsoft.com/office/drawing/2014/main" id="{AF47A243-60C3-496C-9CCC-79F301BED277}"/>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0" name="Freeform 137">
              <a:extLst>
                <a:ext uri="{FF2B5EF4-FFF2-40B4-BE49-F238E27FC236}">
                  <a16:creationId xmlns:a16="http://schemas.microsoft.com/office/drawing/2014/main" id="{166BBEA1-E3EE-4BB4-8F30-B5BF9CA0A570}"/>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grpSp>
        <p:nvGrpSpPr>
          <p:cNvPr id="137" name="Grupo 136">
            <a:extLst>
              <a:ext uri="{FF2B5EF4-FFF2-40B4-BE49-F238E27FC236}">
                <a16:creationId xmlns:a16="http://schemas.microsoft.com/office/drawing/2014/main" id="{86B7D43B-EBAF-4A7C-A005-6222D1A29DC9}"/>
              </a:ext>
            </a:extLst>
          </p:cNvPr>
          <p:cNvGrpSpPr/>
          <p:nvPr userDrawn="1"/>
        </p:nvGrpSpPr>
        <p:grpSpPr>
          <a:xfrm>
            <a:off x="10580559" y="518761"/>
            <a:ext cx="1147824" cy="235942"/>
            <a:chOff x="6094413" y="2516188"/>
            <a:chExt cx="2000250" cy="411162"/>
          </a:xfrm>
          <a:solidFill>
            <a:schemeClr val="bg2"/>
          </a:solidFill>
        </p:grpSpPr>
        <p:sp>
          <p:nvSpPr>
            <p:cNvPr id="138" name="Freeform 7">
              <a:extLst>
                <a:ext uri="{FF2B5EF4-FFF2-40B4-BE49-F238E27FC236}">
                  <a16:creationId xmlns:a16="http://schemas.microsoft.com/office/drawing/2014/main" id="{805A2F13-ED1C-461C-9ED8-75FCED4513E0}"/>
                </a:ext>
              </a:extLst>
            </p:cNvPr>
            <p:cNvSpPr>
              <a:spLocks noEditPoints="1"/>
            </p:cNvSpPr>
            <p:nvPr/>
          </p:nvSpPr>
          <p:spPr bwMode="auto">
            <a:xfrm>
              <a:off x="6494463" y="2516188"/>
              <a:ext cx="1600200" cy="265113"/>
            </a:xfrm>
            <a:custGeom>
              <a:avLst/>
              <a:gdLst>
                <a:gd name="T0" fmla="*/ 644 w 1008"/>
                <a:gd name="T1" fmla="*/ 90 h 167"/>
                <a:gd name="T2" fmla="*/ 644 w 1008"/>
                <a:gd name="T3" fmla="*/ 39 h 167"/>
                <a:gd name="T4" fmla="*/ 363 w 1008"/>
                <a:gd name="T5" fmla="*/ 39 h 167"/>
                <a:gd name="T6" fmla="*/ 363 w 1008"/>
                <a:gd name="T7" fmla="*/ 90 h 167"/>
                <a:gd name="T8" fmla="*/ 644 w 1008"/>
                <a:gd name="T9" fmla="*/ 90 h 167"/>
                <a:gd name="T10" fmla="*/ 40 w 1008"/>
                <a:gd name="T11" fmla="*/ 0 h 167"/>
                <a:gd name="T12" fmla="*/ 40 w 1008"/>
                <a:gd name="T13" fmla="*/ 128 h 167"/>
                <a:gd name="T14" fmla="*/ 323 w 1008"/>
                <a:gd name="T15" fmla="*/ 128 h 167"/>
                <a:gd name="T16" fmla="*/ 323 w 1008"/>
                <a:gd name="T17" fmla="*/ 0 h 167"/>
                <a:gd name="T18" fmla="*/ 685 w 1008"/>
                <a:gd name="T19" fmla="*/ 0 h 167"/>
                <a:gd name="T20" fmla="*/ 685 w 1008"/>
                <a:gd name="T21" fmla="*/ 129 h 167"/>
                <a:gd name="T22" fmla="*/ 967 w 1008"/>
                <a:gd name="T23" fmla="*/ 129 h 167"/>
                <a:gd name="T24" fmla="*/ 967 w 1008"/>
                <a:gd name="T25" fmla="*/ 58 h 167"/>
                <a:gd name="T26" fmla="*/ 1008 w 1008"/>
                <a:gd name="T27" fmla="*/ 58 h 167"/>
                <a:gd name="T28" fmla="*/ 1008 w 1008"/>
                <a:gd name="T29" fmla="*/ 167 h 167"/>
                <a:gd name="T30" fmla="*/ 644 w 1008"/>
                <a:gd name="T31" fmla="*/ 167 h 167"/>
                <a:gd name="T32" fmla="*/ 644 w 1008"/>
                <a:gd name="T33" fmla="*/ 130 h 167"/>
                <a:gd name="T34" fmla="*/ 363 w 1008"/>
                <a:gd name="T35" fmla="*/ 130 h 167"/>
                <a:gd name="T36" fmla="*/ 363 w 1008"/>
                <a:gd name="T37" fmla="*/ 167 h 167"/>
                <a:gd name="T38" fmla="*/ 0 w 1008"/>
                <a:gd name="T39" fmla="*/ 167 h 167"/>
                <a:gd name="T40" fmla="*/ 0 w 1008"/>
                <a:gd name="T41" fmla="*/ 0 h 167"/>
                <a:gd name="T42" fmla="*/ 40 w 1008"/>
                <a:gd name="T43" fmla="*/ 0 h 167"/>
                <a:gd name="T44" fmla="*/ 967 w 1008"/>
                <a:gd name="T45" fmla="*/ 0 h 167"/>
                <a:gd name="T46" fmla="*/ 1007 w 1008"/>
                <a:gd name="T47" fmla="*/ 0 h 167"/>
                <a:gd name="T48" fmla="*/ 1007 w 1008"/>
                <a:gd name="T49" fmla="*/ 38 h 167"/>
                <a:gd name="T50" fmla="*/ 967 w 1008"/>
                <a:gd name="T51" fmla="*/ 38 h 167"/>
                <a:gd name="T52" fmla="*/ 967 w 1008"/>
                <a:gd name="T5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08" h="167">
                  <a:moveTo>
                    <a:pt x="644" y="90"/>
                  </a:moveTo>
                  <a:lnTo>
                    <a:pt x="644" y="39"/>
                  </a:lnTo>
                  <a:lnTo>
                    <a:pt x="363" y="39"/>
                  </a:lnTo>
                  <a:lnTo>
                    <a:pt x="363" y="90"/>
                  </a:lnTo>
                  <a:lnTo>
                    <a:pt x="644" y="90"/>
                  </a:lnTo>
                  <a:close/>
                  <a:moveTo>
                    <a:pt x="40" y="0"/>
                  </a:moveTo>
                  <a:lnTo>
                    <a:pt x="40" y="128"/>
                  </a:lnTo>
                  <a:lnTo>
                    <a:pt x="323" y="128"/>
                  </a:lnTo>
                  <a:lnTo>
                    <a:pt x="323" y="0"/>
                  </a:lnTo>
                  <a:lnTo>
                    <a:pt x="685" y="0"/>
                  </a:lnTo>
                  <a:lnTo>
                    <a:pt x="685" y="129"/>
                  </a:lnTo>
                  <a:lnTo>
                    <a:pt x="967" y="129"/>
                  </a:lnTo>
                  <a:lnTo>
                    <a:pt x="967" y="58"/>
                  </a:lnTo>
                  <a:lnTo>
                    <a:pt x="1008" y="58"/>
                  </a:lnTo>
                  <a:lnTo>
                    <a:pt x="1008" y="167"/>
                  </a:lnTo>
                  <a:lnTo>
                    <a:pt x="644" y="167"/>
                  </a:lnTo>
                  <a:lnTo>
                    <a:pt x="644" y="130"/>
                  </a:lnTo>
                  <a:lnTo>
                    <a:pt x="363" y="130"/>
                  </a:lnTo>
                  <a:lnTo>
                    <a:pt x="363" y="167"/>
                  </a:lnTo>
                  <a:lnTo>
                    <a:pt x="0" y="167"/>
                  </a:lnTo>
                  <a:lnTo>
                    <a:pt x="0" y="0"/>
                  </a:lnTo>
                  <a:lnTo>
                    <a:pt x="40" y="0"/>
                  </a:lnTo>
                  <a:close/>
                  <a:moveTo>
                    <a:pt x="967" y="0"/>
                  </a:moveTo>
                  <a:lnTo>
                    <a:pt x="1007" y="0"/>
                  </a:lnTo>
                  <a:lnTo>
                    <a:pt x="1007" y="38"/>
                  </a:lnTo>
                  <a:lnTo>
                    <a:pt x="967" y="38"/>
                  </a:lnTo>
                  <a:lnTo>
                    <a:pt x="96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9" name="Freeform 8">
              <a:extLst>
                <a:ext uri="{FF2B5EF4-FFF2-40B4-BE49-F238E27FC236}">
                  <a16:creationId xmlns:a16="http://schemas.microsoft.com/office/drawing/2014/main" id="{347CFB1F-EE43-4374-9D0E-D9D125082A8A}"/>
                </a:ext>
              </a:extLst>
            </p:cNvPr>
            <p:cNvSpPr>
              <a:spLocks/>
            </p:cNvSpPr>
            <p:nvPr/>
          </p:nvSpPr>
          <p:spPr bwMode="auto">
            <a:xfrm>
              <a:off x="6494463" y="2840038"/>
              <a:ext cx="63500" cy="80963"/>
            </a:xfrm>
            <a:custGeom>
              <a:avLst/>
              <a:gdLst>
                <a:gd name="T0" fmla="*/ 29 w 29"/>
                <a:gd name="T1" fmla="*/ 0 h 37"/>
                <a:gd name="T2" fmla="*/ 22 w 29"/>
                <a:gd name="T3" fmla="*/ 0 h 37"/>
                <a:gd name="T4" fmla="*/ 22 w 29"/>
                <a:gd name="T5" fmla="*/ 23 h 37"/>
                <a:gd name="T6" fmla="*/ 21 w 29"/>
                <a:gd name="T7" fmla="*/ 28 h 37"/>
                <a:gd name="T8" fmla="*/ 16 w 29"/>
                <a:gd name="T9" fmla="*/ 30 h 37"/>
                <a:gd name="T10" fmla="*/ 10 w 29"/>
                <a:gd name="T11" fmla="*/ 28 h 37"/>
                <a:gd name="T12" fmla="*/ 9 w 29"/>
                <a:gd name="T13" fmla="*/ 23 h 37"/>
                <a:gd name="T14" fmla="*/ 9 w 29"/>
                <a:gd name="T15" fmla="*/ 0 h 37"/>
                <a:gd name="T16" fmla="*/ 0 w 29"/>
                <a:gd name="T17" fmla="*/ 0 h 37"/>
                <a:gd name="T18" fmla="*/ 0 w 29"/>
                <a:gd name="T19" fmla="*/ 23 h 37"/>
                <a:gd name="T20" fmla="*/ 3 w 29"/>
                <a:gd name="T21" fmla="*/ 33 h 37"/>
                <a:gd name="T22" fmla="*/ 15 w 29"/>
                <a:gd name="T23" fmla="*/ 37 h 37"/>
                <a:gd name="T24" fmla="*/ 26 w 29"/>
                <a:gd name="T25" fmla="*/ 34 h 37"/>
                <a:gd name="T26" fmla="*/ 29 w 29"/>
                <a:gd name="T27" fmla="*/ 23 h 37"/>
                <a:gd name="T28" fmla="*/ 29 w 29"/>
                <a:gd name="T2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37">
                  <a:moveTo>
                    <a:pt x="29" y="0"/>
                  </a:moveTo>
                  <a:cubicBezTo>
                    <a:pt x="22" y="0"/>
                    <a:pt x="22" y="0"/>
                    <a:pt x="22" y="0"/>
                  </a:cubicBezTo>
                  <a:cubicBezTo>
                    <a:pt x="22" y="23"/>
                    <a:pt x="22" y="23"/>
                    <a:pt x="22" y="23"/>
                  </a:cubicBezTo>
                  <a:cubicBezTo>
                    <a:pt x="22" y="26"/>
                    <a:pt x="22" y="27"/>
                    <a:pt x="21" y="28"/>
                  </a:cubicBezTo>
                  <a:cubicBezTo>
                    <a:pt x="20" y="29"/>
                    <a:pt x="18" y="30"/>
                    <a:pt x="16" y="30"/>
                  </a:cubicBezTo>
                  <a:cubicBezTo>
                    <a:pt x="13" y="30"/>
                    <a:pt x="11" y="29"/>
                    <a:pt x="10" y="28"/>
                  </a:cubicBezTo>
                  <a:cubicBezTo>
                    <a:pt x="10" y="27"/>
                    <a:pt x="9" y="26"/>
                    <a:pt x="9" y="23"/>
                  </a:cubicBezTo>
                  <a:cubicBezTo>
                    <a:pt x="9" y="0"/>
                    <a:pt x="9" y="0"/>
                    <a:pt x="9" y="0"/>
                  </a:cubicBezTo>
                  <a:cubicBezTo>
                    <a:pt x="0" y="0"/>
                    <a:pt x="0" y="0"/>
                    <a:pt x="0" y="0"/>
                  </a:cubicBezTo>
                  <a:cubicBezTo>
                    <a:pt x="0" y="23"/>
                    <a:pt x="0" y="23"/>
                    <a:pt x="0" y="23"/>
                  </a:cubicBezTo>
                  <a:cubicBezTo>
                    <a:pt x="0" y="28"/>
                    <a:pt x="1" y="31"/>
                    <a:pt x="3" y="33"/>
                  </a:cubicBezTo>
                  <a:cubicBezTo>
                    <a:pt x="6" y="36"/>
                    <a:pt x="10" y="37"/>
                    <a:pt x="15" y="37"/>
                  </a:cubicBezTo>
                  <a:cubicBezTo>
                    <a:pt x="20" y="37"/>
                    <a:pt x="23" y="36"/>
                    <a:pt x="26" y="34"/>
                  </a:cubicBezTo>
                  <a:cubicBezTo>
                    <a:pt x="28" y="31"/>
                    <a:pt x="29" y="29"/>
                    <a:pt x="29" y="23"/>
                  </a:cubicBezTo>
                  <a:lnTo>
                    <a:pt x="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0" name="Freeform 9">
              <a:extLst>
                <a:ext uri="{FF2B5EF4-FFF2-40B4-BE49-F238E27FC236}">
                  <a16:creationId xmlns:a16="http://schemas.microsoft.com/office/drawing/2014/main" id="{0C091651-35A1-486A-9A4F-55A3AA9A6087}"/>
                </a:ext>
              </a:extLst>
            </p:cNvPr>
            <p:cNvSpPr>
              <a:spLocks/>
            </p:cNvSpPr>
            <p:nvPr/>
          </p:nvSpPr>
          <p:spPr bwMode="auto">
            <a:xfrm>
              <a:off x="6572250" y="2840038"/>
              <a:ext cx="60325" cy="77788"/>
            </a:xfrm>
            <a:custGeom>
              <a:avLst/>
              <a:gdLst>
                <a:gd name="T0" fmla="*/ 28 w 28"/>
                <a:gd name="T1" fmla="*/ 0 h 36"/>
                <a:gd name="T2" fmla="*/ 22 w 28"/>
                <a:gd name="T3" fmla="*/ 0 h 36"/>
                <a:gd name="T4" fmla="*/ 22 w 28"/>
                <a:gd name="T5" fmla="*/ 19 h 36"/>
                <a:gd name="T6" fmla="*/ 22 w 28"/>
                <a:gd name="T7" fmla="*/ 21 h 36"/>
                <a:gd name="T8" fmla="*/ 9 w 28"/>
                <a:gd name="T9" fmla="*/ 0 h 36"/>
                <a:gd name="T10" fmla="*/ 0 w 28"/>
                <a:gd name="T11" fmla="*/ 0 h 36"/>
                <a:gd name="T12" fmla="*/ 0 w 28"/>
                <a:gd name="T13" fmla="*/ 36 h 36"/>
                <a:gd name="T14" fmla="*/ 7 w 28"/>
                <a:gd name="T15" fmla="*/ 36 h 36"/>
                <a:gd name="T16" fmla="*/ 7 w 28"/>
                <a:gd name="T17" fmla="*/ 15 h 36"/>
                <a:gd name="T18" fmla="*/ 7 w 28"/>
                <a:gd name="T19" fmla="*/ 13 h 36"/>
                <a:gd name="T20" fmla="*/ 6 w 28"/>
                <a:gd name="T21" fmla="*/ 12 h 36"/>
                <a:gd name="T22" fmla="*/ 21 w 28"/>
                <a:gd name="T23" fmla="*/ 36 h 36"/>
                <a:gd name="T24" fmla="*/ 28 w 28"/>
                <a:gd name="T25" fmla="*/ 36 h 36"/>
                <a:gd name="T26" fmla="*/ 28 w 28"/>
                <a:gd name="T2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6">
                  <a:moveTo>
                    <a:pt x="28" y="0"/>
                  </a:moveTo>
                  <a:cubicBezTo>
                    <a:pt x="22" y="0"/>
                    <a:pt x="22" y="0"/>
                    <a:pt x="22" y="0"/>
                  </a:cubicBezTo>
                  <a:cubicBezTo>
                    <a:pt x="22" y="19"/>
                    <a:pt x="22" y="19"/>
                    <a:pt x="22" y="19"/>
                  </a:cubicBezTo>
                  <a:cubicBezTo>
                    <a:pt x="22" y="20"/>
                    <a:pt x="22" y="20"/>
                    <a:pt x="22" y="21"/>
                  </a:cubicBezTo>
                  <a:cubicBezTo>
                    <a:pt x="9" y="0"/>
                    <a:pt x="9" y="0"/>
                    <a:pt x="9" y="0"/>
                  </a:cubicBezTo>
                  <a:cubicBezTo>
                    <a:pt x="0" y="0"/>
                    <a:pt x="0" y="0"/>
                    <a:pt x="0" y="0"/>
                  </a:cubicBezTo>
                  <a:cubicBezTo>
                    <a:pt x="0" y="36"/>
                    <a:pt x="0" y="36"/>
                    <a:pt x="0" y="36"/>
                  </a:cubicBezTo>
                  <a:cubicBezTo>
                    <a:pt x="7" y="36"/>
                    <a:pt x="7" y="36"/>
                    <a:pt x="7" y="36"/>
                  </a:cubicBezTo>
                  <a:cubicBezTo>
                    <a:pt x="7" y="15"/>
                    <a:pt x="7" y="15"/>
                    <a:pt x="7" y="15"/>
                  </a:cubicBezTo>
                  <a:cubicBezTo>
                    <a:pt x="7" y="13"/>
                    <a:pt x="7" y="13"/>
                    <a:pt x="7" y="13"/>
                  </a:cubicBezTo>
                  <a:cubicBezTo>
                    <a:pt x="6" y="12"/>
                    <a:pt x="6" y="12"/>
                    <a:pt x="6" y="12"/>
                  </a:cubicBezTo>
                  <a:cubicBezTo>
                    <a:pt x="21" y="36"/>
                    <a:pt x="21" y="36"/>
                    <a:pt x="21" y="36"/>
                  </a:cubicBezTo>
                  <a:cubicBezTo>
                    <a:pt x="28" y="36"/>
                    <a:pt x="28" y="36"/>
                    <a:pt x="28" y="36"/>
                  </a:cubicBezTo>
                  <a:lnTo>
                    <a:pt x="2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1" name="Rectangle 10">
              <a:extLst>
                <a:ext uri="{FF2B5EF4-FFF2-40B4-BE49-F238E27FC236}">
                  <a16:creationId xmlns:a16="http://schemas.microsoft.com/office/drawing/2014/main" id="{C263CC8F-4618-42EF-B847-4ECE15955B40}"/>
                </a:ext>
              </a:extLst>
            </p:cNvPr>
            <p:cNvSpPr>
              <a:spLocks noChangeArrowheads="1"/>
            </p:cNvSpPr>
            <p:nvPr/>
          </p:nvSpPr>
          <p:spPr bwMode="auto">
            <a:xfrm>
              <a:off x="6648450"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2" name="Freeform 11">
              <a:extLst>
                <a:ext uri="{FF2B5EF4-FFF2-40B4-BE49-F238E27FC236}">
                  <a16:creationId xmlns:a16="http://schemas.microsoft.com/office/drawing/2014/main" id="{1CCB991A-EDF1-49DA-9CBC-5311FEBE30CC}"/>
                </a:ext>
              </a:extLst>
            </p:cNvPr>
            <p:cNvSpPr>
              <a:spLocks/>
            </p:cNvSpPr>
            <p:nvPr/>
          </p:nvSpPr>
          <p:spPr bwMode="auto">
            <a:xfrm>
              <a:off x="6673850" y="2840038"/>
              <a:ext cx="68263" cy="77788"/>
            </a:xfrm>
            <a:custGeom>
              <a:avLst/>
              <a:gdLst>
                <a:gd name="T0" fmla="*/ 43 w 43"/>
                <a:gd name="T1" fmla="*/ 0 h 49"/>
                <a:gd name="T2" fmla="*/ 33 w 43"/>
                <a:gd name="T3" fmla="*/ 0 h 49"/>
                <a:gd name="T4" fmla="*/ 24 w 43"/>
                <a:gd name="T5" fmla="*/ 36 h 49"/>
                <a:gd name="T6" fmla="*/ 13 w 43"/>
                <a:gd name="T7" fmla="*/ 0 h 49"/>
                <a:gd name="T8" fmla="*/ 0 w 43"/>
                <a:gd name="T9" fmla="*/ 0 h 49"/>
                <a:gd name="T10" fmla="*/ 15 w 43"/>
                <a:gd name="T11" fmla="*/ 49 h 49"/>
                <a:gd name="T12" fmla="*/ 28 w 43"/>
                <a:gd name="T13" fmla="*/ 49 h 49"/>
                <a:gd name="T14" fmla="*/ 43 w 43"/>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9">
                  <a:moveTo>
                    <a:pt x="43" y="0"/>
                  </a:moveTo>
                  <a:lnTo>
                    <a:pt x="33" y="0"/>
                  </a:lnTo>
                  <a:lnTo>
                    <a:pt x="24" y="36"/>
                  </a:lnTo>
                  <a:lnTo>
                    <a:pt x="13" y="0"/>
                  </a:lnTo>
                  <a:lnTo>
                    <a:pt x="0" y="0"/>
                  </a:lnTo>
                  <a:lnTo>
                    <a:pt x="15" y="49"/>
                  </a:lnTo>
                  <a:lnTo>
                    <a:pt x="28" y="49"/>
                  </a:lnTo>
                  <a:lnTo>
                    <a:pt x="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3" name="Freeform 12">
              <a:extLst>
                <a:ext uri="{FF2B5EF4-FFF2-40B4-BE49-F238E27FC236}">
                  <a16:creationId xmlns:a16="http://schemas.microsoft.com/office/drawing/2014/main" id="{D5C4203F-F379-4689-8872-60DF2503C49D}"/>
                </a:ext>
              </a:extLst>
            </p:cNvPr>
            <p:cNvSpPr>
              <a:spLocks/>
            </p:cNvSpPr>
            <p:nvPr/>
          </p:nvSpPr>
          <p:spPr bwMode="auto">
            <a:xfrm>
              <a:off x="6750050" y="2840038"/>
              <a:ext cx="57150" cy="77788"/>
            </a:xfrm>
            <a:custGeom>
              <a:avLst/>
              <a:gdLst>
                <a:gd name="T0" fmla="*/ 36 w 36"/>
                <a:gd name="T1" fmla="*/ 10 h 49"/>
                <a:gd name="T2" fmla="*/ 36 w 36"/>
                <a:gd name="T3" fmla="*/ 0 h 49"/>
                <a:gd name="T4" fmla="*/ 0 w 36"/>
                <a:gd name="T5" fmla="*/ 0 h 49"/>
                <a:gd name="T6" fmla="*/ 0 w 36"/>
                <a:gd name="T7" fmla="*/ 49 h 49"/>
                <a:gd name="T8" fmla="*/ 36 w 36"/>
                <a:gd name="T9" fmla="*/ 49 h 49"/>
                <a:gd name="T10" fmla="*/ 36 w 36"/>
                <a:gd name="T11" fmla="*/ 40 h 49"/>
                <a:gd name="T12" fmla="*/ 11 w 36"/>
                <a:gd name="T13" fmla="*/ 40 h 49"/>
                <a:gd name="T14" fmla="*/ 11 w 36"/>
                <a:gd name="T15" fmla="*/ 29 h 49"/>
                <a:gd name="T16" fmla="*/ 30 w 36"/>
                <a:gd name="T17" fmla="*/ 29 h 49"/>
                <a:gd name="T18" fmla="*/ 30 w 36"/>
                <a:gd name="T19" fmla="*/ 19 h 49"/>
                <a:gd name="T20" fmla="*/ 11 w 36"/>
                <a:gd name="T21" fmla="*/ 19 h 49"/>
                <a:gd name="T22" fmla="*/ 11 w 36"/>
                <a:gd name="T23" fmla="*/ 10 h 49"/>
                <a:gd name="T24" fmla="*/ 36 w 36"/>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49">
                  <a:moveTo>
                    <a:pt x="36" y="10"/>
                  </a:moveTo>
                  <a:lnTo>
                    <a:pt x="36" y="0"/>
                  </a:lnTo>
                  <a:lnTo>
                    <a:pt x="0" y="0"/>
                  </a:lnTo>
                  <a:lnTo>
                    <a:pt x="0" y="49"/>
                  </a:lnTo>
                  <a:lnTo>
                    <a:pt x="36" y="49"/>
                  </a:lnTo>
                  <a:lnTo>
                    <a:pt x="36" y="40"/>
                  </a:lnTo>
                  <a:lnTo>
                    <a:pt x="11" y="40"/>
                  </a:lnTo>
                  <a:lnTo>
                    <a:pt x="11" y="29"/>
                  </a:lnTo>
                  <a:lnTo>
                    <a:pt x="30" y="29"/>
                  </a:lnTo>
                  <a:lnTo>
                    <a:pt x="30" y="19"/>
                  </a:lnTo>
                  <a:lnTo>
                    <a:pt x="11" y="19"/>
                  </a:lnTo>
                  <a:lnTo>
                    <a:pt x="11"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4" name="Freeform 13">
              <a:extLst>
                <a:ext uri="{FF2B5EF4-FFF2-40B4-BE49-F238E27FC236}">
                  <a16:creationId xmlns:a16="http://schemas.microsoft.com/office/drawing/2014/main" id="{D1279E4E-2BDD-429D-8B3A-98468166D1FF}"/>
                </a:ext>
              </a:extLst>
            </p:cNvPr>
            <p:cNvSpPr>
              <a:spLocks noEditPoints="1"/>
            </p:cNvSpPr>
            <p:nvPr/>
          </p:nvSpPr>
          <p:spPr bwMode="auto">
            <a:xfrm>
              <a:off x="6816725" y="2840038"/>
              <a:ext cx="65088" cy="77788"/>
            </a:xfrm>
            <a:custGeom>
              <a:avLst/>
              <a:gdLst>
                <a:gd name="T0" fmla="*/ 8 w 30"/>
                <a:gd name="T1" fmla="*/ 22 h 36"/>
                <a:gd name="T2" fmla="*/ 15 w 30"/>
                <a:gd name="T3" fmla="*/ 22 h 36"/>
                <a:gd name="T4" fmla="*/ 20 w 30"/>
                <a:gd name="T5" fmla="*/ 36 h 36"/>
                <a:gd name="T6" fmla="*/ 30 w 30"/>
                <a:gd name="T7" fmla="*/ 36 h 36"/>
                <a:gd name="T8" fmla="*/ 23 w 30"/>
                <a:gd name="T9" fmla="*/ 20 h 36"/>
                <a:gd name="T10" fmla="*/ 26 w 30"/>
                <a:gd name="T11" fmla="*/ 18 h 36"/>
                <a:gd name="T12" fmla="*/ 29 w 30"/>
                <a:gd name="T13" fmla="*/ 11 h 36"/>
                <a:gd name="T14" fmla="*/ 25 w 30"/>
                <a:gd name="T15" fmla="*/ 2 h 36"/>
                <a:gd name="T16" fmla="*/ 16 w 30"/>
                <a:gd name="T17" fmla="*/ 0 h 36"/>
                <a:gd name="T18" fmla="*/ 0 w 30"/>
                <a:gd name="T19" fmla="*/ 0 h 36"/>
                <a:gd name="T20" fmla="*/ 0 w 30"/>
                <a:gd name="T21" fmla="*/ 36 h 36"/>
                <a:gd name="T22" fmla="*/ 8 w 30"/>
                <a:gd name="T23" fmla="*/ 36 h 36"/>
                <a:gd name="T24" fmla="*/ 8 w 30"/>
                <a:gd name="T25" fmla="*/ 22 h 36"/>
                <a:gd name="T26" fmla="*/ 8 w 30"/>
                <a:gd name="T27" fmla="*/ 6 h 36"/>
                <a:gd name="T28" fmla="*/ 13 w 30"/>
                <a:gd name="T29" fmla="*/ 6 h 36"/>
                <a:gd name="T30" fmla="*/ 19 w 30"/>
                <a:gd name="T31" fmla="*/ 7 h 36"/>
                <a:gd name="T32" fmla="*/ 20 w 30"/>
                <a:gd name="T33" fmla="*/ 11 h 36"/>
                <a:gd name="T34" fmla="*/ 18 w 30"/>
                <a:gd name="T35" fmla="*/ 15 h 36"/>
                <a:gd name="T36" fmla="*/ 14 w 30"/>
                <a:gd name="T37" fmla="*/ 16 h 36"/>
                <a:gd name="T38" fmla="*/ 8 w 30"/>
                <a:gd name="T39" fmla="*/ 16 h 36"/>
                <a:gd name="T40" fmla="*/ 8 w 30"/>
                <a:gd name="T41"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6">
                  <a:moveTo>
                    <a:pt x="8" y="22"/>
                  </a:moveTo>
                  <a:cubicBezTo>
                    <a:pt x="15" y="22"/>
                    <a:pt x="15" y="22"/>
                    <a:pt x="15" y="22"/>
                  </a:cubicBezTo>
                  <a:cubicBezTo>
                    <a:pt x="20" y="36"/>
                    <a:pt x="20" y="36"/>
                    <a:pt x="20" y="36"/>
                  </a:cubicBezTo>
                  <a:cubicBezTo>
                    <a:pt x="30" y="36"/>
                    <a:pt x="30" y="36"/>
                    <a:pt x="30" y="36"/>
                  </a:cubicBezTo>
                  <a:cubicBezTo>
                    <a:pt x="23" y="20"/>
                    <a:pt x="23" y="20"/>
                    <a:pt x="23" y="20"/>
                  </a:cubicBezTo>
                  <a:cubicBezTo>
                    <a:pt x="25" y="19"/>
                    <a:pt x="25" y="19"/>
                    <a:pt x="26" y="18"/>
                  </a:cubicBezTo>
                  <a:cubicBezTo>
                    <a:pt x="28" y="16"/>
                    <a:pt x="29" y="14"/>
                    <a:pt x="29" y="11"/>
                  </a:cubicBezTo>
                  <a:cubicBezTo>
                    <a:pt x="29" y="8"/>
                    <a:pt x="28" y="4"/>
                    <a:pt x="25" y="2"/>
                  </a:cubicBezTo>
                  <a:cubicBezTo>
                    <a:pt x="23" y="1"/>
                    <a:pt x="21" y="0"/>
                    <a:pt x="16" y="0"/>
                  </a:cubicBezTo>
                  <a:cubicBezTo>
                    <a:pt x="0" y="0"/>
                    <a:pt x="0" y="0"/>
                    <a:pt x="0" y="0"/>
                  </a:cubicBezTo>
                  <a:cubicBezTo>
                    <a:pt x="0" y="36"/>
                    <a:pt x="0" y="36"/>
                    <a:pt x="0" y="36"/>
                  </a:cubicBezTo>
                  <a:cubicBezTo>
                    <a:pt x="8" y="36"/>
                    <a:pt x="8" y="36"/>
                    <a:pt x="8" y="36"/>
                  </a:cubicBezTo>
                  <a:lnTo>
                    <a:pt x="8" y="22"/>
                  </a:lnTo>
                  <a:close/>
                  <a:moveTo>
                    <a:pt x="8" y="6"/>
                  </a:moveTo>
                  <a:cubicBezTo>
                    <a:pt x="13" y="6"/>
                    <a:pt x="13" y="6"/>
                    <a:pt x="13" y="6"/>
                  </a:cubicBezTo>
                  <a:cubicBezTo>
                    <a:pt x="17" y="6"/>
                    <a:pt x="18" y="6"/>
                    <a:pt x="19" y="7"/>
                  </a:cubicBezTo>
                  <a:cubicBezTo>
                    <a:pt x="20" y="8"/>
                    <a:pt x="20" y="10"/>
                    <a:pt x="20" y="11"/>
                  </a:cubicBezTo>
                  <a:cubicBezTo>
                    <a:pt x="20" y="12"/>
                    <a:pt x="19" y="14"/>
                    <a:pt x="18" y="15"/>
                  </a:cubicBezTo>
                  <a:cubicBezTo>
                    <a:pt x="17" y="16"/>
                    <a:pt x="17" y="16"/>
                    <a:pt x="14" y="16"/>
                  </a:cubicBezTo>
                  <a:cubicBezTo>
                    <a:pt x="8" y="16"/>
                    <a:pt x="8" y="16"/>
                    <a:pt x="8" y="16"/>
                  </a:cubicBezTo>
                  <a:lnTo>
                    <a:pt x="8"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5" name="Freeform 14">
              <a:extLst>
                <a:ext uri="{FF2B5EF4-FFF2-40B4-BE49-F238E27FC236}">
                  <a16:creationId xmlns:a16="http://schemas.microsoft.com/office/drawing/2014/main" id="{70DD5F17-99AA-41FD-940E-EA518141671D}"/>
                </a:ext>
              </a:extLst>
            </p:cNvPr>
            <p:cNvSpPr>
              <a:spLocks/>
            </p:cNvSpPr>
            <p:nvPr/>
          </p:nvSpPr>
          <p:spPr bwMode="auto">
            <a:xfrm>
              <a:off x="6886575" y="2838450"/>
              <a:ext cx="65088" cy="82550"/>
            </a:xfrm>
            <a:custGeom>
              <a:avLst/>
              <a:gdLst>
                <a:gd name="T0" fmla="*/ 29 w 30"/>
                <a:gd name="T1" fmla="*/ 9 h 38"/>
                <a:gd name="T2" fmla="*/ 25 w 30"/>
                <a:gd name="T3" fmla="*/ 3 h 38"/>
                <a:gd name="T4" fmla="*/ 15 w 30"/>
                <a:gd name="T5" fmla="*/ 0 h 38"/>
                <a:gd name="T6" fmla="*/ 6 w 30"/>
                <a:gd name="T7" fmla="*/ 3 h 38"/>
                <a:gd name="T8" fmla="*/ 2 w 30"/>
                <a:gd name="T9" fmla="*/ 12 h 38"/>
                <a:gd name="T10" fmla="*/ 6 w 30"/>
                <a:gd name="T11" fmla="*/ 20 h 38"/>
                <a:gd name="T12" fmla="*/ 15 w 30"/>
                <a:gd name="T13" fmla="*/ 23 h 38"/>
                <a:gd name="T14" fmla="*/ 21 w 30"/>
                <a:gd name="T15" fmla="*/ 27 h 38"/>
                <a:gd name="T16" fmla="*/ 15 w 30"/>
                <a:gd name="T17" fmla="*/ 31 h 38"/>
                <a:gd name="T18" fmla="*/ 8 w 30"/>
                <a:gd name="T19" fmla="*/ 26 h 38"/>
                <a:gd name="T20" fmla="*/ 0 w 30"/>
                <a:gd name="T21" fmla="*/ 28 h 38"/>
                <a:gd name="T22" fmla="*/ 4 w 30"/>
                <a:gd name="T23" fmla="*/ 35 h 38"/>
                <a:gd name="T24" fmla="*/ 15 w 30"/>
                <a:gd name="T25" fmla="*/ 38 h 38"/>
                <a:gd name="T26" fmla="*/ 25 w 30"/>
                <a:gd name="T27" fmla="*/ 36 h 38"/>
                <a:gd name="T28" fmla="*/ 30 w 30"/>
                <a:gd name="T29" fmla="*/ 26 h 38"/>
                <a:gd name="T30" fmla="*/ 25 w 30"/>
                <a:gd name="T31" fmla="*/ 17 h 38"/>
                <a:gd name="T32" fmla="*/ 16 w 30"/>
                <a:gd name="T33" fmla="*/ 14 h 38"/>
                <a:gd name="T34" fmla="*/ 10 w 30"/>
                <a:gd name="T35" fmla="*/ 10 h 38"/>
                <a:gd name="T36" fmla="*/ 15 w 30"/>
                <a:gd name="T37" fmla="*/ 7 h 38"/>
                <a:gd name="T38" fmla="*/ 22 w 30"/>
                <a:gd name="T39" fmla="*/ 11 h 38"/>
                <a:gd name="T40" fmla="*/ 29 w 30"/>
                <a:gd name="T41" fmla="*/ 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8">
                  <a:moveTo>
                    <a:pt x="29" y="9"/>
                  </a:moveTo>
                  <a:cubicBezTo>
                    <a:pt x="28" y="6"/>
                    <a:pt x="27" y="5"/>
                    <a:pt x="25" y="3"/>
                  </a:cubicBezTo>
                  <a:cubicBezTo>
                    <a:pt x="22" y="1"/>
                    <a:pt x="19" y="0"/>
                    <a:pt x="15" y="0"/>
                  </a:cubicBezTo>
                  <a:cubicBezTo>
                    <a:pt x="11" y="0"/>
                    <a:pt x="8" y="1"/>
                    <a:pt x="6" y="3"/>
                  </a:cubicBezTo>
                  <a:cubicBezTo>
                    <a:pt x="3" y="6"/>
                    <a:pt x="2" y="9"/>
                    <a:pt x="2" y="12"/>
                  </a:cubicBezTo>
                  <a:cubicBezTo>
                    <a:pt x="2" y="16"/>
                    <a:pt x="4" y="19"/>
                    <a:pt x="6" y="20"/>
                  </a:cubicBezTo>
                  <a:cubicBezTo>
                    <a:pt x="8" y="21"/>
                    <a:pt x="11" y="22"/>
                    <a:pt x="15" y="23"/>
                  </a:cubicBezTo>
                  <a:cubicBezTo>
                    <a:pt x="20" y="24"/>
                    <a:pt x="21" y="25"/>
                    <a:pt x="21" y="27"/>
                  </a:cubicBezTo>
                  <a:cubicBezTo>
                    <a:pt x="21" y="30"/>
                    <a:pt x="19" y="31"/>
                    <a:pt x="15" y="31"/>
                  </a:cubicBezTo>
                  <a:cubicBezTo>
                    <a:pt x="11" y="31"/>
                    <a:pt x="9" y="30"/>
                    <a:pt x="8" y="26"/>
                  </a:cubicBezTo>
                  <a:cubicBezTo>
                    <a:pt x="0" y="28"/>
                    <a:pt x="0" y="28"/>
                    <a:pt x="0" y="28"/>
                  </a:cubicBezTo>
                  <a:cubicBezTo>
                    <a:pt x="1" y="31"/>
                    <a:pt x="2" y="33"/>
                    <a:pt x="4" y="35"/>
                  </a:cubicBezTo>
                  <a:cubicBezTo>
                    <a:pt x="7" y="37"/>
                    <a:pt x="11" y="38"/>
                    <a:pt x="15" y="38"/>
                  </a:cubicBezTo>
                  <a:cubicBezTo>
                    <a:pt x="19" y="38"/>
                    <a:pt x="22" y="37"/>
                    <a:pt x="25" y="36"/>
                  </a:cubicBezTo>
                  <a:cubicBezTo>
                    <a:pt x="28" y="33"/>
                    <a:pt x="30" y="30"/>
                    <a:pt x="30" y="26"/>
                  </a:cubicBezTo>
                  <a:cubicBezTo>
                    <a:pt x="30" y="22"/>
                    <a:pt x="28" y="19"/>
                    <a:pt x="25" y="17"/>
                  </a:cubicBezTo>
                  <a:cubicBezTo>
                    <a:pt x="24" y="16"/>
                    <a:pt x="21" y="15"/>
                    <a:pt x="16" y="14"/>
                  </a:cubicBezTo>
                  <a:cubicBezTo>
                    <a:pt x="12" y="13"/>
                    <a:pt x="10" y="12"/>
                    <a:pt x="10" y="10"/>
                  </a:cubicBezTo>
                  <a:cubicBezTo>
                    <a:pt x="10" y="8"/>
                    <a:pt x="12" y="7"/>
                    <a:pt x="15" y="7"/>
                  </a:cubicBezTo>
                  <a:cubicBezTo>
                    <a:pt x="19" y="7"/>
                    <a:pt x="20" y="8"/>
                    <a:pt x="22" y="11"/>
                  </a:cubicBezTo>
                  <a:lnTo>
                    <a:pt x="29"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6" name="Rectangle 15">
              <a:extLst>
                <a:ext uri="{FF2B5EF4-FFF2-40B4-BE49-F238E27FC236}">
                  <a16:creationId xmlns:a16="http://schemas.microsoft.com/office/drawing/2014/main" id="{44532E74-7E02-4964-92F2-59E98D23CD30}"/>
                </a:ext>
              </a:extLst>
            </p:cNvPr>
            <p:cNvSpPr>
              <a:spLocks noChangeArrowheads="1"/>
            </p:cNvSpPr>
            <p:nvPr/>
          </p:nvSpPr>
          <p:spPr bwMode="auto">
            <a:xfrm>
              <a:off x="6964363" y="2840038"/>
              <a:ext cx="17463"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7" name="Freeform 16">
              <a:extLst>
                <a:ext uri="{FF2B5EF4-FFF2-40B4-BE49-F238E27FC236}">
                  <a16:creationId xmlns:a16="http://schemas.microsoft.com/office/drawing/2014/main" id="{EE37844D-B2A6-4955-8612-5EB4320724AE}"/>
                </a:ext>
              </a:extLst>
            </p:cNvPr>
            <p:cNvSpPr>
              <a:spLocks noEditPoints="1"/>
            </p:cNvSpPr>
            <p:nvPr/>
          </p:nvSpPr>
          <p:spPr bwMode="auto">
            <a:xfrm>
              <a:off x="6997700"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1 w 30"/>
                <a:gd name="T13" fmla="*/ 0 h 36"/>
                <a:gd name="T14" fmla="*/ 0 w 30"/>
                <a:gd name="T15" fmla="*/ 0 h 36"/>
                <a:gd name="T16" fmla="*/ 9 w 30"/>
                <a:gd name="T17" fmla="*/ 7 h 36"/>
                <a:gd name="T18" fmla="*/ 12 w 30"/>
                <a:gd name="T19" fmla="*/ 7 h 36"/>
                <a:gd name="T20" fmla="*/ 19 w 30"/>
                <a:gd name="T21" fmla="*/ 10 h 36"/>
                <a:gd name="T22" fmla="*/ 21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8" y="0"/>
                    <a:pt x="11" y="0"/>
                  </a:cubicBezTo>
                  <a:lnTo>
                    <a:pt x="0" y="0"/>
                  </a:lnTo>
                  <a:close/>
                  <a:moveTo>
                    <a:pt x="9" y="7"/>
                  </a:moveTo>
                  <a:cubicBezTo>
                    <a:pt x="12" y="7"/>
                    <a:pt x="12" y="7"/>
                    <a:pt x="12" y="7"/>
                  </a:cubicBezTo>
                  <a:cubicBezTo>
                    <a:pt x="15" y="7"/>
                    <a:pt x="17" y="7"/>
                    <a:pt x="19" y="10"/>
                  </a:cubicBezTo>
                  <a:cubicBezTo>
                    <a:pt x="20" y="12"/>
                    <a:pt x="21" y="15"/>
                    <a:pt x="21" y="18"/>
                  </a:cubicBezTo>
                  <a:cubicBezTo>
                    <a:pt x="21" y="21"/>
                    <a:pt x="20"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8" name="Freeform 17">
              <a:extLst>
                <a:ext uri="{FF2B5EF4-FFF2-40B4-BE49-F238E27FC236}">
                  <a16:creationId xmlns:a16="http://schemas.microsoft.com/office/drawing/2014/main" id="{C168CECB-6293-4E47-9940-6DED29A3EB28}"/>
                </a:ext>
              </a:extLst>
            </p:cNvPr>
            <p:cNvSpPr>
              <a:spLocks noEditPoints="1"/>
            </p:cNvSpPr>
            <p:nvPr/>
          </p:nvSpPr>
          <p:spPr bwMode="auto">
            <a:xfrm>
              <a:off x="7065963" y="2840038"/>
              <a:ext cx="71438" cy="77788"/>
            </a:xfrm>
            <a:custGeom>
              <a:avLst/>
              <a:gdLst>
                <a:gd name="T0" fmla="*/ 30 w 45"/>
                <a:gd name="T1" fmla="*/ 0 h 49"/>
                <a:gd name="T2" fmla="*/ 17 w 45"/>
                <a:gd name="T3" fmla="*/ 0 h 49"/>
                <a:gd name="T4" fmla="*/ 0 w 45"/>
                <a:gd name="T5" fmla="*/ 49 h 49"/>
                <a:gd name="T6" fmla="*/ 11 w 45"/>
                <a:gd name="T7" fmla="*/ 49 h 49"/>
                <a:gd name="T8" fmla="*/ 14 w 45"/>
                <a:gd name="T9" fmla="*/ 40 h 49"/>
                <a:gd name="T10" fmla="*/ 30 w 45"/>
                <a:gd name="T11" fmla="*/ 40 h 49"/>
                <a:gd name="T12" fmla="*/ 33 w 45"/>
                <a:gd name="T13" fmla="*/ 49 h 49"/>
                <a:gd name="T14" fmla="*/ 45 w 45"/>
                <a:gd name="T15" fmla="*/ 49 h 49"/>
                <a:gd name="T16" fmla="*/ 30 w 45"/>
                <a:gd name="T17" fmla="*/ 0 h 49"/>
                <a:gd name="T18" fmla="*/ 17 w 45"/>
                <a:gd name="T19" fmla="*/ 30 h 49"/>
                <a:gd name="T20" fmla="*/ 22 w 45"/>
                <a:gd name="T21" fmla="*/ 12 h 49"/>
                <a:gd name="T22" fmla="*/ 28 w 45"/>
                <a:gd name="T23" fmla="*/ 30 h 49"/>
                <a:gd name="T24" fmla="*/ 17 w 45"/>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9">
                  <a:moveTo>
                    <a:pt x="30" y="0"/>
                  </a:moveTo>
                  <a:lnTo>
                    <a:pt x="17" y="0"/>
                  </a:lnTo>
                  <a:lnTo>
                    <a:pt x="0" y="49"/>
                  </a:lnTo>
                  <a:lnTo>
                    <a:pt x="11" y="49"/>
                  </a:lnTo>
                  <a:lnTo>
                    <a:pt x="14" y="40"/>
                  </a:lnTo>
                  <a:lnTo>
                    <a:pt x="30" y="40"/>
                  </a:lnTo>
                  <a:lnTo>
                    <a:pt x="33" y="49"/>
                  </a:lnTo>
                  <a:lnTo>
                    <a:pt x="45" y="49"/>
                  </a:lnTo>
                  <a:lnTo>
                    <a:pt x="30" y="0"/>
                  </a:lnTo>
                  <a:close/>
                  <a:moveTo>
                    <a:pt x="17" y="30"/>
                  </a:moveTo>
                  <a:lnTo>
                    <a:pt x="22" y="12"/>
                  </a:lnTo>
                  <a:lnTo>
                    <a:pt x="28" y="30"/>
                  </a:lnTo>
                  <a:lnTo>
                    <a:pt x="17"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9" name="Freeform 18">
              <a:extLst>
                <a:ext uri="{FF2B5EF4-FFF2-40B4-BE49-F238E27FC236}">
                  <a16:creationId xmlns:a16="http://schemas.microsoft.com/office/drawing/2014/main" id="{ECBE2764-684D-4C75-A9BF-FA752BD3BA21}"/>
                </a:ext>
              </a:extLst>
            </p:cNvPr>
            <p:cNvSpPr>
              <a:spLocks noEditPoints="1"/>
            </p:cNvSpPr>
            <p:nvPr/>
          </p:nvSpPr>
          <p:spPr bwMode="auto">
            <a:xfrm>
              <a:off x="7146925" y="2840038"/>
              <a:ext cx="65088" cy="77788"/>
            </a:xfrm>
            <a:custGeom>
              <a:avLst/>
              <a:gdLst>
                <a:gd name="T0" fmla="*/ 0 w 30"/>
                <a:gd name="T1" fmla="*/ 0 h 36"/>
                <a:gd name="T2" fmla="*/ 0 w 30"/>
                <a:gd name="T3" fmla="*/ 36 h 36"/>
                <a:gd name="T4" fmla="*/ 13 w 30"/>
                <a:gd name="T5" fmla="*/ 36 h 36"/>
                <a:gd name="T6" fmla="*/ 25 w 30"/>
                <a:gd name="T7" fmla="*/ 31 h 36"/>
                <a:gd name="T8" fmla="*/ 30 w 30"/>
                <a:gd name="T9" fmla="*/ 18 h 36"/>
                <a:gd name="T10" fmla="*/ 25 w 30"/>
                <a:gd name="T11" fmla="*/ 5 h 36"/>
                <a:gd name="T12" fmla="*/ 11 w 30"/>
                <a:gd name="T13" fmla="*/ 0 h 36"/>
                <a:gd name="T14" fmla="*/ 0 w 30"/>
                <a:gd name="T15" fmla="*/ 0 h 36"/>
                <a:gd name="T16" fmla="*/ 8 w 30"/>
                <a:gd name="T17" fmla="*/ 7 h 36"/>
                <a:gd name="T18" fmla="*/ 12 w 30"/>
                <a:gd name="T19" fmla="*/ 7 h 36"/>
                <a:gd name="T20" fmla="*/ 19 w 30"/>
                <a:gd name="T21" fmla="*/ 10 h 36"/>
                <a:gd name="T22" fmla="*/ 21 w 30"/>
                <a:gd name="T23" fmla="*/ 18 h 36"/>
                <a:gd name="T24" fmla="*/ 18 w 30"/>
                <a:gd name="T25" fmla="*/ 27 h 36"/>
                <a:gd name="T26" fmla="*/ 12 w 30"/>
                <a:gd name="T27" fmla="*/ 30 h 36"/>
                <a:gd name="T28" fmla="*/ 8 w 30"/>
                <a:gd name="T29" fmla="*/ 30 h 36"/>
                <a:gd name="T30" fmla="*/ 8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2" y="35"/>
                    <a:pt x="25" y="31"/>
                  </a:cubicBezTo>
                  <a:cubicBezTo>
                    <a:pt x="28" y="28"/>
                    <a:pt x="30" y="23"/>
                    <a:pt x="30" y="18"/>
                  </a:cubicBezTo>
                  <a:cubicBezTo>
                    <a:pt x="30" y="13"/>
                    <a:pt x="28" y="8"/>
                    <a:pt x="25" y="5"/>
                  </a:cubicBezTo>
                  <a:cubicBezTo>
                    <a:pt x="22" y="1"/>
                    <a:pt x="18" y="0"/>
                    <a:pt x="11" y="0"/>
                  </a:cubicBezTo>
                  <a:lnTo>
                    <a:pt x="0" y="0"/>
                  </a:lnTo>
                  <a:close/>
                  <a:moveTo>
                    <a:pt x="8" y="7"/>
                  </a:moveTo>
                  <a:cubicBezTo>
                    <a:pt x="12" y="7"/>
                    <a:pt x="12" y="7"/>
                    <a:pt x="12" y="7"/>
                  </a:cubicBezTo>
                  <a:cubicBezTo>
                    <a:pt x="15" y="7"/>
                    <a:pt x="17" y="7"/>
                    <a:pt x="19" y="10"/>
                  </a:cubicBezTo>
                  <a:cubicBezTo>
                    <a:pt x="20" y="12"/>
                    <a:pt x="21" y="15"/>
                    <a:pt x="21" y="18"/>
                  </a:cubicBezTo>
                  <a:cubicBezTo>
                    <a:pt x="21" y="21"/>
                    <a:pt x="20" y="24"/>
                    <a:pt x="18" y="27"/>
                  </a:cubicBezTo>
                  <a:cubicBezTo>
                    <a:pt x="17" y="29"/>
                    <a:pt x="15" y="30"/>
                    <a:pt x="12" y="30"/>
                  </a:cubicBezTo>
                  <a:cubicBezTo>
                    <a:pt x="8" y="30"/>
                    <a:pt x="8" y="30"/>
                    <a:pt x="8" y="30"/>
                  </a:cubicBezTo>
                  <a:lnTo>
                    <a:pt x="8"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0" name="Freeform 19">
              <a:extLst>
                <a:ext uri="{FF2B5EF4-FFF2-40B4-BE49-F238E27FC236}">
                  <a16:creationId xmlns:a16="http://schemas.microsoft.com/office/drawing/2014/main" id="{C51A37E4-7B2E-4C8C-AB54-6562A4C10B22}"/>
                </a:ext>
              </a:extLst>
            </p:cNvPr>
            <p:cNvSpPr>
              <a:spLocks noEditPoints="1"/>
            </p:cNvSpPr>
            <p:nvPr/>
          </p:nvSpPr>
          <p:spPr bwMode="auto">
            <a:xfrm>
              <a:off x="7246938" y="2840038"/>
              <a:ext cx="68263" cy="77788"/>
            </a:xfrm>
            <a:custGeom>
              <a:avLst/>
              <a:gdLst>
                <a:gd name="T0" fmla="*/ 28 w 43"/>
                <a:gd name="T1" fmla="*/ 0 h 49"/>
                <a:gd name="T2" fmla="*/ 15 w 43"/>
                <a:gd name="T3" fmla="*/ 0 h 49"/>
                <a:gd name="T4" fmla="*/ 0 w 43"/>
                <a:gd name="T5" fmla="*/ 49 h 49"/>
                <a:gd name="T6" fmla="*/ 9 w 43"/>
                <a:gd name="T7" fmla="*/ 49 h 49"/>
                <a:gd name="T8" fmla="*/ 12 w 43"/>
                <a:gd name="T9" fmla="*/ 40 h 49"/>
                <a:gd name="T10" fmla="*/ 28 w 43"/>
                <a:gd name="T11" fmla="*/ 40 h 49"/>
                <a:gd name="T12" fmla="*/ 31 w 43"/>
                <a:gd name="T13" fmla="*/ 49 h 49"/>
                <a:gd name="T14" fmla="*/ 43 w 43"/>
                <a:gd name="T15" fmla="*/ 49 h 49"/>
                <a:gd name="T16" fmla="*/ 28 w 43"/>
                <a:gd name="T17" fmla="*/ 0 h 49"/>
                <a:gd name="T18" fmla="*/ 15 w 43"/>
                <a:gd name="T19" fmla="*/ 30 h 49"/>
                <a:gd name="T20" fmla="*/ 20 w 43"/>
                <a:gd name="T21" fmla="*/ 12 h 49"/>
                <a:gd name="T22" fmla="*/ 25 w 43"/>
                <a:gd name="T23" fmla="*/ 30 h 49"/>
                <a:gd name="T24" fmla="*/ 15 w 43"/>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9">
                  <a:moveTo>
                    <a:pt x="28" y="0"/>
                  </a:moveTo>
                  <a:lnTo>
                    <a:pt x="15" y="0"/>
                  </a:lnTo>
                  <a:lnTo>
                    <a:pt x="0" y="49"/>
                  </a:lnTo>
                  <a:lnTo>
                    <a:pt x="9" y="49"/>
                  </a:lnTo>
                  <a:lnTo>
                    <a:pt x="12" y="40"/>
                  </a:lnTo>
                  <a:lnTo>
                    <a:pt x="28" y="40"/>
                  </a:lnTo>
                  <a:lnTo>
                    <a:pt x="31" y="49"/>
                  </a:lnTo>
                  <a:lnTo>
                    <a:pt x="43" y="49"/>
                  </a:lnTo>
                  <a:lnTo>
                    <a:pt x="28" y="0"/>
                  </a:lnTo>
                  <a:close/>
                  <a:moveTo>
                    <a:pt x="15" y="30"/>
                  </a:moveTo>
                  <a:lnTo>
                    <a:pt x="20" y="12"/>
                  </a:lnTo>
                  <a:lnTo>
                    <a:pt x="25" y="30"/>
                  </a:lnTo>
                  <a:lnTo>
                    <a:pt x="15"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1" name="Freeform 20">
              <a:extLst>
                <a:ext uri="{FF2B5EF4-FFF2-40B4-BE49-F238E27FC236}">
                  <a16:creationId xmlns:a16="http://schemas.microsoft.com/office/drawing/2014/main" id="{18A1BF2C-7C38-4593-8834-B70BBC1A5FE2}"/>
                </a:ext>
              </a:extLst>
            </p:cNvPr>
            <p:cNvSpPr>
              <a:spLocks noEditPoints="1"/>
            </p:cNvSpPr>
            <p:nvPr/>
          </p:nvSpPr>
          <p:spPr bwMode="auto">
            <a:xfrm>
              <a:off x="7324725"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2 w 30"/>
                <a:gd name="T13" fmla="*/ 0 h 36"/>
                <a:gd name="T14" fmla="*/ 0 w 30"/>
                <a:gd name="T15" fmla="*/ 0 h 36"/>
                <a:gd name="T16" fmla="*/ 9 w 30"/>
                <a:gd name="T17" fmla="*/ 7 h 36"/>
                <a:gd name="T18" fmla="*/ 12 w 30"/>
                <a:gd name="T19" fmla="*/ 7 h 36"/>
                <a:gd name="T20" fmla="*/ 19 w 30"/>
                <a:gd name="T21" fmla="*/ 10 h 36"/>
                <a:gd name="T22" fmla="*/ 22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9" y="0"/>
                    <a:pt x="12" y="0"/>
                  </a:cubicBezTo>
                  <a:lnTo>
                    <a:pt x="0" y="0"/>
                  </a:lnTo>
                  <a:close/>
                  <a:moveTo>
                    <a:pt x="9" y="7"/>
                  </a:moveTo>
                  <a:cubicBezTo>
                    <a:pt x="12" y="7"/>
                    <a:pt x="12" y="7"/>
                    <a:pt x="12" y="7"/>
                  </a:cubicBezTo>
                  <a:cubicBezTo>
                    <a:pt x="15" y="7"/>
                    <a:pt x="17" y="7"/>
                    <a:pt x="19" y="10"/>
                  </a:cubicBezTo>
                  <a:cubicBezTo>
                    <a:pt x="21" y="12"/>
                    <a:pt x="22" y="15"/>
                    <a:pt x="22" y="18"/>
                  </a:cubicBezTo>
                  <a:cubicBezTo>
                    <a:pt x="22" y="21"/>
                    <a:pt x="21"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2" name="Freeform 21">
              <a:extLst>
                <a:ext uri="{FF2B5EF4-FFF2-40B4-BE49-F238E27FC236}">
                  <a16:creationId xmlns:a16="http://schemas.microsoft.com/office/drawing/2014/main" id="{1B598A72-D03E-4D5B-ADF9-3A0CD5571F0A}"/>
                </a:ext>
              </a:extLst>
            </p:cNvPr>
            <p:cNvSpPr>
              <a:spLocks noEditPoints="1"/>
            </p:cNvSpPr>
            <p:nvPr/>
          </p:nvSpPr>
          <p:spPr bwMode="auto">
            <a:xfrm>
              <a:off x="7397750"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6 w 31"/>
                <a:gd name="T19" fmla="*/ 7 h 38"/>
                <a:gd name="T20" fmla="*/ 21 w 31"/>
                <a:gd name="T21" fmla="*/ 10 h 38"/>
                <a:gd name="T22" fmla="*/ 22 w 31"/>
                <a:gd name="T23" fmla="*/ 19 h 38"/>
                <a:gd name="T24" fmla="*/ 16 w 31"/>
                <a:gd name="T25" fmla="*/ 31 h 38"/>
                <a:gd name="T26" fmla="*/ 9 w 31"/>
                <a:gd name="T27" fmla="*/ 19 h 38"/>
                <a:gd name="T28" fmla="*/ 16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2" y="9"/>
                    <a:pt x="0" y="14"/>
                    <a:pt x="0" y="19"/>
                  </a:cubicBezTo>
                  <a:cubicBezTo>
                    <a:pt x="0" y="24"/>
                    <a:pt x="2" y="29"/>
                    <a:pt x="4" y="33"/>
                  </a:cubicBezTo>
                  <a:cubicBezTo>
                    <a:pt x="7" y="36"/>
                    <a:pt x="11" y="38"/>
                    <a:pt x="15" y="38"/>
                  </a:cubicBezTo>
                  <a:cubicBezTo>
                    <a:pt x="20" y="38"/>
                    <a:pt x="25" y="36"/>
                    <a:pt x="27" y="33"/>
                  </a:cubicBezTo>
                  <a:cubicBezTo>
                    <a:pt x="30" y="29"/>
                    <a:pt x="31" y="24"/>
                    <a:pt x="31" y="19"/>
                  </a:cubicBezTo>
                  <a:cubicBezTo>
                    <a:pt x="31" y="14"/>
                    <a:pt x="30" y="9"/>
                    <a:pt x="27" y="6"/>
                  </a:cubicBezTo>
                  <a:cubicBezTo>
                    <a:pt x="25" y="2"/>
                    <a:pt x="21" y="0"/>
                    <a:pt x="16" y="0"/>
                  </a:cubicBezTo>
                  <a:moveTo>
                    <a:pt x="16" y="7"/>
                  </a:moveTo>
                  <a:cubicBezTo>
                    <a:pt x="18" y="7"/>
                    <a:pt x="20" y="8"/>
                    <a:pt x="21" y="10"/>
                  </a:cubicBezTo>
                  <a:cubicBezTo>
                    <a:pt x="22" y="12"/>
                    <a:pt x="22" y="15"/>
                    <a:pt x="22" y="19"/>
                  </a:cubicBezTo>
                  <a:cubicBezTo>
                    <a:pt x="22" y="27"/>
                    <a:pt x="20" y="31"/>
                    <a:pt x="16" y="31"/>
                  </a:cubicBezTo>
                  <a:cubicBezTo>
                    <a:pt x="11" y="31"/>
                    <a:pt x="9" y="27"/>
                    <a:pt x="9" y="19"/>
                  </a:cubicBezTo>
                  <a:cubicBezTo>
                    <a:pt x="9" y="11"/>
                    <a:pt x="11" y="7"/>
                    <a:pt x="16"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3" name="Freeform 22">
              <a:extLst>
                <a:ext uri="{FF2B5EF4-FFF2-40B4-BE49-F238E27FC236}">
                  <a16:creationId xmlns:a16="http://schemas.microsoft.com/office/drawing/2014/main" id="{AE268EC0-351E-481F-AE06-1CCF71E04CA9}"/>
                </a:ext>
              </a:extLst>
            </p:cNvPr>
            <p:cNvSpPr>
              <a:spLocks/>
            </p:cNvSpPr>
            <p:nvPr/>
          </p:nvSpPr>
          <p:spPr bwMode="auto">
            <a:xfrm>
              <a:off x="7478713" y="2840038"/>
              <a:ext cx="49213" cy="77788"/>
            </a:xfrm>
            <a:custGeom>
              <a:avLst/>
              <a:gdLst>
                <a:gd name="T0" fmla="*/ 10 w 31"/>
                <a:gd name="T1" fmla="*/ 40 h 49"/>
                <a:gd name="T2" fmla="*/ 10 w 31"/>
                <a:gd name="T3" fmla="*/ 0 h 49"/>
                <a:gd name="T4" fmla="*/ 0 w 31"/>
                <a:gd name="T5" fmla="*/ 0 h 49"/>
                <a:gd name="T6" fmla="*/ 0 w 31"/>
                <a:gd name="T7" fmla="*/ 49 h 49"/>
                <a:gd name="T8" fmla="*/ 31 w 31"/>
                <a:gd name="T9" fmla="*/ 49 h 49"/>
                <a:gd name="T10" fmla="*/ 31 w 31"/>
                <a:gd name="T11" fmla="*/ 40 h 49"/>
                <a:gd name="T12" fmla="*/ 10 w 31"/>
                <a:gd name="T13" fmla="*/ 40 h 49"/>
              </a:gdLst>
              <a:ahLst/>
              <a:cxnLst>
                <a:cxn ang="0">
                  <a:pos x="T0" y="T1"/>
                </a:cxn>
                <a:cxn ang="0">
                  <a:pos x="T2" y="T3"/>
                </a:cxn>
                <a:cxn ang="0">
                  <a:pos x="T4" y="T5"/>
                </a:cxn>
                <a:cxn ang="0">
                  <a:pos x="T6" y="T7"/>
                </a:cxn>
                <a:cxn ang="0">
                  <a:pos x="T8" y="T9"/>
                </a:cxn>
                <a:cxn ang="0">
                  <a:pos x="T10" y="T11"/>
                </a:cxn>
                <a:cxn ang="0">
                  <a:pos x="T12" y="T13"/>
                </a:cxn>
              </a:cxnLst>
              <a:rect l="0" t="0" r="r" b="b"/>
              <a:pathLst>
                <a:path w="31" h="49">
                  <a:moveTo>
                    <a:pt x="10" y="40"/>
                  </a:moveTo>
                  <a:lnTo>
                    <a:pt x="10" y="0"/>
                  </a:lnTo>
                  <a:lnTo>
                    <a:pt x="0" y="0"/>
                  </a:lnTo>
                  <a:lnTo>
                    <a:pt x="0" y="49"/>
                  </a:lnTo>
                  <a:lnTo>
                    <a:pt x="31" y="49"/>
                  </a:lnTo>
                  <a:lnTo>
                    <a:pt x="31" y="40"/>
                  </a:lnTo>
                  <a:lnTo>
                    <a:pt x="10"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4" name="Freeform 23">
              <a:extLst>
                <a:ext uri="{FF2B5EF4-FFF2-40B4-BE49-F238E27FC236}">
                  <a16:creationId xmlns:a16="http://schemas.microsoft.com/office/drawing/2014/main" id="{9A4A82FF-9A69-43F0-99D1-97B5B755A47F}"/>
                </a:ext>
              </a:extLst>
            </p:cNvPr>
            <p:cNvSpPr>
              <a:spLocks/>
            </p:cNvSpPr>
            <p:nvPr/>
          </p:nvSpPr>
          <p:spPr bwMode="auto">
            <a:xfrm>
              <a:off x="7535863" y="2840038"/>
              <a:ext cx="57150" cy="77788"/>
            </a:xfrm>
            <a:custGeom>
              <a:avLst/>
              <a:gdLst>
                <a:gd name="T0" fmla="*/ 36 w 36"/>
                <a:gd name="T1" fmla="*/ 10 h 49"/>
                <a:gd name="T2" fmla="*/ 36 w 36"/>
                <a:gd name="T3" fmla="*/ 0 h 49"/>
                <a:gd name="T4" fmla="*/ 0 w 36"/>
                <a:gd name="T5" fmla="*/ 0 h 49"/>
                <a:gd name="T6" fmla="*/ 0 w 36"/>
                <a:gd name="T7" fmla="*/ 49 h 49"/>
                <a:gd name="T8" fmla="*/ 13 w 36"/>
                <a:gd name="T9" fmla="*/ 49 h 49"/>
                <a:gd name="T10" fmla="*/ 13 w 36"/>
                <a:gd name="T11" fmla="*/ 30 h 49"/>
                <a:gd name="T12" fmla="*/ 32 w 36"/>
                <a:gd name="T13" fmla="*/ 30 h 49"/>
                <a:gd name="T14" fmla="*/ 32 w 36"/>
                <a:gd name="T15" fmla="*/ 21 h 49"/>
                <a:gd name="T16" fmla="*/ 13 w 36"/>
                <a:gd name="T17" fmla="*/ 21 h 49"/>
                <a:gd name="T18" fmla="*/ 13 w 36"/>
                <a:gd name="T19" fmla="*/ 10 h 49"/>
                <a:gd name="T20" fmla="*/ 36 w 36"/>
                <a:gd name="T21"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49">
                  <a:moveTo>
                    <a:pt x="36" y="10"/>
                  </a:moveTo>
                  <a:lnTo>
                    <a:pt x="36" y="0"/>
                  </a:lnTo>
                  <a:lnTo>
                    <a:pt x="0" y="0"/>
                  </a:lnTo>
                  <a:lnTo>
                    <a:pt x="0" y="49"/>
                  </a:lnTo>
                  <a:lnTo>
                    <a:pt x="13" y="49"/>
                  </a:lnTo>
                  <a:lnTo>
                    <a:pt x="13" y="30"/>
                  </a:lnTo>
                  <a:lnTo>
                    <a:pt x="32" y="30"/>
                  </a:lnTo>
                  <a:lnTo>
                    <a:pt x="32" y="21"/>
                  </a:lnTo>
                  <a:lnTo>
                    <a:pt x="13" y="21"/>
                  </a:lnTo>
                  <a:lnTo>
                    <a:pt x="13"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5" name="Freeform 24">
              <a:extLst>
                <a:ext uri="{FF2B5EF4-FFF2-40B4-BE49-F238E27FC236}">
                  <a16:creationId xmlns:a16="http://schemas.microsoft.com/office/drawing/2014/main" id="{4FBC13B9-719F-4763-972A-9F5937285E05}"/>
                </a:ext>
              </a:extLst>
            </p:cNvPr>
            <p:cNvSpPr>
              <a:spLocks noEditPoints="1"/>
            </p:cNvSpPr>
            <p:nvPr/>
          </p:nvSpPr>
          <p:spPr bwMode="auto">
            <a:xfrm>
              <a:off x="7599363"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5 w 31"/>
                <a:gd name="T19" fmla="*/ 7 h 38"/>
                <a:gd name="T20" fmla="*/ 21 w 31"/>
                <a:gd name="T21" fmla="*/ 10 h 38"/>
                <a:gd name="T22" fmla="*/ 22 w 31"/>
                <a:gd name="T23" fmla="*/ 19 h 38"/>
                <a:gd name="T24" fmla="*/ 15 w 31"/>
                <a:gd name="T25" fmla="*/ 31 h 38"/>
                <a:gd name="T26" fmla="*/ 9 w 31"/>
                <a:gd name="T27" fmla="*/ 19 h 38"/>
                <a:gd name="T28" fmla="*/ 15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1" y="9"/>
                    <a:pt x="0" y="14"/>
                    <a:pt x="0" y="19"/>
                  </a:cubicBezTo>
                  <a:cubicBezTo>
                    <a:pt x="0" y="24"/>
                    <a:pt x="1" y="29"/>
                    <a:pt x="4" y="33"/>
                  </a:cubicBezTo>
                  <a:cubicBezTo>
                    <a:pt x="7" y="36"/>
                    <a:pt x="11" y="38"/>
                    <a:pt x="15" y="38"/>
                  </a:cubicBezTo>
                  <a:cubicBezTo>
                    <a:pt x="20" y="38"/>
                    <a:pt x="24" y="36"/>
                    <a:pt x="27" y="33"/>
                  </a:cubicBezTo>
                  <a:cubicBezTo>
                    <a:pt x="29" y="29"/>
                    <a:pt x="31" y="24"/>
                    <a:pt x="31" y="19"/>
                  </a:cubicBezTo>
                  <a:cubicBezTo>
                    <a:pt x="31" y="14"/>
                    <a:pt x="30" y="9"/>
                    <a:pt x="27" y="6"/>
                  </a:cubicBezTo>
                  <a:cubicBezTo>
                    <a:pt x="24" y="2"/>
                    <a:pt x="20" y="0"/>
                    <a:pt x="16" y="0"/>
                  </a:cubicBezTo>
                  <a:moveTo>
                    <a:pt x="15" y="7"/>
                  </a:moveTo>
                  <a:cubicBezTo>
                    <a:pt x="18" y="7"/>
                    <a:pt x="19" y="8"/>
                    <a:pt x="21" y="10"/>
                  </a:cubicBezTo>
                  <a:cubicBezTo>
                    <a:pt x="22" y="12"/>
                    <a:pt x="22" y="15"/>
                    <a:pt x="22" y="19"/>
                  </a:cubicBezTo>
                  <a:cubicBezTo>
                    <a:pt x="22" y="27"/>
                    <a:pt x="20" y="31"/>
                    <a:pt x="15" y="31"/>
                  </a:cubicBezTo>
                  <a:cubicBezTo>
                    <a:pt x="11" y="31"/>
                    <a:pt x="9" y="27"/>
                    <a:pt x="9" y="19"/>
                  </a:cubicBezTo>
                  <a:cubicBezTo>
                    <a:pt x="9" y="11"/>
                    <a:pt x="11" y="7"/>
                    <a:pt x="15"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6" name="Rectangle 25">
              <a:extLst>
                <a:ext uri="{FF2B5EF4-FFF2-40B4-BE49-F238E27FC236}">
                  <a16:creationId xmlns:a16="http://schemas.microsoft.com/office/drawing/2014/main" id="{2B0A03E1-C666-4175-A941-D3648FB79D12}"/>
                </a:ext>
              </a:extLst>
            </p:cNvPr>
            <p:cNvSpPr>
              <a:spLocks noChangeArrowheads="1"/>
            </p:cNvSpPr>
            <p:nvPr/>
          </p:nvSpPr>
          <p:spPr bwMode="auto">
            <a:xfrm>
              <a:off x="7707313"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7" name="Freeform 26">
              <a:extLst>
                <a:ext uri="{FF2B5EF4-FFF2-40B4-BE49-F238E27FC236}">
                  <a16:creationId xmlns:a16="http://schemas.microsoft.com/office/drawing/2014/main" id="{2EFA2493-D022-4827-92A0-7FF384224BFC}"/>
                </a:ext>
              </a:extLst>
            </p:cNvPr>
            <p:cNvSpPr>
              <a:spLocks noEditPoints="1"/>
            </p:cNvSpPr>
            <p:nvPr/>
          </p:nvSpPr>
          <p:spPr bwMode="auto">
            <a:xfrm>
              <a:off x="7742238" y="2840038"/>
              <a:ext cx="65088" cy="77788"/>
            </a:xfrm>
            <a:custGeom>
              <a:avLst/>
              <a:gdLst>
                <a:gd name="T0" fmla="*/ 0 w 30"/>
                <a:gd name="T1" fmla="*/ 0 h 36"/>
                <a:gd name="T2" fmla="*/ 0 w 30"/>
                <a:gd name="T3" fmla="*/ 36 h 36"/>
                <a:gd name="T4" fmla="*/ 17 w 30"/>
                <a:gd name="T5" fmla="*/ 36 h 36"/>
                <a:gd name="T6" fmla="*/ 27 w 30"/>
                <a:gd name="T7" fmla="*/ 34 h 36"/>
                <a:gd name="T8" fmla="*/ 30 w 30"/>
                <a:gd name="T9" fmla="*/ 26 h 36"/>
                <a:gd name="T10" fmla="*/ 27 w 30"/>
                <a:gd name="T11" fmla="*/ 20 h 36"/>
                <a:gd name="T12" fmla="*/ 23 w 30"/>
                <a:gd name="T13" fmla="*/ 17 h 36"/>
                <a:gd name="T14" fmla="*/ 29 w 30"/>
                <a:gd name="T15" fmla="*/ 9 h 36"/>
                <a:gd name="T16" fmla="*/ 26 w 30"/>
                <a:gd name="T17" fmla="*/ 2 h 36"/>
                <a:gd name="T18" fmla="*/ 17 w 30"/>
                <a:gd name="T19" fmla="*/ 0 h 36"/>
                <a:gd name="T20" fmla="*/ 0 w 30"/>
                <a:gd name="T21" fmla="*/ 0 h 36"/>
                <a:gd name="T22" fmla="*/ 9 w 30"/>
                <a:gd name="T23" fmla="*/ 6 h 36"/>
                <a:gd name="T24" fmla="*/ 14 w 30"/>
                <a:gd name="T25" fmla="*/ 6 h 36"/>
                <a:gd name="T26" fmla="*/ 19 w 30"/>
                <a:gd name="T27" fmla="*/ 7 h 36"/>
                <a:gd name="T28" fmla="*/ 20 w 30"/>
                <a:gd name="T29" fmla="*/ 10 h 36"/>
                <a:gd name="T30" fmla="*/ 19 w 30"/>
                <a:gd name="T31" fmla="*/ 13 h 36"/>
                <a:gd name="T32" fmla="*/ 15 w 30"/>
                <a:gd name="T33" fmla="*/ 14 h 36"/>
                <a:gd name="T34" fmla="*/ 9 w 30"/>
                <a:gd name="T35" fmla="*/ 14 h 36"/>
                <a:gd name="T36" fmla="*/ 9 w 30"/>
                <a:gd name="T37" fmla="*/ 6 h 36"/>
                <a:gd name="T38" fmla="*/ 9 w 30"/>
                <a:gd name="T39" fmla="*/ 21 h 36"/>
                <a:gd name="T40" fmla="*/ 16 w 30"/>
                <a:gd name="T41" fmla="*/ 21 h 36"/>
                <a:gd name="T42" fmla="*/ 21 w 30"/>
                <a:gd name="T43" fmla="*/ 25 h 36"/>
                <a:gd name="T44" fmla="*/ 19 w 30"/>
                <a:gd name="T45" fmla="*/ 29 h 36"/>
                <a:gd name="T46" fmla="*/ 15 w 30"/>
                <a:gd name="T47" fmla="*/ 30 h 36"/>
                <a:gd name="T48" fmla="*/ 9 w 30"/>
                <a:gd name="T49" fmla="*/ 30 h 36"/>
                <a:gd name="T50" fmla="*/ 9 w 30"/>
                <a:gd name="T51"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 h="36">
                  <a:moveTo>
                    <a:pt x="0" y="0"/>
                  </a:moveTo>
                  <a:cubicBezTo>
                    <a:pt x="0" y="36"/>
                    <a:pt x="0" y="36"/>
                    <a:pt x="0" y="36"/>
                  </a:cubicBezTo>
                  <a:cubicBezTo>
                    <a:pt x="17" y="36"/>
                    <a:pt x="17" y="36"/>
                    <a:pt x="17" y="36"/>
                  </a:cubicBezTo>
                  <a:cubicBezTo>
                    <a:pt x="22" y="36"/>
                    <a:pt x="25" y="36"/>
                    <a:pt x="27" y="34"/>
                  </a:cubicBezTo>
                  <a:cubicBezTo>
                    <a:pt x="29" y="32"/>
                    <a:pt x="30" y="29"/>
                    <a:pt x="30" y="26"/>
                  </a:cubicBezTo>
                  <a:cubicBezTo>
                    <a:pt x="30" y="24"/>
                    <a:pt x="29" y="21"/>
                    <a:pt x="27" y="20"/>
                  </a:cubicBezTo>
                  <a:cubicBezTo>
                    <a:pt x="26" y="18"/>
                    <a:pt x="25" y="18"/>
                    <a:pt x="23" y="17"/>
                  </a:cubicBezTo>
                  <a:cubicBezTo>
                    <a:pt x="27" y="16"/>
                    <a:pt x="29" y="13"/>
                    <a:pt x="29" y="9"/>
                  </a:cubicBezTo>
                  <a:cubicBezTo>
                    <a:pt x="29" y="6"/>
                    <a:pt x="28" y="4"/>
                    <a:pt x="26" y="2"/>
                  </a:cubicBezTo>
                  <a:cubicBezTo>
                    <a:pt x="24" y="0"/>
                    <a:pt x="21" y="0"/>
                    <a:pt x="17" y="0"/>
                  </a:cubicBezTo>
                  <a:lnTo>
                    <a:pt x="0" y="0"/>
                  </a:lnTo>
                  <a:close/>
                  <a:moveTo>
                    <a:pt x="9" y="6"/>
                  </a:moveTo>
                  <a:cubicBezTo>
                    <a:pt x="14" y="6"/>
                    <a:pt x="14" y="6"/>
                    <a:pt x="14" y="6"/>
                  </a:cubicBezTo>
                  <a:cubicBezTo>
                    <a:pt x="18" y="6"/>
                    <a:pt x="18" y="6"/>
                    <a:pt x="19" y="7"/>
                  </a:cubicBezTo>
                  <a:cubicBezTo>
                    <a:pt x="20" y="8"/>
                    <a:pt x="20" y="9"/>
                    <a:pt x="20" y="10"/>
                  </a:cubicBezTo>
                  <a:cubicBezTo>
                    <a:pt x="20" y="12"/>
                    <a:pt x="20" y="13"/>
                    <a:pt x="19" y="13"/>
                  </a:cubicBezTo>
                  <a:cubicBezTo>
                    <a:pt x="18" y="14"/>
                    <a:pt x="17" y="14"/>
                    <a:pt x="15" y="14"/>
                  </a:cubicBezTo>
                  <a:cubicBezTo>
                    <a:pt x="9" y="14"/>
                    <a:pt x="9" y="14"/>
                    <a:pt x="9" y="14"/>
                  </a:cubicBezTo>
                  <a:lnTo>
                    <a:pt x="9" y="6"/>
                  </a:lnTo>
                  <a:close/>
                  <a:moveTo>
                    <a:pt x="9" y="21"/>
                  </a:moveTo>
                  <a:cubicBezTo>
                    <a:pt x="16" y="21"/>
                    <a:pt x="16" y="21"/>
                    <a:pt x="16" y="21"/>
                  </a:cubicBezTo>
                  <a:cubicBezTo>
                    <a:pt x="19" y="21"/>
                    <a:pt x="21" y="22"/>
                    <a:pt x="21" y="25"/>
                  </a:cubicBezTo>
                  <a:cubicBezTo>
                    <a:pt x="21" y="27"/>
                    <a:pt x="20" y="28"/>
                    <a:pt x="19" y="29"/>
                  </a:cubicBezTo>
                  <a:cubicBezTo>
                    <a:pt x="18" y="29"/>
                    <a:pt x="17" y="30"/>
                    <a:pt x="15" y="30"/>
                  </a:cubicBezTo>
                  <a:cubicBezTo>
                    <a:pt x="9" y="30"/>
                    <a:pt x="9" y="30"/>
                    <a:pt x="9" y="30"/>
                  </a:cubicBezTo>
                  <a:lnTo>
                    <a:pt x="9"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8" name="Freeform 27">
              <a:extLst>
                <a:ext uri="{FF2B5EF4-FFF2-40B4-BE49-F238E27FC236}">
                  <a16:creationId xmlns:a16="http://schemas.microsoft.com/office/drawing/2014/main" id="{7772AC13-9691-43FB-BB0D-D5B3FFC9F1F7}"/>
                </a:ext>
              </a:extLst>
            </p:cNvPr>
            <p:cNvSpPr>
              <a:spLocks noEditPoints="1"/>
            </p:cNvSpPr>
            <p:nvPr/>
          </p:nvSpPr>
          <p:spPr bwMode="auto">
            <a:xfrm>
              <a:off x="7812088" y="2814638"/>
              <a:ext cx="71438" cy="103188"/>
            </a:xfrm>
            <a:custGeom>
              <a:avLst/>
              <a:gdLst>
                <a:gd name="T0" fmla="*/ 30 w 45"/>
                <a:gd name="T1" fmla="*/ 16 h 65"/>
                <a:gd name="T2" fmla="*/ 16 w 45"/>
                <a:gd name="T3" fmla="*/ 16 h 65"/>
                <a:gd name="T4" fmla="*/ 0 w 45"/>
                <a:gd name="T5" fmla="*/ 65 h 65"/>
                <a:gd name="T6" fmla="*/ 9 w 45"/>
                <a:gd name="T7" fmla="*/ 65 h 65"/>
                <a:gd name="T8" fmla="*/ 13 w 45"/>
                <a:gd name="T9" fmla="*/ 56 h 65"/>
                <a:gd name="T10" fmla="*/ 30 w 45"/>
                <a:gd name="T11" fmla="*/ 56 h 65"/>
                <a:gd name="T12" fmla="*/ 32 w 45"/>
                <a:gd name="T13" fmla="*/ 65 h 65"/>
                <a:gd name="T14" fmla="*/ 45 w 45"/>
                <a:gd name="T15" fmla="*/ 65 h 65"/>
                <a:gd name="T16" fmla="*/ 30 w 45"/>
                <a:gd name="T17" fmla="*/ 16 h 65"/>
                <a:gd name="T18" fmla="*/ 16 w 45"/>
                <a:gd name="T19" fmla="*/ 46 h 65"/>
                <a:gd name="T20" fmla="*/ 21 w 45"/>
                <a:gd name="T21" fmla="*/ 28 h 65"/>
                <a:gd name="T22" fmla="*/ 27 w 45"/>
                <a:gd name="T23" fmla="*/ 46 h 65"/>
                <a:gd name="T24" fmla="*/ 16 w 45"/>
                <a:gd name="T25" fmla="*/ 46 h 65"/>
                <a:gd name="T26" fmla="*/ 32 w 45"/>
                <a:gd name="T27" fmla="*/ 0 h 65"/>
                <a:gd name="T28" fmla="*/ 16 w 45"/>
                <a:gd name="T29" fmla="*/ 8 h 65"/>
                <a:gd name="T30" fmla="*/ 19 w 45"/>
                <a:gd name="T31" fmla="*/ 12 h 65"/>
                <a:gd name="T32" fmla="*/ 35 w 45"/>
                <a:gd name="T33" fmla="*/ 7 h 65"/>
                <a:gd name="T34" fmla="*/ 32 w 45"/>
                <a:gd name="T3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 h="65">
                  <a:moveTo>
                    <a:pt x="30" y="16"/>
                  </a:moveTo>
                  <a:lnTo>
                    <a:pt x="16" y="16"/>
                  </a:lnTo>
                  <a:lnTo>
                    <a:pt x="0" y="65"/>
                  </a:lnTo>
                  <a:lnTo>
                    <a:pt x="9" y="65"/>
                  </a:lnTo>
                  <a:lnTo>
                    <a:pt x="13" y="56"/>
                  </a:lnTo>
                  <a:lnTo>
                    <a:pt x="30" y="56"/>
                  </a:lnTo>
                  <a:lnTo>
                    <a:pt x="32" y="65"/>
                  </a:lnTo>
                  <a:lnTo>
                    <a:pt x="45" y="65"/>
                  </a:lnTo>
                  <a:lnTo>
                    <a:pt x="30" y="16"/>
                  </a:lnTo>
                  <a:close/>
                  <a:moveTo>
                    <a:pt x="16" y="46"/>
                  </a:moveTo>
                  <a:lnTo>
                    <a:pt x="21" y="28"/>
                  </a:lnTo>
                  <a:lnTo>
                    <a:pt x="27" y="46"/>
                  </a:lnTo>
                  <a:lnTo>
                    <a:pt x="16" y="46"/>
                  </a:lnTo>
                  <a:close/>
                  <a:moveTo>
                    <a:pt x="32" y="0"/>
                  </a:moveTo>
                  <a:lnTo>
                    <a:pt x="16" y="8"/>
                  </a:lnTo>
                  <a:lnTo>
                    <a:pt x="19" y="12"/>
                  </a:lnTo>
                  <a:lnTo>
                    <a:pt x="35" y="7"/>
                  </a:lnTo>
                  <a:lnTo>
                    <a:pt x="3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9" name="Freeform 28">
              <a:extLst>
                <a:ext uri="{FF2B5EF4-FFF2-40B4-BE49-F238E27FC236}">
                  <a16:creationId xmlns:a16="http://schemas.microsoft.com/office/drawing/2014/main" id="{A3D97595-A9BE-40A0-92E1-AAFD30F43D75}"/>
                </a:ext>
              </a:extLst>
            </p:cNvPr>
            <p:cNvSpPr>
              <a:spLocks noEditPoints="1"/>
            </p:cNvSpPr>
            <p:nvPr/>
          </p:nvSpPr>
          <p:spPr bwMode="auto">
            <a:xfrm>
              <a:off x="7891463" y="2816225"/>
              <a:ext cx="60325" cy="101600"/>
            </a:xfrm>
            <a:custGeom>
              <a:avLst/>
              <a:gdLst>
                <a:gd name="T0" fmla="*/ 28 w 28"/>
                <a:gd name="T1" fmla="*/ 11 h 47"/>
                <a:gd name="T2" fmla="*/ 21 w 28"/>
                <a:gd name="T3" fmla="*/ 11 h 47"/>
                <a:gd name="T4" fmla="*/ 21 w 28"/>
                <a:gd name="T5" fmla="*/ 30 h 47"/>
                <a:gd name="T6" fmla="*/ 22 w 28"/>
                <a:gd name="T7" fmla="*/ 32 h 47"/>
                <a:gd name="T8" fmla="*/ 9 w 28"/>
                <a:gd name="T9" fmla="*/ 11 h 47"/>
                <a:gd name="T10" fmla="*/ 0 w 28"/>
                <a:gd name="T11" fmla="*/ 11 h 47"/>
                <a:gd name="T12" fmla="*/ 0 w 28"/>
                <a:gd name="T13" fmla="*/ 47 h 47"/>
                <a:gd name="T14" fmla="*/ 7 w 28"/>
                <a:gd name="T15" fmla="*/ 47 h 47"/>
                <a:gd name="T16" fmla="*/ 7 w 28"/>
                <a:gd name="T17" fmla="*/ 26 h 47"/>
                <a:gd name="T18" fmla="*/ 6 w 28"/>
                <a:gd name="T19" fmla="*/ 24 h 47"/>
                <a:gd name="T20" fmla="*/ 6 w 28"/>
                <a:gd name="T21" fmla="*/ 23 h 47"/>
                <a:gd name="T22" fmla="*/ 21 w 28"/>
                <a:gd name="T23" fmla="*/ 47 h 47"/>
                <a:gd name="T24" fmla="*/ 28 w 28"/>
                <a:gd name="T25" fmla="*/ 47 h 47"/>
                <a:gd name="T26" fmla="*/ 28 w 28"/>
                <a:gd name="T27" fmla="*/ 11 h 47"/>
                <a:gd name="T28" fmla="*/ 22 w 28"/>
                <a:gd name="T29" fmla="*/ 0 h 47"/>
                <a:gd name="T30" fmla="*/ 18 w 28"/>
                <a:gd name="T31" fmla="*/ 3 h 47"/>
                <a:gd name="T32" fmla="*/ 15 w 28"/>
                <a:gd name="T33" fmla="*/ 2 h 47"/>
                <a:gd name="T34" fmla="*/ 11 w 28"/>
                <a:gd name="T35" fmla="*/ 1 h 47"/>
                <a:gd name="T36" fmla="*/ 5 w 28"/>
                <a:gd name="T37" fmla="*/ 4 h 47"/>
                <a:gd name="T38" fmla="*/ 7 w 28"/>
                <a:gd name="T39" fmla="*/ 7 h 47"/>
                <a:gd name="T40" fmla="*/ 11 w 28"/>
                <a:gd name="T41" fmla="*/ 5 h 47"/>
                <a:gd name="T42" fmla="*/ 13 w 28"/>
                <a:gd name="T43" fmla="*/ 5 h 47"/>
                <a:gd name="T44" fmla="*/ 18 w 28"/>
                <a:gd name="T45" fmla="*/ 7 h 47"/>
                <a:gd name="T46" fmla="*/ 24 w 28"/>
                <a:gd name="T47" fmla="*/ 3 h 47"/>
                <a:gd name="T48" fmla="*/ 22 w 28"/>
                <a:gd name="T4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47">
                  <a:moveTo>
                    <a:pt x="28" y="11"/>
                  </a:moveTo>
                  <a:cubicBezTo>
                    <a:pt x="21" y="11"/>
                    <a:pt x="21" y="11"/>
                    <a:pt x="21" y="11"/>
                  </a:cubicBezTo>
                  <a:cubicBezTo>
                    <a:pt x="21" y="30"/>
                    <a:pt x="21" y="30"/>
                    <a:pt x="21" y="30"/>
                  </a:cubicBezTo>
                  <a:cubicBezTo>
                    <a:pt x="21" y="31"/>
                    <a:pt x="21" y="31"/>
                    <a:pt x="22" y="32"/>
                  </a:cubicBezTo>
                  <a:cubicBezTo>
                    <a:pt x="9" y="11"/>
                    <a:pt x="9" y="11"/>
                    <a:pt x="9" y="11"/>
                  </a:cubicBezTo>
                  <a:cubicBezTo>
                    <a:pt x="0" y="11"/>
                    <a:pt x="0" y="11"/>
                    <a:pt x="0" y="11"/>
                  </a:cubicBezTo>
                  <a:cubicBezTo>
                    <a:pt x="0" y="47"/>
                    <a:pt x="0" y="47"/>
                    <a:pt x="0" y="47"/>
                  </a:cubicBezTo>
                  <a:cubicBezTo>
                    <a:pt x="7" y="47"/>
                    <a:pt x="7" y="47"/>
                    <a:pt x="7" y="47"/>
                  </a:cubicBezTo>
                  <a:cubicBezTo>
                    <a:pt x="7" y="26"/>
                    <a:pt x="7" y="26"/>
                    <a:pt x="7" y="26"/>
                  </a:cubicBezTo>
                  <a:cubicBezTo>
                    <a:pt x="6" y="24"/>
                    <a:pt x="6" y="24"/>
                    <a:pt x="6" y="24"/>
                  </a:cubicBezTo>
                  <a:cubicBezTo>
                    <a:pt x="6" y="23"/>
                    <a:pt x="6" y="23"/>
                    <a:pt x="6" y="23"/>
                  </a:cubicBezTo>
                  <a:cubicBezTo>
                    <a:pt x="21" y="47"/>
                    <a:pt x="21" y="47"/>
                    <a:pt x="21" y="47"/>
                  </a:cubicBezTo>
                  <a:cubicBezTo>
                    <a:pt x="28" y="47"/>
                    <a:pt x="28" y="47"/>
                    <a:pt x="28" y="47"/>
                  </a:cubicBezTo>
                  <a:lnTo>
                    <a:pt x="28" y="11"/>
                  </a:lnTo>
                  <a:close/>
                  <a:moveTo>
                    <a:pt x="22" y="0"/>
                  </a:moveTo>
                  <a:cubicBezTo>
                    <a:pt x="21" y="2"/>
                    <a:pt x="19" y="3"/>
                    <a:pt x="18" y="3"/>
                  </a:cubicBezTo>
                  <a:cubicBezTo>
                    <a:pt x="17" y="3"/>
                    <a:pt x="16" y="2"/>
                    <a:pt x="15" y="2"/>
                  </a:cubicBezTo>
                  <a:cubicBezTo>
                    <a:pt x="13" y="1"/>
                    <a:pt x="12" y="1"/>
                    <a:pt x="11" y="1"/>
                  </a:cubicBezTo>
                  <a:cubicBezTo>
                    <a:pt x="9" y="1"/>
                    <a:pt x="7" y="2"/>
                    <a:pt x="5" y="4"/>
                  </a:cubicBezTo>
                  <a:cubicBezTo>
                    <a:pt x="7" y="7"/>
                    <a:pt x="7" y="7"/>
                    <a:pt x="7" y="7"/>
                  </a:cubicBezTo>
                  <a:cubicBezTo>
                    <a:pt x="9" y="5"/>
                    <a:pt x="10" y="5"/>
                    <a:pt x="11" y="5"/>
                  </a:cubicBezTo>
                  <a:cubicBezTo>
                    <a:pt x="12" y="5"/>
                    <a:pt x="12" y="5"/>
                    <a:pt x="13" y="5"/>
                  </a:cubicBezTo>
                  <a:cubicBezTo>
                    <a:pt x="16" y="7"/>
                    <a:pt x="16" y="7"/>
                    <a:pt x="18" y="7"/>
                  </a:cubicBezTo>
                  <a:cubicBezTo>
                    <a:pt x="20" y="7"/>
                    <a:pt x="22" y="6"/>
                    <a:pt x="24" y="3"/>
                  </a:cubicBezTo>
                  <a:lnTo>
                    <a:pt x="2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0" name="Freeform 29">
              <a:extLst>
                <a:ext uri="{FF2B5EF4-FFF2-40B4-BE49-F238E27FC236}">
                  <a16:creationId xmlns:a16="http://schemas.microsoft.com/office/drawing/2014/main" id="{7FE7A090-7BF6-4244-8DC2-CAE1C84A10BE}"/>
                </a:ext>
              </a:extLst>
            </p:cNvPr>
            <p:cNvSpPr>
              <a:spLocks/>
            </p:cNvSpPr>
            <p:nvPr/>
          </p:nvSpPr>
          <p:spPr bwMode="auto">
            <a:xfrm>
              <a:off x="7967663" y="2840038"/>
              <a:ext cx="55563" cy="77788"/>
            </a:xfrm>
            <a:custGeom>
              <a:avLst/>
              <a:gdLst>
                <a:gd name="T0" fmla="*/ 35 w 35"/>
                <a:gd name="T1" fmla="*/ 10 h 49"/>
                <a:gd name="T2" fmla="*/ 35 w 35"/>
                <a:gd name="T3" fmla="*/ 0 h 49"/>
                <a:gd name="T4" fmla="*/ 0 w 35"/>
                <a:gd name="T5" fmla="*/ 0 h 49"/>
                <a:gd name="T6" fmla="*/ 0 w 35"/>
                <a:gd name="T7" fmla="*/ 49 h 49"/>
                <a:gd name="T8" fmla="*/ 35 w 35"/>
                <a:gd name="T9" fmla="*/ 49 h 49"/>
                <a:gd name="T10" fmla="*/ 35 w 35"/>
                <a:gd name="T11" fmla="*/ 40 h 49"/>
                <a:gd name="T12" fmla="*/ 12 w 35"/>
                <a:gd name="T13" fmla="*/ 40 h 49"/>
                <a:gd name="T14" fmla="*/ 12 w 35"/>
                <a:gd name="T15" fmla="*/ 29 h 49"/>
                <a:gd name="T16" fmla="*/ 31 w 35"/>
                <a:gd name="T17" fmla="*/ 29 h 49"/>
                <a:gd name="T18" fmla="*/ 31 w 35"/>
                <a:gd name="T19" fmla="*/ 19 h 49"/>
                <a:gd name="T20" fmla="*/ 12 w 35"/>
                <a:gd name="T21" fmla="*/ 19 h 49"/>
                <a:gd name="T22" fmla="*/ 12 w 35"/>
                <a:gd name="T23" fmla="*/ 10 h 49"/>
                <a:gd name="T24" fmla="*/ 35 w 35"/>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49">
                  <a:moveTo>
                    <a:pt x="35" y="10"/>
                  </a:moveTo>
                  <a:lnTo>
                    <a:pt x="35" y="0"/>
                  </a:lnTo>
                  <a:lnTo>
                    <a:pt x="0" y="0"/>
                  </a:lnTo>
                  <a:lnTo>
                    <a:pt x="0" y="49"/>
                  </a:lnTo>
                  <a:lnTo>
                    <a:pt x="35" y="49"/>
                  </a:lnTo>
                  <a:lnTo>
                    <a:pt x="35" y="40"/>
                  </a:lnTo>
                  <a:lnTo>
                    <a:pt x="12" y="40"/>
                  </a:lnTo>
                  <a:lnTo>
                    <a:pt x="12" y="29"/>
                  </a:lnTo>
                  <a:lnTo>
                    <a:pt x="31" y="29"/>
                  </a:lnTo>
                  <a:lnTo>
                    <a:pt x="31" y="19"/>
                  </a:lnTo>
                  <a:lnTo>
                    <a:pt x="12" y="19"/>
                  </a:lnTo>
                  <a:lnTo>
                    <a:pt x="12" y="10"/>
                  </a:lnTo>
                  <a:lnTo>
                    <a:pt x="35"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1" name="Freeform 30">
              <a:extLst>
                <a:ext uri="{FF2B5EF4-FFF2-40B4-BE49-F238E27FC236}">
                  <a16:creationId xmlns:a16="http://schemas.microsoft.com/office/drawing/2014/main" id="{C5A0402C-60D0-4BC8-BBEE-BD521EE5FC7D}"/>
                </a:ext>
              </a:extLst>
            </p:cNvPr>
            <p:cNvSpPr>
              <a:spLocks/>
            </p:cNvSpPr>
            <p:nvPr/>
          </p:nvSpPr>
          <p:spPr bwMode="auto">
            <a:xfrm>
              <a:off x="8029575" y="2840038"/>
              <a:ext cx="63500" cy="77788"/>
            </a:xfrm>
            <a:custGeom>
              <a:avLst/>
              <a:gdLst>
                <a:gd name="T0" fmla="*/ 40 w 40"/>
                <a:gd name="T1" fmla="*/ 8 h 49"/>
                <a:gd name="T2" fmla="*/ 40 w 40"/>
                <a:gd name="T3" fmla="*/ 0 h 49"/>
                <a:gd name="T4" fmla="*/ 2 w 40"/>
                <a:gd name="T5" fmla="*/ 0 h 49"/>
                <a:gd name="T6" fmla="*/ 2 w 40"/>
                <a:gd name="T7" fmla="*/ 10 h 49"/>
                <a:gd name="T8" fmla="*/ 25 w 40"/>
                <a:gd name="T9" fmla="*/ 10 h 49"/>
                <a:gd name="T10" fmla="*/ 0 w 40"/>
                <a:gd name="T11" fmla="*/ 41 h 49"/>
                <a:gd name="T12" fmla="*/ 0 w 40"/>
                <a:gd name="T13" fmla="*/ 49 h 49"/>
                <a:gd name="T14" fmla="*/ 40 w 40"/>
                <a:gd name="T15" fmla="*/ 49 h 49"/>
                <a:gd name="T16" fmla="*/ 40 w 40"/>
                <a:gd name="T17" fmla="*/ 40 h 49"/>
                <a:gd name="T18" fmla="*/ 14 w 40"/>
                <a:gd name="T19" fmla="*/ 40 h 49"/>
                <a:gd name="T20" fmla="*/ 40 w 40"/>
                <a:gd name="T21"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49">
                  <a:moveTo>
                    <a:pt x="40" y="8"/>
                  </a:moveTo>
                  <a:lnTo>
                    <a:pt x="40" y="0"/>
                  </a:lnTo>
                  <a:lnTo>
                    <a:pt x="2" y="0"/>
                  </a:lnTo>
                  <a:lnTo>
                    <a:pt x="2" y="10"/>
                  </a:lnTo>
                  <a:lnTo>
                    <a:pt x="25" y="10"/>
                  </a:lnTo>
                  <a:lnTo>
                    <a:pt x="0" y="41"/>
                  </a:lnTo>
                  <a:lnTo>
                    <a:pt x="0" y="49"/>
                  </a:lnTo>
                  <a:lnTo>
                    <a:pt x="40" y="49"/>
                  </a:lnTo>
                  <a:lnTo>
                    <a:pt x="40" y="40"/>
                  </a:lnTo>
                  <a:lnTo>
                    <a:pt x="14" y="40"/>
                  </a:lnTo>
                  <a:lnTo>
                    <a:pt x="40"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2" name="Freeform 31">
              <a:extLst>
                <a:ext uri="{FF2B5EF4-FFF2-40B4-BE49-F238E27FC236}">
                  <a16:creationId xmlns:a16="http://schemas.microsoft.com/office/drawing/2014/main" id="{206C5362-464C-4B00-9A83-EC03FC57A76E}"/>
                </a:ext>
              </a:extLst>
            </p:cNvPr>
            <p:cNvSpPr>
              <a:spLocks noEditPoints="1"/>
            </p:cNvSpPr>
            <p:nvPr/>
          </p:nvSpPr>
          <p:spPr bwMode="auto">
            <a:xfrm>
              <a:off x="6094413" y="2803525"/>
              <a:ext cx="314325" cy="123825"/>
            </a:xfrm>
            <a:custGeom>
              <a:avLst/>
              <a:gdLst>
                <a:gd name="T0" fmla="*/ 135 w 145"/>
                <a:gd name="T1" fmla="*/ 15 h 57"/>
                <a:gd name="T2" fmla="*/ 24 w 145"/>
                <a:gd name="T3" fmla="*/ 16 h 57"/>
                <a:gd name="T4" fmla="*/ 10 w 145"/>
                <a:gd name="T5" fmla="*/ 13 h 57"/>
                <a:gd name="T6" fmla="*/ 142 w 145"/>
                <a:gd name="T7" fmla="*/ 8 h 57"/>
                <a:gd name="T8" fmla="*/ 120 w 145"/>
                <a:gd name="T9" fmla="*/ 18 h 57"/>
                <a:gd name="T10" fmla="*/ 42 w 145"/>
                <a:gd name="T11" fmla="*/ 47 h 57"/>
                <a:gd name="T12" fmla="*/ 11 w 145"/>
                <a:gd name="T13" fmla="*/ 20 h 57"/>
                <a:gd name="T14" fmla="*/ 127 w 145"/>
                <a:gd name="T15" fmla="*/ 32 h 57"/>
                <a:gd name="T16" fmla="*/ 98 w 145"/>
                <a:gd name="T17" fmla="*/ 49 h 57"/>
                <a:gd name="T18" fmla="*/ 85 w 145"/>
                <a:gd name="T19" fmla="*/ 50 h 57"/>
                <a:gd name="T20" fmla="*/ 70 w 145"/>
                <a:gd name="T21" fmla="*/ 52 h 57"/>
                <a:gd name="T22" fmla="*/ 97 w 145"/>
                <a:gd name="T23" fmla="*/ 47 h 57"/>
                <a:gd name="T24" fmla="*/ 92 w 145"/>
                <a:gd name="T25" fmla="*/ 50 h 57"/>
                <a:gd name="T26" fmla="*/ 0 w 145"/>
                <a:gd name="T27" fmla="*/ 26 h 57"/>
                <a:gd name="T28" fmla="*/ 138 w 145"/>
                <a:gd name="T29" fmla="*/ 17 h 57"/>
                <a:gd name="T30" fmla="*/ 82 w 145"/>
                <a:gd name="T31" fmla="*/ 44 h 57"/>
                <a:gd name="T32" fmla="*/ 64 w 145"/>
                <a:gd name="T33" fmla="*/ 44 h 57"/>
                <a:gd name="T34" fmla="*/ 13 w 145"/>
                <a:gd name="T35" fmla="*/ 27 h 57"/>
                <a:gd name="T36" fmla="*/ 13 w 145"/>
                <a:gd name="T37" fmla="*/ 33 h 57"/>
                <a:gd name="T38" fmla="*/ 17 w 145"/>
                <a:gd name="T39" fmla="*/ 31 h 57"/>
                <a:gd name="T40" fmla="*/ 18 w 145"/>
                <a:gd name="T41" fmla="*/ 31 h 57"/>
                <a:gd name="T42" fmla="*/ 19 w 145"/>
                <a:gd name="T43" fmla="*/ 34 h 57"/>
                <a:gd name="T44" fmla="*/ 18 w 145"/>
                <a:gd name="T45" fmla="*/ 35 h 57"/>
                <a:gd name="T46" fmla="*/ 26 w 145"/>
                <a:gd name="T47" fmla="*/ 43 h 57"/>
                <a:gd name="T48" fmla="*/ 22 w 145"/>
                <a:gd name="T49" fmla="*/ 41 h 57"/>
                <a:gd name="T50" fmla="*/ 28 w 145"/>
                <a:gd name="T51" fmla="*/ 38 h 57"/>
                <a:gd name="T52" fmla="*/ 27 w 145"/>
                <a:gd name="T53" fmla="*/ 44 h 57"/>
                <a:gd name="T54" fmla="*/ 31 w 145"/>
                <a:gd name="T55" fmla="*/ 39 h 57"/>
                <a:gd name="T56" fmla="*/ 35 w 145"/>
                <a:gd name="T57" fmla="*/ 41 h 57"/>
                <a:gd name="T58" fmla="*/ 39 w 145"/>
                <a:gd name="T59" fmla="*/ 42 h 57"/>
                <a:gd name="T60" fmla="*/ 41 w 145"/>
                <a:gd name="T61" fmla="*/ 50 h 57"/>
                <a:gd name="T62" fmla="*/ 39 w 145"/>
                <a:gd name="T63" fmla="*/ 49 h 57"/>
                <a:gd name="T64" fmla="*/ 44 w 145"/>
                <a:gd name="T65" fmla="*/ 50 h 57"/>
                <a:gd name="T66" fmla="*/ 46 w 145"/>
                <a:gd name="T67" fmla="*/ 51 h 57"/>
                <a:gd name="T68" fmla="*/ 49 w 145"/>
                <a:gd name="T69" fmla="*/ 45 h 57"/>
                <a:gd name="T70" fmla="*/ 62 w 145"/>
                <a:gd name="T71" fmla="*/ 54 h 57"/>
                <a:gd name="T72" fmla="*/ 61 w 145"/>
                <a:gd name="T73" fmla="*/ 47 h 57"/>
                <a:gd name="T74" fmla="*/ 66 w 145"/>
                <a:gd name="T75" fmla="*/ 54 h 57"/>
                <a:gd name="T76" fmla="*/ 65 w 145"/>
                <a:gd name="T77" fmla="*/ 48 h 57"/>
                <a:gd name="T78" fmla="*/ 69 w 145"/>
                <a:gd name="T79" fmla="*/ 54 h 57"/>
                <a:gd name="T80" fmla="*/ 74 w 145"/>
                <a:gd name="T81" fmla="*/ 53 h 57"/>
                <a:gd name="T82" fmla="*/ 74 w 145"/>
                <a:gd name="T83" fmla="*/ 48 h 57"/>
                <a:gd name="T84" fmla="*/ 77 w 145"/>
                <a:gd name="T85" fmla="*/ 51 h 57"/>
                <a:gd name="T86" fmla="*/ 77 w 145"/>
                <a:gd name="T87" fmla="*/ 54 h 57"/>
                <a:gd name="T88" fmla="*/ 83 w 145"/>
                <a:gd name="T89" fmla="*/ 52 h 57"/>
                <a:gd name="T90" fmla="*/ 80 w 145"/>
                <a:gd name="T91" fmla="*/ 48 h 57"/>
                <a:gd name="T92" fmla="*/ 87 w 145"/>
                <a:gd name="T93" fmla="*/ 54 h 57"/>
                <a:gd name="T94" fmla="*/ 92 w 145"/>
                <a:gd name="T95" fmla="*/ 51 h 57"/>
                <a:gd name="T96" fmla="*/ 89 w 145"/>
                <a:gd name="T97" fmla="*/ 53 h 57"/>
                <a:gd name="T98" fmla="*/ 97 w 145"/>
                <a:gd name="T99" fmla="*/ 52 h 57"/>
                <a:gd name="T100" fmla="*/ 99 w 145"/>
                <a:gd name="T101" fmla="*/ 48 h 57"/>
                <a:gd name="T102" fmla="*/ 101 w 145"/>
                <a:gd name="T103" fmla="*/ 44 h 57"/>
                <a:gd name="T104" fmla="*/ 111 w 145"/>
                <a:gd name="T105" fmla="*/ 48 h 57"/>
                <a:gd name="T106" fmla="*/ 105 w 145"/>
                <a:gd name="T107" fmla="*/ 44 h 57"/>
                <a:gd name="T108" fmla="*/ 109 w 145"/>
                <a:gd name="T109" fmla="*/ 42 h 57"/>
                <a:gd name="T110" fmla="*/ 115 w 145"/>
                <a:gd name="T111" fmla="*/ 42 h 57"/>
                <a:gd name="T112" fmla="*/ 121 w 145"/>
                <a:gd name="T113" fmla="*/ 43 h 57"/>
                <a:gd name="T114" fmla="*/ 119 w 145"/>
                <a:gd name="T115" fmla="*/ 37 h 57"/>
                <a:gd name="T116" fmla="*/ 124 w 145"/>
                <a:gd name="T117" fmla="*/ 34 h 57"/>
                <a:gd name="T118" fmla="*/ 135 w 145"/>
                <a:gd name="T119" fmla="*/ 34 h 57"/>
                <a:gd name="T120" fmla="*/ 132 w 145"/>
                <a:gd name="T121" fmla="*/ 28 h 57"/>
                <a:gd name="T122" fmla="*/ 137 w 145"/>
                <a:gd name="T123" fmla="*/ 3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5" h="57">
                  <a:moveTo>
                    <a:pt x="135" y="15"/>
                  </a:moveTo>
                  <a:cubicBezTo>
                    <a:pt x="133" y="15"/>
                    <a:pt x="131" y="16"/>
                    <a:pt x="127" y="18"/>
                  </a:cubicBezTo>
                  <a:cubicBezTo>
                    <a:pt x="127" y="18"/>
                    <a:pt x="124" y="20"/>
                    <a:pt x="122" y="20"/>
                  </a:cubicBezTo>
                  <a:cubicBezTo>
                    <a:pt x="121" y="20"/>
                    <a:pt x="121" y="20"/>
                    <a:pt x="121" y="20"/>
                  </a:cubicBezTo>
                  <a:cubicBezTo>
                    <a:pt x="126" y="28"/>
                    <a:pt x="126" y="28"/>
                    <a:pt x="126" y="28"/>
                  </a:cubicBezTo>
                  <a:cubicBezTo>
                    <a:pt x="132" y="24"/>
                    <a:pt x="135" y="21"/>
                    <a:pt x="135" y="21"/>
                  </a:cubicBezTo>
                  <a:cubicBezTo>
                    <a:pt x="135" y="21"/>
                    <a:pt x="137" y="18"/>
                    <a:pt x="137" y="17"/>
                  </a:cubicBezTo>
                  <a:cubicBezTo>
                    <a:pt x="137" y="16"/>
                    <a:pt x="137" y="16"/>
                    <a:pt x="137" y="16"/>
                  </a:cubicBezTo>
                  <a:cubicBezTo>
                    <a:pt x="137" y="15"/>
                    <a:pt x="136" y="15"/>
                    <a:pt x="135" y="15"/>
                  </a:cubicBezTo>
                  <a:moveTo>
                    <a:pt x="7" y="16"/>
                  </a:moveTo>
                  <a:cubicBezTo>
                    <a:pt x="8" y="15"/>
                    <a:pt x="8" y="15"/>
                    <a:pt x="8" y="15"/>
                  </a:cubicBezTo>
                  <a:cubicBezTo>
                    <a:pt x="8" y="15"/>
                    <a:pt x="8" y="15"/>
                    <a:pt x="8" y="15"/>
                  </a:cubicBezTo>
                  <a:cubicBezTo>
                    <a:pt x="9" y="15"/>
                    <a:pt x="10" y="14"/>
                    <a:pt x="11" y="14"/>
                  </a:cubicBezTo>
                  <a:cubicBezTo>
                    <a:pt x="12" y="14"/>
                    <a:pt x="12" y="15"/>
                    <a:pt x="13" y="15"/>
                  </a:cubicBezTo>
                  <a:cubicBezTo>
                    <a:pt x="15" y="15"/>
                    <a:pt x="17" y="17"/>
                    <a:pt x="21" y="18"/>
                  </a:cubicBezTo>
                  <a:cubicBezTo>
                    <a:pt x="22" y="18"/>
                    <a:pt x="22" y="18"/>
                    <a:pt x="22" y="18"/>
                  </a:cubicBezTo>
                  <a:cubicBezTo>
                    <a:pt x="24" y="18"/>
                    <a:pt x="24" y="17"/>
                    <a:pt x="24" y="17"/>
                  </a:cubicBezTo>
                  <a:cubicBezTo>
                    <a:pt x="24" y="16"/>
                    <a:pt x="24" y="16"/>
                    <a:pt x="24" y="16"/>
                  </a:cubicBezTo>
                  <a:cubicBezTo>
                    <a:pt x="24" y="16"/>
                    <a:pt x="24" y="16"/>
                    <a:pt x="24" y="16"/>
                  </a:cubicBezTo>
                  <a:cubicBezTo>
                    <a:pt x="23" y="15"/>
                    <a:pt x="23" y="15"/>
                    <a:pt x="23" y="15"/>
                  </a:cubicBezTo>
                  <a:cubicBezTo>
                    <a:pt x="22" y="14"/>
                    <a:pt x="21" y="13"/>
                    <a:pt x="18" y="10"/>
                  </a:cubicBezTo>
                  <a:cubicBezTo>
                    <a:pt x="13" y="6"/>
                    <a:pt x="12" y="2"/>
                    <a:pt x="12" y="0"/>
                  </a:cubicBezTo>
                  <a:cubicBezTo>
                    <a:pt x="11" y="2"/>
                    <a:pt x="10" y="4"/>
                    <a:pt x="10" y="6"/>
                  </a:cubicBezTo>
                  <a:cubicBezTo>
                    <a:pt x="10" y="9"/>
                    <a:pt x="11" y="12"/>
                    <a:pt x="11" y="12"/>
                  </a:cubicBezTo>
                  <a:cubicBezTo>
                    <a:pt x="11" y="13"/>
                    <a:pt x="11" y="13"/>
                    <a:pt x="11" y="13"/>
                  </a:cubicBezTo>
                  <a:cubicBezTo>
                    <a:pt x="11" y="13"/>
                    <a:pt x="11" y="13"/>
                    <a:pt x="11" y="13"/>
                  </a:cubicBezTo>
                  <a:cubicBezTo>
                    <a:pt x="10" y="13"/>
                    <a:pt x="10" y="13"/>
                    <a:pt x="10" y="13"/>
                  </a:cubicBezTo>
                  <a:cubicBezTo>
                    <a:pt x="10" y="12"/>
                    <a:pt x="10" y="12"/>
                    <a:pt x="10" y="12"/>
                  </a:cubicBezTo>
                  <a:cubicBezTo>
                    <a:pt x="6" y="11"/>
                    <a:pt x="3" y="8"/>
                    <a:pt x="2" y="7"/>
                  </a:cubicBezTo>
                  <a:cubicBezTo>
                    <a:pt x="2" y="12"/>
                    <a:pt x="7" y="16"/>
                    <a:pt x="7" y="16"/>
                  </a:cubicBezTo>
                  <a:moveTo>
                    <a:pt x="122" y="19"/>
                  </a:moveTo>
                  <a:cubicBezTo>
                    <a:pt x="124" y="19"/>
                    <a:pt x="127" y="18"/>
                    <a:pt x="127" y="18"/>
                  </a:cubicBezTo>
                  <a:cubicBezTo>
                    <a:pt x="130" y="15"/>
                    <a:pt x="133" y="14"/>
                    <a:pt x="135" y="14"/>
                  </a:cubicBezTo>
                  <a:cubicBezTo>
                    <a:pt x="136" y="14"/>
                    <a:pt x="136" y="14"/>
                    <a:pt x="136" y="14"/>
                  </a:cubicBezTo>
                  <a:cubicBezTo>
                    <a:pt x="138" y="16"/>
                    <a:pt x="138" y="16"/>
                    <a:pt x="138" y="16"/>
                  </a:cubicBezTo>
                  <a:cubicBezTo>
                    <a:pt x="141" y="14"/>
                    <a:pt x="142" y="10"/>
                    <a:pt x="142" y="8"/>
                  </a:cubicBezTo>
                  <a:cubicBezTo>
                    <a:pt x="140" y="10"/>
                    <a:pt x="135" y="12"/>
                    <a:pt x="135" y="12"/>
                  </a:cubicBezTo>
                  <a:cubicBezTo>
                    <a:pt x="134" y="12"/>
                    <a:pt x="134" y="12"/>
                    <a:pt x="134" y="12"/>
                  </a:cubicBezTo>
                  <a:cubicBezTo>
                    <a:pt x="134" y="11"/>
                    <a:pt x="134" y="11"/>
                    <a:pt x="134" y="11"/>
                  </a:cubicBezTo>
                  <a:cubicBezTo>
                    <a:pt x="134" y="10"/>
                    <a:pt x="134" y="10"/>
                    <a:pt x="134" y="10"/>
                  </a:cubicBezTo>
                  <a:cubicBezTo>
                    <a:pt x="134" y="5"/>
                    <a:pt x="133" y="3"/>
                    <a:pt x="132" y="1"/>
                  </a:cubicBezTo>
                  <a:cubicBezTo>
                    <a:pt x="132" y="2"/>
                    <a:pt x="132" y="2"/>
                    <a:pt x="132" y="2"/>
                  </a:cubicBezTo>
                  <a:cubicBezTo>
                    <a:pt x="132" y="4"/>
                    <a:pt x="132" y="4"/>
                    <a:pt x="132" y="4"/>
                  </a:cubicBezTo>
                  <a:cubicBezTo>
                    <a:pt x="131" y="6"/>
                    <a:pt x="127" y="10"/>
                    <a:pt x="125" y="12"/>
                  </a:cubicBezTo>
                  <a:cubicBezTo>
                    <a:pt x="124" y="14"/>
                    <a:pt x="120" y="16"/>
                    <a:pt x="120" y="18"/>
                  </a:cubicBezTo>
                  <a:cubicBezTo>
                    <a:pt x="121" y="19"/>
                    <a:pt x="121" y="19"/>
                    <a:pt x="121" y="19"/>
                  </a:cubicBezTo>
                  <a:lnTo>
                    <a:pt x="122" y="19"/>
                  </a:lnTo>
                  <a:close/>
                  <a:moveTo>
                    <a:pt x="42" y="44"/>
                  </a:moveTo>
                  <a:cubicBezTo>
                    <a:pt x="42" y="44"/>
                    <a:pt x="42" y="44"/>
                    <a:pt x="42" y="44"/>
                  </a:cubicBezTo>
                  <a:cubicBezTo>
                    <a:pt x="42" y="44"/>
                    <a:pt x="42" y="44"/>
                    <a:pt x="42" y="44"/>
                  </a:cubicBezTo>
                  <a:cubicBezTo>
                    <a:pt x="40" y="46"/>
                    <a:pt x="40" y="46"/>
                    <a:pt x="40" y="46"/>
                  </a:cubicBezTo>
                  <a:cubicBezTo>
                    <a:pt x="40" y="46"/>
                    <a:pt x="40" y="46"/>
                    <a:pt x="40" y="46"/>
                  </a:cubicBezTo>
                  <a:cubicBezTo>
                    <a:pt x="40" y="46"/>
                    <a:pt x="40" y="46"/>
                    <a:pt x="40" y="46"/>
                  </a:cubicBezTo>
                  <a:cubicBezTo>
                    <a:pt x="42" y="47"/>
                    <a:pt x="42" y="47"/>
                    <a:pt x="42" y="47"/>
                  </a:cubicBezTo>
                  <a:cubicBezTo>
                    <a:pt x="42" y="47"/>
                    <a:pt x="42" y="47"/>
                    <a:pt x="42" y="47"/>
                  </a:cubicBezTo>
                  <a:cubicBezTo>
                    <a:pt x="42" y="46"/>
                    <a:pt x="42" y="46"/>
                    <a:pt x="42" y="46"/>
                  </a:cubicBezTo>
                  <a:lnTo>
                    <a:pt x="42" y="44"/>
                  </a:lnTo>
                  <a:close/>
                  <a:moveTo>
                    <a:pt x="21" y="18"/>
                  </a:moveTo>
                  <a:cubicBezTo>
                    <a:pt x="17" y="17"/>
                    <a:pt x="15" y="16"/>
                    <a:pt x="13" y="15"/>
                  </a:cubicBezTo>
                  <a:cubicBezTo>
                    <a:pt x="11" y="15"/>
                    <a:pt x="11" y="15"/>
                    <a:pt x="11" y="15"/>
                  </a:cubicBezTo>
                  <a:cubicBezTo>
                    <a:pt x="9" y="15"/>
                    <a:pt x="8" y="15"/>
                    <a:pt x="8" y="16"/>
                  </a:cubicBezTo>
                  <a:cubicBezTo>
                    <a:pt x="8" y="17"/>
                    <a:pt x="9" y="17"/>
                    <a:pt x="10" y="19"/>
                  </a:cubicBezTo>
                  <a:cubicBezTo>
                    <a:pt x="11" y="20"/>
                    <a:pt x="11" y="20"/>
                    <a:pt x="11" y="20"/>
                  </a:cubicBezTo>
                  <a:cubicBezTo>
                    <a:pt x="11" y="21"/>
                    <a:pt x="14" y="23"/>
                    <a:pt x="18" y="26"/>
                  </a:cubicBezTo>
                  <a:cubicBezTo>
                    <a:pt x="24" y="18"/>
                    <a:pt x="24" y="18"/>
                    <a:pt x="24" y="18"/>
                  </a:cubicBezTo>
                  <a:cubicBezTo>
                    <a:pt x="22" y="18"/>
                    <a:pt x="22" y="18"/>
                    <a:pt x="22" y="18"/>
                  </a:cubicBezTo>
                  <a:lnTo>
                    <a:pt x="21" y="18"/>
                  </a:lnTo>
                  <a:close/>
                  <a:moveTo>
                    <a:pt x="127" y="32"/>
                  </a:moveTo>
                  <a:cubicBezTo>
                    <a:pt x="126" y="33"/>
                    <a:pt x="126" y="34"/>
                    <a:pt x="127" y="35"/>
                  </a:cubicBezTo>
                  <a:cubicBezTo>
                    <a:pt x="127" y="37"/>
                    <a:pt x="129" y="38"/>
                    <a:pt x="131" y="37"/>
                  </a:cubicBezTo>
                  <a:cubicBezTo>
                    <a:pt x="132" y="36"/>
                    <a:pt x="132" y="35"/>
                    <a:pt x="131" y="33"/>
                  </a:cubicBezTo>
                  <a:cubicBezTo>
                    <a:pt x="130" y="32"/>
                    <a:pt x="128" y="31"/>
                    <a:pt x="127" y="32"/>
                  </a:cubicBezTo>
                  <a:moveTo>
                    <a:pt x="71" y="51"/>
                  </a:moveTo>
                  <a:cubicBezTo>
                    <a:pt x="71" y="51"/>
                    <a:pt x="71" y="51"/>
                    <a:pt x="71" y="51"/>
                  </a:cubicBezTo>
                  <a:cubicBezTo>
                    <a:pt x="72" y="50"/>
                    <a:pt x="72" y="50"/>
                    <a:pt x="72" y="50"/>
                  </a:cubicBezTo>
                  <a:cubicBezTo>
                    <a:pt x="72" y="49"/>
                    <a:pt x="72" y="49"/>
                    <a:pt x="71" y="49"/>
                  </a:cubicBezTo>
                  <a:cubicBezTo>
                    <a:pt x="70" y="49"/>
                    <a:pt x="70" y="49"/>
                    <a:pt x="70" y="49"/>
                  </a:cubicBezTo>
                  <a:cubicBezTo>
                    <a:pt x="70" y="51"/>
                    <a:pt x="70" y="51"/>
                    <a:pt x="70" y="51"/>
                  </a:cubicBezTo>
                  <a:lnTo>
                    <a:pt x="71" y="51"/>
                  </a:lnTo>
                  <a:close/>
                  <a:moveTo>
                    <a:pt x="98" y="48"/>
                  </a:moveTo>
                  <a:cubicBezTo>
                    <a:pt x="98" y="49"/>
                    <a:pt x="98" y="49"/>
                    <a:pt x="98" y="49"/>
                  </a:cubicBezTo>
                  <a:cubicBezTo>
                    <a:pt x="98" y="50"/>
                    <a:pt x="98" y="50"/>
                    <a:pt x="98" y="50"/>
                  </a:cubicBezTo>
                  <a:cubicBezTo>
                    <a:pt x="98" y="51"/>
                    <a:pt x="98" y="52"/>
                    <a:pt x="99" y="51"/>
                  </a:cubicBezTo>
                  <a:cubicBezTo>
                    <a:pt x="100" y="51"/>
                    <a:pt x="101" y="50"/>
                    <a:pt x="100" y="49"/>
                  </a:cubicBezTo>
                  <a:cubicBezTo>
                    <a:pt x="100" y="49"/>
                    <a:pt x="100" y="48"/>
                    <a:pt x="98" y="48"/>
                  </a:cubicBezTo>
                  <a:moveTo>
                    <a:pt x="83" y="48"/>
                  </a:moveTo>
                  <a:cubicBezTo>
                    <a:pt x="82" y="49"/>
                    <a:pt x="82" y="49"/>
                    <a:pt x="82" y="49"/>
                  </a:cubicBezTo>
                  <a:cubicBezTo>
                    <a:pt x="83" y="51"/>
                    <a:pt x="83" y="51"/>
                    <a:pt x="83" y="51"/>
                  </a:cubicBezTo>
                  <a:cubicBezTo>
                    <a:pt x="83" y="51"/>
                    <a:pt x="83" y="51"/>
                    <a:pt x="83" y="51"/>
                  </a:cubicBezTo>
                  <a:cubicBezTo>
                    <a:pt x="85" y="51"/>
                    <a:pt x="85" y="50"/>
                    <a:pt x="85" y="50"/>
                  </a:cubicBezTo>
                  <a:cubicBezTo>
                    <a:pt x="85" y="49"/>
                    <a:pt x="84" y="48"/>
                    <a:pt x="83" y="48"/>
                  </a:cubicBezTo>
                  <a:moveTo>
                    <a:pt x="26" y="38"/>
                  </a:moveTo>
                  <a:cubicBezTo>
                    <a:pt x="26" y="36"/>
                    <a:pt x="26" y="36"/>
                    <a:pt x="26" y="36"/>
                  </a:cubicBezTo>
                  <a:cubicBezTo>
                    <a:pt x="25" y="36"/>
                    <a:pt x="25" y="36"/>
                    <a:pt x="25" y="36"/>
                  </a:cubicBezTo>
                  <a:cubicBezTo>
                    <a:pt x="24" y="37"/>
                    <a:pt x="24" y="37"/>
                    <a:pt x="24" y="37"/>
                  </a:cubicBezTo>
                  <a:cubicBezTo>
                    <a:pt x="25" y="38"/>
                    <a:pt x="25" y="38"/>
                    <a:pt x="25" y="38"/>
                  </a:cubicBezTo>
                  <a:cubicBezTo>
                    <a:pt x="26" y="39"/>
                    <a:pt x="26" y="38"/>
                    <a:pt x="26" y="38"/>
                  </a:cubicBezTo>
                  <a:moveTo>
                    <a:pt x="70" y="52"/>
                  </a:moveTo>
                  <a:cubicBezTo>
                    <a:pt x="70" y="52"/>
                    <a:pt x="70" y="52"/>
                    <a:pt x="70" y="52"/>
                  </a:cubicBezTo>
                  <a:cubicBezTo>
                    <a:pt x="70" y="54"/>
                    <a:pt x="70" y="54"/>
                    <a:pt x="70" y="54"/>
                  </a:cubicBezTo>
                  <a:cubicBezTo>
                    <a:pt x="70" y="54"/>
                    <a:pt x="70" y="55"/>
                    <a:pt x="71" y="55"/>
                  </a:cubicBezTo>
                  <a:cubicBezTo>
                    <a:pt x="72" y="55"/>
                    <a:pt x="72" y="54"/>
                    <a:pt x="73" y="53"/>
                  </a:cubicBezTo>
                  <a:cubicBezTo>
                    <a:pt x="73" y="53"/>
                    <a:pt x="72" y="52"/>
                    <a:pt x="70" y="52"/>
                  </a:cubicBezTo>
                  <a:moveTo>
                    <a:pt x="98" y="48"/>
                  </a:moveTo>
                  <a:cubicBezTo>
                    <a:pt x="98" y="48"/>
                    <a:pt x="98" y="48"/>
                    <a:pt x="98" y="48"/>
                  </a:cubicBezTo>
                  <a:cubicBezTo>
                    <a:pt x="99" y="47"/>
                    <a:pt x="99" y="47"/>
                    <a:pt x="99" y="47"/>
                  </a:cubicBezTo>
                  <a:cubicBezTo>
                    <a:pt x="99" y="46"/>
                    <a:pt x="98" y="45"/>
                    <a:pt x="97" y="45"/>
                  </a:cubicBezTo>
                  <a:cubicBezTo>
                    <a:pt x="97" y="47"/>
                    <a:pt x="97" y="47"/>
                    <a:pt x="97" y="47"/>
                  </a:cubicBezTo>
                  <a:cubicBezTo>
                    <a:pt x="97" y="48"/>
                    <a:pt x="97" y="48"/>
                    <a:pt x="97" y="48"/>
                  </a:cubicBezTo>
                  <a:lnTo>
                    <a:pt x="98" y="48"/>
                  </a:lnTo>
                  <a:close/>
                  <a:moveTo>
                    <a:pt x="91" y="48"/>
                  </a:moveTo>
                  <a:cubicBezTo>
                    <a:pt x="91" y="48"/>
                    <a:pt x="91" y="48"/>
                    <a:pt x="91" y="48"/>
                  </a:cubicBezTo>
                  <a:cubicBezTo>
                    <a:pt x="90" y="48"/>
                    <a:pt x="90" y="48"/>
                    <a:pt x="90" y="48"/>
                  </a:cubicBezTo>
                  <a:cubicBezTo>
                    <a:pt x="90" y="50"/>
                    <a:pt x="90" y="50"/>
                    <a:pt x="90" y="50"/>
                  </a:cubicBezTo>
                  <a:cubicBezTo>
                    <a:pt x="90" y="51"/>
                    <a:pt x="90" y="51"/>
                    <a:pt x="90" y="51"/>
                  </a:cubicBezTo>
                  <a:cubicBezTo>
                    <a:pt x="90" y="51"/>
                    <a:pt x="90" y="51"/>
                    <a:pt x="90" y="51"/>
                  </a:cubicBezTo>
                  <a:cubicBezTo>
                    <a:pt x="92" y="50"/>
                    <a:pt x="92" y="50"/>
                    <a:pt x="92" y="50"/>
                  </a:cubicBezTo>
                  <a:cubicBezTo>
                    <a:pt x="92" y="50"/>
                    <a:pt x="92" y="50"/>
                    <a:pt x="92" y="50"/>
                  </a:cubicBezTo>
                  <a:cubicBezTo>
                    <a:pt x="92" y="50"/>
                    <a:pt x="92" y="50"/>
                    <a:pt x="92" y="50"/>
                  </a:cubicBezTo>
                  <a:lnTo>
                    <a:pt x="91" y="48"/>
                  </a:lnTo>
                  <a:close/>
                  <a:moveTo>
                    <a:pt x="11" y="21"/>
                  </a:moveTo>
                  <a:cubicBezTo>
                    <a:pt x="9" y="19"/>
                    <a:pt x="9" y="19"/>
                    <a:pt x="9" y="19"/>
                  </a:cubicBezTo>
                  <a:cubicBezTo>
                    <a:pt x="8" y="18"/>
                    <a:pt x="8" y="17"/>
                    <a:pt x="8" y="16"/>
                  </a:cubicBezTo>
                  <a:cubicBezTo>
                    <a:pt x="7" y="17"/>
                    <a:pt x="7" y="17"/>
                    <a:pt x="7" y="17"/>
                  </a:cubicBezTo>
                  <a:cubicBezTo>
                    <a:pt x="7" y="17"/>
                    <a:pt x="5" y="19"/>
                    <a:pt x="2" y="23"/>
                  </a:cubicBezTo>
                  <a:cubicBezTo>
                    <a:pt x="1" y="24"/>
                    <a:pt x="0" y="25"/>
                    <a:pt x="0" y="26"/>
                  </a:cubicBezTo>
                  <a:cubicBezTo>
                    <a:pt x="0" y="28"/>
                    <a:pt x="2" y="30"/>
                    <a:pt x="2" y="30"/>
                  </a:cubicBezTo>
                  <a:cubicBezTo>
                    <a:pt x="2" y="30"/>
                    <a:pt x="10" y="37"/>
                    <a:pt x="23" y="44"/>
                  </a:cubicBezTo>
                  <a:cubicBezTo>
                    <a:pt x="35" y="50"/>
                    <a:pt x="53" y="57"/>
                    <a:pt x="74" y="57"/>
                  </a:cubicBezTo>
                  <a:cubicBezTo>
                    <a:pt x="114" y="57"/>
                    <a:pt x="140" y="33"/>
                    <a:pt x="143" y="30"/>
                  </a:cubicBezTo>
                  <a:cubicBezTo>
                    <a:pt x="145" y="28"/>
                    <a:pt x="145" y="26"/>
                    <a:pt x="145" y="25"/>
                  </a:cubicBezTo>
                  <a:cubicBezTo>
                    <a:pt x="145" y="24"/>
                    <a:pt x="145" y="23"/>
                    <a:pt x="145" y="23"/>
                  </a:cubicBezTo>
                  <a:cubicBezTo>
                    <a:pt x="138" y="17"/>
                    <a:pt x="138" y="17"/>
                    <a:pt x="138" y="17"/>
                  </a:cubicBezTo>
                  <a:cubicBezTo>
                    <a:pt x="138" y="16"/>
                    <a:pt x="138" y="16"/>
                    <a:pt x="138" y="16"/>
                  </a:cubicBezTo>
                  <a:cubicBezTo>
                    <a:pt x="138" y="17"/>
                    <a:pt x="138" y="17"/>
                    <a:pt x="138" y="17"/>
                  </a:cubicBezTo>
                  <a:cubicBezTo>
                    <a:pt x="138" y="19"/>
                    <a:pt x="135" y="21"/>
                    <a:pt x="135" y="21"/>
                  </a:cubicBezTo>
                  <a:cubicBezTo>
                    <a:pt x="135" y="21"/>
                    <a:pt x="120" y="36"/>
                    <a:pt x="95" y="42"/>
                  </a:cubicBezTo>
                  <a:cubicBezTo>
                    <a:pt x="94" y="42"/>
                    <a:pt x="94" y="42"/>
                    <a:pt x="94" y="42"/>
                  </a:cubicBezTo>
                  <a:cubicBezTo>
                    <a:pt x="93" y="43"/>
                    <a:pt x="92" y="43"/>
                    <a:pt x="91" y="43"/>
                  </a:cubicBezTo>
                  <a:cubicBezTo>
                    <a:pt x="91" y="43"/>
                    <a:pt x="91" y="43"/>
                    <a:pt x="91" y="43"/>
                  </a:cubicBezTo>
                  <a:cubicBezTo>
                    <a:pt x="89" y="44"/>
                    <a:pt x="88" y="44"/>
                    <a:pt x="87" y="44"/>
                  </a:cubicBezTo>
                  <a:cubicBezTo>
                    <a:pt x="86" y="44"/>
                    <a:pt x="86" y="44"/>
                    <a:pt x="86" y="44"/>
                  </a:cubicBezTo>
                  <a:cubicBezTo>
                    <a:pt x="85" y="44"/>
                    <a:pt x="84" y="44"/>
                    <a:pt x="83" y="44"/>
                  </a:cubicBezTo>
                  <a:cubicBezTo>
                    <a:pt x="82" y="44"/>
                    <a:pt x="82" y="44"/>
                    <a:pt x="82" y="44"/>
                  </a:cubicBezTo>
                  <a:cubicBezTo>
                    <a:pt x="81" y="45"/>
                    <a:pt x="80" y="45"/>
                    <a:pt x="79" y="45"/>
                  </a:cubicBezTo>
                  <a:cubicBezTo>
                    <a:pt x="78" y="45"/>
                    <a:pt x="78" y="45"/>
                    <a:pt x="78" y="45"/>
                  </a:cubicBezTo>
                  <a:cubicBezTo>
                    <a:pt x="76" y="45"/>
                    <a:pt x="75" y="45"/>
                    <a:pt x="74" y="45"/>
                  </a:cubicBezTo>
                  <a:cubicBezTo>
                    <a:pt x="74" y="45"/>
                    <a:pt x="74" y="45"/>
                    <a:pt x="74" y="45"/>
                  </a:cubicBezTo>
                  <a:cubicBezTo>
                    <a:pt x="73" y="45"/>
                    <a:pt x="73" y="45"/>
                    <a:pt x="73" y="45"/>
                  </a:cubicBezTo>
                  <a:cubicBezTo>
                    <a:pt x="72" y="45"/>
                    <a:pt x="71" y="45"/>
                    <a:pt x="69" y="45"/>
                  </a:cubicBezTo>
                  <a:cubicBezTo>
                    <a:pt x="68" y="45"/>
                    <a:pt x="68" y="45"/>
                    <a:pt x="68" y="45"/>
                  </a:cubicBezTo>
                  <a:cubicBezTo>
                    <a:pt x="67" y="45"/>
                    <a:pt x="66" y="45"/>
                    <a:pt x="65" y="44"/>
                  </a:cubicBezTo>
                  <a:cubicBezTo>
                    <a:pt x="64" y="44"/>
                    <a:pt x="64" y="44"/>
                    <a:pt x="64" y="44"/>
                  </a:cubicBezTo>
                  <a:cubicBezTo>
                    <a:pt x="63" y="44"/>
                    <a:pt x="61" y="44"/>
                    <a:pt x="60" y="44"/>
                  </a:cubicBezTo>
                  <a:cubicBezTo>
                    <a:pt x="59" y="44"/>
                    <a:pt x="59" y="44"/>
                    <a:pt x="59" y="44"/>
                  </a:cubicBezTo>
                  <a:cubicBezTo>
                    <a:pt x="58" y="44"/>
                    <a:pt x="57" y="43"/>
                    <a:pt x="56" y="43"/>
                  </a:cubicBezTo>
                  <a:cubicBezTo>
                    <a:pt x="55" y="43"/>
                    <a:pt x="55" y="43"/>
                    <a:pt x="55" y="43"/>
                  </a:cubicBezTo>
                  <a:cubicBezTo>
                    <a:pt x="28" y="37"/>
                    <a:pt x="11" y="21"/>
                    <a:pt x="11" y="21"/>
                  </a:cubicBezTo>
                  <a:moveTo>
                    <a:pt x="11" y="34"/>
                  </a:moveTo>
                  <a:cubicBezTo>
                    <a:pt x="11" y="34"/>
                    <a:pt x="11" y="34"/>
                    <a:pt x="11" y="34"/>
                  </a:cubicBezTo>
                  <a:cubicBezTo>
                    <a:pt x="13" y="27"/>
                    <a:pt x="13" y="27"/>
                    <a:pt x="13" y="27"/>
                  </a:cubicBezTo>
                  <a:cubicBezTo>
                    <a:pt x="13" y="27"/>
                    <a:pt x="13" y="27"/>
                    <a:pt x="13" y="27"/>
                  </a:cubicBezTo>
                  <a:cubicBezTo>
                    <a:pt x="12" y="26"/>
                    <a:pt x="12" y="26"/>
                    <a:pt x="12" y="26"/>
                  </a:cubicBezTo>
                  <a:cubicBezTo>
                    <a:pt x="13" y="27"/>
                    <a:pt x="13" y="27"/>
                    <a:pt x="13" y="27"/>
                  </a:cubicBezTo>
                  <a:cubicBezTo>
                    <a:pt x="14" y="27"/>
                    <a:pt x="14" y="27"/>
                    <a:pt x="14" y="27"/>
                  </a:cubicBezTo>
                  <a:cubicBezTo>
                    <a:pt x="15" y="28"/>
                    <a:pt x="15" y="28"/>
                    <a:pt x="15" y="28"/>
                  </a:cubicBezTo>
                  <a:cubicBezTo>
                    <a:pt x="15" y="28"/>
                    <a:pt x="15" y="28"/>
                    <a:pt x="15" y="28"/>
                  </a:cubicBezTo>
                  <a:cubicBezTo>
                    <a:pt x="14" y="28"/>
                    <a:pt x="14" y="28"/>
                    <a:pt x="14" y="28"/>
                  </a:cubicBezTo>
                  <a:cubicBezTo>
                    <a:pt x="14" y="29"/>
                    <a:pt x="14" y="29"/>
                    <a:pt x="14" y="29"/>
                  </a:cubicBezTo>
                  <a:cubicBezTo>
                    <a:pt x="13" y="33"/>
                    <a:pt x="13" y="33"/>
                    <a:pt x="13" y="33"/>
                  </a:cubicBezTo>
                  <a:cubicBezTo>
                    <a:pt x="13" y="33"/>
                    <a:pt x="13" y="33"/>
                    <a:pt x="13" y="33"/>
                  </a:cubicBezTo>
                  <a:cubicBezTo>
                    <a:pt x="13" y="33"/>
                    <a:pt x="13" y="33"/>
                    <a:pt x="13" y="33"/>
                  </a:cubicBezTo>
                  <a:cubicBezTo>
                    <a:pt x="16" y="31"/>
                    <a:pt x="16" y="31"/>
                    <a:pt x="16" y="31"/>
                  </a:cubicBezTo>
                  <a:cubicBezTo>
                    <a:pt x="17" y="31"/>
                    <a:pt x="17" y="31"/>
                    <a:pt x="17" y="31"/>
                  </a:cubicBezTo>
                  <a:cubicBezTo>
                    <a:pt x="16" y="29"/>
                    <a:pt x="16" y="29"/>
                    <a:pt x="16" y="29"/>
                  </a:cubicBezTo>
                  <a:cubicBezTo>
                    <a:pt x="17" y="29"/>
                    <a:pt x="17" y="29"/>
                    <a:pt x="17" y="29"/>
                  </a:cubicBezTo>
                  <a:cubicBezTo>
                    <a:pt x="17" y="30"/>
                    <a:pt x="17" y="30"/>
                    <a:pt x="17" y="30"/>
                  </a:cubicBezTo>
                  <a:cubicBezTo>
                    <a:pt x="18" y="30"/>
                    <a:pt x="18" y="30"/>
                    <a:pt x="18" y="30"/>
                  </a:cubicBezTo>
                  <a:cubicBezTo>
                    <a:pt x="18" y="31"/>
                    <a:pt x="18" y="31"/>
                    <a:pt x="18" y="31"/>
                  </a:cubicBezTo>
                  <a:cubicBezTo>
                    <a:pt x="17" y="31"/>
                    <a:pt x="17" y="31"/>
                    <a:pt x="17" y="31"/>
                  </a:cubicBezTo>
                  <a:cubicBezTo>
                    <a:pt x="12" y="34"/>
                    <a:pt x="12" y="34"/>
                    <a:pt x="12" y="34"/>
                  </a:cubicBezTo>
                  <a:lnTo>
                    <a:pt x="11" y="34"/>
                  </a:lnTo>
                  <a:close/>
                  <a:moveTo>
                    <a:pt x="18" y="39"/>
                  </a:moveTo>
                  <a:cubicBezTo>
                    <a:pt x="17" y="38"/>
                    <a:pt x="17" y="38"/>
                    <a:pt x="16" y="37"/>
                  </a:cubicBezTo>
                  <a:cubicBezTo>
                    <a:pt x="15" y="37"/>
                    <a:pt x="15" y="37"/>
                    <a:pt x="15" y="37"/>
                  </a:cubicBezTo>
                  <a:cubicBezTo>
                    <a:pt x="15" y="37"/>
                    <a:pt x="15" y="37"/>
                    <a:pt x="15" y="37"/>
                  </a:cubicBezTo>
                  <a:cubicBezTo>
                    <a:pt x="15" y="36"/>
                    <a:pt x="16" y="37"/>
                    <a:pt x="16" y="36"/>
                  </a:cubicBezTo>
                  <a:cubicBezTo>
                    <a:pt x="19" y="32"/>
                    <a:pt x="19" y="32"/>
                    <a:pt x="19" y="32"/>
                  </a:cubicBezTo>
                  <a:cubicBezTo>
                    <a:pt x="18" y="31"/>
                    <a:pt x="18" y="31"/>
                    <a:pt x="18" y="31"/>
                  </a:cubicBezTo>
                  <a:cubicBezTo>
                    <a:pt x="19" y="31"/>
                    <a:pt x="19" y="31"/>
                    <a:pt x="19" y="31"/>
                  </a:cubicBezTo>
                  <a:cubicBezTo>
                    <a:pt x="19" y="31"/>
                    <a:pt x="20" y="31"/>
                    <a:pt x="21" y="32"/>
                  </a:cubicBezTo>
                  <a:cubicBezTo>
                    <a:pt x="23" y="33"/>
                    <a:pt x="23" y="33"/>
                    <a:pt x="23" y="33"/>
                  </a:cubicBezTo>
                  <a:cubicBezTo>
                    <a:pt x="23" y="34"/>
                    <a:pt x="23" y="34"/>
                    <a:pt x="23" y="34"/>
                  </a:cubicBezTo>
                  <a:cubicBezTo>
                    <a:pt x="22" y="34"/>
                    <a:pt x="22" y="34"/>
                    <a:pt x="22" y="34"/>
                  </a:cubicBezTo>
                  <a:cubicBezTo>
                    <a:pt x="22" y="35"/>
                    <a:pt x="22" y="35"/>
                    <a:pt x="22" y="35"/>
                  </a:cubicBezTo>
                  <a:cubicBezTo>
                    <a:pt x="22" y="34"/>
                    <a:pt x="23" y="34"/>
                    <a:pt x="21" y="33"/>
                  </a:cubicBezTo>
                  <a:cubicBezTo>
                    <a:pt x="20" y="32"/>
                    <a:pt x="20" y="32"/>
                    <a:pt x="20" y="33"/>
                  </a:cubicBezTo>
                  <a:cubicBezTo>
                    <a:pt x="19" y="34"/>
                    <a:pt x="19" y="34"/>
                    <a:pt x="19" y="34"/>
                  </a:cubicBezTo>
                  <a:cubicBezTo>
                    <a:pt x="19" y="35"/>
                    <a:pt x="19" y="35"/>
                    <a:pt x="19" y="35"/>
                  </a:cubicBezTo>
                  <a:cubicBezTo>
                    <a:pt x="20" y="35"/>
                    <a:pt x="20" y="35"/>
                    <a:pt x="20" y="35"/>
                  </a:cubicBezTo>
                  <a:cubicBezTo>
                    <a:pt x="21" y="35"/>
                    <a:pt x="21" y="35"/>
                    <a:pt x="21" y="35"/>
                  </a:cubicBezTo>
                  <a:cubicBezTo>
                    <a:pt x="21" y="35"/>
                    <a:pt x="21" y="35"/>
                    <a:pt x="21" y="35"/>
                  </a:cubicBezTo>
                  <a:cubicBezTo>
                    <a:pt x="20" y="37"/>
                    <a:pt x="20" y="37"/>
                    <a:pt x="20" y="37"/>
                  </a:cubicBezTo>
                  <a:cubicBezTo>
                    <a:pt x="20" y="37"/>
                    <a:pt x="20" y="37"/>
                    <a:pt x="20" y="37"/>
                  </a:cubicBezTo>
                  <a:cubicBezTo>
                    <a:pt x="20" y="35"/>
                    <a:pt x="20" y="35"/>
                    <a:pt x="20" y="35"/>
                  </a:cubicBezTo>
                  <a:cubicBezTo>
                    <a:pt x="19" y="35"/>
                    <a:pt x="19" y="35"/>
                    <a:pt x="19" y="35"/>
                  </a:cubicBezTo>
                  <a:cubicBezTo>
                    <a:pt x="18" y="35"/>
                    <a:pt x="18" y="35"/>
                    <a:pt x="18" y="35"/>
                  </a:cubicBezTo>
                  <a:cubicBezTo>
                    <a:pt x="17" y="37"/>
                    <a:pt x="17" y="37"/>
                    <a:pt x="17" y="37"/>
                  </a:cubicBezTo>
                  <a:cubicBezTo>
                    <a:pt x="18" y="38"/>
                    <a:pt x="18" y="38"/>
                    <a:pt x="18" y="38"/>
                  </a:cubicBezTo>
                  <a:cubicBezTo>
                    <a:pt x="20" y="39"/>
                    <a:pt x="20" y="38"/>
                    <a:pt x="21" y="38"/>
                  </a:cubicBezTo>
                  <a:cubicBezTo>
                    <a:pt x="21" y="38"/>
                    <a:pt x="21" y="38"/>
                    <a:pt x="21" y="38"/>
                  </a:cubicBezTo>
                  <a:lnTo>
                    <a:pt x="18" y="39"/>
                  </a:lnTo>
                  <a:close/>
                  <a:moveTo>
                    <a:pt x="26" y="42"/>
                  </a:moveTo>
                  <a:cubicBezTo>
                    <a:pt x="26" y="42"/>
                    <a:pt x="26" y="42"/>
                    <a:pt x="26" y="42"/>
                  </a:cubicBezTo>
                  <a:cubicBezTo>
                    <a:pt x="26" y="43"/>
                    <a:pt x="26" y="43"/>
                    <a:pt x="26" y="43"/>
                  </a:cubicBezTo>
                  <a:cubicBezTo>
                    <a:pt x="26" y="43"/>
                    <a:pt x="26" y="43"/>
                    <a:pt x="26" y="43"/>
                  </a:cubicBezTo>
                  <a:cubicBezTo>
                    <a:pt x="25" y="43"/>
                    <a:pt x="25" y="43"/>
                    <a:pt x="25" y="43"/>
                  </a:cubicBezTo>
                  <a:cubicBezTo>
                    <a:pt x="25" y="41"/>
                    <a:pt x="25" y="41"/>
                    <a:pt x="25" y="41"/>
                  </a:cubicBezTo>
                  <a:cubicBezTo>
                    <a:pt x="25" y="39"/>
                    <a:pt x="25" y="39"/>
                    <a:pt x="25" y="39"/>
                  </a:cubicBezTo>
                  <a:cubicBezTo>
                    <a:pt x="24" y="38"/>
                    <a:pt x="24" y="38"/>
                    <a:pt x="24" y="38"/>
                  </a:cubicBezTo>
                  <a:cubicBezTo>
                    <a:pt x="24" y="38"/>
                    <a:pt x="24" y="38"/>
                    <a:pt x="24" y="38"/>
                  </a:cubicBezTo>
                  <a:cubicBezTo>
                    <a:pt x="23" y="40"/>
                    <a:pt x="23" y="40"/>
                    <a:pt x="23" y="40"/>
                  </a:cubicBezTo>
                  <a:cubicBezTo>
                    <a:pt x="22" y="41"/>
                    <a:pt x="23" y="41"/>
                    <a:pt x="23" y="41"/>
                  </a:cubicBezTo>
                  <a:cubicBezTo>
                    <a:pt x="23" y="41"/>
                    <a:pt x="23" y="41"/>
                    <a:pt x="23" y="41"/>
                  </a:cubicBezTo>
                  <a:cubicBezTo>
                    <a:pt x="22" y="41"/>
                    <a:pt x="22" y="41"/>
                    <a:pt x="22" y="41"/>
                  </a:cubicBezTo>
                  <a:cubicBezTo>
                    <a:pt x="21" y="40"/>
                    <a:pt x="21" y="40"/>
                    <a:pt x="21" y="40"/>
                  </a:cubicBezTo>
                  <a:cubicBezTo>
                    <a:pt x="20" y="40"/>
                    <a:pt x="20" y="40"/>
                    <a:pt x="20" y="40"/>
                  </a:cubicBezTo>
                  <a:cubicBezTo>
                    <a:pt x="21" y="40"/>
                    <a:pt x="21" y="40"/>
                    <a:pt x="22" y="39"/>
                  </a:cubicBezTo>
                  <a:cubicBezTo>
                    <a:pt x="24" y="35"/>
                    <a:pt x="24" y="35"/>
                    <a:pt x="24" y="35"/>
                  </a:cubicBezTo>
                  <a:cubicBezTo>
                    <a:pt x="24" y="34"/>
                    <a:pt x="23" y="34"/>
                    <a:pt x="23" y="34"/>
                  </a:cubicBezTo>
                  <a:cubicBezTo>
                    <a:pt x="24" y="34"/>
                    <a:pt x="24" y="34"/>
                    <a:pt x="24" y="34"/>
                  </a:cubicBezTo>
                  <a:cubicBezTo>
                    <a:pt x="25" y="34"/>
                    <a:pt x="25" y="34"/>
                    <a:pt x="25" y="34"/>
                  </a:cubicBezTo>
                  <a:cubicBezTo>
                    <a:pt x="26" y="35"/>
                    <a:pt x="26" y="35"/>
                    <a:pt x="26" y="35"/>
                  </a:cubicBezTo>
                  <a:cubicBezTo>
                    <a:pt x="28" y="36"/>
                    <a:pt x="28" y="38"/>
                    <a:pt x="28" y="38"/>
                  </a:cubicBezTo>
                  <a:cubicBezTo>
                    <a:pt x="27" y="39"/>
                    <a:pt x="27" y="39"/>
                    <a:pt x="27" y="39"/>
                  </a:cubicBezTo>
                  <a:cubicBezTo>
                    <a:pt x="26" y="39"/>
                    <a:pt x="26" y="39"/>
                    <a:pt x="26" y="39"/>
                  </a:cubicBezTo>
                  <a:cubicBezTo>
                    <a:pt x="26" y="39"/>
                    <a:pt x="26" y="41"/>
                    <a:pt x="26" y="42"/>
                  </a:cubicBezTo>
                  <a:moveTo>
                    <a:pt x="31" y="39"/>
                  </a:moveTo>
                  <a:cubicBezTo>
                    <a:pt x="29" y="43"/>
                    <a:pt x="29" y="43"/>
                    <a:pt x="29" y="43"/>
                  </a:cubicBezTo>
                  <a:cubicBezTo>
                    <a:pt x="29" y="44"/>
                    <a:pt x="30" y="45"/>
                    <a:pt x="30" y="45"/>
                  </a:cubicBezTo>
                  <a:cubicBezTo>
                    <a:pt x="30" y="45"/>
                    <a:pt x="30" y="45"/>
                    <a:pt x="30" y="45"/>
                  </a:cubicBezTo>
                  <a:cubicBezTo>
                    <a:pt x="28" y="44"/>
                    <a:pt x="28" y="44"/>
                    <a:pt x="28" y="44"/>
                  </a:cubicBezTo>
                  <a:cubicBezTo>
                    <a:pt x="27" y="44"/>
                    <a:pt x="27" y="44"/>
                    <a:pt x="27" y="44"/>
                  </a:cubicBezTo>
                  <a:cubicBezTo>
                    <a:pt x="27" y="44"/>
                    <a:pt x="27" y="44"/>
                    <a:pt x="27" y="44"/>
                  </a:cubicBezTo>
                  <a:cubicBezTo>
                    <a:pt x="28" y="43"/>
                    <a:pt x="28" y="43"/>
                    <a:pt x="28" y="43"/>
                  </a:cubicBezTo>
                  <a:cubicBezTo>
                    <a:pt x="30" y="39"/>
                    <a:pt x="30" y="39"/>
                    <a:pt x="30" y="39"/>
                  </a:cubicBezTo>
                  <a:cubicBezTo>
                    <a:pt x="30" y="37"/>
                    <a:pt x="30" y="37"/>
                    <a:pt x="30" y="37"/>
                  </a:cubicBezTo>
                  <a:cubicBezTo>
                    <a:pt x="30" y="37"/>
                    <a:pt x="30" y="37"/>
                    <a:pt x="30" y="37"/>
                  </a:cubicBezTo>
                  <a:cubicBezTo>
                    <a:pt x="31" y="38"/>
                    <a:pt x="31" y="38"/>
                    <a:pt x="31" y="38"/>
                  </a:cubicBezTo>
                  <a:cubicBezTo>
                    <a:pt x="32" y="38"/>
                    <a:pt x="32" y="38"/>
                    <a:pt x="32" y="38"/>
                  </a:cubicBezTo>
                  <a:cubicBezTo>
                    <a:pt x="33" y="39"/>
                    <a:pt x="33" y="39"/>
                    <a:pt x="33" y="39"/>
                  </a:cubicBezTo>
                  <a:cubicBezTo>
                    <a:pt x="32" y="39"/>
                    <a:pt x="32" y="38"/>
                    <a:pt x="31" y="39"/>
                  </a:cubicBezTo>
                  <a:moveTo>
                    <a:pt x="36" y="41"/>
                  </a:moveTo>
                  <a:cubicBezTo>
                    <a:pt x="35" y="46"/>
                    <a:pt x="35" y="46"/>
                    <a:pt x="35" y="46"/>
                  </a:cubicBezTo>
                  <a:cubicBezTo>
                    <a:pt x="34" y="47"/>
                    <a:pt x="35" y="47"/>
                    <a:pt x="35" y="47"/>
                  </a:cubicBezTo>
                  <a:cubicBezTo>
                    <a:pt x="35" y="47"/>
                    <a:pt x="35" y="47"/>
                    <a:pt x="35" y="47"/>
                  </a:cubicBezTo>
                  <a:cubicBezTo>
                    <a:pt x="33" y="47"/>
                    <a:pt x="33" y="47"/>
                    <a:pt x="33" y="47"/>
                  </a:cubicBezTo>
                  <a:cubicBezTo>
                    <a:pt x="32" y="46"/>
                    <a:pt x="32" y="46"/>
                    <a:pt x="32" y="46"/>
                  </a:cubicBezTo>
                  <a:cubicBezTo>
                    <a:pt x="32" y="46"/>
                    <a:pt x="32" y="46"/>
                    <a:pt x="32" y="46"/>
                  </a:cubicBezTo>
                  <a:cubicBezTo>
                    <a:pt x="32" y="45"/>
                    <a:pt x="33" y="46"/>
                    <a:pt x="33" y="45"/>
                  </a:cubicBezTo>
                  <a:cubicBezTo>
                    <a:pt x="35" y="41"/>
                    <a:pt x="35" y="41"/>
                    <a:pt x="35" y="41"/>
                  </a:cubicBezTo>
                  <a:cubicBezTo>
                    <a:pt x="35" y="40"/>
                    <a:pt x="35" y="40"/>
                    <a:pt x="35" y="40"/>
                  </a:cubicBezTo>
                  <a:cubicBezTo>
                    <a:pt x="34" y="40"/>
                    <a:pt x="34" y="40"/>
                    <a:pt x="34" y="40"/>
                  </a:cubicBezTo>
                  <a:cubicBezTo>
                    <a:pt x="33" y="40"/>
                    <a:pt x="33" y="41"/>
                    <a:pt x="33" y="41"/>
                  </a:cubicBezTo>
                  <a:cubicBezTo>
                    <a:pt x="33" y="40"/>
                    <a:pt x="33" y="40"/>
                    <a:pt x="33" y="40"/>
                  </a:cubicBezTo>
                  <a:cubicBezTo>
                    <a:pt x="33" y="39"/>
                    <a:pt x="33" y="39"/>
                    <a:pt x="33" y="39"/>
                  </a:cubicBezTo>
                  <a:cubicBezTo>
                    <a:pt x="33" y="39"/>
                    <a:pt x="33" y="39"/>
                    <a:pt x="33" y="39"/>
                  </a:cubicBezTo>
                  <a:cubicBezTo>
                    <a:pt x="34" y="39"/>
                    <a:pt x="35" y="40"/>
                    <a:pt x="36" y="40"/>
                  </a:cubicBezTo>
                  <a:cubicBezTo>
                    <a:pt x="38" y="41"/>
                    <a:pt x="38" y="41"/>
                    <a:pt x="39" y="41"/>
                  </a:cubicBezTo>
                  <a:cubicBezTo>
                    <a:pt x="39" y="42"/>
                    <a:pt x="39" y="42"/>
                    <a:pt x="39" y="42"/>
                  </a:cubicBezTo>
                  <a:cubicBezTo>
                    <a:pt x="39" y="42"/>
                    <a:pt x="39" y="42"/>
                    <a:pt x="39" y="42"/>
                  </a:cubicBezTo>
                  <a:cubicBezTo>
                    <a:pt x="38" y="43"/>
                    <a:pt x="38" y="43"/>
                    <a:pt x="38" y="43"/>
                  </a:cubicBezTo>
                  <a:cubicBezTo>
                    <a:pt x="38" y="43"/>
                    <a:pt x="39" y="42"/>
                    <a:pt x="38" y="42"/>
                  </a:cubicBezTo>
                  <a:cubicBezTo>
                    <a:pt x="37" y="41"/>
                    <a:pt x="37" y="41"/>
                    <a:pt x="37" y="41"/>
                  </a:cubicBezTo>
                  <a:lnTo>
                    <a:pt x="36" y="41"/>
                  </a:lnTo>
                  <a:close/>
                  <a:moveTo>
                    <a:pt x="44" y="50"/>
                  </a:moveTo>
                  <a:cubicBezTo>
                    <a:pt x="44" y="50"/>
                    <a:pt x="44" y="50"/>
                    <a:pt x="44" y="50"/>
                  </a:cubicBezTo>
                  <a:cubicBezTo>
                    <a:pt x="42" y="50"/>
                    <a:pt x="42" y="50"/>
                    <a:pt x="42" y="50"/>
                  </a:cubicBezTo>
                  <a:cubicBezTo>
                    <a:pt x="41" y="50"/>
                    <a:pt x="41" y="50"/>
                    <a:pt x="41" y="50"/>
                  </a:cubicBezTo>
                  <a:cubicBezTo>
                    <a:pt x="41" y="49"/>
                    <a:pt x="41" y="49"/>
                    <a:pt x="41" y="49"/>
                  </a:cubicBezTo>
                  <a:cubicBezTo>
                    <a:pt x="42" y="49"/>
                    <a:pt x="42" y="49"/>
                    <a:pt x="42" y="49"/>
                  </a:cubicBezTo>
                  <a:cubicBezTo>
                    <a:pt x="42" y="48"/>
                    <a:pt x="42" y="48"/>
                    <a:pt x="42" y="48"/>
                  </a:cubicBezTo>
                  <a:cubicBezTo>
                    <a:pt x="42" y="47"/>
                    <a:pt x="42" y="47"/>
                    <a:pt x="42"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8" y="48"/>
                    <a:pt x="38" y="48"/>
                    <a:pt x="38" y="48"/>
                  </a:cubicBezTo>
                  <a:cubicBezTo>
                    <a:pt x="37" y="48"/>
                    <a:pt x="37" y="48"/>
                    <a:pt x="37" y="48"/>
                  </a:cubicBezTo>
                  <a:cubicBezTo>
                    <a:pt x="37" y="48"/>
                    <a:pt x="37" y="48"/>
                    <a:pt x="37" y="48"/>
                  </a:cubicBezTo>
                  <a:cubicBezTo>
                    <a:pt x="38" y="48"/>
                    <a:pt x="38" y="48"/>
                    <a:pt x="38" y="48"/>
                  </a:cubicBezTo>
                  <a:cubicBezTo>
                    <a:pt x="42" y="43"/>
                    <a:pt x="42" y="43"/>
                    <a:pt x="42" y="43"/>
                  </a:cubicBezTo>
                  <a:cubicBezTo>
                    <a:pt x="43" y="43"/>
                    <a:pt x="43" y="43"/>
                    <a:pt x="43" y="43"/>
                  </a:cubicBezTo>
                  <a:cubicBezTo>
                    <a:pt x="43" y="43"/>
                    <a:pt x="43" y="43"/>
                    <a:pt x="43" y="43"/>
                  </a:cubicBezTo>
                  <a:cubicBezTo>
                    <a:pt x="43" y="50"/>
                    <a:pt x="43" y="50"/>
                    <a:pt x="43" y="50"/>
                  </a:cubicBezTo>
                  <a:lnTo>
                    <a:pt x="44" y="50"/>
                  </a:lnTo>
                  <a:close/>
                  <a:moveTo>
                    <a:pt x="51" y="46"/>
                  </a:moveTo>
                  <a:cubicBezTo>
                    <a:pt x="50" y="47"/>
                    <a:pt x="50" y="47"/>
                    <a:pt x="50" y="47"/>
                  </a:cubicBezTo>
                  <a:cubicBezTo>
                    <a:pt x="50" y="47"/>
                    <a:pt x="50" y="47"/>
                    <a:pt x="50" y="47"/>
                  </a:cubicBezTo>
                  <a:cubicBezTo>
                    <a:pt x="50" y="47"/>
                    <a:pt x="50" y="45"/>
                    <a:pt x="49" y="45"/>
                  </a:cubicBezTo>
                  <a:cubicBezTo>
                    <a:pt x="47" y="46"/>
                    <a:pt x="47" y="46"/>
                    <a:pt x="47" y="46"/>
                  </a:cubicBezTo>
                  <a:cubicBezTo>
                    <a:pt x="47" y="46"/>
                    <a:pt x="48" y="47"/>
                    <a:pt x="49" y="47"/>
                  </a:cubicBezTo>
                  <a:cubicBezTo>
                    <a:pt x="50" y="48"/>
                    <a:pt x="50" y="49"/>
                    <a:pt x="50" y="50"/>
                  </a:cubicBezTo>
                  <a:cubicBezTo>
                    <a:pt x="49" y="51"/>
                    <a:pt x="48" y="52"/>
                    <a:pt x="47" y="51"/>
                  </a:cubicBezTo>
                  <a:cubicBezTo>
                    <a:pt x="46" y="51"/>
                    <a:pt x="46" y="51"/>
                    <a:pt x="46" y="51"/>
                  </a:cubicBezTo>
                  <a:cubicBezTo>
                    <a:pt x="45" y="50"/>
                    <a:pt x="45" y="50"/>
                    <a:pt x="45" y="50"/>
                  </a:cubicBezTo>
                  <a:cubicBezTo>
                    <a:pt x="45" y="49"/>
                    <a:pt x="45" y="49"/>
                    <a:pt x="45" y="49"/>
                  </a:cubicBezTo>
                  <a:cubicBezTo>
                    <a:pt x="46" y="48"/>
                    <a:pt x="46" y="48"/>
                    <a:pt x="46" y="48"/>
                  </a:cubicBezTo>
                  <a:cubicBezTo>
                    <a:pt x="46" y="49"/>
                    <a:pt x="46" y="49"/>
                    <a:pt x="46" y="49"/>
                  </a:cubicBezTo>
                  <a:cubicBezTo>
                    <a:pt x="46" y="50"/>
                    <a:pt x="46" y="51"/>
                    <a:pt x="47" y="51"/>
                  </a:cubicBezTo>
                  <a:cubicBezTo>
                    <a:pt x="49" y="50"/>
                    <a:pt x="49" y="50"/>
                    <a:pt x="49" y="50"/>
                  </a:cubicBezTo>
                  <a:cubicBezTo>
                    <a:pt x="49" y="49"/>
                    <a:pt x="49" y="49"/>
                    <a:pt x="47" y="48"/>
                  </a:cubicBezTo>
                  <a:cubicBezTo>
                    <a:pt x="47" y="47"/>
                    <a:pt x="46" y="47"/>
                    <a:pt x="46" y="46"/>
                  </a:cubicBezTo>
                  <a:cubicBezTo>
                    <a:pt x="47" y="45"/>
                    <a:pt x="48" y="44"/>
                    <a:pt x="49" y="45"/>
                  </a:cubicBezTo>
                  <a:cubicBezTo>
                    <a:pt x="50" y="45"/>
                    <a:pt x="50" y="45"/>
                    <a:pt x="50" y="45"/>
                  </a:cubicBezTo>
                  <a:cubicBezTo>
                    <a:pt x="51" y="45"/>
                    <a:pt x="51" y="45"/>
                    <a:pt x="51" y="45"/>
                  </a:cubicBezTo>
                  <a:lnTo>
                    <a:pt x="51" y="46"/>
                  </a:lnTo>
                  <a:close/>
                  <a:moveTo>
                    <a:pt x="55" y="49"/>
                  </a:moveTo>
                  <a:cubicBezTo>
                    <a:pt x="54" y="50"/>
                    <a:pt x="54" y="50"/>
                    <a:pt x="54" y="50"/>
                  </a:cubicBezTo>
                  <a:cubicBezTo>
                    <a:pt x="54" y="49"/>
                    <a:pt x="54" y="49"/>
                    <a:pt x="54" y="49"/>
                  </a:cubicBezTo>
                  <a:cubicBezTo>
                    <a:pt x="54" y="48"/>
                    <a:pt x="54" y="48"/>
                    <a:pt x="54" y="48"/>
                  </a:cubicBezTo>
                  <a:lnTo>
                    <a:pt x="55" y="49"/>
                  </a:lnTo>
                  <a:close/>
                  <a:moveTo>
                    <a:pt x="62" y="54"/>
                  </a:moveTo>
                  <a:cubicBezTo>
                    <a:pt x="60" y="54"/>
                    <a:pt x="59" y="54"/>
                    <a:pt x="59" y="54"/>
                  </a:cubicBezTo>
                  <a:cubicBezTo>
                    <a:pt x="58" y="54"/>
                    <a:pt x="58" y="54"/>
                    <a:pt x="58" y="54"/>
                  </a:cubicBezTo>
                  <a:cubicBezTo>
                    <a:pt x="58" y="54"/>
                    <a:pt x="58" y="54"/>
                    <a:pt x="58" y="54"/>
                  </a:cubicBezTo>
                  <a:cubicBezTo>
                    <a:pt x="58" y="53"/>
                    <a:pt x="58" y="54"/>
                    <a:pt x="58" y="53"/>
                  </a:cubicBezTo>
                  <a:cubicBezTo>
                    <a:pt x="59" y="48"/>
                    <a:pt x="59" y="48"/>
                    <a:pt x="59" y="48"/>
                  </a:cubicBezTo>
                  <a:cubicBezTo>
                    <a:pt x="58" y="47"/>
                    <a:pt x="58" y="47"/>
                    <a:pt x="58" y="47"/>
                  </a:cubicBezTo>
                  <a:cubicBezTo>
                    <a:pt x="59" y="47"/>
                    <a:pt x="59" y="47"/>
                    <a:pt x="59" y="47"/>
                  </a:cubicBezTo>
                  <a:cubicBezTo>
                    <a:pt x="60" y="47"/>
                    <a:pt x="60" y="47"/>
                    <a:pt x="60" y="47"/>
                  </a:cubicBezTo>
                  <a:cubicBezTo>
                    <a:pt x="61" y="47"/>
                    <a:pt x="61" y="47"/>
                    <a:pt x="61" y="47"/>
                  </a:cubicBezTo>
                  <a:cubicBezTo>
                    <a:pt x="61" y="47"/>
                    <a:pt x="61" y="47"/>
                    <a:pt x="61" y="47"/>
                  </a:cubicBezTo>
                  <a:cubicBezTo>
                    <a:pt x="60" y="48"/>
                    <a:pt x="60" y="48"/>
                    <a:pt x="60" y="48"/>
                  </a:cubicBezTo>
                  <a:cubicBezTo>
                    <a:pt x="60" y="53"/>
                    <a:pt x="60" y="53"/>
                    <a:pt x="60" y="53"/>
                  </a:cubicBezTo>
                  <a:cubicBezTo>
                    <a:pt x="60" y="54"/>
                    <a:pt x="60" y="54"/>
                    <a:pt x="60" y="54"/>
                  </a:cubicBezTo>
                  <a:cubicBezTo>
                    <a:pt x="63" y="54"/>
                    <a:pt x="63" y="53"/>
                    <a:pt x="63" y="53"/>
                  </a:cubicBezTo>
                  <a:cubicBezTo>
                    <a:pt x="63" y="53"/>
                    <a:pt x="63" y="53"/>
                    <a:pt x="63" y="53"/>
                  </a:cubicBezTo>
                  <a:lnTo>
                    <a:pt x="62" y="54"/>
                  </a:lnTo>
                  <a:close/>
                  <a:moveTo>
                    <a:pt x="66" y="49"/>
                  </a:moveTo>
                  <a:cubicBezTo>
                    <a:pt x="66" y="54"/>
                    <a:pt x="66" y="54"/>
                    <a:pt x="66" y="54"/>
                  </a:cubicBezTo>
                  <a:cubicBezTo>
                    <a:pt x="66" y="55"/>
                    <a:pt x="67" y="54"/>
                    <a:pt x="67" y="55"/>
                  </a:cubicBezTo>
                  <a:cubicBezTo>
                    <a:pt x="67" y="55"/>
                    <a:pt x="67" y="55"/>
                    <a:pt x="67" y="55"/>
                  </a:cubicBezTo>
                  <a:cubicBezTo>
                    <a:pt x="65" y="55"/>
                    <a:pt x="65" y="55"/>
                    <a:pt x="65" y="55"/>
                  </a:cubicBezTo>
                  <a:cubicBezTo>
                    <a:pt x="64" y="55"/>
                    <a:pt x="64" y="55"/>
                    <a:pt x="64" y="55"/>
                  </a:cubicBezTo>
                  <a:cubicBezTo>
                    <a:pt x="64" y="54"/>
                    <a:pt x="64" y="54"/>
                    <a:pt x="64" y="54"/>
                  </a:cubicBezTo>
                  <a:cubicBezTo>
                    <a:pt x="64" y="54"/>
                    <a:pt x="65" y="54"/>
                    <a:pt x="65" y="54"/>
                  </a:cubicBezTo>
                  <a:cubicBezTo>
                    <a:pt x="65" y="49"/>
                    <a:pt x="65" y="49"/>
                    <a:pt x="65" y="49"/>
                  </a:cubicBezTo>
                  <a:cubicBezTo>
                    <a:pt x="65" y="48"/>
                    <a:pt x="64" y="48"/>
                    <a:pt x="64" y="48"/>
                  </a:cubicBezTo>
                  <a:cubicBezTo>
                    <a:pt x="65" y="48"/>
                    <a:pt x="65" y="48"/>
                    <a:pt x="65" y="48"/>
                  </a:cubicBezTo>
                  <a:cubicBezTo>
                    <a:pt x="66" y="48"/>
                    <a:pt x="66" y="48"/>
                    <a:pt x="66" y="48"/>
                  </a:cubicBezTo>
                  <a:cubicBezTo>
                    <a:pt x="67" y="48"/>
                    <a:pt x="67" y="48"/>
                    <a:pt x="67" y="48"/>
                  </a:cubicBezTo>
                  <a:cubicBezTo>
                    <a:pt x="67" y="48"/>
                    <a:pt x="67" y="48"/>
                    <a:pt x="67" y="48"/>
                  </a:cubicBezTo>
                  <a:cubicBezTo>
                    <a:pt x="67" y="48"/>
                    <a:pt x="67" y="48"/>
                    <a:pt x="66" y="49"/>
                  </a:cubicBezTo>
                  <a:moveTo>
                    <a:pt x="71" y="55"/>
                  </a:moveTo>
                  <a:cubicBezTo>
                    <a:pt x="70" y="55"/>
                    <a:pt x="69" y="55"/>
                    <a:pt x="69" y="55"/>
                  </a:cubicBezTo>
                  <a:cubicBezTo>
                    <a:pt x="68" y="55"/>
                    <a:pt x="68" y="55"/>
                    <a:pt x="68" y="55"/>
                  </a:cubicBezTo>
                  <a:cubicBezTo>
                    <a:pt x="68" y="55"/>
                    <a:pt x="68" y="55"/>
                    <a:pt x="68" y="55"/>
                  </a:cubicBezTo>
                  <a:cubicBezTo>
                    <a:pt x="68" y="54"/>
                    <a:pt x="69" y="55"/>
                    <a:pt x="69" y="54"/>
                  </a:cubicBezTo>
                  <a:cubicBezTo>
                    <a:pt x="69" y="50"/>
                    <a:pt x="69" y="50"/>
                    <a:pt x="69" y="50"/>
                  </a:cubicBezTo>
                  <a:cubicBezTo>
                    <a:pt x="69" y="48"/>
                    <a:pt x="68" y="49"/>
                    <a:pt x="68" y="48"/>
                  </a:cubicBezTo>
                  <a:cubicBezTo>
                    <a:pt x="68" y="48"/>
                    <a:pt x="68" y="48"/>
                    <a:pt x="68" y="48"/>
                  </a:cubicBezTo>
                  <a:cubicBezTo>
                    <a:pt x="68" y="48"/>
                    <a:pt x="68" y="48"/>
                    <a:pt x="68" y="48"/>
                  </a:cubicBezTo>
                  <a:cubicBezTo>
                    <a:pt x="71" y="48"/>
                    <a:pt x="71" y="48"/>
                    <a:pt x="71" y="48"/>
                  </a:cubicBezTo>
                  <a:cubicBezTo>
                    <a:pt x="73" y="48"/>
                    <a:pt x="73" y="50"/>
                    <a:pt x="73" y="50"/>
                  </a:cubicBezTo>
                  <a:cubicBezTo>
                    <a:pt x="72" y="51"/>
                    <a:pt x="72" y="51"/>
                    <a:pt x="72" y="51"/>
                  </a:cubicBezTo>
                  <a:cubicBezTo>
                    <a:pt x="72" y="51"/>
                    <a:pt x="72" y="51"/>
                    <a:pt x="72" y="51"/>
                  </a:cubicBezTo>
                  <a:cubicBezTo>
                    <a:pt x="73" y="52"/>
                    <a:pt x="74" y="52"/>
                    <a:pt x="74" y="53"/>
                  </a:cubicBezTo>
                  <a:cubicBezTo>
                    <a:pt x="74" y="54"/>
                    <a:pt x="73" y="55"/>
                    <a:pt x="71" y="55"/>
                  </a:cubicBezTo>
                  <a:moveTo>
                    <a:pt x="79" y="55"/>
                  </a:moveTo>
                  <a:cubicBezTo>
                    <a:pt x="77" y="55"/>
                    <a:pt x="77" y="55"/>
                    <a:pt x="76" y="55"/>
                  </a:cubicBezTo>
                  <a:cubicBezTo>
                    <a:pt x="75" y="55"/>
                    <a:pt x="75" y="55"/>
                    <a:pt x="75" y="55"/>
                  </a:cubicBezTo>
                  <a:cubicBezTo>
                    <a:pt x="75" y="55"/>
                    <a:pt x="75" y="55"/>
                    <a:pt x="75" y="55"/>
                  </a:cubicBezTo>
                  <a:cubicBezTo>
                    <a:pt x="75" y="55"/>
                    <a:pt x="75" y="55"/>
                    <a:pt x="75" y="54"/>
                  </a:cubicBezTo>
                  <a:cubicBezTo>
                    <a:pt x="75" y="49"/>
                    <a:pt x="75" y="49"/>
                    <a:pt x="75" y="49"/>
                  </a:cubicBezTo>
                  <a:cubicBezTo>
                    <a:pt x="74" y="48"/>
                    <a:pt x="74" y="48"/>
                    <a:pt x="74" y="48"/>
                  </a:cubicBezTo>
                  <a:cubicBezTo>
                    <a:pt x="74" y="48"/>
                    <a:pt x="74" y="48"/>
                    <a:pt x="74" y="48"/>
                  </a:cubicBezTo>
                  <a:cubicBezTo>
                    <a:pt x="75" y="48"/>
                    <a:pt x="75" y="48"/>
                    <a:pt x="77" y="48"/>
                  </a:cubicBezTo>
                  <a:cubicBezTo>
                    <a:pt x="78" y="48"/>
                    <a:pt x="78" y="48"/>
                    <a:pt x="79" y="48"/>
                  </a:cubicBezTo>
                  <a:cubicBezTo>
                    <a:pt x="79" y="48"/>
                    <a:pt x="79" y="48"/>
                    <a:pt x="79" y="48"/>
                  </a:cubicBezTo>
                  <a:cubicBezTo>
                    <a:pt x="79" y="49"/>
                    <a:pt x="79" y="49"/>
                    <a:pt x="79" y="49"/>
                  </a:cubicBezTo>
                  <a:cubicBezTo>
                    <a:pt x="79" y="50"/>
                    <a:pt x="79" y="50"/>
                    <a:pt x="79" y="50"/>
                  </a:cubicBezTo>
                  <a:cubicBezTo>
                    <a:pt x="79" y="50"/>
                    <a:pt x="80" y="48"/>
                    <a:pt x="78" y="49"/>
                  </a:cubicBezTo>
                  <a:cubicBezTo>
                    <a:pt x="77" y="49"/>
                    <a:pt x="76" y="49"/>
                    <a:pt x="76" y="49"/>
                  </a:cubicBezTo>
                  <a:cubicBezTo>
                    <a:pt x="77" y="51"/>
                    <a:pt x="77" y="51"/>
                    <a:pt x="77" y="51"/>
                  </a:cubicBezTo>
                  <a:cubicBezTo>
                    <a:pt x="77" y="51"/>
                    <a:pt x="77" y="51"/>
                    <a:pt x="77" y="51"/>
                  </a:cubicBezTo>
                  <a:cubicBezTo>
                    <a:pt x="78" y="51"/>
                    <a:pt x="78" y="51"/>
                    <a:pt x="78" y="51"/>
                  </a:cubicBezTo>
                  <a:cubicBezTo>
                    <a:pt x="79" y="50"/>
                    <a:pt x="79" y="50"/>
                    <a:pt x="79" y="50"/>
                  </a:cubicBezTo>
                  <a:cubicBezTo>
                    <a:pt x="79" y="50"/>
                    <a:pt x="79" y="50"/>
                    <a:pt x="79" y="50"/>
                  </a:cubicBezTo>
                  <a:cubicBezTo>
                    <a:pt x="79" y="52"/>
                    <a:pt x="79" y="52"/>
                    <a:pt x="79" y="52"/>
                  </a:cubicBezTo>
                  <a:cubicBezTo>
                    <a:pt x="79" y="53"/>
                    <a:pt x="79" y="53"/>
                    <a:pt x="79" y="53"/>
                  </a:cubicBezTo>
                  <a:cubicBezTo>
                    <a:pt x="79" y="53"/>
                    <a:pt x="79" y="52"/>
                    <a:pt x="78" y="52"/>
                  </a:cubicBezTo>
                  <a:cubicBezTo>
                    <a:pt x="77" y="52"/>
                    <a:pt x="77" y="52"/>
                    <a:pt x="77" y="52"/>
                  </a:cubicBezTo>
                  <a:cubicBezTo>
                    <a:pt x="77" y="52"/>
                    <a:pt x="77" y="52"/>
                    <a:pt x="77" y="52"/>
                  </a:cubicBezTo>
                  <a:cubicBezTo>
                    <a:pt x="77" y="54"/>
                    <a:pt x="77" y="54"/>
                    <a:pt x="77" y="54"/>
                  </a:cubicBezTo>
                  <a:cubicBezTo>
                    <a:pt x="77" y="55"/>
                    <a:pt x="77" y="55"/>
                    <a:pt x="77" y="55"/>
                  </a:cubicBezTo>
                  <a:cubicBezTo>
                    <a:pt x="80" y="54"/>
                    <a:pt x="80" y="53"/>
                    <a:pt x="80" y="53"/>
                  </a:cubicBezTo>
                  <a:cubicBezTo>
                    <a:pt x="80" y="53"/>
                    <a:pt x="80" y="53"/>
                    <a:pt x="80" y="53"/>
                  </a:cubicBezTo>
                  <a:lnTo>
                    <a:pt x="79" y="55"/>
                  </a:lnTo>
                  <a:close/>
                  <a:moveTo>
                    <a:pt x="87" y="54"/>
                  </a:moveTo>
                  <a:cubicBezTo>
                    <a:pt x="85" y="53"/>
                    <a:pt x="85" y="53"/>
                    <a:pt x="85" y="53"/>
                  </a:cubicBezTo>
                  <a:cubicBezTo>
                    <a:pt x="84" y="52"/>
                    <a:pt x="84" y="52"/>
                    <a:pt x="84" y="52"/>
                  </a:cubicBezTo>
                  <a:cubicBezTo>
                    <a:pt x="83" y="51"/>
                    <a:pt x="83" y="51"/>
                    <a:pt x="83" y="51"/>
                  </a:cubicBezTo>
                  <a:cubicBezTo>
                    <a:pt x="83" y="52"/>
                    <a:pt x="83" y="52"/>
                    <a:pt x="83" y="52"/>
                  </a:cubicBezTo>
                  <a:cubicBezTo>
                    <a:pt x="83" y="54"/>
                    <a:pt x="83" y="54"/>
                    <a:pt x="83" y="54"/>
                  </a:cubicBezTo>
                  <a:cubicBezTo>
                    <a:pt x="83" y="55"/>
                    <a:pt x="84" y="54"/>
                    <a:pt x="84" y="54"/>
                  </a:cubicBezTo>
                  <a:cubicBezTo>
                    <a:pt x="84" y="55"/>
                    <a:pt x="84" y="55"/>
                    <a:pt x="84" y="55"/>
                  </a:cubicBezTo>
                  <a:cubicBezTo>
                    <a:pt x="83" y="55"/>
                    <a:pt x="83" y="55"/>
                    <a:pt x="83" y="55"/>
                  </a:cubicBezTo>
                  <a:cubicBezTo>
                    <a:pt x="81" y="55"/>
                    <a:pt x="81" y="55"/>
                    <a:pt x="81" y="55"/>
                  </a:cubicBezTo>
                  <a:cubicBezTo>
                    <a:pt x="81" y="55"/>
                    <a:pt x="81" y="55"/>
                    <a:pt x="81" y="55"/>
                  </a:cubicBezTo>
                  <a:cubicBezTo>
                    <a:pt x="81" y="54"/>
                    <a:pt x="82" y="55"/>
                    <a:pt x="82" y="53"/>
                  </a:cubicBezTo>
                  <a:cubicBezTo>
                    <a:pt x="81" y="49"/>
                    <a:pt x="81" y="49"/>
                    <a:pt x="81" y="49"/>
                  </a:cubicBezTo>
                  <a:cubicBezTo>
                    <a:pt x="81" y="48"/>
                    <a:pt x="80" y="48"/>
                    <a:pt x="80" y="48"/>
                  </a:cubicBezTo>
                  <a:cubicBezTo>
                    <a:pt x="80" y="48"/>
                    <a:pt x="80" y="48"/>
                    <a:pt x="80" y="48"/>
                  </a:cubicBezTo>
                  <a:cubicBezTo>
                    <a:pt x="81" y="48"/>
                    <a:pt x="81" y="48"/>
                    <a:pt x="81" y="48"/>
                  </a:cubicBezTo>
                  <a:cubicBezTo>
                    <a:pt x="83" y="48"/>
                    <a:pt x="83" y="48"/>
                    <a:pt x="83" y="48"/>
                  </a:cubicBezTo>
                  <a:cubicBezTo>
                    <a:pt x="86" y="47"/>
                    <a:pt x="86" y="49"/>
                    <a:pt x="86" y="49"/>
                  </a:cubicBezTo>
                  <a:cubicBezTo>
                    <a:pt x="85" y="50"/>
                    <a:pt x="85" y="50"/>
                    <a:pt x="85" y="50"/>
                  </a:cubicBezTo>
                  <a:cubicBezTo>
                    <a:pt x="85" y="51"/>
                    <a:pt x="85" y="51"/>
                    <a:pt x="85" y="51"/>
                  </a:cubicBezTo>
                  <a:cubicBezTo>
                    <a:pt x="85" y="51"/>
                    <a:pt x="86" y="52"/>
                    <a:pt x="87" y="54"/>
                  </a:cubicBezTo>
                  <a:cubicBezTo>
                    <a:pt x="87" y="54"/>
                    <a:pt x="87" y="54"/>
                    <a:pt x="87" y="54"/>
                  </a:cubicBezTo>
                  <a:cubicBezTo>
                    <a:pt x="87" y="54"/>
                    <a:pt x="87" y="54"/>
                    <a:pt x="87" y="54"/>
                  </a:cubicBezTo>
                  <a:cubicBezTo>
                    <a:pt x="88" y="54"/>
                    <a:pt x="88" y="54"/>
                    <a:pt x="88" y="54"/>
                  </a:cubicBezTo>
                  <a:lnTo>
                    <a:pt x="87" y="54"/>
                  </a:lnTo>
                  <a:close/>
                  <a:moveTo>
                    <a:pt x="95" y="53"/>
                  </a:moveTo>
                  <a:cubicBezTo>
                    <a:pt x="94" y="53"/>
                    <a:pt x="94" y="53"/>
                    <a:pt x="94" y="53"/>
                  </a:cubicBezTo>
                  <a:cubicBezTo>
                    <a:pt x="93" y="53"/>
                    <a:pt x="93" y="53"/>
                    <a:pt x="93" y="53"/>
                  </a:cubicBezTo>
                  <a:cubicBezTo>
                    <a:pt x="93" y="53"/>
                    <a:pt x="93" y="53"/>
                    <a:pt x="93" y="53"/>
                  </a:cubicBezTo>
                  <a:cubicBezTo>
                    <a:pt x="93" y="52"/>
                    <a:pt x="93" y="52"/>
                    <a:pt x="93" y="52"/>
                  </a:cubicBezTo>
                  <a:cubicBezTo>
                    <a:pt x="93" y="52"/>
                    <a:pt x="93" y="52"/>
                    <a:pt x="93" y="52"/>
                  </a:cubicBezTo>
                  <a:cubicBezTo>
                    <a:pt x="92" y="51"/>
                    <a:pt x="92" y="51"/>
                    <a:pt x="92" y="51"/>
                  </a:cubicBezTo>
                  <a:cubicBezTo>
                    <a:pt x="90" y="51"/>
                    <a:pt x="90" y="51"/>
                    <a:pt x="90" y="51"/>
                  </a:cubicBezTo>
                  <a:cubicBezTo>
                    <a:pt x="90" y="52"/>
                    <a:pt x="90" y="52"/>
                    <a:pt x="90" y="52"/>
                  </a:cubicBezTo>
                  <a:cubicBezTo>
                    <a:pt x="90" y="53"/>
                    <a:pt x="90" y="53"/>
                    <a:pt x="90" y="53"/>
                  </a:cubicBezTo>
                  <a:cubicBezTo>
                    <a:pt x="91" y="54"/>
                    <a:pt x="91" y="54"/>
                    <a:pt x="91" y="54"/>
                  </a:cubicBezTo>
                  <a:cubicBezTo>
                    <a:pt x="90" y="54"/>
                    <a:pt x="90" y="54"/>
                    <a:pt x="90" y="54"/>
                  </a:cubicBezTo>
                  <a:cubicBezTo>
                    <a:pt x="89" y="54"/>
                    <a:pt x="89" y="54"/>
                    <a:pt x="89" y="54"/>
                  </a:cubicBezTo>
                  <a:cubicBezTo>
                    <a:pt x="89" y="54"/>
                    <a:pt x="89" y="54"/>
                    <a:pt x="89" y="54"/>
                  </a:cubicBezTo>
                  <a:cubicBezTo>
                    <a:pt x="88" y="54"/>
                    <a:pt x="88" y="54"/>
                    <a:pt x="88" y="54"/>
                  </a:cubicBezTo>
                  <a:cubicBezTo>
                    <a:pt x="89" y="53"/>
                    <a:pt x="89" y="53"/>
                    <a:pt x="89" y="53"/>
                  </a:cubicBezTo>
                  <a:cubicBezTo>
                    <a:pt x="90" y="47"/>
                    <a:pt x="90" y="47"/>
                    <a:pt x="90" y="47"/>
                  </a:cubicBezTo>
                  <a:cubicBezTo>
                    <a:pt x="91" y="46"/>
                    <a:pt x="91" y="46"/>
                    <a:pt x="91" y="46"/>
                  </a:cubicBezTo>
                  <a:cubicBezTo>
                    <a:pt x="91" y="47"/>
                    <a:pt x="91" y="47"/>
                    <a:pt x="91" y="47"/>
                  </a:cubicBezTo>
                  <a:cubicBezTo>
                    <a:pt x="95" y="52"/>
                    <a:pt x="95" y="52"/>
                    <a:pt x="95" y="52"/>
                  </a:cubicBezTo>
                  <a:cubicBezTo>
                    <a:pt x="96" y="53"/>
                    <a:pt x="96" y="53"/>
                    <a:pt x="96" y="53"/>
                  </a:cubicBezTo>
                  <a:lnTo>
                    <a:pt x="95" y="53"/>
                  </a:lnTo>
                  <a:close/>
                  <a:moveTo>
                    <a:pt x="100" y="52"/>
                  </a:moveTo>
                  <a:cubicBezTo>
                    <a:pt x="98" y="52"/>
                    <a:pt x="98" y="52"/>
                    <a:pt x="97" y="52"/>
                  </a:cubicBezTo>
                  <a:cubicBezTo>
                    <a:pt x="97" y="52"/>
                    <a:pt x="97" y="52"/>
                    <a:pt x="97" y="52"/>
                  </a:cubicBezTo>
                  <a:cubicBezTo>
                    <a:pt x="96" y="52"/>
                    <a:pt x="96" y="52"/>
                    <a:pt x="96" y="52"/>
                  </a:cubicBezTo>
                  <a:cubicBezTo>
                    <a:pt x="96" y="52"/>
                    <a:pt x="97" y="52"/>
                    <a:pt x="97" y="51"/>
                  </a:cubicBezTo>
                  <a:cubicBezTo>
                    <a:pt x="96" y="47"/>
                    <a:pt x="96" y="47"/>
                    <a:pt x="96" y="47"/>
                  </a:cubicBezTo>
                  <a:cubicBezTo>
                    <a:pt x="95" y="46"/>
                    <a:pt x="94" y="46"/>
                    <a:pt x="94" y="46"/>
                  </a:cubicBezTo>
                  <a:cubicBezTo>
                    <a:pt x="94" y="46"/>
                    <a:pt x="94" y="46"/>
                    <a:pt x="94" y="46"/>
                  </a:cubicBezTo>
                  <a:cubicBezTo>
                    <a:pt x="95" y="46"/>
                    <a:pt x="95" y="46"/>
                    <a:pt x="95" y="46"/>
                  </a:cubicBezTo>
                  <a:cubicBezTo>
                    <a:pt x="97" y="45"/>
                    <a:pt x="97" y="45"/>
                    <a:pt x="97" y="45"/>
                  </a:cubicBezTo>
                  <a:cubicBezTo>
                    <a:pt x="100" y="44"/>
                    <a:pt x="100" y="46"/>
                    <a:pt x="100" y="46"/>
                  </a:cubicBezTo>
                  <a:cubicBezTo>
                    <a:pt x="99" y="48"/>
                    <a:pt x="99" y="48"/>
                    <a:pt x="99" y="48"/>
                  </a:cubicBezTo>
                  <a:cubicBezTo>
                    <a:pt x="101" y="48"/>
                    <a:pt x="101" y="48"/>
                    <a:pt x="101" y="49"/>
                  </a:cubicBezTo>
                  <a:cubicBezTo>
                    <a:pt x="102" y="50"/>
                    <a:pt x="101" y="51"/>
                    <a:pt x="100" y="52"/>
                  </a:cubicBezTo>
                  <a:moveTo>
                    <a:pt x="106" y="50"/>
                  </a:moveTo>
                  <a:cubicBezTo>
                    <a:pt x="104" y="50"/>
                    <a:pt x="104" y="50"/>
                    <a:pt x="104" y="50"/>
                  </a:cubicBezTo>
                  <a:cubicBezTo>
                    <a:pt x="103" y="50"/>
                    <a:pt x="103" y="50"/>
                    <a:pt x="103" y="50"/>
                  </a:cubicBezTo>
                  <a:cubicBezTo>
                    <a:pt x="103" y="50"/>
                    <a:pt x="103" y="50"/>
                    <a:pt x="103" y="50"/>
                  </a:cubicBezTo>
                  <a:cubicBezTo>
                    <a:pt x="103" y="49"/>
                    <a:pt x="103" y="49"/>
                    <a:pt x="103" y="49"/>
                  </a:cubicBezTo>
                  <a:cubicBezTo>
                    <a:pt x="102" y="45"/>
                    <a:pt x="102" y="45"/>
                    <a:pt x="102" y="45"/>
                  </a:cubicBezTo>
                  <a:cubicBezTo>
                    <a:pt x="101" y="44"/>
                    <a:pt x="101" y="44"/>
                    <a:pt x="101" y="44"/>
                  </a:cubicBezTo>
                  <a:cubicBezTo>
                    <a:pt x="101" y="44"/>
                    <a:pt x="101" y="44"/>
                    <a:pt x="101" y="44"/>
                  </a:cubicBezTo>
                  <a:cubicBezTo>
                    <a:pt x="102" y="44"/>
                    <a:pt x="102" y="44"/>
                    <a:pt x="102" y="44"/>
                  </a:cubicBezTo>
                  <a:cubicBezTo>
                    <a:pt x="103" y="43"/>
                    <a:pt x="103" y="43"/>
                    <a:pt x="103" y="43"/>
                  </a:cubicBezTo>
                  <a:cubicBezTo>
                    <a:pt x="104" y="43"/>
                    <a:pt x="104" y="43"/>
                    <a:pt x="104" y="43"/>
                  </a:cubicBezTo>
                  <a:cubicBezTo>
                    <a:pt x="103" y="44"/>
                    <a:pt x="103" y="44"/>
                    <a:pt x="103" y="44"/>
                  </a:cubicBezTo>
                  <a:cubicBezTo>
                    <a:pt x="105" y="49"/>
                    <a:pt x="105" y="49"/>
                    <a:pt x="105" y="49"/>
                  </a:cubicBezTo>
                  <a:cubicBezTo>
                    <a:pt x="105" y="50"/>
                    <a:pt x="106" y="49"/>
                    <a:pt x="106" y="49"/>
                  </a:cubicBezTo>
                  <a:lnTo>
                    <a:pt x="106" y="50"/>
                  </a:lnTo>
                  <a:close/>
                  <a:moveTo>
                    <a:pt x="111" y="48"/>
                  </a:moveTo>
                  <a:cubicBezTo>
                    <a:pt x="110" y="48"/>
                    <a:pt x="110" y="48"/>
                    <a:pt x="110" y="48"/>
                  </a:cubicBezTo>
                  <a:cubicBezTo>
                    <a:pt x="109" y="49"/>
                    <a:pt x="109" y="49"/>
                    <a:pt x="109" y="49"/>
                  </a:cubicBezTo>
                  <a:cubicBezTo>
                    <a:pt x="108" y="49"/>
                    <a:pt x="108" y="49"/>
                    <a:pt x="108" y="49"/>
                  </a:cubicBezTo>
                  <a:cubicBezTo>
                    <a:pt x="108" y="48"/>
                    <a:pt x="109" y="48"/>
                    <a:pt x="109" y="47"/>
                  </a:cubicBezTo>
                  <a:cubicBezTo>
                    <a:pt x="107" y="43"/>
                    <a:pt x="107" y="43"/>
                    <a:pt x="107" y="43"/>
                  </a:cubicBezTo>
                  <a:cubicBezTo>
                    <a:pt x="106" y="43"/>
                    <a:pt x="106" y="43"/>
                    <a:pt x="106" y="43"/>
                  </a:cubicBezTo>
                  <a:cubicBezTo>
                    <a:pt x="106" y="43"/>
                    <a:pt x="106" y="43"/>
                    <a:pt x="106" y="43"/>
                  </a:cubicBezTo>
                  <a:cubicBezTo>
                    <a:pt x="105" y="43"/>
                    <a:pt x="105" y="44"/>
                    <a:pt x="105" y="45"/>
                  </a:cubicBezTo>
                  <a:cubicBezTo>
                    <a:pt x="105" y="44"/>
                    <a:pt x="105" y="44"/>
                    <a:pt x="105" y="44"/>
                  </a:cubicBezTo>
                  <a:cubicBezTo>
                    <a:pt x="104" y="43"/>
                    <a:pt x="104" y="43"/>
                    <a:pt x="104" y="43"/>
                  </a:cubicBezTo>
                  <a:cubicBezTo>
                    <a:pt x="104" y="43"/>
                    <a:pt x="104" y="43"/>
                    <a:pt x="104" y="43"/>
                  </a:cubicBezTo>
                  <a:cubicBezTo>
                    <a:pt x="105" y="42"/>
                    <a:pt x="106" y="42"/>
                    <a:pt x="107" y="42"/>
                  </a:cubicBezTo>
                  <a:cubicBezTo>
                    <a:pt x="109" y="41"/>
                    <a:pt x="109" y="41"/>
                    <a:pt x="110" y="41"/>
                  </a:cubicBezTo>
                  <a:cubicBezTo>
                    <a:pt x="110" y="41"/>
                    <a:pt x="110" y="41"/>
                    <a:pt x="110" y="41"/>
                  </a:cubicBezTo>
                  <a:cubicBezTo>
                    <a:pt x="111" y="42"/>
                    <a:pt x="111" y="42"/>
                    <a:pt x="111" y="42"/>
                  </a:cubicBezTo>
                  <a:cubicBezTo>
                    <a:pt x="111" y="42"/>
                    <a:pt x="111" y="42"/>
                    <a:pt x="111" y="42"/>
                  </a:cubicBezTo>
                  <a:cubicBezTo>
                    <a:pt x="110" y="42"/>
                    <a:pt x="110" y="41"/>
                    <a:pt x="109" y="42"/>
                  </a:cubicBezTo>
                  <a:cubicBezTo>
                    <a:pt x="109" y="42"/>
                    <a:pt x="109" y="42"/>
                    <a:pt x="109" y="42"/>
                  </a:cubicBezTo>
                  <a:cubicBezTo>
                    <a:pt x="108" y="43"/>
                    <a:pt x="108" y="43"/>
                    <a:pt x="108" y="43"/>
                  </a:cubicBezTo>
                  <a:cubicBezTo>
                    <a:pt x="110" y="47"/>
                    <a:pt x="110" y="47"/>
                    <a:pt x="110" y="47"/>
                  </a:cubicBezTo>
                  <a:cubicBezTo>
                    <a:pt x="110" y="48"/>
                    <a:pt x="111" y="47"/>
                    <a:pt x="111" y="47"/>
                  </a:cubicBezTo>
                  <a:lnTo>
                    <a:pt x="111" y="48"/>
                  </a:lnTo>
                  <a:close/>
                  <a:moveTo>
                    <a:pt x="115" y="42"/>
                  </a:moveTo>
                  <a:cubicBezTo>
                    <a:pt x="114" y="42"/>
                    <a:pt x="114" y="42"/>
                    <a:pt x="114" y="42"/>
                  </a:cubicBezTo>
                  <a:cubicBezTo>
                    <a:pt x="115" y="41"/>
                    <a:pt x="115" y="41"/>
                    <a:pt x="115" y="41"/>
                  </a:cubicBezTo>
                  <a:cubicBezTo>
                    <a:pt x="116" y="41"/>
                    <a:pt x="116" y="41"/>
                    <a:pt x="116" y="41"/>
                  </a:cubicBezTo>
                  <a:lnTo>
                    <a:pt x="115" y="42"/>
                  </a:lnTo>
                  <a:close/>
                  <a:moveTo>
                    <a:pt x="126" y="40"/>
                  </a:moveTo>
                  <a:cubicBezTo>
                    <a:pt x="126" y="40"/>
                    <a:pt x="126" y="40"/>
                    <a:pt x="126" y="40"/>
                  </a:cubicBezTo>
                  <a:cubicBezTo>
                    <a:pt x="119" y="38"/>
                    <a:pt x="119" y="38"/>
                    <a:pt x="119" y="38"/>
                  </a:cubicBezTo>
                  <a:cubicBezTo>
                    <a:pt x="119" y="38"/>
                    <a:pt x="119" y="38"/>
                    <a:pt x="119" y="38"/>
                  </a:cubicBezTo>
                  <a:cubicBezTo>
                    <a:pt x="119" y="38"/>
                    <a:pt x="119" y="38"/>
                    <a:pt x="119" y="38"/>
                  </a:cubicBezTo>
                  <a:cubicBezTo>
                    <a:pt x="121" y="41"/>
                    <a:pt x="121" y="41"/>
                    <a:pt x="121" y="41"/>
                  </a:cubicBezTo>
                  <a:cubicBezTo>
                    <a:pt x="122" y="43"/>
                    <a:pt x="122" y="42"/>
                    <a:pt x="123" y="42"/>
                  </a:cubicBezTo>
                  <a:cubicBezTo>
                    <a:pt x="122" y="42"/>
                    <a:pt x="122" y="42"/>
                    <a:pt x="122" y="42"/>
                  </a:cubicBezTo>
                  <a:cubicBezTo>
                    <a:pt x="121" y="43"/>
                    <a:pt x="121" y="43"/>
                    <a:pt x="121" y="43"/>
                  </a:cubicBezTo>
                  <a:cubicBezTo>
                    <a:pt x="121" y="43"/>
                    <a:pt x="121" y="43"/>
                    <a:pt x="121" y="43"/>
                  </a:cubicBezTo>
                  <a:cubicBezTo>
                    <a:pt x="120" y="44"/>
                    <a:pt x="120" y="44"/>
                    <a:pt x="120" y="44"/>
                  </a:cubicBezTo>
                  <a:cubicBezTo>
                    <a:pt x="120" y="42"/>
                    <a:pt x="120" y="42"/>
                    <a:pt x="120" y="42"/>
                  </a:cubicBezTo>
                  <a:cubicBezTo>
                    <a:pt x="119" y="39"/>
                    <a:pt x="119" y="39"/>
                    <a:pt x="119" y="39"/>
                  </a:cubicBezTo>
                  <a:cubicBezTo>
                    <a:pt x="118" y="37"/>
                    <a:pt x="117" y="38"/>
                    <a:pt x="117" y="38"/>
                  </a:cubicBezTo>
                  <a:cubicBezTo>
                    <a:pt x="117" y="37"/>
                    <a:pt x="117" y="37"/>
                    <a:pt x="117" y="37"/>
                  </a:cubicBezTo>
                  <a:cubicBezTo>
                    <a:pt x="117" y="37"/>
                    <a:pt x="117" y="37"/>
                    <a:pt x="117" y="37"/>
                  </a:cubicBezTo>
                  <a:cubicBezTo>
                    <a:pt x="118" y="37"/>
                    <a:pt x="118" y="37"/>
                    <a:pt x="118" y="37"/>
                  </a:cubicBezTo>
                  <a:cubicBezTo>
                    <a:pt x="119" y="37"/>
                    <a:pt x="119" y="37"/>
                    <a:pt x="119" y="37"/>
                  </a:cubicBezTo>
                  <a:cubicBezTo>
                    <a:pt x="124" y="39"/>
                    <a:pt x="124" y="39"/>
                    <a:pt x="124" y="39"/>
                  </a:cubicBezTo>
                  <a:cubicBezTo>
                    <a:pt x="125" y="39"/>
                    <a:pt x="125" y="39"/>
                    <a:pt x="125" y="39"/>
                  </a:cubicBezTo>
                  <a:cubicBezTo>
                    <a:pt x="125" y="38"/>
                    <a:pt x="125" y="38"/>
                    <a:pt x="125" y="38"/>
                  </a:cubicBezTo>
                  <a:cubicBezTo>
                    <a:pt x="123" y="35"/>
                    <a:pt x="123" y="35"/>
                    <a:pt x="123" y="35"/>
                  </a:cubicBezTo>
                  <a:cubicBezTo>
                    <a:pt x="121" y="35"/>
                    <a:pt x="121" y="35"/>
                    <a:pt x="121" y="35"/>
                  </a:cubicBezTo>
                  <a:cubicBezTo>
                    <a:pt x="121" y="35"/>
                    <a:pt x="121" y="35"/>
                    <a:pt x="121" y="35"/>
                  </a:cubicBezTo>
                  <a:cubicBezTo>
                    <a:pt x="122" y="34"/>
                    <a:pt x="122" y="34"/>
                    <a:pt x="122" y="34"/>
                  </a:cubicBezTo>
                  <a:cubicBezTo>
                    <a:pt x="123" y="34"/>
                    <a:pt x="123" y="34"/>
                    <a:pt x="123" y="34"/>
                  </a:cubicBezTo>
                  <a:cubicBezTo>
                    <a:pt x="124" y="34"/>
                    <a:pt x="124" y="34"/>
                    <a:pt x="124" y="34"/>
                  </a:cubicBezTo>
                  <a:cubicBezTo>
                    <a:pt x="124" y="34"/>
                    <a:pt x="123" y="34"/>
                    <a:pt x="123" y="35"/>
                  </a:cubicBezTo>
                  <a:cubicBezTo>
                    <a:pt x="126" y="40"/>
                    <a:pt x="126" y="40"/>
                    <a:pt x="126" y="40"/>
                  </a:cubicBezTo>
                  <a:close/>
                  <a:moveTo>
                    <a:pt x="131" y="38"/>
                  </a:moveTo>
                  <a:cubicBezTo>
                    <a:pt x="129" y="39"/>
                    <a:pt x="127" y="38"/>
                    <a:pt x="126" y="37"/>
                  </a:cubicBezTo>
                  <a:cubicBezTo>
                    <a:pt x="125" y="35"/>
                    <a:pt x="125" y="33"/>
                    <a:pt x="127" y="31"/>
                  </a:cubicBezTo>
                  <a:cubicBezTo>
                    <a:pt x="128" y="30"/>
                    <a:pt x="130" y="31"/>
                    <a:pt x="132" y="32"/>
                  </a:cubicBezTo>
                  <a:cubicBezTo>
                    <a:pt x="132" y="33"/>
                    <a:pt x="133" y="36"/>
                    <a:pt x="131" y="38"/>
                  </a:cubicBezTo>
                  <a:moveTo>
                    <a:pt x="136" y="33"/>
                  </a:moveTo>
                  <a:cubicBezTo>
                    <a:pt x="135" y="34"/>
                    <a:pt x="135" y="34"/>
                    <a:pt x="135" y="34"/>
                  </a:cubicBezTo>
                  <a:cubicBezTo>
                    <a:pt x="134" y="34"/>
                    <a:pt x="134" y="34"/>
                    <a:pt x="134" y="34"/>
                  </a:cubicBezTo>
                  <a:cubicBezTo>
                    <a:pt x="133" y="33"/>
                    <a:pt x="133" y="33"/>
                    <a:pt x="133" y="33"/>
                  </a:cubicBezTo>
                  <a:cubicBezTo>
                    <a:pt x="133" y="33"/>
                    <a:pt x="133" y="33"/>
                    <a:pt x="133" y="33"/>
                  </a:cubicBezTo>
                  <a:cubicBezTo>
                    <a:pt x="134" y="33"/>
                    <a:pt x="134" y="33"/>
                    <a:pt x="134" y="33"/>
                  </a:cubicBezTo>
                  <a:cubicBezTo>
                    <a:pt x="136" y="33"/>
                    <a:pt x="136" y="33"/>
                    <a:pt x="136" y="33"/>
                  </a:cubicBezTo>
                  <a:cubicBezTo>
                    <a:pt x="137" y="31"/>
                    <a:pt x="137" y="31"/>
                    <a:pt x="137" y="31"/>
                  </a:cubicBezTo>
                  <a:cubicBezTo>
                    <a:pt x="136" y="30"/>
                    <a:pt x="135" y="31"/>
                    <a:pt x="134" y="31"/>
                  </a:cubicBezTo>
                  <a:cubicBezTo>
                    <a:pt x="132" y="31"/>
                    <a:pt x="132" y="31"/>
                    <a:pt x="132" y="31"/>
                  </a:cubicBezTo>
                  <a:cubicBezTo>
                    <a:pt x="131" y="30"/>
                    <a:pt x="131" y="29"/>
                    <a:pt x="132" y="28"/>
                  </a:cubicBezTo>
                  <a:cubicBezTo>
                    <a:pt x="133" y="27"/>
                    <a:pt x="133" y="27"/>
                    <a:pt x="133" y="27"/>
                  </a:cubicBezTo>
                  <a:cubicBezTo>
                    <a:pt x="134" y="27"/>
                    <a:pt x="134" y="27"/>
                    <a:pt x="134" y="27"/>
                  </a:cubicBezTo>
                  <a:cubicBezTo>
                    <a:pt x="134" y="27"/>
                    <a:pt x="134" y="27"/>
                    <a:pt x="134" y="27"/>
                  </a:cubicBezTo>
                  <a:cubicBezTo>
                    <a:pt x="135" y="28"/>
                    <a:pt x="135" y="28"/>
                    <a:pt x="135" y="28"/>
                  </a:cubicBezTo>
                  <a:cubicBezTo>
                    <a:pt x="135" y="28"/>
                    <a:pt x="135" y="28"/>
                    <a:pt x="135" y="28"/>
                  </a:cubicBezTo>
                  <a:cubicBezTo>
                    <a:pt x="135" y="29"/>
                    <a:pt x="133" y="27"/>
                    <a:pt x="132" y="28"/>
                  </a:cubicBezTo>
                  <a:cubicBezTo>
                    <a:pt x="132" y="30"/>
                    <a:pt x="132" y="30"/>
                    <a:pt x="132" y="30"/>
                  </a:cubicBezTo>
                  <a:cubicBezTo>
                    <a:pt x="132" y="30"/>
                    <a:pt x="133" y="30"/>
                    <a:pt x="134" y="30"/>
                  </a:cubicBezTo>
                  <a:cubicBezTo>
                    <a:pt x="135" y="29"/>
                    <a:pt x="136" y="29"/>
                    <a:pt x="137" y="30"/>
                  </a:cubicBezTo>
                  <a:cubicBezTo>
                    <a:pt x="138" y="31"/>
                    <a:pt x="138" y="33"/>
                    <a:pt x="136" y="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3" name="Freeform 32">
              <a:extLst>
                <a:ext uri="{FF2B5EF4-FFF2-40B4-BE49-F238E27FC236}">
                  <a16:creationId xmlns:a16="http://schemas.microsoft.com/office/drawing/2014/main" id="{3829A00D-2BF3-491B-9856-63ADC33F4F10}"/>
                </a:ext>
              </a:extLst>
            </p:cNvPr>
            <p:cNvSpPr>
              <a:spLocks noEditPoints="1"/>
            </p:cNvSpPr>
            <p:nvPr/>
          </p:nvSpPr>
          <p:spPr bwMode="auto">
            <a:xfrm>
              <a:off x="6111875" y="2517775"/>
              <a:ext cx="104775" cy="215900"/>
            </a:xfrm>
            <a:custGeom>
              <a:avLst/>
              <a:gdLst>
                <a:gd name="T0" fmla="*/ 44 w 49"/>
                <a:gd name="T1" fmla="*/ 10 h 100"/>
                <a:gd name="T2" fmla="*/ 38 w 49"/>
                <a:gd name="T3" fmla="*/ 26 h 100"/>
                <a:gd name="T4" fmla="*/ 33 w 49"/>
                <a:gd name="T5" fmla="*/ 21 h 100"/>
                <a:gd name="T6" fmla="*/ 20 w 49"/>
                <a:gd name="T7" fmla="*/ 15 h 100"/>
                <a:gd name="T8" fmla="*/ 3 w 49"/>
                <a:gd name="T9" fmla="*/ 2 h 100"/>
                <a:gd name="T10" fmla="*/ 2 w 49"/>
                <a:gd name="T11" fmla="*/ 43 h 100"/>
                <a:gd name="T12" fmla="*/ 7 w 49"/>
                <a:gd name="T13" fmla="*/ 38 h 100"/>
                <a:gd name="T14" fmla="*/ 6 w 49"/>
                <a:gd name="T15" fmla="*/ 82 h 100"/>
                <a:gd name="T16" fmla="*/ 11 w 49"/>
                <a:gd name="T17" fmla="*/ 86 h 100"/>
                <a:gd name="T18" fmla="*/ 34 w 49"/>
                <a:gd name="T19" fmla="*/ 79 h 100"/>
                <a:gd name="T20" fmla="*/ 29 w 49"/>
                <a:gd name="T21" fmla="*/ 52 h 100"/>
                <a:gd name="T22" fmla="*/ 40 w 49"/>
                <a:gd name="T23" fmla="*/ 58 h 100"/>
                <a:gd name="T24" fmla="*/ 40 w 49"/>
                <a:gd name="T25" fmla="*/ 50 h 100"/>
                <a:gd name="T26" fmla="*/ 44 w 49"/>
                <a:gd name="T27" fmla="*/ 26 h 100"/>
                <a:gd name="T28" fmla="*/ 35 w 49"/>
                <a:gd name="T29" fmla="*/ 21 h 100"/>
                <a:gd name="T30" fmla="*/ 42 w 49"/>
                <a:gd name="T31" fmla="*/ 14 h 100"/>
                <a:gd name="T32" fmla="*/ 29 w 49"/>
                <a:gd name="T33" fmla="*/ 20 h 100"/>
                <a:gd name="T34" fmla="*/ 29 w 49"/>
                <a:gd name="T35" fmla="*/ 15 h 100"/>
                <a:gd name="T36" fmla="*/ 25 w 49"/>
                <a:gd name="T37" fmla="*/ 15 h 100"/>
                <a:gd name="T38" fmla="*/ 35 w 49"/>
                <a:gd name="T39" fmla="*/ 35 h 100"/>
                <a:gd name="T40" fmla="*/ 20 w 49"/>
                <a:gd name="T41" fmla="*/ 26 h 100"/>
                <a:gd name="T42" fmla="*/ 19 w 49"/>
                <a:gd name="T43" fmla="*/ 24 h 100"/>
                <a:gd name="T44" fmla="*/ 13 w 49"/>
                <a:gd name="T45" fmla="*/ 1 h 100"/>
                <a:gd name="T46" fmla="*/ 25 w 49"/>
                <a:gd name="T47" fmla="*/ 40 h 100"/>
                <a:gd name="T48" fmla="*/ 20 w 49"/>
                <a:gd name="T49" fmla="*/ 44 h 100"/>
                <a:gd name="T50" fmla="*/ 14 w 49"/>
                <a:gd name="T51" fmla="*/ 42 h 100"/>
                <a:gd name="T52" fmla="*/ 18 w 49"/>
                <a:gd name="T53" fmla="*/ 42 h 100"/>
                <a:gd name="T54" fmla="*/ 11 w 49"/>
                <a:gd name="T55" fmla="*/ 36 h 100"/>
                <a:gd name="T56" fmla="*/ 7 w 49"/>
                <a:gd name="T57" fmla="*/ 28 h 100"/>
                <a:gd name="T58" fmla="*/ 3 w 49"/>
                <a:gd name="T59" fmla="*/ 3 h 100"/>
                <a:gd name="T60" fmla="*/ 6 w 49"/>
                <a:gd name="T61" fmla="*/ 22 h 100"/>
                <a:gd name="T62" fmla="*/ 4 w 49"/>
                <a:gd name="T63" fmla="*/ 30 h 100"/>
                <a:gd name="T64" fmla="*/ 2 w 49"/>
                <a:gd name="T65" fmla="*/ 48 h 100"/>
                <a:gd name="T66" fmla="*/ 2 w 49"/>
                <a:gd name="T67" fmla="*/ 50 h 100"/>
                <a:gd name="T68" fmla="*/ 11 w 49"/>
                <a:gd name="T69" fmla="*/ 36 h 100"/>
                <a:gd name="T70" fmla="*/ 32 w 49"/>
                <a:gd name="T71" fmla="*/ 77 h 100"/>
                <a:gd name="T72" fmla="*/ 27 w 49"/>
                <a:gd name="T73" fmla="*/ 78 h 100"/>
                <a:gd name="T74" fmla="*/ 20 w 49"/>
                <a:gd name="T75" fmla="*/ 62 h 100"/>
                <a:gd name="T76" fmla="*/ 18 w 49"/>
                <a:gd name="T77" fmla="*/ 57 h 100"/>
                <a:gd name="T78" fmla="*/ 13 w 49"/>
                <a:gd name="T79" fmla="*/ 96 h 100"/>
                <a:gd name="T80" fmla="*/ 7 w 49"/>
                <a:gd name="T81" fmla="*/ 88 h 100"/>
                <a:gd name="T82" fmla="*/ 9 w 49"/>
                <a:gd name="T83" fmla="*/ 75 h 100"/>
                <a:gd name="T84" fmla="*/ 10 w 49"/>
                <a:gd name="T85" fmla="*/ 43 h 100"/>
                <a:gd name="T86" fmla="*/ 27 w 49"/>
                <a:gd name="T87" fmla="*/ 49 h 100"/>
                <a:gd name="T88" fmla="*/ 41 w 49"/>
                <a:gd name="T89" fmla="*/ 48 h 100"/>
                <a:gd name="T90" fmla="*/ 40 w 49"/>
                <a:gd name="T91" fmla="*/ 52 h 100"/>
                <a:gd name="T92" fmla="*/ 34 w 49"/>
                <a:gd name="T93" fmla="*/ 53 h 100"/>
                <a:gd name="T94" fmla="*/ 27 w 49"/>
                <a:gd name="T95" fmla="*/ 48 h 100"/>
                <a:gd name="T96" fmla="*/ 18 w 49"/>
                <a:gd name="T97" fmla="*/ 38 h 100"/>
                <a:gd name="T98" fmla="*/ 11 w 49"/>
                <a:gd name="T99" fmla="*/ 28 h 100"/>
                <a:gd name="T100" fmla="*/ 13 w 49"/>
                <a:gd name="T101" fmla="*/ 19 h 100"/>
                <a:gd name="T102" fmla="*/ 31 w 49"/>
                <a:gd name="T103" fmla="*/ 39 h 100"/>
                <a:gd name="T104" fmla="*/ 36 w 49"/>
                <a:gd name="T105" fmla="*/ 42 h 100"/>
                <a:gd name="T106" fmla="*/ 42 w 49"/>
                <a:gd name="T107" fmla="*/ 28 h 100"/>
                <a:gd name="T108" fmla="*/ 46 w 49"/>
                <a:gd name="T109" fmla="*/ 26 h 100"/>
                <a:gd name="T110" fmla="*/ 43 w 49"/>
                <a:gd name="T111" fmla="*/ 14 h 100"/>
                <a:gd name="T112" fmla="*/ 48 w 49"/>
                <a:gd name="T113" fmla="*/ 13 h 100"/>
                <a:gd name="T114" fmla="*/ 8 w 49"/>
                <a:gd name="T115" fmla="*/ 83 h 100"/>
                <a:gd name="T116" fmla="*/ 19 w 49"/>
                <a:gd name="T117" fmla="*/ 34 h 100"/>
                <a:gd name="T118" fmla="*/ 14 w 49"/>
                <a:gd name="T119" fmla="*/ 24 h 100"/>
                <a:gd name="T120" fmla="*/ 25 w 49"/>
                <a:gd name="T121" fmla="*/ 2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 h="100">
                  <a:moveTo>
                    <a:pt x="11" y="71"/>
                  </a:moveTo>
                  <a:cubicBezTo>
                    <a:pt x="11" y="72"/>
                    <a:pt x="11" y="72"/>
                    <a:pt x="11" y="72"/>
                  </a:cubicBezTo>
                  <a:cubicBezTo>
                    <a:pt x="11" y="73"/>
                    <a:pt x="11" y="73"/>
                    <a:pt x="11" y="73"/>
                  </a:cubicBezTo>
                  <a:cubicBezTo>
                    <a:pt x="12" y="73"/>
                    <a:pt x="12" y="73"/>
                    <a:pt x="12" y="73"/>
                  </a:cubicBezTo>
                  <a:cubicBezTo>
                    <a:pt x="12" y="72"/>
                    <a:pt x="12" y="72"/>
                    <a:pt x="12" y="72"/>
                  </a:cubicBezTo>
                  <a:cubicBezTo>
                    <a:pt x="12" y="71"/>
                    <a:pt x="12" y="71"/>
                    <a:pt x="12" y="71"/>
                  </a:cubicBezTo>
                  <a:lnTo>
                    <a:pt x="11" y="71"/>
                  </a:lnTo>
                  <a:close/>
                  <a:moveTo>
                    <a:pt x="49" y="12"/>
                  </a:moveTo>
                  <a:cubicBezTo>
                    <a:pt x="49" y="12"/>
                    <a:pt x="49" y="12"/>
                    <a:pt x="49" y="12"/>
                  </a:cubicBezTo>
                  <a:cubicBezTo>
                    <a:pt x="49" y="12"/>
                    <a:pt x="49" y="12"/>
                    <a:pt x="49" y="12"/>
                  </a:cubicBezTo>
                  <a:cubicBezTo>
                    <a:pt x="48" y="12"/>
                    <a:pt x="48" y="12"/>
                    <a:pt x="48" y="12"/>
                  </a:cubicBezTo>
                  <a:cubicBezTo>
                    <a:pt x="47" y="13"/>
                    <a:pt x="47" y="13"/>
                    <a:pt x="47" y="13"/>
                  </a:cubicBezTo>
                  <a:cubicBezTo>
                    <a:pt x="47" y="13"/>
                    <a:pt x="47" y="13"/>
                    <a:pt x="47" y="13"/>
                  </a:cubicBezTo>
                  <a:cubicBezTo>
                    <a:pt x="46" y="13"/>
                    <a:pt x="46" y="13"/>
                    <a:pt x="46" y="13"/>
                  </a:cubicBezTo>
                  <a:cubicBezTo>
                    <a:pt x="45" y="14"/>
                    <a:pt x="45" y="14"/>
                    <a:pt x="45" y="14"/>
                  </a:cubicBezTo>
                  <a:cubicBezTo>
                    <a:pt x="45" y="14"/>
                    <a:pt x="45" y="14"/>
                    <a:pt x="45" y="14"/>
                  </a:cubicBezTo>
                  <a:cubicBezTo>
                    <a:pt x="45" y="14"/>
                    <a:pt x="45" y="14"/>
                    <a:pt x="45" y="14"/>
                  </a:cubicBezTo>
                  <a:cubicBezTo>
                    <a:pt x="45" y="12"/>
                    <a:pt x="45" y="12"/>
                    <a:pt x="45" y="12"/>
                  </a:cubicBezTo>
                  <a:cubicBezTo>
                    <a:pt x="44" y="12"/>
                    <a:pt x="44" y="12"/>
                    <a:pt x="44" y="12"/>
                  </a:cubicBezTo>
                  <a:cubicBezTo>
                    <a:pt x="44" y="12"/>
                    <a:pt x="44" y="12"/>
                    <a:pt x="44" y="12"/>
                  </a:cubicBezTo>
                  <a:cubicBezTo>
                    <a:pt x="44" y="11"/>
                    <a:pt x="45" y="10"/>
                    <a:pt x="45" y="10"/>
                  </a:cubicBezTo>
                  <a:cubicBezTo>
                    <a:pt x="45" y="10"/>
                    <a:pt x="45" y="10"/>
                    <a:pt x="45" y="10"/>
                  </a:cubicBezTo>
                  <a:cubicBezTo>
                    <a:pt x="45" y="10"/>
                    <a:pt x="45" y="10"/>
                    <a:pt x="45" y="10"/>
                  </a:cubicBezTo>
                  <a:cubicBezTo>
                    <a:pt x="44" y="10"/>
                    <a:pt x="44" y="10"/>
                    <a:pt x="44" y="10"/>
                  </a:cubicBezTo>
                  <a:cubicBezTo>
                    <a:pt x="43" y="10"/>
                    <a:pt x="43" y="11"/>
                    <a:pt x="43" y="12"/>
                  </a:cubicBezTo>
                  <a:cubicBezTo>
                    <a:pt x="43" y="12"/>
                    <a:pt x="43" y="12"/>
                    <a:pt x="43" y="12"/>
                  </a:cubicBezTo>
                  <a:cubicBezTo>
                    <a:pt x="42" y="13"/>
                    <a:pt x="42" y="13"/>
                    <a:pt x="42" y="13"/>
                  </a:cubicBezTo>
                  <a:cubicBezTo>
                    <a:pt x="43" y="12"/>
                    <a:pt x="43" y="12"/>
                    <a:pt x="43" y="12"/>
                  </a:cubicBezTo>
                  <a:cubicBezTo>
                    <a:pt x="43" y="12"/>
                    <a:pt x="43" y="12"/>
                    <a:pt x="43" y="12"/>
                  </a:cubicBezTo>
                  <a:cubicBezTo>
                    <a:pt x="43" y="11"/>
                    <a:pt x="43" y="11"/>
                    <a:pt x="43" y="11"/>
                  </a:cubicBezTo>
                  <a:cubicBezTo>
                    <a:pt x="43" y="11"/>
                    <a:pt x="43" y="11"/>
                    <a:pt x="43" y="11"/>
                  </a:cubicBezTo>
                  <a:cubicBezTo>
                    <a:pt x="43" y="11"/>
                    <a:pt x="43" y="11"/>
                    <a:pt x="43" y="11"/>
                  </a:cubicBezTo>
                  <a:cubicBezTo>
                    <a:pt x="42" y="11"/>
                    <a:pt x="42" y="11"/>
                    <a:pt x="42" y="11"/>
                  </a:cubicBezTo>
                  <a:cubicBezTo>
                    <a:pt x="41" y="13"/>
                    <a:pt x="41" y="13"/>
                    <a:pt x="41" y="13"/>
                  </a:cubicBezTo>
                  <a:cubicBezTo>
                    <a:pt x="41" y="13"/>
                    <a:pt x="41" y="13"/>
                    <a:pt x="41" y="13"/>
                  </a:cubicBezTo>
                  <a:cubicBezTo>
                    <a:pt x="41" y="15"/>
                    <a:pt x="41" y="15"/>
                    <a:pt x="41" y="15"/>
                  </a:cubicBezTo>
                  <a:cubicBezTo>
                    <a:pt x="41" y="15"/>
                    <a:pt x="41" y="15"/>
                    <a:pt x="41" y="15"/>
                  </a:cubicBezTo>
                  <a:cubicBezTo>
                    <a:pt x="41" y="16"/>
                    <a:pt x="42" y="17"/>
                    <a:pt x="42" y="17"/>
                  </a:cubicBezTo>
                  <a:cubicBezTo>
                    <a:pt x="43" y="18"/>
                    <a:pt x="43" y="19"/>
                    <a:pt x="43" y="20"/>
                  </a:cubicBezTo>
                  <a:cubicBezTo>
                    <a:pt x="43" y="21"/>
                    <a:pt x="43" y="21"/>
                    <a:pt x="43" y="21"/>
                  </a:cubicBezTo>
                  <a:cubicBezTo>
                    <a:pt x="43" y="22"/>
                    <a:pt x="42" y="24"/>
                    <a:pt x="42" y="25"/>
                  </a:cubicBezTo>
                  <a:cubicBezTo>
                    <a:pt x="41" y="27"/>
                    <a:pt x="41" y="27"/>
                    <a:pt x="41" y="27"/>
                  </a:cubicBezTo>
                  <a:cubicBezTo>
                    <a:pt x="41" y="27"/>
                    <a:pt x="41" y="27"/>
                    <a:pt x="41" y="27"/>
                  </a:cubicBezTo>
                  <a:cubicBezTo>
                    <a:pt x="41" y="28"/>
                    <a:pt x="41" y="28"/>
                    <a:pt x="41" y="28"/>
                  </a:cubicBezTo>
                  <a:cubicBezTo>
                    <a:pt x="40" y="26"/>
                    <a:pt x="39" y="25"/>
                    <a:pt x="39" y="25"/>
                  </a:cubicBezTo>
                  <a:cubicBezTo>
                    <a:pt x="38" y="25"/>
                    <a:pt x="38" y="25"/>
                    <a:pt x="38" y="25"/>
                  </a:cubicBezTo>
                  <a:cubicBezTo>
                    <a:pt x="38" y="26"/>
                    <a:pt x="38" y="26"/>
                    <a:pt x="38" y="26"/>
                  </a:cubicBezTo>
                  <a:cubicBezTo>
                    <a:pt x="38" y="26"/>
                    <a:pt x="38" y="26"/>
                    <a:pt x="38" y="26"/>
                  </a:cubicBezTo>
                  <a:cubicBezTo>
                    <a:pt x="38" y="27"/>
                    <a:pt x="38" y="28"/>
                    <a:pt x="38" y="29"/>
                  </a:cubicBezTo>
                  <a:cubicBezTo>
                    <a:pt x="38" y="30"/>
                    <a:pt x="38" y="30"/>
                    <a:pt x="37" y="31"/>
                  </a:cubicBezTo>
                  <a:cubicBezTo>
                    <a:pt x="36" y="33"/>
                    <a:pt x="36" y="33"/>
                    <a:pt x="36" y="33"/>
                  </a:cubicBezTo>
                  <a:cubicBezTo>
                    <a:pt x="35" y="32"/>
                    <a:pt x="35" y="31"/>
                    <a:pt x="34" y="30"/>
                  </a:cubicBezTo>
                  <a:cubicBezTo>
                    <a:pt x="33" y="28"/>
                    <a:pt x="31" y="27"/>
                    <a:pt x="30" y="26"/>
                  </a:cubicBezTo>
                  <a:cubicBezTo>
                    <a:pt x="28" y="25"/>
                    <a:pt x="27" y="24"/>
                    <a:pt x="27" y="23"/>
                  </a:cubicBezTo>
                  <a:cubicBezTo>
                    <a:pt x="27" y="23"/>
                    <a:pt x="27" y="23"/>
                    <a:pt x="27" y="23"/>
                  </a:cubicBezTo>
                  <a:cubicBezTo>
                    <a:pt x="27" y="22"/>
                    <a:pt x="27" y="22"/>
                    <a:pt x="27" y="22"/>
                  </a:cubicBezTo>
                  <a:cubicBezTo>
                    <a:pt x="29" y="22"/>
                    <a:pt x="29" y="22"/>
                    <a:pt x="29" y="22"/>
                  </a:cubicBezTo>
                  <a:cubicBezTo>
                    <a:pt x="29" y="22"/>
                    <a:pt x="29" y="22"/>
                    <a:pt x="29" y="22"/>
                  </a:cubicBezTo>
                  <a:cubicBezTo>
                    <a:pt x="30" y="22"/>
                    <a:pt x="31" y="23"/>
                    <a:pt x="32" y="23"/>
                  </a:cubicBezTo>
                  <a:cubicBezTo>
                    <a:pt x="32" y="23"/>
                    <a:pt x="32" y="23"/>
                    <a:pt x="32" y="23"/>
                  </a:cubicBezTo>
                  <a:cubicBezTo>
                    <a:pt x="33" y="23"/>
                    <a:pt x="33" y="23"/>
                    <a:pt x="33" y="23"/>
                  </a:cubicBezTo>
                  <a:cubicBezTo>
                    <a:pt x="33" y="23"/>
                    <a:pt x="33" y="23"/>
                    <a:pt x="33" y="23"/>
                  </a:cubicBezTo>
                  <a:cubicBezTo>
                    <a:pt x="35" y="22"/>
                    <a:pt x="35" y="22"/>
                    <a:pt x="35" y="22"/>
                  </a:cubicBezTo>
                  <a:cubicBezTo>
                    <a:pt x="35" y="22"/>
                    <a:pt x="35" y="22"/>
                    <a:pt x="35" y="22"/>
                  </a:cubicBezTo>
                  <a:cubicBezTo>
                    <a:pt x="35" y="22"/>
                    <a:pt x="35" y="22"/>
                    <a:pt x="35" y="22"/>
                  </a:cubicBezTo>
                  <a:cubicBezTo>
                    <a:pt x="35" y="22"/>
                    <a:pt x="35" y="22"/>
                    <a:pt x="35" y="22"/>
                  </a:cubicBezTo>
                  <a:cubicBezTo>
                    <a:pt x="35" y="21"/>
                    <a:pt x="35" y="21"/>
                    <a:pt x="35" y="21"/>
                  </a:cubicBezTo>
                  <a:cubicBezTo>
                    <a:pt x="35" y="21"/>
                    <a:pt x="35" y="21"/>
                    <a:pt x="35" y="21"/>
                  </a:cubicBezTo>
                  <a:cubicBezTo>
                    <a:pt x="35" y="21"/>
                    <a:pt x="35" y="21"/>
                    <a:pt x="35" y="21"/>
                  </a:cubicBezTo>
                  <a:cubicBezTo>
                    <a:pt x="35" y="21"/>
                    <a:pt x="35" y="21"/>
                    <a:pt x="35" y="21"/>
                  </a:cubicBezTo>
                  <a:cubicBezTo>
                    <a:pt x="34" y="21"/>
                    <a:pt x="34" y="21"/>
                    <a:pt x="34" y="21"/>
                  </a:cubicBezTo>
                  <a:cubicBezTo>
                    <a:pt x="33" y="21"/>
                    <a:pt x="33" y="21"/>
                    <a:pt x="33" y="21"/>
                  </a:cubicBezTo>
                  <a:cubicBezTo>
                    <a:pt x="32" y="20"/>
                    <a:pt x="32" y="20"/>
                    <a:pt x="32" y="20"/>
                  </a:cubicBezTo>
                  <a:cubicBezTo>
                    <a:pt x="31" y="19"/>
                    <a:pt x="31" y="19"/>
                    <a:pt x="31" y="19"/>
                  </a:cubicBezTo>
                  <a:cubicBezTo>
                    <a:pt x="32" y="19"/>
                    <a:pt x="32" y="19"/>
                    <a:pt x="32" y="19"/>
                  </a:cubicBezTo>
                  <a:cubicBezTo>
                    <a:pt x="33" y="18"/>
                    <a:pt x="33" y="18"/>
                    <a:pt x="33" y="18"/>
                  </a:cubicBezTo>
                  <a:cubicBezTo>
                    <a:pt x="33" y="18"/>
                    <a:pt x="33" y="18"/>
                    <a:pt x="33" y="18"/>
                  </a:cubicBezTo>
                  <a:cubicBezTo>
                    <a:pt x="34" y="19"/>
                    <a:pt x="34" y="19"/>
                    <a:pt x="34" y="19"/>
                  </a:cubicBezTo>
                  <a:cubicBezTo>
                    <a:pt x="35" y="19"/>
                    <a:pt x="35" y="19"/>
                    <a:pt x="35" y="19"/>
                  </a:cubicBezTo>
                  <a:cubicBezTo>
                    <a:pt x="35" y="19"/>
                    <a:pt x="35" y="19"/>
                    <a:pt x="35" y="19"/>
                  </a:cubicBezTo>
                  <a:cubicBezTo>
                    <a:pt x="35" y="18"/>
                    <a:pt x="35" y="18"/>
                    <a:pt x="35" y="18"/>
                  </a:cubicBezTo>
                  <a:cubicBezTo>
                    <a:pt x="35" y="17"/>
                    <a:pt x="35" y="14"/>
                    <a:pt x="32" y="14"/>
                  </a:cubicBezTo>
                  <a:cubicBezTo>
                    <a:pt x="29" y="14"/>
                    <a:pt x="29" y="14"/>
                    <a:pt x="29" y="14"/>
                  </a:cubicBezTo>
                  <a:cubicBezTo>
                    <a:pt x="29" y="14"/>
                    <a:pt x="29" y="13"/>
                    <a:pt x="27" y="13"/>
                  </a:cubicBezTo>
                  <a:cubicBezTo>
                    <a:pt x="26" y="13"/>
                    <a:pt x="26" y="13"/>
                    <a:pt x="25" y="13"/>
                  </a:cubicBezTo>
                  <a:cubicBezTo>
                    <a:pt x="25" y="13"/>
                    <a:pt x="25" y="13"/>
                    <a:pt x="25" y="13"/>
                  </a:cubicBezTo>
                  <a:cubicBezTo>
                    <a:pt x="25" y="13"/>
                    <a:pt x="25" y="13"/>
                    <a:pt x="25" y="13"/>
                  </a:cubicBezTo>
                  <a:cubicBezTo>
                    <a:pt x="22" y="13"/>
                    <a:pt x="22" y="13"/>
                    <a:pt x="22" y="13"/>
                  </a:cubicBezTo>
                  <a:cubicBezTo>
                    <a:pt x="22" y="13"/>
                    <a:pt x="22" y="13"/>
                    <a:pt x="22" y="13"/>
                  </a:cubicBezTo>
                  <a:cubicBezTo>
                    <a:pt x="22" y="13"/>
                    <a:pt x="22" y="13"/>
                    <a:pt x="22" y="13"/>
                  </a:cubicBezTo>
                  <a:cubicBezTo>
                    <a:pt x="22" y="14"/>
                    <a:pt x="22" y="14"/>
                    <a:pt x="22" y="14"/>
                  </a:cubicBezTo>
                  <a:cubicBezTo>
                    <a:pt x="21" y="14"/>
                    <a:pt x="21" y="14"/>
                    <a:pt x="21" y="14"/>
                  </a:cubicBezTo>
                  <a:cubicBezTo>
                    <a:pt x="21" y="13"/>
                    <a:pt x="21" y="13"/>
                    <a:pt x="21" y="13"/>
                  </a:cubicBezTo>
                  <a:cubicBezTo>
                    <a:pt x="20" y="12"/>
                    <a:pt x="20" y="12"/>
                    <a:pt x="20" y="12"/>
                  </a:cubicBezTo>
                  <a:cubicBezTo>
                    <a:pt x="20" y="13"/>
                    <a:pt x="20" y="13"/>
                    <a:pt x="20" y="13"/>
                  </a:cubicBezTo>
                  <a:cubicBezTo>
                    <a:pt x="20" y="15"/>
                    <a:pt x="20" y="15"/>
                    <a:pt x="20" y="15"/>
                  </a:cubicBezTo>
                  <a:cubicBezTo>
                    <a:pt x="19" y="16"/>
                    <a:pt x="19" y="16"/>
                    <a:pt x="19" y="16"/>
                  </a:cubicBezTo>
                  <a:cubicBezTo>
                    <a:pt x="20" y="16"/>
                    <a:pt x="20" y="16"/>
                    <a:pt x="20" y="16"/>
                  </a:cubicBezTo>
                  <a:cubicBezTo>
                    <a:pt x="20" y="16"/>
                    <a:pt x="20" y="16"/>
                    <a:pt x="20" y="16"/>
                  </a:cubicBezTo>
                  <a:cubicBezTo>
                    <a:pt x="20" y="16"/>
                    <a:pt x="20" y="16"/>
                    <a:pt x="20" y="16"/>
                  </a:cubicBezTo>
                  <a:cubicBezTo>
                    <a:pt x="20" y="16"/>
                    <a:pt x="19" y="17"/>
                    <a:pt x="19" y="19"/>
                  </a:cubicBezTo>
                  <a:cubicBezTo>
                    <a:pt x="18" y="18"/>
                    <a:pt x="18" y="18"/>
                    <a:pt x="18" y="18"/>
                  </a:cubicBezTo>
                  <a:cubicBezTo>
                    <a:pt x="17" y="17"/>
                    <a:pt x="17" y="16"/>
                    <a:pt x="17" y="16"/>
                  </a:cubicBezTo>
                  <a:cubicBezTo>
                    <a:pt x="17" y="15"/>
                    <a:pt x="17" y="15"/>
                    <a:pt x="17" y="15"/>
                  </a:cubicBezTo>
                  <a:cubicBezTo>
                    <a:pt x="16" y="15"/>
                    <a:pt x="16" y="15"/>
                    <a:pt x="16" y="15"/>
                  </a:cubicBezTo>
                  <a:cubicBezTo>
                    <a:pt x="16" y="16"/>
                    <a:pt x="16" y="16"/>
                    <a:pt x="16" y="16"/>
                  </a:cubicBezTo>
                  <a:cubicBezTo>
                    <a:pt x="15" y="14"/>
                    <a:pt x="15" y="11"/>
                    <a:pt x="15" y="11"/>
                  </a:cubicBezTo>
                  <a:cubicBezTo>
                    <a:pt x="15" y="10"/>
                    <a:pt x="15" y="10"/>
                    <a:pt x="15" y="10"/>
                  </a:cubicBezTo>
                  <a:cubicBezTo>
                    <a:pt x="15" y="10"/>
                    <a:pt x="15" y="10"/>
                    <a:pt x="15" y="10"/>
                  </a:cubicBezTo>
                  <a:cubicBezTo>
                    <a:pt x="14" y="12"/>
                    <a:pt x="14" y="12"/>
                    <a:pt x="14" y="12"/>
                  </a:cubicBezTo>
                  <a:cubicBezTo>
                    <a:pt x="13" y="11"/>
                    <a:pt x="13" y="9"/>
                    <a:pt x="13" y="8"/>
                  </a:cubicBezTo>
                  <a:cubicBezTo>
                    <a:pt x="13" y="4"/>
                    <a:pt x="14" y="0"/>
                    <a:pt x="14" y="0"/>
                  </a:cubicBezTo>
                  <a:cubicBezTo>
                    <a:pt x="14" y="0"/>
                    <a:pt x="14" y="0"/>
                    <a:pt x="14" y="0"/>
                  </a:cubicBezTo>
                  <a:cubicBezTo>
                    <a:pt x="13" y="0"/>
                    <a:pt x="13" y="0"/>
                    <a:pt x="13" y="0"/>
                  </a:cubicBezTo>
                  <a:cubicBezTo>
                    <a:pt x="11" y="0"/>
                    <a:pt x="9" y="6"/>
                    <a:pt x="9" y="9"/>
                  </a:cubicBezTo>
                  <a:cubicBezTo>
                    <a:pt x="9" y="9"/>
                    <a:pt x="9" y="9"/>
                    <a:pt x="9" y="9"/>
                  </a:cubicBezTo>
                  <a:cubicBezTo>
                    <a:pt x="9" y="10"/>
                    <a:pt x="9" y="10"/>
                    <a:pt x="9" y="10"/>
                  </a:cubicBezTo>
                  <a:cubicBezTo>
                    <a:pt x="8" y="11"/>
                    <a:pt x="8" y="11"/>
                    <a:pt x="8" y="11"/>
                  </a:cubicBezTo>
                  <a:cubicBezTo>
                    <a:pt x="8" y="10"/>
                    <a:pt x="6" y="8"/>
                    <a:pt x="5" y="6"/>
                  </a:cubicBezTo>
                  <a:cubicBezTo>
                    <a:pt x="4" y="4"/>
                    <a:pt x="3" y="2"/>
                    <a:pt x="3" y="2"/>
                  </a:cubicBezTo>
                  <a:cubicBezTo>
                    <a:pt x="3" y="1"/>
                    <a:pt x="3" y="1"/>
                    <a:pt x="3" y="1"/>
                  </a:cubicBezTo>
                  <a:cubicBezTo>
                    <a:pt x="2" y="2"/>
                    <a:pt x="2" y="2"/>
                    <a:pt x="2" y="2"/>
                  </a:cubicBezTo>
                  <a:cubicBezTo>
                    <a:pt x="1" y="3"/>
                    <a:pt x="1" y="4"/>
                    <a:pt x="1" y="5"/>
                  </a:cubicBezTo>
                  <a:cubicBezTo>
                    <a:pt x="1" y="9"/>
                    <a:pt x="4" y="13"/>
                    <a:pt x="5" y="15"/>
                  </a:cubicBezTo>
                  <a:cubicBezTo>
                    <a:pt x="4" y="14"/>
                    <a:pt x="2" y="12"/>
                    <a:pt x="2" y="12"/>
                  </a:cubicBezTo>
                  <a:cubicBezTo>
                    <a:pt x="1" y="12"/>
                    <a:pt x="1" y="12"/>
                    <a:pt x="1" y="12"/>
                  </a:cubicBezTo>
                  <a:cubicBezTo>
                    <a:pt x="1" y="12"/>
                    <a:pt x="1" y="12"/>
                    <a:pt x="1" y="12"/>
                  </a:cubicBezTo>
                  <a:cubicBezTo>
                    <a:pt x="1" y="14"/>
                    <a:pt x="1" y="14"/>
                    <a:pt x="1" y="14"/>
                  </a:cubicBezTo>
                  <a:cubicBezTo>
                    <a:pt x="1" y="17"/>
                    <a:pt x="3" y="20"/>
                    <a:pt x="5" y="21"/>
                  </a:cubicBezTo>
                  <a:cubicBezTo>
                    <a:pt x="3" y="21"/>
                    <a:pt x="2" y="20"/>
                    <a:pt x="2" y="20"/>
                  </a:cubicBezTo>
                  <a:cubicBezTo>
                    <a:pt x="2" y="20"/>
                    <a:pt x="2" y="20"/>
                    <a:pt x="2" y="20"/>
                  </a:cubicBezTo>
                  <a:cubicBezTo>
                    <a:pt x="1" y="21"/>
                    <a:pt x="1" y="21"/>
                    <a:pt x="1" y="21"/>
                  </a:cubicBezTo>
                  <a:cubicBezTo>
                    <a:pt x="1" y="21"/>
                    <a:pt x="1" y="21"/>
                    <a:pt x="1" y="21"/>
                  </a:cubicBezTo>
                  <a:cubicBezTo>
                    <a:pt x="1" y="24"/>
                    <a:pt x="4" y="27"/>
                    <a:pt x="5" y="28"/>
                  </a:cubicBezTo>
                  <a:cubicBezTo>
                    <a:pt x="4" y="28"/>
                    <a:pt x="3" y="29"/>
                    <a:pt x="3" y="29"/>
                  </a:cubicBezTo>
                  <a:cubicBezTo>
                    <a:pt x="3" y="29"/>
                    <a:pt x="3" y="29"/>
                    <a:pt x="3" y="29"/>
                  </a:cubicBezTo>
                  <a:cubicBezTo>
                    <a:pt x="3" y="29"/>
                    <a:pt x="3" y="29"/>
                    <a:pt x="3" y="29"/>
                  </a:cubicBezTo>
                  <a:cubicBezTo>
                    <a:pt x="3" y="31"/>
                    <a:pt x="5" y="32"/>
                    <a:pt x="6" y="33"/>
                  </a:cubicBezTo>
                  <a:cubicBezTo>
                    <a:pt x="6" y="33"/>
                    <a:pt x="6" y="33"/>
                    <a:pt x="6" y="33"/>
                  </a:cubicBezTo>
                  <a:cubicBezTo>
                    <a:pt x="5" y="33"/>
                    <a:pt x="5" y="33"/>
                    <a:pt x="5" y="33"/>
                  </a:cubicBezTo>
                  <a:cubicBezTo>
                    <a:pt x="3" y="33"/>
                    <a:pt x="0" y="35"/>
                    <a:pt x="0" y="38"/>
                  </a:cubicBezTo>
                  <a:cubicBezTo>
                    <a:pt x="0" y="38"/>
                    <a:pt x="0" y="38"/>
                    <a:pt x="0" y="38"/>
                  </a:cubicBezTo>
                  <a:cubicBezTo>
                    <a:pt x="0" y="41"/>
                    <a:pt x="2" y="42"/>
                    <a:pt x="2" y="43"/>
                  </a:cubicBezTo>
                  <a:cubicBezTo>
                    <a:pt x="2" y="43"/>
                    <a:pt x="2" y="43"/>
                    <a:pt x="2" y="43"/>
                  </a:cubicBezTo>
                  <a:cubicBezTo>
                    <a:pt x="1" y="44"/>
                    <a:pt x="1" y="44"/>
                    <a:pt x="0" y="48"/>
                  </a:cubicBezTo>
                  <a:cubicBezTo>
                    <a:pt x="0" y="49"/>
                    <a:pt x="0" y="49"/>
                    <a:pt x="0" y="49"/>
                  </a:cubicBezTo>
                  <a:cubicBezTo>
                    <a:pt x="0" y="51"/>
                    <a:pt x="2" y="51"/>
                    <a:pt x="3" y="51"/>
                  </a:cubicBezTo>
                  <a:cubicBezTo>
                    <a:pt x="4" y="51"/>
                    <a:pt x="4" y="51"/>
                    <a:pt x="4" y="51"/>
                  </a:cubicBezTo>
                  <a:cubicBezTo>
                    <a:pt x="4" y="51"/>
                    <a:pt x="4" y="51"/>
                    <a:pt x="4" y="51"/>
                  </a:cubicBezTo>
                  <a:cubicBezTo>
                    <a:pt x="5" y="51"/>
                    <a:pt x="5" y="51"/>
                    <a:pt x="5" y="51"/>
                  </a:cubicBezTo>
                  <a:cubicBezTo>
                    <a:pt x="4" y="51"/>
                    <a:pt x="4" y="51"/>
                    <a:pt x="4" y="51"/>
                  </a:cubicBezTo>
                  <a:cubicBezTo>
                    <a:pt x="4" y="51"/>
                    <a:pt x="3" y="49"/>
                    <a:pt x="3" y="48"/>
                  </a:cubicBezTo>
                  <a:cubicBezTo>
                    <a:pt x="3" y="48"/>
                    <a:pt x="3" y="48"/>
                    <a:pt x="3" y="48"/>
                  </a:cubicBezTo>
                  <a:cubicBezTo>
                    <a:pt x="3" y="47"/>
                    <a:pt x="5" y="45"/>
                    <a:pt x="6" y="43"/>
                  </a:cubicBezTo>
                  <a:cubicBezTo>
                    <a:pt x="6" y="42"/>
                    <a:pt x="6" y="42"/>
                    <a:pt x="6" y="42"/>
                  </a:cubicBezTo>
                  <a:cubicBezTo>
                    <a:pt x="6" y="40"/>
                    <a:pt x="4" y="39"/>
                    <a:pt x="3" y="39"/>
                  </a:cubicBezTo>
                  <a:cubicBezTo>
                    <a:pt x="3" y="38"/>
                    <a:pt x="3" y="38"/>
                    <a:pt x="3" y="38"/>
                  </a:cubicBezTo>
                  <a:cubicBezTo>
                    <a:pt x="3" y="38"/>
                    <a:pt x="3" y="38"/>
                    <a:pt x="3" y="38"/>
                  </a:cubicBezTo>
                  <a:cubicBezTo>
                    <a:pt x="3"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6" y="36"/>
                    <a:pt x="6" y="36"/>
                    <a:pt x="6" y="36"/>
                  </a:cubicBezTo>
                  <a:cubicBezTo>
                    <a:pt x="7" y="36"/>
                    <a:pt x="7" y="36"/>
                    <a:pt x="7" y="36"/>
                  </a:cubicBezTo>
                  <a:cubicBezTo>
                    <a:pt x="7" y="37"/>
                    <a:pt x="7" y="37"/>
                    <a:pt x="7" y="37"/>
                  </a:cubicBezTo>
                  <a:cubicBezTo>
                    <a:pt x="7" y="38"/>
                    <a:pt x="7" y="38"/>
                    <a:pt x="7" y="38"/>
                  </a:cubicBezTo>
                  <a:cubicBezTo>
                    <a:pt x="7" y="38"/>
                    <a:pt x="7" y="38"/>
                    <a:pt x="7" y="38"/>
                  </a:cubicBezTo>
                  <a:cubicBezTo>
                    <a:pt x="8" y="38"/>
                    <a:pt x="8" y="38"/>
                    <a:pt x="8" y="38"/>
                  </a:cubicBezTo>
                  <a:cubicBezTo>
                    <a:pt x="9" y="39"/>
                    <a:pt x="9" y="40"/>
                    <a:pt x="9" y="41"/>
                  </a:cubicBezTo>
                  <a:cubicBezTo>
                    <a:pt x="9" y="41"/>
                    <a:pt x="9" y="41"/>
                    <a:pt x="9" y="41"/>
                  </a:cubicBezTo>
                  <a:cubicBezTo>
                    <a:pt x="9" y="48"/>
                    <a:pt x="1" y="54"/>
                    <a:pt x="1" y="59"/>
                  </a:cubicBezTo>
                  <a:cubicBezTo>
                    <a:pt x="1" y="62"/>
                    <a:pt x="4" y="65"/>
                    <a:pt x="5" y="66"/>
                  </a:cubicBezTo>
                  <a:cubicBezTo>
                    <a:pt x="4" y="68"/>
                    <a:pt x="4" y="68"/>
                    <a:pt x="4" y="68"/>
                  </a:cubicBezTo>
                  <a:cubicBezTo>
                    <a:pt x="4" y="68"/>
                    <a:pt x="4" y="68"/>
                    <a:pt x="4" y="68"/>
                  </a:cubicBezTo>
                  <a:cubicBezTo>
                    <a:pt x="5" y="69"/>
                    <a:pt x="5" y="69"/>
                    <a:pt x="5" y="69"/>
                  </a:cubicBezTo>
                  <a:cubicBezTo>
                    <a:pt x="5" y="70"/>
                    <a:pt x="5" y="70"/>
                    <a:pt x="5" y="70"/>
                  </a:cubicBezTo>
                  <a:cubicBezTo>
                    <a:pt x="6" y="70"/>
                    <a:pt x="6" y="70"/>
                    <a:pt x="6" y="70"/>
                  </a:cubicBezTo>
                  <a:cubicBezTo>
                    <a:pt x="5" y="71"/>
                    <a:pt x="5" y="71"/>
                    <a:pt x="5" y="71"/>
                  </a:cubicBezTo>
                  <a:cubicBezTo>
                    <a:pt x="5" y="72"/>
                    <a:pt x="5" y="72"/>
                    <a:pt x="5" y="72"/>
                  </a:cubicBezTo>
                  <a:cubicBezTo>
                    <a:pt x="6" y="72"/>
                    <a:pt x="6" y="72"/>
                    <a:pt x="6" y="72"/>
                  </a:cubicBezTo>
                  <a:cubicBezTo>
                    <a:pt x="6" y="73"/>
                    <a:pt x="6" y="73"/>
                    <a:pt x="6" y="73"/>
                  </a:cubicBezTo>
                  <a:cubicBezTo>
                    <a:pt x="6" y="73"/>
                    <a:pt x="6" y="73"/>
                    <a:pt x="6" y="73"/>
                  </a:cubicBezTo>
                  <a:cubicBezTo>
                    <a:pt x="7" y="73"/>
                    <a:pt x="7" y="73"/>
                    <a:pt x="7" y="73"/>
                  </a:cubicBezTo>
                  <a:cubicBezTo>
                    <a:pt x="7" y="74"/>
                    <a:pt x="7" y="74"/>
                    <a:pt x="7" y="74"/>
                  </a:cubicBezTo>
                  <a:cubicBezTo>
                    <a:pt x="7" y="75"/>
                    <a:pt x="7" y="75"/>
                    <a:pt x="7" y="75"/>
                  </a:cubicBezTo>
                  <a:cubicBezTo>
                    <a:pt x="8" y="75"/>
                    <a:pt x="8" y="75"/>
                    <a:pt x="8" y="75"/>
                  </a:cubicBezTo>
                  <a:cubicBezTo>
                    <a:pt x="7" y="77"/>
                    <a:pt x="7" y="77"/>
                    <a:pt x="7" y="77"/>
                  </a:cubicBezTo>
                  <a:cubicBezTo>
                    <a:pt x="7" y="77"/>
                    <a:pt x="7" y="77"/>
                    <a:pt x="7" y="77"/>
                  </a:cubicBezTo>
                  <a:cubicBezTo>
                    <a:pt x="8" y="77"/>
                    <a:pt x="8" y="77"/>
                    <a:pt x="8" y="77"/>
                  </a:cubicBezTo>
                  <a:cubicBezTo>
                    <a:pt x="8" y="79"/>
                    <a:pt x="8" y="79"/>
                    <a:pt x="8" y="79"/>
                  </a:cubicBezTo>
                  <a:cubicBezTo>
                    <a:pt x="6" y="82"/>
                    <a:pt x="6" y="82"/>
                    <a:pt x="6" y="82"/>
                  </a:cubicBezTo>
                  <a:cubicBezTo>
                    <a:pt x="6" y="83"/>
                    <a:pt x="7" y="84"/>
                    <a:pt x="7" y="86"/>
                  </a:cubicBezTo>
                  <a:cubicBezTo>
                    <a:pt x="7" y="87"/>
                    <a:pt x="6" y="88"/>
                    <a:pt x="6" y="88"/>
                  </a:cubicBezTo>
                  <a:cubicBezTo>
                    <a:pt x="5" y="93"/>
                    <a:pt x="5" y="93"/>
                    <a:pt x="5" y="93"/>
                  </a:cubicBezTo>
                  <a:cubicBezTo>
                    <a:pt x="6" y="95"/>
                    <a:pt x="6" y="95"/>
                    <a:pt x="6" y="95"/>
                  </a:cubicBezTo>
                  <a:cubicBezTo>
                    <a:pt x="6" y="99"/>
                    <a:pt x="6" y="99"/>
                    <a:pt x="6" y="99"/>
                  </a:cubicBezTo>
                  <a:cubicBezTo>
                    <a:pt x="7" y="100"/>
                    <a:pt x="8" y="100"/>
                    <a:pt x="9" y="100"/>
                  </a:cubicBezTo>
                  <a:cubicBezTo>
                    <a:pt x="10" y="100"/>
                    <a:pt x="10" y="100"/>
                    <a:pt x="10" y="100"/>
                  </a:cubicBezTo>
                  <a:cubicBezTo>
                    <a:pt x="11" y="100"/>
                    <a:pt x="12" y="100"/>
                    <a:pt x="13" y="100"/>
                  </a:cubicBezTo>
                  <a:cubicBezTo>
                    <a:pt x="15" y="100"/>
                    <a:pt x="16" y="99"/>
                    <a:pt x="17" y="98"/>
                  </a:cubicBezTo>
                  <a:cubicBezTo>
                    <a:pt x="19" y="97"/>
                    <a:pt x="19" y="97"/>
                    <a:pt x="19" y="97"/>
                  </a:cubicBezTo>
                  <a:cubicBezTo>
                    <a:pt x="18" y="97"/>
                    <a:pt x="18" y="97"/>
                    <a:pt x="18" y="97"/>
                  </a:cubicBezTo>
                  <a:cubicBezTo>
                    <a:pt x="17" y="95"/>
                    <a:pt x="17" y="95"/>
                    <a:pt x="17" y="95"/>
                  </a:cubicBezTo>
                  <a:cubicBezTo>
                    <a:pt x="15" y="95"/>
                    <a:pt x="15" y="95"/>
                    <a:pt x="15" y="95"/>
                  </a:cubicBezTo>
                  <a:cubicBezTo>
                    <a:pt x="15" y="95"/>
                    <a:pt x="15" y="95"/>
                    <a:pt x="15" y="95"/>
                  </a:cubicBezTo>
                  <a:cubicBezTo>
                    <a:pt x="14" y="95"/>
                    <a:pt x="14" y="95"/>
                    <a:pt x="14" y="95"/>
                  </a:cubicBezTo>
                  <a:cubicBezTo>
                    <a:pt x="14" y="95"/>
                    <a:pt x="14" y="95"/>
                    <a:pt x="14" y="95"/>
                  </a:cubicBezTo>
                  <a:cubicBezTo>
                    <a:pt x="14" y="95"/>
                    <a:pt x="14" y="95"/>
                    <a:pt x="14" y="95"/>
                  </a:cubicBezTo>
                  <a:cubicBezTo>
                    <a:pt x="13" y="95"/>
                    <a:pt x="12" y="96"/>
                    <a:pt x="11" y="96"/>
                  </a:cubicBezTo>
                  <a:cubicBezTo>
                    <a:pt x="11" y="96"/>
                    <a:pt x="11" y="96"/>
                    <a:pt x="11" y="96"/>
                  </a:cubicBezTo>
                  <a:cubicBezTo>
                    <a:pt x="10" y="96"/>
                    <a:pt x="10" y="94"/>
                    <a:pt x="10" y="93"/>
                  </a:cubicBezTo>
                  <a:cubicBezTo>
                    <a:pt x="10" y="92"/>
                    <a:pt x="10" y="92"/>
                    <a:pt x="10" y="92"/>
                  </a:cubicBezTo>
                  <a:cubicBezTo>
                    <a:pt x="10" y="91"/>
                    <a:pt x="10" y="91"/>
                    <a:pt x="10" y="90"/>
                  </a:cubicBezTo>
                  <a:cubicBezTo>
                    <a:pt x="11" y="89"/>
                    <a:pt x="11" y="88"/>
                    <a:pt x="11" y="87"/>
                  </a:cubicBezTo>
                  <a:cubicBezTo>
                    <a:pt x="11" y="86"/>
                    <a:pt x="11" y="86"/>
                    <a:pt x="11" y="86"/>
                  </a:cubicBezTo>
                  <a:cubicBezTo>
                    <a:pt x="11" y="85"/>
                    <a:pt x="11" y="85"/>
                    <a:pt x="12" y="84"/>
                  </a:cubicBezTo>
                  <a:cubicBezTo>
                    <a:pt x="13" y="83"/>
                    <a:pt x="12" y="82"/>
                    <a:pt x="13" y="81"/>
                  </a:cubicBezTo>
                  <a:cubicBezTo>
                    <a:pt x="13" y="80"/>
                    <a:pt x="13" y="79"/>
                    <a:pt x="14" y="78"/>
                  </a:cubicBezTo>
                  <a:cubicBezTo>
                    <a:pt x="15" y="77"/>
                    <a:pt x="16" y="75"/>
                    <a:pt x="17" y="74"/>
                  </a:cubicBezTo>
                  <a:cubicBezTo>
                    <a:pt x="17" y="72"/>
                    <a:pt x="17" y="72"/>
                    <a:pt x="17" y="72"/>
                  </a:cubicBezTo>
                  <a:cubicBezTo>
                    <a:pt x="18" y="70"/>
                    <a:pt x="18" y="70"/>
                    <a:pt x="18" y="70"/>
                  </a:cubicBezTo>
                  <a:cubicBezTo>
                    <a:pt x="19" y="70"/>
                    <a:pt x="19" y="70"/>
                    <a:pt x="19" y="70"/>
                  </a:cubicBezTo>
                  <a:cubicBezTo>
                    <a:pt x="19" y="69"/>
                    <a:pt x="20" y="69"/>
                    <a:pt x="20" y="68"/>
                  </a:cubicBezTo>
                  <a:cubicBezTo>
                    <a:pt x="22" y="67"/>
                    <a:pt x="22" y="67"/>
                    <a:pt x="22" y="67"/>
                  </a:cubicBezTo>
                  <a:cubicBezTo>
                    <a:pt x="22" y="68"/>
                    <a:pt x="22" y="68"/>
                    <a:pt x="22" y="68"/>
                  </a:cubicBezTo>
                  <a:cubicBezTo>
                    <a:pt x="22" y="68"/>
                    <a:pt x="22" y="68"/>
                    <a:pt x="22" y="68"/>
                  </a:cubicBezTo>
                  <a:cubicBezTo>
                    <a:pt x="22" y="68"/>
                    <a:pt x="22" y="68"/>
                    <a:pt x="22" y="68"/>
                  </a:cubicBezTo>
                  <a:cubicBezTo>
                    <a:pt x="22" y="68"/>
                    <a:pt x="22" y="68"/>
                    <a:pt x="22" y="68"/>
                  </a:cubicBezTo>
                  <a:cubicBezTo>
                    <a:pt x="21" y="69"/>
                    <a:pt x="21" y="69"/>
                    <a:pt x="21" y="69"/>
                  </a:cubicBezTo>
                  <a:cubicBezTo>
                    <a:pt x="20" y="71"/>
                    <a:pt x="20" y="71"/>
                    <a:pt x="20" y="71"/>
                  </a:cubicBezTo>
                  <a:cubicBezTo>
                    <a:pt x="20" y="72"/>
                    <a:pt x="20" y="72"/>
                    <a:pt x="20" y="72"/>
                  </a:cubicBezTo>
                  <a:cubicBezTo>
                    <a:pt x="20" y="74"/>
                    <a:pt x="20" y="74"/>
                    <a:pt x="20" y="74"/>
                  </a:cubicBezTo>
                  <a:cubicBezTo>
                    <a:pt x="22" y="75"/>
                    <a:pt x="22" y="75"/>
                    <a:pt x="22" y="75"/>
                  </a:cubicBezTo>
                  <a:cubicBezTo>
                    <a:pt x="24" y="76"/>
                    <a:pt x="24" y="76"/>
                    <a:pt x="24" y="76"/>
                  </a:cubicBezTo>
                  <a:cubicBezTo>
                    <a:pt x="25" y="78"/>
                    <a:pt x="25" y="78"/>
                    <a:pt x="25" y="78"/>
                  </a:cubicBezTo>
                  <a:cubicBezTo>
                    <a:pt x="27" y="79"/>
                    <a:pt x="27" y="79"/>
                    <a:pt x="27" y="79"/>
                  </a:cubicBezTo>
                  <a:cubicBezTo>
                    <a:pt x="28" y="81"/>
                    <a:pt x="28" y="81"/>
                    <a:pt x="28" y="81"/>
                  </a:cubicBezTo>
                  <a:cubicBezTo>
                    <a:pt x="28" y="82"/>
                    <a:pt x="29" y="83"/>
                    <a:pt x="31" y="83"/>
                  </a:cubicBezTo>
                  <a:cubicBezTo>
                    <a:pt x="32" y="83"/>
                    <a:pt x="34" y="80"/>
                    <a:pt x="34" y="79"/>
                  </a:cubicBezTo>
                  <a:cubicBezTo>
                    <a:pt x="35" y="78"/>
                    <a:pt x="36" y="76"/>
                    <a:pt x="36" y="75"/>
                  </a:cubicBezTo>
                  <a:cubicBezTo>
                    <a:pt x="35" y="72"/>
                    <a:pt x="35" y="72"/>
                    <a:pt x="35" y="72"/>
                  </a:cubicBezTo>
                  <a:cubicBezTo>
                    <a:pt x="35" y="72"/>
                    <a:pt x="35" y="72"/>
                    <a:pt x="35" y="72"/>
                  </a:cubicBezTo>
                  <a:cubicBezTo>
                    <a:pt x="35" y="72"/>
                    <a:pt x="35" y="72"/>
                    <a:pt x="35" y="72"/>
                  </a:cubicBezTo>
                  <a:cubicBezTo>
                    <a:pt x="34" y="73"/>
                    <a:pt x="34" y="73"/>
                    <a:pt x="34" y="73"/>
                  </a:cubicBezTo>
                  <a:cubicBezTo>
                    <a:pt x="33" y="74"/>
                    <a:pt x="33" y="74"/>
                    <a:pt x="33" y="74"/>
                  </a:cubicBezTo>
                  <a:cubicBezTo>
                    <a:pt x="31" y="75"/>
                    <a:pt x="31" y="75"/>
                    <a:pt x="31" y="75"/>
                  </a:cubicBezTo>
                  <a:cubicBezTo>
                    <a:pt x="31" y="77"/>
                    <a:pt x="31" y="77"/>
                    <a:pt x="31" y="77"/>
                  </a:cubicBezTo>
                  <a:cubicBezTo>
                    <a:pt x="31" y="77"/>
                    <a:pt x="31" y="77"/>
                    <a:pt x="31" y="77"/>
                  </a:cubicBezTo>
                  <a:cubicBezTo>
                    <a:pt x="30" y="76"/>
                    <a:pt x="30" y="76"/>
                    <a:pt x="30" y="76"/>
                  </a:cubicBezTo>
                  <a:cubicBezTo>
                    <a:pt x="29" y="76"/>
                    <a:pt x="27" y="74"/>
                    <a:pt x="27" y="73"/>
                  </a:cubicBezTo>
                  <a:cubicBezTo>
                    <a:pt x="26" y="72"/>
                    <a:pt x="25" y="71"/>
                    <a:pt x="25" y="70"/>
                  </a:cubicBezTo>
                  <a:cubicBezTo>
                    <a:pt x="26" y="69"/>
                    <a:pt x="26" y="69"/>
                    <a:pt x="26" y="69"/>
                  </a:cubicBezTo>
                  <a:cubicBezTo>
                    <a:pt x="27" y="68"/>
                    <a:pt x="29" y="66"/>
                    <a:pt x="30" y="65"/>
                  </a:cubicBezTo>
                  <a:cubicBezTo>
                    <a:pt x="31" y="64"/>
                    <a:pt x="31" y="64"/>
                    <a:pt x="31" y="64"/>
                  </a:cubicBezTo>
                  <a:cubicBezTo>
                    <a:pt x="31" y="63"/>
                    <a:pt x="31" y="63"/>
                    <a:pt x="31" y="63"/>
                  </a:cubicBezTo>
                  <a:cubicBezTo>
                    <a:pt x="31" y="62"/>
                    <a:pt x="32" y="61"/>
                    <a:pt x="32" y="61"/>
                  </a:cubicBezTo>
                  <a:cubicBezTo>
                    <a:pt x="31" y="57"/>
                    <a:pt x="29" y="56"/>
                    <a:pt x="27" y="56"/>
                  </a:cubicBezTo>
                  <a:cubicBezTo>
                    <a:pt x="25" y="56"/>
                    <a:pt x="25" y="56"/>
                    <a:pt x="25" y="56"/>
                  </a:cubicBezTo>
                  <a:cubicBezTo>
                    <a:pt x="25" y="56"/>
                    <a:pt x="25" y="56"/>
                    <a:pt x="25" y="56"/>
                  </a:cubicBezTo>
                  <a:cubicBezTo>
                    <a:pt x="27" y="54"/>
                    <a:pt x="27" y="54"/>
                    <a:pt x="27" y="54"/>
                  </a:cubicBezTo>
                  <a:cubicBezTo>
                    <a:pt x="28" y="53"/>
                    <a:pt x="28" y="53"/>
                    <a:pt x="28" y="53"/>
                  </a:cubicBezTo>
                  <a:cubicBezTo>
                    <a:pt x="29" y="52"/>
                    <a:pt x="29" y="52"/>
                    <a:pt x="29" y="52"/>
                  </a:cubicBezTo>
                  <a:cubicBezTo>
                    <a:pt x="29" y="52"/>
                    <a:pt x="29" y="52"/>
                    <a:pt x="29" y="52"/>
                  </a:cubicBezTo>
                  <a:cubicBezTo>
                    <a:pt x="29" y="52"/>
                    <a:pt x="29" y="52"/>
                    <a:pt x="29" y="52"/>
                  </a:cubicBezTo>
                  <a:cubicBezTo>
                    <a:pt x="29" y="51"/>
                    <a:pt x="29" y="51"/>
                    <a:pt x="29" y="51"/>
                  </a:cubicBezTo>
                  <a:cubicBezTo>
                    <a:pt x="31" y="52"/>
                    <a:pt x="32" y="56"/>
                    <a:pt x="32" y="56"/>
                  </a:cubicBezTo>
                  <a:cubicBezTo>
                    <a:pt x="32" y="57"/>
                    <a:pt x="32" y="57"/>
                    <a:pt x="32" y="57"/>
                  </a:cubicBezTo>
                  <a:cubicBezTo>
                    <a:pt x="33" y="56"/>
                    <a:pt x="33" y="56"/>
                    <a:pt x="33" y="56"/>
                  </a:cubicBezTo>
                  <a:cubicBezTo>
                    <a:pt x="33" y="55"/>
                    <a:pt x="34" y="54"/>
                    <a:pt x="34" y="53"/>
                  </a:cubicBezTo>
                  <a:cubicBezTo>
                    <a:pt x="35" y="54"/>
                    <a:pt x="35" y="54"/>
                    <a:pt x="35" y="54"/>
                  </a:cubicBezTo>
                  <a:cubicBezTo>
                    <a:pt x="36" y="54"/>
                    <a:pt x="37" y="54"/>
                    <a:pt x="38" y="55"/>
                  </a:cubicBezTo>
                  <a:cubicBezTo>
                    <a:pt x="39" y="55"/>
                    <a:pt x="39" y="55"/>
                    <a:pt x="39" y="56"/>
                  </a:cubicBezTo>
                  <a:cubicBezTo>
                    <a:pt x="39" y="57"/>
                    <a:pt x="39" y="57"/>
                    <a:pt x="39" y="57"/>
                  </a:cubicBezTo>
                  <a:cubicBezTo>
                    <a:pt x="38" y="58"/>
                    <a:pt x="38" y="58"/>
                    <a:pt x="38" y="58"/>
                  </a:cubicBezTo>
                  <a:cubicBezTo>
                    <a:pt x="37" y="60"/>
                    <a:pt x="37" y="60"/>
                    <a:pt x="37" y="60"/>
                  </a:cubicBezTo>
                  <a:cubicBezTo>
                    <a:pt x="37" y="60"/>
                    <a:pt x="37" y="60"/>
                    <a:pt x="37" y="60"/>
                  </a:cubicBezTo>
                  <a:cubicBezTo>
                    <a:pt x="37" y="61"/>
                    <a:pt x="37" y="61"/>
                    <a:pt x="37" y="61"/>
                  </a:cubicBezTo>
                  <a:cubicBezTo>
                    <a:pt x="38" y="62"/>
                    <a:pt x="38" y="62"/>
                    <a:pt x="38" y="62"/>
                  </a:cubicBezTo>
                  <a:cubicBezTo>
                    <a:pt x="38" y="63"/>
                    <a:pt x="38" y="63"/>
                    <a:pt x="38" y="63"/>
                  </a:cubicBezTo>
                  <a:cubicBezTo>
                    <a:pt x="39" y="63"/>
                    <a:pt x="39" y="63"/>
                    <a:pt x="39" y="63"/>
                  </a:cubicBezTo>
                  <a:cubicBezTo>
                    <a:pt x="39" y="63"/>
                    <a:pt x="39" y="63"/>
                    <a:pt x="39" y="63"/>
                  </a:cubicBezTo>
                  <a:cubicBezTo>
                    <a:pt x="39" y="62"/>
                    <a:pt x="39" y="62"/>
                    <a:pt x="39" y="62"/>
                  </a:cubicBezTo>
                  <a:cubicBezTo>
                    <a:pt x="39" y="62"/>
                    <a:pt x="39" y="62"/>
                    <a:pt x="39" y="62"/>
                  </a:cubicBezTo>
                  <a:cubicBezTo>
                    <a:pt x="39" y="61"/>
                    <a:pt x="39" y="61"/>
                    <a:pt x="39" y="61"/>
                  </a:cubicBezTo>
                  <a:cubicBezTo>
                    <a:pt x="39" y="61"/>
                    <a:pt x="39" y="61"/>
                    <a:pt x="39" y="61"/>
                  </a:cubicBezTo>
                  <a:cubicBezTo>
                    <a:pt x="40" y="61"/>
                    <a:pt x="40" y="61"/>
                    <a:pt x="40" y="61"/>
                  </a:cubicBezTo>
                  <a:cubicBezTo>
                    <a:pt x="40" y="58"/>
                    <a:pt x="40" y="58"/>
                    <a:pt x="40" y="58"/>
                  </a:cubicBezTo>
                  <a:cubicBezTo>
                    <a:pt x="41" y="55"/>
                    <a:pt x="41" y="55"/>
                    <a:pt x="41" y="55"/>
                  </a:cubicBezTo>
                  <a:cubicBezTo>
                    <a:pt x="42" y="54"/>
                    <a:pt x="43" y="52"/>
                    <a:pt x="43" y="52"/>
                  </a:cubicBezTo>
                  <a:cubicBezTo>
                    <a:pt x="43" y="49"/>
                    <a:pt x="43" y="49"/>
                    <a:pt x="43" y="49"/>
                  </a:cubicBezTo>
                  <a:cubicBezTo>
                    <a:pt x="44" y="47"/>
                    <a:pt x="44" y="47"/>
                    <a:pt x="44" y="47"/>
                  </a:cubicBezTo>
                  <a:cubicBezTo>
                    <a:pt x="44" y="46"/>
                    <a:pt x="44" y="46"/>
                    <a:pt x="44" y="46"/>
                  </a:cubicBezTo>
                  <a:cubicBezTo>
                    <a:pt x="44" y="46"/>
                    <a:pt x="44" y="46"/>
                    <a:pt x="44" y="46"/>
                  </a:cubicBezTo>
                  <a:cubicBezTo>
                    <a:pt x="44" y="46"/>
                    <a:pt x="44" y="46"/>
                    <a:pt x="44" y="46"/>
                  </a:cubicBezTo>
                  <a:cubicBezTo>
                    <a:pt x="44" y="46"/>
                    <a:pt x="44" y="46"/>
                    <a:pt x="44" y="46"/>
                  </a:cubicBezTo>
                  <a:cubicBezTo>
                    <a:pt x="45" y="46"/>
                    <a:pt x="45" y="46"/>
                    <a:pt x="45" y="46"/>
                  </a:cubicBezTo>
                  <a:cubicBezTo>
                    <a:pt x="44" y="45"/>
                    <a:pt x="44" y="45"/>
                    <a:pt x="44" y="45"/>
                  </a:cubicBezTo>
                  <a:cubicBezTo>
                    <a:pt x="43" y="45"/>
                    <a:pt x="43" y="45"/>
                    <a:pt x="43" y="45"/>
                  </a:cubicBezTo>
                  <a:cubicBezTo>
                    <a:pt x="43" y="45"/>
                    <a:pt x="43" y="45"/>
                    <a:pt x="43" y="45"/>
                  </a:cubicBezTo>
                  <a:cubicBezTo>
                    <a:pt x="43" y="45"/>
                    <a:pt x="43" y="45"/>
                    <a:pt x="43" y="45"/>
                  </a:cubicBezTo>
                  <a:cubicBezTo>
                    <a:pt x="41" y="45"/>
                    <a:pt x="41" y="45"/>
                    <a:pt x="41" y="45"/>
                  </a:cubicBezTo>
                  <a:cubicBezTo>
                    <a:pt x="41" y="45"/>
                    <a:pt x="41" y="45"/>
                    <a:pt x="41" y="45"/>
                  </a:cubicBezTo>
                  <a:cubicBezTo>
                    <a:pt x="40" y="47"/>
                    <a:pt x="40" y="47"/>
                    <a:pt x="40" y="47"/>
                  </a:cubicBezTo>
                  <a:cubicBezTo>
                    <a:pt x="40" y="47"/>
                    <a:pt x="40" y="47"/>
                    <a:pt x="40"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9" y="49"/>
                    <a:pt x="39" y="49"/>
                    <a:pt x="39" y="49"/>
                  </a:cubicBezTo>
                  <a:cubicBezTo>
                    <a:pt x="40" y="50"/>
                    <a:pt x="40" y="50"/>
                    <a:pt x="40" y="50"/>
                  </a:cubicBezTo>
                  <a:cubicBezTo>
                    <a:pt x="40" y="52"/>
                    <a:pt x="40" y="52"/>
                    <a:pt x="40" y="52"/>
                  </a:cubicBezTo>
                  <a:cubicBezTo>
                    <a:pt x="40" y="52"/>
                    <a:pt x="40" y="52"/>
                    <a:pt x="40" y="52"/>
                  </a:cubicBezTo>
                  <a:cubicBezTo>
                    <a:pt x="39" y="52"/>
                    <a:pt x="39" y="52"/>
                    <a:pt x="39" y="52"/>
                  </a:cubicBezTo>
                  <a:cubicBezTo>
                    <a:pt x="39" y="52"/>
                    <a:pt x="39" y="52"/>
                    <a:pt x="39" y="52"/>
                  </a:cubicBezTo>
                  <a:cubicBezTo>
                    <a:pt x="39" y="52"/>
                    <a:pt x="39" y="52"/>
                    <a:pt x="39" y="52"/>
                  </a:cubicBezTo>
                  <a:cubicBezTo>
                    <a:pt x="38" y="52"/>
                    <a:pt x="38" y="52"/>
                    <a:pt x="38" y="52"/>
                  </a:cubicBezTo>
                  <a:cubicBezTo>
                    <a:pt x="38" y="52"/>
                    <a:pt x="36" y="51"/>
                    <a:pt x="35" y="50"/>
                  </a:cubicBezTo>
                  <a:cubicBezTo>
                    <a:pt x="35" y="49"/>
                    <a:pt x="35" y="49"/>
                    <a:pt x="35" y="49"/>
                  </a:cubicBezTo>
                  <a:cubicBezTo>
                    <a:pt x="36" y="47"/>
                    <a:pt x="36" y="47"/>
                    <a:pt x="36" y="47"/>
                  </a:cubicBezTo>
                  <a:cubicBezTo>
                    <a:pt x="37" y="47"/>
                    <a:pt x="37" y="47"/>
                    <a:pt x="37" y="47"/>
                  </a:cubicBezTo>
                  <a:cubicBezTo>
                    <a:pt x="36" y="47"/>
                    <a:pt x="36" y="47"/>
                    <a:pt x="36" y="47"/>
                  </a:cubicBezTo>
                  <a:cubicBezTo>
                    <a:pt x="36" y="47"/>
                    <a:pt x="36" y="47"/>
                    <a:pt x="36" y="47"/>
                  </a:cubicBezTo>
                  <a:cubicBezTo>
                    <a:pt x="35" y="47"/>
                    <a:pt x="34" y="47"/>
                    <a:pt x="33" y="47"/>
                  </a:cubicBezTo>
                  <a:cubicBezTo>
                    <a:pt x="34" y="46"/>
                    <a:pt x="35" y="45"/>
                    <a:pt x="36" y="43"/>
                  </a:cubicBezTo>
                  <a:cubicBezTo>
                    <a:pt x="37" y="40"/>
                    <a:pt x="37" y="40"/>
                    <a:pt x="37" y="40"/>
                  </a:cubicBezTo>
                  <a:cubicBezTo>
                    <a:pt x="40" y="38"/>
                    <a:pt x="40" y="38"/>
                    <a:pt x="40" y="38"/>
                  </a:cubicBezTo>
                  <a:cubicBezTo>
                    <a:pt x="41" y="38"/>
                    <a:pt x="41" y="37"/>
                    <a:pt x="41" y="36"/>
                  </a:cubicBezTo>
                  <a:cubicBezTo>
                    <a:pt x="41" y="35"/>
                    <a:pt x="41" y="33"/>
                    <a:pt x="42" y="33"/>
                  </a:cubicBezTo>
                  <a:cubicBezTo>
                    <a:pt x="43" y="32"/>
                    <a:pt x="43" y="32"/>
                    <a:pt x="43" y="32"/>
                  </a:cubicBezTo>
                  <a:cubicBezTo>
                    <a:pt x="44" y="32"/>
                    <a:pt x="45" y="34"/>
                    <a:pt x="45" y="34"/>
                  </a:cubicBezTo>
                  <a:cubicBezTo>
                    <a:pt x="45" y="34"/>
                    <a:pt x="45" y="34"/>
                    <a:pt x="45" y="34"/>
                  </a:cubicBezTo>
                  <a:cubicBezTo>
                    <a:pt x="45" y="31"/>
                    <a:pt x="44" y="30"/>
                    <a:pt x="43" y="30"/>
                  </a:cubicBezTo>
                  <a:cubicBezTo>
                    <a:pt x="43" y="29"/>
                    <a:pt x="43" y="29"/>
                    <a:pt x="43" y="29"/>
                  </a:cubicBezTo>
                  <a:cubicBezTo>
                    <a:pt x="43" y="28"/>
                    <a:pt x="44" y="27"/>
                    <a:pt x="44" y="26"/>
                  </a:cubicBezTo>
                  <a:cubicBezTo>
                    <a:pt x="45" y="24"/>
                    <a:pt x="45" y="24"/>
                    <a:pt x="45" y="24"/>
                  </a:cubicBezTo>
                  <a:cubicBezTo>
                    <a:pt x="45" y="24"/>
                    <a:pt x="45" y="24"/>
                    <a:pt x="45" y="24"/>
                  </a:cubicBezTo>
                  <a:cubicBezTo>
                    <a:pt x="45" y="26"/>
                    <a:pt x="45" y="26"/>
                    <a:pt x="45" y="26"/>
                  </a:cubicBezTo>
                  <a:cubicBezTo>
                    <a:pt x="46" y="28"/>
                    <a:pt x="46" y="28"/>
                    <a:pt x="46" y="28"/>
                  </a:cubicBezTo>
                  <a:cubicBezTo>
                    <a:pt x="46" y="28"/>
                    <a:pt x="46" y="28"/>
                    <a:pt x="46" y="28"/>
                  </a:cubicBezTo>
                  <a:cubicBezTo>
                    <a:pt x="48" y="29"/>
                    <a:pt x="48" y="29"/>
                    <a:pt x="48" y="29"/>
                  </a:cubicBezTo>
                  <a:cubicBezTo>
                    <a:pt x="48" y="29"/>
                    <a:pt x="48" y="29"/>
                    <a:pt x="48" y="29"/>
                  </a:cubicBezTo>
                  <a:cubicBezTo>
                    <a:pt x="48" y="29"/>
                    <a:pt x="48" y="29"/>
                    <a:pt x="48" y="29"/>
                  </a:cubicBezTo>
                  <a:cubicBezTo>
                    <a:pt x="48" y="28"/>
                    <a:pt x="48" y="28"/>
                    <a:pt x="48" y="28"/>
                  </a:cubicBezTo>
                  <a:cubicBezTo>
                    <a:pt x="48" y="28"/>
                    <a:pt x="48" y="28"/>
                    <a:pt x="48" y="28"/>
                  </a:cubicBezTo>
                  <a:cubicBezTo>
                    <a:pt x="48" y="28"/>
                    <a:pt x="48" y="28"/>
                    <a:pt x="48" y="28"/>
                  </a:cubicBezTo>
                  <a:cubicBezTo>
                    <a:pt x="48" y="27"/>
                    <a:pt x="48" y="27"/>
                    <a:pt x="48" y="27"/>
                  </a:cubicBezTo>
                  <a:cubicBezTo>
                    <a:pt x="48" y="27"/>
                    <a:pt x="48" y="27"/>
                    <a:pt x="48" y="27"/>
                  </a:cubicBezTo>
                  <a:cubicBezTo>
                    <a:pt x="47" y="25"/>
                    <a:pt x="47" y="25"/>
                    <a:pt x="47" y="25"/>
                  </a:cubicBezTo>
                  <a:cubicBezTo>
                    <a:pt x="46" y="21"/>
                    <a:pt x="46" y="21"/>
                    <a:pt x="46" y="21"/>
                  </a:cubicBezTo>
                  <a:cubicBezTo>
                    <a:pt x="46" y="20"/>
                    <a:pt x="46" y="20"/>
                    <a:pt x="46" y="20"/>
                  </a:cubicBezTo>
                  <a:cubicBezTo>
                    <a:pt x="46" y="19"/>
                    <a:pt x="47" y="18"/>
                    <a:pt x="47" y="18"/>
                  </a:cubicBezTo>
                  <a:cubicBezTo>
                    <a:pt x="48" y="15"/>
                    <a:pt x="48" y="15"/>
                    <a:pt x="48" y="15"/>
                  </a:cubicBezTo>
                  <a:cubicBezTo>
                    <a:pt x="48" y="14"/>
                    <a:pt x="48" y="14"/>
                    <a:pt x="48" y="14"/>
                  </a:cubicBezTo>
                  <a:cubicBezTo>
                    <a:pt x="48" y="13"/>
                    <a:pt x="48" y="13"/>
                    <a:pt x="48" y="13"/>
                  </a:cubicBezTo>
                  <a:cubicBezTo>
                    <a:pt x="48" y="13"/>
                    <a:pt x="48" y="13"/>
                    <a:pt x="48" y="13"/>
                  </a:cubicBezTo>
                  <a:lnTo>
                    <a:pt x="49" y="12"/>
                  </a:lnTo>
                  <a:close/>
                  <a:moveTo>
                    <a:pt x="35" y="21"/>
                  </a:moveTo>
                  <a:cubicBezTo>
                    <a:pt x="35" y="21"/>
                    <a:pt x="35" y="21"/>
                    <a:pt x="35" y="21"/>
                  </a:cubicBezTo>
                  <a:cubicBezTo>
                    <a:pt x="35" y="22"/>
                    <a:pt x="35" y="22"/>
                    <a:pt x="35" y="22"/>
                  </a:cubicBezTo>
                  <a:lnTo>
                    <a:pt x="35" y="21"/>
                  </a:lnTo>
                  <a:close/>
                  <a:moveTo>
                    <a:pt x="44" y="10"/>
                  </a:moveTo>
                  <a:cubicBezTo>
                    <a:pt x="45" y="10"/>
                    <a:pt x="45" y="10"/>
                    <a:pt x="45" y="10"/>
                  </a:cubicBezTo>
                  <a:cubicBezTo>
                    <a:pt x="44" y="12"/>
                    <a:pt x="44" y="12"/>
                    <a:pt x="44" y="12"/>
                  </a:cubicBezTo>
                  <a:cubicBezTo>
                    <a:pt x="44" y="12"/>
                    <a:pt x="44" y="12"/>
                    <a:pt x="44" y="12"/>
                  </a:cubicBezTo>
                  <a:cubicBezTo>
                    <a:pt x="44" y="12"/>
                    <a:pt x="44" y="12"/>
                    <a:pt x="44" y="12"/>
                  </a:cubicBezTo>
                  <a:cubicBezTo>
                    <a:pt x="43" y="12"/>
                    <a:pt x="43" y="12"/>
                    <a:pt x="43" y="12"/>
                  </a:cubicBezTo>
                  <a:cubicBezTo>
                    <a:pt x="43" y="12"/>
                    <a:pt x="43" y="12"/>
                    <a:pt x="43" y="12"/>
                  </a:cubicBezTo>
                  <a:lnTo>
                    <a:pt x="44" y="10"/>
                  </a:lnTo>
                  <a:close/>
                  <a:moveTo>
                    <a:pt x="42" y="12"/>
                  </a:moveTo>
                  <a:cubicBezTo>
                    <a:pt x="42" y="12"/>
                    <a:pt x="42" y="12"/>
                    <a:pt x="42" y="12"/>
                  </a:cubicBezTo>
                  <a:cubicBezTo>
                    <a:pt x="42" y="13"/>
                    <a:pt x="42" y="13"/>
                    <a:pt x="42" y="13"/>
                  </a:cubicBezTo>
                  <a:cubicBezTo>
                    <a:pt x="42" y="13"/>
                    <a:pt x="42" y="13"/>
                    <a:pt x="42" y="13"/>
                  </a:cubicBezTo>
                  <a:cubicBezTo>
                    <a:pt x="41" y="13"/>
                    <a:pt x="41" y="13"/>
                    <a:pt x="41" y="13"/>
                  </a:cubicBezTo>
                  <a:lnTo>
                    <a:pt x="42" y="12"/>
                  </a:lnTo>
                  <a:close/>
                  <a:moveTo>
                    <a:pt x="43" y="17"/>
                  </a:moveTo>
                  <a:cubicBezTo>
                    <a:pt x="42" y="16"/>
                    <a:pt x="41" y="15"/>
                    <a:pt x="41" y="15"/>
                  </a:cubicBezTo>
                  <a:cubicBezTo>
                    <a:pt x="41" y="15"/>
                    <a:pt x="41" y="15"/>
                    <a:pt x="41" y="15"/>
                  </a:cubicBezTo>
                  <a:cubicBezTo>
                    <a:pt x="42" y="13"/>
                    <a:pt x="42" y="13"/>
                    <a:pt x="42" y="13"/>
                  </a:cubicBezTo>
                  <a:cubicBezTo>
                    <a:pt x="42" y="13"/>
                    <a:pt x="42" y="13"/>
                    <a:pt x="42" y="13"/>
                  </a:cubicBezTo>
                  <a:cubicBezTo>
                    <a:pt x="42" y="13"/>
                    <a:pt x="42" y="13"/>
                    <a:pt x="42" y="13"/>
                  </a:cubicBezTo>
                  <a:cubicBezTo>
                    <a:pt x="42" y="13"/>
                    <a:pt x="42" y="13"/>
                    <a:pt x="42" y="13"/>
                  </a:cubicBezTo>
                  <a:cubicBezTo>
                    <a:pt x="42" y="14"/>
                    <a:pt x="42" y="14"/>
                    <a:pt x="42" y="14"/>
                  </a:cubicBezTo>
                  <a:cubicBezTo>
                    <a:pt x="42" y="14"/>
                    <a:pt x="42" y="14"/>
                    <a:pt x="42" y="14"/>
                  </a:cubicBezTo>
                  <a:cubicBezTo>
                    <a:pt x="42" y="15"/>
                    <a:pt x="43" y="15"/>
                    <a:pt x="43" y="16"/>
                  </a:cubicBezTo>
                  <a:cubicBezTo>
                    <a:pt x="43" y="18"/>
                    <a:pt x="43" y="18"/>
                    <a:pt x="43" y="18"/>
                  </a:cubicBezTo>
                  <a:cubicBezTo>
                    <a:pt x="43" y="18"/>
                    <a:pt x="43" y="18"/>
                    <a:pt x="43" y="18"/>
                  </a:cubicBezTo>
                  <a:lnTo>
                    <a:pt x="43" y="17"/>
                  </a:lnTo>
                  <a:close/>
                  <a:moveTo>
                    <a:pt x="29" y="21"/>
                  </a:moveTo>
                  <a:cubicBezTo>
                    <a:pt x="29" y="21"/>
                    <a:pt x="29" y="21"/>
                    <a:pt x="29" y="21"/>
                  </a:cubicBezTo>
                  <a:cubicBezTo>
                    <a:pt x="27" y="22"/>
                    <a:pt x="27" y="22"/>
                    <a:pt x="27" y="22"/>
                  </a:cubicBezTo>
                  <a:cubicBezTo>
                    <a:pt x="27" y="21"/>
                    <a:pt x="27" y="21"/>
                    <a:pt x="27" y="21"/>
                  </a:cubicBezTo>
                  <a:cubicBezTo>
                    <a:pt x="27" y="20"/>
                    <a:pt x="27" y="20"/>
                    <a:pt x="27" y="20"/>
                  </a:cubicBezTo>
                  <a:cubicBezTo>
                    <a:pt x="27" y="20"/>
                    <a:pt x="27" y="20"/>
                    <a:pt x="27" y="20"/>
                  </a:cubicBezTo>
                  <a:cubicBezTo>
                    <a:pt x="27" y="20"/>
                    <a:pt x="27" y="20"/>
                    <a:pt x="27" y="20"/>
                  </a:cubicBezTo>
                  <a:cubicBezTo>
                    <a:pt x="29" y="20"/>
                    <a:pt x="29" y="20"/>
                    <a:pt x="29" y="20"/>
                  </a:cubicBezTo>
                  <a:cubicBezTo>
                    <a:pt x="29" y="21"/>
                    <a:pt x="29" y="21"/>
                    <a:pt x="29" y="21"/>
                  </a:cubicBezTo>
                  <a:cubicBezTo>
                    <a:pt x="30" y="22"/>
                    <a:pt x="30" y="22"/>
                    <a:pt x="30" y="22"/>
                  </a:cubicBezTo>
                  <a:cubicBezTo>
                    <a:pt x="31" y="22"/>
                    <a:pt x="31" y="22"/>
                    <a:pt x="31" y="22"/>
                  </a:cubicBezTo>
                  <a:lnTo>
                    <a:pt x="29" y="21"/>
                  </a:lnTo>
                  <a:close/>
                  <a:moveTo>
                    <a:pt x="27" y="20"/>
                  </a:moveTo>
                  <a:cubicBezTo>
                    <a:pt x="27" y="20"/>
                    <a:pt x="27" y="20"/>
                    <a:pt x="27" y="20"/>
                  </a:cubicBezTo>
                  <a:cubicBezTo>
                    <a:pt x="28" y="19"/>
                    <a:pt x="28" y="19"/>
                    <a:pt x="28" y="19"/>
                  </a:cubicBezTo>
                  <a:cubicBezTo>
                    <a:pt x="29" y="19"/>
                    <a:pt x="29" y="19"/>
                    <a:pt x="29" y="19"/>
                  </a:cubicBezTo>
                  <a:cubicBezTo>
                    <a:pt x="30" y="20"/>
                    <a:pt x="30" y="20"/>
                    <a:pt x="30" y="20"/>
                  </a:cubicBezTo>
                  <a:cubicBezTo>
                    <a:pt x="30" y="20"/>
                    <a:pt x="30" y="20"/>
                    <a:pt x="30" y="20"/>
                  </a:cubicBezTo>
                  <a:cubicBezTo>
                    <a:pt x="29" y="20"/>
                    <a:pt x="29" y="20"/>
                    <a:pt x="29" y="20"/>
                  </a:cubicBezTo>
                  <a:cubicBezTo>
                    <a:pt x="27" y="20"/>
                    <a:pt x="27" y="20"/>
                    <a:pt x="27" y="20"/>
                  </a:cubicBezTo>
                  <a:close/>
                  <a:moveTo>
                    <a:pt x="32" y="21"/>
                  </a:moveTo>
                  <a:cubicBezTo>
                    <a:pt x="34" y="22"/>
                    <a:pt x="34" y="22"/>
                    <a:pt x="34" y="22"/>
                  </a:cubicBezTo>
                  <a:cubicBezTo>
                    <a:pt x="34" y="22"/>
                    <a:pt x="34" y="22"/>
                    <a:pt x="34" y="22"/>
                  </a:cubicBezTo>
                  <a:cubicBezTo>
                    <a:pt x="33" y="22"/>
                    <a:pt x="33" y="22"/>
                    <a:pt x="33" y="22"/>
                  </a:cubicBezTo>
                  <a:cubicBezTo>
                    <a:pt x="33" y="22"/>
                    <a:pt x="33" y="22"/>
                    <a:pt x="33" y="22"/>
                  </a:cubicBezTo>
                  <a:cubicBezTo>
                    <a:pt x="33" y="22"/>
                    <a:pt x="33" y="22"/>
                    <a:pt x="33" y="22"/>
                  </a:cubicBezTo>
                  <a:cubicBezTo>
                    <a:pt x="31" y="21"/>
                    <a:pt x="31" y="21"/>
                    <a:pt x="31" y="21"/>
                  </a:cubicBezTo>
                  <a:cubicBezTo>
                    <a:pt x="30" y="20"/>
                    <a:pt x="30" y="20"/>
                    <a:pt x="30" y="20"/>
                  </a:cubicBezTo>
                  <a:cubicBezTo>
                    <a:pt x="30" y="20"/>
                    <a:pt x="30" y="20"/>
                    <a:pt x="30" y="20"/>
                  </a:cubicBezTo>
                  <a:cubicBezTo>
                    <a:pt x="31" y="20"/>
                    <a:pt x="31" y="20"/>
                    <a:pt x="31" y="20"/>
                  </a:cubicBezTo>
                  <a:cubicBezTo>
                    <a:pt x="31" y="20"/>
                    <a:pt x="31" y="20"/>
                    <a:pt x="31" y="20"/>
                  </a:cubicBezTo>
                  <a:lnTo>
                    <a:pt x="32" y="21"/>
                  </a:lnTo>
                  <a:close/>
                  <a:moveTo>
                    <a:pt x="32" y="15"/>
                  </a:moveTo>
                  <a:cubicBezTo>
                    <a:pt x="33" y="15"/>
                    <a:pt x="34" y="15"/>
                    <a:pt x="34" y="16"/>
                  </a:cubicBezTo>
                  <a:cubicBezTo>
                    <a:pt x="34" y="18"/>
                    <a:pt x="34" y="18"/>
                    <a:pt x="34" y="18"/>
                  </a:cubicBezTo>
                  <a:cubicBezTo>
                    <a:pt x="33" y="17"/>
                    <a:pt x="33" y="17"/>
                    <a:pt x="33" y="17"/>
                  </a:cubicBezTo>
                  <a:cubicBezTo>
                    <a:pt x="33" y="17"/>
                    <a:pt x="33" y="17"/>
                    <a:pt x="33" y="17"/>
                  </a:cubicBezTo>
                  <a:cubicBezTo>
                    <a:pt x="31" y="18"/>
                    <a:pt x="31" y="18"/>
                    <a:pt x="31" y="18"/>
                  </a:cubicBezTo>
                  <a:cubicBezTo>
                    <a:pt x="31" y="19"/>
                    <a:pt x="31" y="19"/>
                    <a:pt x="31" y="19"/>
                  </a:cubicBezTo>
                  <a:cubicBezTo>
                    <a:pt x="29" y="19"/>
                    <a:pt x="29" y="19"/>
                    <a:pt x="29" y="19"/>
                  </a:cubicBezTo>
                  <a:cubicBezTo>
                    <a:pt x="28" y="19"/>
                    <a:pt x="28" y="19"/>
                    <a:pt x="28" y="19"/>
                  </a:cubicBezTo>
                  <a:cubicBezTo>
                    <a:pt x="28" y="17"/>
                    <a:pt x="28" y="17"/>
                    <a:pt x="28" y="17"/>
                  </a:cubicBezTo>
                  <a:cubicBezTo>
                    <a:pt x="29" y="15"/>
                    <a:pt x="29" y="15"/>
                    <a:pt x="29" y="15"/>
                  </a:cubicBezTo>
                  <a:lnTo>
                    <a:pt x="32" y="15"/>
                  </a:lnTo>
                  <a:close/>
                  <a:moveTo>
                    <a:pt x="28" y="15"/>
                  </a:moveTo>
                  <a:cubicBezTo>
                    <a:pt x="28" y="15"/>
                    <a:pt x="28" y="15"/>
                    <a:pt x="28" y="15"/>
                  </a:cubicBezTo>
                  <a:cubicBezTo>
                    <a:pt x="28" y="15"/>
                    <a:pt x="28" y="15"/>
                    <a:pt x="28" y="15"/>
                  </a:cubicBezTo>
                  <a:close/>
                  <a:moveTo>
                    <a:pt x="22" y="13"/>
                  </a:moveTo>
                  <a:cubicBezTo>
                    <a:pt x="23" y="14"/>
                    <a:pt x="23" y="14"/>
                    <a:pt x="23" y="14"/>
                  </a:cubicBezTo>
                  <a:cubicBezTo>
                    <a:pt x="22" y="14"/>
                    <a:pt x="22" y="14"/>
                    <a:pt x="22" y="14"/>
                  </a:cubicBezTo>
                  <a:lnTo>
                    <a:pt x="22" y="13"/>
                  </a:lnTo>
                  <a:close/>
                  <a:moveTo>
                    <a:pt x="21" y="16"/>
                  </a:moveTo>
                  <a:cubicBezTo>
                    <a:pt x="21" y="16"/>
                    <a:pt x="21" y="16"/>
                    <a:pt x="21" y="16"/>
                  </a:cubicBezTo>
                  <a:cubicBezTo>
                    <a:pt x="20" y="16"/>
                    <a:pt x="20" y="16"/>
                    <a:pt x="20" y="16"/>
                  </a:cubicBezTo>
                  <a:cubicBezTo>
                    <a:pt x="21" y="14"/>
                    <a:pt x="21" y="14"/>
                    <a:pt x="21" y="14"/>
                  </a:cubicBezTo>
                  <a:cubicBezTo>
                    <a:pt x="21" y="14"/>
                    <a:pt x="21" y="14"/>
                    <a:pt x="21" y="14"/>
                  </a:cubicBezTo>
                  <a:cubicBezTo>
                    <a:pt x="22" y="14"/>
                    <a:pt x="22" y="14"/>
                    <a:pt x="22" y="14"/>
                  </a:cubicBezTo>
                  <a:cubicBezTo>
                    <a:pt x="22" y="14"/>
                    <a:pt x="22" y="14"/>
                    <a:pt x="22" y="14"/>
                  </a:cubicBezTo>
                  <a:cubicBezTo>
                    <a:pt x="24" y="14"/>
                    <a:pt x="24" y="14"/>
                    <a:pt x="24" y="14"/>
                  </a:cubicBezTo>
                  <a:cubicBezTo>
                    <a:pt x="25" y="14"/>
                    <a:pt x="25" y="14"/>
                    <a:pt x="25" y="14"/>
                  </a:cubicBezTo>
                  <a:cubicBezTo>
                    <a:pt x="26" y="14"/>
                    <a:pt x="26" y="13"/>
                    <a:pt x="27" y="13"/>
                  </a:cubicBezTo>
                  <a:cubicBezTo>
                    <a:pt x="29" y="15"/>
                    <a:pt x="29" y="15"/>
                    <a:pt x="29" y="15"/>
                  </a:cubicBezTo>
                  <a:cubicBezTo>
                    <a:pt x="29" y="15"/>
                    <a:pt x="29" y="15"/>
                    <a:pt x="29" y="15"/>
                  </a:cubicBezTo>
                  <a:cubicBezTo>
                    <a:pt x="27" y="14"/>
                    <a:pt x="27" y="14"/>
                    <a:pt x="27" y="14"/>
                  </a:cubicBezTo>
                  <a:cubicBezTo>
                    <a:pt x="27" y="14"/>
                    <a:pt x="27" y="14"/>
                    <a:pt x="27" y="14"/>
                  </a:cubicBezTo>
                  <a:cubicBezTo>
                    <a:pt x="26" y="14"/>
                    <a:pt x="26" y="14"/>
                    <a:pt x="26" y="14"/>
                  </a:cubicBezTo>
                  <a:cubicBezTo>
                    <a:pt x="25" y="15"/>
                    <a:pt x="25" y="15"/>
                    <a:pt x="25" y="15"/>
                  </a:cubicBezTo>
                  <a:cubicBezTo>
                    <a:pt x="24" y="15"/>
                    <a:pt x="24" y="15"/>
                    <a:pt x="24" y="15"/>
                  </a:cubicBezTo>
                  <a:cubicBezTo>
                    <a:pt x="23" y="15"/>
                    <a:pt x="23" y="15"/>
                    <a:pt x="23" y="15"/>
                  </a:cubicBezTo>
                  <a:cubicBezTo>
                    <a:pt x="25" y="16"/>
                    <a:pt x="25" y="16"/>
                    <a:pt x="25" y="16"/>
                  </a:cubicBezTo>
                  <a:cubicBezTo>
                    <a:pt x="25" y="16"/>
                    <a:pt x="25" y="16"/>
                    <a:pt x="25" y="16"/>
                  </a:cubicBezTo>
                  <a:cubicBezTo>
                    <a:pt x="24" y="17"/>
                    <a:pt x="24" y="17"/>
                    <a:pt x="24" y="17"/>
                  </a:cubicBezTo>
                  <a:cubicBezTo>
                    <a:pt x="24" y="17"/>
                    <a:pt x="24" y="17"/>
                    <a:pt x="24" y="17"/>
                  </a:cubicBezTo>
                  <a:cubicBezTo>
                    <a:pt x="24" y="18"/>
                    <a:pt x="24" y="18"/>
                    <a:pt x="24" y="18"/>
                  </a:cubicBezTo>
                  <a:cubicBezTo>
                    <a:pt x="24" y="18"/>
                    <a:pt x="24" y="18"/>
                    <a:pt x="24" y="18"/>
                  </a:cubicBezTo>
                  <a:cubicBezTo>
                    <a:pt x="26" y="17"/>
                    <a:pt x="26" y="17"/>
                    <a:pt x="26" y="17"/>
                  </a:cubicBezTo>
                  <a:cubicBezTo>
                    <a:pt x="27" y="18"/>
                    <a:pt x="27" y="18"/>
                    <a:pt x="27" y="18"/>
                  </a:cubicBezTo>
                  <a:cubicBezTo>
                    <a:pt x="28" y="17"/>
                    <a:pt x="28" y="17"/>
                    <a:pt x="28" y="17"/>
                  </a:cubicBezTo>
                  <a:cubicBezTo>
                    <a:pt x="27" y="19"/>
                    <a:pt x="27" y="19"/>
                    <a:pt x="27" y="19"/>
                  </a:cubicBezTo>
                  <a:cubicBezTo>
                    <a:pt x="27" y="19"/>
                    <a:pt x="27" y="19"/>
                    <a:pt x="27" y="19"/>
                  </a:cubicBezTo>
                  <a:cubicBezTo>
                    <a:pt x="26" y="20"/>
                    <a:pt x="26" y="20"/>
                    <a:pt x="26" y="20"/>
                  </a:cubicBezTo>
                  <a:cubicBezTo>
                    <a:pt x="27" y="22"/>
                    <a:pt x="27" y="22"/>
                    <a:pt x="27" y="22"/>
                  </a:cubicBezTo>
                  <a:cubicBezTo>
                    <a:pt x="27" y="23"/>
                    <a:pt x="27" y="23"/>
                    <a:pt x="27" y="23"/>
                  </a:cubicBezTo>
                  <a:cubicBezTo>
                    <a:pt x="27" y="23"/>
                    <a:pt x="27" y="23"/>
                    <a:pt x="27" y="23"/>
                  </a:cubicBezTo>
                  <a:cubicBezTo>
                    <a:pt x="27" y="24"/>
                    <a:pt x="28" y="25"/>
                    <a:pt x="29" y="26"/>
                  </a:cubicBezTo>
                  <a:cubicBezTo>
                    <a:pt x="31" y="27"/>
                    <a:pt x="32" y="29"/>
                    <a:pt x="34" y="30"/>
                  </a:cubicBezTo>
                  <a:cubicBezTo>
                    <a:pt x="35" y="32"/>
                    <a:pt x="35" y="34"/>
                    <a:pt x="36" y="35"/>
                  </a:cubicBezTo>
                  <a:cubicBezTo>
                    <a:pt x="38" y="36"/>
                    <a:pt x="38" y="36"/>
                    <a:pt x="38" y="36"/>
                  </a:cubicBezTo>
                  <a:cubicBezTo>
                    <a:pt x="37" y="36"/>
                    <a:pt x="37" y="36"/>
                    <a:pt x="37" y="36"/>
                  </a:cubicBezTo>
                  <a:cubicBezTo>
                    <a:pt x="37" y="36"/>
                    <a:pt x="37" y="36"/>
                    <a:pt x="37" y="36"/>
                  </a:cubicBezTo>
                  <a:cubicBezTo>
                    <a:pt x="35" y="35"/>
                    <a:pt x="35" y="35"/>
                    <a:pt x="35" y="35"/>
                  </a:cubicBezTo>
                  <a:cubicBezTo>
                    <a:pt x="34" y="34"/>
                    <a:pt x="33" y="34"/>
                    <a:pt x="33" y="34"/>
                  </a:cubicBezTo>
                  <a:cubicBezTo>
                    <a:pt x="31" y="35"/>
                    <a:pt x="31" y="35"/>
                    <a:pt x="31" y="35"/>
                  </a:cubicBezTo>
                  <a:cubicBezTo>
                    <a:pt x="31" y="36"/>
                    <a:pt x="31" y="36"/>
                    <a:pt x="31" y="36"/>
                  </a:cubicBezTo>
                  <a:cubicBezTo>
                    <a:pt x="30" y="35"/>
                    <a:pt x="30" y="35"/>
                    <a:pt x="30" y="35"/>
                  </a:cubicBezTo>
                  <a:cubicBezTo>
                    <a:pt x="29" y="33"/>
                    <a:pt x="29" y="33"/>
                    <a:pt x="29" y="33"/>
                  </a:cubicBezTo>
                  <a:cubicBezTo>
                    <a:pt x="29" y="33"/>
                    <a:pt x="29" y="33"/>
                    <a:pt x="29" y="33"/>
                  </a:cubicBezTo>
                  <a:cubicBezTo>
                    <a:pt x="29" y="33"/>
                    <a:pt x="29" y="33"/>
                    <a:pt x="29" y="33"/>
                  </a:cubicBezTo>
                  <a:cubicBezTo>
                    <a:pt x="28" y="34"/>
                    <a:pt x="28" y="34"/>
                    <a:pt x="28" y="34"/>
                  </a:cubicBezTo>
                  <a:cubicBezTo>
                    <a:pt x="27" y="35"/>
                    <a:pt x="27" y="35"/>
                    <a:pt x="27" y="35"/>
                  </a:cubicBezTo>
                  <a:cubicBezTo>
                    <a:pt x="27" y="35"/>
                    <a:pt x="27" y="35"/>
                    <a:pt x="27" y="35"/>
                  </a:cubicBezTo>
                  <a:cubicBezTo>
                    <a:pt x="27" y="35"/>
                    <a:pt x="27" y="35"/>
                    <a:pt x="27" y="35"/>
                  </a:cubicBezTo>
                  <a:cubicBezTo>
                    <a:pt x="25" y="33"/>
                    <a:pt x="25" y="33"/>
                    <a:pt x="25" y="33"/>
                  </a:cubicBezTo>
                  <a:cubicBezTo>
                    <a:pt x="25" y="33"/>
                    <a:pt x="25" y="33"/>
                    <a:pt x="25" y="33"/>
                  </a:cubicBezTo>
                  <a:cubicBezTo>
                    <a:pt x="25" y="33"/>
                    <a:pt x="25" y="33"/>
                    <a:pt x="25" y="33"/>
                  </a:cubicBezTo>
                  <a:cubicBezTo>
                    <a:pt x="24" y="34"/>
                    <a:pt x="24" y="34"/>
                    <a:pt x="24" y="34"/>
                  </a:cubicBezTo>
                  <a:cubicBezTo>
                    <a:pt x="24" y="35"/>
                    <a:pt x="24" y="35"/>
                    <a:pt x="24" y="35"/>
                  </a:cubicBezTo>
                  <a:cubicBezTo>
                    <a:pt x="23" y="35"/>
                    <a:pt x="23" y="35"/>
                    <a:pt x="23" y="35"/>
                  </a:cubicBezTo>
                  <a:cubicBezTo>
                    <a:pt x="20" y="33"/>
                    <a:pt x="20" y="33"/>
                    <a:pt x="20" y="33"/>
                  </a:cubicBezTo>
                  <a:cubicBezTo>
                    <a:pt x="20" y="32"/>
                    <a:pt x="21" y="32"/>
                    <a:pt x="21" y="31"/>
                  </a:cubicBezTo>
                  <a:cubicBezTo>
                    <a:pt x="21" y="30"/>
                    <a:pt x="21" y="30"/>
                    <a:pt x="21" y="30"/>
                  </a:cubicBezTo>
                  <a:cubicBezTo>
                    <a:pt x="21" y="29"/>
                    <a:pt x="20" y="28"/>
                    <a:pt x="20" y="26"/>
                  </a:cubicBezTo>
                  <a:cubicBezTo>
                    <a:pt x="20" y="26"/>
                    <a:pt x="20" y="26"/>
                    <a:pt x="20" y="26"/>
                  </a:cubicBezTo>
                  <a:cubicBezTo>
                    <a:pt x="20" y="26"/>
                    <a:pt x="20" y="26"/>
                    <a:pt x="20" y="26"/>
                  </a:cubicBezTo>
                  <a:cubicBezTo>
                    <a:pt x="20" y="26"/>
                    <a:pt x="20" y="26"/>
                    <a:pt x="20" y="26"/>
                  </a:cubicBezTo>
                  <a:cubicBezTo>
                    <a:pt x="19" y="25"/>
                    <a:pt x="19" y="25"/>
                    <a:pt x="19" y="25"/>
                  </a:cubicBezTo>
                  <a:cubicBezTo>
                    <a:pt x="19" y="23"/>
                    <a:pt x="19" y="23"/>
                    <a:pt x="19" y="23"/>
                  </a:cubicBezTo>
                  <a:cubicBezTo>
                    <a:pt x="19" y="21"/>
                    <a:pt x="19" y="21"/>
                    <a:pt x="19" y="21"/>
                  </a:cubicBezTo>
                  <a:cubicBezTo>
                    <a:pt x="19" y="18"/>
                    <a:pt x="20" y="17"/>
                    <a:pt x="21" y="16"/>
                  </a:cubicBezTo>
                  <a:moveTo>
                    <a:pt x="20" y="31"/>
                  </a:moveTo>
                  <a:cubicBezTo>
                    <a:pt x="20" y="32"/>
                    <a:pt x="20" y="32"/>
                    <a:pt x="20" y="32"/>
                  </a:cubicBezTo>
                  <a:cubicBezTo>
                    <a:pt x="20" y="32"/>
                    <a:pt x="20" y="32"/>
                    <a:pt x="20" y="32"/>
                  </a:cubicBezTo>
                  <a:cubicBezTo>
                    <a:pt x="17" y="32"/>
                    <a:pt x="17" y="31"/>
                    <a:pt x="17" y="29"/>
                  </a:cubicBezTo>
                  <a:cubicBezTo>
                    <a:pt x="17" y="28"/>
                    <a:pt x="17" y="28"/>
                    <a:pt x="17" y="28"/>
                  </a:cubicBezTo>
                  <a:cubicBezTo>
                    <a:pt x="18" y="28"/>
                    <a:pt x="19" y="27"/>
                    <a:pt x="19" y="27"/>
                  </a:cubicBezTo>
                  <a:cubicBezTo>
                    <a:pt x="20" y="28"/>
                    <a:pt x="20" y="30"/>
                    <a:pt x="20" y="30"/>
                  </a:cubicBezTo>
                  <a:lnTo>
                    <a:pt x="20" y="31"/>
                  </a:lnTo>
                  <a:close/>
                  <a:moveTo>
                    <a:pt x="16" y="18"/>
                  </a:moveTo>
                  <a:cubicBezTo>
                    <a:pt x="16" y="18"/>
                    <a:pt x="16" y="18"/>
                    <a:pt x="16" y="18"/>
                  </a:cubicBezTo>
                  <a:cubicBezTo>
                    <a:pt x="16" y="17"/>
                    <a:pt x="16" y="17"/>
                    <a:pt x="16" y="17"/>
                  </a:cubicBezTo>
                  <a:cubicBezTo>
                    <a:pt x="16" y="16"/>
                    <a:pt x="16" y="16"/>
                    <a:pt x="16" y="16"/>
                  </a:cubicBezTo>
                  <a:cubicBezTo>
                    <a:pt x="17" y="18"/>
                    <a:pt x="17" y="18"/>
                    <a:pt x="17" y="18"/>
                  </a:cubicBezTo>
                  <a:cubicBezTo>
                    <a:pt x="17" y="19"/>
                    <a:pt x="18" y="20"/>
                    <a:pt x="18" y="20"/>
                  </a:cubicBezTo>
                  <a:cubicBezTo>
                    <a:pt x="18" y="20"/>
                    <a:pt x="18" y="20"/>
                    <a:pt x="18" y="20"/>
                  </a:cubicBezTo>
                  <a:cubicBezTo>
                    <a:pt x="18" y="21"/>
                    <a:pt x="18" y="21"/>
                    <a:pt x="18" y="21"/>
                  </a:cubicBezTo>
                  <a:cubicBezTo>
                    <a:pt x="18" y="21"/>
                    <a:pt x="18" y="21"/>
                    <a:pt x="18" y="21"/>
                  </a:cubicBezTo>
                  <a:cubicBezTo>
                    <a:pt x="18" y="22"/>
                    <a:pt x="18" y="22"/>
                    <a:pt x="18" y="22"/>
                  </a:cubicBezTo>
                  <a:cubicBezTo>
                    <a:pt x="18" y="23"/>
                    <a:pt x="18" y="23"/>
                    <a:pt x="18" y="23"/>
                  </a:cubicBezTo>
                  <a:cubicBezTo>
                    <a:pt x="19" y="24"/>
                    <a:pt x="19" y="24"/>
                    <a:pt x="19" y="24"/>
                  </a:cubicBezTo>
                  <a:cubicBezTo>
                    <a:pt x="16" y="22"/>
                    <a:pt x="16" y="22"/>
                    <a:pt x="16" y="22"/>
                  </a:cubicBezTo>
                  <a:cubicBezTo>
                    <a:pt x="16" y="21"/>
                    <a:pt x="16" y="21"/>
                    <a:pt x="16" y="21"/>
                  </a:cubicBezTo>
                  <a:cubicBezTo>
                    <a:pt x="16" y="21"/>
                    <a:pt x="16" y="21"/>
                    <a:pt x="16" y="21"/>
                  </a:cubicBezTo>
                  <a:cubicBezTo>
                    <a:pt x="15" y="20"/>
                    <a:pt x="15" y="20"/>
                    <a:pt x="15" y="20"/>
                  </a:cubicBezTo>
                  <a:lnTo>
                    <a:pt x="16" y="18"/>
                  </a:lnTo>
                  <a:close/>
                  <a:moveTo>
                    <a:pt x="13" y="13"/>
                  </a:moveTo>
                  <a:cubicBezTo>
                    <a:pt x="14" y="13"/>
                    <a:pt x="14" y="13"/>
                    <a:pt x="14" y="13"/>
                  </a:cubicBezTo>
                  <a:cubicBezTo>
                    <a:pt x="14" y="13"/>
                    <a:pt x="14" y="13"/>
                    <a:pt x="14" y="13"/>
                  </a:cubicBezTo>
                  <a:cubicBezTo>
                    <a:pt x="14" y="11"/>
                    <a:pt x="14" y="11"/>
                    <a:pt x="14" y="11"/>
                  </a:cubicBezTo>
                  <a:cubicBezTo>
                    <a:pt x="15" y="12"/>
                    <a:pt x="15" y="16"/>
                    <a:pt x="15" y="17"/>
                  </a:cubicBezTo>
                  <a:cubicBezTo>
                    <a:pt x="15" y="18"/>
                    <a:pt x="15" y="19"/>
                    <a:pt x="15" y="20"/>
                  </a:cubicBezTo>
                  <a:cubicBezTo>
                    <a:pt x="15" y="20"/>
                    <a:pt x="15" y="20"/>
                    <a:pt x="15" y="20"/>
                  </a:cubicBezTo>
                  <a:cubicBezTo>
                    <a:pt x="14" y="18"/>
                    <a:pt x="14" y="18"/>
                    <a:pt x="14" y="18"/>
                  </a:cubicBezTo>
                  <a:cubicBezTo>
                    <a:pt x="13" y="16"/>
                    <a:pt x="13" y="16"/>
                    <a:pt x="13" y="16"/>
                  </a:cubicBezTo>
                  <a:cubicBezTo>
                    <a:pt x="13" y="16"/>
                    <a:pt x="13" y="16"/>
                    <a:pt x="13" y="16"/>
                  </a:cubicBezTo>
                  <a:cubicBezTo>
                    <a:pt x="13" y="16"/>
                    <a:pt x="13" y="16"/>
                    <a:pt x="13" y="16"/>
                  </a:cubicBezTo>
                  <a:cubicBezTo>
                    <a:pt x="13" y="15"/>
                    <a:pt x="13" y="14"/>
                    <a:pt x="13" y="13"/>
                  </a:cubicBezTo>
                  <a:moveTo>
                    <a:pt x="13" y="1"/>
                  </a:moveTo>
                  <a:cubicBezTo>
                    <a:pt x="13" y="2"/>
                    <a:pt x="13" y="5"/>
                    <a:pt x="13" y="8"/>
                  </a:cubicBezTo>
                  <a:cubicBezTo>
                    <a:pt x="13" y="9"/>
                    <a:pt x="13" y="11"/>
                    <a:pt x="13" y="12"/>
                  </a:cubicBezTo>
                  <a:cubicBezTo>
                    <a:pt x="13" y="12"/>
                    <a:pt x="13" y="13"/>
                    <a:pt x="13" y="14"/>
                  </a:cubicBezTo>
                  <a:cubicBezTo>
                    <a:pt x="13" y="14"/>
                    <a:pt x="13" y="14"/>
                    <a:pt x="13" y="14"/>
                  </a:cubicBezTo>
                  <a:cubicBezTo>
                    <a:pt x="12" y="14"/>
                    <a:pt x="11" y="10"/>
                    <a:pt x="11" y="7"/>
                  </a:cubicBezTo>
                  <a:cubicBezTo>
                    <a:pt x="11" y="5"/>
                    <a:pt x="11" y="3"/>
                    <a:pt x="13" y="1"/>
                  </a:cubicBezTo>
                  <a:moveTo>
                    <a:pt x="12" y="2"/>
                  </a:moveTo>
                  <a:cubicBezTo>
                    <a:pt x="11" y="4"/>
                    <a:pt x="10" y="5"/>
                    <a:pt x="10" y="7"/>
                  </a:cubicBezTo>
                  <a:cubicBezTo>
                    <a:pt x="10" y="11"/>
                    <a:pt x="12" y="15"/>
                    <a:pt x="12" y="15"/>
                  </a:cubicBezTo>
                  <a:cubicBezTo>
                    <a:pt x="12" y="15"/>
                    <a:pt x="12" y="15"/>
                    <a:pt x="12" y="15"/>
                  </a:cubicBezTo>
                  <a:cubicBezTo>
                    <a:pt x="12" y="16"/>
                    <a:pt x="12" y="16"/>
                    <a:pt x="12" y="16"/>
                  </a:cubicBezTo>
                  <a:cubicBezTo>
                    <a:pt x="11" y="15"/>
                    <a:pt x="11" y="15"/>
                    <a:pt x="11" y="15"/>
                  </a:cubicBezTo>
                  <a:cubicBezTo>
                    <a:pt x="10" y="12"/>
                    <a:pt x="10" y="12"/>
                    <a:pt x="10" y="12"/>
                  </a:cubicBezTo>
                  <a:cubicBezTo>
                    <a:pt x="9" y="10"/>
                    <a:pt x="9" y="10"/>
                    <a:pt x="9" y="10"/>
                  </a:cubicBezTo>
                  <a:cubicBezTo>
                    <a:pt x="9" y="10"/>
                    <a:pt x="9" y="10"/>
                    <a:pt x="9" y="10"/>
                  </a:cubicBezTo>
                  <a:cubicBezTo>
                    <a:pt x="9" y="10"/>
                    <a:pt x="9" y="10"/>
                    <a:pt x="9" y="10"/>
                  </a:cubicBezTo>
                  <a:cubicBezTo>
                    <a:pt x="9" y="10"/>
                    <a:pt x="9" y="10"/>
                    <a:pt x="9" y="10"/>
                  </a:cubicBezTo>
                  <a:cubicBezTo>
                    <a:pt x="9" y="9"/>
                    <a:pt x="9" y="9"/>
                    <a:pt x="9" y="9"/>
                  </a:cubicBezTo>
                  <a:cubicBezTo>
                    <a:pt x="9" y="7"/>
                    <a:pt x="10" y="4"/>
                    <a:pt x="12" y="2"/>
                  </a:cubicBezTo>
                  <a:moveTo>
                    <a:pt x="9" y="12"/>
                  </a:moveTo>
                  <a:cubicBezTo>
                    <a:pt x="9" y="11"/>
                    <a:pt x="9" y="11"/>
                    <a:pt x="9" y="11"/>
                  </a:cubicBezTo>
                  <a:cubicBezTo>
                    <a:pt x="9" y="13"/>
                    <a:pt x="11" y="16"/>
                    <a:pt x="12" y="17"/>
                  </a:cubicBezTo>
                  <a:cubicBezTo>
                    <a:pt x="11" y="18"/>
                    <a:pt x="11" y="18"/>
                    <a:pt x="11" y="18"/>
                  </a:cubicBezTo>
                  <a:cubicBezTo>
                    <a:pt x="12" y="20"/>
                    <a:pt x="12" y="20"/>
                    <a:pt x="12" y="20"/>
                  </a:cubicBezTo>
                  <a:cubicBezTo>
                    <a:pt x="11" y="20"/>
                    <a:pt x="11" y="20"/>
                    <a:pt x="11" y="20"/>
                  </a:cubicBezTo>
                  <a:cubicBezTo>
                    <a:pt x="10" y="20"/>
                    <a:pt x="9" y="16"/>
                    <a:pt x="9" y="12"/>
                  </a:cubicBezTo>
                  <a:close/>
                  <a:moveTo>
                    <a:pt x="22" y="44"/>
                  </a:moveTo>
                  <a:cubicBezTo>
                    <a:pt x="22" y="41"/>
                    <a:pt x="22" y="41"/>
                    <a:pt x="22" y="41"/>
                  </a:cubicBezTo>
                  <a:cubicBezTo>
                    <a:pt x="23" y="41"/>
                    <a:pt x="23" y="41"/>
                    <a:pt x="23" y="41"/>
                  </a:cubicBezTo>
                  <a:cubicBezTo>
                    <a:pt x="25" y="40"/>
                    <a:pt x="25" y="40"/>
                    <a:pt x="25" y="40"/>
                  </a:cubicBezTo>
                  <a:cubicBezTo>
                    <a:pt x="25" y="41"/>
                    <a:pt x="25" y="41"/>
                    <a:pt x="25" y="41"/>
                  </a:cubicBezTo>
                  <a:cubicBezTo>
                    <a:pt x="26" y="41"/>
                    <a:pt x="26" y="41"/>
                    <a:pt x="26" y="41"/>
                  </a:cubicBezTo>
                  <a:cubicBezTo>
                    <a:pt x="26" y="41"/>
                    <a:pt x="26" y="41"/>
                    <a:pt x="26" y="41"/>
                  </a:cubicBezTo>
                  <a:cubicBezTo>
                    <a:pt x="26" y="41"/>
                    <a:pt x="26" y="41"/>
                    <a:pt x="26" y="41"/>
                  </a:cubicBezTo>
                  <a:cubicBezTo>
                    <a:pt x="26" y="41"/>
                    <a:pt x="26" y="41"/>
                    <a:pt x="26" y="41"/>
                  </a:cubicBezTo>
                  <a:cubicBezTo>
                    <a:pt x="25" y="42"/>
                    <a:pt x="24" y="43"/>
                    <a:pt x="22" y="44"/>
                  </a:cubicBezTo>
                  <a:moveTo>
                    <a:pt x="22" y="44"/>
                  </a:moveTo>
                  <a:cubicBezTo>
                    <a:pt x="19" y="48"/>
                    <a:pt x="19" y="48"/>
                    <a:pt x="19" y="48"/>
                  </a:cubicBezTo>
                  <a:cubicBezTo>
                    <a:pt x="20" y="47"/>
                    <a:pt x="20" y="47"/>
                    <a:pt x="20" y="47"/>
                  </a:cubicBezTo>
                  <a:cubicBezTo>
                    <a:pt x="20" y="46"/>
                    <a:pt x="20" y="45"/>
                    <a:pt x="20" y="44"/>
                  </a:cubicBezTo>
                  <a:cubicBezTo>
                    <a:pt x="20" y="44"/>
                    <a:pt x="20" y="44"/>
                    <a:pt x="20" y="44"/>
                  </a:cubicBezTo>
                  <a:cubicBezTo>
                    <a:pt x="21" y="44"/>
                    <a:pt x="21" y="44"/>
                    <a:pt x="21" y="44"/>
                  </a:cubicBezTo>
                  <a:lnTo>
                    <a:pt x="22" y="44"/>
                  </a:lnTo>
                  <a:close/>
                  <a:moveTo>
                    <a:pt x="21" y="44"/>
                  </a:moveTo>
                  <a:cubicBezTo>
                    <a:pt x="20" y="42"/>
                    <a:pt x="20" y="42"/>
                    <a:pt x="20" y="42"/>
                  </a:cubicBezTo>
                  <a:cubicBezTo>
                    <a:pt x="20" y="42"/>
                    <a:pt x="20" y="42"/>
                    <a:pt x="20" y="42"/>
                  </a:cubicBezTo>
                  <a:cubicBezTo>
                    <a:pt x="22" y="41"/>
                    <a:pt x="22" y="41"/>
                    <a:pt x="22" y="41"/>
                  </a:cubicBezTo>
                  <a:lnTo>
                    <a:pt x="21" y="44"/>
                  </a:lnTo>
                  <a:close/>
                  <a:moveTo>
                    <a:pt x="20" y="44"/>
                  </a:moveTo>
                  <a:cubicBezTo>
                    <a:pt x="20" y="44"/>
                    <a:pt x="20" y="44"/>
                    <a:pt x="20" y="44"/>
                  </a:cubicBezTo>
                  <a:cubicBezTo>
                    <a:pt x="20" y="44"/>
                    <a:pt x="18" y="45"/>
                    <a:pt x="16" y="45"/>
                  </a:cubicBezTo>
                  <a:cubicBezTo>
                    <a:pt x="18" y="45"/>
                    <a:pt x="18" y="43"/>
                    <a:pt x="18" y="42"/>
                  </a:cubicBezTo>
                  <a:cubicBezTo>
                    <a:pt x="20" y="42"/>
                    <a:pt x="20" y="42"/>
                    <a:pt x="20" y="42"/>
                  </a:cubicBezTo>
                  <a:lnTo>
                    <a:pt x="20" y="44"/>
                  </a:lnTo>
                  <a:close/>
                  <a:moveTo>
                    <a:pt x="11" y="34"/>
                  </a:moveTo>
                  <a:cubicBezTo>
                    <a:pt x="11" y="34"/>
                    <a:pt x="11" y="34"/>
                    <a:pt x="11" y="34"/>
                  </a:cubicBezTo>
                  <a:cubicBezTo>
                    <a:pt x="11" y="34"/>
                    <a:pt x="11" y="34"/>
                    <a:pt x="11" y="34"/>
                  </a:cubicBezTo>
                  <a:cubicBezTo>
                    <a:pt x="11" y="34"/>
                    <a:pt x="11" y="34"/>
                    <a:pt x="11" y="34"/>
                  </a:cubicBezTo>
                  <a:cubicBezTo>
                    <a:pt x="11" y="34"/>
                    <a:pt x="11" y="34"/>
                    <a:pt x="11" y="34"/>
                  </a:cubicBezTo>
                  <a:cubicBezTo>
                    <a:pt x="10" y="34"/>
                    <a:pt x="10" y="34"/>
                    <a:pt x="10" y="34"/>
                  </a:cubicBezTo>
                  <a:cubicBezTo>
                    <a:pt x="10" y="34"/>
                    <a:pt x="10" y="34"/>
                    <a:pt x="10" y="34"/>
                  </a:cubicBezTo>
                  <a:cubicBezTo>
                    <a:pt x="12" y="32"/>
                    <a:pt x="12" y="32"/>
                    <a:pt x="12" y="32"/>
                  </a:cubicBezTo>
                  <a:cubicBezTo>
                    <a:pt x="11" y="34"/>
                    <a:pt x="11" y="34"/>
                    <a:pt x="11" y="34"/>
                  </a:cubicBezTo>
                  <a:cubicBezTo>
                    <a:pt x="11" y="34"/>
                    <a:pt x="11" y="34"/>
                    <a:pt x="11" y="34"/>
                  </a:cubicBezTo>
                  <a:close/>
                  <a:moveTo>
                    <a:pt x="11" y="38"/>
                  </a:moveTo>
                  <a:cubicBezTo>
                    <a:pt x="12" y="39"/>
                    <a:pt x="13" y="39"/>
                    <a:pt x="14" y="39"/>
                  </a:cubicBezTo>
                  <a:cubicBezTo>
                    <a:pt x="13" y="40"/>
                    <a:pt x="13" y="40"/>
                    <a:pt x="13" y="40"/>
                  </a:cubicBezTo>
                  <a:cubicBezTo>
                    <a:pt x="11" y="42"/>
                    <a:pt x="11" y="42"/>
                    <a:pt x="11" y="42"/>
                  </a:cubicBezTo>
                  <a:cubicBezTo>
                    <a:pt x="11" y="41"/>
                    <a:pt x="11" y="39"/>
                    <a:pt x="11" y="38"/>
                  </a:cubicBezTo>
                  <a:moveTo>
                    <a:pt x="14" y="40"/>
                  </a:moveTo>
                  <a:cubicBezTo>
                    <a:pt x="15" y="41"/>
                    <a:pt x="15" y="42"/>
                    <a:pt x="15" y="42"/>
                  </a:cubicBezTo>
                  <a:cubicBezTo>
                    <a:pt x="15" y="42"/>
                    <a:pt x="15" y="42"/>
                    <a:pt x="15" y="42"/>
                  </a:cubicBezTo>
                  <a:cubicBezTo>
                    <a:pt x="15" y="42"/>
                    <a:pt x="15" y="42"/>
                    <a:pt x="15" y="42"/>
                  </a:cubicBezTo>
                  <a:cubicBezTo>
                    <a:pt x="16" y="42"/>
                    <a:pt x="17" y="42"/>
                    <a:pt x="18" y="42"/>
                  </a:cubicBezTo>
                  <a:cubicBezTo>
                    <a:pt x="18" y="43"/>
                    <a:pt x="17" y="45"/>
                    <a:pt x="15" y="45"/>
                  </a:cubicBezTo>
                  <a:cubicBezTo>
                    <a:pt x="15" y="45"/>
                    <a:pt x="15" y="43"/>
                    <a:pt x="15" y="42"/>
                  </a:cubicBezTo>
                  <a:cubicBezTo>
                    <a:pt x="15" y="42"/>
                    <a:pt x="15" y="42"/>
                    <a:pt x="15" y="42"/>
                  </a:cubicBezTo>
                  <a:cubicBezTo>
                    <a:pt x="14" y="42"/>
                    <a:pt x="14" y="42"/>
                    <a:pt x="14" y="42"/>
                  </a:cubicBezTo>
                  <a:cubicBezTo>
                    <a:pt x="13" y="43"/>
                    <a:pt x="13" y="43"/>
                    <a:pt x="13" y="43"/>
                  </a:cubicBezTo>
                  <a:cubicBezTo>
                    <a:pt x="11" y="42"/>
                    <a:pt x="11" y="42"/>
                    <a:pt x="11" y="42"/>
                  </a:cubicBezTo>
                  <a:cubicBezTo>
                    <a:pt x="13" y="42"/>
                    <a:pt x="14" y="40"/>
                    <a:pt x="14" y="40"/>
                  </a:cubicBezTo>
                  <a:moveTo>
                    <a:pt x="12" y="44"/>
                  </a:moveTo>
                  <a:cubicBezTo>
                    <a:pt x="12" y="43"/>
                    <a:pt x="12" y="43"/>
                    <a:pt x="12" y="43"/>
                  </a:cubicBezTo>
                  <a:cubicBezTo>
                    <a:pt x="13" y="43"/>
                    <a:pt x="13" y="43"/>
                    <a:pt x="13" y="43"/>
                  </a:cubicBezTo>
                  <a:cubicBezTo>
                    <a:pt x="14" y="43"/>
                    <a:pt x="14" y="43"/>
                    <a:pt x="14" y="43"/>
                  </a:cubicBezTo>
                  <a:cubicBezTo>
                    <a:pt x="14" y="44"/>
                    <a:pt x="14" y="45"/>
                    <a:pt x="14" y="46"/>
                  </a:cubicBezTo>
                  <a:cubicBezTo>
                    <a:pt x="14" y="46"/>
                    <a:pt x="14" y="46"/>
                    <a:pt x="14" y="46"/>
                  </a:cubicBezTo>
                  <a:cubicBezTo>
                    <a:pt x="14" y="46"/>
                    <a:pt x="14" y="46"/>
                    <a:pt x="14" y="46"/>
                  </a:cubicBezTo>
                  <a:cubicBezTo>
                    <a:pt x="14" y="46"/>
                    <a:pt x="14" y="46"/>
                    <a:pt x="14" y="46"/>
                  </a:cubicBezTo>
                  <a:cubicBezTo>
                    <a:pt x="15" y="46"/>
                    <a:pt x="15" y="46"/>
                    <a:pt x="15" y="46"/>
                  </a:cubicBezTo>
                  <a:cubicBezTo>
                    <a:pt x="16" y="46"/>
                    <a:pt x="16" y="46"/>
                    <a:pt x="16" y="46"/>
                  </a:cubicBezTo>
                  <a:cubicBezTo>
                    <a:pt x="16" y="47"/>
                    <a:pt x="16" y="47"/>
                    <a:pt x="16" y="47"/>
                  </a:cubicBezTo>
                  <a:cubicBezTo>
                    <a:pt x="16" y="48"/>
                    <a:pt x="16" y="48"/>
                    <a:pt x="15" y="50"/>
                  </a:cubicBezTo>
                  <a:cubicBezTo>
                    <a:pt x="15" y="52"/>
                    <a:pt x="12" y="54"/>
                    <a:pt x="11" y="55"/>
                  </a:cubicBezTo>
                  <a:cubicBezTo>
                    <a:pt x="9" y="57"/>
                    <a:pt x="9" y="58"/>
                    <a:pt x="8" y="60"/>
                  </a:cubicBezTo>
                  <a:cubicBezTo>
                    <a:pt x="7" y="61"/>
                    <a:pt x="7" y="61"/>
                    <a:pt x="7" y="61"/>
                  </a:cubicBezTo>
                  <a:cubicBezTo>
                    <a:pt x="7" y="61"/>
                    <a:pt x="7" y="61"/>
                    <a:pt x="7" y="61"/>
                  </a:cubicBezTo>
                  <a:cubicBezTo>
                    <a:pt x="7" y="61"/>
                    <a:pt x="7" y="61"/>
                    <a:pt x="7" y="61"/>
                  </a:cubicBezTo>
                  <a:cubicBezTo>
                    <a:pt x="5" y="61"/>
                    <a:pt x="5" y="59"/>
                    <a:pt x="5" y="59"/>
                  </a:cubicBezTo>
                  <a:cubicBezTo>
                    <a:pt x="5" y="58"/>
                    <a:pt x="5" y="58"/>
                    <a:pt x="5" y="58"/>
                  </a:cubicBezTo>
                  <a:cubicBezTo>
                    <a:pt x="5" y="54"/>
                    <a:pt x="10" y="52"/>
                    <a:pt x="12" y="44"/>
                  </a:cubicBezTo>
                  <a:moveTo>
                    <a:pt x="18" y="42"/>
                  </a:moveTo>
                  <a:cubicBezTo>
                    <a:pt x="16" y="42"/>
                    <a:pt x="16" y="42"/>
                    <a:pt x="16" y="42"/>
                  </a:cubicBezTo>
                  <a:cubicBezTo>
                    <a:pt x="17" y="41"/>
                    <a:pt x="18" y="40"/>
                    <a:pt x="18" y="39"/>
                  </a:cubicBezTo>
                  <a:cubicBezTo>
                    <a:pt x="18" y="40"/>
                    <a:pt x="18" y="40"/>
                    <a:pt x="18" y="40"/>
                  </a:cubicBezTo>
                  <a:cubicBezTo>
                    <a:pt x="19" y="42"/>
                    <a:pt x="19" y="42"/>
                    <a:pt x="19" y="42"/>
                  </a:cubicBezTo>
                  <a:lnTo>
                    <a:pt x="18" y="42"/>
                  </a:lnTo>
                  <a:close/>
                  <a:moveTo>
                    <a:pt x="15" y="41"/>
                  </a:moveTo>
                  <a:cubicBezTo>
                    <a:pt x="15" y="39"/>
                    <a:pt x="15" y="39"/>
                    <a:pt x="15" y="39"/>
                  </a:cubicBezTo>
                  <a:cubicBezTo>
                    <a:pt x="15" y="39"/>
                    <a:pt x="15" y="39"/>
                    <a:pt x="15" y="39"/>
                  </a:cubicBezTo>
                  <a:cubicBezTo>
                    <a:pt x="15" y="39"/>
                    <a:pt x="15" y="39"/>
                    <a:pt x="15" y="39"/>
                  </a:cubicBezTo>
                  <a:cubicBezTo>
                    <a:pt x="15" y="39"/>
                    <a:pt x="15" y="39"/>
                    <a:pt x="15" y="39"/>
                  </a:cubicBezTo>
                  <a:cubicBezTo>
                    <a:pt x="15" y="39"/>
                    <a:pt x="13" y="39"/>
                    <a:pt x="12" y="38"/>
                  </a:cubicBezTo>
                  <a:cubicBezTo>
                    <a:pt x="14" y="36"/>
                    <a:pt x="14" y="36"/>
                    <a:pt x="14" y="36"/>
                  </a:cubicBezTo>
                  <a:cubicBezTo>
                    <a:pt x="14" y="38"/>
                    <a:pt x="14" y="38"/>
                    <a:pt x="14" y="38"/>
                  </a:cubicBezTo>
                  <a:cubicBezTo>
                    <a:pt x="14" y="38"/>
                    <a:pt x="14" y="38"/>
                    <a:pt x="14" y="38"/>
                  </a:cubicBezTo>
                  <a:cubicBezTo>
                    <a:pt x="14" y="38"/>
                    <a:pt x="14" y="38"/>
                    <a:pt x="14" y="38"/>
                  </a:cubicBezTo>
                  <a:cubicBezTo>
                    <a:pt x="14" y="38"/>
                    <a:pt x="15" y="38"/>
                    <a:pt x="16" y="38"/>
                  </a:cubicBezTo>
                  <a:cubicBezTo>
                    <a:pt x="17" y="39"/>
                    <a:pt x="17" y="39"/>
                    <a:pt x="17" y="39"/>
                  </a:cubicBezTo>
                  <a:cubicBezTo>
                    <a:pt x="17" y="39"/>
                    <a:pt x="17" y="39"/>
                    <a:pt x="17" y="39"/>
                  </a:cubicBezTo>
                  <a:cubicBezTo>
                    <a:pt x="17" y="39"/>
                    <a:pt x="17" y="41"/>
                    <a:pt x="15" y="41"/>
                  </a:cubicBezTo>
                  <a:moveTo>
                    <a:pt x="14" y="35"/>
                  </a:moveTo>
                  <a:cubicBezTo>
                    <a:pt x="14" y="35"/>
                    <a:pt x="14" y="35"/>
                    <a:pt x="14" y="35"/>
                  </a:cubicBezTo>
                  <a:cubicBezTo>
                    <a:pt x="14" y="36"/>
                    <a:pt x="14" y="36"/>
                    <a:pt x="14" y="36"/>
                  </a:cubicBezTo>
                  <a:cubicBezTo>
                    <a:pt x="14" y="36"/>
                    <a:pt x="12" y="37"/>
                    <a:pt x="11" y="38"/>
                  </a:cubicBezTo>
                  <a:cubicBezTo>
                    <a:pt x="11" y="36"/>
                    <a:pt x="11" y="36"/>
                    <a:pt x="11" y="36"/>
                  </a:cubicBezTo>
                  <a:cubicBezTo>
                    <a:pt x="11" y="36"/>
                    <a:pt x="11" y="36"/>
                    <a:pt x="11" y="36"/>
                  </a:cubicBezTo>
                  <a:cubicBezTo>
                    <a:pt x="11" y="34"/>
                    <a:pt x="11" y="34"/>
                    <a:pt x="11" y="34"/>
                  </a:cubicBezTo>
                  <a:cubicBezTo>
                    <a:pt x="11" y="34"/>
                    <a:pt x="11" y="34"/>
                    <a:pt x="11" y="34"/>
                  </a:cubicBezTo>
                  <a:cubicBezTo>
                    <a:pt x="11" y="34"/>
                    <a:pt x="11" y="34"/>
                    <a:pt x="11" y="34"/>
                  </a:cubicBezTo>
                  <a:cubicBezTo>
                    <a:pt x="12" y="34"/>
                    <a:pt x="12" y="34"/>
                    <a:pt x="12" y="34"/>
                  </a:cubicBezTo>
                  <a:cubicBezTo>
                    <a:pt x="12" y="35"/>
                    <a:pt x="12" y="35"/>
                    <a:pt x="12" y="35"/>
                  </a:cubicBezTo>
                  <a:cubicBezTo>
                    <a:pt x="12" y="35"/>
                    <a:pt x="12" y="35"/>
                    <a:pt x="12" y="35"/>
                  </a:cubicBezTo>
                  <a:cubicBezTo>
                    <a:pt x="13" y="35"/>
                    <a:pt x="13" y="35"/>
                    <a:pt x="13" y="35"/>
                  </a:cubicBezTo>
                  <a:cubicBezTo>
                    <a:pt x="14" y="35"/>
                    <a:pt x="14" y="35"/>
                    <a:pt x="14" y="35"/>
                  </a:cubicBezTo>
                  <a:close/>
                  <a:moveTo>
                    <a:pt x="9" y="34"/>
                  </a:moveTo>
                  <a:cubicBezTo>
                    <a:pt x="9" y="32"/>
                    <a:pt x="9" y="32"/>
                    <a:pt x="9" y="32"/>
                  </a:cubicBezTo>
                  <a:cubicBezTo>
                    <a:pt x="10" y="31"/>
                    <a:pt x="10" y="31"/>
                    <a:pt x="10" y="31"/>
                  </a:cubicBezTo>
                  <a:cubicBezTo>
                    <a:pt x="10" y="30"/>
                    <a:pt x="10" y="30"/>
                    <a:pt x="10" y="30"/>
                  </a:cubicBezTo>
                  <a:cubicBezTo>
                    <a:pt x="9" y="30"/>
                    <a:pt x="9" y="30"/>
                    <a:pt x="9" y="30"/>
                  </a:cubicBezTo>
                  <a:cubicBezTo>
                    <a:pt x="8" y="29"/>
                    <a:pt x="8" y="29"/>
                    <a:pt x="8" y="29"/>
                  </a:cubicBezTo>
                  <a:cubicBezTo>
                    <a:pt x="8" y="28"/>
                    <a:pt x="8" y="28"/>
                    <a:pt x="8" y="28"/>
                  </a:cubicBezTo>
                  <a:cubicBezTo>
                    <a:pt x="10" y="28"/>
                    <a:pt x="10" y="28"/>
                    <a:pt x="10" y="28"/>
                  </a:cubicBezTo>
                  <a:cubicBezTo>
                    <a:pt x="10" y="29"/>
                    <a:pt x="10" y="30"/>
                    <a:pt x="10" y="30"/>
                  </a:cubicBezTo>
                  <a:cubicBezTo>
                    <a:pt x="10" y="30"/>
                    <a:pt x="10" y="30"/>
                    <a:pt x="10" y="30"/>
                  </a:cubicBezTo>
                  <a:cubicBezTo>
                    <a:pt x="10" y="30"/>
                    <a:pt x="10" y="30"/>
                    <a:pt x="10" y="30"/>
                  </a:cubicBezTo>
                  <a:cubicBezTo>
                    <a:pt x="12" y="32"/>
                    <a:pt x="12" y="32"/>
                    <a:pt x="12" y="32"/>
                  </a:cubicBezTo>
                  <a:lnTo>
                    <a:pt x="9" y="34"/>
                  </a:lnTo>
                  <a:close/>
                  <a:moveTo>
                    <a:pt x="10" y="27"/>
                  </a:moveTo>
                  <a:cubicBezTo>
                    <a:pt x="10" y="27"/>
                    <a:pt x="8" y="27"/>
                    <a:pt x="7" y="28"/>
                  </a:cubicBezTo>
                  <a:cubicBezTo>
                    <a:pt x="8" y="27"/>
                    <a:pt x="8" y="27"/>
                    <a:pt x="8" y="27"/>
                  </a:cubicBezTo>
                  <a:cubicBezTo>
                    <a:pt x="9" y="25"/>
                    <a:pt x="9" y="25"/>
                    <a:pt x="9" y="25"/>
                  </a:cubicBezTo>
                  <a:cubicBezTo>
                    <a:pt x="9" y="25"/>
                    <a:pt x="9" y="25"/>
                    <a:pt x="9" y="25"/>
                  </a:cubicBezTo>
                  <a:cubicBezTo>
                    <a:pt x="9" y="25"/>
                    <a:pt x="9" y="25"/>
                    <a:pt x="9" y="25"/>
                  </a:cubicBezTo>
                  <a:cubicBezTo>
                    <a:pt x="10" y="27"/>
                    <a:pt x="10" y="27"/>
                    <a:pt x="10" y="27"/>
                  </a:cubicBezTo>
                  <a:close/>
                  <a:moveTo>
                    <a:pt x="9" y="25"/>
                  </a:moveTo>
                  <a:cubicBezTo>
                    <a:pt x="9" y="25"/>
                    <a:pt x="9" y="25"/>
                    <a:pt x="9" y="25"/>
                  </a:cubicBezTo>
                  <a:cubicBezTo>
                    <a:pt x="9" y="25"/>
                    <a:pt x="9" y="25"/>
                    <a:pt x="9" y="25"/>
                  </a:cubicBezTo>
                  <a:cubicBezTo>
                    <a:pt x="9" y="25"/>
                    <a:pt x="9" y="25"/>
                    <a:pt x="9" y="25"/>
                  </a:cubicBezTo>
                  <a:cubicBezTo>
                    <a:pt x="9" y="25"/>
                    <a:pt x="9" y="25"/>
                    <a:pt x="9" y="25"/>
                  </a:cubicBezTo>
                  <a:cubicBezTo>
                    <a:pt x="8" y="25"/>
                    <a:pt x="7" y="24"/>
                    <a:pt x="7" y="23"/>
                  </a:cubicBezTo>
                  <a:cubicBezTo>
                    <a:pt x="8" y="23"/>
                    <a:pt x="8" y="23"/>
                    <a:pt x="8" y="23"/>
                  </a:cubicBezTo>
                  <a:cubicBezTo>
                    <a:pt x="10" y="23"/>
                    <a:pt x="10" y="23"/>
                    <a:pt x="10" y="23"/>
                  </a:cubicBezTo>
                  <a:cubicBezTo>
                    <a:pt x="10" y="23"/>
                    <a:pt x="10" y="23"/>
                    <a:pt x="10" y="23"/>
                  </a:cubicBezTo>
                  <a:cubicBezTo>
                    <a:pt x="9" y="25"/>
                    <a:pt x="9" y="25"/>
                    <a:pt x="9" y="25"/>
                  </a:cubicBezTo>
                  <a:close/>
                  <a:moveTo>
                    <a:pt x="10" y="23"/>
                  </a:moveTo>
                  <a:cubicBezTo>
                    <a:pt x="10" y="22"/>
                    <a:pt x="9" y="22"/>
                    <a:pt x="8" y="22"/>
                  </a:cubicBezTo>
                  <a:cubicBezTo>
                    <a:pt x="10" y="21"/>
                    <a:pt x="10" y="21"/>
                    <a:pt x="10" y="21"/>
                  </a:cubicBezTo>
                  <a:cubicBezTo>
                    <a:pt x="10" y="21"/>
                    <a:pt x="10" y="21"/>
                    <a:pt x="10" y="21"/>
                  </a:cubicBezTo>
                  <a:lnTo>
                    <a:pt x="10" y="23"/>
                  </a:lnTo>
                  <a:close/>
                  <a:moveTo>
                    <a:pt x="3" y="3"/>
                  </a:moveTo>
                  <a:cubicBezTo>
                    <a:pt x="4" y="5"/>
                    <a:pt x="7" y="10"/>
                    <a:pt x="8" y="12"/>
                  </a:cubicBezTo>
                  <a:cubicBezTo>
                    <a:pt x="8" y="13"/>
                    <a:pt x="8" y="14"/>
                    <a:pt x="8" y="15"/>
                  </a:cubicBezTo>
                  <a:cubicBezTo>
                    <a:pt x="7" y="13"/>
                    <a:pt x="3" y="7"/>
                    <a:pt x="3" y="3"/>
                  </a:cubicBezTo>
                  <a:close/>
                  <a:moveTo>
                    <a:pt x="2" y="2"/>
                  </a:moveTo>
                  <a:cubicBezTo>
                    <a:pt x="3" y="3"/>
                    <a:pt x="3" y="3"/>
                    <a:pt x="3" y="3"/>
                  </a:cubicBezTo>
                  <a:cubicBezTo>
                    <a:pt x="2" y="2"/>
                    <a:pt x="2" y="2"/>
                    <a:pt x="2" y="2"/>
                  </a:cubicBezTo>
                  <a:close/>
                  <a:moveTo>
                    <a:pt x="2" y="5"/>
                  </a:moveTo>
                  <a:cubicBezTo>
                    <a:pt x="2" y="3"/>
                    <a:pt x="2" y="3"/>
                    <a:pt x="2" y="3"/>
                  </a:cubicBezTo>
                  <a:cubicBezTo>
                    <a:pt x="2" y="3"/>
                    <a:pt x="2" y="3"/>
                    <a:pt x="2" y="3"/>
                  </a:cubicBezTo>
                  <a:cubicBezTo>
                    <a:pt x="2" y="9"/>
                    <a:pt x="9" y="16"/>
                    <a:pt x="9" y="16"/>
                  </a:cubicBezTo>
                  <a:cubicBezTo>
                    <a:pt x="9" y="17"/>
                    <a:pt x="9" y="19"/>
                    <a:pt x="10" y="20"/>
                  </a:cubicBezTo>
                  <a:cubicBezTo>
                    <a:pt x="9" y="19"/>
                    <a:pt x="8" y="18"/>
                    <a:pt x="7" y="16"/>
                  </a:cubicBezTo>
                  <a:cubicBezTo>
                    <a:pt x="6" y="16"/>
                    <a:pt x="6" y="16"/>
                    <a:pt x="6" y="16"/>
                  </a:cubicBezTo>
                  <a:cubicBezTo>
                    <a:pt x="6" y="16"/>
                    <a:pt x="2" y="10"/>
                    <a:pt x="2" y="5"/>
                  </a:cubicBezTo>
                  <a:moveTo>
                    <a:pt x="6" y="16"/>
                  </a:moveTo>
                  <a:cubicBezTo>
                    <a:pt x="7" y="18"/>
                    <a:pt x="9" y="20"/>
                    <a:pt x="10" y="20"/>
                  </a:cubicBezTo>
                  <a:cubicBezTo>
                    <a:pt x="9" y="21"/>
                    <a:pt x="9" y="21"/>
                    <a:pt x="9" y="21"/>
                  </a:cubicBezTo>
                  <a:cubicBezTo>
                    <a:pt x="8" y="21"/>
                    <a:pt x="7" y="19"/>
                    <a:pt x="6" y="18"/>
                  </a:cubicBezTo>
                  <a:cubicBezTo>
                    <a:pt x="4" y="17"/>
                    <a:pt x="3" y="15"/>
                    <a:pt x="2" y="13"/>
                  </a:cubicBezTo>
                  <a:cubicBezTo>
                    <a:pt x="3" y="14"/>
                    <a:pt x="5" y="16"/>
                    <a:pt x="6" y="16"/>
                  </a:cubicBezTo>
                  <a:moveTo>
                    <a:pt x="6" y="22"/>
                  </a:moveTo>
                  <a:cubicBezTo>
                    <a:pt x="6" y="22"/>
                    <a:pt x="6" y="22"/>
                    <a:pt x="6" y="22"/>
                  </a:cubicBezTo>
                  <a:cubicBezTo>
                    <a:pt x="6" y="22"/>
                    <a:pt x="1" y="18"/>
                    <a:pt x="1" y="14"/>
                  </a:cubicBezTo>
                  <a:cubicBezTo>
                    <a:pt x="2" y="14"/>
                    <a:pt x="2" y="14"/>
                    <a:pt x="2" y="14"/>
                  </a:cubicBezTo>
                  <a:cubicBezTo>
                    <a:pt x="3" y="17"/>
                    <a:pt x="7" y="20"/>
                    <a:pt x="8" y="21"/>
                  </a:cubicBezTo>
                  <a:cubicBezTo>
                    <a:pt x="7" y="22"/>
                    <a:pt x="7" y="22"/>
                    <a:pt x="7" y="22"/>
                  </a:cubicBezTo>
                  <a:cubicBezTo>
                    <a:pt x="6" y="22"/>
                    <a:pt x="6" y="22"/>
                    <a:pt x="6" y="22"/>
                  </a:cubicBezTo>
                  <a:cubicBezTo>
                    <a:pt x="7" y="22"/>
                    <a:pt x="7" y="22"/>
                    <a:pt x="7" y="22"/>
                  </a:cubicBezTo>
                  <a:cubicBezTo>
                    <a:pt x="7" y="24"/>
                    <a:pt x="8" y="25"/>
                    <a:pt x="8" y="25"/>
                  </a:cubicBezTo>
                  <a:cubicBezTo>
                    <a:pt x="8" y="26"/>
                    <a:pt x="8" y="26"/>
                    <a:pt x="8" y="26"/>
                  </a:cubicBezTo>
                  <a:cubicBezTo>
                    <a:pt x="8" y="25"/>
                    <a:pt x="6" y="25"/>
                    <a:pt x="5" y="24"/>
                  </a:cubicBezTo>
                  <a:cubicBezTo>
                    <a:pt x="4" y="23"/>
                    <a:pt x="3" y="22"/>
                    <a:pt x="2" y="21"/>
                  </a:cubicBezTo>
                  <a:cubicBezTo>
                    <a:pt x="3" y="21"/>
                    <a:pt x="5" y="21"/>
                    <a:pt x="6" y="22"/>
                  </a:cubicBezTo>
                  <a:moveTo>
                    <a:pt x="4" y="26"/>
                  </a:moveTo>
                  <a:cubicBezTo>
                    <a:pt x="3" y="25"/>
                    <a:pt x="2" y="23"/>
                    <a:pt x="2" y="22"/>
                  </a:cubicBezTo>
                  <a:cubicBezTo>
                    <a:pt x="3" y="24"/>
                    <a:pt x="7" y="26"/>
                    <a:pt x="8" y="26"/>
                  </a:cubicBezTo>
                  <a:cubicBezTo>
                    <a:pt x="7" y="28"/>
                    <a:pt x="7" y="28"/>
                    <a:pt x="7" y="28"/>
                  </a:cubicBezTo>
                  <a:cubicBezTo>
                    <a:pt x="7" y="28"/>
                    <a:pt x="7" y="28"/>
                    <a:pt x="7" y="28"/>
                  </a:cubicBezTo>
                  <a:cubicBezTo>
                    <a:pt x="6" y="28"/>
                    <a:pt x="6" y="28"/>
                    <a:pt x="6" y="28"/>
                  </a:cubicBezTo>
                  <a:cubicBezTo>
                    <a:pt x="6" y="28"/>
                    <a:pt x="5" y="27"/>
                    <a:pt x="4" y="26"/>
                  </a:cubicBezTo>
                  <a:moveTo>
                    <a:pt x="4" y="29"/>
                  </a:moveTo>
                  <a:cubicBezTo>
                    <a:pt x="4" y="29"/>
                    <a:pt x="5" y="28"/>
                    <a:pt x="6" y="28"/>
                  </a:cubicBezTo>
                  <a:cubicBezTo>
                    <a:pt x="6" y="28"/>
                    <a:pt x="6" y="28"/>
                    <a:pt x="6" y="28"/>
                  </a:cubicBezTo>
                  <a:cubicBezTo>
                    <a:pt x="6" y="28"/>
                    <a:pt x="6" y="28"/>
                    <a:pt x="6" y="28"/>
                  </a:cubicBezTo>
                  <a:cubicBezTo>
                    <a:pt x="6" y="29"/>
                    <a:pt x="6" y="29"/>
                    <a:pt x="6" y="29"/>
                  </a:cubicBezTo>
                  <a:cubicBezTo>
                    <a:pt x="6" y="29"/>
                    <a:pt x="6" y="29"/>
                    <a:pt x="6" y="29"/>
                  </a:cubicBezTo>
                  <a:cubicBezTo>
                    <a:pt x="7" y="29"/>
                    <a:pt x="7" y="29"/>
                    <a:pt x="7" y="29"/>
                  </a:cubicBezTo>
                  <a:cubicBezTo>
                    <a:pt x="9" y="30"/>
                    <a:pt x="9" y="30"/>
                    <a:pt x="9" y="30"/>
                  </a:cubicBezTo>
                  <a:cubicBezTo>
                    <a:pt x="7" y="30"/>
                    <a:pt x="7" y="30"/>
                    <a:pt x="7" y="30"/>
                  </a:cubicBezTo>
                  <a:cubicBezTo>
                    <a:pt x="5" y="30"/>
                    <a:pt x="4" y="29"/>
                    <a:pt x="4" y="29"/>
                  </a:cubicBezTo>
                  <a:close/>
                  <a:moveTo>
                    <a:pt x="4" y="30"/>
                  </a:moveTo>
                  <a:cubicBezTo>
                    <a:pt x="5" y="31"/>
                    <a:pt x="8" y="31"/>
                    <a:pt x="9" y="31"/>
                  </a:cubicBezTo>
                  <a:cubicBezTo>
                    <a:pt x="9" y="32"/>
                    <a:pt x="9" y="32"/>
                    <a:pt x="9" y="32"/>
                  </a:cubicBezTo>
                  <a:cubicBezTo>
                    <a:pt x="9" y="34"/>
                    <a:pt x="9" y="34"/>
                    <a:pt x="9" y="34"/>
                  </a:cubicBezTo>
                  <a:cubicBezTo>
                    <a:pt x="8" y="34"/>
                    <a:pt x="8" y="34"/>
                    <a:pt x="8" y="34"/>
                  </a:cubicBezTo>
                  <a:cubicBezTo>
                    <a:pt x="8" y="34"/>
                    <a:pt x="8" y="34"/>
                    <a:pt x="8" y="34"/>
                  </a:cubicBezTo>
                  <a:cubicBezTo>
                    <a:pt x="7" y="33"/>
                    <a:pt x="7" y="33"/>
                    <a:pt x="7" y="33"/>
                  </a:cubicBezTo>
                  <a:cubicBezTo>
                    <a:pt x="6" y="33"/>
                    <a:pt x="5" y="32"/>
                    <a:pt x="4" y="30"/>
                  </a:cubicBezTo>
                  <a:moveTo>
                    <a:pt x="6" y="35"/>
                  </a:moveTo>
                  <a:cubicBezTo>
                    <a:pt x="5" y="35"/>
                    <a:pt x="5" y="35"/>
                    <a:pt x="5" y="35"/>
                  </a:cubicBezTo>
                  <a:cubicBezTo>
                    <a:pt x="5" y="35"/>
                    <a:pt x="5" y="35"/>
                    <a:pt x="5" y="35"/>
                  </a:cubicBezTo>
                  <a:cubicBezTo>
                    <a:pt x="5" y="35"/>
                    <a:pt x="5" y="35"/>
                    <a:pt x="5" y="35"/>
                  </a:cubicBezTo>
                  <a:cubicBezTo>
                    <a:pt x="4" y="35"/>
                    <a:pt x="2" y="36"/>
                    <a:pt x="2" y="38"/>
                  </a:cubicBezTo>
                  <a:cubicBezTo>
                    <a:pt x="2" y="38"/>
                    <a:pt x="2" y="38"/>
                    <a:pt x="2" y="38"/>
                  </a:cubicBezTo>
                  <a:cubicBezTo>
                    <a:pt x="3" y="40"/>
                    <a:pt x="3" y="40"/>
                    <a:pt x="3" y="40"/>
                  </a:cubicBezTo>
                  <a:cubicBezTo>
                    <a:pt x="3" y="40"/>
                    <a:pt x="3" y="40"/>
                    <a:pt x="3" y="40"/>
                  </a:cubicBezTo>
                  <a:cubicBezTo>
                    <a:pt x="3" y="40"/>
                    <a:pt x="6" y="40"/>
                    <a:pt x="6" y="42"/>
                  </a:cubicBezTo>
                  <a:cubicBezTo>
                    <a:pt x="6" y="43"/>
                    <a:pt x="6" y="43"/>
                    <a:pt x="6" y="43"/>
                  </a:cubicBezTo>
                  <a:cubicBezTo>
                    <a:pt x="5" y="45"/>
                    <a:pt x="3" y="46"/>
                    <a:pt x="3" y="48"/>
                  </a:cubicBezTo>
                  <a:cubicBezTo>
                    <a:pt x="3" y="48"/>
                    <a:pt x="3" y="48"/>
                    <a:pt x="3" y="48"/>
                  </a:cubicBezTo>
                  <a:cubicBezTo>
                    <a:pt x="3" y="49"/>
                    <a:pt x="3" y="50"/>
                    <a:pt x="4" y="51"/>
                  </a:cubicBezTo>
                  <a:cubicBezTo>
                    <a:pt x="4" y="51"/>
                    <a:pt x="4" y="51"/>
                    <a:pt x="4" y="51"/>
                  </a:cubicBezTo>
                  <a:cubicBezTo>
                    <a:pt x="3" y="51"/>
                    <a:pt x="3" y="51"/>
                    <a:pt x="3" y="51"/>
                  </a:cubicBezTo>
                  <a:cubicBezTo>
                    <a:pt x="3" y="51"/>
                    <a:pt x="3" y="50"/>
                    <a:pt x="3" y="49"/>
                  </a:cubicBezTo>
                  <a:cubicBezTo>
                    <a:pt x="2" y="48"/>
                    <a:pt x="2" y="48"/>
                    <a:pt x="2" y="48"/>
                  </a:cubicBezTo>
                  <a:cubicBezTo>
                    <a:pt x="3" y="46"/>
                    <a:pt x="3" y="46"/>
                    <a:pt x="3" y="46"/>
                  </a:cubicBezTo>
                  <a:cubicBezTo>
                    <a:pt x="3" y="45"/>
                    <a:pt x="4" y="44"/>
                    <a:pt x="5" y="43"/>
                  </a:cubicBezTo>
                  <a:cubicBezTo>
                    <a:pt x="5" y="42"/>
                    <a:pt x="5" y="42"/>
                    <a:pt x="5" y="42"/>
                  </a:cubicBezTo>
                  <a:cubicBezTo>
                    <a:pt x="5" y="41"/>
                    <a:pt x="3" y="40"/>
                    <a:pt x="3" y="40"/>
                  </a:cubicBezTo>
                  <a:cubicBezTo>
                    <a:pt x="3" y="40"/>
                    <a:pt x="3" y="40"/>
                    <a:pt x="3" y="40"/>
                  </a:cubicBezTo>
                  <a:cubicBezTo>
                    <a:pt x="3" y="40"/>
                    <a:pt x="4" y="41"/>
                    <a:pt x="4" y="42"/>
                  </a:cubicBezTo>
                  <a:cubicBezTo>
                    <a:pt x="4" y="43"/>
                    <a:pt x="4" y="43"/>
                    <a:pt x="4" y="43"/>
                  </a:cubicBezTo>
                  <a:cubicBezTo>
                    <a:pt x="4" y="44"/>
                    <a:pt x="3" y="45"/>
                    <a:pt x="2" y="46"/>
                  </a:cubicBezTo>
                  <a:cubicBezTo>
                    <a:pt x="2" y="48"/>
                    <a:pt x="2" y="48"/>
                    <a:pt x="2" y="48"/>
                  </a:cubicBezTo>
                  <a:cubicBezTo>
                    <a:pt x="2" y="49"/>
                    <a:pt x="2" y="49"/>
                    <a:pt x="2" y="49"/>
                  </a:cubicBezTo>
                  <a:cubicBezTo>
                    <a:pt x="2" y="50"/>
                    <a:pt x="2" y="50"/>
                    <a:pt x="2" y="50"/>
                  </a:cubicBezTo>
                  <a:cubicBezTo>
                    <a:pt x="2" y="49"/>
                    <a:pt x="2" y="49"/>
                    <a:pt x="2" y="49"/>
                  </a:cubicBezTo>
                  <a:cubicBezTo>
                    <a:pt x="2" y="49"/>
                    <a:pt x="2" y="49"/>
                    <a:pt x="2" y="48"/>
                  </a:cubicBezTo>
                  <a:cubicBezTo>
                    <a:pt x="2" y="48"/>
                    <a:pt x="2" y="48"/>
                    <a:pt x="2" y="48"/>
                  </a:cubicBezTo>
                  <a:cubicBezTo>
                    <a:pt x="2" y="47"/>
                    <a:pt x="3" y="43"/>
                    <a:pt x="3" y="43"/>
                  </a:cubicBezTo>
                  <a:cubicBezTo>
                    <a:pt x="3" y="42"/>
                    <a:pt x="3" y="42"/>
                    <a:pt x="3" y="42"/>
                  </a:cubicBezTo>
                  <a:cubicBezTo>
                    <a:pt x="3" y="41"/>
                    <a:pt x="2" y="40"/>
                    <a:pt x="2" y="40"/>
                  </a:cubicBezTo>
                  <a:cubicBezTo>
                    <a:pt x="1" y="41"/>
                    <a:pt x="1" y="41"/>
                    <a:pt x="1" y="41"/>
                  </a:cubicBezTo>
                  <a:cubicBezTo>
                    <a:pt x="2" y="41"/>
                    <a:pt x="2" y="41"/>
                    <a:pt x="2" y="41"/>
                  </a:cubicBezTo>
                  <a:cubicBezTo>
                    <a:pt x="3" y="42"/>
                    <a:pt x="3" y="42"/>
                    <a:pt x="3" y="42"/>
                  </a:cubicBezTo>
                  <a:cubicBezTo>
                    <a:pt x="3" y="43"/>
                    <a:pt x="3" y="43"/>
                    <a:pt x="3" y="43"/>
                  </a:cubicBezTo>
                  <a:cubicBezTo>
                    <a:pt x="2" y="43"/>
                    <a:pt x="1" y="46"/>
                    <a:pt x="1" y="48"/>
                  </a:cubicBezTo>
                  <a:cubicBezTo>
                    <a:pt x="1" y="48"/>
                    <a:pt x="1" y="48"/>
                    <a:pt x="1" y="48"/>
                  </a:cubicBezTo>
                  <a:cubicBezTo>
                    <a:pt x="2" y="50"/>
                    <a:pt x="2" y="50"/>
                    <a:pt x="2" y="50"/>
                  </a:cubicBezTo>
                  <a:cubicBezTo>
                    <a:pt x="3" y="51"/>
                    <a:pt x="3" y="51"/>
                    <a:pt x="3" y="51"/>
                  </a:cubicBezTo>
                  <a:cubicBezTo>
                    <a:pt x="2" y="51"/>
                    <a:pt x="1" y="50"/>
                    <a:pt x="1" y="49"/>
                  </a:cubicBezTo>
                  <a:cubicBezTo>
                    <a:pt x="1" y="48"/>
                    <a:pt x="1" y="48"/>
                    <a:pt x="1" y="48"/>
                  </a:cubicBezTo>
                  <a:cubicBezTo>
                    <a:pt x="2" y="44"/>
                    <a:pt x="2" y="44"/>
                    <a:pt x="2" y="43"/>
                  </a:cubicBezTo>
                  <a:cubicBezTo>
                    <a:pt x="2" y="43"/>
                    <a:pt x="2" y="43"/>
                    <a:pt x="2" y="43"/>
                  </a:cubicBezTo>
                  <a:cubicBezTo>
                    <a:pt x="2" y="42"/>
                    <a:pt x="1" y="41"/>
                    <a:pt x="1" y="38"/>
                  </a:cubicBezTo>
                  <a:cubicBezTo>
                    <a:pt x="1" y="38"/>
                    <a:pt x="1" y="38"/>
                    <a:pt x="1" y="38"/>
                  </a:cubicBezTo>
                  <a:cubicBezTo>
                    <a:pt x="1" y="35"/>
                    <a:pt x="3" y="34"/>
                    <a:pt x="5" y="34"/>
                  </a:cubicBezTo>
                  <a:cubicBezTo>
                    <a:pt x="6" y="34"/>
                    <a:pt x="6" y="34"/>
                    <a:pt x="6" y="34"/>
                  </a:cubicBezTo>
                  <a:cubicBezTo>
                    <a:pt x="7" y="34"/>
                    <a:pt x="7" y="34"/>
                    <a:pt x="7" y="34"/>
                  </a:cubicBezTo>
                  <a:cubicBezTo>
                    <a:pt x="8" y="34"/>
                    <a:pt x="8" y="34"/>
                    <a:pt x="8" y="34"/>
                  </a:cubicBezTo>
                  <a:cubicBezTo>
                    <a:pt x="7" y="35"/>
                    <a:pt x="7" y="35"/>
                    <a:pt x="7" y="35"/>
                  </a:cubicBezTo>
                  <a:lnTo>
                    <a:pt x="6" y="35"/>
                  </a:lnTo>
                  <a:close/>
                  <a:moveTo>
                    <a:pt x="9" y="34"/>
                  </a:moveTo>
                  <a:cubicBezTo>
                    <a:pt x="9" y="34"/>
                    <a:pt x="9" y="34"/>
                    <a:pt x="9" y="34"/>
                  </a:cubicBezTo>
                  <a:cubicBezTo>
                    <a:pt x="9" y="34"/>
                    <a:pt x="9" y="34"/>
                    <a:pt x="9" y="34"/>
                  </a:cubicBezTo>
                  <a:cubicBezTo>
                    <a:pt x="9" y="34"/>
                    <a:pt x="9" y="34"/>
                    <a:pt x="9" y="34"/>
                  </a:cubicBezTo>
                  <a:cubicBezTo>
                    <a:pt x="9" y="35"/>
                    <a:pt x="9" y="35"/>
                    <a:pt x="9" y="35"/>
                  </a:cubicBezTo>
                  <a:cubicBezTo>
                    <a:pt x="10" y="35"/>
                    <a:pt x="10" y="35"/>
                    <a:pt x="10" y="35"/>
                  </a:cubicBezTo>
                  <a:cubicBezTo>
                    <a:pt x="8" y="37"/>
                    <a:pt x="8" y="37"/>
                    <a:pt x="8" y="37"/>
                  </a:cubicBezTo>
                  <a:lnTo>
                    <a:pt x="9" y="34"/>
                  </a:lnTo>
                  <a:close/>
                  <a:moveTo>
                    <a:pt x="8" y="37"/>
                  </a:moveTo>
                  <a:cubicBezTo>
                    <a:pt x="9" y="37"/>
                    <a:pt x="10" y="36"/>
                    <a:pt x="11" y="35"/>
                  </a:cubicBezTo>
                  <a:cubicBezTo>
                    <a:pt x="11" y="36"/>
                    <a:pt x="11" y="36"/>
                    <a:pt x="11" y="36"/>
                  </a:cubicBezTo>
                  <a:cubicBezTo>
                    <a:pt x="11" y="36"/>
                    <a:pt x="11" y="36"/>
                    <a:pt x="11" y="36"/>
                  </a:cubicBezTo>
                  <a:cubicBezTo>
                    <a:pt x="11" y="38"/>
                    <a:pt x="11" y="38"/>
                    <a:pt x="11" y="38"/>
                  </a:cubicBezTo>
                  <a:cubicBezTo>
                    <a:pt x="10" y="38"/>
                    <a:pt x="9" y="37"/>
                    <a:pt x="8" y="37"/>
                  </a:cubicBezTo>
                  <a:moveTo>
                    <a:pt x="27" y="57"/>
                  </a:moveTo>
                  <a:cubicBezTo>
                    <a:pt x="29" y="57"/>
                    <a:pt x="31" y="57"/>
                    <a:pt x="31" y="61"/>
                  </a:cubicBezTo>
                  <a:cubicBezTo>
                    <a:pt x="30" y="63"/>
                    <a:pt x="30" y="63"/>
                    <a:pt x="30" y="63"/>
                  </a:cubicBezTo>
                  <a:cubicBezTo>
                    <a:pt x="30" y="63"/>
                    <a:pt x="30" y="63"/>
                    <a:pt x="30" y="63"/>
                  </a:cubicBezTo>
                  <a:cubicBezTo>
                    <a:pt x="30" y="64"/>
                    <a:pt x="30" y="64"/>
                    <a:pt x="30" y="64"/>
                  </a:cubicBezTo>
                  <a:cubicBezTo>
                    <a:pt x="30" y="64"/>
                    <a:pt x="30" y="64"/>
                    <a:pt x="30" y="64"/>
                  </a:cubicBezTo>
                  <a:cubicBezTo>
                    <a:pt x="30" y="65"/>
                    <a:pt x="30" y="65"/>
                    <a:pt x="30" y="65"/>
                  </a:cubicBezTo>
                  <a:cubicBezTo>
                    <a:pt x="29" y="66"/>
                    <a:pt x="27" y="68"/>
                    <a:pt x="25" y="69"/>
                  </a:cubicBezTo>
                  <a:cubicBezTo>
                    <a:pt x="25" y="70"/>
                    <a:pt x="25" y="70"/>
                    <a:pt x="25" y="70"/>
                  </a:cubicBezTo>
                  <a:cubicBezTo>
                    <a:pt x="25" y="71"/>
                    <a:pt x="26" y="72"/>
                    <a:pt x="26" y="73"/>
                  </a:cubicBezTo>
                  <a:cubicBezTo>
                    <a:pt x="27" y="74"/>
                    <a:pt x="28" y="76"/>
                    <a:pt x="29" y="77"/>
                  </a:cubicBezTo>
                  <a:cubicBezTo>
                    <a:pt x="30" y="78"/>
                    <a:pt x="30" y="78"/>
                    <a:pt x="30" y="78"/>
                  </a:cubicBezTo>
                  <a:cubicBezTo>
                    <a:pt x="30" y="78"/>
                    <a:pt x="30" y="78"/>
                    <a:pt x="30" y="78"/>
                  </a:cubicBezTo>
                  <a:cubicBezTo>
                    <a:pt x="30" y="78"/>
                    <a:pt x="30" y="78"/>
                    <a:pt x="30" y="78"/>
                  </a:cubicBezTo>
                  <a:cubicBezTo>
                    <a:pt x="30" y="80"/>
                    <a:pt x="30" y="80"/>
                    <a:pt x="30" y="80"/>
                  </a:cubicBezTo>
                  <a:cubicBezTo>
                    <a:pt x="30" y="80"/>
                    <a:pt x="30" y="80"/>
                    <a:pt x="30" y="80"/>
                  </a:cubicBezTo>
                  <a:cubicBezTo>
                    <a:pt x="31" y="79"/>
                    <a:pt x="31" y="79"/>
                    <a:pt x="31" y="79"/>
                  </a:cubicBezTo>
                  <a:cubicBezTo>
                    <a:pt x="31" y="78"/>
                    <a:pt x="31" y="78"/>
                    <a:pt x="31" y="78"/>
                  </a:cubicBezTo>
                  <a:cubicBezTo>
                    <a:pt x="31" y="78"/>
                    <a:pt x="31" y="78"/>
                    <a:pt x="31" y="78"/>
                  </a:cubicBezTo>
                  <a:cubicBezTo>
                    <a:pt x="31" y="78"/>
                    <a:pt x="31" y="78"/>
                    <a:pt x="31" y="78"/>
                  </a:cubicBezTo>
                  <a:cubicBezTo>
                    <a:pt x="32" y="77"/>
                    <a:pt x="32" y="77"/>
                    <a:pt x="32" y="77"/>
                  </a:cubicBezTo>
                  <a:cubicBezTo>
                    <a:pt x="33" y="76"/>
                    <a:pt x="33" y="76"/>
                    <a:pt x="33" y="76"/>
                  </a:cubicBezTo>
                  <a:cubicBezTo>
                    <a:pt x="33" y="76"/>
                    <a:pt x="33" y="76"/>
                    <a:pt x="33" y="76"/>
                  </a:cubicBezTo>
                  <a:cubicBezTo>
                    <a:pt x="34" y="76"/>
                    <a:pt x="34" y="76"/>
                    <a:pt x="34" y="76"/>
                  </a:cubicBezTo>
                  <a:cubicBezTo>
                    <a:pt x="34" y="76"/>
                    <a:pt x="34" y="76"/>
                    <a:pt x="34" y="76"/>
                  </a:cubicBezTo>
                  <a:cubicBezTo>
                    <a:pt x="35" y="76"/>
                    <a:pt x="35" y="76"/>
                    <a:pt x="35" y="76"/>
                  </a:cubicBezTo>
                  <a:cubicBezTo>
                    <a:pt x="33" y="75"/>
                    <a:pt x="33" y="75"/>
                    <a:pt x="33" y="75"/>
                  </a:cubicBezTo>
                  <a:cubicBezTo>
                    <a:pt x="33" y="75"/>
                    <a:pt x="33" y="75"/>
                    <a:pt x="33" y="75"/>
                  </a:cubicBezTo>
                  <a:cubicBezTo>
                    <a:pt x="32" y="76"/>
                    <a:pt x="32" y="76"/>
                    <a:pt x="32" y="76"/>
                  </a:cubicBezTo>
                  <a:cubicBezTo>
                    <a:pt x="31" y="77"/>
                    <a:pt x="31" y="77"/>
                    <a:pt x="31" y="77"/>
                  </a:cubicBezTo>
                  <a:cubicBezTo>
                    <a:pt x="32" y="75"/>
                    <a:pt x="32" y="75"/>
                    <a:pt x="32" y="75"/>
                  </a:cubicBezTo>
                  <a:cubicBezTo>
                    <a:pt x="33" y="74"/>
                    <a:pt x="33" y="74"/>
                    <a:pt x="33" y="74"/>
                  </a:cubicBezTo>
                  <a:cubicBezTo>
                    <a:pt x="33" y="74"/>
                    <a:pt x="33" y="74"/>
                    <a:pt x="33" y="74"/>
                  </a:cubicBezTo>
                  <a:cubicBezTo>
                    <a:pt x="34" y="74"/>
                    <a:pt x="34" y="74"/>
                    <a:pt x="34" y="74"/>
                  </a:cubicBezTo>
                  <a:cubicBezTo>
                    <a:pt x="35" y="75"/>
                    <a:pt x="35" y="75"/>
                    <a:pt x="35" y="75"/>
                  </a:cubicBezTo>
                  <a:cubicBezTo>
                    <a:pt x="35" y="74"/>
                    <a:pt x="35" y="74"/>
                    <a:pt x="35" y="74"/>
                  </a:cubicBezTo>
                  <a:cubicBezTo>
                    <a:pt x="34" y="74"/>
                    <a:pt x="34" y="74"/>
                    <a:pt x="34" y="74"/>
                  </a:cubicBezTo>
                  <a:cubicBezTo>
                    <a:pt x="34" y="74"/>
                    <a:pt x="34" y="74"/>
                    <a:pt x="34" y="74"/>
                  </a:cubicBezTo>
                  <a:cubicBezTo>
                    <a:pt x="34" y="73"/>
                    <a:pt x="34" y="73"/>
                    <a:pt x="34" y="73"/>
                  </a:cubicBezTo>
                  <a:cubicBezTo>
                    <a:pt x="35" y="73"/>
                    <a:pt x="35" y="73"/>
                    <a:pt x="35" y="73"/>
                  </a:cubicBezTo>
                  <a:cubicBezTo>
                    <a:pt x="35" y="75"/>
                    <a:pt x="35" y="75"/>
                    <a:pt x="35" y="75"/>
                  </a:cubicBezTo>
                  <a:cubicBezTo>
                    <a:pt x="34" y="79"/>
                    <a:pt x="34" y="79"/>
                    <a:pt x="34" y="79"/>
                  </a:cubicBezTo>
                  <a:cubicBezTo>
                    <a:pt x="33" y="80"/>
                    <a:pt x="31" y="82"/>
                    <a:pt x="31" y="82"/>
                  </a:cubicBezTo>
                  <a:cubicBezTo>
                    <a:pt x="29" y="82"/>
                    <a:pt x="29" y="82"/>
                    <a:pt x="28" y="81"/>
                  </a:cubicBezTo>
                  <a:cubicBezTo>
                    <a:pt x="28" y="80"/>
                    <a:pt x="27" y="78"/>
                    <a:pt x="27" y="78"/>
                  </a:cubicBezTo>
                  <a:cubicBezTo>
                    <a:pt x="27" y="78"/>
                    <a:pt x="27" y="78"/>
                    <a:pt x="27" y="78"/>
                  </a:cubicBezTo>
                  <a:cubicBezTo>
                    <a:pt x="27" y="78"/>
                    <a:pt x="27" y="78"/>
                    <a:pt x="27" y="78"/>
                  </a:cubicBezTo>
                  <a:cubicBezTo>
                    <a:pt x="26" y="78"/>
                    <a:pt x="26" y="78"/>
                    <a:pt x="26" y="78"/>
                  </a:cubicBezTo>
                  <a:cubicBezTo>
                    <a:pt x="24" y="76"/>
                    <a:pt x="24" y="76"/>
                    <a:pt x="24" y="76"/>
                  </a:cubicBezTo>
                  <a:cubicBezTo>
                    <a:pt x="24" y="75"/>
                    <a:pt x="23" y="75"/>
                    <a:pt x="22" y="74"/>
                  </a:cubicBezTo>
                  <a:cubicBezTo>
                    <a:pt x="21" y="73"/>
                    <a:pt x="21" y="73"/>
                    <a:pt x="21" y="73"/>
                  </a:cubicBezTo>
                  <a:cubicBezTo>
                    <a:pt x="21" y="72"/>
                    <a:pt x="21" y="72"/>
                    <a:pt x="21" y="72"/>
                  </a:cubicBezTo>
                  <a:cubicBezTo>
                    <a:pt x="21" y="72"/>
                    <a:pt x="21" y="72"/>
                    <a:pt x="21" y="72"/>
                  </a:cubicBezTo>
                  <a:cubicBezTo>
                    <a:pt x="22" y="69"/>
                    <a:pt x="22" y="69"/>
                    <a:pt x="22" y="69"/>
                  </a:cubicBezTo>
                  <a:cubicBezTo>
                    <a:pt x="22" y="68"/>
                    <a:pt x="22" y="68"/>
                    <a:pt x="22" y="68"/>
                  </a:cubicBezTo>
                  <a:cubicBezTo>
                    <a:pt x="22" y="68"/>
                    <a:pt x="22" y="68"/>
                    <a:pt x="22" y="68"/>
                  </a:cubicBezTo>
                  <a:cubicBezTo>
                    <a:pt x="22" y="67"/>
                    <a:pt x="22" y="67"/>
                    <a:pt x="22" y="67"/>
                  </a:cubicBezTo>
                  <a:cubicBezTo>
                    <a:pt x="22" y="65"/>
                    <a:pt x="23" y="64"/>
                    <a:pt x="23" y="63"/>
                  </a:cubicBezTo>
                  <a:cubicBezTo>
                    <a:pt x="23" y="62"/>
                    <a:pt x="25" y="62"/>
                    <a:pt x="25" y="62"/>
                  </a:cubicBezTo>
                  <a:cubicBezTo>
                    <a:pt x="25" y="61"/>
                    <a:pt x="25" y="61"/>
                    <a:pt x="25" y="61"/>
                  </a:cubicBezTo>
                  <a:cubicBezTo>
                    <a:pt x="24" y="61"/>
                    <a:pt x="24" y="61"/>
                    <a:pt x="24" y="61"/>
                  </a:cubicBezTo>
                  <a:cubicBezTo>
                    <a:pt x="24" y="62"/>
                    <a:pt x="24" y="62"/>
                    <a:pt x="24" y="62"/>
                  </a:cubicBezTo>
                  <a:cubicBezTo>
                    <a:pt x="23" y="63"/>
                    <a:pt x="23" y="63"/>
                    <a:pt x="23" y="63"/>
                  </a:cubicBezTo>
                  <a:cubicBezTo>
                    <a:pt x="22" y="64"/>
                    <a:pt x="22" y="65"/>
                    <a:pt x="22" y="67"/>
                  </a:cubicBezTo>
                  <a:cubicBezTo>
                    <a:pt x="20" y="68"/>
                    <a:pt x="20" y="68"/>
                    <a:pt x="20" y="68"/>
                  </a:cubicBezTo>
                  <a:cubicBezTo>
                    <a:pt x="19" y="69"/>
                    <a:pt x="19" y="69"/>
                    <a:pt x="19" y="69"/>
                  </a:cubicBezTo>
                  <a:cubicBezTo>
                    <a:pt x="20" y="67"/>
                    <a:pt x="20" y="65"/>
                    <a:pt x="20" y="64"/>
                  </a:cubicBezTo>
                  <a:cubicBezTo>
                    <a:pt x="20" y="64"/>
                    <a:pt x="20" y="64"/>
                    <a:pt x="20" y="64"/>
                  </a:cubicBezTo>
                  <a:cubicBezTo>
                    <a:pt x="20" y="62"/>
                    <a:pt x="20" y="62"/>
                    <a:pt x="20" y="62"/>
                  </a:cubicBezTo>
                  <a:cubicBezTo>
                    <a:pt x="20" y="62"/>
                    <a:pt x="20" y="62"/>
                    <a:pt x="20" y="62"/>
                  </a:cubicBezTo>
                  <a:cubicBezTo>
                    <a:pt x="20" y="62"/>
                    <a:pt x="21" y="61"/>
                    <a:pt x="21" y="61"/>
                  </a:cubicBezTo>
                  <a:cubicBezTo>
                    <a:pt x="23" y="60"/>
                    <a:pt x="23" y="60"/>
                    <a:pt x="23" y="60"/>
                  </a:cubicBezTo>
                  <a:cubicBezTo>
                    <a:pt x="23" y="60"/>
                    <a:pt x="23" y="60"/>
                    <a:pt x="23" y="60"/>
                  </a:cubicBezTo>
                  <a:cubicBezTo>
                    <a:pt x="23" y="60"/>
                    <a:pt x="23" y="60"/>
                    <a:pt x="23" y="60"/>
                  </a:cubicBezTo>
                  <a:cubicBezTo>
                    <a:pt x="24" y="59"/>
                    <a:pt x="24" y="59"/>
                    <a:pt x="24" y="59"/>
                  </a:cubicBezTo>
                  <a:cubicBezTo>
                    <a:pt x="24" y="57"/>
                    <a:pt x="24" y="57"/>
                    <a:pt x="24" y="57"/>
                  </a:cubicBezTo>
                  <a:cubicBezTo>
                    <a:pt x="25" y="57"/>
                    <a:pt x="26" y="57"/>
                    <a:pt x="27" y="57"/>
                  </a:cubicBezTo>
                  <a:moveTo>
                    <a:pt x="28" y="52"/>
                  </a:moveTo>
                  <a:cubicBezTo>
                    <a:pt x="28" y="52"/>
                    <a:pt x="28" y="52"/>
                    <a:pt x="28" y="52"/>
                  </a:cubicBezTo>
                  <a:cubicBezTo>
                    <a:pt x="28" y="53"/>
                    <a:pt x="25" y="54"/>
                    <a:pt x="25" y="55"/>
                  </a:cubicBezTo>
                  <a:cubicBezTo>
                    <a:pt x="24" y="57"/>
                    <a:pt x="24" y="57"/>
                    <a:pt x="24" y="57"/>
                  </a:cubicBezTo>
                  <a:cubicBezTo>
                    <a:pt x="24" y="57"/>
                    <a:pt x="24" y="57"/>
                    <a:pt x="24" y="57"/>
                  </a:cubicBezTo>
                  <a:cubicBezTo>
                    <a:pt x="24" y="57"/>
                    <a:pt x="24" y="57"/>
                    <a:pt x="24" y="57"/>
                  </a:cubicBezTo>
                  <a:cubicBezTo>
                    <a:pt x="24" y="57"/>
                    <a:pt x="24" y="57"/>
                    <a:pt x="24" y="57"/>
                  </a:cubicBezTo>
                  <a:cubicBezTo>
                    <a:pt x="24" y="57"/>
                    <a:pt x="24" y="57"/>
                    <a:pt x="24" y="57"/>
                  </a:cubicBezTo>
                  <a:cubicBezTo>
                    <a:pt x="23" y="59"/>
                    <a:pt x="23" y="59"/>
                    <a:pt x="23" y="59"/>
                  </a:cubicBezTo>
                  <a:cubicBezTo>
                    <a:pt x="23" y="59"/>
                    <a:pt x="23" y="59"/>
                    <a:pt x="23" y="59"/>
                  </a:cubicBezTo>
                  <a:cubicBezTo>
                    <a:pt x="21" y="60"/>
                    <a:pt x="21" y="60"/>
                    <a:pt x="21" y="60"/>
                  </a:cubicBezTo>
                  <a:cubicBezTo>
                    <a:pt x="19" y="62"/>
                    <a:pt x="19" y="62"/>
                    <a:pt x="19" y="62"/>
                  </a:cubicBezTo>
                  <a:cubicBezTo>
                    <a:pt x="19" y="61"/>
                    <a:pt x="18" y="60"/>
                    <a:pt x="18" y="60"/>
                  </a:cubicBezTo>
                  <a:cubicBezTo>
                    <a:pt x="18" y="59"/>
                    <a:pt x="18" y="59"/>
                    <a:pt x="18" y="59"/>
                  </a:cubicBezTo>
                  <a:cubicBezTo>
                    <a:pt x="19" y="57"/>
                    <a:pt x="19" y="57"/>
                    <a:pt x="19" y="57"/>
                  </a:cubicBezTo>
                  <a:cubicBezTo>
                    <a:pt x="18" y="57"/>
                    <a:pt x="18" y="57"/>
                    <a:pt x="18" y="57"/>
                  </a:cubicBezTo>
                  <a:cubicBezTo>
                    <a:pt x="18" y="57"/>
                    <a:pt x="18" y="58"/>
                    <a:pt x="18" y="59"/>
                  </a:cubicBezTo>
                  <a:cubicBezTo>
                    <a:pt x="18" y="60"/>
                    <a:pt x="18" y="60"/>
                    <a:pt x="18" y="60"/>
                  </a:cubicBezTo>
                  <a:cubicBezTo>
                    <a:pt x="18" y="60"/>
                    <a:pt x="19" y="61"/>
                    <a:pt x="19" y="62"/>
                  </a:cubicBezTo>
                  <a:cubicBezTo>
                    <a:pt x="19" y="63"/>
                    <a:pt x="19" y="63"/>
                    <a:pt x="19" y="63"/>
                  </a:cubicBezTo>
                  <a:cubicBezTo>
                    <a:pt x="19" y="63"/>
                    <a:pt x="19" y="63"/>
                    <a:pt x="19" y="63"/>
                  </a:cubicBezTo>
                  <a:cubicBezTo>
                    <a:pt x="19" y="64"/>
                    <a:pt x="19" y="64"/>
                    <a:pt x="19" y="64"/>
                  </a:cubicBezTo>
                  <a:cubicBezTo>
                    <a:pt x="19" y="64"/>
                    <a:pt x="19" y="64"/>
                    <a:pt x="19" y="64"/>
                  </a:cubicBezTo>
                  <a:cubicBezTo>
                    <a:pt x="19" y="66"/>
                    <a:pt x="19" y="68"/>
                    <a:pt x="18" y="70"/>
                  </a:cubicBezTo>
                  <a:cubicBezTo>
                    <a:pt x="17" y="71"/>
                    <a:pt x="17" y="71"/>
                    <a:pt x="17" y="71"/>
                  </a:cubicBezTo>
                  <a:cubicBezTo>
                    <a:pt x="17" y="71"/>
                    <a:pt x="17" y="71"/>
                    <a:pt x="17" y="71"/>
                  </a:cubicBezTo>
                  <a:cubicBezTo>
                    <a:pt x="17" y="71"/>
                    <a:pt x="17" y="71"/>
                    <a:pt x="17" y="71"/>
                  </a:cubicBezTo>
                  <a:cubicBezTo>
                    <a:pt x="16" y="74"/>
                    <a:pt x="16" y="74"/>
                    <a:pt x="16" y="74"/>
                  </a:cubicBezTo>
                  <a:cubicBezTo>
                    <a:pt x="16" y="74"/>
                    <a:pt x="15" y="77"/>
                    <a:pt x="14" y="78"/>
                  </a:cubicBezTo>
                  <a:cubicBezTo>
                    <a:pt x="12" y="79"/>
                    <a:pt x="12" y="80"/>
                    <a:pt x="12" y="81"/>
                  </a:cubicBezTo>
                  <a:cubicBezTo>
                    <a:pt x="12" y="82"/>
                    <a:pt x="12" y="83"/>
                    <a:pt x="11" y="83"/>
                  </a:cubicBezTo>
                  <a:cubicBezTo>
                    <a:pt x="11" y="85"/>
                    <a:pt x="10" y="85"/>
                    <a:pt x="10" y="86"/>
                  </a:cubicBezTo>
                  <a:cubicBezTo>
                    <a:pt x="10" y="87"/>
                    <a:pt x="10" y="87"/>
                    <a:pt x="10" y="87"/>
                  </a:cubicBezTo>
                  <a:cubicBezTo>
                    <a:pt x="10" y="88"/>
                    <a:pt x="10" y="88"/>
                    <a:pt x="10" y="89"/>
                  </a:cubicBezTo>
                  <a:cubicBezTo>
                    <a:pt x="9" y="90"/>
                    <a:pt x="9" y="91"/>
                    <a:pt x="9" y="92"/>
                  </a:cubicBezTo>
                  <a:cubicBezTo>
                    <a:pt x="9" y="93"/>
                    <a:pt x="9" y="93"/>
                    <a:pt x="9" y="93"/>
                  </a:cubicBezTo>
                  <a:cubicBezTo>
                    <a:pt x="9" y="94"/>
                    <a:pt x="9" y="96"/>
                    <a:pt x="11" y="96"/>
                  </a:cubicBezTo>
                  <a:cubicBezTo>
                    <a:pt x="11" y="96"/>
                    <a:pt x="11" y="96"/>
                    <a:pt x="11" y="96"/>
                  </a:cubicBezTo>
                  <a:cubicBezTo>
                    <a:pt x="13" y="96"/>
                    <a:pt x="13" y="96"/>
                    <a:pt x="13" y="96"/>
                  </a:cubicBezTo>
                  <a:cubicBezTo>
                    <a:pt x="13" y="96"/>
                    <a:pt x="13" y="96"/>
                    <a:pt x="13" y="96"/>
                  </a:cubicBezTo>
                  <a:cubicBezTo>
                    <a:pt x="14" y="97"/>
                    <a:pt x="14" y="97"/>
                    <a:pt x="14" y="97"/>
                  </a:cubicBezTo>
                  <a:cubicBezTo>
                    <a:pt x="15" y="98"/>
                    <a:pt x="15" y="98"/>
                    <a:pt x="15" y="98"/>
                  </a:cubicBezTo>
                  <a:cubicBezTo>
                    <a:pt x="15" y="98"/>
                    <a:pt x="15" y="98"/>
                    <a:pt x="15" y="98"/>
                  </a:cubicBezTo>
                  <a:cubicBezTo>
                    <a:pt x="15" y="98"/>
                    <a:pt x="15" y="98"/>
                    <a:pt x="15" y="98"/>
                  </a:cubicBezTo>
                  <a:cubicBezTo>
                    <a:pt x="15" y="98"/>
                    <a:pt x="15" y="98"/>
                    <a:pt x="15" y="98"/>
                  </a:cubicBezTo>
                  <a:cubicBezTo>
                    <a:pt x="15" y="97"/>
                    <a:pt x="15" y="97"/>
                    <a:pt x="15" y="97"/>
                  </a:cubicBezTo>
                  <a:cubicBezTo>
                    <a:pt x="13" y="96"/>
                    <a:pt x="13" y="96"/>
                    <a:pt x="13" y="96"/>
                  </a:cubicBezTo>
                  <a:cubicBezTo>
                    <a:pt x="13" y="96"/>
                    <a:pt x="13" y="96"/>
                    <a:pt x="13" y="96"/>
                  </a:cubicBezTo>
                  <a:cubicBezTo>
                    <a:pt x="14" y="96"/>
                    <a:pt x="14" y="96"/>
                    <a:pt x="14" y="96"/>
                  </a:cubicBezTo>
                  <a:cubicBezTo>
                    <a:pt x="15" y="96"/>
                    <a:pt x="15" y="96"/>
                    <a:pt x="15" y="96"/>
                  </a:cubicBezTo>
                  <a:cubicBezTo>
                    <a:pt x="16" y="96"/>
                    <a:pt x="16" y="96"/>
                    <a:pt x="16" y="96"/>
                  </a:cubicBezTo>
                  <a:cubicBezTo>
                    <a:pt x="17" y="97"/>
                    <a:pt x="17" y="97"/>
                    <a:pt x="17" y="97"/>
                  </a:cubicBezTo>
                  <a:cubicBezTo>
                    <a:pt x="17" y="97"/>
                    <a:pt x="17" y="97"/>
                    <a:pt x="17" y="97"/>
                  </a:cubicBezTo>
                  <a:cubicBezTo>
                    <a:pt x="17" y="96"/>
                    <a:pt x="17" y="96"/>
                    <a:pt x="17" y="96"/>
                  </a:cubicBezTo>
                  <a:cubicBezTo>
                    <a:pt x="18" y="97"/>
                    <a:pt x="18" y="97"/>
                    <a:pt x="18" y="97"/>
                  </a:cubicBezTo>
                  <a:cubicBezTo>
                    <a:pt x="18" y="97"/>
                    <a:pt x="18" y="97"/>
                    <a:pt x="18" y="97"/>
                  </a:cubicBezTo>
                  <a:cubicBezTo>
                    <a:pt x="17" y="98"/>
                    <a:pt x="17" y="98"/>
                    <a:pt x="17" y="98"/>
                  </a:cubicBezTo>
                  <a:cubicBezTo>
                    <a:pt x="16" y="99"/>
                    <a:pt x="14" y="99"/>
                    <a:pt x="13" y="100"/>
                  </a:cubicBezTo>
                  <a:cubicBezTo>
                    <a:pt x="12" y="100"/>
                    <a:pt x="11" y="100"/>
                    <a:pt x="10" y="100"/>
                  </a:cubicBezTo>
                  <a:cubicBezTo>
                    <a:pt x="9" y="100"/>
                    <a:pt x="9" y="100"/>
                    <a:pt x="9" y="100"/>
                  </a:cubicBezTo>
                  <a:cubicBezTo>
                    <a:pt x="7" y="98"/>
                    <a:pt x="7" y="98"/>
                    <a:pt x="7" y="98"/>
                  </a:cubicBezTo>
                  <a:cubicBezTo>
                    <a:pt x="7" y="95"/>
                    <a:pt x="7" y="95"/>
                    <a:pt x="7" y="95"/>
                  </a:cubicBezTo>
                  <a:cubicBezTo>
                    <a:pt x="6" y="93"/>
                    <a:pt x="6" y="93"/>
                    <a:pt x="6" y="93"/>
                  </a:cubicBezTo>
                  <a:cubicBezTo>
                    <a:pt x="7" y="88"/>
                    <a:pt x="7" y="88"/>
                    <a:pt x="7" y="88"/>
                  </a:cubicBezTo>
                  <a:cubicBezTo>
                    <a:pt x="7" y="88"/>
                    <a:pt x="7" y="87"/>
                    <a:pt x="7" y="86"/>
                  </a:cubicBezTo>
                  <a:cubicBezTo>
                    <a:pt x="7" y="84"/>
                    <a:pt x="7" y="83"/>
                    <a:pt x="7" y="82"/>
                  </a:cubicBezTo>
                  <a:cubicBezTo>
                    <a:pt x="8" y="79"/>
                    <a:pt x="8" y="79"/>
                    <a:pt x="8" y="79"/>
                  </a:cubicBezTo>
                  <a:cubicBezTo>
                    <a:pt x="9" y="77"/>
                    <a:pt x="9" y="77"/>
                    <a:pt x="9" y="77"/>
                  </a:cubicBezTo>
                  <a:cubicBezTo>
                    <a:pt x="9" y="78"/>
                    <a:pt x="9" y="78"/>
                    <a:pt x="9" y="78"/>
                  </a:cubicBezTo>
                  <a:cubicBezTo>
                    <a:pt x="10" y="77"/>
                    <a:pt x="10" y="77"/>
                    <a:pt x="10" y="77"/>
                  </a:cubicBezTo>
                  <a:cubicBezTo>
                    <a:pt x="11" y="75"/>
                    <a:pt x="11" y="75"/>
                    <a:pt x="11" y="75"/>
                  </a:cubicBezTo>
                  <a:cubicBezTo>
                    <a:pt x="11" y="75"/>
                    <a:pt x="11" y="75"/>
                    <a:pt x="11" y="75"/>
                  </a:cubicBezTo>
                  <a:cubicBezTo>
                    <a:pt x="11" y="74"/>
                    <a:pt x="10" y="73"/>
                    <a:pt x="9" y="72"/>
                  </a:cubicBezTo>
                  <a:cubicBezTo>
                    <a:pt x="9" y="70"/>
                    <a:pt x="8" y="67"/>
                    <a:pt x="7" y="66"/>
                  </a:cubicBezTo>
                  <a:cubicBezTo>
                    <a:pt x="7" y="66"/>
                    <a:pt x="7" y="66"/>
                    <a:pt x="7" y="66"/>
                  </a:cubicBezTo>
                  <a:cubicBezTo>
                    <a:pt x="7" y="65"/>
                    <a:pt x="9" y="62"/>
                    <a:pt x="9" y="62"/>
                  </a:cubicBezTo>
                  <a:cubicBezTo>
                    <a:pt x="8" y="62"/>
                    <a:pt x="8" y="62"/>
                    <a:pt x="8" y="62"/>
                  </a:cubicBezTo>
                  <a:cubicBezTo>
                    <a:pt x="8" y="62"/>
                    <a:pt x="7" y="64"/>
                    <a:pt x="7" y="66"/>
                  </a:cubicBezTo>
                  <a:cubicBezTo>
                    <a:pt x="7" y="66"/>
                    <a:pt x="7" y="66"/>
                    <a:pt x="7" y="66"/>
                  </a:cubicBezTo>
                  <a:cubicBezTo>
                    <a:pt x="7" y="67"/>
                    <a:pt x="8" y="71"/>
                    <a:pt x="9" y="72"/>
                  </a:cubicBezTo>
                  <a:cubicBezTo>
                    <a:pt x="10" y="73"/>
                    <a:pt x="10" y="75"/>
                    <a:pt x="10" y="75"/>
                  </a:cubicBezTo>
                  <a:cubicBezTo>
                    <a:pt x="10" y="75"/>
                    <a:pt x="10" y="75"/>
                    <a:pt x="10" y="75"/>
                  </a:cubicBezTo>
                  <a:cubicBezTo>
                    <a:pt x="9" y="77"/>
                    <a:pt x="9" y="77"/>
                    <a:pt x="9" y="77"/>
                  </a:cubicBezTo>
                  <a:cubicBezTo>
                    <a:pt x="9" y="77"/>
                    <a:pt x="9" y="77"/>
                    <a:pt x="9" y="77"/>
                  </a:cubicBezTo>
                  <a:cubicBezTo>
                    <a:pt x="9" y="77"/>
                    <a:pt x="9" y="77"/>
                    <a:pt x="9" y="77"/>
                  </a:cubicBezTo>
                  <a:cubicBezTo>
                    <a:pt x="8" y="76"/>
                    <a:pt x="8" y="76"/>
                    <a:pt x="8" y="76"/>
                  </a:cubicBezTo>
                  <a:cubicBezTo>
                    <a:pt x="8" y="76"/>
                    <a:pt x="8" y="76"/>
                    <a:pt x="8" y="76"/>
                  </a:cubicBezTo>
                  <a:cubicBezTo>
                    <a:pt x="9" y="75"/>
                    <a:pt x="9" y="75"/>
                    <a:pt x="9" y="75"/>
                  </a:cubicBezTo>
                  <a:cubicBezTo>
                    <a:pt x="10" y="74"/>
                    <a:pt x="10" y="74"/>
                    <a:pt x="10" y="74"/>
                  </a:cubicBezTo>
                  <a:cubicBezTo>
                    <a:pt x="7" y="74"/>
                    <a:pt x="7" y="74"/>
                    <a:pt x="7" y="74"/>
                  </a:cubicBezTo>
                  <a:cubicBezTo>
                    <a:pt x="8" y="73"/>
                    <a:pt x="8" y="73"/>
                    <a:pt x="8" y="73"/>
                  </a:cubicBezTo>
                  <a:cubicBezTo>
                    <a:pt x="8" y="72"/>
                    <a:pt x="8" y="72"/>
                    <a:pt x="8" y="72"/>
                  </a:cubicBezTo>
                  <a:cubicBezTo>
                    <a:pt x="7" y="72"/>
                    <a:pt x="7" y="72"/>
                    <a:pt x="7" y="72"/>
                  </a:cubicBezTo>
                  <a:cubicBezTo>
                    <a:pt x="7" y="71"/>
                    <a:pt x="7" y="71"/>
                    <a:pt x="7" y="71"/>
                  </a:cubicBezTo>
                  <a:cubicBezTo>
                    <a:pt x="7" y="71"/>
                    <a:pt x="7" y="71"/>
                    <a:pt x="7" y="71"/>
                  </a:cubicBezTo>
                  <a:cubicBezTo>
                    <a:pt x="6" y="71"/>
                    <a:pt x="6" y="71"/>
                    <a:pt x="6" y="71"/>
                  </a:cubicBezTo>
                  <a:cubicBezTo>
                    <a:pt x="6" y="70"/>
                    <a:pt x="6" y="70"/>
                    <a:pt x="6" y="70"/>
                  </a:cubicBezTo>
                  <a:cubicBezTo>
                    <a:pt x="7" y="69"/>
                    <a:pt x="7" y="69"/>
                    <a:pt x="7" y="69"/>
                  </a:cubicBezTo>
                  <a:cubicBezTo>
                    <a:pt x="5" y="70"/>
                    <a:pt x="5" y="70"/>
                    <a:pt x="5" y="70"/>
                  </a:cubicBezTo>
                  <a:cubicBezTo>
                    <a:pt x="6" y="68"/>
                    <a:pt x="6" y="68"/>
                    <a:pt x="6" y="68"/>
                  </a:cubicBezTo>
                  <a:cubicBezTo>
                    <a:pt x="6" y="68"/>
                    <a:pt x="6" y="68"/>
                    <a:pt x="6" y="68"/>
                  </a:cubicBezTo>
                  <a:cubicBezTo>
                    <a:pt x="5" y="68"/>
                    <a:pt x="5" y="68"/>
                    <a:pt x="5" y="68"/>
                  </a:cubicBezTo>
                  <a:cubicBezTo>
                    <a:pt x="6" y="66"/>
                    <a:pt x="6" y="66"/>
                    <a:pt x="6" y="66"/>
                  </a:cubicBezTo>
                  <a:cubicBezTo>
                    <a:pt x="6" y="66"/>
                    <a:pt x="6" y="66"/>
                    <a:pt x="6" y="66"/>
                  </a:cubicBezTo>
                  <a:cubicBezTo>
                    <a:pt x="6" y="65"/>
                    <a:pt x="6" y="65"/>
                    <a:pt x="6" y="65"/>
                  </a:cubicBezTo>
                  <a:cubicBezTo>
                    <a:pt x="6" y="65"/>
                    <a:pt x="2" y="62"/>
                    <a:pt x="2" y="59"/>
                  </a:cubicBezTo>
                  <a:cubicBezTo>
                    <a:pt x="2" y="55"/>
                    <a:pt x="9" y="48"/>
                    <a:pt x="9" y="41"/>
                  </a:cubicBezTo>
                  <a:cubicBezTo>
                    <a:pt x="9" y="41"/>
                    <a:pt x="9" y="41"/>
                    <a:pt x="9" y="41"/>
                  </a:cubicBezTo>
                  <a:cubicBezTo>
                    <a:pt x="9" y="40"/>
                    <a:pt x="9" y="39"/>
                    <a:pt x="9" y="38"/>
                  </a:cubicBezTo>
                  <a:cubicBezTo>
                    <a:pt x="11" y="38"/>
                    <a:pt x="11" y="38"/>
                    <a:pt x="11" y="38"/>
                  </a:cubicBezTo>
                  <a:cubicBezTo>
                    <a:pt x="10" y="40"/>
                    <a:pt x="10" y="42"/>
                    <a:pt x="10" y="42"/>
                  </a:cubicBezTo>
                  <a:cubicBezTo>
                    <a:pt x="10" y="43"/>
                    <a:pt x="10" y="43"/>
                    <a:pt x="10" y="43"/>
                  </a:cubicBezTo>
                  <a:cubicBezTo>
                    <a:pt x="10" y="43"/>
                    <a:pt x="10" y="43"/>
                    <a:pt x="10" y="43"/>
                  </a:cubicBezTo>
                  <a:cubicBezTo>
                    <a:pt x="10" y="43"/>
                    <a:pt x="10" y="43"/>
                    <a:pt x="10" y="43"/>
                  </a:cubicBezTo>
                  <a:cubicBezTo>
                    <a:pt x="10" y="43"/>
                    <a:pt x="10" y="43"/>
                    <a:pt x="10" y="43"/>
                  </a:cubicBezTo>
                  <a:cubicBezTo>
                    <a:pt x="10" y="43"/>
                    <a:pt x="10" y="43"/>
                    <a:pt x="10" y="43"/>
                  </a:cubicBezTo>
                  <a:cubicBezTo>
                    <a:pt x="11" y="43"/>
                    <a:pt x="11" y="43"/>
                    <a:pt x="11" y="43"/>
                  </a:cubicBezTo>
                  <a:cubicBezTo>
                    <a:pt x="11" y="44"/>
                    <a:pt x="11" y="44"/>
                    <a:pt x="11" y="44"/>
                  </a:cubicBezTo>
                  <a:cubicBezTo>
                    <a:pt x="9" y="51"/>
                    <a:pt x="4" y="53"/>
                    <a:pt x="4" y="58"/>
                  </a:cubicBezTo>
                  <a:cubicBezTo>
                    <a:pt x="4" y="59"/>
                    <a:pt x="4" y="59"/>
                    <a:pt x="4" y="59"/>
                  </a:cubicBezTo>
                  <a:cubicBezTo>
                    <a:pt x="4" y="59"/>
                    <a:pt x="5" y="62"/>
                    <a:pt x="6" y="62"/>
                  </a:cubicBezTo>
                  <a:cubicBezTo>
                    <a:pt x="7" y="62"/>
                    <a:pt x="7" y="62"/>
                    <a:pt x="7" y="62"/>
                  </a:cubicBezTo>
                  <a:cubicBezTo>
                    <a:pt x="7" y="62"/>
                    <a:pt x="7" y="62"/>
                    <a:pt x="7" y="62"/>
                  </a:cubicBezTo>
                  <a:cubicBezTo>
                    <a:pt x="8" y="61"/>
                    <a:pt x="8" y="61"/>
                    <a:pt x="8" y="61"/>
                  </a:cubicBezTo>
                  <a:cubicBezTo>
                    <a:pt x="9" y="60"/>
                    <a:pt x="9" y="60"/>
                    <a:pt x="9" y="60"/>
                  </a:cubicBezTo>
                  <a:cubicBezTo>
                    <a:pt x="9" y="58"/>
                    <a:pt x="10" y="57"/>
                    <a:pt x="11" y="56"/>
                  </a:cubicBezTo>
                  <a:cubicBezTo>
                    <a:pt x="13" y="54"/>
                    <a:pt x="15" y="52"/>
                    <a:pt x="16" y="50"/>
                  </a:cubicBezTo>
                  <a:cubicBezTo>
                    <a:pt x="17" y="49"/>
                    <a:pt x="17" y="48"/>
                    <a:pt x="17" y="47"/>
                  </a:cubicBezTo>
                  <a:cubicBezTo>
                    <a:pt x="17" y="46"/>
                    <a:pt x="17" y="46"/>
                    <a:pt x="17" y="46"/>
                  </a:cubicBezTo>
                  <a:cubicBezTo>
                    <a:pt x="18" y="46"/>
                    <a:pt x="19" y="45"/>
                    <a:pt x="19" y="45"/>
                  </a:cubicBezTo>
                  <a:cubicBezTo>
                    <a:pt x="19" y="47"/>
                    <a:pt x="19" y="49"/>
                    <a:pt x="19" y="49"/>
                  </a:cubicBezTo>
                  <a:cubicBezTo>
                    <a:pt x="19" y="49"/>
                    <a:pt x="19" y="49"/>
                    <a:pt x="19" y="49"/>
                  </a:cubicBezTo>
                  <a:cubicBezTo>
                    <a:pt x="19" y="49"/>
                    <a:pt x="19" y="49"/>
                    <a:pt x="19" y="49"/>
                  </a:cubicBezTo>
                  <a:cubicBezTo>
                    <a:pt x="22" y="49"/>
                    <a:pt x="24" y="46"/>
                    <a:pt x="25" y="46"/>
                  </a:cubicBezTo>
                  <a:cubicBezTo>
                    <a:pt x="25" y="46"/>
                    <a:pt x="25" y="46"/>
                    <a:pt x="25" y="46"/>
                  </a:cubicBezTo>
                  <a:cubicBezTo>
                    <a:pt x="27" y="49"/>
                    <a:pt x="27" y="49"/>
                    <a:pt x="27" y="49"/>
                  </a:cubicBezTo>
                  <a:cubicBezTo>
                    <a:pt x="28" y="51"/>
                    <a:pt x="28" y="51"/>
                    <a:pt x="28" y="51"/>
                  </a:cubicBezTo>
                  <a:cubicBezTo>
                    <a:pt x="28" y="51"/>
                    <a:pt x="28" y="51"/>
                    <a:pt x="28" y="51"/>
                  </a:cubicBezTo>
                  <a:cubicBezTo>
                    <a:pt x="28" y="51"/>
                    <a:pt x="28" y="51"/>
                    <a:pt x="28" y="51"/>
                  </a:cubicBezTo>
                  <a:lnTo>
                    <a:pt x="28" y="52"/>
                  </a:lnTo>
                  <a:close/>
                  <a:moveTo>
                    <a:pt x="39" y="62"/>
                  </a:moveTo>
                  <a:cubicBezTo>
                    <a:pt x="38" y="62"/>
                    <a:pt x="38" y="62"/>
                    <a:pt x="38" y="62"/>
                  </a:cubicBezTo>
                  <a:cubicBezTo>
                    <a:pt x="38" y="62"/>
                    <a:pt x="38" y="62"/>
                    <a:pt x="38" y="62"/>
                  </a:cubicBezTo>
                  <a:cubicBezTo>
                    <a:pt x="38" y="62"/>
                    <a:pt x="38" y="62"/>
                    <a:pt x="38" y="62"/>
                  </a:cubicBezTo>
                  <a:cubicBezTo>
                    <a:pt x="38" y="62"/>
                    <a:pt x="38" y="62"/>
                    <a:pt x="38" y="62"/>
                  </a:cubicBezTo>
                  <a:cubicBezTo>
                    <a:pt x="39" y="61"/>
                    <a:pt x="39" y="61"/>
                    <a:pt x="39" y="61"/>
                  </a:cubicBezTo>
                  <a:cubicBezTo>
                    <a:pt x="39" y="62"/>
                    <a:pt x="39" y="62"/>
                    <a:pt x="39" y="62"/>
                  </a:cubicBezTo>
                  <a:close/>
                  <a:moveTo>
                    <a:pt x="44" y="45"/>
                  </a:moveTo>
                  <a:cubicBezTo>
                    <a:pt x="44" y="46"/>
                    <a:pt x="44" y="46"/>
                    <a:pt x="44" y="46"/>
                  </a:cubicBezTo>
                  <a:cubicBezTo>
                    <a:pt x="44" y="46"/>
                    <a:pt x="44" y="46"/>
                    <a:pt x="44" y="46"/>
                  </a:cubicBezTo>
                  <a:cubicBezTo>
                    <a:pt x="44" y="46"/>
                    <a:pt x="44" y="46"/>
                    <a:pt x="44" y="46"/>
                  </a:cubicBezTo>
                  <a:cubicBezTo>
                    <a:pt x="43" y="45"/>
                    <a:pt x="43" y="45"/>
                    <a:pt x="43" y="45"/>
                  </a:cubicBezTo>
                  <a:lnTo>
                    <a:pt x="44" y="45"/>
                  </a:lnTo>
                  <a:close/>
                  <a:moveTo>
                    <a:pt x="40" y="48"/>
                  </a:moveTo>
                  <a:cubicBezTo>
                    <a:pt x="40" y="47"/>
                    <a:pt x="40" y="47"/>
                    <a:pt x="40" y="47"/>
                  </a:cubicBezTo>
                  <a:cubicBezTo>
                    <a:pt x="40" y="47"/>
                    <a:pt x="40" y="47"/>
                    <a:pt x="40" y="47"/>
                  </a:cubicBezTo>
                  <a:cubicBezTo>
                    <a:pt x="40" y="47"/>
                    <a:pt x="40" y="47"/>
                    <a:pt x="40" y="47"/>
                  </a:cubicBezTo>
                  <a:cubicBezTo>
                    <a:pt x="41" y="46"/>
                    <a:pt x="41" y="46"/>
                    <a:pt x="41" y="46"/>
                  </a:cubicBezTo>
                  <a:cubicBezTo>
                    <a:pt x="41" y="46"/>
                    <a:pt x="41" y="46"/>
                    <a:pt x="41" y="46"/>
                  </a:cubicBezTo>
                  <a:cubicBezTo>
                    <a:pt x="41" y="48"/>
                    <a:pt x="41" y="48"/>
                    <a:pt x="41" y="48"/>
                  </a:cubicBezTo>
                  <a:cubicBezTo>
                    <a:pt x="41" y="50"/>
                    <a:pt x="41" y="50"/>
                    <a:pt x="41" y="50"/>
                  </a:cubicBezTo>
                  <a:cubicBezTo>
                    <a:pt x="41" y="50"/>
                    <a:pt x="41" y="50"/>
                    <a:pt x="41" y="50"/>
                  </a:cubicBezTo>
                  <a:cubicBezTo>
                    <a:pt x="41" y="51"/>
                    <a:pt x="41" y="51"/>
                    <a:pt x="41" y="51"/>
                  </a:cubicBezTo>
                  <a:cubicBezTo>
                    <a:pt x="41" y="51"/>
                    <a:pt x="41" y="51"/>
                    <a:pt x="41" y="51"/>
                  </a:cubicBezTo>
                  <a:cubicBezTo>
                    <a:pt x="41" y="50"/>
                    <a:pt x="41" y="50"/>
                    <a:pt x="41" y="50"/>
                  </a:cubicBezTo>
                  <a:cubicBezTo>
                    <a:pt x="40" y="48"/>
                    <a:pt x="40" y="48"/>
                    <a:pt x="40" y="48"/>
                  </a:cubicBezTo>
                  <a:cubicBezTo>
                    <a:pt x="40" y="48"/>
                    <a:pt x="40" y="48"/>
                    <a:pt x="40" y="48"/>
                  </a:cubicBezTo>
                  <a:close/>
                  <a:moveTo>
                    <a:pt x="40" y="49"/>
                  </a:moveTo>
                  <a:cubicBezTo>
                    <a:pt x="40" y="49"/>
                    <a:pt x="40" y="49"/>
                    <a:pt x="40" y="49"/>
                  </a:cubicBezTo>
                  <a:cubicBezTo>
                    <a:pt x="40" y="49"/>
                    <a:pt x="40" y="49"/>
                    <a:pt x="40" y="49"/>
                  </a:cubicBezTo>
                  <a:cubicBezTo>
                    <a:pt x="40" y="48"/>
                    <a:pt x="40" y="48"/>
                    <a:pt x="40" y="48"/>
                  </a:cubicBezTo>
                  <a:cubicBezTo>
                    <a:pt x="40" y="48"/>
                    <a:pt x="40" y="48"/>
                    <a:pt x="40" y="48"/>
                  </a:cubicBezTo>
                  <a:cubicBezTo>
                    <a:pt x="40" y="48"/>
                    <a:pt x="40" y="48"/>
                    <a:pt x="40" y="48"/>
                  </a:cubicBezTo>
                  <a:cubicBezTo>
                    <a:pt x="40" y="50"/>
                    <a:pt x="40" y="50"/>
                    <a:pt x="40" y="50"/>
                  </a:cubicBezTo>
                  <a:cubicBezTo>
                    <a:pt x="40" y="50"/>
                    <a:pt x="40" y="50"/>
                    <a:pt x="40" y="50"/>
                  </a:cubicBezTo>
                  <a:cubicBezTo>
                    <a:pt x="40" y="50"/>
                    <a:pt x="40" y="50"/>
                    <a:pt x="40" y="50"/>
                  </a:cubicBezTo>
                  <a:lnTo>
                    <a:pt x="40" y="49"/>
                  </a:lnTo>
                  <a:close/>
                  <a:moveTo>
                    <a:pt x="36" y="51"/>
                  </a:moveTo>
                  <a:cubicBezTo>
                    <a:pt x="35" y="51"/>
                    <a:pt x="35" y="51"/>
                    <a:pt x="35" y="51"/>
                  </a:cubicBezTo>
                  <a:cubicBezTo>
                    <a:pt x="36" y="52"/>
                    <a:pt x="37" y="52"/>
                    <a:pt x="38" y="52"/>
                  </a:cubicBezTo>
                  <a:cubicBezTo>
                    <a:pt x="39" y="53"/>
                    <a:pt x="39" y="53"/>
                    <a:pt x="39" y="53"/>
                  </a:cubicBezTo>
                  <a:cubicBezTo>
                    <a:pt x="39" y="53"/>
                    <a:pt x="39" y="53"/>
                    <a:pt x="39" y="53"/>
                  </a:cubicBezTo>
                  <a:cubicBezTo>
                    <a:pt x="40" y="53"/>
                    <a:pt x="40" y="53"/>
                    <a:pt x="40" y="53"/>
                  </a:cubicBezTo>
                  <a:cubicBezTo>
                    <a:pt x="40" y="52"/>
                    <a:pt x="40" y="52"/>
                    <a:pt x="40" y="52"/>
                  </a:cubicBezTo>
                  <a:cubicBezTo>
                    <a:pt x="41" y="52"/>
                    <a:pt x="41" y="52"/>
                    <a:pt x="41" y="52"/>
                  </a:cubicBezTo>
                  <a:cubicBezTo>
                    <a:pt x="41" y="51"/>
                    <a:pt x="41" y="51"/>
                    <a:pt x="41" y="51"/>
                  </a:cubicBezTo>
                  <a:cubicBezTo>
                    <a:pt x="42" y="50"/>
                    <a:pt x="42" y="50"/>
                    <a:pt x="42" y="50"/>
                  </a:cubicBezTo>
                  <a:cubicBezTo>
                    <a:pt x="42" y="50"/>
                    <a:pt x="42" y="50"/>
                    <a:pt x="42" y="50"/>
                  </a:cubicBezTo>
                  <a:cubicBezTo>
                    <a:pt x="42" y="48"/>
                    <a:pt x="42" y="48"/>
                    <a:pt x="42" y="48"/>
                  </a:cubicBezTo>
                  <a:cubicBezTo>
                    <a:pt x="42" y="46"/>
                    <a:pt x="42" y="46"/>
                    <a:pt x="42" y="46"/>
                  </a:cubicBezTo>
                  <a:cubicBezTo>
                    <a:pt x="43" y="45"/>
                    <a:pt x="43" y="45"/>
                    <a:pt x="43" y="45"/>
                  </a:cubicBezTo>
                  <a:cubicBezTo>
                    <a:pt x="43" y="45"/>
                    <a:pt x="43" y="45"/>
                    <a:pt x="43" y="45"/>
                  </a:cubicBezTo>
                  <a:cubicBezTo>
                    <a:pt x="44" y="46"/>
                    <a:pt x="44" y="46"/>
                    <a:pt x="44" y="46"/>
                  </a:cubicBezTo>
                  <a:cubicBezTo>
                    <a:pt x="43" y="49"/>
                    <a:pt x="43" y="49"/>
                    <a:pt x="43" y="49"/>
                  </a:cubicBezTo>
                  <a:cubicBezTo>
                    <a:pt x="42" y="52"/>
                    <a:pt x="42" y="52"/>
                    <a:pt x="42" y="52"/>
                  </a:cubicBezTo>
                  <a:cubicBezTo>
                    <a:pt x="41" y="55"/>
                    <a:pt x="41" y="55"/>
                    <a:pt x="41" y="55"/>
                  </a:cubicBezTo>
                  <a:cubicBezTo>
                    <a:pt x="40" y="56"/>
                    <a:pt x="40" y="57"/>
                    <a:pt x="40" y="58"/>
                  </a:cubicBezTo>
                  <a:cubicBezTo>
                    <a:pt x="39" y="60"/>
                    <a:pt x="39" y="60"/>
                    <a:pt x="39" y="60"/>
                  </a:cubicBezTo>
                  <a:cubicBezTo>
                    <a:pt x="38" y="61"/>
                    <a:pt x="38" y="61"/>
                    <a:pt x="38" y="61"/>
                  </a:cubicBezTo>
                  <a:cubicBezTo>
                    <a:pt x="38" y="60"/>
                    <a:pt x="38" y="60"/>
                    <a:pt x="38" y="60"/>
                  </a:cubicBezTo>
                  <a:cubicBezTo>
                    <a:pt x="38" y="60"/>
                    <a:pt x="38" y="60"/>
                    <a:pt x="38" y="60"/>
                  </a:cubicBezTo>
                  <a:cubicBezTo>
                    <a:pt x="38" y="59"/>
                    <a:pt x="38" y="59"/>
                    <a:pt x="38" y="59"/>
                  </a:cubicBezTo>
                  <a:cubicBezTo>
                    <a:pt x="39" y="57"/>
                    <a:pt x="39" y="57"/>
                    <a:pt x="39" y="57"/>
                  </a:cubicBezTo>
                  <a:cubicBezTo>
                    <a:pt x="40" y="56"/>
                    <a:pt x="40" y="56"/>
                    <a:pt x="40" y="56"/>
                  </a:cubicBezTo>
                  <a:cubicBezTo>
                    <a:pt x="40" y="55"/>
                    <a:pt x="40" y="55"/>
                    <a:pt x="40" y="55"/>
                  </a:cubicBezTo>
                  <a:cubicBezTo>
                    <a:pt x="39" y="55"/>
                    <a:pt x="39" y="55"/>
                    <a:pt x="38" y="54"/>
                  </a:cubicBezTo>
                  <a:cubicBezTo>
                    <a:pt x="37" y="54"/>
                    <a:pt x="36" y="53"/>
                    <a:pt x="36" y="53"/>
                  </a:cubicBezTo>
                  <a:cubicBezTo>
                    <a:pt x="34" y="53"/>
                    <a:pt x="34" y="53"/>
                    <a:pt x="34" y="53"/>
                  </a:cubicBezTo>
                  <a:cubicBezTo>
                    <a:pt x="34" y="52"/>
                    <a:pt x="34" y="52"/>
                    <a:pt x="34" y="52"/>
                  </a:cubicBezTo>
                  <a:cubicBezTo>
                    <a:pt x="34" y="52"/>
                    <a:pt x="34" y="52"/>
                    <a:pt x="34" y="52"/>
                  </a:cubicBezTo>
                  <a:cubicBezTo>
                    <a:pt x="34" y="52"/>
                    <a:pt x="34" y="52"/>
                    <a:pt x="34" y="52"/>
                  </a:cubicBezTo>
                  <a:lnTo>
                    <a:pt x="36" y="51"/>
                  </a:lnTo>
                  <a:close/>
                  <a:moveTo>
                    <a:pt x="36" y="47"/>
                  </a:moveTo>
                  <a:cubicBezTo>
                    <a:pt x="34" y="49"/>
                    <a:pt x="34" y="49"/>
                    <a:pt x="34" y="49"/>
                  </a:cubicBezTo>
                  <a:cubicBezTo>
                    <a:pt x="34" y="49"/>
                    <a:pt x="34" y="49"/>
                    <a:pt x="34" y="49"/>
                  </a:cubicBezTo>
                  <a:cubicBezTo>
                    <a:pt x="34" y="49"/>
                    <a:pt x="34" y="49"/>
                    <a:pt x="34" y="49"/>
                  </a:cubicBezTo>
                  <a:cubicBezTo>
                    <a:pt x="35" y="51"/>
                    <a:pt x="35" y="51"/>
                    <a:pt x="35" y="51"/>
                  </a:cubicBezTo>
                  <a:cubicBezTo>
                    <a:pt x="34" y="52"/>
                    <a:pt x="34" y="52"/>
                    <a:pt x="34" y="52"/>
                  </a:cubicBezTo>
                  <a:cubicBezTo>
                    <a:pt x="33" y="52"/>
                    <a:pt x="33" y="52"/>
                    <a:pt x="33" y="52"/>
                  </a:cubicBezTo>
                  <a:cubicBezTo>
                    <a:pt x="33" y="52"/>
                    <a:pt x="33" y="52"/>
                    <a:pt x="33" y="52"/>
                  </a:cubicBezTo>
                  <a:cubicBezTo>
                    <a:pt x="33" y="52"/>
                    <a:pt x="33" y="52"/>
                    <a:pt x="33" y="52"/>
                  </a:cubicBezTo>
                  <a:cubicBezTo>
                    <a:pt x="33" y="52"/>
                    <a:pt x="33" y="52"/>
                    <a:pt x="33" y="52"/>
                  </a:cubicBezTo>
                  <a:cubicBezTo>
                    <a:pt x="33" y="53"/>
                    <a:pt x="33" y="54"/>
                    <a:pt x="33" y="55"/>
                  </a:cubicBezTo>
                  <a:cubicBezTo>
                    <a:pt x="32" y="54"/>
                    <a:pt x="31" y="51"/>
                    <a:pt x="28" y="50"/>
                  </a:cubicBezTo>
                  <a:cubicBezTo>
                    <a:pt x="28" y="50"/>
                    <a:pt x="28" y="50"/>
                    <a:pt x="28" y="50"/>
                  </a:cubicBezTo>
                  <a:cubicBezTo>
                    <a:pt x="28" y="50"/>
                    <a:pt x="28" y="50"/>
                    <a:pt x="28" y="50"/>
                  </a:cubicBezTo>
                  <a:cubicBezTo>
                    <a:pt x="28" y="48"/>
                    <a:pt x="28" y="48"/>
                    <a:pt x="28" y="48"/>
                  </a:cubicBezTo>
                  <a:cubicBezTo>
                    <a:pt x="28" y="47"/>
                    <a:pt x="28" y="47"/>
                    <a:pt x="28" y="47"/>
                  </a:cubicBezTo>
                  <a:cubicBezTo>
                    <a:pt x="27" y="45"/>
                    <a:pt x="27" y="45"/>
                    <a:pt x="27" y="45"/>
                  </a:cubicBezTo>
                  <a:cubicBezTo>
                    <a:pt x="27" y="45"/>
                    <a:pt x="27" y="45"/>
                    <a:pt x="27" y="45"/>
                  </a:cubicBezTo>
                  <a:cubicBezTo>
                    <a:pt x="27" y="47"/>
                    <a:pt x="27" y="47"/>
                    <a:pt x="27" y="47"/>
                  </a:cubicBezTo>
                  <a:cubicBezTo>
                    <a:pt x="27" y="48"/>
                    <a:pt x="27" y="48"/>
                    <a:pt x="27" y="48"/>
                  </a:cubicBezTo>
                  <a:cubicBezTo>
                    <a:pt x="26" y="46"/>
                    <a:pt x="26" y="46"/>
                    <a:pt x="26" y="46"/>
                  </a:cubicBezTo>
                  <a:cubicBezTo>
                    <a:pt x="25" y="45"/>
                    <a:pt x="25" y="45"/>
                    <a:pt x="25" y="45"/>
                  </a:cubicBezTo>
                  <a:cubicBezTo>
                    <a:pt x="25" y="45"/>
                    <a:pt x="25" y="45"/>
                    <a:pt x="25" y="45"/>
                  </a:cubicBezTo>
                  <a:cubicBezTo>
                    <a:pt x="24" y="45"/>
                    <a:pt x="24" y="45"/>
                    <a:pt x="24" y="45"/>
                  </a:cubicBezTo>
                  <a:cubicBezTo>
                    <a:pt x="24" y="45"/>
                    <a:pt x="22" y="47"/>
                    <a:pt x="20" y="48"/>
                  </a:cubicBezTo>
                  <a:cubicBezTo>
                    <a:pt x="23" y="44"/>
                    <a:pt x="23" y="44"/>
                    <a:pt x="23" y="44"/>
                  </a:cubicBezTo>
                  <a:cubicBezTo>
                    <a:pt x="25" y="43"/>
                    <a:pt x="27" y="41"/>
                    <a:pt x="27" y="41"/>
                  </a:cubicBezTo>
                  <a:cubicBezTo>
                    <a:pt x="27" y="41"/>
                    <a:pt x="27" y="41"/>
                    <a:pt x="27" y="41"/>
                  </a:cubicBezTo>
                  <a:cubicBezTo>
                    <a:pt x="27" y="41"/>
                    <a:pt x="27" y="41"/>
                    <a:pt x="27" y="41"/>
                  </a:cubicBezTo>
                  <a:cubicBezTo>
                    <a:pt x="27" y="41"/>
                    <a:pt x="27" y="41"/>
                    <a:pt x="27" y="41"/>
                  </a:cubicBezTo>
                  <a:cubicBezTo>
                    <a:pt x="26" y="41"/>
                    <a:pt x="26" y="41"/>
                    <a:pt x="26" y="41"/>
                  </a:cubicBezTo>
                  <a:cubicBezTo>
                    <a:pt x="26" y="41"/>
                    <a:pt x="26" y="41"/>
                    <a:pt x="26" y="41"/>
                  </a:cubicBezTo>
                  <a:cubicBezTo>
                    <a:pt x="25" y="40"/>
                    <a:pt x="25" y="40"/>
                    <a:pt x="25" y="40"/>
                  </a:cubicBezTo>
                  <a:cubicBezTo>
                    <a:pt x="25" y="40"/>
                    <a:pt x="25" y="40"/>
                    <a:pt x="25" y="40"/>
                  </a:cubicBezTo>
                  <a:cubicBezTo>
                    <a:pt x="25" y="40"/>
                    <a:pt x="25" y="40"/>
                    <a:pt x="25" y="40"/>
                  </a:cubicBezTo>
                  <a:cubicBezTo>
                    <a:pt x="24" y="40"/>
                    <a:pt x="24" y="40"/>
                    <a:pt x="24" y="40"/>
                  </a:cubicBezTo>
                  <a:cubicBezTo>
                    <a:pt x="24" y="40"/>
                    <a:pt x="24" y="40"/>
                    <a:pt x="24" y="40"/>
                  </a:cubicBezTo>
                  <a:cubicBezTo>
                    <a:pt x="23" y="41"/>
                    <a:pt x="23" y="41"/>
                    <a:pt x="23" y="41"/>
                  </a:cubicBezTo>
                  <a:cubicBezTo>
                    <a:pt x="22" y="41"/>
                    <a:pt x="21" y="41"/>
                    <a:pt x="20" y="41"/>
                  </a:cubicBezTo>
                  <a:cubicBezTo>
                    <a:pt x="20" y="41"/>
                    <a:pt x="20" y="41"/>
                    <a:pt x="20" y="41"/>
                  </a:cubicBezTo>
                  <a:cubicBezTo>
                    <a:pt x="20" y="41"/>
                    <a:pt x="20" y="41"/>
                    <a:pt x="20" y="41"/>
                  </a:cubicBezTo>
                  <a:cubicBezTo>
                    <a:pt x="20" y="41"/>
                    <a:pt x="20" y="41"/>
                    <a:pt x="20" y="41"/>
                  </a:cubicBezTo>
                  <a:cubicBezTo>
                    <a:pt x="19" y="40"/>
                    <a:pt x="19" y="40"/>
                    <a:pt x="19" y="40"/>
                  </a:cubicBezTo>
                  <a:cubicBezTo>
                    <a:pt x="18" y="38"/>
                    <a:pt x="18" y="38"/>
                    <a:pt x="18" y="38"/>
                  </a:cubicBezTo>
                  <a:cubicBezTo>
                    <a:pt x="18" y="38"/>
                    <a:pt x="18" y="38"/>
                    <a:pt x="18" y="38"/>
                  </a:cubicBezTo>
                  <a:cubicBezTo>
                    <a:pt x="18" y="38"/>
                    <a:pt x="18" y="38"/>
                    <a:pt x="18" y="38"/>
                  </a:cubicBezTo>
                  <a:cubicBezTo>
                    <a:pt x="17" y="38"/>
                    <a:pt x="17" y="38"/>
                    <a:pt x="17" y="38"/>
                  </a:cubicBezTo>
                  <a:cubicBezTo>
                    <a:pt x="16" y="38"/>
                    <a:pt x="16" y="38"/>
                    <a:pt x="16" y="38"/>
                  </a:cubicBezTo>
                  <a:cubicBezTo>
                    <a:pt x="15" y="38"/>
                    <a:pt x="15" y="38"/>
                    <a:pt x="15" y="38"/>
                  </a:cubicBezTo>
                  <a:cubicBezTo>
                    <a:pt x="15" y="38"/>
                    <a:pt x="15" y="38"/>
                    <a:pt x="15" y="38"/>
                  </a:cubicBezTo>
                  <a:cubicBezTo>
                    <a:pt x="15" y="35"/>
                    <a:pt x="15" y="35"/>
                    <a:pt x="15" y="35"/>
                  </a:cubicBezTo>
                  <a:cubicBezTo>
                    <a:pt x="15" y="35"/>
                    <a:pt x="15" y="35"/>
                    <a:pt x="15" y="35"/>
                  </a:cubicBezTo>
                  <a:cubicBezTo>
                    <a:pt x="15" y="34"/>
                    <a:pt x="15" y="34"/>
                    <a:pt x="15" y="34"/>
                  </a:cubicBezTo>
                  <a:cubicBezTo>
                    <a:pt x="15" y="34"/>
                    <a:pt x="15" y="34"/>
                    <a:pt x="15" y="34"/>
                  </a:cubicBezTo>
                  <a:cubicBezTo>
                    <a:pt x="14" y="34"/>
                    <a:pt x="14" y="34"/>
                    <a:pt x="14" y="34"/>
                  </a:cubicBezTo>
                  <a:cubicBezTo>
                    <a:pt x="13" y="34"/>
                    <a:pt x="13" y="34"/>
                    <a:pt x="13" y="34"/>
                  </a:cubicBezTo>
                  <a:cubicBezTo>
                    <a:pt x="12" y="34"/>
                    <a:pt x="12" y="34"/>
                    <a:pt x="12" y="34"/>
                  </a:cubicBezTo>
                  <a:cubicBezTo>
                    <a:pt x="12" y="34"/>
                    <a:pt x="12" y="34"/>
                    <a:pt x="12" y="34"/>
                  </a:cubicBezTo>
                  <a:cubicBezTo>
                    <a:pt x="12" y="32"/>
                    <a:pt x="12" y="32"/>
                    <a:pt x="12" y="32"/>
                  </a:cubicBezTo>
                  <a:cubicBezTo>
                    <a:pt x="12" y="32"/>
                    <a:pt x="12" y="32"/>
                    <a:pt x="12" y="32"/>
                  </a:cubicBezTo>
                  <a:cubicBezTo>
                    <a:pt x="13" y="32"/>
                    <a:pt x="13" y="32"/>
                    <a:pt x="13" y="32"/>
                  </a:cubicBezTo>
                  <a:cubicBezTo>
                    <a:pt x="13" y="32"/>
                    <a:pt x="13" y="32"/>
                    <a:pt x="13" y="32"/>
                  </a:cubicBezTo>
                  <a:cubicBezTo>
                    <a:pt x="13" y="31"/>
                    <a:pt x="13" y="31"/>
                    <a:pt x="13" y="31"/>
                  </a:cubicBezTo>
                  <a:cubicBezTo>
                    <a:pt x="12" y="31"/>
                    <a:pt x="12" y="31"/>
                    <a:pt x="12" y="31"/>
                  </a:cubicBezTo>
                  <a:cubicBezTo>
                    <a:pt x="12" y="31"/>
                    <a:pt x="12" y="31"/>
                    <a:pt x="12" y="31"/>
                  </a:cubicBezTo>
                  <a:cubicBezTo>
                    <a:pt x="10" y="30"/>
                    <a:pt x="10" y="30"/>
                    <a:pt x="10" y="30"/>
                  </a:cubicBezTo>
                  <a:cubicBezTo>
                    <a:pt x="11" y="28"/>
                    <a:pt x="11" y="28"/>
                    <a:pt x="11" y="28"/>
                  </a:cubicBezTo>
                  <a:cubicBezTo>
                    <a:pt x="11" y="28"/>
                    <a:pt x="11" y="28"/>
                    <a:pt x="11" y="28"/>
                  </a:cubicBezTo>
                  <a:cubicBezTo>
                    <a:pt x="12" y="28"/>
                    <a:pt x="12" y="28"/>
                    <a:pt x="12" y="28"/>
                  </a:cubicBezTo>
                  <a:cubicBezTo>
                    <a:pt x="12" y="28"/>
                    <a:pt x="12" y="28"/>
                    <a:pt x="12" y="28"/>
                  </a:cubicBezTo>
                  <a:cubicBezTo>
                    <a:pt x="11" y="26"/>
                    <a:pt x="11" y="26"/>
                    <a:pt x="11" y="26"/>
                  </a:cubicBezTo>
                  <a:cubicBezTo>
                    <a:pt x="11" y="26"/>
                    <a:pt x="11" y="26"/>
                    <a:pt x="11" y="26"/>
                  </a:cubicBezTo>
                  <a:cubicBezTo>
                    <a:pt x="11" y="27"/>
                    <a:pt x="11" y="27"/>
                    <a:pt x="11" y="27"/>
                  </a:cubicBezTo>
                  <a:cubicBezTo>
                    <a:pt x="9" y="25"/>
                    <a:pt x="9" y="25"/>
                    <a:pt x="9" y="25"/>
                  </a:cubicBezTo>
                  <a:cubicBezTo>
                    <a:pt x="11" y="24"/>
                    <a:pt x="11" y="24"/>
                    <a:pt x="11" y="24"/>
                  </a:cubicBezTo>
                  <a:cubicBezTo>
                    <a:pt x="11" y="24"/>
                    <a:pt x="11" y="24"/>
                    <a:pt x="11" y="24"/>
                  </a:cubicBezTo>
                  <a:cubicBezTo>
                    <a:pt x="12" y="25"/>
                    <a:pt x="12" y="25"/>
                    <a:pt x="12" y="25"/>
                  </a:cubicBezTo>
                  <a:cubicBezTo>
                    <a:pt x="12" y="23"/>
                    <a:pt x="12" y="23"/>
                    <a:pt x="12" y="23"/>
                  </a:cubicBezTo>
                  <a:cubicBezTo>
                    <a:pt x="11" y="23"/>
                    <a:pt x="11" y="23"/>
                    <a:pt x="11" y="23"/>
                  </a:cubicBezTo>
                  <a:cubicBezTo>
                    <a:pt x="11" y="23"/>
                    <a:pt x="11" y="23"/>
                    <a:pt x="11" y="23"/>
                  </a:cubicBezTo>
                  <a:cubicBezTo>
                    <a:pt x="11" y="21"/>
                    <a:pt x="11" y="21"/>
                    <a:pt x="11" y="21"/>
                  </a:cubicBezTo>
                  <a:cubicBezTo>
                    <a:pt x="11" y="21"/>
                    <a:pt x="11" y="21"/>
                    <a:pt x="11" y="21"/>
                  </a:cubicBezTo>
                  <a:cubicBezTo>
                    <a:pt x="10" y="21"/>
                    <a:pt x="10" y="21"/>
                    <a:pt x="10" y="21"/>
                  </a:cubicBezTo>
                  <a:cubicBezTo>
                    <a:pt x="11" y="21"/>
                    <a:pt x="11" y="21"/>
                    <a:pt x="11" y="21"/>
                  </a:cubicBezTo>
                  <a:cubicBezTo>
                    <a:pt x="11" y="21"/>
                    <a:pt x="11" y="21"/>
                    <a:pt x="11" y="21"/>
                  </a:cubicBezTo>
                  <a:cubicBezTo>
                    <a:pt x="11" y="21"/>
                    <a:pt x="11" y="21"/>
                    <a:pt x="11" y="21"/>
                  </a:cubicBezTo>
                  <a:cubicBezTo>
                    <a:pt x="12" y="20"/>
                    <a:pt x="12" y="20"/>
                    <a:pt x="12" y="20"/>
                  </a:cubicBezTo>
                  <a:cubicBezTo>
                    <a:pt x="12" y="20"/>
                    <a:pt x="12" y="20"/>
                    <a:pt x="12" y="20"/>
                  </a:cubicBezTo>
                  <a:cubicBezTo>
                    <a:pt x="12" y="20"/>
                    <a:pt x="12" y="19"/>
                    <a:pt x="12" y="18"/>
                  </a:cubicBezTo>
                  <a:cubicBezTo>
                    <a:pt x="12" y="16"/>
                    <a:pt x="12" y="16"/>
                    <a:pt x="12" y="16"/>
                  </a:cubicBezTo>
                  <a:cubicBezTo>
                    <a:pt x="12" y="16"/>
                    <a:pt x="12" y="16"/>
                    <a:pt x="12" y="16"/>
                  </a:cubicBezTo>
                  <a:cubicBezTo>
                    <a:pt x="12" y="17"/>
                    <a:pt x="13" y="18"/>
                    <a:pt x="13" y="19"/>
                  </a:cubicBezTo>
                  <a:cubicBezTo>
                    <a:pt x="14" y="20"/>
                    <a:pt x="14" y="21"/>
                    <a:pt x="16" y="22"/>
                  </a:cubicBezTo>
                  <a:cubicBezTo>
                    <a:pt x="17" y="23"/>
                    <a:pt x="18" y="24"/>
                    <a:pt x="19" y="25"/>
                  </a:cubicBezTo>
                  <a:cubicBezTo>
                    <a:pt x="19" y="25"/>
                    <a:pt x="19" y="25"/>
                    <a:pt x="19" y="25"/>
                  </a:cubicBezTo>
                  <a:cubicBezTo>
                    <a:pt x="19" y="26"/>
                    <a:pt x="19" y="26"/>
                    <a:pt x="19" y="26"/>
                  </a:cubicBezTo>
                  <a:cubicBezTo>
                    <a:pt x="19" y="26"/>
                    <a:pt x="18" y="28"/>
                    <a:pt x="17" y="28"/>
                  </a:cubicBezTo>
                  <a:cubicBezTo>
                    <a:pt x="17" y="28"/>
                    <a:pt x="17" y="28"/>
                    <a:pt x="17" y="28"/>
                  </a:cubicBezTo>
                  <a:cubicBezTo>
                    <a:pt x="17" y="28"/>
                    <a:pt x="17" y="28"/>
                    <a:pt x="17" y="28"/>
                  </a:cubicBezTo>
                  <a:cubicBezTo>
                    <a:pt x="16" y="28"/>
                    <a:pt x="16" y="28"/>
                    <a:pt x="16" y="28"/>
                  </a:cubicBezTo>
                  <a:cubicBezTo>
                    <a:pt x="16" y="29"/>
                    <a:pt x="16" y="29"/>
                    <a:pt x="16" y="29"/>
                  </a:cubicBezTo>
                  <a:cubicBezTo>
                    <a:pt x="16" y="31"/>
                    <a:pt x="17" y="33"/>
                    <a:pt x="19" y="33"/>
                  </a:cubicBezTo>
                  <a:cubicBezTo>
                    <a:pt x="20" y="33"/>
                    <a:pt x="20" y="33"/>
                    <a:pt x="20" y="33"/>
                  </a:cubicBezTo>
                  <a:cubicBezTo>
                    <a:pt x="20" y="33"/>
                    <a:pt x="22" y="35"/>
                    <a:pt x="23" y="35"/>
                  </a:cubicBezTo>
                  <a:cubicBezTo>
                    <a:pt x="24" y="35"/>
                    <a:pt x="24" y="35"/>
                    <a:pt x="24" y="35"/>
                  </a:cubicBezTo>
                  <a:cubicBezTo>
                    <a:pt x="25" y="35"/>
                    <a:pt x="25" y="35"/>
                    <a:pt x="25" y="35"/>
                  </a:cubicBezTo>
                  <a:cubicBezTo>
                    <a:pt x="25" y="34"/>
                    <a:pt x="25" y="34"/>
                    <a:pt x="25" y="34"/>
                  </a:cubicBezTo>
                  <a:cubicBezTo>
                    <a:pt x="27" y="36"/>
                    <a:pt x="27" y="36"/>
                    <a:pt x="27" y="36"/>
                  </a:cubicBezTo>
                  <a:cubicBezTo>
                    <a:pt x="27" y="36"/>
                    <a:pt x="27" y="36"/>
                    <a:pt x="27" y="36"/>
                  </a:cubicBezTo>
                  <a:cubicBezTo>
                    <a:pt x="28" y="34"/>
                    <a:pt x="28" y="34"/>
                    <a:pt x="28" y="34"/>
                  </a:cubicBezTo>
                  <a:cubicBezTo>
                    <a:pt x="28" y="34"/>
                    <a:pt x="28" y="34"/>
                    <a:pt x="28" y="34"/>
                  </a:cubicBezTo>
                  <a:cubicBezTo>
                    <a:pt x="29" y="33"/>
                    <a:pt x="29" y="33"/>
                    <a:pt x="29" y="33"/>
                  </a:cubicBezTo>
                  <a:cubicBezTo>
                    <a:pt x="29" y="35"/>
                    <a:pt x="29" y="35"/>
                    <a:pt x="29" y="35"/>
                  </a:cubicBezTo>
                  <a:cubicBezTo>
                    <a:pt x="31" y="36"/>
                    <a:pt x="31" y="36"/>
                    <a:pt x="31" y="36"/>
                  </a:cubicBezTo>
                  <a:cubicBezTo>
                    <a:pt x="31" y="38"/>
                    <a:pt x="31" y="38"/>
                    <a:pt x="31" y="38"/>
                  </a:cubicBezTo>
                  <a:cubicBezTo>
                    <a:pt x="31" y="39"/>
                    <a:pt x="31" y="39"/>
                    <a:pt x="31" y="39"/>
                  </a:cubicBezTo>
                  <a:cubicBezTo>
                    <a:pt x="31" y="41"/>
                    <a:pt x="31" y="43"/>
                    <a:pt x="30" y="44"/>
                  </a:cubicBezTo>
                  <a:cubicBezTo>
                    <a:pt x="30" y="45"/>
                    <a:pt x="30" y="45"/>
                    <a:pt x="30" y="45"/>
                  </a:cubicBezTo>
                  <a:cubicBezTo>
                    <a:pt x="30" y="46"/>
                    <a:pt x="32" y="48"/>
                    <a:pt x="32" y="48"/>
                  </a:cubicBezTo>
                  <a:cubicBezTo>
                    <a:pt x="32" y="49"/>
                    <a:pt x="32" y="49"/>
                    <a:pt x="32" y="49"/>
                  </a:cubicBezTo>
                  <a:cubicBezTo>
                    <a:pt x="32" y="48"/>
                    <a:pt x="32" y="48"/>
                    <a:pt x="32" y="48"/>
                  </a:cubicBezTo>
                  <a:cubicBezTo>
                    <a:pt x="32" y="48"/>
                    <a:pt x="32" y="48"/>
                    <a:pt x="32" y="48"/>
                  </a:cubicBezTo>
                  <a:cubicBezTo>
                    <a:pt x="33" y="48"/>
                    <a:pt x="34" y="48"/>
                    <a:pt x="36" y="47"/>
                  </a:cubicBezTo>
                  <a:moveTo>
                    <a:pt x="11" y="27"/>
                  </a:moveTo>
                  <a:cubicBezTo>
                    <a:pt x="11" y="27"/>
                    <a:pt x="11" y="27"/>
                    <a:pt x="11" y="27"/>
                  </a:cubicBezTo>
                  <a:cubicBezTo>
                    <a:pt x="11" y="27"/>
                    <a:pt x="11" y="27"/>
                    <a:pt x="11" y="27"/>
                  </a:cubicBezTo>
                  <a:close/>
                  <a:moveTo>
                    <a:pt x="36" y="42"/>
                  </a:moveTo>
                  <a:cubicBezTo>
                    <a:pt x="34" y="45"/>
                    <a:pt x="33" y="47"/>
                    <a:pt x="32" y="48"/>
                  </a:cubicBezTo>
                  <a:cubicBezTo>
                    <a:pt x="32" y="47"/>
                    <a:pt x="31" y="46"/>
                    <a:pt x="31" y="45"/>
                  </a:cubicBezTo>
                  <a:cubicBezTo>
                    <a:pt x="31" y="44"/>
                    <a:pt x="31" y="44"/>
                    <a:pt x="31" y="44"/>
                  </a:cubicBezTo>
                  <a:cubicBezTo>
                    <a:pt x="31" y="43"/>
                    <a:pt x="32" y="41"/>
                    <a:pt x="32" y="39"/>
                  </a:cubicBezTo>
                  <a:cubicBezTo>
                    <a:pt x="32" y="38"/>
                    <a:pt x="32" y="38"/>
                    <a:pt x="32" y="38"/>
                  </a:cubicBezTo>
                  <a:cubicBezTo>
                    <a:pt x="31" y="37"/>
                    <a:pt x="31" y="37"/>
                    <a:pt x="31" y="37"/>
                  </a:cubicBezTo>
                  <a:cubicBezTo>
                    <a:pt x="31" y="36"/>
                    <a:pt x="31" y="36"/>
                    <a:pt x="31" y="36"/>
                  </a:cubicBezTo>
                  <a:cubicBezTo>
                    <a:pt x="32" y="35"/>
                    <a:pt x="32" y="35"/>
                    <a:pt x="32" y="35"/>
                  </a:cubicBezTo>
                  <a:cubicBezTo>
                    <a:pt x="33" y="34"/>
                    <a:pt x="33" y="34"/>
                    <a:pt x="33" y="34"/>
                  </a:cubicBezTo>
                  <a:cubicBezTo>
                    <a:pt x="34" y="36"/>
                    <a:pt x="34" y="36"/>
                    <a:pt x="34" y="36"/>
                  </a:cubicBezTo>
                  <a:cubicBezTo>
                    <a:pt x="36" y="37"/>
                    <a:pt x="36" y="37"/>
                    <a:pt x="36" y="37"/>
                  </a:cubicBezTo>
                  <a:cubicBezTo>
                    <a:pt x="37" y="39"/>
                    <a:pt x="37" y="39"/>
                    <a:pt x="37" y="39"/>
                  </a:cubicBezTo>
                  <a:cubicBezTo>
                    <a:pt x="37" y="40"/>
                    <a:pt x="36" y="41"/>
                    <a:pt x="36" y="42"/>
                  </a:cubicBezTo>
                  <a:moveTo>
                    <a:pt x="44" y="32"/>
                  </a:moveTo>
                  <a:cubicBezTo>
                    <a:pt x="43" y="32"/>
                    <a:pt x="43" y="32"/>
                    <a:pt x="43" y="32"/>
                  </a:cubicBezTo>
                  <a:cubicBezTo>
                    <a:pt x="42" y="32"/>
                    <a:pt x="42" y="32"/>
                    <a:pt x="42" y="32"/>
                  </a:cubicBezTo>
                  <a:cubicBezTo>
                    <a:pt x="41" y="33"/>
                    <a:pt x="40" y="35"/>
                    <a:pt x="40" y="36"/>
                  </a:cubicBezTo>
                  <a:cubicBezTo>
                    <a:pt x="40" y="37"/>
                    <a:pt x="40" y="37"/>
                    <a:pt x="40" y="37"/>
                  </a:cubicBezTo>
                  <a:cubicBezTo>
                    <a:pt x="40" y="38"/>
                    <a:pt x="40" y="38"/>
                    <a:pt x="40" y="38"/>
                  </a:cubicBezTo>
                  <a:cubicBezTo>
                    <a:pt x="37" y="39"/>
                    <a:pt x="37" y="39"/>
                    <a:pt x="37" y="39"/>
                  </a:cubicBezTo>
                  <a:cubicBezTo>
                    <a:pt x="37" y="39"/>
                    <a:pt x="37" y="39"/>
                    <a:pt x="37" y="39"/>
                  </a:cubicBezTo>
                  <a:cubicBezTo>
                    <a:pt x="37" y="37"/>
                    <a:pt x="37" y="37"/>
                    <a:pt x="37" y="37"/>
                  </a:cubicBezTo>
                  <a:cubicBezTo>
                    <a:pt x="37" y="37"/>
                    <a:pt x="37" y="37"/>
                    <a:pt x="37" y="37"/>
                  </a:cubicBezTo>
                  <a:cubicBezTo>
                    <a:pt x="38" y="37"/>
                    <a:pt x="38" y="37"/>
                    <a:pt x="38" y="37"/>
                  </a:cubicBezTo>
                  <a:cubicBezTo>
                    <a:pt x="38" y="37"/>
                    <a:pt x="38" y="37"/>
                    <a:pt x="38" y="37"/>
                  </a:cubicBezTo>
                  <a:cubicBezTo>
                    <a:pt x="39" y="37"/>
                    <a:pt x="39" y="37"/>
                    <a:pt x="39" y="37"/>
                  </a:cubicBezTo>
                  <a:cubicBezTo>
                    <a:pt x="38" y="36"/>
                    <a:pt x="38" y="36"/>
                    <a:pt x="38" y="36"/>
                  </a:cubicBezTo>
                  <a:cubicBezTo>
                    <a:pt x="36" y="34"/>
                    <a:pt x="36" y="34"/>
                    <a:pt x="36" y="34"/>
                  </a:cubicBezTo>
                  <a:cubicBezTo>
                    <a:pt x="36" y="34"/>
                    <a:pt x="36" y="34"/>
                    <a:pt x="36" y="34"/>
                  </a:cubicBezTo>
                  <a:cubicBezTo>
                    <a:pt x="37" y="31"/>
                    <a:pt x="37" y="31"/>
                    <a:pt x="37" y="31"/>
                  </a:cubicBezTo>
                  <a:cubicBezTo>
                    <a:pt x="38" y="31"/>
                    <a:pt x="38" y="30"/>
                    <a:pt x="38" y="29"/>
                  </a:cubicBezTo>
                  <a:cubicBezTo>
                    <a:pt x="39" y="28"/>
                    <a:pt x="39" y="27"/>
                    <a:pt x="39" y="26"/>
                  </a:cubicBezTo>
                  <a:cubicBezTo>
                    <a:pt x="39" y="27"/>
                    <a:pt x="40" y="28"/>
                    <a:pt x="40" y="29"/>
                  </a:cubicBezTo>
                  <a:cubicBezTo>
                    <a:pt x="40" y="29"/>
                    <a:pt x="40" y="29"/>
                    <a:pt x="40" y="29"/>
                  </a:cubicBezTo>
                  <a:cubicBezTo>
                    <a:pt x="40" y="30"/>
                    <a:pt x="40" y="30"/>
                    <a:pt x="40" y="30"/>
                  </a:cubicBezTo>
                  <a:cubicBezTo>
                    <a:pt x="41" y="29"/>
                    <a:pt x="41" y="29"/>
                    <a:pt x="41" y="29"/>
                  </a:cubicBezTo>
                  <a:cubicBezTo>
                    <a:pt x="42" y="28"/>
                    <a:pt x="42" y="28"/>
                    <a:pt x="42" y="28"/>
                  </a:cubicBezTo>
                  <a:cubicBezTo>
                    <a:pt x="42" y="30"/>
                    <a:pt x="42" y="30"/>
                    <a:pt x="42" y="30"/>
                  </a:cubicBezTo>
                  <a:cubicBezTo>
                    <a:pt x="42" y="30"/>
                    <a:pt x="42" y="30"/>
                    <a:pt x="42" y="30"/>
                  </a:cubicBezTo>
                  <a:cubicBezTo>
                    <a:pt x="42" y="31"/>
                    <a:pt x="42" y="31"/>
                    <a:pt x="42" y="31"/>
                  </a:cubicBezTo>
                  <a:cubicBezTo>
                    <a:pt x="42" y="31"/>
                    <a:pt x="42" y="31"/>
                    <a:pt x="42" y="31"/>
                  </a:cubicBezTo>
                  <a:cubicBezTo>
                    <a:pt x="43" y="30"/>
                    <a:pt x="43" y="30"/>
                    <a:pt x="43" y="30"/>
                  </a:cubicBezTo>
                  <a:cubicBezTo>
                    <a:pt x="43" y="30"/>
                    <a:pt x="44" y="31"/>
                    <a:pt x="44" y="32"/>
                  </a:cubicBezTo>
                  <a:moveTo>
                    <a:pt x="48" y="29"/>
                  </a:moveTo>
                  <a:cubicBezTo>
                    <a:pt x="48" y="29"/>
                    <a:pt x="48" y="29"/>
                    <a:pt x="48" y="29"/>
                  </a:cubicBezTo>
                  <a:cubicBezTo>
                    <a:pt x="48" y="29"/>
                    <a:pt x="48" y="29"/>
                    <a:pt x="48" y="29"/>
                  </a:cubicBezTo>
                  <a:cubicBezTo>
                    <a:pt x="47" y="28"/>
                    <a:pt x="47" y="28"/>
                    <a:pt x="47" y="28"/>
                  </a:cubicBezTo>
                  <a:cubicBezTo>
                    <a:pt x="47" y="28"/>
                    <a:pt x="47" y="28"/>
                    <a:pt x="47" y="28"/>
                  </a:cubicBezTo>
                  <a:cubicBezTo>
                    <a:pt x="47" y="28"/>
                    <a:pt x="47" y="28"/>
                    <a:pt x="47" y="28"/>
                  </a:cubicBezTo>
                  <a:lnTo>
                    <a:pt x="48" y="29"/>
                  </a:lnTo>
                  <a:close/>
                  <a:moveTo>
                    <a:pt x="47" y="15"/>
                  </a:moveTo>
                  <a:cubicBezTo>
                    <a:pt x="46" y="18"/>
                    <a:pt x="46" y="18"/>
                    <a:pt x="46" y="18"/>
                  </a:cubicBezTo>
                  <a:cubicBezTo>
                    <a:pt x="46" y="18"/>
                    <a:pt x="46" y="19"/>
                    <a:pt x="46" y="20"/>
                  </a:cubicBezTo>
                  <a:cubicBezTo>
                    <a:pt x="46" y="21"/>
                    <a:pt x="46" y="21"/>
                    <a:pt x="46" y="21"/>
                  </a:cubicBezTo>
                  <a:cubicBezTo>
                    <a:pt x="47" y="25"/>
                    <a:pt x="47" y="25"/>
                    <a:pt x="47" y="25"/>
                  </a:cubicBezTo>
                  <a:cubicBezTo>
                    <a:pt x="47" y="27"/>
                    <a:pt x="47" y="27"/>
                    <a:pt x="47" y="27"/>
                  </a:cubicBezTo>
                  <a:cubicBezTo>
                    <a:pt x="47" y="27"/>
                    <a:pt x="47" y="27"/>
                    <a:pt x="47" y="27"/>
                  </a:cubicBezTo>
                  <a:cubicBezTo>
                    <a:pt x="47" y="28"/>
                    <a:pt x="47" y="28"/>
                    <a:pt x="47" y="28"/>
                  </a:cubicBezTo>
                  <a:cubicBezTo>
                    <a:pt x="47" y="28"/>
                    <a:pt x="47" y="28"/>
                    <a:pt x="47" y="28"/>
                  </a:cubicBezTo>
                  <a:cubicBezTo>
                    <a:pt x="46" y="27"/>
                    <a:pt x="46" y="27"/>
                    <a:pt x="46" y="27"/>
                  </a:cubicBezTo>
                  <a:cubicBezTo>
                    <a:pt x="46" y="26"/>
                    <a:pt x="46" y="26"/>
                    <a:pt x="46" y="26"/>
                  </a:cubicBezTo>
                  <a:cubicBezTo>
                    <a:pt x="46" y="24"/>
                    <a:pt x="46" y="24"/>
                    <a:pt x="46" y="24"/>
                  </a:cubicBezTo>
                  <a:cubicBezTo>
                    <a:pt x="45" y="23"/>
                    <a:pt x="45" y="23"/>
                    <a:pt x="45" y="23"/>
                  </a:cubicBezTo>
                  <a:cubicBezTo>
                    <a:pt x="45" y="23"/>
                    <a:pt x="45" y="23"/>
                    <a:pt x="45" y="23"/>
                  </a:cubicBezTo>
                  <a:cubicBezTo>
                    <a:pt x="45" y="23"/>
                    <a:pt x="45" y="23"/>
                    <a:pt x="45" y="23"/>
                  </a:cubicBezTo>
                  <a:cubicBezTo>
                    <a:pt x="45" y="22"/>
                    <a:pt x="45" y="22"/>
                    <a:pt x="45" y="22"/>
                  </a:cubicBezTo>
                  <a:cubicBezTo>
                    <a:pt x="45" y="23"/>
                    <a:pt x="45" y="23"/>
                    <a:pt x="45" y="23"/>
                  </a:cubicBezTo>
                  <a:cubicBezTo>
                    <a:pt x="45" y="23"/>
                    <a:pt x="45" y="23"/>
                    <a:pt x="45" y="23"/>
                  </a:cubicBezTo>
                  <a:cubicBezTo>
                    <a:pt x="45" y="23"/>
                    <a:pt x="45" y="23"/>
                    <a:pt x="45" y="23"/>
                  </a:cubicBezTo>
                  <a:cubicBezTo>
                    <a:pt x="45" y="23"/>
                    <a:pt x="45" y="23"/>
                    <a:pt x="45" y="23"/>
                  </a:cubicBezTo>
                  <a:cubicBezTo>
                    <a:pt x="45" y="23"/>
                    <a:pt x="44" y="25"/>
                    <a:pt x="44" y="26"/>
                  </a:cubicBezTo>
                  <a:cubicBezTo>
                    <a:pt x="43" y="28"/>
                    <a:pt x="43" y="28"/>
                    <a:pt x="43" y="28"/>
                  </a:cubicBezTo>
                  <a:cubicBezTo>
                    <a:pt x="43" y="30"/>
                    <a:pt x="43" y="30"/>
                    <a:pt x="43" y="30"/>
                  </a:cubicBezTo>
                  <a:cubicBezTo>
                    <a:pt x="42" y="28"/>
                    <a:pt x="42" y="28"/>
                    <a:pt x="42" y="28"/>
                  </a:cubicBezTo>
                  <a:cubicBezTo>
                    <a:pt x="42" y="27"/>
                    <a:pt x="42" y="27"/>
                    <a:pt x="42" y="27"/>
                  </a:cubicBezTo>
                  <a:cubicBezTo>
                    <a:pt x="42" y="27"/>
                    <a:pt x="42" y="27"/>
                    <a:pt x="42" y="27"/>
                  </a:cubicBezTo>
                  <a:cubicBezTo>
                    <a:pt x="42" y="26"/>
                    <a:pt x="42" y="26"/>
                    <a:pt x="42" y="26"/>
                  </a:cubicBezTo>
                  <a:cubicBezTo>
                    <a:pt x="43" y="24"/>
                    <a:pt x="43" y="22"/>
                    <a:pt x="43" y="21"/>
                  </a:cubicBezTo>
                  <a:cubicBezTo>
                    <a:pt x="43" y="20"/>
                    <a:pt x="43" y="20"/>
                    <a:pt x="43" y="20"/>
                  </a:cubicBezTo>
                  <a:cubicBezTo>
                    <a:pt x="43" y="18"/>
                    <a:pt x="43" y="18"/>
                    <a:pt x="43" y="18"/>
                  </a:cubicBezTo>
                  <a:cubicBezTo>
                    <a:pt x="44" y="19"/>
                    <a:pt x="44" y="19"/>
                    <a:pt x="44" y="19"/>
                  </a:cubicBezTo>
                  <a:cubicBezTo>
                    <a:pt x="44" y="18"/>
                    <a:pt x="44" y="18"/>
                    <a:pt x="44" y="18"/>
                  </a:cubicBezTo>
                  <a:cubicBezTo>
                    <a:pt x="44" y="16"/>
                    <a:pt x="44" y="16"/>
                    <a:pt x="44" y="16"/>
                  </a:cubicBezTo>
                  <a:cubicBezTo>
                    <a:pt x="44" y="15"/>
                    <a:pt x="43" y="14"/>
                    <a:pt x="43" y="14"/>
                  </a:cubicBezTo>
                  <a:cubicBezTo>
                    <a:pt x="43" y="14"/>
                    <a:pt x="43" y="14"/>
                    <a:pt x="43" y="14"/>
                  </a:cubicBezTo>
                  <a:cubicBezTo>
                    <a:pt x="43" y="13"/>
                    <a:pt x="43" y="13"/>
                    <a:pt x="43" y="13"/>
                  </a:cubicBezTo>
                  <a:cubicBezTo>
                    <a:pt x="43" y="12"/>
                    <a:pt x="43" y="12"/>
                    <a:pt x="43" y="12"/>
                  </a:cubicBezTo>
                  <a:cubicBezTo>
                    <a:pt x="44" y="12"/>
                    <a:pt x="44" y="12"/>
                    <a:pt x="44" y="12"/>
                  </a:cubicBezTo>
                  <a:cubicBezTo>
                    <a:pt x="44" y="12"/>
                    <a:pt x="44" y="12"/>
                    <a:pt x="44" y="12"/>
                  </a:cubicBezTo>
                  <a:cubicBezTo>
                    <a:pt x="45" y="14"/>
                    <a:pt x="45" y="14"/>
                    <a:pt x="45" y="14"/>
                  </a:cubicBezTo>
                  <a:cubicBezTo>
                    <a:pt x="45" y="14"/>
                    <a:pt x="45" y="14"/>
                    <a:pt x="45" y="14"/>
                  </a:cubicBezTo>
                  <a:cubicBezTo>
                    <a:pt x="45" y="14"/>
                    <a:pt x="45" y="14"/>
                    <a:pt x="45" y="14"/>
                  </a:cubicBezTo>
                  <a:cubicBezTo>
                    <a:pt x="45" y="15"/>
                    <a:pt x="45" y="15"/>
                    <a:pt x="45" y="15"/>
                  </a:cubicBezTo>
                  <a:cubicBezTo>
                    <a:pt x="44" y="16"/>
                    <a:pt x="44" y="16"/>
                    <a:pt x="44" y="16"/>
                  </a:cubicBezTo>
                  <a:cubicBezTo>
                    <a:pt x="44" y="16"/>
                    <a:pt x="44" y="16"/>
                    <a:pt x="44" y="16"/>
                  </a:cubicBezTo>
                  <a:cubicBezTo>
                    <a:pt x="44" y="17"/>
                    <a:pt x="44" y="17"/>
                    <a:pt x="44" y="17"/>
                  </a:cubicBezTo>
                  <a:cubicBezTo>
                    <a:pt x="44" y="19"/>
                    <a:pt x="44" y="19"/>
                    <a:pt x="44" y="19"/>
                  </a:cubicBezTo>
                  <a:cubicBezTo>
                    <a:pt x="45" y="19"/>
                    <a:pt x="45" y="19"/>
                    <a:pt x="45" y="19"/>
                  </a:cubicBezTo>
                  <a:cubicBezTo>
                    <a:pt x="45" y="17"/>
                    <a:pt x="45" y="17"/>
                    <a:pt x="45" y="17"/>
                  </a:cubicBezTo>
                  <a:cubicBezTo>
                    <a:pt x="45" y="16"/>
                    <a:pt x="45" y="16"/>
                    <a:pt x="45" y="16"/>
                  </a:cubicBezTo>
                  <a:cubicBezTo>
                    <a:pt x="45" y="16"/>
                    <a:pt x="45" y="16"/>
                    <a:pt x="45" y="16"/>
                  </a:cubicBezTo>
                  <a:cubicBezTo>
                    <a:pt x="45" y="15"/>
                    <a:pt x="45" y="15"/>
                    <a:pt x="45" y="15"/>
                  </a:cubicBezTo>
                  <a:cubicBezTo>
                    <a:pt x="45" y="15"/>
                    <a:pt x="45" y="15"/>
                    <a:pt x="45" y="15"/>
                  </a:cubicBezTo>
                  <a:cubicBezTo>
                    <a:pt x="47" y="13"/>
                    <a:pt x="47" y="13"/>
                    <a:pt x="47" y="13"/>
                  </a:cubicBezTo>
                  <a:cubicBezTo>
                    <a:pt x="47" y="13"/>
                    <a:pt x="47" y="13"/>
                    <a:pt x="47" y="13"/>
                  </a:cubicBezTo>
                  <a:cubicBezTo>
                    <a:pt x="47" y="13"/>
                    <a:pt x="47" y="13"/>
                    <a:pt x="47" y="13"/>
                  </a:cubicBezTo>
                  <a:cubicBezTo>
                    <a:pt x="48" y="14"/>
                    <a:pt x="48" y="14"/>
                    <a:pt x="48" y="14"/>
                  </a:cubicBezTo>
                  <a:lnTo>
                    <a:pt x="47" y="15"/>
                  </a:lnTo>
                  <a:close/>
                  <a:moveTo>
                    <a:pt x="48" y="13"/>
                  </a:moveTo>
                  <a:cubicBezTo>
                    <a:pt x="47" y="13"/>
                    <a:pt x="47" y="13"/>
                    <a:pt x="47" y="13"/>
                  </a:cubicBezTo>
                  <a:cubicBezTo>
                    <a:pt x="47" y="13"/>
                    <a:pt x="47" y="13"/>
                    <a:pt x="47" y="13"/>
                  </a:cubicBezTo>
                  <a:cubicBezTo>
                    <a:pt x="48" y="12"/>
                    <a:pt x="48" y="12"/>
                    <a:pt x="48" y="12"/>
                  </a:cubicBezTo>
                  <a:cubicBezTo>
                    <a:pt x="48" y="12"/>
                    <a:pt x="48" y="12"/>
                    <a:pt x="48" y="12"/>
                  </a:cubicBezTo>
                  <a:lnTo>
                    <a:pt x="48" y="13"/>
                  </a:lnTo>
                  <a:close/>
                  <a:moveTo>
                    <a:pt x="11" y="78"/>
                  </a:moveTo>
                  <a:cubicBezTo>
                    <a:pt x="11" y="79"/>
                    <a:pt x="11" y="79"/>
                    <a:pt x="11" y="79"/>
                  </a:cubicBezTo>
                  <a:cubicBezTo>
                    <a:pt x="10" y="80"/>
                    <a:pt x="10" y="80"/>
                    <a:pt x="10" y="80"/>
                  </a:cubicBezTo>
                  <a:cubicBezTo>
                    <a:pt x="10" y="81"/>
                    <a:pt x="10" y="81"/>
                    <a:pt x="10" y="81"/>
                  </a:cubicBezTo>
                  <a:cubicBezTo>
                    <a:pt x="11" y="81"/>
                    <a:pt x="11" y="81"/>
                    <a:pt x="11" y="81"/>
                  </a:cubicBezTo>
                  <a:cubicBezTo>
                    <a:pt x="11" y="80"/>
                    <a:pt x="11" y="80"/>
                    <a:pt x="11" y="80"/>
                  </a:cubicBezTo>
                  <a:cubicBezTo>
                    <a:pt x="11" y="80"/>
                    <a:pt x="11" y="80"/>
                    <a:pt x="11" y="80"/>
                  </a:cubicBezTo>
                  <a:cubicBezTo>
                    <a:pt x="12" y="78"/>
                    <a:pt x="12" y="78"/>
                    <a:pt x="12" y="78"/>
                  </a:cubicBezTo>
                  <a:lnTo>
                    <a:pt x="11" y="78"/>
                  </a:lnTo>
                  <a:close/>
                  <a:moveTo>
                    <a:pt x="26" y="52"/>
                  </a:moveTo>
                  <a:cubicBezTo>
                    <a:pt x="26" y="52"/>
                    <a:pt x="24" y="53"/>
                    <a:pt x="23" y="54"/>
                  </a:cubicBezTo>
                  <a:cubicBezTo>
                    <a:pt x="21" y="55"/>
                    <a:pt x="20" y="55"/>
                    <a:pt x="20" y="56"/>
                  </a:cubicBezTo>
                  <a:cubicBezTo>
                    <a:pt x="19" y="57"/>
                    <a:pt x="19" y="57"/>
                    <a:pt x="19" y="57"/>
                  </a:cubicBezTo>
                  <a:cubicBezTo>
                    <a:pt x="20" y="57"/>
                    <a:pt x="20" y="57"/>
                    <a:pt x="20" y="57"/>
                  </a:cubicBezTo>
                  <a:cubicBezTo>
                    <a:pt x="20" y="56"/>
                    <a:pt x="20" y="56"/>
                    <a:pt x="20" y="56"/>
                  </a:cubicBezTo>
                  <a:cubicBezTo>
                    <a:pt x="20" y="55"/>
                    <a:pt x="21" y="55"/>
                    <a:pt x="23" y="54"/>
                  </a:cubicBezTo>
                  <a:cubicBezTo>
                    <a:pt x="25" y="54"/>
                    <a:pt x="26" y="52"/>
                    <a:pt x="26" y="52"/>
                  </a:cubicBezTo>
                  <a:close/>
                  <a:moveTo>
                    <a:pt x="8" y="82"/>
                  </a:moveTo>
                  <a:cubicBezTo>
                    <a:pt x="8" y="83"/>
                    <a:pt x="8" y="83"/>
                    <a:pt x="8" y="83"/>
                  </a:cubicBezTo>
                  <a:cubicBezTo>
                    <a:pt x="8" y="83"/>
                    <a:pt x="8" y="83"/>
                    <a:pt x="8" y="83"/>
                  </a:cubicBezTo>
                  <a:cubicBezTo>
                    <a:pt x="8" y="83"/>
                    <a:pt x="8" y="83"/>
                    <a:pt x="8" y="83"/>
                  </a:cubicBezTo>
                  <a:cubicBezTo>
                    <a:pt x="9" y="84"/>
                    <a:pt x="9" y="84"/>
                    <a:pt x="9" y="84"/>
                  </a:cubicBezTo>
                  <a:cubicBezTo>
                    <a:pt x="9" y="85"/>
                    <a:pt x="9" y="85"/>
                    <a:pt x="9" y="85"/>
                  </a:cubicBezTo>
                  <a:cubicBezTo>
                    <a:pt x="8" y="85"/>
                    <a:pt x="9" y="86"/>
                    <a:pt x="8" y="86"/>
                  </a:cubicBezTo>
                  <a:cubicBezTo>
                    <a:pt x="7" y="88"/>
                    <a:pt x="7" y="88"/>
                    <a:pt x="7" y="88"/>
                  </a:cubicBezTo>
                  <a:cubicBezTo>
                    <a:pt x="7" y="89"/>
                    <a:pt x="7" y="89"/>
                    <a:pt x="7" y="89"/>
                  </a:cubicBezTo>
                  <a:cubicBezTo>
                    <a:pt x="7" y="90"/>
                    <a:pt x="7" y="91"/>
                    <a:pt x="7" y="92"/>
                  </a:cubicBezTo>
                  <a:cubicBezTo>
                    <a:pt x="7" y="95"/>
                    <a:pt x="7" y="95"/>
                    <a:pt x="7" y="95"/>
                  </a:cubicBezTo>
                  <a:cubicBezTo>
                    <a:pt x="7" y="95"/>
                    <a:pt x="7" y="95"/>
                    <a:pt x="7" y="95"/>
                  </a:cubicBezTo>
                  <a:cubicBezTo>
                    <a:pt x="8" y="96"/>
                    <a:pt x="8" y="96"/>
                    <a:pt x="8" y="96"/>
                  </a:cubicBezTo>
                  <a:cubicBezTo>
                    <a:pt x="8" y="96"/>
                    <a:pt x="8" y="96"/>
                    <a:pt x="8" y="96"/>
                  </a:cubicBezTo>
                  <a:cubicBezTo>
                    <a:pt x="8" y="95"/>
                    <a:pt x="8" y="95"/>
                    <a:pt x="8" y="95"/>
                  </a:cubicBezTo>
                  <a:cubicBezTo>
                    <a:pt x="8" y="95"/>
                    <a:pt x="8" y="95"/>
                    <a:pt x="8" y="95"/>
                  </a:cubicBezTo>
                  <a:cubicBezTo>
                    <a:pt x="8" y="92"/>
                    <a:pt x="8" y="92"/>
                    <a:pt x="8" y="92"/>
                  </a:cubicBezTo>
                  <a:cubicBezTo>
                    <a:pt x="8" y="91"/>
                    <a:pt x="8" y="90"/>
                    <a:pt x="8" y="89"/>
                  </a:cubicBezTo>
                  <a:cubicBezTo>
                    <a:pt x="8" y="89"/>
                    <a:pt x="8" y="89"/>
                    <a:pt x="8" y="89"/>
                  </a:cubicBezTo>
                  <a:cubicBezTo>
                    <a:pt x="9" y="87"/>
                    <a:pt x="9" y="87"/>
                    <a:pt x="9" y="87"/>
                  </a:cubicBezTo>
                  <a:cubicBezTo>
                    <a:pt x="9" y="85"/>
                    <a:pt x="9" y="85"/>
                    <a:pt x="9" y="85"/>
                  </a:cubicBezTo>
                  <a:cubicBezTo>
                    <a:pt x="9" y="84"/>
                    <a:pt x="9" y="84"/>
                    <a:pt x="9" y="84"/>
                  </a:cubicBezTo>
                  <a:cubicBezTo>
                    <a:pt x="9" y="83"/>
                    <a:pt x="8" y="83"/>
                    <a:pt x="8" y="82"/>
                  </a:cubicBezTo>
                  <a:close/>
                  <a:moveTo>
                    <a:pt x="21" y="34"/>
                  </a:moveTo>
                  <a:cubicBezTo>
                    <a:pt x="20" y="34"/>
                    <a:pt x="20" y="34"/>
                    <a:pt x="20" y="34"/>
                  </a:cubicBezTo>
                  <a:cubicBezTo>
                    <a:pt x="19" y="34"/>
                    <a:pt x="19" y="34"/>
                    <a:pt x="19" y="34"/>
                  </a:cubicBezTo>
                  <a:cubicBezTo>
                    <a:pt x="18" y="34"/>
                    <a:pt x="18" y="34"/>
                    <a:pt x="18" y="34"/>
                  </a:cubicBezTo>
                  <a:cubicBezTo>
                    <a:pt x="18" y="33"/>
                    <a:pt x="18" y="33"/>
                    <a:pt x="18" y="33"/>
                  </a:cubicBezTo>
                  <a:cubicBezTo>
                    <a:pt x="18" y="32"/>
                    <a:pt x="17" y="32"/>
                    <a:pt x="16" y="32"/>
                  </a:cubicBezTo>
                  <a:cubicBezTo>
                    <a:pt x="15" y="31"/>
                    <a:pt x="15" y="31"/>
                    <a:pt x="15" y="30"/>
                  </a:cubicBezTo>
                  <a:cubicBezTo>
                    <a:pt x="15" y="30"/>
                    <a:pt x="15" y="30"/>
                    <a:pt x="15" y="30"/>
                  </a:cubicBezTo>
                  <a:cubicBezTo>
                    <a:pt x="15" y="29"/>
                    <a:pt x="15" y="29"/>
                    <a:pt x="15" y="29"/>
                  </a:cubicBezTo>
                  <a:cubicBezTo>
                    <a:pt x="15" y="29"/>
                    <a:pt x="15" y="29"/>
                    <a:pt x="15" y="29"/>
                  </a:cubicBezTo>
                  <a:cubicBezTo>
                    <a:pt x="15" y="27"/>
                    <a:pt x="15" y="27"/>
                    <a:pt x="15" y="27"/>
                  </a:cubicBezTo>
                  <a:cubicBezTo>
                    <a:pt x="14" y="25"/>
                    <a:pt x="14" y="25"/>
                    <a:pt x="14" y="25"/>
                  </a:cubicBezTo>
                  <a:cubicBezTo>
                    <a:pt x="15" y="26"/>
                    <a:pt x="15" y="26"/>
                    <a:pt x="15" y="26"/>
                  </a:cubicBezTo>
                  <a:cubicBezTo>
                    <a:pt x="15" y="26"/>
                    <a:pt x="15" y="26"/>
                    <a:pt x="15" y="26"/>
                  </a:cubicBezTo>
                  <a:cubicBezTo>
                    <a:pt x="16" y="25"/>
                    <a:pt x="16" y="25"/>
                    <a:pt x="16" y="25"/>
                  </a:cubicBezTo>
                  <a:cubicBezTo>
                    <a:pt x="16" y="25"/>
                    <a:pt x="16" y="25"/>
                    <a:pt x="16" y="25"/>
                  </a:cubicBezTo>
                  <a:cubicBezTo>
                    <a:pt x="16" y="23"/>
                    <a:pt x="16" y="23"/>
                    <a:pt x="16" y="23"/>
                  </a:cubicBezTo>
                  <a:cubicBezTo>
                    <a:pt x="14" y="22"/>
                    <a:pt x="14" y="22"/>
                    <a:pt x="14" y="22"/>
                  </a:cubicBezTo>
                  <a:cubicBezTo>
                    <a:pt x="14" y="22"/>
                    <a:pt x="14" y="22"/>
                    <a:pt x="14" y="22"/>
                  </a:cubicBezTo>
                  <a:cubicBezTo>
                    <a:pt x="15" y="23"/>
                    <a:pt x="15" y="23"/>
                    <a:pt x="15" y="23"/>
                  </a:cubicBezTo>
                  <a:cubicBezTo>
                    <a:pt x="15" y="23"/>
                    <a:pt x="15" y="23"/>
                    <a:pt x="15" y="23"/>
                  </a:cubicBezTo>
                  <a:cubicBezTo>
                    <a:pt x="16" y="25"/>
                    <a:pt x="16" y="25"/>
                    <a:pt x="16" y="25"/>
                  </a:cubicBezTo>
                  <a:cubicBezTo>
                    <a:pt x="16" y="25"/>
                    <a:pt x="16" y="25"/>
                    <a:pt x="16" y="25"/>
                  </a:cubicBezTo>
                  <a:cubicBezTo>
                    <a:pt x="15" y="25"/>
                    <a:pt x="15" y="25"/>
                    <a:pt x="15" y="25"/>
                  </a:cubicBezTo>
                  <a:cubicBezTo>
                    <a:pt x="15" y="25"/>
                    <a:pt x="15" y="25"/>
                    <a:pt x="15" y="25"/>
                  </a:cubicBezTo>
                  <a:cubicBezTo>
                    <a:pt x="14" y="25"/>
                    <a:pt x="14" y="25"/>
                    <a:pt x="14" y="25"/>
                  </a:cubicBezTo>
                  <a:cubicBezTo>
                    <a:pt x="14" y="24"/>
                    <a:pt x="14" y="24"/>
                    <a:pt x="14" y="24"/>
                  </a:cubicBezTo>
                  <a:cubicBezTo>
                    <a:pt x="14" y="25"/>
                    <a:pt x="14" y="25"/>
                    <a:pt x="14" y="25"/>
                  </a:cubicBezTo>
                  <a:cubicBezTo>
                    <a:pt x="14" y="27"/>
                    <a:pt x="14" y="27"/>
                    <a:pt x="14" y="27"/>
                  </a:cubicBezTo>
                  <a:cubicBezTo>
                    <a:pt x="15" y="29"/>
                    <a:pt x="15" y="29"/>
                    <a:pt x="15" y="29"/>
                  </a:cubicBezTo>
                  <a:cubicBezTo>
                    <a:pt x="15" y="29"/>
                    <a:pt x="15" y="29"/>
                    <a:pt x="15" y="29"/>
                  </a:cubicBezTo>
                  <a:cubicBezTo>
                    <a:pt x="14" y="30"/>
                    <a:pt x="14" y="30"/>
                    <a:pt x="14" y="30"/>
                  </a:cubicBezTo>
                  <a:cubicBezTo>
                    <a:pt x="14" y="31"/>
                    <a:pt x="14" y="31"/>
                    <a:pt x="14" y="31"/>
                  </a:cubicBezTo>
                  <a:cubicBezTo>
                    <a:pt x="14" y="31"/>
                    <a:pt x="14" y="32"/>
                    <a:pt x="16" y="32"/>
                  </a:cubicBezTo>
                  <a:cubicBezTo>
                    <a:pt x="17" y="33"/>
                    <a:pt x="18" y="33"/>
                    <a:pt x="18" y="33"/>
                  </a:cubicBezTo>
                  <a:cubicBezTo>
                    <a:pt x="18" y="34"/>
                    <a:pt x="18" y="34"/>
                    <a:pt x="18" y="34"/>
                  </a:cubicBezTo>
                  <a:cubicBezTo>
                    <a:pt x="19" y="35"/>
                    <a:pt x="19" y="35"/>
                    <a:pt x="19" y="35"/>
                  </a:cubicBezTo>
                  <a:cubicBezTo>
                    <a:pt x="20" y="34"/>
                    <a:pt x="20" y="34"/>
                    <a:pt x="20" y="34"/>
                  </a:cubicBezTo>
                  <a:cubicBezTo>
                    <a:pt x="20" y="34"/>
                    <a:pt x="20" y="34"/>
                    <a:pt x="20" y="34"/>
                  </a:cubicBezTo>
                  <a:cubicBezTo>
                    <a:pt x="21" y="35"/>
                    <a:pt x="22" y="36"/>
                    <a:pt x="22" y="37"/>
                  </a:cubicBezTo>
                  <a:cubicBezTo>
                    <a:pt x="22" y="37"/>
                    <a:pt x="22" y="37"/>
                    <a:pt x="22" y="37"/>
                  </a:cubicBezTo>
                  <a:cubicBezTo>
                    <a:pt x="23" y="37"/>
                    <a:pt x="23" y="37"/>
                    <a:pt x="23" y="37"/>
                  </a:cubicBezTo>
                  <a:cubicBezTo>
                    <a:pt x="23" y="37"/>
                    <a:pt x="23" y="37"/>
                    <a:pt x="23" y="37"/>
                  </a:cubicBezTo>
                  <a:cubicBezTo>
                    <a:pt x="23" y="36"/>
                    <a:pt x="22" y="34"/>
                    <a:pt x="21" y="34"/>
                  </a:cubicBezTo>
                  <a:moveTo>
                    <a:pt x="26" y="23"/>
                  </a:moveTo>
                  <a:cubicBezTo>
                    <a:pt x="26" y="20"/>
                    <a:pt x="26" y="20"/>
                    <a:pt x="26" y="20"/>
                  </a:cubicBezTo>
                  <a:cubicBezTo>
                    <a:pt x="27" y="19"/>
                    <a:pt x="27" y="19"/>
                    <a:pt x="27" y="19"/>
                  </a:cubicBezTo>
                  <a:cubicBezTo>
                    <a:pt x="26" y="19"/>
                    <a:pt x="26" y="19"/>
                    <a:pt x="26" y="19"/>
                  </a:cubicBezTo>
                  <a:cubicBezTo>
                    <a:pt x="26" y="20"/>
                    <a:pt x="26" y="20"/>
                    <a:pt x="26" y="20"/>
                  </a:cubicBezTo>
                  <a:cubicBezTo>
                    <a:pt x="25" y="20"/>
                    <a:pt x="25" y="20"/>
                    <a:pt x="25" y="20"/>
                  </a:cubicBezTo>
                  <a:cubicBezTo>
                    <a:pt x="25" y="20"/>
                    <a:pt x="25" y="20"/>
                    <a:pt x="25" y="20"/>
                  </a:cubicBezTo>
                  <a:cubicBezTo>
                    <a:pt x="25" y="22"/>
                    <a:pt x="25" y="22"/>
                    <a:pt x="25" y="22"/>
                  </a:cubicBezTo>
                  <a:lnTo>
                    <a:pt x="26" y="23"/>
                  </a:lnTo>
                  <a:close/>
                  <a:moveTo>
                    <a:pt x="23" y="73"/>
                  </a:moveTo>
                  <a:cubicBezTo>
                    <a:pt x="23" y="73"/>
                    <a:pt x="23" y="73"/>
                    <a:pt x="23" y="73"/>
                  </a:cubicBezTo>
                  <a:cubicBezTo>
                    <a:pt x="23" y="74"/>
                    <a:pt x="23" y="74"/>
                    <a:pt x="23" y="74"/>
                  </a:cubicBezTo>
                  <a:cubicBezTo>
                    <a:pt x="23" y="74"/>
                    <a:pt x="23" y="74"/>
                    <a:pt x="23" y="74"/>
                  </a:cubicBezTo>
                  <a:cubicBezTo>
                    <a:pt x="23" y="74"/>
                    <a:pt x="23" y="74"/>
                    <a:pt x="23" y="74"/>
                  </a:cubicBezTo>
                  <a:cubicBezTo>
                    <a:pt x="23" y="74"/>
                    <a:pt x="23" y="74"/>
                    <a:pt x="23" y="74"/>
                  </a:cubicBezTo>
                  <a:cubicBezTo>
                    <a:pt x="24" y="74"/>
                    <a:pt x="24" y="74"/>
                    <a:pt x="24" y="74"/>
                  </a:cubicBezTo>
                  <a:cubicBezTo>
                    <a:pt x="25" y="75"/>
                    <a:pt x="25" y="75"/>
                    <a:pt x="25" y="75"/>
                  </a:cubicBezTo>
                  <a:cubicBezTo>
                    <a:pt x="25" y="75"/>
                    <a:pt x="26" y="77"/>
                    <a:pt x="27" y="78"/>
                  </a:cubicBezTo>
                  <a:cubicBezTo>
                    <a:pt x="28" y="79"/>
                    <a:pt x="28" y="79"/>
                    <a:pt x="28" y="79"/>
                  </a:cubicBezTo>
                  <a:cubicBezTo>
                    <a:pt x="28" y="79"/>
                    <a:pt x="28" y="79"/>
                    <a:pt x="28" y="79"/>
                  </a:cubicBezTo>
                  <a:cubicBezTo>
                    <a:pt x="29" y="79"/>
                    <a:pt x="29" y="79"/>
                    <a:pt x="29" y="79"/>
                  </a:cubicBezTo>
                  <a:cubicBezTo>
                    <a:pt x="28" y="78"/>
                    <a:pt x="28" y="78"/>
                    <a:pt x="28" y="78"/>
                  </a:cubicBezTo>
                  <a:cubicBezTo>
                    <a:pt x="27" y="77"/>
                    <a:pt x="27" y="77"/>
                    <a:pt x="27" y="77"/>
                  </a:cubicBezTo>
                  <a:cubicBezTo>
                    <a:pt x="25" y="74"/>
                    <a:pt x="25" y="74"/>
                    <a:pt x="25" y="74"/>
                  </a:cubicBezTo>
                  <a:cubicBezTo>
                    <a:pt x="24" y="73"/>
                    <a:pt x="24" y="73"/>
                    <a:pt x="24" y="73"/>
                  </a:cubicBezTo>
                  <a:cubicBezTo>
                    <a:pt x="25" y="72"/>
                    <a:pt x="25" y="72"/>
                    <a:pt x="25" y="72"/>
                  </a:cubicBezTo>
                  <a:cubicBezTo>
                    <a:pt x="24" y="72"/>
                    <a:pt x="24" y="72"/>
                    <a:pt x="24" y="72"/>
                  </a:cubicBezTo>
                  <a:cubicBezTo>
                    <a:pt x="24" y="72"/>
                    <a:pt x="24" y="72"/>
                    <a:pt x="23"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4" name="Freeform 33">
              <a:extLst>
                <a:ext uri="{FF2B5EF4-FFF2-40B4-BE49-F238E27FC236}">
                  <a16:creationId xmlns:a16="http://schemas.microsoft.com/office/drawing/2014/main" id="{A4BCAEB8-5BB6-4167-8B7C-0490EA7D56AE}"/>
                </a:ext>
              </a:extLst>
            </p:cNvPr>
            <p:cNvSpPr>
              <a:spLocks noEditPoints="1"/>
            </p:cNvSpPr>
            <p:nvPr/>
          </p:nvSpPr>
          <p:spPr bwMode="auto">
            <a:xfrm>
              <a:off x="6288088" y="2517775"/>
              <a:ext cx="104775" cy="215900"/>
            </a:xfrm>
            <a:custGeom>
              <a:avLst/>
              <a:gdLst>
                <a:gd name="T0" fmla="*/ 4 w 48"/>
                <a:gd name="T1" fmla="*/ 10 h 100"/>
                <a:gd name="T2" fmla="*/ 10 w 48"/>
                <a:gd name="T3" fmla="*/ 26 h 100"/>
                <a:gd name="T4" fmla="*/ 14 w 48"/>
                <a:gd name="T5" fmla="*/ 21 h 100"/>
                <a:gd name="T6" fmla="*/ 28 w 48"/>
                <a:gd name="T7" fmla="*/ 13 h 100"/>
                <a:gd name="T8" fmla="*/ 43 w 48"/>
                <a:gd name="T9" fmla="*/ 6 h 100"/>
                <a:gd name="T10" fmla="*/ 47 w 48"/>
                <a:gd name="T11" fmla="*/ 43 h 100"/>
                <a:gd name="T12" fmla="*/ 42 w 48"/>
                <a:gd name="T13" fmla="*/ 38 h 100"/>
                <a:gd name="T14" fmla="*/ 41 w 48"/>
                <a:gd name="T15" fmla="*/ 79 h 100"/>
                <a:gd name="T16" fmla="*/ 38 w 48"/>
                <a:gd name="T17" fmla="*/ 87 h 100"/>
                <a:gd name="T18" fmla="*/ 18 w 48"/>
                <a:gd name="T19" fmla="*/ 83 h 100"/>
                <a:gd name="T20" fmla="*/ 20 w 48"/>
                <a:gd name="T21" fmla="*/ 52 h 100"/>
                <a:gd name="T22" fmla="*/ 10 w 48"/>
                <a:gd name="T23" fmla="*/ 61 h 100"/>
                <a:gd name="T24" fmla="*/ 9 w 48"/>
                <a:gd name="T25" fmla="*/ 49 h 100"/>
                <a:gd name="T26" fmla="*/ 5 w 48"/>
                <a:gd name="T27" fmla="*/ 30 h 100"/>
                <a:gd name="T28" fmla="*/ 0 w 48"/>
                <a:gd name="T29" fmla="*/ 12 h 100"/>
                <a:gd name="T30" fmla="*/ 6 w 48"/>
                <a:gd name="T31" fmla="*/ 13 h 100"/>
                <a:gd name="T32" fmla="*/ 19 w 48"/>
                <a:gd name="T33" fmla="*/ 20 h 100"/>
                <a:gd name="T34" fmla="*/ 21 w 48"/>
                <a:gd name="T35" fmla="*/ 19 h 100"/>
                <a:gd name="T36" fmla="*/ 22 w 48"/>
                <a:gd name="T37" fmla="*/ 14 h 100"/>
                <a:gd name="T38" fmla="*/ 11 w 48"/>
                <a:gd name="T39" fmla="*/ 36 h 100"/>
                <a:gd name="T40" fmla="*/ 29 w 48"/>
                <a:gd name="T41" fmla="*/ 26 h 100"/>
                <a:gd name="T42" fmla="*/ 30 w 48"/>
                <a:gd name="T43" fmla="*/ 22 h 100"/>
                <a:gd name="T44" fmla="*/ 38 w 48"/>
                <a:gd name="T45" fmla="*/ 7 h 100"/>
                <a:gd name="T46" fmla="*/ 26 w 48"/>
                <a:gd name="T47" fmla="*/ 41 h 100"/>
                <a:gd name="T48" fmla="*/ 29 w 48"/>
                <a:gd name="T49" fmla="*/ 42 h 100"/>
                <a:gd name="T50" fmla="*/ 34 w 48"/>
                <a:gd name="T51" fmla="*/ 42 h 100"/>
                <a:gd name="T52" fmla="*/ 37 w 48"/>
                <a:gd name="T53" fmla="*/ 44 h 100"/>
                <a:gd name="T54" fmla="*/ 37 w 48"/>
                <a:gd name="T55" fmla="*/ 38 h 100"/>
                <a:gd name="T56" fmla="*/ 39 w 48"/>
                <a:gd name="T57" fmla="*/ 34 h 100"/>
                <a:gd name="T58" fmla="*/ 38 w 48"/>
                <a:gd name="T59" fmla="*/ 23 h 100"/>
                <a:gd name="T60" fmla="*/ 47 w 48"/>
                <a:gd name="T61" fmla="*/ 14 h 100"/>
                <a:gd name="T62" fmla="*/ 42 w 48"/>
                <a:gd name="T63" fmla="*/ 29 h 100"/>
                <a:gd name="T64" fmla="*/ 45 w 48"/>
                <a:gd name="T65" fmla="*/ 51 h 100"/>
                <a:gd name="T66" fmla="*/ 46 w 48"/>
                <a:gd name="T67" fmla="*/ 43 h 100"/>
                <a:gd name="T68" fmla="*/ 40 w 48"/>
                <a:gd name="T69" fmla="*/ 34 h 100"/>
                <a:gd name="T70" fmla="*/ 18 w 48"/>
                <a:gd name="T71" fmla="*/ 78 h 100"/>
                <a:gd name="T72" fmla="*/ 18 w 48"/>
                <a:gd name="T73" fmla="*/ 82 h 100"/>
                <a:gd name="T74" fmla="*/ 29 w 48"/>
                <a:gd name="T75" fmla="*/ 64 h 100"/>
                <a:gd name="T76" fmla="*/ 30 w 48"/>
                <a:gd name="T77" fmla="*/ 59 h 100"/>
                <a:gd name="T78" fmla="*/ 37 w 48"/>
                <a:gd name="T79" fmla="*/ 96 h 100"/>
                <a:gd name="T80" fmla="*/ 42 w 48"/>
                <a:gd name="T81" fmla="*/ 98 h 100"/>
                <a:gd name="T82" fmla="*/ 40 w 48"/>
                <a:gd name="T83" fmla="*/ 77 h 100"/>
                <a:gd name="T84" fmla="*/ 40 w 48"/>
                <a:gd name="T85" fmla="*/ 38 h 100"/>
                <a:gd name="T86" fmla="*/ 29 w 48"/>
                <a:gd name="T87" fmla="*/ 49 h 100"/>
                <a:gd name="T88" fmla="*/ 8 w 48"/>
                <a:gd name="T89" fmla="*/ 47 h 100"/>
                <a:gd name="T90" fmla="*/ 11 w 48"/>
                <a:gd name="T91" fmla="*/ 52 h 100"/>
                <a:gd name="T92" fmla="*/ 9 w 48"/>
                <a:gd name="T93" fmla="*/ 57 h 100"/>
                <a:gd name="T94" fmla="*/ 20 w 48"/>
                <a:gd name="T95" fmla="*/ 48 h 100"/>
                <a:gd name="T96" fmla="*/ 28 w 48"/>
                <a:gd name="T97" fmla="*/ 41 h 100"/>
                <a:gd name="T98" fmla="*/ 36 w 48"/>
                <a:gd name="T99" fmla="*/ 31 h 100"/>
                <a:gd name="T100" fmla="*/ 36 w 48"/>
                <a:gd name="T101" fmla="*/ 20 h 100"/>
                <a:gd name="T102" fmla="*/ 20 w 48"/>
                <a:gd name="T103" fmla="*/ 34 h 100"/>
                <a:gd name="T104" fmla="*/ 17 w 48"/>
                <a:gd name="T105" fmla="*/ 35 h 100"/>
                <a:gd name="T106" fmla="*/ 10 w 48"/>
                <a:gd name="T107" fmla="*/ 26 h 100"/>
                <a:gd name="T108" fmla="*/ 1 w 48"/>
                <a:gd name="T109" fmla="*/ 27 h 100"/>
                <a:gd name="T110" fmla="*/ 5 w 48"/>
                <a:gd name="T111" fmla="*/ 18 h 100"/>
                <a:gd name="T112" fmla="*/ 2 w 48"/>
                <a:gd name="T113" fmla="*/ 13 h 100"/>
                <a:gd name="T114" fmla="*/ 28 w 48"/>
                <a:gd name="T115" fmla="*/ 56 h 100"/>
                <a:gd name="T116" fmla="*/ 39 w 48"/>
                <a:gd name="T117" fmla="*/ 85 h 100"/>
                <a:gd name="T118" fmla="*/ 33 w 48"/>
                <a:gd name="T119" fmla="*/ 23 h 100"/>
                <a:gd name="T120" fmla="*/ 23 w 48"/>
                <a:gd name="T121" fmla="*/ 23 h 100"/>
                <a:gd name="T122" fmla="*/ 24 w 48"/>
                <a:gd name="T123" fmla="*/ 7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 h="100">
                  <a:moveTo>
                    <a:pt x="35" y="22"/>
                  </a:moveTo>
                  <a:cubicBezTo>
                    <a:pt x="35" y="22"/>
                    <a:pt x="35" y="22"/>
                    <a:pt x="35" y="22"/>
                  </a:cubicBezTo>
                  <a:close/>
                  <a:moveTo>
                    <a:pt x="37" y="71"/>
                  </a:moveTo>
                  <a:cubicBezTo>
                    <a:pt x="37" y="72"/>
                    <a:pt x="37" y="72"/>
                    <a:pt x="37" y="72"/>
                  </a:cubicBezTo>
                  <a:cubicBezTo>
                    <a:pt x="37" y="73"/>
                    <a:pt x="37" y="73"/>
                    <a:pt x="37" y="73"/>
                  </a:cubicBezTo>
                  <a:cubicBezTo>
                    <a:pt x="37" y="73"/>
                    <a:pt x="37" y="73"/>
                    <a:pt x="37" y="73"/>
                  </a:cubicBezTo>
                  <a:cubicBezTo>
                    <a:pt x="37" y="72"/>
                    <a:pt x="37" y="72"/>
                    <a:pt x="37" y="72"/>
                  </a:cubicBezTo>
                  <a:cubicBezTo>
                    <a:pt x="37" y="71"/>
                    <a:pt x="37" y="71"/>
                    <a:pt x="37" y="71"/>
                  </a:cubicBezTo>
                  <a:close/>
                  <a:moveTo>
                    <a:pt x="0" y="12"/>
                  </a:moveTo>
                  <a:cubicBezTo>
                    <a:pt x="0" y="12"/>
                    <a:pt x="0" y="12"/>
                    <a:pt x="0" y="12"/>
                  </a:cubicBezTo>
                  <a:cubicBezTo>
                    <a:pt x="0" y="12"/>
                    <a:pt x="0" y="12"/>
                    <a:pt x="0" y="12"/>
                  </a:cubicBezTo>
                  <a:cubicBezTo>
                    <a:pt x="1" y="12"/>
                    <a:pt x="1" y="12"/>
                    <a:pt x="1" y="12"/>
                  </a:cubicBezTo>
                  <a:cubicBezTo>
                    <a:pt x="2" y="13"/>
                    <a:pt x="2" y="13"/>
                    <a:pt x="2" y="13"/>
                  </a:cubicBezTo>
                  <a:cubicBezTo>
                    <a:pt x="2" y="13"/>
                    <a:pt x="2" y="13"/>
                    <a:pt x="2" y="13"/>
                  </a:cubicBezTo>
                  <a:cubicBezTo>
                    <a:pt x="2" y="13"/>
                    <a:pt x="2" y="13"/>
                    <a:pt x="2" y="13"/>
                  </a:cubicBezTo>
                  <a:cubicBezTo>
                    <a:pt x="3" y="14"/>
                    <a:pt x="3" y="14"/>
                    <a:pt x="3" y="14"/>
                  </a:cubicBezTo>
                  <a:cubicBezTo>
                    <a:pt x="3" y="14"/>
                    <a:pt x="3" y="14"/>
                    <a:pt x="3" y="14"/>
                  </a:cubicBezTo>
                  <a:cubicBezTo>
                    <a:pt x="3" y="14"/>
                    <a:pt x="3" y="14"/>
                    <a:pt x="3" y="14"/>
                  </a:cubicBezTo>
                  <a:cubicBezTo>
                    <a:pt x="4" y="12"/>
                    <a:pt x="4" y="12"/>
                    <a:pt x="4" y="12"/>
                  </a:cubicBezTo>
                  <a:cubicBezTo>
                    <a:pt x="4" y="12"/>
                    <a:pt x="4" y="12"/>
                    <a:pt x="4" y="12"/>
                  </a:cubicBezTo>
                  <a:cubicBezTo>
                    <a:pt x="4" y="12"/>
                    <a:pt x="4" y="12"/>
                    <a:pt x="4" y="12"/>
                  </a:cubicBezTo>
                  <a:cubicBezTo>
                    <a:pt x="4" y="11"/>
                    <a:pt x="3" y="10"/>
                    <a:pt x="3" y="10"/>
                  </a:cubicBezTo>
                  <a:cubicBezTo>
                    <a:pt x="3" y="10"/>
                    <a:pt x="3" y="10"/>
                    <a:pt x="3" y="10"/>
                  </a:cubicBezTo>
                  <a:cubicBezTo>
                    <a:pt x="4" y="10"/>
                    <a:pt x="4" y="10"/>
                    <a:pt x="4" y="10"/>
                  </a:cubicBezTo>
                  <a:cubicBezTo>
                    <a:pt x="4" y="10"/>
                    <a:pt x="4" y="10"/>
                    <a:pt x="4" y="10"/>
                  </a:cubicBezTo>
                  <a:cubicBezTo>
                    <a:pt x="5" y="10"/>
                    <a:pt x="5" y="11"/>
                    <a:pt x="5" y="12"/>
                  </a:cubicBezTo>
                  <a:cubicBezTo>
                    <a:pt x="5" y="12"/>
                    <a:pt x="5" y="12"/>
                    <a:pt x="5" y="12"/>
                  </a:cubicBezTo>
                  <a:cubicBezTo>
                    <a:pt x="6" y="13"/>
                    <a:pt x="6" y="13"/>
                    <a:pt x="6" y="13"/>
                  </a:cubicBezTo>
                  <a:cubicBezTo>
                    <a:pt x="6" y="12"/>
                    <a:pt x="6" y="12"/>
                    <a:pt x="6" y="12"/>
                  </a:cubicBezTo>
                  <a:cubicBezTo>
                    <a:pt x="6" y="12"/>
                    <a:pt x="6" y="12"/>
                    <a:pt x="6" y="12"/>
                  </a:cubicBezTo>
                  <a:cubicBezTo>
                    <a:pt x="6" y="11"/>
                    <a:pt x="6" y="11"/>
                    <a:pt x="6" y="11"/>
                  </a:cubicBezTo>
                  <a:cubicBezTo>
                    <a:pt x="6" y="11"/>
                    <a:pt x="6" y="11"/>
                    <a:pt x="6" y="11"/>
                  </a:cubicBezTo>
                  <a:cubicBezTo>
                    <a:pt x="6" y="11"/>
                    <a:pt x="6" y="11"/>
                    <a:pt x="6" y="11"/>
                  </a:cubicBezTo>
                  <a:cubicBezTo>
                    <a:pt x="6" y="11"/>
                    <a:pt x="6" y="11"/>
                    <a:pt x="6" y="11"/>
                  </a:cubicBezTo>
                  <a:cubicBezTo>
                    <a:pt x="7" y="13"/>
                    <a:pt x="7" y="13"/>
                    <a:pt x="7" y="13"/>
                  </a:cubicBezTo>
                  <a:cubicBezTo>
                    <a:pt x="7" y="13"/>
                    <a:pt x="7" y="13"/>
                    <a:pt x="7" y="13"/>
                  </a:cubicBezTo>
                  <a:cubicBezTo>
                    <a:pt x="8" y="15"/>
                    <a:pt x="8" y="15"/>
                    <a:pt x="8" y="15"/>
                  </a:cubicBezTo>
                  <a:cubicBezTo>
                    <a:pt x="8" y="15"/>
                    <a:pt x="8" y="15"/>
                    <a:pt x="8" y="15"/>
                  </a:cubicBezTo>
                  <a:cubicBezTo>
                    <a:pt x="8" y="16"/>
                    <a:pt x="7" y="17"/>
                    <a:pt x="6" y="17"/>
                  </a:cubicBezTo>
                  <a:cubicBezTo>
                    <a:pt x="6" y="18"/>
                    <a:pt x="6" y="19"/>
                    <a:pt x="6" y="20"/>
                  </a:cubicBezTo>
                  <a:cubicBezTo>
                    <a:pt x="6" y="21"/>
                    <a:pt x="6" y="21"/>
                    <a:pt x="6" y="21"/>
                  </a:cubicBezTo>
                  <a:cubicBezTo>
                    <a:pt x="6" y="22"/>
                    <a:pt x="6" y="24"/>
                    <a:pt x="7" y="25"/>
                  </a:cubicBezTo>
                  <a:cubicBezTo>
                    <a:pt x="7" y="27"/>
                    <a:pt x="7" y="27"/>
                    <a:pt x="7" y="27"/>
                  </a:cubicBezTo>
                  <a:cubicBezTo>
                    <a:pt x="7" y="27"/>
                    <a:pt x="7" y="27"/>
                    <a:pt x="7" y="27"/>
                  </a:cubicBezTo>
                  <a:cubicBezTo>
                    <a:pt x="8" y="28"/>
                    <a:pt x="8" y="28"/>
                    <a:pt x="8" y="28"/>
                  </a:cubicBezTo>
                  <a:cubicBezTo>
                    <a:pt x="8" y="26"/>
                    <a:pt x="10" y="25"/>
                    <a:pt x="10" y="25"/>
                  </a:cubicBezTo>
                  <a:cubicBezTo>
                    <a:pt x="10" y="25"/>
                    <a:pt x="10" y="25"/>
                    <a:pt x="10" y="25"/>
                  </a:cubicBezTo>
                  <a:cubicBezTo>
                    <a:pt x="10" y="26"/>
                    <a:pt x="10" y="26"/>
                    <a:pt x="10" y="26"/>
                  </a:cubicBezTo>
                  <a:cubicBezTo>
                    <a:pt x="10" y="26"/>
                    <a:pt x="10" y="26"/>
                    <a:pt x="10" y="26"/>
                  </a:cubicBezTo>
                  <a:cubicBezTo>
                    <a:pt x="10" y="27"/>
                    <a:pt x="11" y="28"/>
                    <a:pt x="11" y="29"/>
                  </a:cubicBezTo>
                  <a:cubicBezTo>
                    <a:pt x="11" y="30"/>
                    <a:pt x="11" y="30"/>
                    <a:pt x="12" y="31"/>
                  </a:cubicBezTo>
                  <a:cubicBezTo>
                    <a:pt x="13" y="33"/>
                    <a:pt x="13" y="33"/>
                    <a:pt x="13" y="33"/>
                  </a:cubicBezTo>
                  <a:cubicBezTo>
                    <a:pt x="13" y="32"/>
                    <a:pt x="14" y="31"/>
                    <a:pt x="14" y="30"/>
                  </a:cubicBezTo>
                  <a:cubicBezTo>
                    <a:pt x="16" y="28"/>
                    <a:pt x="18" y="27"/>
                    <a:pt x="19" y="26"/>
                  </a:cubicBezTo>
                  <a:cubicBezTo>
                    <a:pt x="20" y="25"/>
                    <a:pt x="21" y="24"/>
                    <a:pt x="21" y="23"/>
                  </a:cubicBezTo>
                  <a:cubicBezTo>
                    <a:pt x="21" y="23"/>
                    <a:pt x="21" y="23"/>
                    <a:pt x="21" y="23"/>
                  </a:cubicBezTo>
                  <a:cubicBezTo>
                    <a:pt x="21" y="22"/>
                    <a:pt x="21" y="22"/>
                    <a:pt x="21" y="22"/>
                  </a:cubicBezTo>
                  <a:cubicBezTo>
                    <a:pt x="20" y="22"/>
                    <a:pt x="20" y="22"/>
                    <a:pt x="20" y="22"/>
                  </a:cubicBezTo>
                  <a:cubicBezTo>
                    <a:pt x="19" y="22"/>
                    <a:pt x="19" y="22"/>
                    <a:pt x="19" y="22"/>
                  </a:cubicBezTo>
                  <a:cubicBezTo>
                    <a:pt x="19" y="22"/>
                    <a:pt x="18" y="23"/>
                    <a:pt x="17" y="23"/>
                  </a:cubicBezTo>
                  <a:cubicBezTo>
                    <a:pt x="17" y="23"/>
                    <a:pt x="17" y="23"/>
                    <a:pt x="17" y="23"/>
                  </a:cubicBezTo>
                  <a:cubicBezTo>
                    <a:pt x="15" y="23"/>
                    <a:pt x="15" y="23"/>
                    <a:pt x="15" y="23"/>
                  </a:cubicBezTo>
                  <a:cubicBezTo>
                    <a:pt x="15" y="23"/>
                    <a:pt x="15" y="23"/>
                    <a:pt x="15" y="23"/>
                  </a:cubicBezTo>
                  <a:cubicBezTo>
                    <a:pt x="14" y="22"/>
                    <a:pt x="14" y="22"/>
                    <a:pt x="14" y="22"/>
                  </a:cubicBezTo>
                  <a:cubicBezTo>
                    <a:pt x="14" y="22"/>
                    <a:pt x="14" y="22"/>
                    <a:pt x="14" y="22"/>
                  </a:cubicBezTo>
                  <a:cubicBezTo>
                    <a:pt x="14" y="22"/>
                    <a:pt x="14" y="22"/>
                    <a:pt x="14" y="22"/>
                  </a:cubicBezTo>
                  <a:cubicBezTo>
                    <a:pt x="13" y="22"/>
                    <a:pt x="13" y="22"/>
                    <a:pt x="13" y="22"/>
                  </a:cubicBezTo>
                  <a:cubicBezTo>
                    <a:pt x="13" y="21"/>
                    <a:pt x="13" y="21"/>
                    <a:pt x="13" y="21"/>
                  </a:cubicBezTo>
                  <a:cubicBezTo>
                    <a:pt x="14" y="21"/>
                    <a:pt x="14" y="21"/>
                    <a:pt x="14" y="21"/>
                  </a:cubicBezTo>
                  <a:cubicBezTo>
                    <a:pt x="14" y="21"/>
                    <a:pt x="14" y="21"/>
                    <a:pt x="14" y="21"/>
                  </a:cubicBezTo>
                  <a:cubicBezTo>
                    <a:pt x="14" y="21"/>
                    <a:pt x="14" y="21"/>
                    <a:pt x="14" y="21"/>
                  </a:cubicBezTo>
                  <a:cubicBezTo>
                    <a:pt x="14" y="21"/>
                    <a:pt x="14" y="21"/>
                    <a:pt x="14" y="21"/>
                  </a:cubicBezTo>
                  <a:cubicBezTo>
                    <a:pt x="16" y="21"/>
                    <a:pt x="16" y="21"/>
                    <a:pt x="16" y="21"/>
                  </a:cubicBezTo>
                  <a:cubicBezTo>
                    <a:pt x="17" y="20"/>
                    <a:pt x="17" y="20"/>
                    <a:pt x="17" y="20"/>
                  </a:cubicBezTo>
                  <a:cubicBezTo>
                    <a:pt x="17" y="19"/>
                    <a:pt x="17" y="19"/>
                    <a:pt x="17" y="19"/>
                  </a:cubicBezTo>
                  <a:cubicBezTo>
                    <a:pt x="17" y="19"/>
                    <a:pt x="17" y="19"/>
                    <a:pt x="17" y="19"/>
                  </a:cubicBezTo>
                  <a:cubicBezTo>
                    <a:pt x="16" y="18"/>
                    <a:pt x="16" y="18"/>
                    <a:pt x="16" y="18"/>
                  </a:cubicBezTo>
                  <a:cubicBezTo>
                    <a:pt x="16" y="18"/>
                    <a:pt x="16" y="18"/>
                    <a:pt x="16" y="18"/>
                  </a:cubicBezTo>
                  <a:cubicBezTo>
                    <a:pt x="14" y="19"/>
                    <a:pt x="14" y="19"/>
                    <a:pt x="14" y="19"/>
                  </a:cubicBezTo>
                  <a:cubicBezTo>
                    <a:pt x="14" y="19"/>
                    <a:pt x="14" y="19"/>
                    <a:pt x="14" y="19"/>
                  </a:cubicBezTo>
                  <a:cubicBezTo>
                    <a:pt x="14" y="19"/>
                    <a:pt x="14" y="19"/>
                    <a:pt x="14" y="19"/>
                  </a:cubicBezTo>
                  <a:cubicBezTo>
                    <a:pt x="14" y="18"/>
                    <a:pt x="14" y="18"/>
                    <a:pt x="14" y="18"/>
                  </a:cubicBezTo>
                  <a:cubicBezTo>
                    <a:pt x="14" y="17"/>
                    <a:pt x="14" y="14"/>
                    <a:pt x="16" y="14"/>
                  </a:cubicBezTo>
                  <a:cubicBezTo>
                    <a:pt x="19" y="14"/>
                    <a:pt x="19" y="14"/>
                    <a:pt x="19" y="14"/>
                  </a:cubicBezTo>
                  <a:cubicBezTo>
                    <a:pt x="19" y="14"/>
                    <a:pt x="20" y="13"/>
                    <a:pt x="21" y="13"/>
                  </a:cubicBezTo>
                  <a:cubicBezTo>
                    <a:pt x="22" y="13"/>
                    <a:pt x="23" y="13"/>
                    <a:pt x="24" y="13"/>
                  </a:cubicBezTo>
                  <a:cubicBezTo>
                    <a:pt x="24" y="13"/>
                    <a:pt x="24" y="13"/>
                    <a:pt x="24" y="13"/>
                  </a:cubicBezTo>
                  <a:cubicBezTo>
                    <a:pt x="24" y="13"/>
                    <a:pt x="24" y="13"/>
                    <a:pt x="24" y="13"/>
                  </a:cubicBezTo>
                  <a:cubicBezTo>
                    <a:pt x="26" y="13"/>
                    <a:pt x="26" y="13"/>
                    <a:pt x="26" y="13"/>
                  </a:cubicBezTo>
                  <a:cubicBezTo>
                    <a:pt x="26" y="13"/>
                    <a:pt x="26" y="13"/>
                    <a:pt x="26" y="13"/>
                  </a:cubicBezTo>
                  <a:cubicBezTo>
                    <a:pt x="27" y="13"/>
                    <a:pt x="27" y="13"/>
                    <a:pt x="27" y="13"/>
                  </a:cubicBezTo>
                  <a:cubicBezTo>
                    <a:pt x="27" y="14"/>
                    <a:pt x="27" y="14"/>
                    <a:pt x="27" y="14"/>
                  </a:cubicBezTo>
                  <a:cubicBezTo>
                    <a:pt x="27" y="14"/>
                    <a:pt x="27" y="14"/>
                    <a:pt x="27" y="14"/>
                  </a:cubicBezTo>
                  <a:cubicBezTo>
                    <a:pt x="28" y="13"/>
                    <a:pt x="28" y="13"/>
                    <a:pt x="28" y="13"/>
                  </a:cubicBezTo>
                  <a:cubicBezTo>
                    <a:pt x="28" y="12"/>
                    <a:pt x="28" y="12"/>
                    <a:pt x="28" y="12"/>
                  </a:cubicBezTo>
                  <a:cubicBezTo>
                    <a:pt x="28" y="13"/>
                    <a:pt x="28" y="13"/>
                    <a:pt x="28" y="13"/>
                  </a:cubicBezTo>
                  <a:cubicBezTo>
                    <a:pt x="29" y="15"/>
                    <a:pt x="29" y="15"/>
                    <a:pt x="29" y="15"/>
                  </a:cubicBezTo>
                  <a:cubicBezTo>
                    <a:pt x="29" y="16"/>
                    <a:pt x="29" y="16"/>
                    <a:pt x="29" y="16"/>
                  </a:cubicBezTo>
                  <a:cubicBezTo>
                    <a:pt x="29" y="16"/>
                    <a:pt x="29" y="16"/>
                    <a:pt x="29" y="16"/>
                  </a:cubicBezTo>
                  <a:cubicBezTo>
                    <a:pt x="28" y="16"/>
                    <a:pt x="28" y="16"/>
                    <a:pt x="28" y="16"/>
                  </a:cubicBezTo>
                  <a:cubicBezTo>
                    <a:pt x="28" y="16"/>
                    <a:pt x="28" y="16"/>
                    <a:pt x="28" y="16"/>
                  </a:cubicBezTo>
                  <a:cubicBezTo>
                    <a:pt x="28" y="16"/>
                    <a:pt x="29" y="17"/>
                    <a:pt x="30" y="19"/>
                  </a:cubicBezTo>
                  <a:cubicBezTo>
                    <a:pt x="31" y="18"/>
                    <a:pt x="31" y="18"/>
                    <a:pt x="31" y="18"/>
                  </a:cubicBezTo>
                  <a:cubicBezTo>
                    <a:pt x="31" y="17"/>
                    <a:pt x="32" y="16"/>
                    <a:pt x="32" y="16"/>
                  </a:cubicBezTo>
                  <a:cubicBezTo>
                    <a:pt x="32" y="15"/>
                    <a:pt x="32" y="15"/>
                    <a:pt x="32" y="15"/>
                  </a:cubicBezTo>
                  <a:cubicBezTo>
                    <a:pt x="32" y="15"/>
                    <a:pt x="32" y="15"/>
                    <a:pt x="32" y="15"/>
                  </a:cubicBezTo>
                  <a:cubicBezTo>
                    <a:pt x="33" y="16"/>
                    <a:pt x="33" y="16"/>
                    <a:pt x="33" y="16"/>
                  </a:cubicBezTo>
                  <a:cubicBezTo>
                    <a:pt x="33" y="14"/>
                    <a:pt x="34" y="11"/>
                    <a:pt x="34" y="11"/>
                  </a:cubicBezTo>
                  <a:cubicBezTo>
                    <a:pt x="34" y="10"/>
                    <a:pt x="34" y="10"/>
                    <a:pt x="34" y="10"/>
                  </a:cubicBezTo>
                  <a:cubicBezTo>
                    <a:pt x="34" y="10"/>
                    <a:pt x="34" y="10"/>
                    <a:pt x="34" y="10"/>
                  </a:cubicBezTo>
                  <a:cubicBezTo>
                    <a:pt x="35" y="12"/>
                    <a:pt x="35" y="12"/>
                    <a:pt x="35" y="12"/>
                  </a:cubicBezTo>
                  <a:cubicBezTo>
                    <a:pt x="35" y="11"/>
                    <a:pt x="35" y="9"/>
                    <a:pt x="35" y="8"/>
                  </a:cubicBezTo>
                  <a:cubicBezTo>
                    <a:pt x="35" y="4"/>
                    <a:pt x="35" y="0"/>
                    <a:pt x="35" y="0"/>
                  </a:cubicBezTo>
                  <a:cubicBezTo>
                    <a:pt x="35" y="0"/>
                    <a:pt x="35" y="0"/>
                    <a:pt x="35" y="0"/>
                  </a:cubicBezTo>
                  <a:cubicBezTo>
                    <a:pt x="35" y="0"/>
                    <a:pt x="35" y="0"/>
                    <a:pt x="35" y="0"/>
                  </a:cubicBezTo>
                  <a:cubicBezTo>
                    <a:pt x="38" y="0"/>
                    <a:pt x="40" y="6"/>
                    <a:pt x="40" y="9"/>
                  </a:cubicBezTo>
                  <a:cubicBezTo>
                    <a:pt x="40" y="9"/>
                    <a:pt x="40" y="9"/>
                    <a:pt x="40" y="9"/>
                  </a:cubicBezTo>
                  <a:cubicBezTo>
                    <a:pt x="40" y="10"/>
                    <a:pt x="40" y="10"/>
                    <a:pt x="40" y="10"/>
                  </a:cubicBezTo>
                  <a:cubicBezTo>
                    <a:pt x="40" y="11"/>
                    <a:pt x="40" y="11"/>
                    <a:pt x="40" y="11"/>
                  </a:cubicBezTo>
                  <a:cubicBezTo>
                    <a:pt x="41" y="10"/>
                    <a:pt x="42" y="8"/>
                    <a:pt x="43" y="6"/>
                  </a:cubicBezTo>
                  <a:cubicBezTo>
                    <a:pt x="45" y="4"/>
                    <a:pt x="46" y="2"/>
                    <a:pt x="46" y="2"/>
                  </a:cubicBezTo>
                  <a:cubicBezTo>
                    <a:pt x="46" y="1"/>
                    <a:pt x="46" y="1"/>
                    <a:pt x="46" y="1"/>
                  </a:cubicBezTo>
                  <a:cubicBezTo>
                    <a:pt x="46" y="2"/>
                    <a:pt x="46" y="2"/>
                    <a:pt x="46" y="2"/>
                  </a:cubicBezTo>
                  <a:cubicBezTo>
                    <a:pt x="47" y="3"/>
                    <a:pt x="48" y="4"/>
                    <a:pt x="48" y="5"/>
                  </a:cubicBezTo>
                  <a:cubicBezTo>
                    <a:pt x="47" y="9"/>
                    <a:pt x="45" y="13"/>
                    <a:pt x="44" y="15"/>
                  </a:cubicBezTo>
                  <a:cubicBezTo>
                    <a:pt x="45" y="14"/>
                    <a:pt x="47" y="12"/>
                    <a:pt x="47" y="12"/>
                  </a:cubicBezTo>
                  <a:cubicBezTo>
                    <a:pt x="47" y="12"/>
                    <a:pt x="47" y="12"/>
                    <a:pt x="47" y="12"/>
                  </a:cubicBezTo>
                  <a:cubicBezTo>
                    <a:pt x="47" y="12"/>
                    <a:pt x="47" y="12"/>
                    <a:pt x="47" y="12"/>
                  </a:cubicBezTo>
                  <a:cubicBezTo>
                    <a:pt x="48" y="14"/>
                    <a:pt x="48" y="14"/>
                    <a:pt x="48" y="14"/>
                  </a:cubicBezTo>
                  <a:cubicBezTo>
                    <a:pt x="48" y="17"/>
                    <a:pt x="45" y="20"/>
                    <a:pt x="44" y="21"/>
                  </a:cubicBezTo>
                  <a:cubicBezTo>
                    <a:pt x="45" y="21"/>
                    <a:pt x="47" y="20"/>
                    <a:pt x="47" y="20"/>
                  </a:cubicBezTo>
                  <a:cubicBezTo>
                    <a:pt x="47" y="20"/>
                    <a:pt x="47" y="20"/>
                    <a:pt x="47" y="20"/>
                  </a:cubicBezTo>
                  <a:cubicBezTo>
                    <a:pt x="47" y="21"/>
                    <a:pt x="47" y="21"/>
                    <a:pt x="47" y="21"/>
                  </a:cubicBezTo>
                  <a:cubicBezTo>
                    <a:pt x="47" y="21"/>
                    <a:pt x="47" y="21"/>
                    <a:pt x="47" y="21"/>
                  </a:cubicBezTo>
                  <a:cubicBezTo>
                    <a:pt x="47" y="24"/>
                    <a:pt x="44" y="27"/>
                    <a:pt x="43" y="28"/>
                  </a:cubicBezTo>
                  <a:cubicBezTo>
                    <a:pt x="45" y="28"/>
                    <a:pt x="46" y="29"/>
                    <a:pt x="46" y="29"/>
                  </a:cubicBezTo>
                  <a:cubicBezTo>
                    <a:pt x="46" y="29"/>
                    <a:pt x="46" y="29"/>
                    <a:pt x="46" y="29"/>
                  </a:cubicBezTo>
                  <a:cubicBezTo>
                    <a:pt x="46" y="29"/>
                    <a:pt x="46" y="29"/>
                    <a:pt x="46" y="29"/>
                  </a:cubicBezTo>
                  <a:cubicBezTo>
                    <a:pt x="45" y="31"/>
                    <a:pt x="44" y="32"/>
                    <a:pt x="43" y="33"/>
                  </a:cubicBezTo>
                  <a:cubicBezTo>
                    <a:pt x="43" y="33"/>
                    <a:pt x="43" y="33"/>
                    <a:pt x="43" y="33"/>
                  </a:cubicBezTo>
                  <a:cubicBezTo>
                    <a:pt x="43" y="33"/>
                    <a:pt x="43" y="33"/>
                    <a:pt x="43" y="33"/>
                  </a:cubicBezTo>
                  <a:cubicBezTo>
                    <a:pt x="46" y="33"/>
                    <a:pt x="48" y="35"/>
                    <a:pt x="48" y="38"/>
                  </a:cubicBezTo>
                  <a:cubicBezTo>
                    <a:pt x="48" y="38"/>
                    <a:pt x="48" y="38"/>
                    <a:pt x="48" y="38"/>
                  </a:cubicBezTo>
                  <a:cubicBezTo>
                    <a:pt x="48" y="41"/>
                    <a:pt x="47" y="42"/>
                    <a:pt x="47" y="43"/>
                  </a:cubicBezTo>
                  <a:cubicBezTo>
                    <a:pt x="47" y="43"/>
                    <a:pt x="47" y="43"/>
                    <a:pt x="47" y="43"/>
                  </a:cubicBezTo>
                  <a:cubicBezTo>
                    <a:pt x="47" y="44"/>
                    <a:pt x="48" y="44"/>
                    <a:pt x="48" y="48"/>
                  </a:cubicBezTo>
                  <a:cubicBezTo>
                    <a:pt x="48" y="49"/>
                    <a:pt x="48" y="49"/>
                    <a:pt x="48" y="49"/>
                  </a:cubicBezTo>
                  <a:cubicBezTo>
                    <a:pt x="48" y="51"/>
                    <a:pt x="46" y="51"/>
                    <a:pt x="45" y="51"/>
                  </a:cubicBezTo>
                  <a:cubicBezTo>
                    <a:pt x="45" y="51"/>
                    <a:pt x="45" y="51"/>
                    <a:pt x="45" y="51"/>
                  </a:cubicBezTo>
                  <a:cubicBezTo>
                    <a:pt x="44" y="51"/>
                    <a:pt x="44" y="51"/>
                    <a:pt x="44" y="51"/>
                  </a:cubicBezTo>
                  <a:cubicBezTo>
                    <a:pt x="44" y="51"/>
                    <a:pt x="44" y="51"/>
                    <a:pt x="44" y="51"/>
                  </a:cubicBezTo>
                  <a:cubicBezTo>
                    <a:pt x="44" y="51"/>
                    <a:pt x="44" y="51"/>
                    <a:pt x="44" y="51"/>
                  </a:cubicBezTo>
                  <a:cubicBezTo>
                    <a:pt x="45" y="51"/>
                    <a:pt x="45" y="49"/>
                    <a:pt x="45" y="48"/>
                  </a:cubicBezTo>
                  <a:cubicBezTo>
                    <a:pt x="45" y="48"/>
                    <a:pt x="45" y="48"/>
                    <a:pt x="45" y="48"/>
                  </a:cubicBezTo>
                  <a:cubicBezTo>
                    <a:pt x="46" y="47"/>
                    <a:pt x="43" y="45"/>
                    <a:pt x="43" y="43"/>
                  </a:cubicBezTo>
                  <a:cubicBezTo>
                    <a:pt x="42" y="42"/>
                    <a:pt x="42" y="42"/>
                    <a:pt x="42" y="42"/>
                  </a:cubicBezTo>
                  <a:cubicBezTo>
                    <a:pt x="42" y="40"/>
                    <a:pt x="45" y="39"/>
                    <a:pt x="45" y="39"/>
                  </a:cubicBezTo>
                  <a:cubicBezTo>
                    <a:pt x="46" y="38"/>
                    <a:pt x="46" y="38"/>
                    <a:pt x="46" y="38"/>
                  </a:cubicBezTo>
                  <a:cubicBezTo>
                    <a:pt x="46" y="38"/>
                    <a:pt x="46" y="38"/>
                    <a:pt x="46" y="38"/>
                  </a:cubicBezTo>
                  <a:cubicBezTo>
                    <a:pt x="46" y="36"/>
                    <a:pt x="44" y="36"/>
                    <a:pt x="44" y="36"/>
                  </a:cubicBezTo>
                  <a:cubicBezTo>
                    <a:pt x="44" y="36"/>
                    <a:pt x="44" y="36"/>
                    <a:pt x="44" y="36"/>
                  </a:cubicBezTo>
                  <a:cubicBezTo>
                    <a:pt x="43" y="36"/>
                    <a:pt x="43" y="36"/>
                    <a:pt x="43" y="36"/>
                  </a:cubicBezTo>
                  <a:cubicBezTo>
                    <a:pt x="43" y="36"/>
                    <a:pt x="43" y="36"/>
                    <a:pt x="43" y="36"/>
                  </a:cubicBezTo>
                  <a:cubicBezTo>
                    <a:pt x="43" y="36"/>
                    <a:pt x="43" y="36"/>
                    <a:pt x="43" y="36"/>
                  </a:cubicBezTo>
                  <a:cubicBezTo>
                    <a:pt x="43" y="36"/>
                    <a:pt x="43" y="36"/>
                    <a:pt x="43" y="36"/>
                  </a:cubicBezTo>
                  <a:cubicBezTo>
                    <a:pt x="41" y="36"/>
                    <a:pt x="41" y="36"/>
                    <a:pt x="41" y="36"/>
                  </a:cubicBezTo>
                  <a:cubicBezTo>
                    <a:pt x="42" y="37"/>
                    <a:pt x="42" y="37"/>
                    <a:pt x="42" y="37"/>
                  </a:cubicBezTo>
                  <a:cubicBezTo>
                    <a:pt x="42" y="38"/>
                    <a:pt x="42" y="38"/>
                    <a:pt x="42" y="38"/>
                  </a:cubicBezTo>
                  <a:cubicBezTo>
                    <a:pt x="41" y="38"/>
                    <a:pt x="41" y="38"/>
                    <a:pt x="41" y="38"/>
                  </a:cubicBezTo>
                  <a:cubicBezTo>
                    <a:pt x="40" y="38"/>
                    <a:pt x="40" y="38"/>
                    <a:pt x="40" y="38"/>
                  </a:cubicBezTo>
                  <a:cubicBezTo>
                    <a:pt x="40" y="39"/>
                    <a:pt x="40" y="40"/>
                    <a:pt x="40" y="41"/>
                  </a:cubicBezTo>
                  <a:cubicBezTo>
                    <a:pt x="40" y="41"/>
                    <a:pt x="40" y="41"/>
                    <a:pt x="40" y="41"/>
                  </a:cubicBezTo>
                  <a:cubicBezTo>
                    <a:pt x="40" y="48"/>
                    <a:pt x="47" y="54"/>
                    <a:pt x="47" y="59"/>
                  </a:cubicBezTo>
                  <a:cubicBezTo>
                    <a:pt x="47" y="62"/>
                    <a:pt x="44" y="65"/>
                    <a:pt x="43" y="66"/>
                  </a:cubicBezTo>
                  <a:cubicBezTo>
                    <a:pt x="44" y="68"/>
                    <a:pt x="44" y="68"/>
                    <a:pt x="44" y="68"/>
                  </a:cubicBezTo>
                  <a:cubicBezTo>
                    <a:pt x="45" y="68"/>
                    <a:pt x="45" y="68"/>
                    <a:pt x="45" y="68"/>
                  </a:cubicBezTo>
                  <a:cubicBezTo>
                    <a:pt x="43" y="69"/>
                    <a:pt x="43" y="69"/>
                    <a:pt x="43" y="69"/>
                  </a:cubicBezTo>
                  <a:cubicBezTo>
                    <a:pt x="44" y="70"/>
                    <a:pt x="44" y="70"/>
                    <a:pt x="44" y="70"/>
                  </a:cubicBezTo>
                  <a:cubicBezTo>
                    <a:pt x="43" y="70"/>
                    <a:pt x="43" y="70"/>
                    <a:pt x="43" y="70"/>
                  </a:cubicBezTo>
                  <a:cubicBezTo>
                    <a:pt x="43" y="71"/>
                    <a:pt x="43" y="71"/>
                    <a:pt x="43" y="71"/>
                  </a:cubicBezTo>
                  <a:cubicBezTo>
                    <a:pt x="43" y="72"/>
                    <a:pt x="43" y="72"/>
                    <a:pt x="43" y="72"/>
                  </a:cubicBezTo>
                  <a:cubicBezTo>
                    <a:pt x="42" y="72"/>
                    <a:pt x="42" y="72"/>
                    <a:pt x="42" y="72"/>
                  </a:cubicBezTo>
                  <a:cubicBezTo>
                    <a:pt x="43" y="73"/>
                    <a:pt x="43" y="73"/>
                    <a:pt x="43" y="73"/>
                  </a:cubicBezTo>
                  <a:cubicBezTo>
                    <a:pt x="43" y="73"/>
                    <a:pt x="43" y="73"/>
                    <a:pt x="43" y="73"/>
                  </a:cubicBezTo>
                  <a:cubicBezTo>
                    <a:pt x="42" y="73"/>
                    <a:pt x="42" y="73"/>
                    <a:pt x="42" y="73"/>
                  </a:cubicBezTo>
                  <a:cubicBezTo>
                    <a:pt x="42" y="74"/>
                    <a:pt x="42" y="74"/>
                    <a:pt x="42" y="74"/>
                  </a:cubicBezTo>
                  <a:cubicBezTo>
                    <a:pt x="42" y="75"/>
                    <a:pt x="42" y="75"/>
                    <a:pt x="42" y="75"/>
                  </a:cubicBezTo>
                  <a:cubicBezTo>
                    <a:pt x="41" y="75"/>
                    <a:pt x="41" y="75"/>
                    <a:pt x="41" y="75"/>
                  </a:cubicBezTo>
                  <a:cubicBezTo>
                    <a:pt x="41" y="77"/>
                    <a:pt x="41" y="77"/>
                    <a:pt x="41" y="77"/>
                  </a:cubicBezTo>
                  <a:cubicBezTo>
                    <a:pt x="42" y="77"/>
                    <a:pt x="42" y="77"/>
                    <a:pt x="42" y="77"/>
                  </a:cubicBezTo>
                  <a:cubicBezTo>
                    <a:pt x="40" y="77"/>
                    <a:pt x="40" y="77"/>
                    <a:pt x="40" y="77"/>
                  </a:cubicBezTo>
                  <a:cubicBezTo>
                    <a:pt x="41" y="79"/>
                    <a:pt x="41" y="79"/>
                    <a:pt x="41" y="79"/>
                  </a:cubicBezTo>
                  <a:cubicBezTo>
                    <a:pt x="43" y="82"/>
                    <a:pt x="43" y="82"/>
                    <a:pt x="43" y="82"/>
                  </a:cubicBezTo>
                  <a:cubicBezTo>
                    <a:pt x="43" y="83"/>
                    <a:pt x="42" y="84"/>
                    <a:pt x="42" y="86"/>
                  </a:cubicBezTo>
                  <a:cubicBezTo>
                    <a:pt x="42" y="87"/>
                    <a:pt x="42" y="88"/>
                    <a:pt x="42" y="88"/>
                  </a:cubicBezTo>
                  <a:cubicBezTo>
                    <a:pt x="43" y="93"/>
                    <a:pt x="43" y="93"/>
                    <a:pt x="43" y="93"/>
                  </a:cubicBezTo>
                  <a:cubicBezTo>
                    <a:pt x="43" y="95"/>
                    <a:pt x="43" y="95"/>
                    <a:pt x="43" y="95"/>
                  </a:cubicBezTo>
                  <a:cubicBezTo>
                    <a:pt x="42" y="99"/>
                    <a:pt x="42" y="99"/>
                    <a:pt x="42" y="99"/>
                  </a:cubicBezTo>
                  <a:cubicBezTo>
                    <a:pt x="42" y="100"/>
                    <a:pt x="41" y="100"/>
                    <a:pt x="40" y="100"/>
                  </a:cubicBezTo>
                  <a:cubicBezTo>
                    <a:pt x="39" y="100"/>
                    <a:pt x="39" y="100"/>
                    <a:pt x="39" y="100"/>
                  </a:cubicBezTo>
                  <a:cubicBezTo>
                    <a:pt x="38" y="100"/>
                    <a:pt x="36" y="100"/>
                    <a:pt x="35" y="100"/>
                  </a:cubicBezTo>
                  <a:cubicBezTo>
                    <a:pt x="34" y="100"/>
                    <a:pt x="32" y="99"/>
                    <a:pt x="31" y="98"/>
                  </a:cubicBezTo>
                  <a:cubicBezTo>
                    <a:pt x="30" y="97"/>
                    <a:pt x="30" y="97"/>
                    <a:pt x="30" y="97"/>
                  </a:cubicBezTo>
                  <a:cubicBezTo>
                    <a:pt x="30" y="97"/>
                    <a:pt x="30" y="97"/>
                    <a:pt x="30" y="97"/>
                  </a:cubicBezTo>
                  <a:cubicBezTo>
                    <a:pt x="32" y="95"/>
                    <a:pt x="32" y="95"/>
                    <a:pt x="32" y="95"/>
                  </a:cubicBezTo>
                  <a:cubicBezTo>
                    <a:pt x="33" y="95"/>
                    <a:pt x="33" y="95"/>
                    <a:pt x="33" y="95"/>
                  </a:cubicBezTo>
                  <a:cubicBezTo>
                    <a:pt x="34" y="95"/>
                    <a:pt x="34" y="95"/>
                    <a:pt x="34" y="95"/>
                  </a:cubicBezTo>
                  <a:cubicBezTo>
                    <a:pt x="34" y="95"/>
                    <a:pt x="34" y="95"/>
                    <a:pt x="34" y="95"/>
                  </a:cubicBezTo>
                  <a:cubicBezTo>
                    <a:pt x="34" y="95"/>
                    <a:pt x="34" y="95"/>
                    <a:pt x="34" y="95"/>
                  </a:cubicBezTo>
                  <a:cubicBezTo>
                    <a:pt x="35" y="95"/>
                    <a:pt x="35" y="95"/>
                    <a:pt x="35" y="95"/>
                  </a:cubicBezTo>
                  <a:cubicBezTo>
                    <a:pt x="36" y="95"/>
                    <a:pt x="36" y="96"/>
                    <a:pt x="37" y="96"/>
                  </a:cubicBezTo>
                  <a:cubicBezTo>
                    <a:pt x="37" y="96"/>
                    <a:pt x="37" y="96"/>
                    <a:pt x="37" y="96"/>
                  </a:cubicBezTo>
                  <a:cubicBezTo>
                    <a:pt x="39" y="96"/>
                    <a:pt x="39" y="94"/>
                    <a:pt x="39" y="93"/>
                  </a:cubicBezTo>
                  <a:cubicBezTo>
                    <a:pt x="39" y="92"/>
                    <a:pt x="39" y="92"/>
                    <a:pt x="39" y="92"/>
                  </a:cubicBezTo>
                  <a:cubicBezTo>
                    <a:pt x="39" y="91"/>
                    <a:pt x="39" y="91"/>
                    <a:pt x="38" y="90"/>
                  </a:cubicBezTo>
                  <a:cubicBezTo>
                    <a:pt x="38" y="89"/>
                    <a:pt x="38" y="88"/>
                    <a:pt x="38" y="87"/>
                  </a:cubicBezTo>
                  <a:cubicBezTo>
                    <a:pt x="38" y="86"/>
                    <a:pt x="38" y="86"/>
                    <a:pt x="38" y="86"/>
                  </a:cubicBezTo>
                  <a:cubicBezTo>
                    <a:pt x="38" y="85"/>
                    <a:pt x="38" y="85"/>
                    <a:pt x="37" y="84"/>
                  </a:cubicBezTo>
                  <a:cubicBezTo>
                    <a:pt x="36" y="83"/>
                    <a:pt x="36" y="82"/>
                    <a:pt x="36" y="81"/>
                  </a:cubicBezTo>
                  <a:cubicBezTo>
                    <a:pt x="36" y="80"/>
                    <a:pt x="36" y="79"/>
                    <a:pt x="35" y="78"/>
                  </a:cubicBezTo>
                  <a:cubicBezTo>
                    <a:pt x="33" y="77"/>
                    <a:pt x="32" y="75"/>
                    <a:pt x="32" y="74"/>
                  </a:cubicBezTo>
                  <a:cubicBezTo>
                    <a:pt x="31" y="72"/>
                    <a:pt x="31" y="72"/>
                    <a:pt x="31" y="72"/>
                  </a:cubicBezTo>
                  <a:cubicBezTo>
                    <a:pt x="30" y="70"/>
                    <a:pt x="30" y="70"/>
                    <a:pt x="30" y="70"/>
                  </a:cubicBezTo>
                  <a:cubicBezTo>
                    <a:pt x="30" y="70"/>
                    <a:pt x="30" y="70"/>
                    <a:pt x="30" y="70"/>
                  </a:cubicBezTo>
                  <a:cubicBezTo>
                    <a:pt x="29" y="69"/>
                    <a:pt x="29" y="69"/>
                    <a:pt x="28" y="68"/>
                  </a:cubicBezTo>
                  <a:cubicBezTo>
                    <a:pt x="27" y="67"/>
                    <a:pt x="27" y="67"/>
                    <a:pt x="27" y="67"/>
                  </a:cubicBezTo>
                  <a:cubicBezTo>
                    <a:pt x="27" y="68"/>
                    <a:pt x="27" y="68"/>
                    <a:pt x="27" y="68"/>
                  </a:cubicBezTo>
                  <a:cubicBezTo>
                    <a:pt x="27" y="68"/>
                    <a:pt x="27" y="68"/>
                    <a:pt x="27" y="68"/>
                  </a:cubicBezTo>
                  <a:cubicBezTo>
                    <a:pt x="27" y="68"/>
                    <a:pt x="27" y="68"/>
                    <a:pt x="27" y="68"/>
                  </a:cubicBezTo>
                  <a:cubicBezTo>
                    <a:pt x="27" y="68"/>
                    <a:pt x="27" y="68"/>
                    <a:pt x="27" y="68"/>
                  </a:cubicBezTo>
                  <a:cubicBezTo>
                    <a:pt x="27" y="69"/>
                    <a:pt x="27" y="69"/>
                    <a:pt x="27" y="69"/>
                  </a:cubicBezTo>
                  <a:cubicBezTo>
                    <a:pt x="28" y="71"/>
                    <a:pt x="28" y="71"/>
                    <a:pt x="28" y="71"/>
                  </a:cubicBezTo>
                  <a:cubicBezTo>
                    <a:pt x="28" y="72"/>
                    <a:pt x="28" y="72"/>
                    <a:pt x="28" y="72"/>
                  </a:cubicBezTo>
                  <a:cubicBezTo>
                    <a:pt x="28" y="74"/>
                    <a:pt x="28" y="74"/>
                    <a:pt x="28" y="74"/>
                  </a:cubicBezTo>
                  <a:cubicBezTo>
                    <a:pt x="26" y="75"/>
                    <a:pt x="26" y="75"/>
                    <a:pt x="26" y="75"/>
                  </a:cubicBezTo>
                  <a:cubicBezTo>
                    <a:pt x="25" y="76"/>
                    <a:pt x="25" y="76"/>
                    <a:pt x="25" y="76"/>
                  </a:cubicBezTo>
                  <a:cubicBezTo>
                    <a:pt x="23" y="78"/>
                    <a:pt x="23" y="78"/>
                    <a:pt x="23" y="78"/>
                  </a:cubicBezTo>
                  <a:cubicBezTo>
                    <a:pt x="22" y="79"/>
                    <a:pt x="22" y="79"/>
                    <a:pt x="22" y="79"/>
                  </a:cubicBezTo>
                  <a:cubicBezTo>
                    <a:pt x="21" y="81"/>
                    <a:pt x="21" y="81"/>
                    <a:pt x="21" y="81"/>
                  </a:cubicBezTo>
                  <a:cubicBezTo>
                    <a:pt x="20" y="82"/>
                    <a:pt x="19" y="83"/>
                    <a:pt x="18" y="83"/>
                  </a:cubicBezTo>
                  <a:cubicBezTo>
                    <a:pt x="16" y="83"/>
                    <a:pt x="15" y="80"/>
                    <a:pt x="14" y="79"/>
                  </a:cubicBezTo>
                  <a:cubicBezTo>
                    <a:pt x="14" y="78"/>
                    <a:pt x="13" y="76"/>
                    <a:pt x="13" y="75"/>
                  </a:cubicBezTo>
                  <a:cubicBezTo>
                    <a:pt x="13" y="72"/>
                    <a:pt x="13" y="72"/>
                    <a:pt x="13" y="72"/>
                  </a:cubicBezTo>
                  <a:cubicBezTo>
                    <a:pt x="13" y="72"/>
                    <a:pt x="13" y="72"/>
                    <a:pt x="13" y="72"/>
                  </a:cubicBezTo>
                  <a:cubicBezTo>
                    <a:pt x="14" y="72"/>
                    <a:pt x="14" y="72"/>
                    <a:pt x="14" y="72"/>
                  </a:cubicBezTo>
                  <a:cubicBezTo>
                    <a:pt x="15" y="73"/>
                    <a:pt x="15" y="73"/>
                    <a:pt x="15" y="73"/>
                  </a:cubicBezTo>
                  <a:cubicBezTo>
                    <a:pt x="16" y="74"/>
                    <a:pt x="16" y="74"/>
                    <a:pt x="16" y="74"/>
                  </a:cubicBezTo>
                  <a:cubicBezTo>
                    <a:pt x="17" y="75"/>
                    <a:pt x="17" y="75"/>
                    <a:pt x="17" y="75"/>
                  </a:cubicBezTo>
                  <a:cubicBezTo>
                    <a:pt x="18" y="77"/>
                    <a:pt x="18" y="77"/>
                    <a:pt x="18" y="77"/>
                  </a:cubicBezTo>
                  <a:cubicBezTo>
                    <a:pt x="18" y="77"/>
                    <a:pt x="18" y="77"/>
                    <a:pt x="18" y="77"/>
                  </a:cubicBezTo>
                  <a:cubicBezTo>
                    <a:pt x="19" y="76"/>
                    <a:pt x="19" y="76"/>
                    <a:pt x="19" y="76"/>
                  </a:cubicBezTo>
                  <a:cubicBezTo>
                    <a:pt x="20" y="76"/>
                    <a:pt x="21" y="74"/>
                    <a:pt x="22" y="73"/>
                  </a:cubicBezTo>
                  <a:cubicBezTo>
                    <a:pt x="22" y="72"/>
                    <a:pt x="23" y="71"/>
                    <a:pt x="23" y="70"/>
                  </a:cubicBezTo>
                  <a:cubicBezTo>
                    <a:pt x="23" y="69"/>
                    <a:pt x="23" y="69"/>
                    <a:pt x="23" y="69"/>
                  </a:cubicBezTo>
                  <a:cubicBezTo>
                    <a:pt x="22" y="68"/>
                    <a:pt x="19" y="66"/>
                    <a:pt x="18" y="65"/>
                  </a:cubicBezTo>
                  <a:cubicBezTo>
                    <a:pt x="18" y="64"/>
                    <a:pt x="18" y="64"/>
                    <a:pt x="18" y="64"/>
                  </a:cubicBezTo>
                  <a:cubicBezTo>
                    <a:pt x="18" y="63"/>
                    <a:pt x="18" y="63"/>
                    <a:pt x="18" y="63"/>
                  </a:cubicBezTo>
                  <a:cubicBezTo>
                    <a:pt x="17" y="62"/>
                    <a:pt x="17" y="61"/>
                    <a:pt x="17" y="61"/>
                  </a:cubicBezTo>
                  <a:cubicBezTo>
                    <a:pt x="17" y="57"/>
                    <a:pt x="20" y="56"/>
                    <a:pt x="22" y="56"/>
                  </a:cubicBezTo>
                  <a:cubicBezTo>
                    <a:pt x="24" y="56"/>
                    <a:pt x="24" y="56"/>
                    <a:pt x="24" y="56"/>
                  </a:cubicBezTo>
                  <a:cubicBezTo>
                    <a:pt x="23" y="56"/>
                    <a:pt x="23" y="56"/>
                    <a:pt x="23" y="56"/>
                  </a:cubicBezTo>
                  <a:cubicBezTo>
                    <a:pt x="22" y="54"/>
                    <a:pt x="22" y="54"/>
                    <a:pt x="22" y="54"/>
                  </a:cubicBezTo>
                  <a:cubicBezTo>
                    <a:pt x="20" y="53"/>
                    <a:pt x="20" y="53"/>
                    <a:pt x="20" y="53"/>
                  </a:cubicBezTo>
                  <a:cubicBezTo>
                    <a:pt x="20" y="52"/>
                    <a:pt x="20" y="52"/>
                    <a:pt x="20" y="52"/>
                  </a:cubicBezTo>
                  <a:cubicBezTo>
                    <a:pt x="20" y="52"/>
                    <a:pt x="20" y="52"/>
                    <a:pt x="20" y="52"/>
                  </a:cubicBezTo>
                  <a:cubicBezTo>
                    <a:pt x="20" y="52"/>
                    <a:pt x="20" y="52"/>
                    <a:pt x="20" y="52"/>
                  </a:cubicBezTo>
                  <a:cubicBezTo>
                    <a:pt x="20" y="51"/>
                    <a:pt x="20" y="51"/>
                    <a:pt x="20" y="51"/>
                  </a:cubicBezTo>
                  <a:cubicBezTo>
                    <a:pt x="17" y="52"/>
                    <a:pt x="16" y="56"/>
                    <a:pt x="16" y="56"/>
                  </a:cubicBezTo>
                  <a:cubicBezTo>
                    <a:pt x="16" y="57"/>
                    <a:pt x="16" y="57"/>
                    <a:pt x="16" y="57"/>
                  </a:cubicBezTo>
                  <a:cubicBezTo>
                    <a:pt x="16" y="56"/>
                    <a:pt x="16" y="56"/>
                    <a:pt x="16" y="56"/>
                  </a:cubicBezTo>
                  <a:cubicBezTo>
                    <a:pt x="15" y="55"/>
                    <a:pt x="15" y="54"/>
                    <a:pt x="15" y="53"/>
                  </a:cubicBezTo>
                  <a:cubicBezTo>
                    <a:pt x="13" y="54"/>
                    <a:pt x="13" y="54"/>
                    <a:pt x="13" y="54"/>
                  </a:cubicBezTo>
                  <a:cubicBezTo>
                    <a:pt x="12" y="54"/>
                    <a:pt x="12" y="54"/>
                    <a:pt x="11" y="55"/>
                  </a:cubicBezTo>
                  <a:cubicBezTo>
                    <a:pt x="10" y="55"/>
                    <a:pt x="10" y="55"/>
                    <a:pt x="9" y="56"/>
                  </a:cubicBezTo>
                  <a:cubicBezTo>
                    <a:pt x="9" y="56"/>
                    <a:pt x="9" y="56"/>
                    <a:pt x="9" y="56"/>
                  </a:cubicBezTo>
                  <a:cubicBezTo>
                    <a:pt x="10" y="57"/>
                    <a:pt x="10" y="57"/>
                    <a:pt x="10" y="57"/>
                  </a:cubicBezTo>
                  <a:cubicBezTo>
                    <a:pt x="11" y="58"/>
                    <a:pt x="11" y="58"/>
                    <a:pt x="11" y="58"/>
                  </a:cubicBezTo>
                  <a:cubicBezTo>
                    <a:pt x="12" y="60"/>
                    <a:pt x="12" y="60"/>
                    <a:pt x="12" y="60"/>
                  </a:cubicBezTo>
                  <a:cubicBezTo>
                    <a:pt x="12" y="60"/>
                    <a:pt x="12" y="60"/>
                    <a:pt x="12" y="60"/>
                  </a:cubicBezTo>
                  <a:cubicBezTo>
                    <a:pt x="11" y="61"/>
                    <a:pt x="11" y="61"/>
                    <a:pt x="11" y="61"/>
                  </a:cubicBezTo>
                  <a:cubicBezTo>
                    <a:pt x="11" y="62"/>
                    <a:pt x="11" y="62"/>
                    <a:pt x="11" y="62"/>
                  </a:cubicBezTo>
                  <a:cubicBezTo>
                    <a:pt x="10" y="63"/>
                    <a:pt x="10" y="63"/>
                    <a:pt x="10" y="63"/>
                  </a:cubicBezTo>
                  <a:cubicBezTo>
                    <a:pt x="9" y="63"/>
                    <a:pt x="9" y="63"/>
                    <a:pt x="9" y="63"/>
                  </a:cubicBezTo>
                  <a:cubicBezTo>
                    <a:pt x="9" y="63"/>
                    <a:pt x="9" y="63"/>
                    <a:pt x="9" y="63"/>
                  </a:cubicBezTo>
                  <a:cubicBezTo>
                    <a:pt x="9" y="62"/>
                    <a:pt x="9" y="62"/>
                    <a:pt x="9" y="62"/>
                  </a:cubicBezTo>
                  <a:cubicBezTo>
                    <a:pt x="10" y="62"/>
                    <a:pt x="10" y="62"/>
                    <a:pt x="10" y="62"/>
                  </a:cubicBezTo>
                  <a:cubicBezTo>
                    <a:pt x="10" y="61"/>
                    <a:pt x="10" y="61"/>
                    <a:pt x="10" y="61"/>
                  </a:cubicBezTo>
                  <a:cubicBezTo>
                    <a:pt x="10" y="61"/>
                    <a:pt x="10" y="61"/>
                    <a:pt x="10" y="61"/>
                  </a:cubicBezTo>
                  <a:cubicBezTo>
                    <a:pt x="9" y="61"/>
                    <a:pt x="9" y="61"/>
                    <a:pt x="9" y="61"/>
                  </a:cubicBezTo>
                  <a:cubicBezTo>
                    <a:pt x="8" y="58"/>
                    <a:pt x="8" y="58"/>
                    <a:pt x="8" y="58"/>
                  </a:cubicBezTo>
                  <a:cubicBezTo>
                    <a:pt x="7" y="55"/>
                    <a:pt x="7" y="55"/>
                    <a:pt x="7" y="55"/>
                  </a:cubicBezTo>
                  <a:cubicBezTo>
                    <a:pt x="6" y="54"/>
                    <a:pt x="6" y="52"/>
                    <a:pt x="6" y="52"/>
                  </a:cubicBezTo>
                  <a:cubicBezTo>
                    <a:pt x="5" y="49"/>
                    <a:pt x="5" y="49"/>
                    <a:pt x="5" y="49"/>
                  </a:cubicBezTo>
                  <a:cubicBezTo>
                    <a:pt x="4" y="47"/>
                    <a:pt x="4" y="47"/>
                    <a:pt x="4" y="47"/>
                  </a:cubicBezTo>
                  <a:cubicBezTo>
                    <a:pt x="4" y="46"/>
                    <a:pt x="4" y="46"/>
                    <a:pt x="4" y="46"/>
                  </a:cubicBezTo>
                  <a:cubicBezTo>
                    <a:pt x="5" y="46"/>
                    <a:pt x="5" y="46"/>
                    <a:pt x="5" y="46"/>
                  </a:cubicBezTo>
                  <a:cubicBezTo>
                    <a:pt x="4" y="46"/>
                    <a:pt x="4" y="46"/>
                    <a:pt x="4" y="46"/>
                  </a:cubicBezTo>
                  <a:cubicBezTo>
                    <a:pt x="4" y="46"/>
                    <a:pt x="4" y="46"/>
                    <a:pt x="4" y="46"/>
                  </a:cubicBezTo>
                  <a:cubicBezTo>
                    <a:pt x="4" y="46"/>
                    <a:pt x="4" y="46"/>
                    <a:pt x="4" y="46"/>
                  </a:cubicBezTo>
                  <a:cubicBezTo>
                    <a:pt x="5" y="45"/>
                    <a:pt x="5" y="45"/>
                    <a:pt x="5" y="45"/>
                  </a:cubicBezTo>
                  <a:cubicBezTo>
                    <a:pt x="5" y="45"/>
                    <a:pt x="5" y="45"/>
                    <a:pt x="5" y="45"/>
                  </a:cubicBezTo>
                  <a:cubicBezTo>
                    <a:pt x="5" y="45"/>
                    <a:pt x="5" y="45"/>
                    <a:pt x="5" y="45"/>
                  </a:cubicBezTo>
                  <a:cubicBezTo>
                    <a:pt x="6" y="45"/>
                    <a:pt x="6" y="45"/>
                    <a:pt x="6" y="45"/>
                  </a:cubicBezTo>
                  <a:cubicBezTo>
                    <a:pt x="7" y="45"/>
                    <a:pt x="7" y="45"/>
                    <a:pt x="7" y="45"/>
                  </a:cubicBezTo>
                  <a:cubicBezTo>
                    <a:pt x="8" y="45"/>
                    <a:pt x="8" y="45"/>
                    <a:pt x="8" y="45"/>
                  </a:cubicBezTo>
                  <a:cubicBezTo>
                    <a:pt x="9" y="47"/>
                    <a:pt x="9" y="47"/>
                    <a:pt x="9" y="47"/>
                  </a:cubicBezTo>
                  <a:cubicBezTo>
                    <a:pt x="9" y="47"/>
                    <a:pt x="9" y="47"/>
                    <a:pt x="9" y="47"/>
                  </a:cubicBezTo>
                  <a:cubicBezTo>
                    <a:pt x="9" y="47"/>
                    <a:pt x="9" y="47"/>
                    <a:pt x="9" y="47"/>
                  </a:cubicBezTo>
                  <a:cubicBezTo>
                    <a:pt x="9" y="47"/>
                    <a:pt x="9" y="47"/>
                    <a:pt x="9" y="47"/>
                  </a:cubicBezTo>
                  <a:cubicBezTo>
                    <a:pt x="10" y="48"/>
                    <a:pt x="10" y="48"/>
                    <a:pt x="10" y="48"/>
                  </a:cubicBezTo>
                  <a:cubicBezTo>
                    <a:pt x="9" y="49"/>
                    <a:pt x="9" y="49"/>
                    <a:pt x="9" y="49"/>
                  </a:cubicBezTo>
                  <a:cubicBezTo>
                    <a:pt x="9" y="49"/>
                    <a:pt x="9" y="49"/>
                    <a:pt x="9" y="49"/>
                  </a:cubicBezTo>
                  <a:cubicBezTo>
                    <a:pt x="9" y="49"/>
                    <a:pt x="9" y="49"/>
                    <a:pt x="9" y="49"/>
                  </a:cubicBezTo>
                  <a:cubicBezTo>
                    <a:pt x="9" y="50"/>
                    <a:pt x="9" y="50"/>
                    <a:pt x="9" y="50"/>
                  </a:cubicBezTo>
                  <a:cubicBezTo>
                    <a:pt x="9" y="52"/>
                    <a:pt x="9" y="52"/>
                    <a:pt x="9" y="52"/>
                  </a:cubicBezTo>
                  <a:cubicBezTo>
                    <a:pt x="9" y="52"/>
                    <a:pt x="9" y="52"/>
                    <a:pt x="9" y="52"/>
                  </a:cubicBezTo>
                  <a:cubicBezTo>
                    <a:pt x="9" y="52"/>
                    <a:pt x="9" y="52"/>
                    <a:pt x="9" y="52"/>
                  </a:cubicBezTo>
                  <a:cubicBezTo>
                    <a:pt x="9" y="52"/>
                    <a:pt x="9" y="52"/>
                    <a:pt x="9" y="52"/>
                  </a:cubicBezTo>
                  <a:cubicBezTo>
                    <a:pt x="9" y="52"/>
                    <a:pt x="9" y="52"/>
                    <a:pt x="9" y="52"/>
                  </a:cubicBezTo>
                  <a:cubicBezTo>
                    <a:pt x="11" y="52"/>
                    <a:pt x="11" y="52"/>
                    <a:pt x="11" y="52"/>
                  </a:cubicBezTo>
                  <a:cubicBezTo>
                    <a:pt x="11" y="52"/>
                    <a:pt x="13" y="51"/>
                    <a:pt x="14" y="50"/>
                  </a:cubicBezTo>
                  <a:cubicBezTo>
                    <a:pt x="14" y="49"/>
                    <a:pt x="14" y="49"/>
                    <a:pt x="14" y="49"/>
                  </a:cubicBezTo>
                  <a:cubicBezTo>
                    <a:pt x="12" y="47"/>
                    <a:pt x="12" y="47"/>
                    <a:pt x="12" y="47"/>
                  </a:cubicBezTo>
                  <a:cubicBezTo>
                    <a:pt x="12" y="47"/>
                    <a:pt x="12" y="47"/>
                    <a:pt x="12" y="47"/>
                  </a:cubicBezTo>
                  <a:cubicBezTo>
                    <a:pt x="12" y="47"/>
                    <a:pt x="12" y="47"/>
                    <a:pt x="12" y="47"/>
                  </a:cubicBezTo>
                  <a:cubicBezTo>
                    <a:pt x="13" y="47"/>
                    <a:pt x="13" y="47"/>
                    <a:pt x="13" y="47"/>
                  </a:cubicBezTo>
                  <a:cubicBezTo>
                    <a:pt x="14" y="47"/>
                    <a:pt x="15" y="47"/>
                    <a:pt x="16" y="47"/>
                  </a:cubicBezTo>
                  <a:cubicBezTo>
                    <a:pt x="15" y="46"/>
                    <a:pt x="14" y="45"/>
                    <a:pt x="12" y="43"/>
                  </a:cubicBezTo>
                  <a:cubicBezTo>
                    <a:pt x="11" y="40"/>
                    <a:pt x="11" y="40"/>
                    <a:pt x="11" y="40"/>
                  </a:cubicBezTo>
                  <a:cubicBezTo>
                    <a:pt x="8" y="38"/>
                    <a:pt x="8" y="38"/>
                    <a:pt x="8" y="38"/>
                  </a:cubicBezTo>
                  <a:cubicBezTo>
                    <a:pt x="8" y="38"/>
                    <a:pt x="8" y="37"/>
                    <a:pt x="8" y="36"/>
                  </a:cubicBezTo>
                  <a:cubicBezTo>
                    <a:pt x="8" y="35"/>
                    <a:pt x="7" y="33"/>
                    <a:pt x="6" y="33"/>
                  </a:cubicBezTo>
                  <a:cubicBezTo>
                    <a:pt x="5" y="32"/>
                    <a:pt x="5" y="32"/>
                    <a:pt x="5" y="32"/>
                  </a:cubicBezTo>
                  <a:cubicBezTo>
                    <a:pt x="4" y="32"/>
                    <a:pt x="4" y="34"/>
                    <a:pt x="4" y="34"/>
                  </a:cubicBezTo>
                  <a:cubicBezTo>
                    <a:pt x="3" y="34"/>
                    <a:pt x="3" y="34"/>
                    <a:pt x="3" y="34"/>
                  </a:cubicBezTo>
                  <a:cubicBezTo>
                    <a:pt x="4" y="31"/>
                    <a:pt x="5" y="30"/>
                    <a:pt x="5" y="30"/>
                  </a:cubicBezTo>
                  <a:cubicBezTo>
                    <a:pt x="5" y="29"/>
                    <a:pt x="5" y="29"/>
                    <a:pt x="5" y="29"/>
                  </a:cubicBezTo>
                  <a:cubicBezTo>
                    <a:pt x="5" y="28"/>
                    <a:pt x="4" y="27"/>
                    <a:pt x="4" y="26"/>
                  </a:cubicBezTo>
                  <a:cubicBezTo>
                    <a:pt x="4" y="24"/>
                    <a:pt x="4" y="24"/>
                    <a:pt x="4" y="24"/>
                  </a:cubicBezTo>
                  <a:cubicBezTo>
                    <a:pt x="3" y="24"/>
                    <a:pt x="3" y="24"/>
                    <a:pt x="3" y="24"/>
                  </a:cubicBezTo>
                  <a:cubicBezTo>
                    <a:pt x="3" y="26"/>
                    <a:pt x="3" y="26"/>
                    <a:pt x="3" y="26"/>
                  </a:cubicBezTo>
                  <a:cubicBezTo>
                    <a:pt x="3" y="28"/>
                    <a:pt x="3" y="28"/>
                    <a:pt x="3" y="28"/>
                  </a:cubicBezTo>
                  <a:cubicBezTo>
                    <a:pt x="2" y="28"/>
                    <a:pt x="2" y="28"/>
                    <a:pt x="2" y="28"/>
                  </a:cubicBezTo>
                  <a:cubicBezTo>
                    <a:pt x="1" y="29"/>
                    <a:pt x="1" y="29"/>
                    <a:pt x="1" y="29"/>
                  </a:cubicBezTo>
                  <a:cubicBezTo>
                    <a:pt x="1" y="29"/>
                    <a:pt x="1" y="29"/>
                    <a:pt x="1" y="29"/>
                  </a:cubicBezTo>
                  <a:cubicBezTo>
                    <a:pt x="0" y="29"/>
                    <a:pt x="0" y="29"/>
                    <a:pt x="0" y="29"/>
                  </a:cubicBezTo>
                  <a:cubicBezTo>
                    <a:pt x="0" y="28"/>
                    <a:pt x="0" y="28"/>
                    <a:pt x="0" y="28"/>
                  </a:cubicBezTo>
                  <a:cubicBezTo>
                    <a:pt x="0" y="28"/>
                    <a:pt x="0" y="28"/>
                    <a:pt x="0" y="28"/>
                  </a:cubicBezTo>
                  <a:cubicBezTo>
                    <a:pt x="1" y="28"/>
                    <a:pt x="1" y="28"/>
                    <a:pt x="1" y="28"/>
                  </a:cubicBezTo>
                  <a:cubicBezTo>
                    <a:pt x="1" y="27"/>
                    <a:pt x="1" y="27"/>
                    <a:pt x="1" y="27"/>
                  </a:cubicBezTo>
                  <a:cubicBezTo>
                    <a:pt x="1" y="27"/>
                    <a:pt x="1" y="27"/>
                    <a:pt x="1" y="27"/>
                  </a:cubicBezTo>
                  <a:cubicBezTo>
                    <a:pt x="1" y="25"/>
                    <a:pt x="1" y="25"/>
                    <a:pt x="1" y="25"/>
                  </a:cubicBezTo>
                  <a:cubicBezTo>
                    <a:pt x="2" y="21"/>
                    <a:pt x="2" y="21"/>
                    <a:pt x="2" y="21"/>
                  </a:cubicBezTo>
                  <a:cubicBezTo>
                    <a:pt x="2" y="20"/>
                    <a:pt x="2" y="20"/>
                    <a:pt x="2" y="20"/>
                  </a:cubicBezTo>
                  <a:cubicBezTo>
                    <a:pt x="2" y="19"/>
                    <a:pt x="2" y="18"/>
                    <a:pt x="2" y="18"/>
                  </a:cubicBezTo>
                  <a:cubicBezTo>
                    <a:pt x="1" y="15"/>
                    <a:pt x="1" y="15"/>
                    <a:pt x="1" y="15"/>
                  </a:cubicBezTo>
                  <a:cubicBezTo>
                    <a:pt x="0" y="14"/>
                    <a:pt x="0" y="14"/>
                    <a:pt x="0" y="14"/>
                  </a:cubicBezTo>
                  <a:cubicBezTo>
                    <a:pt x="1" y="13"/>
                    <a:pt x="1" y="13"/>
                    <a:pt x="1" y="13"/>
                  </a:cubicBezTo>
                  <a:cubicBezTo>
                    <a:pt x="1" y="13"/>
                    <a:pt x="1" y="13"/>
                    <a:pt x="1" y="13"/>
                  </a:cubicBezTo>
                  <a:lnTo>
                    <a:pt x="0" y="12"/>
                  </a:lnTo>
                  <a:close/>
                  <a:moveTo>
                    <a:pt x="13" y="21"/>
                  </a:moveTo>
                  <a:cubicBezTo>
                    <a:pt x="13" y="21"/>
                    <a:pt x="13" y="21"/>
                    <a:pt x="13" y="21"/>
                  </a:cubicBezTo>
                  <a:cubicBezTo>
                    <a:pt x="14" y="22"/>
                    <a:pt x="14" y="22"/>
                    <a:pt x="14" y="22"/>
                  </a:cubicBezTo>
                  <a:lnTo>
                    <a:pt x="13" y="21"/>
                  </a:lnTo>
                  <a:close/>
                  <a:moveTo>
                    <a:pt x="4" y="10"/>
                  </a:moveTo>
                  <a:cubicBezTo>
                    <a:pt x="4" y="10"/>
                    <a:pt x="4" y="10"/>
                    <a:pt x="4" y="10"/>
                  </a:cubicBezTo>
                  <a:cubicBezTo>
                    <a:pt x="5" y="12"/>
                    <a:pt x="5" y="12"/>
                    <a:pt x="5" y="12"/>
                  </a:cubicBezTo>
                  <a:cubicBezTo>
                    <a:pt x="5" y="12"/>
                    <a:pt x="5" y="12"/>
                    <a:pt x="5" y="12"/>
                  </a:cubicBezTo>
                  <a:cubicBezTo>
                    <a:pt x="5" y="12"/>
                    <a:pt x="5" y="12"/>
                    <a:pt x="5" y="12"/>
                  </a:cubicBezTo>
                  <a:cubicBezTo>
                    <a:pt x="5" y="12"/>
                    <a:pt x="5" y="12"/>
                    <a:pt x="5" y="12"/>
                  </a:cubicBezTo>
                  <a:lnTo>
                    <a:pt x="4" y="10"/>
                  </a:lnTo>
                  <a:close/>
                  <a:moveTo>
                    <a:pt x="6" y="12"/>
                  </a:moveTo>
                  <a:cubicBezTo>
                    <a:pt x="6" y="12"/>
                    <a:pt x="6" y="12"/>
                    <a:pt x="6" y="12"/>
                  </a:cubicBezTo>
                  <a:cubicBezTo>
                    <a:pt x="6" y="13"/>
                    <a:pt x="6" y="13"/>
                    <a:pt x="6" y="13"/>
                  </a:cubicBezTo>
                  <a:cubicBezTo>
                    <a:pt x="7" y="13"/>
                    <a:pt x="7" y="13"/>
                    <a:pt x="7" y="13"/>
                  </a:cubicBezTo>
                  <a:cubicBezTo>
                    <a:pt x="7" y="13"/>
                    <a:pt x="7" y="13"/>
                    <a:pt x="7" y="13"/>
                  </a:cubicBezTo>
                  <a:lnTo>
                    <a:pt x="6" y="12"/>
                  </a:lnTo>
                  <a:close/>
                  <a:moveTo>
                    <a:pt x="6" y="17"/>
                  </a:moveTo>
                  <a:cubicBezTo>
                    <a:pt x="7" y="16"/>
                    <a:pt x="7" y="15"/>
                    <a:pt x="7" y="15"/>
                  </a:cubicBezTo>
                  <a:cubicBezTo>
                    <a:pt x="7" y="15"/>
                    <a:pt x="7" y="15"/>
                    <a:pt x="7" y="15"/>
                  </a:cubicBezTo>
                  <a:cubicBezTo>
                    <a:pt x="7" y="13"/>
                    <a:pt x="7" y="13"/>
                    <a:pt x="7" y="13"/>
                  </a:cubicBezTo>
                  <a:cubicBezTo>
                    <a:pt x="7" y="13"/>
                    <a:pt x="7" y="13"/>
                    <a:pt x="7" y="13"/>
                  </a:cubicBezTo>
                  <a:cubicBezTo>
                    <a:pt x="7" y="13"/>
                    <a:pt x="7" y="13"/>
                    <a:pt x="7" y="13"/>
                  </a:cubicBezTo>
                  <a:cubicBezTo>
                    <a:pt x="6" y="13"/>
                    <a:pt x="6" y="13"/>
                    <a:pt x="6" y="13"/>
                  </a:cubicBezTo>
                  <a:cubicBezTo>
                    <a:pt x="6" y="14"/>
                    <a:pt x="6" y="14"/>
                    <a:pt x="6" y="14"/>
                  </a:cubicBezTo>
                  <a:cubicBezTo>
                    <a:pt x="6" y="14"/>
                    <a:pt x="6" y="14"/>
                    <a:pt x="6" y="14"/>
                  </a:cubicBezTo>
                  <a:cubicBezTo>
                    <a:pt x="6" y="15"/>
                    <a:pt x="6" y="15"/>
                    <a:pt x="5" y="16"/>
                  </a:cubicBezTo>
                  <a:cubicBezTo>
                    <a:pt x="5" y="18"/>
                    <a:pt x="5" y="18"/>
                    <a:pt x="5" y="18"/>
                  </a:cubicBezTo>
                  <a:cubicBezTo>
                    <a:pt x="5" y="18"/>
                    <a:pt x="5" y="18"/>
                    <a:pt x="5" y="18"/>
                  </a:cubicBezTo>
                  <a:lnTo>
                    <a:pt x="6" y="17"/>
                  </a:lnTo>
                  <a:close/>
                  <a:moveTo>
                    <a:pt x="19" y="21"/>
                  </a:moveTo>
                  <a:cubicBezTo>
                    <a:pt x="20" y="21"/>
                    <a:pt x="20" y="21"/>
                    <a:pt x="20" y="21"/>
                  </a:cubicBezTo>
                  <a:cubicBezTo>
                    <a:pt x="21" y="22"/>
                    <a:pt x="21" y="22"/>
                    <a:pt x="21" y="22"/>
                  </a:cubicBezTo>
                  <a:cubicBezTo>
                    <a:pt x="21" y="21"/>
                    <a:pt x="21" y="21"/>
                    <a:pt x="21" y="21"/>
                  </a:cubicBezTo>
                  <a:cubicBezTo>
                    <a:pt x="21" y="20"/>
                    <a:pt x="21" y="20"/>
                    <a:pt x="21" y="20"/>
                  </a:cubicBezTo>
                  <a:cubicBezTo>
                    <a:pt x="21" y="20"/>
                    <a:pt x="21" y="20"/>
                    <a:pt x="21" y="20"/>
                  </a:cubicBezTo>
                  <a:cubicBezTo>
                    <a:pt x="21" y="20"/>
                    <a:pt x="21" y="20"/>
                    <a:pt x="21" y="20"/>
                  </a:cubicBezTo>
                  <a:cubicBezTo>
                    <a:pt x="20" y="20"/>
                    <a:pt x="20" y="20"/>
                    <a:pt x="20" y="20"/>
                  </a:cubicBezTo>
                  <a:cubicBezTo>
                    <a:pt x="19" y="21"/>
                    <a:pt x="19" y="21"/>
                    <a:pt x="19" y="21"/>
                  </a:cubicBezTo>
                  <a:cubicBezTo>
                    <a:pt x="18" y="22"/>
                    <a:pt x="18" y="22"/>
                    <a:pt x="18" y="22"/>
                  </a:cubicBezTo>
                  <a:cubicBezTo>
                    <a:pt x="17" y="22"/>
                    <a:pt x="17" y="22"/>
                    <a:pt x="17" y="22"/>
                  </a:cubicBezTo>
                  <a:lnTo>
                    <a:pt x="19" y="21"/>
                  </a:lnTo>
                  <a:close/>
                  <a:moveTo>
                    <a:pt x="21" y="20"/>
                  </a:moveTo>
                  <a:cubicBezTo>
                    <a:pt x="21" y="20"/>
                    <a:pt x="21" y="20"/>
                    <a:pt x="21" y="20"/>
                  </a:cubicBezTo>
                  <a:cubicBezTo>
                    <a:pt x="21" y="19"/>
                    <a:pt x="21" y="19"/>
                    <a:pt x="21" y="19"/>
                  </a:cubicBezTo>
                  <a:cubicBezTo>
                    <a:pt x="20" y="19"/>
                    <a:pt x="20" y="19"/>
                    <a:pt x="20" y="19"/>
                  </a:cubicBezTo>
                  <a:cubicBezTo>
                    <a:pt x="19" y="20"/>
                    <a:pt x="19" y="20"/>
                    <a:pt x="19" y="20"/>
                  </a:cubicBezTo>
                  <a:cubicBezTo>
                    <a:pt x="19" y="20"/>
                    <a:pt x="19" y="20"/>
                    <a:pt x="19" y="20"/>
                  </a:cubicBezTo>
                  <a:cubicBezTo>
                    <a:pt x="20" y="20"/>
                    <a:pt x="20" y="20"/>
                    <a:pt x="20" y="20"/>
                  </a:cubicBezTo>
                  <a:cubicBezTo>
                    <a:pt x="20" y="20"/>
                    <a:pt x="20" y="20"/>
                    <a:pt x="20" y="20"/>
                  </a:cubicBezTo>
                  <a:cubicBezTo>
                    <a:pt x="21" y="20"/>
                    <a:pt x="21" y="20"/>
                    <a:pt x="21" y="20"/>
                  </a:cubicBezTo>
                  <a:close/>
                  <a:moveTo>
                    <a:pt x="16" y="21"/>
                  </a:moveTo>
                  <a:cubicBezTo>
                    <a:pt x="14" y="22"/>
                    <a:pt x="14" y="22"/>
                    <a:pt x="14" y="22"/>
                  </a:cubicBezTo>
                  <a:cubicBezTo>
                    <a:pt x="14" y="22"/>
                    <a:pt x="14" y="22"/>
                    <a:pt x="14" y="22"/>
                  </a:cubicBezTo>
                  <a:cubicBezTo>
                    <a:pt x="15" y="22"/>
                    <a:pt x="15" y="22"/>
                    <a:pt x="15" y="22"/>
                  </a:cubicBezTo>
                  <a:cubicBezTo>
                    <a:pt x="15" y="22"/>
                    <a:pt x="15" y="22"/>
                    <a:pt x="15" y="22"/>
                  </a:cubicBezTo>
                  <a:cubicBezTo>
                    <a:pt x="16" y="22"/>
                    <a:pt x="16" y="22"/>
                    <a:pt x="16" y="22"/>
                  </a:cubicBezTo>
                  <a:cubicBezTo>
                    <a:pt x="18" y="21"/>
                    <a:pt x="18" y="21"/>
                    <a:pt x="18" y="21"/>
                  </a:cubicBezTo>
                  <a:cubicBezTo>
                    <a:pt x="19" y="20"/>
                    <a:pt x="19" y="20"/>
                    <a:pt x="19" y="20"/>
                  </a:cubicBezTo>
                  <a:cubicBezTo>
                    <a:pt x="19" y="20"/>
                    <a:pt x="19" y="20"/>
                    <a:pt x="19" y="20"/>
                  </a:cubicBezTo>
                  <a:cubicBezTo>
                    <a:pt x="18" y="20"/>
                    <a:pt x="18" y="20"/>
                    <a:pt x="18" y="20"/>
                  </a:cubicBezTo>
                  <a:cubicBezTo>
                    <a:pt x="17" y="20"/>
                    <a:pt x="17" y="20"/>
                    <a:pt x="17" y="20"/>
                  </a:cubicBezTo>
                  <a:lnTo>
                    <a:pt x="16" y="21"/>
                  </a:lnTo>
                  <a:close/>
                  <a:moveTo>
                    <a:pt x="16" y="15"/>
                  </a:moveTo>
                  <a:cubicBezTo>
                    <a:pt x="15" y="15"/>
                    <a:pt x="15" y="15"/>
                    <a:pt x="15" y="16"/>
                  </a:cubicBezTo>
                  <a:cubicBezTo>
                    <a:pt x="14" y="18"/>
                    <a:pt x="14" y="18"/>
                    <a:pt x="14" y="18"/>
                  </a:cubicBezTo>
                  <a:cubicBezTo>
                    <a:pt x="16" y="17"/>
                    <a:pt x="16" y="17"/>
                    <a:pt x="16" y="17"/>
                  </a:cubicBezTo>
                  <a:cubicBezTo>
                    <a:pt x="16" y="17"/>
                    <a:pt x="16" y="17"/>
                    <a:pt x="16" y="17"/>
                  </a:cubicBezTo>
                  <a:cubicBezTo>
                    <a:pt x="17" y="18"/>
                    <a:pt x="17" y="18"/>
                    <a:pt x="17" y="18"/>
                  </a:cubicBezTo>
                  <a:cubicBezTo>
                    <a:pt x="18" y="19"/>
                    <a:pt x="18" y="19"/>
                    <a:pt x="18" y="19"/>
                  </a:cubicBezTo>
                  <a:cubicBezTo>
                    <a:pt x="20" y="19"/>
                    <a:pt x="20" y="19"/>
                    <a:pt x="20" y="19"/>
                  </a:cubicBezTo>
                  <a:cubicBezTo>
                    <a:pt x="21" y="19"/>
                    <a:pt x="21" y="19"/>
                    <a:pt x="21" y="19"/>
                  </a:cubicBezTo>
                  <a:cubicBezTo>
                    <a:pt x="20" y="17"/>
                    <a:pt x="20" y="17"/>
                    <a:pt x="20" y="17"/>
                  </a:cubicBezTo>
                  <a:cubicBezTo>
                    <a:pt x="19" y="15"/>
                    <a:pt x="19" y="15"/>
                    <a:pt x="19" y="15"/>
                  </a:cubicBezTo>
                  <a:lnTo>
                    <a:pt x="16" y="15"/>
                  </a:lnTo>
                  <a:close/>
                  <a:moveTo>
                    <a:pt x="20" y="15"/>
                  </a:moveTo>
                  <a:cubicBezTo>
                    <a:pt x="20" y="15"/>
                    <a:pt x="20" y="15"/>
                    <a:pt x="20" y="15"/>
                  </a:cubicBezTo>
                  <a:cubicBezTo>
                    <a:pt x="20" y="15"/>
                    <a:pt x="20" y="15"/>
                    <a:pt x="20" y="15"/>
                  </a:cubicBezTo>
                  <a:close/>
                  <a:moveTo>
                    <a:pt x="26" y="13"/>
                  </a:moveTo>
                  <a:cubicBezTo>
                    <a:pt x="26" y="14"/>
                    <a:pt x="26" y="14"/>
                    <a:pt x="26" y="14"/>
                  </a:cubicBezTo>
                  <a:cubicBezTo>
                    <a:pt x="26" y="14"/>
                    <a:pt x="26" y="14"/>
                    <a:pt x="26" y="14"/>
                  </a:cubicBezTo>
                  <a:lnTo>
                    <a:pt x="26" y="13"/>
                  </a:lnTo>
                  <a:close/>
                  <a:moveTo>
                    <a:pt x="28" y="16"/>
                  </a:moveTo>
                  <a:cubicBezTo>
                    <a:pt x="28" y="16"/>
                    <a:pt x="28" y="16"/>
                    <a:pt x="28" y="16"/>
                  </a:cubicBezTo>
                  <a:cubicBezTo>
                    <a:pt x="28" y="16"/>
                    <a:pt x="28" y="16"/>
                    <a:pt x="28" y="16"/>
                  </a:cubicBezTo>
                  <a:cubicBezTo>
                    <a:pt x="28" y="14"/>
                    <a:pt x="28" y="14"/>
                    <a:pt x="28" y="14"/>
                  </a:cubicBezTo>
                  <a:cubicBezTo>
                    <a:pt x="27" y="14"/>
                    <a:pt x="27" y="14"/>
                    <a:pt x="27" y="14"/>
                  </a:cubicBezTo>
                  <a:cubicBezTo>
                    <a:pt x="27" y="14"/>
                    <a:pt x="27" y="14"/>
                    <a:pt x="27" y="14"/>
                  </a:cubicBezTo>
                  <a:cubicBezTo>
                    <a:pt x="26" y="14"/>
                    <a:pt x="26" y="14"/>
                    <a:pt x="26" y="14"/>
                  </a:cubicBezTo>
                  <a:cubicBezTo>
                    <a:pt x="25" y="14"/>
                    <a:pt x="25" y="14"/>
                    <a:pt x="25" y="14"/>
                  </a:cubicBezTo>
                  <a:cubicBezTo>
                    <a:pt x="24" y="14"/>
                    <a:pt x="24" y="14"/>
                    <a:pt x="24" y="14"/>
                  </a:cubicBezTo>
                  <a:cubicBezTo>
                    <a:pt x="22" y="14"/>
                    <a:pt x="22" y="13"/>
                    <a:pt x="21" y="13"/>
                  </a:cubicBezTo>
                  <a:cubicBezTo>
                    <a:pt x="20" y="15"/>
                    <a:pt x="20" y="15"/>
                    <a:pt x="20" y="15"/>
                  </a:cubicBezTo>
                  <a:cubicBezTo>
                    <a:pt x="20" y="15"/>
                    <a:pt x="20" y="15"/>
                    <a:pt x="20" y="15"/>
                  </a:cubicBezTo>
                  <a:cubicBezTo>
                    <a:pt x="21" y="14"/>
                    <a:pt x="21" y="14"/>
                    <a:pt x="21" y="14"/>
                  </a:cubicBezTo>
                  <a:cubicBezTo>
                    <a:pt x="22" y="14"/>
                    <a:pt x="22" y="14"/>
                    <a:pt x="22" y="14"/>
                  </a:cubicBezTo>
                  <a:cubicBezTo>
                    <a:pt x="23" y="14"/>
                    <a:pt x="23" y="14"/>
                    <a:pt x="23" y="14"/>
                  </a:cubicBezTo>
                  <a:cubicBezTo>
                    <a:pt x="24" y="15"/>
                    <a:pt x="24" y="15"/>
                    <a:pt x="24" y="15"/>
                  </a:cubicBezTo>
                  <a:cubicBezTo>
                    <a:pt x="24" y="15"/>
                    <a:pt x="24" y="15"/>
                    <a:pt x="24" y="15"/>
                  </a:cubicBezTo>
                  <a:cubicBezTo>
                    <a:pt x="25" y="15"/>
                    <a:pt x="25" y="15"/>
                    <a:pt x="25" y="15"/>
                  </a:cubicBezTo>
                  <a:cubicBezTo>
                    <a:pt x="24" y="16"/>
                    <a:pt x="24" y="16"/>
                    <a:pt x="24" y="16"/>
                  </a:cubicBezTo>
                  <a:cubicBezTo>
                    <a:pt x="24" y="16"/>
                    <a:pt x="24" y="16"/>
                    <a:pt x="24" y="16"/>
                  </a:cubicBezTo>
                  <a:cubicBezTo>
                    <a:pt x="25" y="17"/>
                    <a:pt x="25" y="17"/>
                    <a:pt x="25" y="17"/>
                  </a:cubicBezTo>
                  <a:cubicBezTo>
                    <a:pt x="25" y="17"/>
                    <a:pt x="25" y="17"/>
                    <a:pt x="25" y="17"/>
                  </a:cubicBezTo>
                  <a:cubicBezTo>
                    <a:pt x="25" y="18"/>
                    <a:pt x="25" y="18"/>
                    <a:pt x="25" y="18"/>
                  </a:cubicBezTo>
                  <a:cubicBezTo>
                    <a:pt x="25" y="18"/>
                    <a:pt x="25" y="18"/>
                    <a:pt x="25" y="18"/>
                  </a:cubicBezTo>
                  <a:cubicBezTo>
                    <a:pt x="23" y="17"/>
                    <a:pt x="23" y="17"/>
                    <a:pt x="23" y="17"/>
                  </a:cubicBezTo>
                  <a:cubicBezTo>
                    <a:pt x="22" y="18"/>
                    <a:pt x="22" y="18"/>
                    <a:pt x="22" y="18"/>
                  </a:cubicBezTo>
                  <a:cubicBezTo>
                    <a:pt x="21" y="17"/>
                    <a:pt x="21" y="17"/>
                    <a:pt x="21" y="17"/>
                  </a:cubicBezTo>
                  <a:cubicBezTo>
                    <a:pt x="22" y="19"/>
                    <a:pt x="22" y="19"/>
                    <a:pt x="22" y="19"/>
                  </a:cubicBezTo>
                  <a:cubicBezTo>
                    <a:pt x="22" y="19"/>
                    <a:pt x="22" y="19"/>
                    <a:pt x="22" y="19"/>
                  </a:cubicBezTo>
                  <a:cubicBezTo>
                    <a:pt x="22" y="20"/>
                    <a:pt x="22" y="20"/>
                    <a:pt x="22" y="20"/>
                  </a:cubicBezTo>
                  <a:cubicBezTo>
                    <a:pt x="22" y="22"/>
                    <a:pt x="22" y="22"/>
                    <a:pt x="22" y="22"/>
                  </a:cubicBezTo>
                  <a:cubicBezTo>
                    <a:pt x="22" y="23"/>
                    <a:pt x="22" y="23"/>
                    <a:pt x="22" y="23"/>
                  </a:cubicBezTo>
                  <a:cubicBezTo>
                    <a:pt x="22" y="23"/>
                    <a:pt x="22" y="23"/>
                    <a:pt x="22" y="23"/>
                  </a:cubicBezTo>
                  <a:cubicBezTo>
                    <a:pt x="22" y="24"/>
                    <a:pt x="21" y="25"/>
                    <a:pt x="19" y="26"/>
                  </a:cubicBezTo>
                  <a:cubicBezTo>
                    <a:pt x="18" y="27"/>
                    <a:pt x="16" y="29"/>
                    <a:pt x="15" y="30"/>
                  </a:cubicBezTo>
                  <a:cubicBezTo>
                    <a:pt x="13" y="32"/>
                    <a:pt x="13" y="34"/>
                    <a:pt x="13" y="35"/>
                  </a:cubicBezTo>
                  <a:cubicBezTo>
                    <a:pt x="11" y="36"/>
                    <a:pt x="11" y="36"/>
                    <a:pt x="11" y="36"/>
                  </a:cubicBezTo>
                  <a:cubicBezTo>
                    <a:pt x="11" y="36"/>
                    <a:pt x="11" y="36"/>
                    <a:pt x="11" y="36"/>
                  </a:cubicBezTo>
                  <a:cubicBezTo>
                    <a:pt x="11" y="36"/>
                    <a:pt x="11" y="36"/>
                    <a:pt x="11" y="36"/>
                  </a:cubicBezTo>
                  <a:cubicBezTo>
                    <a:pt x="14" y="35"/>
                    <a:pt x="14" y="35"/>
                    <a:pt x="14" y="35"/>
                  </a:cubicBezTo>
                  <a:cubicBezTo>
                    <a:pt x="16" y="34"/>
                    <a:pt x="16" y="34"/>
                    <a:pt x="16" y="34"/>
                  </a:cubicBezTo>
                  <a:cubicBezTo>
                    <a:pt x="17" y="35"/>
                    <a:pt x="17" y="35"/>
                    <a:pt x="17" y="35"/>
                  </a:cubicBezTo>
                  <a:cubicBezTo>
                    <a:pt x="18" y="36"/>
                    <a:pt x="18" y="36"/>
                    <a:pt x="18" y="36"/>
                  </a:cubicBezTo>
                  <a:cubicBezTo>
                    <a:pt x="19" y="35"/>
                    <a:pt x="19" y="35"/>
                    <a:pt x="19" y="35"/>
                  </a:cubicBezTo>
                  <a:cubicBezTo>
                    <a:pt x="19" y="33"/>
                    <a:pt x="19" y="33"/>
                    <a:pt x="19" y="33"/>
                  </a:cubicBezTo>
                  <a:cubicBezTo>
                    <a:pt x="20" y="33"/>
                    <a:pt x="20" y="33"/>
                    <a:pt x="20" y="33"/>
                  </a:cubicBezTo>
                  <a:cubicBezTo>
                    <a:pt x="20" y="33"/>
                    <a:pt x="20" y="33"/>
                    <a:pt x="20" y="33"/>
                  </a:cubicBezTo>
                  <a:cubicBezTo>
                    <a:pt x="21" y="34"/>
                    <a:pt x="21" y="34"/>
                    <a:pt x="21" y="34"/>
                  </a:cubicBezTo>
                  <a:cubicBezTo>
                    <a:pt x="21" y="35"/>
                    <a:pt x="21" y="35"/>
                    <a:pt x="21" y="35"/>
                  </a:cubicBezTo>
                  <a:cubicBezTo>
                    <a:pt x="22" y="35"/>
                    <a:pt x="22" y="35"/>
                    <a:pt x="22" y="35"/>
                  </a:cubicBezTo>
                  <a:cubicBezTo>
                    <a:pt x="22" y="35"/>
                    <a:pt x="22" y="35"/>
                    <a:pt x="22" y="35"/>
                  </a:cubicBezTo>
                  <a:cubicBezTo>
                    <a:pt x="23" y="33"/>
                    <a:pt x="23" y="33"/>
                    <a:pt x="23" y="33"/>
                  </a:cubicBezTo>
                  <a:cubicBezTo>
                    <a:pt x="24" y="33"/>
                    <a:pt x="24" y="33"/>
                    <a:pt x="24" y="33"/>
                  </a:cubicBezTo>
                  <a:cubicBezTo>
                    <a:pt x="24" y="33"/>
                    <a:pt x="24" y="33"/>
                    <a:pt x="24" y="33"/>
                  </a:cubicBezTo>
                  <a:cubicBezTo>
                    <a:pt x="24" y="34"/>
                    <a:pt x="24" y="34"/>
                    <a:pt x="24" y="34"/>
                  </a:cubicBezTo>
                  <a:cubicBezTo>
                    <a:pt x="25" y="35"/>
                    <a:pt x="25" y="35"/>
                    <a:pt x="25" y="35"/>
                  </a:cubicBezTo>
                  <a:cubicBezTo>
                    <a:pt x="25" y="35"/>
                    <a:pt x="25" y="35"/>
                    <a:pt x="25" y="35"/>
                  </a:cubicBezTo>
                  <a:cubicBezTo>
                    <a:pt x="28" y="33"/>
                    <a:pt x="28" y="33"/>
                    <a:pt x="28" y="33"/>
                  </a:cubicBezTo>
                  <a:cubicBezTo>
                    <a:pt x="28" y="32"/>
                    <a:pt x="28" y="32"/>
                    <a:pt x="28" y="31"/>
                  </a:cubicBezTo>
                  <a:cubicBezTo>
                    <a:pt x="28" y="30"/>
                    <a:pt x="28" y="30"/>
                    <a:pt x="28" y="30"/>
                  </a:cubicBezTo>
                  <a:cubicBezTo>
                    <a:pt x="28" y="29"/>
                    <a:pt x="29" y="28"/>
                    <a:pt x="29" y="26"/>
                  </a:cubicBezTo>
                  <a:cubicBezTo>
                    <a:pt x="29" y="26"/>
                    <a:pt x="29" y="26"/>
                    <a:pt x="29" y="26"/>
                  </a:cubicBezTo>
                  <a:cubicBezTo>
                    <a:pt x="29" y="26"/>
                    <a:pt x="29" y="26"/>
                    <a:pt x="29" y="26"/>
                  </a:cubicBezTo>
                  <a:cubicBezTo>
                    <a:pt x="29" y="26"/>
                    <a:pt x="29" y="26"/>
                    <a:pt x="29" y="26"/>
                  </a:cubicBezTo>
                  <a:cubicBezTo>
                    <a:pt x="29" y="25"/>
                    <a:pt x="29" y="25"/>
                    <a:pt x="29" y="25"/>
                  </a:cubicBezTo>
                  <a:cubicBezTo>
                    <a:pt x="30" y="23"/>
                    <a:pt x="30" y="23"/>
                    <a:pt x="30" y="23"/>
                  </a:cubicBezTo>
                  <a:cubicBezTo>
                    <a:pt x="30" y="21"/>
                    <a:pt x="30" y="21"/>
                    <a:pt x="30" y="21"/>
                  </a:cubicBezTo>
                  <a:cubicBezTo>
                    <a:pt x="30" y="18"/>
                    <a:pt x="28" y="17"/>
                    <a:pt x="28" y="16"/>
                  </a:cubicBezTo>
                  <a:moveTo>
                    <a:pt x="29" y="31"/>
                  </a:moveTo>
                  <a:cubicBezTo>
                    <a:pt x="29" y="32"/>
                    <a:pt x="29" y="32"/>
                    <a:pt x="29" y="32"/>
                  </a:cubicBezTo>
                  <a:cubicBezTo>
                    <a:pt x="29" y="32"/>
                    <a:pt x="29" y="32"/>
                    <a:pt x="29" y="32"/>
                  </a:cubicBezTo>
                  <a:cubicBezTo>
                    <a:pt x="31" y="32"/>
                    <a:pt x="32" y="31"/>
                    <a:pt x="32" y="29"/>
                  </a:cubicBezTo>
                  <a:cubicBezTo>
                    <a:pt x="32" y="28"/>
                    <a:pt x="32" y="28"/>
                    <a:pt x="32" y="28"/>
                  </a:cubicBezTo>
                  <a:cubicBezTo>
                    <a:pt x="31" y="28"/>
                    <a:pt x="30" y="27"/>
                    <a:pt x="29" y="27"/>
                  </a:cubicBezTo>
                  <a:cubicBezTo>
                    <a:pt x="29" y="28"/>
                    <a:pt x="29" y="30"/>
                    <a:pt x="29" y="30"/>
                  </a:cubicBezTo>
                  <a:lnTo>
                    <a:pt x="29" y="31"/>
                  </a:lnTo>
                  <a:close/>
                  <a:moveTo>
                    <a:pt x="33" y="18"/>
                  </a:moveTo>
                  <a:cubicBezTo>
                    <a:pt x="33" y="18"/>
                    <a:pt x="33" y="18"/>
                    <a:pt x="33" y="18"/>
                  </a:cubicBezTo>
                  <a:cubicBezTo>
                    <a:pt x="33" y="17"/>
                    <a:pt x="33" y="17"/>
                    <a:pt x="33" y="17"/>
                  </a:cubicBezTo>
                  <a:cubicBezTo>
                    <a:pt x="32" y="16"/>
                    <a:pt x="32" y="16"/>
                    <a:pt x="32" y="16"/>
                  </a:cubicBezTo>
                  <a:cubicBezTo>
                    <a:pt x="31" y="18"/>
                    <a:pt x="31" y="18"/>
                    <a:pt x="31" y="18"/>
                  </a:cubicBezTo>
                  <a:cubicBezTo>
                    <a:pt x="31" y="19"/>
                    <a:pt x="31" y="20"/>
                    <a:pt x="30" y="20"/>
                  </a:cubicBezTo>
                  <a:cubicBezTo>
                    <a:pt x="30" y="20"/>
                    <a:pt x="30" y="20"/>
                    <a:pt x="30" y="20"/>
                  </a:cubicBezTo>
                  <a:cubicBezTo>
                    <a:pt x="30" y="21"/>
                    <a:pt x="30" y="21"/>
                    <a:pt x="30" y="21"/>
                  </a:cubicBezTo>
                  <a:cubicBezTo>
                    <a:pt x="30" y="21"/>
                    <a:pt x="30" y="21"/>
                    <a:pt x="30" y="21"/>
                  </a:cubicBezTo>
                  <a:cubicBezTo>
                    <a:pt x="30" y="22"/>
                    <a:pt x="30" y="22"/>
                    <a:pt x="30" y="22"/>
                  </a:cubicBezTo>
                  <a:cubicBezTo>
                    <a:pt x="30" y="23"/>
                    <a:pt x="30" y="23"/>
                    <a:pt x="30" y="23"/>
                  </a:cubicBezTo>
                  <a:cubicBezTo>
                    <a:pt x="30" y="24"/>
                    <a:pt x="30" y="24"/>
                    <a:pt x="30" y="24"/>
                  </a:cubicBezTo>
                  <a:cubicBezTo>
                    <a:pt x="32" y="22"/>
                    <a:pt x="32" y="22"/>
                    <a:pt x="32" y="22"/>
                  </a:cubicBezTo>
                  <a:cubicBezTo>
                    <a:pt x="33" y="21"/>
                    <a:pt x="33" y="21"/>
                    <a:pt x="33" y="21"/>
                  </a:cubicBezTo>
                  <a:cubicBezTo>
                    <a:pt x="33" y="21"/>
                    <a:pt x="33" y="21"/>
                    <a:pt x="33" y="21"/>
                  </a:cubicBezTo>
                  <a:cubicBezTo>
                    <a:pt x="33" y="20"/>
                    <a:pt x="33" y="20"/>
                    <a:pt x="33" y="20"/>
                  </a:cubicBezTo>
                  <a:lnTo>
                    <a:pt x="33" y="18"/>
                  </a:lnTo>
                  <a:close/>
                  <a:moveTo>
                    <a:pt x="35" y="13"/>
                  </a:moveTo>
                  <a:cubicBezTo>
                    <a:pt x="35" y="13"/>
                    <a:pt x="35" y="13"/>
                    <a:pt x="35" y="13"/>
                  </a:cubicBezTo>
                  <a:cubicBezTo>
                    <a:pt x="35" y="13"/>
                    <a:pt x="35" y="13"/>
                    <a:pt x="35" y="13"/>
                  </a:cubicBezTo>
                  <a:cubicBezTo>
                    <a:pt x="34" y="11"/>
                    <a:pt x="34" y="11"/>
                    <a:pt x="34" y="11"/>
                  </a:cubicBezTo>
                  <a:cubicBezTo>
                    <a:pt x="34" y="12"/>
                    <a:pt x="34" y="16"/>
                    <a:pt x="33" y="17"/>
                  </a:cubicBezTo>
                  <a:cubicBezTo>
                    <a:pt x="33" y="18"/>
                    <a:pt x="34" y="19"/>
                    <a:pt x="34" y="20"/>
                  </a:cubicBezTo>
                  <a:cubicBezTo>
                    <a:pt x="34" y="20"/>
                    <a:pt x="34" y="20"/>
                    <a:pt x="34" y="20"/>
                  </a:cubicBezTo>
                  <a:cubicBezTo>
                    <a:pt x="35" y="18"/>
                    <a:pt x="35" y="18"/>
                    <a:pt x="35" y="18"/>
                  </a:cubicBezTo>
                  <a:cubicBezTo>
                    <a:pt x="36" y="16"/>
                    <a:pt x="36" y="16"/>
                    <a:pt x="36" y="16"/>
                  </a:cubicBezTo>
                  <a:cubicBezTo>
                    <a:pt x="36" y="16"/>
                    <a:pt x="36" y="16"/>
                    <a:pt x="36" y="16"/>
                  </a:cubicBezTo>
                  <a:cubicBezTo>
                    <a:pt x="36" y="16"/>
                    <a:pt x="36" y="16"/>
                    <a:pt x="36" y="16"/>
                  </a:cubicBezTo>
                  <a:cubicBezTo>
                    <a:pt x="36" y="15"/>
                    <a:pt x="35" y="14"/>
                    <a:pt x="35" y="13"/>
                  </a:cubicBezTo>
                  <a:moveTo>
                    <a:pt x="36" y="1"/>
                  </a:moveTo>
                  <a:cubicBezTo>
                    <a:pt x="36" y="2"/>
                    <a:pt x="36" y="5"/>
                    <a:pt x="36" y="8"/>
                  </a:cubicBezTo>
                  <a:cubicBezTo>
                    <a:pt x="36" y="9"/>
                    <a:pt x="36" y="11"/>
                    <a:pt x="35" y="12"/>
                  </a:cubicBezTo>
                  <a:cubicBezTo>
                    <a:pt x="35" y="12"/>
                    <a:pt x="36" y="13"/>
                    <a:pt x="36" y="14"/>
                  </a:cubicBezTo>
                  <a:cubicBezTo>
                    <a:pt x="36" y="14"/>
                    <a:pt x="38" y="10"/>
                    <a:pt x="38" y="7"/>
                  </a:cubicBezTo>
                  <a:cubicBezTo>
                    <a:pt x="38" y="5"/>
                    <a:pt x="37" y="3"/>
                    <a:pt x="36" y="1"/>
                  </a:cubicBezTo>
                  <a:moveTo>
                    <a:pt x="37" y="2"/>
                  </a:moveTo>
                  <a:cubicBezTo>
                    <a:pt x="38" y="4"/>
                    <a:pt x="38" y="5"/>
                    <a:pt x="38" y="7"/>
                  </a:cubicBezTo>
                  <a:cubicBezTo>
                    <a:pt x="38" y="11"/>
                    <a:pt x="36" y="15"/>
                    <a:pt x="36" y="15"/>
                  </a:cubicBezTo>
                  <a:cubicBezTo>
                    <a:pt x="36" y="15"/>
                    <a:pt x="36" y="15"/>
                    <a:pt x="36" y="15"/>
                  </a:cubicBezTo>
                  <a:cubicBezTo>
                    <a:pt x="37" y="16"/>
                    <a:pt x="37" y="16"/>
                    <a:pt x="37" y="16"/>
                  </a:cubicBezTo>
                  <a:cubicBezTo>
                    <a:pt x="37" y="15"/>
                    <a:pt x="37" y="15"/>
                    <a:pt x="37" y="15"/>
                  </a:cubicBezTo>
                  <a:cubicBezTo>
                    <a:pt x="39" y="12"/>
                    <a:pt x="39" y="12"/>
                    <a:pt x="39" y="12"/>
                  </a:cubicBezTo>
                  <a:cubicBezTo>
                    <a:pt x="39" y="10"/>
                    <a:pt x="39" y="10"/>
                    <a:pt x="39" y="10"/>
                  </a:cubicBezTo>
                  <a:cubicBezTo>
                    <a:pt x="39" y="10"/>
                    <a:pt x="39" y="10"/>
                    <a:pt x="39" y="10"/>
                  </a:cubicBezTo>
                  <a:cubicBezTo>
                    <a:pt x="39" y="10"/>
                    <a:pt x="39" y="10"/>
                    <a:pt x="39" y="10"/>
                  </a:cubicBezTo>
                  <a:cubicBezTo>
                    <a:pt x="39" y="10"/>
                    <a:pt x="39" y="10"/>
                    <a:pt x="39" y="10"/>
                  </a:cubicBezTo>
                  <a:cubicBezTo>
                    <a:pt x="39" y="9"/>
                    <a:pt x="39" y="9"/>
                    <a:pt x="39" y="9"/>
                  </a:cubicBezTo>
                  <a:cubicBezTo>
                    <a:pt x="39" y="7"/>
                    <a:pt x="38" y="4"/>
                    <a:pt x="37" y="2"/>
                  </a:cubicBezTo>
                  <a:moveTo>
                    <a:pt x="40" y="12"/>
                  </a:moveTo>
                  <a:cubicBezTo>
                    <a:pt x="40" y="11"/>
                    <a:pt x="40" y="11"/>
                    <a:pt x="40" y="11"/>
                  </a:cubicBezTo>
                  <a:cubicBezTo>
                    <a:pt x="39" y="13"/>
                    <a:pt x="37" y="16"/>
                    <a:pt x="37" y="17"/>
                  </a:cubicBezTo>
                  <a:cubicBezTo>
                    <a:pt x="37" y="18"/>
                    <a:pt x="37" y="18"/>
                    <a:pt x="37" y="18"/>
                  </a:cubicBezTo>
                  <a:cubicBezTo>
                    <a:pt x="37" y="20"/>
                    <a:pt x="37" y="20"/>
                    <a:pt x="37" y="20"/>
                  </a:cubicBezTo>
                  <a:cubicBezTo>
                    <a:pt x="38" y="20"/>
                    <a:pt x="38" y="20"/>
                    <a:pt x="38" y="20"/>
                  </a:cubicBezTo>
                  <a:cubicBezTo>
                    <a:pt x="38" y="20"/>
                    <a:pt x="40" y="16"/>
                    <a:pt x="40" y="12"/>
                  </a:cubicBezTo>
                  <a:close/>
                  <a:moveTo>
                    <a:pt x="27" y="44"/>
                  </a:moveTo>
                  <a:cubicBezTo>
                    <a:pt x="26" y="41"/>
                    <a:pt x="26" y="41"/>
                    <a:pt x="26" y="41"/>
                  </a:cubicBezTo>
                  <a:cubicBezTo>
                    <a:pt x="26" y="41"/>
                    <a:pt x="26" y="41"/>
                    <a:pt x="26" y="41"/>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1"/>
                    <a:pt x="23" y="41"/>
                    <a:pt x="23" y="41"/>
                  </a:cubicBezTo>
                  <a:cubicBezTo>
                    <a:pt x="23" y="42"/>
                    <a:pt x="25" y="43"/>
                    <a:pt x="27" y="44"/>
                  </a:cubicBezTo>
                  <a:moveTo>
                    <a:pt x="27" y="44"/>
                  </a:moveTo>
                  <a:cubicBezTo>
                    <a:pt x="29" y="48"/>
                    <a:pt x="29" y="48"/>
                    <a:pt x="29" y="48"/>
                  </a:cubicBezTo>
                  <a:cubicBezTo>
                    <a:pt x="29" y="47"/>
                    <a:pt x="29" y="47"/>
                    <a:pt x="29" y="47"/>
                  </a:cubicBezTo>
                  <a:cubicBezTo>
                    <a:pt x="29" y="46"/>
                    <a:pt x="28" y="45"/>
                    <a:pt x="28" y="44"/>
                  </a:cubicBezTo>
                  <a:cubicBezTo>
                    <a:pt x="28" y="44"/>
                    <a:pt x="28" y="44"/>
                    <a:pt x="28" y="44"/>
                  </a:cubicBezTo>
                  <a:cubicBezTo>
                    <a:pt x="28" y="44"/>
                    <a:pt x="28" y="44"/>
                    <a:pt x="28" y="44"/>
                  </a:cubicBezTo>
                  <a:lnTo>
                    <a:pt x="27" y="44"/>
                  </a:lnTo>
                  <a:close/>
                  <a:moveTo>
                    <a:pt x="28" y="44"/>
                  </a:moveTo>
                  <a:cubicBezTo>
                    <a:pt x="28" y="42"/>
                    <a:pt x="28" y="42"/>
                    <a:pt x="28" y="42"/>
                  </a:cubicBezTo>
                  <a:cubicBezTo>
                    <a:pt x="28" y="42"/>
                    <a:pt x="28" y="42"/>
                    <a:pt x="28" y="42"/>
                  </a:cubicBezTo>
                  <a:cubicBezTo>
                    <a:pt x="27" y="41"/>
                    <a:pt x="27" y="41"/>
                    <a:pt x="27" y="41"/>
                  </a:cubicBezTo>
                  <a:lnTo>
                    <a:pt x="28" y="44"/>
                  </a:lnTo>
                  <a:close/>
                  <a:moveTo>
                    <a:pt x="28" y="44"/>
                  </a:moveTo>
                  <a:cubicBezTo>
                    <a:pt x="28" y="44"/>
                    <a:pt x="28" y="44"/>
                    <a:pt x="28" y="44"/>
                  </a:cubicBezTo>
                  <a:cubicBezTo>
                    <a:pt x="29" y="44"/>
                    <a:pt x="30" y="45"/>
                    <a:pt x="33" y="45"/>
                  </a:cubicBezTo>
                  <a:cubicBezTo>
                    <a:pt x="31" y="45"/>
                    <a:pt x="30" y="43"/>
                    <a:pt x="30" y="42"/>
                  </a:cubicBezTo>
                  <a:cubicBezTo>
                    <a:pt x="29" y="42"/>
                    <a:pt x="29" y="42"/>
                    <a:pt x="29" y="42"/>
                  </a:cubicBezTo>
                  <a:lnTo>
                    <a:pt x="28" y="44"/>
                  </a:lnTo>
                  <a:close/>
                  <a:moveTo>
                    <a:pt x="37" y="34"/>
                  </a:moveTo>
                  <a:cubicBezTo>
                    <a:pt x="38" y="34"/>
                    <a:pt x="38" y="34"/>
                    <a:pt x="38" y="34"/>
                  </a:cubicBezTo>
                  <a:cubicBezTo>
                    <a:pt x="38" y="34"/>
                    <a:pt x="38" y="34"/>
                    <a:pt x="38" y="34"/>
                  </a:cubicBezTo>
                  <a:cubicBezTo>
                    <a:pt x="38" y="34"/>
                    <a:pt x="38" y="34"/>
                    <a:pt x="38" y="34"/>
                  </a:cubicBezTo>
                  <a:cubicBezTo>
                    <a:pt x="38" y="34"/>
                    <a:pt x="38" y="34"/>
                    <a:pt x="38" y="34"/>
                  </a:cubicBezTo>
                  <a:cubicBezTo>
                    <a:pt x="38" y="34"/>
                    <a:pt x="38" y="34"/>
                    <a:pt x="38" y="34"/>
                  </a:cubicBezTo>
                  <a:cubicBezTo>
                    <a:pt x="39" y="34"/>
                    <a:pt x="39" y="34"/>
                    <a:pt x="39" y="34"/>
                  </a:cubicBezTo>
                  <a:cubicBezTo>
                    <a:pt x="37" y="32"/>
                    <a:pt x="37" y="32"/>
                    <a:pt x="37" y="32"/>
                  </a:cubicBezTo>
                  <a:cubicBezTo>
                    <a:pt x="37" y="34"/>
                    <a:pt x="37" y="34"/>
                    <a:pt x="37" y="34"/>
                  </a:cubicBezTo>
                  <a:cubicBezTo>
                    <a:pt x="37" y="34"/>
                    <a:pt x="37" y="34"/>
                    <a:pt x="37" y="34"/>
                  </a:cubicBezTo>
                  <a:close/>
                  <a:moveTo>
                    <a:pt x="37" y="38"/>
                  </a:moveTo>
                  <a:cubicBezTo>
                    <a:pt x="36" y="39"/>
                    <a:pt x="35" y="39"/>
                    <a:pt x="35" y="39"/>
                  </a:cubicBezTo>
                  <a:cubicBezTo>
                    <a:pt x="36" y="40"/>
                    <a:pt x="36" y="40"/>
                    <a:pt x="36" y="40"/>
                  </a:cubicBezTo>
                  <a:cubicBezTo>
                    <a:pt x="38" y="42"/>
                    <a:pt x="38" y="42"/>
                    <a:pt x="38" y="42"/>
                  </a:cubicBezTo>
                  <a:cubicBezTo>
                    <a:pt x="38" y="41"/>
                    <a:pt x="38" y="39"/>
                    <a:pt x="37" y="38"/>
                  </a:cubicBezTo>
                  <a:moveTo>
                    <a:pt x="34" y="40"/>
                  </a:moveTo>
                  <a:cubicBezTo>
                    <a:pt x="34" y="41"/>
                    <a:pt x="34" y="42"/>
                    <a:pt x="34" y="42"/>
                  </a:cubicBezTo>
                  <a:cubicBezTo>
                    <a:pt x="33" y="42"/>
                    <a:pt x="33" y="42"/>
                    <a:pt x="33" y="42"/>
                  </a:cubicBezTo>
                  <a:cubicBezTo>
                    <a:pt x="33" y="42"/>
                    <a:pt x="33" y="42"/>
                    <a:pt x="33" y="42"/>
                  </a:cubicBezTo>
                  <a:cubicBezTo>
                    <a:pt x="32" y="42"/>
                    <a:pt x="31" y="42"/>
                    <a:pt x="31" y="42"/>
                  </a:cubicBezTo>
                  <a:cubicBezTo>
                    <a:pt x="31" y="43"/>
                    <a:pt x="32" y="45"/>
                    <a:pt x="34" y="45"/>
                  </a:cubicBezTo>
                  <a:cubicBezTo>
                    <a:pt x="34" y="45"/>
                    <a:pt x="34" y="43"/>
                    <a:pt x="33" y="42"/>
                  </a:cubicBezTo>
                  <a:cubicBezTo>
                    <a:pt x="34" y="42"/>
                    <a:pt x="34" y="42"/>
                    <a:pt x="34" y="42"/>
                  </a:cubicBezTo>
                  <a:cubicBezTo>
                    <a:pt x="34" y="42"/>
                    <a:pt x="34" y="42"/>
                    <a:pt x="34" y="42"/>
                  </a:cubicBezTo>
                  <a:cubicBezTo>
                    <a:pt x="36" y="43"/>
                    <a:pt x="36" y="43"/>
                    <a:pt x="36" y="43"/>
                  </a:cubicBezTo>
                  <a:cubicBezTo>
                    <a:pt x="37" y="42"/>
                    <a:pt x="37" y="42"/>
                    <a:pt x="37" y="42"/>
                  </a:cubicBezTo>
                  <a:cubicBezTo>
                    <a:pt x="36" y="42"/>
                    <a:pt x="35" y="40"/>
                    <a:pt x="34" y="40"/>
                  </a:cubicBezTo>
                  <a:moveTo>
                    <a:pt x="37" y="44"/>
                  </a:moveTo>
                  <a:cubicBezTo>
                    <a:pt x="37" y="43"/>
                    <a:pt x="37" y="43"/>
                    <a:pt x="37" y="43"/>
                  </a:cubicBezTo>
                  <a:cubicBezTo>
                    <a:pt x="36" y="43"/>
                    <a:pt x="36" y="43"/>
                    <a:pt x="36" y="43"/>
                  </a:cubicBezTo>
                  <a:cubicBezTo>
                    <a:pt x="34" y="43"/>
                    <a:pt x="34" y="43"/>
                    <a:pt x="34" y="43"/>
                  </a:cubicBezTo>
                  <a:cubicBezTo>
                    <a:pt x="34" y="44"/>
                    <a:pt x="35" y="45"/>
                    <a:pt x="35" y="46"/>
                  </a:cubicBezTo>
                  <a:cubicBezTo>
                    <a:pt x="35" y="46"/>
                    <a:pt x="35" y="46"/>
                    <a:pt x="35" y="46"/>
                  </a:cubicBezTo>
                  <a:cubicBezTo>
                    <a:pt x="34" y="46"/>
                    <a:pt x="34" y="46"/>
                    <a:pt x="34" y="46"/>
                  </a:cubicBezTo>
                  <a:cubicBezTo>
                    <a:pt x="34" y="46"/>
                    <a:pt x="34" y="46"/>
                    <a:pt x="34" y="46"/>
                  </a:cubicBezTo>
                  <a:cubicBezTo>
                    <a:pt x="33" y="46"/>
                    <a:pt x="33" y="46"/>
                    <a:pt x="33" y="46"/>
                  </a:cubicBezTo>
                  <a:cubicBezTo>
                    <a:pt x="32" y="46"/>
                    <a:pt x="32" y="46"/>
                    <a:pt x="32" y="46"/>
                  </a:cubicBezTo>
                  <a:cubicBezTo>
                    <a:pt x="32" y="47"/>
                    <a:pt x="32" y="47"/>
                    <a:pt x="32" y="47"/>
                  </a:cubicBezTo>
                  <a:cubicBezTo>
                    <a:pt x="32" y="48"/>
                    <a:pt x="33" y="48"/>
                    <a:pt x="33" y="50"/>
                  </a:cubicBezTo>
                  <a:cubicBezTo>
                    <a:pt x="34" y="52"/>
                    <a:pt x="36" y="54"/>
                    <a:pt x="38" y="55"/>
                  </a:cubicBezTo>
                  <a:cubicBezTo>
                    <a:pt x="39" y="57"/>
                    <a:pt x="40" y="58"/>
                    <a:pt x="41" y="60"/>
                  </a:cubicBezTo>
                  <a:cubicBezTo>
                    <a:pt x="41" y="61"/>
                    <a:pt x="41" y="61"/>
                    <a:pt x="41" y="61"/>
                  </a:cubicBezTo>
                  <a:cubicBezTo>
                    <a:pt x="42" y="61"/>
                    <a:pt x="42" y="61"/>
                    <a:pt x="42" y="61"/>
                  </a:cubicBezTo>
                  <a:cubicBezTo>
                    <a:pt x="42" y="61"/>
                    <a:pt x="42" y="61"/>
                    <a:pt x="42" y="61"/>
                  </a:cubicBezTo>
                  <a:cubicBezTo>
                    <a:pt x="43" y="61"/>
                    <a:pt x="44" y="59"/>
                    <a:pt x="44" y="59"/>
                  </a:cubicBezTo>
                  <a:cubicBezTo>
                    <a:pt x="44" y="58"/>
                    <a:pt x="44" y="58"/>
                    <a:pt x="44" y="58"/>
                  </a:cubicBezTo>
                  <a:cubicBezTo>
                    <a:pt x="44" y="54"/>
                    <a:pt x="39" y="52"/>
                    <a:pt x="37" y="44"/>
                  </a:cubicBezTo>
                  <a:moveTo>
                    <a:pt x="31" y="42"/>
                  </a:moveTo>
                  <a:cubicBezTo>
                    <a:pt x="32" y="42"/>
                    <a:pt x="32" y="42"/>
                    <a:pt x="32" y="42"/>
                  </a:cubicBezTo>
                  <a:cubicBezTo>
                    <a:pt x="31" y="41"/>
                    <a:pt x="31" y="40"/>
                    <a:pt x="31" y="39"/>
                  </a:cubicBezTo>
                  <a:cubicBezTo>
                    <a:pt x="30" y="40"/>
                    <a:pt x="30" y="40"/>
                    <a:pt x="30" y="40"/>
                  </a:cubicBezTo>
                  <a:cubicBezTo>
                    <a:pt x="29" y="42"/>
                    <a:pt x="29" y="42"/>
                    <a:pt x="29" y="42"/>
                  </a:cubicBezTo>
                  <a:lnTo>
                    <a:pt x="31" y="42"/>
                  </a:lnTo>
                  <a:close/>
                  <a:moveTo>
                    <a:pt x="33" y="41"/>
                  </a:moveTo>
                  <a:cubicBezTo>
                    <a:pt x="34" y="39"/>
                    <a:pt x="34" y="39"/>
                    <a:pt x="34" y="39"/>
                  </a:cubicBezTo>
                  <a:cubicBezTo>
                    <a:pt x="34" y="39"/>
                    <a:pt x="34" y="39"/>
                    <a:pt x="34" y="39"/>
                  </a:cubicBezTo>
                  <a:cubicBezTo>
                    <a:pt x="34" y="39"/>
                    <a:pt x="34" y="39"/>
                    <a:pt x="34" y="39"/>
                  </a:cubicBezTo>
                  <a:cubicBezTo>
                    <a:pt x="34" y="39"/>
                    <a:pt x="34" y="39"/>
                    <a:pt x="34" y="39"/>
                  </a:cubicBezTo>
                  <a:cubicBezTo>
                    <a:pt x="34" y="39"/>
                    <a:pt x="35" y="39"/>
                    <a:pt x="37" y="38"/>
                  </a:cubicBezTo>
                  <a:cubicBezTo>
                    <a:pt x="36" y="38"/>
                    <a:pt x="35" y="37"/>
                    <a:pt x="35" y="36"/>
                  </a:cubicBezTo>
                  <a:cubicBezTo>
                    <a:pt x="34" y="38"/>
                    <a:pt x="34" y="38"/>
                    <a:pt x="34" y="38"/>
                  </a:cubicBezTo>
                  <a:cubicBezTo>
                    <a:pt x="34" y="38"/>
                    <a:pt x="34" y="38"/>
                    <a:pt x="34" y="38"/>
                  </a:cubicBezTo>
                  <a:cubicBezTo>
                    <a:pt x="34" y="38"/>
                    <a:pt x="34" y="38"/>
                    <a:pt x="34" y="38"/>
                  </a:cubicBezTo>
                  <a:cubicBezTo>
                    <a:pt x="34" y="38"/>
                    <a:pt x="34" y="38"/>
                    <a:pt x="33" y="38"/>
                  </a:cubicBezTo>
                  <a:cubicBezTo>
                    <a:pt x="31" y="39"/>
                    <a:pt x="31" y="39"/>
                    <a:pt x="31" y="39"/>
                  </a:cubicBezTo>
                  <a:cubicBezTo>
                    <a:pt x="31" y="39"/>
                    <a:pt x="31" y="39"/>
                    <a:pt x="31" y="39"/>
                  </a:cubicBezTo>
                  <a:cubicBezTo>
                    <a:pt x="31" y="39"/>
                    <a:pt x="32" y="41"/>
                    <a:pt x="33" y="41"/>
                  </a:cubicBezTo>
                  <a:moveTo>
                    <a:pt x="35" y="35"/>
                  </a:moveTo>
                  <a:cubicBezTo>
                    <a:pt x="35" y="35"/>
                    <a:pt x="35" y="35"/>
                    <a:pt x="35" y="35"/>
                  </a:cubicBezTo>
                  <a:cubicBezTo>
                    <a:pt x="35" y="36"/>
                    <a:pt x="35" y="36"/>
                    <a:pt x="35" y="36"/>
                  </a:cubicBezTo>
                  <a:cubicBezTo>
                    <a:pt x="35" y="36"/>
                    <a:pt x="36" y="37"/>
                    <a:pt x="37" y="38"/>
                  </a:cubicBezTo>
                  <a:cubicBezTo>
                    <a:pt x="37" y="36"/>
                    <a:pt x="37" y="36"/>
                    <a:pt x="37" y="36"/>
                  </a:cubicBezTo>
                  <a:cubicBezTo>
                    <a:pt x="37" y="36"/>
                    <a:pt x="37" y="36"/>
                    <a:pt x="37" y="36"/>
                  </a:cubicBezTo>
                  <a:cubicBezTo>
                    <a:pt x="37" y="34"/>
                    <a:pt x="37" y="34"/>
                    <a:pt x="37" y="34"/>
                  </a:cubicBezTo>
                  <a:cubicBezTo>
                    <a:pt x="37" y="34"/>
                    <a:pt x="37" y="34"/>
                    <a:pt x="37" y="34"/>
                  </a:cubicBezTo>
                  <a:cubicBezTo>
                    <a:pt x="37" y="34"/>
                    <a:pt x="37" y="34"/>
                    <a:pt x="37" y="34"/>
                  </a:cubicBezTo>
                  <a:cubicBezTo>
                    <a:pt x="37" y="34"/>
                    <a:pt x="37" y="34"/>
                    <a:pt x="37" y="34"/>
                  </a:cubicBezTo>
                  <a:cubicBezTo>
                    <a:pt x="37" y="35"/>
                    <a:pt x="37" y="35"/>
                    <a:pt x="37" y="35"/>
                  </a:cubicBezTo>
                  <a:cubicBezTo>
                    <a:pt x="37" y="35"/>
                    <a:pt x="37" y="35"/>
                    <a:pt x="37" y="35"/>
                  </a:cubicBezTo>
                  <a:cubicBezTo>
                    <a:pt x="36" y="35"/>
                    <a:pt x="36" y="35"/>
                    <a:pt x="36" y="35"/>
                  </a:cubicBezTo>
                  <a:cubicBezTo>
                    <a:pt x="35" y="35"/>
                    <a:pt x="35" y="35"/>
                    <a:pt x="35" y="35"/>
                  </a:cubicBezTo>
                  <a:close/>
                  <a:moveTo>
                    <a:pt x="39" y="34"/>
                  </a:moveTo>
                  <a:cubicBezTo>
                    <a:pt x="39" y="32"/>
                    <a:pt x="39" y="32"/>
                    <a:pt x="39" y="32"/>
                  </a:cubicBezTo>
                  <a:cubicBezTo>
                    <a:pt x="39" y="31"/>
                    <a:pt x="39" y="31"/>
                    <a:pt x="39" y="31"/>
                  </a:cubicBezTo>
                  <a:cubicBezTo>
                    <a:pt x="39" y="30"/>
                    <a:pt x="39" y="30"/>
                    <a:pt x="39" y="30"/>
                  </a:cubicBezTo>
                  <a:cubicBezTo>
                    <a:pt x="39" y="30"/>
                    <a:pt x="39" y="30"/>
                    <a:pt x="39" y="30"/>
                  </a:cubicBezTo>
                  <a:cubicBezTo>
                    <a:pt x="41" y="29"/>
                    <a:pt x="41" y="29"/>
                    <a:pt x="41" y="29"/>
                  </a:cubicBezTo>
                  <a:cubicBezTo>
                    <a:pt x="41" y="28"/>
                    <a:pt x="41" y="28"/>
                    <a:pt x="41" y="28"/>
                  </a:cubicBezTo>
                  <a:cubicBezTo>
                    <a:pt x="41" y="28"/>
                    <a:pt x="41" y="28"/>
                    <a:pt x="41" y="28"/>
                  </a:cubicBezTo>
                  <a:cubicBezTo>
                    <a:pt x="38" y="28"/>
                    <a:pt x="38" y="28"/>
                    <a:pt x="38" y="28"/>
                  </a:cubicBezTo>
                  <a:cubicBezTo>
                    <a:pt x="39" y="29"/>
                    <a:pt x="39" y="30"/>
                    <a:pt x="39" y="30"/>
                  </a:cubicBezTo>
                  <a:cubicBezTo>
                    <a:pt x="39" y="30"/>
                    <a:pt x="39" y="30"/>
                    <a:pt x="39" y="30"/>
                  </a:cubicBezTo>
                  <a:cubicBezTo>
                    <a:pt x="39" y="30"/>
                    <a:pt x="39" y="30"/>
                    <a:pt x="39" y="30"/>
                  </a:cubicBezTo>
                  <a:cubicBezTo>
                    <a:pt x="37" y="32"/>
                    <a:pt x="37" y="32"/>
                    <a:pt x="37" y="32"/>
                  </a:cubicBezTo>
                  <a:lnTo>
                    <a:pt x="39" y="34"/>
                  </a:lnTo>
                  <a:close/>
                  <a:moveTo>
                    <a:pt x="38" y="27"/>
                  </a:moveTo>
                  <a:cubicBezTo>
                    <a:pt x="39" y="27"/>
                    <a:pt x="40" y="27"/>
                    <a:pt x="41" y="28"/>
                  </a:cubicBezTo>
                  <a:cubicBezTo>
                    <a:pt x="41" y="27"/>
                    <a:pt x="41" y="27"/>
                    <a:pt x="41" y="27"/>
                  </a:cubicBezTo>
                  <a:cubicBezTo>
                    <a:pt x="40" y="25"/>
                    <a:pt x="40" y="25"/>
                    <a:pt x="40" y="25"/>
                  </a:cubicBezTo>
                  <a:cubicBezTo>
                    <a:pt x="40" y="25"/>
                    <a:pt x="40" y="25"/>
                    <a:pt x="40" y="25"/>
                  </a:cubicBezTo>
                  <a:cubicBezTo>
                    <a:pt x="40" y="25"/>
                    <a:pt x="40" y="25"/>
                    <a:pt x="40" y="25"/>
                  </a:cubicBezTo>
                  <a:cubicBezTo>
                    <a:pt x="38" y="27"/>
                    <a:pt x="38" y="27"/>
                    <a:pt x="38" y="27"/>
                  </a:cubicBezTo>
                  <a:close/>
                  <a:moveTo>
                    <a:pt x="40" y="25"/>
                  </a:move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1" y="24"/>
                    <a:pt x="41" y="23"/>
                  </a:cubicBezTo>
                  <a:cubicBezTo>
                    <a:pt x="41" y="23"/>
                    <a:pt x="41" y="23"/>
                    <a:pt x="41" y="23"/>
                  </a:cubicBezTo>
                  <a:cubicBezTo>
                    <a:pt x="39" y="23"/>
                    <a:pt x="39" y="23"/>
                    <a:pt x="39" y="23"/>
                  </a:cubicBezTo>
                  <a:cubicBezTo>
                    <a:pt x="38" y="23"/>
                    <a:pt x="38" y="23"/>
                    <a:pt x="38" y="23"/>
                  </a:cubicBezTo>
                  <a:cubicBezTo>
                    <a:pt x="39" y="25"/>
                    <a:pt x="39" y="25"/>
                    <a:pt x="39" y="25"/>
                  </a:cubicBezTo>
                  <a:lnTo>
                    <a:pt x="40" y="25"/>
                  </a:lnTo>
                  <a:close/>
                  <a:moveTo>
                    <a:pt x="38" y="23"/>
                  </a:moveTo>
                  <a:cubicBezTo>
                    <a:pt x="39" y="22"/>
                    <a:pt x="40" y="22"/>
                    <a:pt x="41" y="22"/>
                  </a:cubicBezTo>
                  <a:cubicBezTo>
                    <a:pt x="39" y="21"/>
                    <a:pt x="39" y="21"/>
                    <a:pt x="39" y="21"/>
                  </a:cubicBezTo>
                  <a:cubicBezTo>
                    <a:pt x="39" y="21"/>
                    <a:pt x="39" y="21"/>
                    <a:pt x="39" y="21"/>
                  </a:cubicBezTo>
                  <a:lnTo>
                    <a:pt x="38" y="23"/>
                  </a:lnTo>
                  <a:close/>
                  <a:moveTo>
                    <a:pt x="46" y="3"/>
                  </a:moveTo>
                  <a:cubicBezTo>
                    <a:pt x="45" y="5"/>
                    <a:pt x="42" y="10"/>
                    <a:pt x="40" y="12"/>
                  </a:cubicBezTo>
                  <a:cubicBezTo>
                    <a:pt x="40" y="13"/>
                    <a:pt x="40" y="14"/>
                    <a:pt x="40" y="15"/>
                  </a:cubicBezTo>
                  <a:cubicBezTo>
                    <a:pt x="42" y="13"/>
                    <a:pt x="46" y="7"/>
                    <a:pt x="46" y="3"/>
                  </a:cubicBezTo>
                  <a:close/>
                  <a:moveTo>
                    <a:pt x="46" y="2"/>
                  </a:moveTo>
                  <a:cubicBezTo>
                    <a:pt x="46" y="3"/>
                    <a:pt x="46" y="3"/>
                    <a:pt x="46" y="3"/>
                  </a:cubicBezTo>
                  <a:cubicBezTo>
                    <a:pt x="46" y="2"/>
                    <a:pt x="46" y="2"/>
                    <a:pt x="46" y="2"/>
                  </a:cubicBezTo>
                  <a:close/>
                  <a:moveTo>
                    <a:pt x="47" y="5"/>
                  </a:moveTo>
                  <a:cubicBezTo>
                    <a:pt x="47" y="3"/>
                    <a:pt x="47" y="3"/>
                    <a:pt x="47" y="3"/>
                  </a:cubicBezTo>
                  <a:cubicBezTo>
                    <a:pt x="47" y="3"/>
                    <a:pt x="47" y="3"/>
                    <a:pt x="47" y="3"/>
                  </a:cubicBezTo>
                  <a:cubicBezTo>
                    <a:pt x="47" y="9"/>
                    <a:pt x="40" y="16"/>
                    <a:pt x="40" y="16"/>
                  </a:cubicBezTo>
                  <a:cubicBezTo>
                    <a:pt x="40" y="17"/>
                    <a:pt x="39" y="19"/>
                    <a:pt x="39" y="20"/>
                  </a:cubicBezTo>
                  <a:cubicBezTo>
                    <a:pt x="40" y="19"/>
                    <a:pt x="41" y="18"/>
                    <a:pt x="42" y="16"/>
                  </a:cubicBezTo>
                  <a:cubicBezTo>
                    <a:pt x="42" y="16"/>
                    <a:pt x="42" y="16"/>
                    <a:pt x="42" y="16"/>
                  </a:cubicBezTo>
                  <a:cubicBezTo>
                    <a:pt x="42" y="16"/>
                    <a:pt x="47" y="10"/>
                    <a:pt x="47" y="5"/>
                  </a:cubicBezTo>
                  <a:moveTo>
                    <a:pt x="43" y="16"/>
                  </a:moveTo>
                  <a:cubicBezTo>
                    <a:pt x="41" y="18"/>
                    <a:pt x="39" y="20"/>
                    <a:pt x="39" y="20"/>
                  </a:cubicBezTo>
                  <a:cubicBezTo>
                    <a:pt x="40" y="21"/>
                    <a:pt x="40" y="21"/>
                    <a:pt x="40" y="21"/>
                  </a:cubicBezTo>
                  <a:cubicBezTo>
                    <a:pt x="40" y="21"/>
                    <a:pt x="42" y="19"/>
                    <a:pt x="43" y="18"/>
                  </a:cubicBezTo>
                  <a:cubicBezTo>
                    <a:pt x="44" y="17"/>
                    <a:pt x="46" y="15"/>
                    <a:pt x="47" y="13"/>
                  </a:cubicBezTo>
                  <a:cubicBezTo>
                    <a:pt x="46" y="14"/>
                    <a:pt x="44" y="16"/>
                    <a:pt x="43" y="16"/>
                  </a:cubicBezTo>
                  <a:moveTo>
                    <a:pt x="43" y="22"/>
                  </a:moveTo>
                  <a:cubicBezTo>
                    <a:pt x="42" y="22"/>
                    <a:pt x="42" y="22"/>
                    <a:pt x="42" y="22"/>
                  </a:cubicBezTo>
                  <a:cubicBezTo>
                    <a:pt x="42" y="22"/>
                    <a:pt x="47" y="18"/>
                    <a:pt x="47" y="14"/>
                  </a:cubicBezTo>
                  <a:cubicBezTo>
                    <a:pt x="47" y="14"/>
                    <a:pt x="47" y="14"/>
                    <a:pt x="47" y="14"/>
                  </a:cubicBezTo>
                  <a:cubicBezTo>
                    <a:pt x="46" y="17"/>
                    <a:pt x="41" y="20"/>
                    <a:pt x="40" y="21"/>
                  </a:cubicBezTo>
                  <a:cubicBezTo>
                    <a:pt x="42" y="22"/>
                    <a:pt x="42" y="22"/>
                    <a:pt x="42" y="22"/>
                  </a:cubicBezTo>
                  <a:cubicBezTo>
                    <a:pt x="42" y="22"/>
                    <a:pt x="42" y="22"/>
                    <a:pt x="42" y="22"/>
                  </a:cubicBezTo>
                  <a:cubicBezTo>
                    <a:pt x="42" y="22"/>
                    <a:pt x="42" y="22"/>
                    <a:pt x="42" y="22"/>
                  </a:cubicBezTo>
                  <a:cubicBezTo>
                    <a:pt x="42" y="24"/>
                    <a:pt x="41" y="25"/>
                    <a:pt x="40" y="25"/>
                  </a:cubicBezTo>
                  <a:cubicBezTo>
                    <a:pt x="41" y="26"/>
                    <a:pt x="41" y="26"/>
                    <a:pt x="41" y="26"/>
                  </a:cubicBezTo>
                  <a:cubicBezTo>
                    <a:pt x="41" y="25"/>
                    <a:pt x="42" y="25"/>
                    <a:pt x="43" y="24"/>
                  </a:cubicBezTo>
                  <a:cubicBezTo>
                    <a:pt x="45" y="23"/>
                    <a:pt x="46" y="22"/>
                    <a:pt x="46" y="21"/>
                  </a:cubicBezTo>
                  <a:cubicBezTo>
                    <a:pt x="45" y="21"/>
                    <a:pt x="44" y="21"/>
                    <a:pt x="43" y="22"/>
                  </a:cubicBezTo>
                  <a:moveTo>
                    <a:pt x="44" y="26"/>
                  </a:moveTo>
                  <a:cubicBezTo>
                    <a:pt x="45" y="25"/>
                    <a:pt x="46" y="23"/>
                    <a:pt x="47" y="22"/>
                  </a:cubicBezTo>
                  <a:cubicBezTo>
                    <a:pt x="45" y="24"/>
                    <a:pt x="42" y="26"/>
                    <a:pt x="41" y="26"/>
                  </a:cubicBezTo>
                  <a:cubicBezTo>
                    <a:pt x="42" y="28"/>
                    <a:pt x="42" y="28"/>
                    <a:pt x="42" y="28"/>
                  </a:cubicBezTo>
                  <a:cubicBezTo>
                    <a:pt x="42" y="28"/>
                    <a:pt x="42" y="28"/>
                    <a:pt x="42" y="28"/>
                  </a:cubicBezTo>
                  <a:cubicBezTo>
                    <a:pt x="42" y="28"/>
                    <a:pt x="42" y="28"/>
                    <a:pt x="42" y="28"/>
                  </a:cubicBezTo>
                  <a:cubicBezTo>
                    <a:pt x="43" y="28"/>
                    <a:pt x="44" y="27"/>
                    <a:pt x="44" y="26"/>
                  </a:cubicBezTo>
                  <a:moveTo>
                    <a:pt x="45" y="29"/>
                  </a:moveTo>
                  <a:cubicBezTo>
                    <a:pt x="44" y="29"/>
                    <a:pt x="44" y="28"/>
                    <a:pt x="43" y="28"/>
                  </a:cubicBezTo>
                  <a:cubicBezTo>
                    <a:pt x="43" y="28"/>
                    <a:pt x="43" y="28"/>
                    <a:pt x="43" y="28"/>
                  </a:cubicBezTo>
                  <a:cubicBezTo>
                    <a:pt x="43" y="28"/>
                    <a:pt x="43" y="28"/>
                    <a:pt x="43" y="28"/>
                  </a:cubicBezTo>
                  <a:cubicBezTo>
                    <a:pt x="42" y="29"/>
                    <a:pt x="42" y="29"/>
                    <a:pt x="42" y="29"/>
                  </a:cubicBezTo>
                  <a:cubicBezTo>
                    <a:pt x="42" y="29"/>
                    <a:pt x="42" y="29"/>
                    <a:pt x="42" y="29"/>
                  </a:cubicBezTo>
                  <a:cubicBezTo>
                    <a:pt x="42" y="29"/>
                    <a:pt x="42" y="29"/>
                    <a:pt x="42" y="29"/>
                  </a:cubicBezTo>
                  <a:cubicBezTo>
                    <a:pt x="40" y="30"/>
                    <a:pt x="40" y="30"/>
                    <a:pt x="40" y="30"/>
                  </a:cubicBezTo>
                  <a:cubicBezTo>
                    <a:pt x="42" y="30"/>
                    <a:pt x="42" y="30"/>
                    <a:pt x="42" y="30"/>
                  </a:cubicBezTo>
                  <a:cubicBezTo>
                    <a:pt x="43" y="30"/>
                    <a:pt x="45" y="29"/>
                    <a:pt x="45" y="29"/>
                  </a:cubicBezTo>
                  <a:close/>
                  <a:moveTo>
                    <a:pt x="45" y="30"/>
                  </a:moveTo>
                  <a:cubicBezTo>
                    <a:pt x="43" y="31"/>
                    <a:pt x="41" y="31"/>
                    <a:pt x="40" y="31"/>
                  </a:cubicBezTo>
                  <a:cubicBezTo>
                    <a:pt x="40" y="32"/>
                    <a:pt x="40" y="32"/>
                    <a:pt x="40" y="32"/>
                  </a:cubicBezTo>
                  <a:cubicBezTo>
                    <a:pt x="40" y="34"/>
                    <a:pt x="40" y="34"/>
                    <a:pt x="40" y="34"/>
                  </a:cubicBezTo>
                  <a:cubicBezTo>
                    <a:pt x="40" y="34"/>
                    <a:pt x="40" y="34"/>
                    <a:pt x="40" y="34"/>
                  </a:cubicBezTo>
                  <a:cubicBezTo>
                    <a:pt x="40" y="34"/>
                    <a:pt x="40" y="34"/>
                    <a:pt x="40" y="34"/>
                  </a:cubicBezTo>
                  <a:cubicBezTo>
                    <a:pt x="41" y="33"/>
                    <a:pt x="41" y="33"/>
                    <a:pt x="41" y="33"/>
                  </a:cubicBezTo>
                  <a:cubicBezTo>
                    <a:pt x="42" y="33"/>
                    <a:pt x="44" y="32"/>
                    <a:pt x="45" y="30"/>
                  </a:cubicBezTo>
                  <a:moveTo>
                    <a:pt x="43" y="35"/>
                  </a:moveTo>
                  <a:cubicBezTo>
                    <a:pt x="43" y="35"/>
                    <a:pt x="43" y="35"/>
                    <a:pt x="43" y="35"/>
                  </a:cubicBezTo>
                  <a:cubicBezTo>
                    <a:pt x="44" y="35"/>
                    <a:pt x="44" y="35"/>
                    <a:pt x="44" y="35"/>
                  </a:cubicBezTo>
                  <a:cubicBezTo>
                    <a:pt x="44" y="35"/>
                    <a:pt x="46" y="36"/>
                    <a:pt x="46" y="38"/>
                  </a:cubicBezTo>
                  <a:cubicBezTo>
                    <a:pt x="46" y="38"/>
                    <a:pt x="46" y="38"/>
                    <a:pt x="46" y="38"/>
                  </a:cubicBezTo>
                  <a:cubicBezTo>
                    <a:pt x="46" y="40"/>
                    <a:pt x="46" y="40"/>
                    <a:pt x="46" y="40"/>
                  </a:cubicBezTo>
                  <a:cubicBezTo>
                    <a:pt x="45" y="40"/>
                    <a:pt x="45" y="40"/>
                    <a:pt x="45" y="40"/>
                  </a:cubicBezTo>
                  <a:cubicBezTo>
                    <a:pt x="45" y="40"/>
                    <a:pt x="43" y="40"/>
                    <a:pt x="43" y="42"/>
                  </a:cubicBezTo>
                  <a:cubicBezTo>
                    <a:pt x="43" y="43"/>
                    <a:pt x="43" y="43"/>
                    <a:pt x="43" y="43"/>
                  </a:cubicBezTo>
                  <a:cubicBezTo>
                    <a:pt x="44" y="45"/>
                    <a:pt x="46" y="46"/>
                    <a:pt x="46" y="48"/>
                  </a:cubicBezTo>
                  <a:cubicBezTo>
                    <a:pt x="46" y="48"/>
                    <a:pt x="46" y="48"/>
                    <a:pt x="46" y="48"/>
                  </a:cubicBezTo>
                  <a:cubicBezTo>
                    <a:pt x="46" y="49"/>
                    <a:pt x="45" y="50"/>
                    <a:pt x="45" y="51"/>
                  </a:cubicBezTo>
                  <a:cubicBezTo>
                    <a:pt x="45" y="51"/>
                    <a:pt x="45" y="51"/>
                    <a:pt x="45" y="51"/>
                  </a:cubicBezTo>
                  <a:cubicBezTo>
                    <a:pt x="45" y="51"/>
                    <a:pt x="45" y="51"/>
                    <a:pt x="45" y="51"/>
                  </a:cubicBezTo>
                  <a:cubicBezTo>
                    <a:pt x="45" y="51"/>
                    <a:pt x="46" y="50"/>
                    <a:pt x="46" y="49"/>
                  </a:cubicBezTo>
                  <a:cubicBezTo>
                    <a:pt x="46" y="48"/>
                    <a:pt x="46" y="48"/>
                    <a:pt x="46" y="48"/>
                  </a:cubicBezTo>
                  <a:cubicBezTo>
                    <a:pt x="46" y="46"/>
                    <a:pt x="46" y="46"/>
                    <a:pt x="46" y="46"/>
                  </a:cubicBezTo>
                  <a:cubicBezTo>
                    <a:pt x="45" y="45"/>
                    <a:pt x="44" y="44"/>
                    <a:pt x="44" y="43"/>
                  </a:cubicBezTo>
                  <a:cubicBezTo>
                    <a:pt x="44" y="42"/>
                    <a:pt x="44" y="42"/>
                    <a:pt x="44" y="42"/>
                  </a:cubicBezTo>
                  <a:cubicBezTo>
                    <a:pt x="44" y="41"/>
                    <a:pt x="46" y="40"/>
                    <a:pt x="46" y="40"/>
                  </a:cubicBezTo>
                  <a:cubicBezTo>
                    <a:pt x="46" y="40"/>
                    <a:pt x="46" y="40"/>
                    <a:pt x="46" y="40"/>
                  </a:cubicBezTo>
                  <a:cubicBezTo>
                    <a:pt x="46" y="40"/>
                    <a:pt x="45" y="41"/>
                    <a:pt x="45" y="42"/>
                  </a:cubicBezTo>
                  <a:cubicBezTo>
                    <a:pt x="45" y="43"/>
                    <a:pt x="45" y="43"/>
                    <a:pt x="45" y="43"/>
                  </a:cubicBezTo>
                  <a:cubicBezTo>
                    <a:pt x="45" y="44"/>
                    <a:pt x="46" y="45"/>
                    <a:pt x="46" y="46"/>
                  </a:cubicBezTo>
                  <a:cubicBezTo>
                    <a:pt x="47" y="48"/>
                    <a:pt x="47" y="48"/>
                    <a:pt x="47" y="48"/>
                  </a:cubicBezTo>
                  <a:cubicBezTo>
                    <a:pt x="47" y="49"/>
                    <a:pt x="47" y="49"/>
                    <a:pt x="47" y="49"/>
                  </a:cubicBezTo>
                  <a:cubicBezTo>
                    <a:pt x="46" y="50"/>
                    <a:pt x="46" y="50"/>
                    <a:pt x="46" y="50"/>
                  </a:cubicBezTo>
                  <a:cubicBezTo>
                    <a:pt x="47" y="49"/>
                    <a:pt x="47" y="49"/>
                    <a:pt x="47" y="49"/>
                  </a:cubicBezTo>
                  <a:cubicBezTo>
                    <a:pt x="47" y="49"/>
                    <a:pt x="47" y="49"/>
                    <a:pt x="47" y="48"/>
                  </a:cubicBezTo>
                  <a:cubicBezTo>
                    <a:pt x="47" y="48"/>
                    <a:pt x="47" y="48"/>
                    <a:pt x="47" y="48"/>
                  </a:cubicBezTo>
                  <a:cubicBezTo>
                    <a:pt x="47" y="47"/>
                    <a:pt x="46" y="43"/>
                    <a:pt x="45" y="43"/>
                  </a:cubicBezTo>
                  <a:cubicBezTo>
                    <a:pt x="45" y="42"/>
                    <a:pt x="45" y="42"/>
                    <a:pt x="45" y="42"/>
                  </a:cubicBezTo>
                  <a:cubicBezTo>
                    <a:pt x="45" y="41"/>
                    <a:pt x="47" y="40"/>
                    <a:pt x="47" y="40"/>
                  </a:cubicBezTo>
                  <a:cubicBezTo>
                    <a:pt x="47" y="41"/>
                    <a:pt x="47" y="41"/>
                    <a:pt x="47" y="41"/>
                  </a:cubicBezTo>
                  <a:cubicBezTo>
                    <a:pt x="47" y="41"/>
                    <a:pt x="47" y="41"/>
                    <a:pt x="47" y="41"/>
                  </a:cubicBezTo>
                  <a:cubicBezTo>
                    <a:pt x="46" y="42"/>
                    <a:pt x="46" y="42"/>
                    <a:pt x="46" y="42"/>
                  </a:cubicBezTo>
                  <a:cubicBezTo>
                    <a:pt x="46" y="43"/>
                    <a:pt x="46" y="43"/>
                    <a:pt x="46" y="43"/>
                  </a:cubicBezTo>
                  <a:cubicBezTo>
                    <a:pt x="46" y="43"/>
                    <a:pt x="47" y="46"/>
                    <a:pt x="47" y="48"/>
                  </a:cubicBezTo>
                  <a:cubicBezTo>
                    <a:pt x="47" y="48"/>
                    <a:pt x="47" y="48"/>
                    <a:pt x="47" y="48"/>
                  </a:cubicBezTo>
                  <a:cubicBezTo>
                    <a:pt x="47" y="50"/>
                    <a:pt x="47" y="50"/>
                    <a:pt x="47" y="50"/>
                  </a:cubicBezTo>
                  <a:cubicBezTo>
                    <a:pt x="46" y="51"/>
                    <a:pt x="46" y="51"/>
                    <a:pt x="46" y="51"/>
                  </a:cubicBezTo>
                  <a:cubicBezTo>
                    <a:pt x="47" y="51"/>
                    <a:pt x="48" y="50"/>
                    <a:pt x="48" y="49"/>
                  </a:cubicBezTo>
                  <a:cubicBezTo>
                    <a:pt x="48" y="48"/>
                    <a:pt x="48" y="48"/>
                    <a:pt x="48" y="48"/>
                  </a:cubicBezTo>
                  <a:cubicBezTo>
                    <a:pt x="47" y="44"/>
                    <a:pt x="47" y="44"/>
                    <a:pt x="46" y="43"/>
                  </a:cubicBezTo>
                  <a:cubicBezTo>
                    <a:pt x="46" y="43"/>
                    <a:pt x="46" y="43"/>
                    <a:pt x="46" y="43"/>
                  </a:cubicBezTo>
                  <a:cubicBezTo>
                    <a:pt x="47" y="42"/>
                    <a:pt x="48" y="41"/>
                    <a:pt x="48" y="38"/>
                  </a:cubicBezTo>
                  <a:cubicBezTo>
                    <a:pt x="48" y="38"/>
                    <a:pt x="48" y="38"/>
                    <a:pt x="48" y="38"/>
                  </a:cubicBezTo>
                  <a:cubicBezTo>
                    <a:pt x="48" y="35"/>
                    <a:pt x="46" y="34"/>
                    <a:pt x="43" y="34"/>
                  </a:cubicBezTo>
                  <a:cubicBezTo>
                    <a:pt x="43" y="34"/>
                    <a:pt x="43" y="34"/>
                    <a:pt x="43" y="34"/>
                  </a:cubicBezTo>
                  <a:cubicBezTo>
                    <a:pt x="41" y="34"/>
                    <a:pt x="41" y="34"/>
                    <a:pt x="41" y="34"/>
                  </a:cubicBezTo>
                  <a:cubicBezTo>
                    <a:pt x="41" y="34"/>
                    <a:pt x="41" y="34"/>
                    <a:pt x="41" y="34"/>
                  </a:cubicBezTo>
                  <a:cubicBezTo>
                    <a:pt x="41" y="35"/>
                    <a:pt x="41" y="35"/>
                    <a:pt x="41" y="35"/>
                  </a:cubicBezTo>
                  <a:lnTo>
                    <a:pt x="43" y="35"/>
                  </a:lnTo>
                  <a:close/>
                  <a:moveTo>
                    <a:pt x="40" y="34"/>
                  </a:moveTo>
                  <a:cubicBezTo>
                    <a:pt x="40" y="34"/>
                    <a:pt x="40" y="34"/>
                    <a:pt x="40" y="34"/>
                  </a:cubicBezTo>
                  <a:cubicBezTo>
                    <a:pt x="40" y="34"/>
                    <a:pt x="40" y="34"/>
                    <a:pt x="40" y="34"/>
                  </a:cubicBezTo>
                  <a:cubicBezTo>
                    <a:pt x="40" y="34"/>
                    <a:pt x="40" y="34"/>
                    <a:pt x="40" y="34"/>
                  </a:cubicBezTo>
                  <a:cubicBezTo>
                    <a:pt x="40" y="35"/>
                    <a:pt x="40" y="35"/>
                    <a:pt x="40" y="35"/>
                  </a:cubicBezTo>
                  <a:cubicBezTo>
                    <a:pt x="38" y="35"/>
                    <a:pt x="38" y="35"/>
                    <a:pt x="38" y="35"/>
                  </a:cubicBezTo>
                  <a:cubicBezTo>
                    <a:pt x="41" y="37"/>
                    <a:pt x="41" y="37"/>
                    <a:pt x="41" y="37"/>
                  </a:cubicBezTo>
                  <a:lnTo>
                    <a:pt x="40" y="34"/>
                  </a:lnTo>
                  <a:close/>
                  <a:moveTo>
                    <a:pt x="41" y="37"/>
                  </a:moveTo>
                  <a:cubicBezTo>
                    <a:pt x="40" y="37"/>
                    <a:pt x="38" y="36"/>
                    <a:pt x="38" y="35"/>
                  </a:cubicBezTo>
                  <a:cubicBezTo>
                    <a:pt x="38" y="36"/>
                    <a:pt x="38" y="36"/>
                    <a:pt x="38" y="36"/>
                  </a:cubicBezTo>
                  <a:cubicBezTo>
                    <a:pt x="38" y="36"/>
                    <a:pt x="38" y="36"/>
                    <a:pt x="38" y="36"/>
                  </a:cubicBezTo>
                  <a:cubicBezTo>
                    <a:pt x="38" y="38"/>
                    <a:pt x="38" y="38"/>
                    <a:pt x="38" y="38"/>
                  </a:cubicBezTo>
                  <a:cubicBezTo>
                    <a:pt x="38" y="38"/>
                    <a:pt x="40" y="37"/>
                    <a:pt x="41" y="37"/>
                  </a:cubicBezTo>
                  <a:moveTo>
                    <a:pt x="22" y="57"/>
                  </a:moveTo>
                  <a:cubicBezTo>
                    <a:pt x="20" y="57"/>
                    <a:pt x="18" y="57"/>
                    <a:pt x="17" y="61"/>
                  </a:cubicBezTo>
                  <a:cubicBezTo>
                    <a:pt x="19" y="63"/>
                    <a:pt x="19" y="63"/>
                    <a:pt x="19" y="63"/>
                  </a:cubicBezTo>
                  <a:cubicBezTo>
                    <a:pt x="19" y="63"/>
                    <a:pt x="19" y="63"/>
                    <a:pt x="19" y="63"/>
                  </a:cubicBezTo>
                  <a:cubicBezTo>
                    <a:pt x="19" y="64"/>
                    <a:pt x="19" y="64"/>
                    <a:pt x="19" y="64"/>
                  </a:cubicBezTo>
                  <a:cubicBezTo>
                    <a:pt x="18" y="64"/>
                    <a:pt x="18" y="64"/>
                    <a:pt x="18" y="64"/>
                  </a:cubicBezTo>
                  <a:cubicBezTo>
                    <a:pt x="19" y="65"/>
                    <a:pt x="19" y="65"/>
                    <a:pt x="19" y="65"/>
                  </a:cubicBezTo>
                  <a:cubicBezTo>
                    <a:pt x="20" y="66"/>
                    <a:pt x="22" y="68"/>
                    <a:pt x="23" y="69"/>
                  </a:cubicBezTo>
                  <a:cubicBezTo>
                    <a:pt x="24" y="70"/>
                    <a:pt x="24" y="70"/>
                    <a:pt x="24" y="70"/>
                  </a:cubicBezTo>
                  <a:cubicBezTo>
                    <a:pt x="24" y="71"/>
                    <a:pt x="23" y="72"/>
                    <a:pt x="22" y="73"/>
                  </a:cubicBezTo>
                  <a:cubicBezTo>
                    <a:pt x="22" y="74"/>
                    <a:pt x="20" y="76"/>
                    <a:pt x="19" y="77"/>
                  </a:cubicBezTo>
                  <a:cubicBezTo>
                    <a:pt x="18" y="78"/>
                    <a:pt x="18" y="78"/>
                    <a:pt x="18" y="78"/>
                  </a:cubicBezTo>
                  <a:cubicBezTo>
                    <a:pt x="18" y="78"/>
                    <a:pt x="18" y="78"/>
                    <a:pt x="18" y="78"/>
                  </a:cubicBezTo>
                  <a:cubicBezTo>
                    <a:pt x="18" y="78"/>
                    <a:pt x="18" y="78"/>
                    <a:pt x="18" y="78"/>
                  </a:cubicBezTo>
                  <a:cubicBezTo>
                    <a:pt x="19" y="80"/>
                    <a:pt x="19" y="80"/>
                    <a:pt x="19" y="80"/>
                  </a:cubicBezTo>
                  <a:cubicBezTo>
                    <a:pt x="18" y="80"/>
                    <a:pt x="18" y="80"/>
                    <a:pt x="18" y="80"/>
                  </a:cubicBezTo>
                  <a:cubicBezTo>
                    <a:pt x="18" y="79"/>
                    <a:pt x="18" y="79"/>
                    <a:pt x="18" y="79"/>
                  </a:cubicBezTo>
                  <a:cubicBezTo>
                    <a:pt x="18" y="78"/>
                    <a:pt x="18" y="78"/>
                    <a:pt x="18" y="78"/>
                  </a:cubicBezTo>
                  <a:cubicBezTo>
                    <a:pt x="17" y="78"/>
                    <a:pt x="17" y="78"/>
                    <a:pt x="17" y="78"/>
                  </a:cubicBezTo>
                  <a:cubicBezTo>
                    <a:pt x="17" y="77"/>
                    <a:pt x="17" y="77"/>
                    <a:pt x="17" y="77"/>
                  </a:cubicBezTo>
                  <a:cubicBezTo>
                    <a:pt x="16" y="76"/>
                    <a:pt x="16" y="76"/>
                    <a:pt x="16" y="76"/>
                  </a:cubicBezTo>
                  <a:cubicBezTo>
                    <a:pt x="16" y="76"/>
                    <a:pt x="16" y="76"/>
                    <a:pt x="16" y="76"/>
                  </a:cubicBezTo>
                  <a:cubicBezTo>
                    <a:pt x="15" y="76"/>
                    <a:pt x="15" y="76"/>
                    <a:pt x="15" y="76"/>
                  </a:cubicBezTo>
                  <a:cubicBezTo>
                    <a:pt x="14" y="76"/>
                    <a:pt x="14" y="76"/>
                    <a:pt x="14" y="76"/>
                  </a:cubicBezTo>
                  <a:cubicBezTo>
                    <a:pt x="14" y="76"/>
                    <a:pt x="14" y="76"/>
                    <a:pt x="14" y="76"/>
                  </a:cubicBezTo>
                  <a:cubicBezTo>
                    <a:pt x="16" y="75"/>
                    <a:pt x="16" y="75"/>
                    <a:pt x="16" y="75"/>
                  </a:cubicBezTo>
                  <a:cubicBezTo>
                    <a:pt x="16" y="75"/>
                    <a:pt x="16" y="75"/>
                    <a:pt x="16" y="75"/>
                  </a:cubicBezTo>
                  <a:cubicBezTo>
                    <a:pt x="17" y="76"/>
                    <a:pt x="17" y="76"/>
                    <a:pt x="17" y="76"/>
                  </a:cubicBezTo>
                  <a:cubicBezTo>
                    <a:pt x="17" y="77"/>
                    <a:pt x="17" y="77"/>
                    <a:pt x="17" y="77"/>
                  </a:cubicBezTo>
                  <a:cubicBezTo>
                    <a:pt x="17" y="75"/>
                    <a:pt x="17" y="75"/>
                    <a:pt x="17" y="75"/>
                  </a:cubicBezTo>
                  <a:cubicBezTo>
                    <a:pt x="16" y="74"/>
                    <a:pt x="16" y="74"/>
                    <a:pt x="16" y="74"/>
                  </a:cubicBezTo>
                  <a:cubicBezTo>
                    <a:pt x="15" y="74"/>
                    <a:pt x="15" y="74"/>
                    <a:pt x="15" y="74"/>
                  </a:cubicBezTo>
                  <a:cubicBezTo>
                    <a:pt x="15" y="74"/>
                    <a:pt x="15" y="74"/>
                    <a:pt x="15" y="74"/>
                  </a:cubicBezTo>
                  <a:cubicBezTo>
                    <a:pt x="14" y="75"/>
                    <a:pt x="14" y="75"/>
                    <a:pt x="14" y="75"/>
                  </a:cubicBezTo>
                  <a:cubicBezTo>
                    <a:pt x="14" y="74"/>
                    <a:pt x="14" y="74"/>
                    <a:pt x="14" y="74"/>
                  </a:cubicBezTo>
                  <a:cubicBezTo>
                    <a:pt x="14" y="74"/>
                    <a:pt x="14" y="74"/>
                    <a:pt x="14" y="74"/>
                  </a:cubicBezTo>
                  <a:cubicBezTo>
                    <a:pt x="15" y="74"/>
                    <a:pt x="15" y="74"/>
                    <a:pt x="15" y="74"/>
                  </a:cubicBezTo>
                  <a:cubicBezTo>
                    <a:pt x="14" y="73"/>
                    <a:pt x="14" y="73"/>
                    <a:pt x="14" y="73"/>
                  </a:cubicBezTo>
                  <a:cubicBezTo>
                    <a:pt x="14" y="73"/>
                    <a:pt x="14" y="73"/>
                    <a:pt x="14" y="73"/>
                  </a:cubicBezTo>
                  <a:cubicBezTo>
                    <a:pt x="14" y="75"/>
                    <a:pt x="14" y="75"/>
                    <a:pt x="14" y="75"/>
                  </a:cubicBezTo>
                  <a:cubicBezTo>
                    <a:pt x="15" y="79"/>
                    <a:pt x="15" y="79"/>
                    <a:pt x="15" y="79"/>
                  </a:cubicBezTo>
                  <a:cubicBezTo>
                    <a:pt x="15" y="80"/>
                    <a:pt x="17" y="82"/>
                    <a:pt x="18" y="82"/>
                  </a:cubicBezTo>
                  <a:cubicBezTo>
                    <a:pt x="19" y="82"/>
                    <a:pt x="20" y="82"/>
                    <a:pt x="20" y="81"/>
                  </a:cubicBezTo>
                  <a:cubicBezTo>
                    <a:pt x="21" y="80"/>
                    <a:pt x="21" y="78"/>
                    <a:pt x="21" y="78"/>
                  </a:cubicBezTo>
                  <a:cubicBezTo>
                    <a:pt x="21" y="78"/>
                    <a:pt x="21" y="78"/>
                    <a:pt x="21" y="78"/>
                  </a:cubicBezTo>
                  <a:cubicBezTo>
                    <a:pt x="22" y="78"/>
                    <a:pt x="22" y="78"/>
                    <a:pt x="22" y="78"/>
                  </a:cubicBezTo>
                  <a:cubicBezTo>
                    <a:pt x="23" y="78"/>
                    <a:pt x="23" y="78"/>
                    <a:pt x="23" y="78"/>
                  </a:cubicBezTo>
                  <a:cubicBezTo>
                    <a:pt x="24" y="76"/>
                    <a:pt x="24" y="76"/>
                    <a:pt x="24" y="76"/>
                  </a:cubicBezTo>
                  <a:cubicBezTo>
                    <a:pt x="26" y="74"/>
                    <a:pt x="26" y="74"/>
                    <a:pt x="26" y="74"/>
                  </a:cubicBezTo>
                  <a:cubicBezTo>
                    <a:pt x="28" y="73"/>
                    <a:pt x="28" y="73"/>
                    <a:pt x="28" y="73"/>
                  </a:cubicBezTo>
                  <a:cubicBezTo>
                    <a:pt x="28" y="72"/>
                    <a:pt x="28" y="72"/>
                    <a:pt x="28" y="72"/>
                  </a:cubicBezTo>
                  <a:cubicBezTo>
                    <a:pt x="28" y="72"/>
                    <a:pt x="28" y="72"/>
                    <a:pt x="28" y="72"/>
                  </a:cubicBezTo>
                  <a:cubicBezTo>
                    <a:pt x="27" y="69"/>
                    <a:pt x="27" y="69"/>
                    <a:pt x="27" y="69"/>
                  </a:cubicBezTo>
                  <a:cubicBezTo>
                    <a:pt x="26" y="68"/>
                    <a:pt x="26" y="68"/>
                    <a:pt x="26" y="68"/>
                  </a:cubicBezTo>
                  <a:cubicBezTo>
                    <a:pt x="26" y="68"/>
                    <a:pt x="26" y="68"/>
                    <a:pt x="26" y="68"/>
                  </a:cubicBezTo>
                  <a:cubicBezTo>
                    <a:pt x="26" y="67"/>
                    <a:pt x="26" y="67"/>
                    <a:pt x="26" y="67"/>
                  </a:cubicBezTo>
                  <a:cubicBezTo>
                    <a:pt x="26" y="65"/>
                    <a:pt x="26" y="64"/>
                    <a:pt x="25" y="63"/>
                  </a:cubicBezTo>
                  <a:cubicBezTo>
                    <a:pt x="25" y="62"/>
                    <a:pt x="23" y="62"/>
                    <a:pt x="23" y="62"/>
                  </a:cubicBezTo>
                  <a:cubicBezTo>
                    <a:pt x="24" y="61"/>
                    <a:pt x="24" y="61"/>
                    <a:pt x="24" y="61"/>
                  </a:cubicBezTo>
                  <a:cubicBezTo>
                    <a:pt x="25" y="61"/>
                    <a:pt x="25" y="61"/>
                    <a:pt x="25" y="61"/>
                  </a:cubicBezTo>
                  <a:cubicBezTo>
                    <a:pt x="25" y="62"/>
                    <a:pt x="25" y="62"/>
                    <a:pt x="25" y="62"/>
                  </a:cubicBezTo>
                  <a:cubicBezTo>
                    <a:pt x="26" y="63"/>
                    <a:pt x="26" y="63"/>
                    <a:pt x="26" y="63"/>
                  </a:cubicBezTo>
                  <a:cubicBezTo>
                    <a:pt x="26" y="64"/>
                    <a:pt x="27" y="65"/>
                    <a:pt x="27" y="67"/>
                  </a:cubicBezTo>
                  <a:cubicBezTo>
                    <a:pt x="28" y="68"/>
                    <a:pt x="28" y="68"/>
                    <a:pt x="28" y="68"/>
                  </a:cubicBezTo>
                  <a:cubicBezTo>
                    <a:pt x="30" y="69"/>
                    <a:pt x="30" y="69"/>
                    <a:pt x="30" y="69"/>
                  </a:cubicBezTo>
                  <a:cubicBezTo>
                    <a:pt x="29" y="67"/>
                    <a:pt x="29" y="65"/>
                    <a:pt x="29" y="64"/>
                  </a:cubicBezTo>
                  <a:cubicBezTo>
                    <a:pt x="29" y="64"/>
                    <a:pt x="29" y="64"/>
                    <a:pt x="29" y="64"/>
                  </a:cubicBezTo>
                  <a:cubicBezTo>
                    <a:pt x="29" y="62"/>
                    <a:pt x="29" y="62"/>
                    <a:pt x="29" y="62"/>
                  </a:cubicBezTo>
                  <a:cubicBezTo>
                    <a:pt x="29" y="62"/>
                    <a:pt x="29" y="62"/>
                    <a:pt x="29" y="62"/>
                  </a:cubicBezTo>
                  <a:cubicBezTo>
                    <a:pt x="29" y="62"/>
                    <a:pt x="28" y="61"/>
                    <a:pt x="27" y="61"/>
                  </a:cubicBezTo>
                  <a:cubicBezTo>
                    <a:pt x="26" y="60"/>
                    <a:pt x="26" y="60"/>
                    <a:pt x="26" y="60"/>
                  </a:cubicBezTo>
                  <a:cubicBezTo>
                    <a:pt x="25" y="60"/>
                    <a:pt x="25" y="60"/>
                    <a:pt x="25" y="60"/>
                  </a:cubicBezTo>
                  <a:cubicBezTo>
                    <a:pt x="25" y="60"/>
                    <a:pt x="25" y="60"/>
                    <a:pt x="25" y="60"/>
                  </a:cubicBezTo>
                  <a:cubicBezTo>
                    <a:pt x="25" y="59"/>
                    <a:pt x="25" y="59"/>
                    <a:pt x="25" y="59"/>
                  </a:cubicBezTo>
                  <a:cubicBezTo>
                    <a:pt x="25" y="57"/>
                    <a:pt x="25" y="57"/>
                    <a:pt x="25" y="57"/>
                  </a:cubicBezTo>
                  <a:cubicBezTo>
                    <a:pt x="24" y="57"/>
                    <a:pt x="23" y="57"/>
                    <a:pt x="22" y="57"/>
                  </a:cubicBezTo>
                  <a:moveTo>
                    <a:pt x="21" y="52"/>
                  </a:moveTo>
                  <a:cubicBezTo>
                    <a:pt x="21" y="52"/>
                    <a:pt x="21" y="52"/>
                    <a:pt x="21" y="52"/>
                  </a:cubicBezTo>
                  <a:cubicBezTo>
                    <a:pt x="21" y="53"/>
                    <a:pt x="23" y="54"/>
                    <a:pt x="24" y="55"/>
                  </a:cubicBezTo>
                  <a:cubicBezTo>
                    <a:pt x="25" y="57"/>
                    <a:pt x="25" y="57"/>
                    <a:pt x="25" y="57"/>
                  </a:cubicBezTo>
                  <a:cubicBezTo>
                    <a:pt x="25" y="57"/>
                    <a:pt x="25" y="57"/>
                    <a:pt x="25" y="57"/>
                  </a:cubicBezTo>
                  <a:cubicBezTo>
                    <a:pt x="25" y="57"/>
                    <a:pt x="25" y="57"/>
                    <a:pt x="25" y="57"/>
                  </a:cubicBezTo>
                  <a:cubicBezTo>
                    <a:pt x="25" y="57"/>
                    <a:pt x="25" y="57"/>
                    <a:pt x="25" y="57"/>
                  </a:cubicBezTo>
                  <a:cubicBezTo>
                    <a:pt x="25" y="57"/>
                    <a:pt x="25" y="57"/>
                    <a:pt x="25" y="57"/>
                  </a:cubicBezTo>
                  <a:cubicBezTo>
                    <a:pt x="26" y="59"/>
                    <a:pt x="26" y="59"/>
                    <a:pt x="26" y="59"/>
                  </a:cubicBezTo>
                  <a:cubicBezTo>
                    <a:pt x="26" y="59"/>
                    <a:pt x="26" y="59"/>
                    <a:pt x="26" y="59"/>
                  </a:cubicBezTo>
                  <a:cubicBezTo>
                    <a:pt x="28" y="60"/>
                    <a:pt x="28" y="60"/>
                    <a:pt x="28" y="60"/>
                  </a:cubicBezTo>
                  <a:cubicBezTo>
                    <a:pt x="29" y="62"/>
                    <a:pt x="29" y="62"/>
                    <a:pt x="29" y="62"/>
                  </a:cubicBezTo>
                  <a:cubicBezTo>
                    <a:pt x="30" y="61"/>
                    <a:pt x="30" y="60"/>
                    <a:pt x="30" y="60"/>
                  </a:cubicBezTo>
                  <a:cubicBezTo>
                    <a:pt x="30" y="59"/>
                    <a:pt x="30" y="59"/>
                    <a:pt x="30" y="59"/>
                  </a:cubicBezTo>
                  <a:cubicBezTo>
                    <a:pt x="30" y="57"/>
                    <a:pt x="30" y="57"/>
                    <a:pt x="30" y="57"/>
                  </a:cubicBezTo>
                  <a:cubicBezTo>
                    <a:pt x="30" y="57"/>
                    <a:pt x="30" y="57"/>
                    <a:pt x="30" y="57"/>
                  </a:cubicBezTo>
                  <a:cubicBezTo>
                    <a:pt x="30" y="57"/>
                    <a:pt x="31" y="58"/>
                    <a:pt x="31" y="59"/>
                  </a:cubicBezTo>
                  <a:cubicBezTo>
                    <a:pt x="31" y="60"/>
                    <a:pt x="31" y="60"/>
                    <a:pt x="31" y="60"/>
                  </a:cubicBezTo>
                  <a:cubicBezTo>
                    <a:pt x="31" y="60"/>
                    <a:pt x="30" y="61"/>
                    <a:pt x="30" y="62"/>
                  </a:cubicBezTo>
                  <a:cubicBezTo>
                    <a:pt x="30" y="63"/>
                    <a:pt x="30" y="63"/>
                    <a:pt x="30" y="63"/>
                  </a:cubicBezTo>
                  <a:cubicBezTo>
                    <a:pt x="30" y="63"/>
                    <a:pt x="30" y="63"/>
                    <a:pt x="30" y="63"/>
                  </a:cubicBezTo>
                  <a:cubicBezTo>
                    <a:pt x="29" y="64"/>
                    <a:pt x="29" y="64"/>
                    <a:pt x="29" y="64"/>
                  </a:cubicBezTo>
                  <a:cubicBezTo>
                    <a:pt x="29" y="64"/>
                    <a:pt x="29" y="64"/>
                    <a:pt x="29" y="64"/>
                  </a:cubicBezTo>
                  <a:cubicBezTo>
                    <a:pt x="30" y="66"/>
                    <a:pt x="30" y="68"/>
                    <a:pt x="31" y="70"/>
                  </a:cubicBezTo>
                  <a:cubicBezTo>
                    <a:pt x="32" y="71"/>
                    <a:pt x="32" y="71"/>
                    <a:pt x="32" y="71"/>
                  </a:cubicBezTo>
                  <a:cubicBezTo>
                    <a:pt x="32" y="71"/>
                    <a:pt x="32" y="71"/>
                    <a:pt x="32" y="71"/>
                  </a:cubicBezTo>
                  <a:cubicBezTo>
                    <a:pt x="32" y="71"/>
                    <a:pt x="32" y="71"/>
                    <a:pt x="32" y="71"/>
                  </a:cubicBezTo>
                  <a:cubicBezTo>
                    <a:pt x="32" y="74"/>
                    <a:pt x="32" y="74"/>
                    <a:pt x="32" y="74"/>
                  </a:cubicBezTo>
                  <a:cubicBezTo>
                    <a:pt x="33" y="74"/>
                    <a:pt x="34" y="77"/>
                    <a:pt x="35" y="78"/>
                  </a:cubicBezTo>
                  <a:cubicBezTo>
                    <a:pt x="36" y="79"/>
                    <a:pt x="36" y="80"/>
                    <a:pt x="37" y="81"/>
                  </a:cubicBezTo>
                  <a:cubicBezTo>
                    <a:pt x="37" y="82"/>
                    <a:pt x="36" y="83"/>
                    <a:pt x="37" y="83"/>
                  </a:cubicBezTo>
                  <a:cubicBezTo>
                    <a:pt x="38" y="85"/>
                    <a:pt x="38" y="85"/>
                    <a:pt x="38" y="86"/>
                  </a:cubicBezTo>
                  <a:cubicBezTo>
                    <a:pt x="38" y="87"/>
                    <a:pt x="38" y="87"/>
                    <a:pt x="38" y="87"/>
                  </a:cubicBezTo>
                  <a:cubicBezTo>
                    <a:pt x="38" y="88"/>
                    <a:pt x="38" y="88"/>
                    <a:pt x="39" y="89"/>
                  </a:cubicBezTo>
                  <a:cubicBezTo>
                    <a:pt x="39" y="90"/>
                    <a:pt x="40" y="91"/>
                    <a:pt x="40" y="92"/>
                  </a:cubicBezTo>
                  <a:cubicBezTo>
                    <a:pt x="39" y="93"/>
                    <a:pt x="39" y="93"/>
                    <a:pt x="39" y="93"/>
                  </a:cubicBezTo>
                  <a:cubicBezTo>
                    <a:pt x="39" y="94"/>
                    <a:pt x="39" y="96"/>
                    <a:pt x="38" y="96"/>
                  </a:cubicBezTo>
                  <a:cubicBezTo>
                    <a:pt x="37" y="96"/>
                    <a:pt x="37" y="96"/>
                    <a:pt x="37" y="96"/>
                  </a:cubicBezTo>
                  <a:cubicBezTo>
                    <a:pt x="36" y="96"/>
                    <a:pt x="36" y="96"/>
                    <a:pt x="36" y="96"/>
                  </a:cubicBezTo>
                  <a:cubicBezTo>
                    <a:pt x="36" y="96"/>
                    <a:pt x="36" y="96"/>
                    <a:pt x="36" y="96"/>
                  </a:cubicBezTo>
                  <a:cubicBezTo>
                    <a:pt x="35" y="96"/>
                    <a:pt x="35" y="96"/>
                    <a:pt x="35" y="96"/>
                  </a:cubicBezTo>
                  <a:cubicBezTo>
                    <a:pt x="34" y="97"/>
                    <a:pt x="34" y="97"/>
                    <a:pt x="34" y="97"/>
                  </a:cubicBezTo>
                  <a:cubicBezTo>
                    <a:pt x="34" y="98"/>
                    <a:pt x="34" y="98"/>
                    <a:pt x="34" y="98"/>
                  </a:cubicBezTo>
                  <a:cubicBezTo>
                    <a:pt x="34" y="98"/>
                    <a:pt x="34" y="98"/>
                    <a:pt x="34" y="98"/>
                  </a:cubicBezTo>
                  <a:cubicBezTo>
                    <a:pt x="33" y="98"/>
                    <a:pt x="33" y="98"/>
                    <a:pt x="33" y="98"/>
                  </a:cubicBezTo>
                  <a:cubicBezTo>
                    <a:pt x="33" y="98"/>
                    <a:pt x="33" y="98"/>
                    <a:pt x="33" y="98"/>
                  </a:cubicBezTo>
                  <a:cubicBezTo>
                    <a:pt x="34" y="97"/>
                    <a:pt x="34" y="97"/>
                    <a:pt x="34" y="97"/>
                  </a:cubicBezTo>
                  <a:cubicBezTo>
                    <a:pt x="35" y="96"/>
                    <a:pt x="35" y="96"/>
                    <a:pt x="35" y="96"/>
                  </a:cubicBezTo>
                  <a:cubicBezTo>
                    <a:pt x="35" y="96"/>
                    <a:pt x="35" y="96"/>
                    <a:pt x="35" y="96"/>
                  </a:cubicBezTo>
                  <a:cubicBezTo>
                    <a:pt x="35" y="96"/>
                    <a:pt x="35" y="96"/>
                    <a:pt x="35" y="96"/>
                  </a:cubicBezTo>
                  <a:cubicBezTo>
                    <a:pt x="34" y="96"/>
                    <a:pt x="34" y="96"/>
                    <a:pt x="34" y="96"/>
                  </a:cubicBezTo>
                  <a:cubicBezTo>
                    <a:pt x="33" y="96"/>
                    <a:pt x="33" y="96"/>
                    <a:pt x="33" y="96"/>
                  </a:cubicBezTo>
                  <a:cubicBezTo>
                    <a:pt x="32" y="97"/>
                    <a:pt x="32" y="97"/>
                    <a:pt x="32" y="97"/>
                  </a:cubicBezTo>
                  <a:cubicBezTo>
                    <a:pt x="31" y="97"/>
                    <a:pt x="31" y="97"/>
                    <a:pt x="31" y="97"/>
                  </a:cubicBezTo>
                  <a:cubicBezTo>
                    <a:pt x="32" y="96"/>
                    <a:pt x="32" y="96"/>
                    <a:pt x="32" y="96"/>
                  </a:cubicBezTo>
                  <a:cubicBezTo>
                    <a:pt x="31" y="97"/>
                    <a:pt x="31" y="97"/>
                    <a:pt x="31" y="97"/>
                  </a:cubicBezTo>
                  <a:cubicBezTo>
                    <a:pt x="31" y="97"/>
                    <a:pt x="31" y="97"/>
                    <a:pt x="31" y="97"/>
                  </a:cubicBezTo>
                  <a:cubicBezTo>
                    <a:pt x="32" y="98"/>
                    <a:pt x="32" y="98"/>
                    <a:pt x="32" y="98"/>
                  </a:cubicBezTo>
                  <a:cubicBezTo>
                    <a:pt x="33" y="99"/>
                    <a:pt x="34" y="99"/>
                    <a:pt x="35" y="100"/>
                  </a:cubicBezTo>
                  <a:cubicBezTo>
                    <a:pt x="36" y="100"/>
                    <a:pt x="38" y="100"/>
                    <a:pt x="39" y="100"/>
                  </a:cubicBezTo>
                  <a:cubicBezTo>
                    <a:pt x="40" y="100"/>
                    <a:pt x="40" y="100"/>
                    <a:pt x="40" y="100"/>
                  </a:cubicBezTo>
                  <a:cubicBezTo>
                    <a:pt x="42" y="98"/>
                    <a:pt x="42" y="98"/>
                    <a:pt x="42" y="98"/>
                  </a:cubicBezTo>
                  <a:cubicBezTo>
                    <a:pt x="42" y="95"/>
                    <a:pt x="42" y="95"/>
                    <a:pt x="42" y="95"/>
                  </a:cubicBezTo>
                  <a:cubicBezTo>
                    <a:pt x="43" y="93"/>
                    <a:pt x="43" y="93"/>
                    <a:pt x="43" y="93"/>
                  </a:cubicBezTo>
                  <a:cubicBezTo>
                    <a:pt x="42" y="88"/>
                    <a:pt x="42" y="88"/>
                    <a:pt x="42" y="88"/>
                  </a:cubicBezTo>
                  <a:cubicBezTo>
                    <a:pt x="42" y="88"/>
                    <a:pt x="41" y="87"/>
                    <a:pt x="41" y="86"/>
                  </a:cubicBezTo>
                  <a:cubicBezTo>
                    <a:pt x="41" y="84"/>
                    <a:pt x="42" y="83"/>
                    <a:pt x="42" y="82"/>
                  </a:cubicBezTo>
                  <a:cubicBezTo>
                    <a:pt x="40" y="79"/>
                    <a:pt x="40" y="79"/>
                    <a:pt x="40" y="79"/>
                  </a:cubicBezTo>
                  <a:cubicBezTo>
                    <a:pt x="40" y="77"/>
                    <a:pt x="40" y="77"/>
                    <a:pt x="40" y="77"/>
                  </a:cubicBezTo>
                  <a:cubicBezTo>
                    <a:pt x="40" y="78"/>
                    <a:pt x="40" y="78"/>
                    <a:pt x="40" y="78"/>
                  </a:cubicBezTo>
                  <a:cubicBezTo>
                    <a:pt x="39" y="77"/>
                    <a:pt x="39" y="77"/>
                    <a:pt x="39" y="77"/>
                  </a:cubicBezTo>
                  <a:cubicBezTo>
                    <a:pt x="38" y="75"/>
                    <a:pt x="38" y="75"/>
                    <a:pt x="38" y="75"/>
                  </a:cubicBezTo>
                  <a:cubicBezTo>
                    <a:pt x="38" y="75"/>
                    <a:pt x="38" y="75"/>
                    <a:pt x="38" y="75"/>
                  </a:cubicBezTo>
                  <a:cubicBezTo>
                    <a:pt x="38" y="74"/>
                    <a:pt x="38" y="73"/>
                    <a:pt x="39" y="72"/>
                  </a:cubicBezTo>
                  <a:cubicBezTo>
                    <a:pt x="40" y="70"/>
                    <a:pt x="41" y="67"/>
                    <a:pt x="41" y="66"/>
                  </a:cubicBezTo>
                  <a:cubicBezTo>
                    <a:pt x="41" y="66"/>
                    <a:pt x="41" y="66"/>
                    <a:pt x="41" y="66"/>
                  </a:cubicBezTo>
                  <a:cubicBezTo>
                    <a:pt x="41" y="65"/>
                    <a:pt x="40" y="62"/>
                    <a:pt x="40" y="62"/>
                  </a:cubicBezTo>
                  <a:cubicBezTo>
                    <a:pt x="40" y="62"/>
                    <a:pt x="40" y="62"/>
                    <a:pt x="40" y="62"/>
                  </a:cubicBezTo>
                  <a:cubicBezTo>
                    <a:pt x="40" y="62"/>
                    <a:pt x="42" y="64"/>
                    <a:pt x="42" y="66"/>
                  </a:cubicBezTo>
                  <a:cubicBezTo>
                    <a:pt x="42" y="66"/>
                    <a:pt x="42" y="66"/>
                    <a:pt x="42" y="66"/>
                  </a:cubicBezTo>
                  <a:cubicBezTo>
                    <a:pt x="41" y="67"/>
                    <a:pt x="40" y="71"/>
                    <a:pt x="40" y="72"/>
                  </a:cubicBezTo>
                  <a:cubicBezTo>
                    <a:pt x="39" y="73"/>
                    <a:pt x="38" y="75"/>
                    <a:pt x="38" y="75"/>
                  </a:cubicBezTo>
                  <a:cubicBezTo>
                    <a:pt x="38" y="75"/>
                    <a:pt x="38" y="75"/>
                    <a:pt x="38" y="75"/>
                  </a:cubicBezTo>
                  <a:cubicBezTo>
                    <a:pt x="39" y="77"/>
                    <a:pt x="39" y="77"/>
                    <a:pt x="39" y="77"/>
                  </a:cubicBezTo>
                  <a:cubicBezTo>
                    <a:pt x="40" y="77"/>
                    <a:pt x="40" y="77"/>
                    <a:pt x="40" y="77"/>
                  </a:cubicBezTo>
                  <a:cubicBezTo>
                    <a:pt x="40" y="77"/>
                    <a:pt x="40" y="77"/>
                    <a:pt x="40" y="77"/>
                  </a:cubicBezTo>
                  <a:cubicBezTo>
                    <a:pt x="41" y="76"/>
                    <a:pt x="41" y="76"/>
                    <a:pt x="41" y="76"/>
                  </a:cubicBezTo>
                  <a:cubicBezTo>
                    <a:pt x="40" y="76"/>
                    <a:pt x="40" y="76"/>
                    <a:pt x="40" y="76"/>
                  </a:cubicBezTo>
                  <a:cubicBezTo>
                    <a:pt x="40" y="75"/>
                    <a:pt x="40" y="75"/>
                    <a:pt x="40" y="75"/>
                  </a:cubicBezTo>
                  <a:cubicBezTo>
                    <a:pt x="39" y="74"/>
                    <a:pt x="39" y="74"/>
                    <a:pt x="39" y="74"/>
                  </a:cubicBezTo>
                  <a:cubicBezTo>
                    <a:pt x="41" y="74"/>
                    <a:pt x="41" y="74"/>
                    <a:pt x="41" y="74"/>
                  </a:cubicBezTo>
                  <a:cubicBezTo>
                    <a:pt x="41" y="73"/>
                    <a:pt x="41" y="73"/>
                    <a:pt x="41" y="73"/>
                  </a:cubicBezTo>
                  <a:cubicBezTo>
                    <a:pt x="41" y="72"/>
                    <a:pt x="41" y="72"/>
                    <a:pt x="41" y="72"/>
                  </a:cubicBezTo>
                  <a:cubicBezTo>
                    <a:pt x="42" y="72"/>
                    <a:pt x="42" y="72"/>
                    <a:pt x="42" y="72"/>
                  </a:cubicBezTo>
                  <a:cubicBezTo>
                    <a:pt x="42" y="71"/>
                    <a:pt x="42" y="71"/>
                    <a:pt x="42" y="71"/>
                  </a:cubicBezTo>
                  <a:cubicBezTo>
                    <a:pt x="42" y="71"/>
                    <a:pt x="42" y="71"/>
                    <a:pt x="42" y="71"/>
                  </a:cubicBezTo>
                  <a:cubicBezTo>
                    <a:pt x="43" y="71"/>
                    <a:pt x="43" y="71"/>
                    <a:pt x="43" y="71"/>
                  </a:cubicBezTo>
                  <a:cubicBezTo>
                    <a:pt x="42" y="70"/>
                    <a:pt x="42" y="70"/>
                    <a:pt x="42" y="70"/>
                  </a:cubicBezTo>
                  <a:cubicBezTo>
                    <a:pt x="42" y="69"/>
                    <a:pt x="42" y="69"/>
                    <a:pt x="42" y="69"/>
                  </a:cubicBezTo>
                  <a:cubicBezTo>
                    <a:pt x="43" y="70"/>
                    <a:pt x="43" y="70"/>
                    <a:pt x="43" y="70"/>
                  </a:cubicBezTo>
                  <a:cubicBezTo>
                    <a:pt x="43" y="68"/>
                    <a:pt x="43" y="68"/>
                    <a:pt x="43" y="68"/>
                  </a:cubicBezTo>
                  <a:cubicBezTo>
                    <a:pt x="43" y="68"/>
                    <a:pt x="43" y="68"/>
                    <a:pt x="43" y="68"/>
                  </a:cubicBezTo>
                  <a:cubicBezTo>
                    <a:pt x="44" y="68"/>
                    <a:pt x="44" y="68"/>
                    <a:pt x="44" y="68"/>
                  </a:cubicBezTo>
                  <a:cubicBezTo>
                    <a:pt x="43" y="66"/>
                    <a:pt x="43" y="66"/>
                    <a:pt x="43" y="66"/>
                  </a:cubicBezTo>
                  <a:cubicBezTo>
                    <a:pt x="43" y="66"/>
                    <a:pt x="43" y="66"/>
                    <a:pt x="43" y="66"/>
                  </a:cubicBezTo>
                  <a:cubicBezTo>
                    <a:pt x="43" y="65"/>
                    <a:pt x="43" y="65"/>
                    <a:pt x="43" y="65"/>
                  </a:cubicBezTo>
                  <a:cubicBezTo>
                    <a:pt x="43" y="65"/>
                    <a:pt x="47" y="62"/>
                    <a:pt x="47" y="59"/>
                  </a:cubicBezTo>
                  <a:cubicBezTo>
                    <a:pt x="47" y="55"/>
                    <a:pt x="39" y="48"/>
                    <a:pt x="39" y="41"/>
                  </a:cubicBezTo>
                  <a:cubicBezTo>
                    <a:pt x="39" y="41"/>
                    <a:pt x="39" y="41"/>
                    <a:pt x="39" y="41"/>
                  </a:cubicBezTo>
                  <a:cubicBezTo>
                    <a:pt x="39" y="40"/>
                    <a:pt x="39" y="39"/>
                    <a:pt x="40" y="38"/>
                  </a:cubicBezTo>
                  <a:cubicBezTo>
                    <a:pt x="38" y="38"/>
                    <a:pt x="38" y="38"/>
                    <a:pt x="38" y="38"/>
                  </a:cubicBezTo>
                  <a:cubicBezTo>
                    <a:pt x="38" y="40"/>
                    <a:pt x="38" y="42"/>
                    <a:pt x="38" y="42"/>
                  </a:cubicBezTo>
                  <a:cubicBezTo>
                    <a:pt x="38" y="43"/>
                    <a:pt x="38" y="43"/>
                    <a:pt x="38" y="43"/>
                  </a:cubicBezTo>
                  <a:cubicBezTo>
                    <a:pt x="38" y="43"/>
                    <a:pt x="38" y="43"/>
                    <a:pt x="38" y="43"/>
                  </a:cubicBezTo>
                  <a:cubicBezTo>
                    <a:pt x="38" y="43"/>
                    <a:pt x="38" y="43"/>
                    <a:pt x="38" y="43"/>
                  </a:cubicBezTo>
                  <a:cubicBezTo>
                    <a:pt x="38" y="43"/>
                    <a:pt x="38" y="43"/>
                    <a:pt x="38" y="43"/>
                  </a:cubicBezTo>
                  <a:cubicBezTo>
                    <a:pt x="38" y="43"/>
                    <a:pt x="38" y="43"/>
                    <a:pt x="38" y="43"/>
                  </a:cubicBezTo>
                  <a:cubicBezTo>
                    <a:pt x="37" y="43"/>
                    <a:pt x="37" y="43"/>
                    <a:pt x="37" y="43"/>
                  </a:cubicBezTo>
                  <a:cubicBezTo>
                    <a:pt x="38" y="44"/>
                    <a:pt x="38" y="44"/>
                    <a:pt x="38" y="44"/>
                  </a:cubicBezTo>
                  <a:cubicBezTo>
                    <a:pt x="39" y="51"/>
                    <a:pt x="45" y="53"/>
                    <a:pt x="45" y="58"/>
                  </a:cubicBezTo>
                  <a:cubicBezTo>
                    <a:pt x="45" y="59"/>
                    <a:pt x="45" y="59"/>
                    <a:pt x="45" y="59"/>
                  </a:cubicBezTo>
                  <a:cubicBezTo>
                    <a:pt x="45" y="59"/>
                    <a:pt x="44" y="62"/>
                    <a:pt x="42" y="62"/>
                  </a:cubicBezTo>
                  <a:cubicBezTo>
                    <a:pt x="42" y="62"/>
                    <a:pt x="42" y="62"/>
                    <a:pt x="42" y="62"/>
                  </a:cubicBezTo>
                  <a:cubicBezTo>
                    <a:pt x="42" y="62"/>
                    <a:pt x="42" y="62"/>
                    <a:pt x="42" y="62"/>
                  </a:cubicBezTo>
                  <a:cubicBezTo>
                    <a:pt x="41" y="61"/>
                    <a:pt x="41" y="61"/>
                    <a:pt x="41" y="61"/>
                  </a:cubicBezTo>
                  <a:cubicBezTo>
                    <a:pt x="40" y="60"/>
                    <a:pt x="40" y="60"/>
                    <a:pt x="40" y="60"/>
                  </a:cubicBezTo>
                  <a:cubicBezTo>
                    <a:pt x="39" y="58"/>
                    <a:pt x="39" y="57"/>
                    <a:pt x="37" y="56"/>
                  </a:cubicBezTo>
                  <a:cubicBezTo>
                    <a:pt x="36" y="54"/>
                    <a:pt x="33" y="52"/>
                    <a:pt x="33" y="50"/>
                  </a:cubicBezTo>
                  <a:cubicBezTo>
                    <a:pt x="32" y="49"/>
                    <a:pt x="31" y="48"/>
                    <a:pt x="31" y="47"/>
                  </a:cubicBezTo>
                  <a:cubicBezTo>
                    <a:pt x="31" y="46"/>
                    <a:pt x="31" y="46"/>
                    <a:pt x="31" y="46"/>
                  </a:cubicBezTo>
                  <a:cubicBezTo>
                    <a:pt x="30" y="46"/>
                    <a:pt x="30" y="45"/>
                    <a:pt x="29" y="45"/>
                  </a:cubicBezTo>
                  <a:cubicBezTo>
                    <a:pt x="30" y="47"/>
                    <a:pt x="30" y="49"/>
                    <a:pt x="30" y="49"/>
                  </a:cubicBezTo>
                  <a:cubicBezTo>
                    <a:pt x="30" y="49"/>
                    <a:pt x="30" y="49"/>
                    <a:pt x="30" y="49"/>
                  </a:cubicBezTo>
                  <a:cubicBezTo>
                    <a:pt x="29" y="49"/>
                    <a:pt x="29" y="49"/>
                    <a:pt x="29" y="49"/>
                  </a:cubicBezTo>
                  <a:cubicBezTo>
                    <a:pt x="27" y="49"/>
                    <a:pt x="25" y="46"/>
                    <a:pt x="24" y="46"/>
                  </a:cubicBezTo>
                  <a:cubicBezTo>
                    <a:pt x="24" y="46"/>
                    <a:pt x="24" y="46"/>
                    <a:pt x="24" y="46"/>
                  </a:cubicBezTo>
                  <a:cubicBezTo>
                    <a:pt x="21" y="49"/>
                    <a:pt x="21" y="49"/>
                    <a:pt x="21" y="49"/>
                  </a:cubicBezTo>
                  <a:cubicBezTo>
                    <a:pt x="21" y="51"/>
                    <a:pt x="21" y="51"/>
                    <a:pt x="21" y="51"/>
                  </a:cubicBezTo>
                  <a:cubicBezTo>
                    <a:pt x="21" y="51"/>
                    <a:pt x="21" y="51"/>
                    <a:pt x="21" y="51"/>
                  </a:cubicBezTo>
                  <a:cubicBezTo>
                    <a:pt x="20" y="51"/>
                    <a:pt x="20" y="51"/>
                    <a:pt x="20" y="51"/>
                  </a:cubicBezTo>
                  <a:lnTo>
                    <a:pt x="21" y="52"/>
                  </a:lnTo>
                  <a:close/>
                  <a:moveTo>
                    <a:pt x="9" y="62"/>
                  </a:moveTo>
                  <a:cubicBezTo>
                    <a:pt x="10" y="62"/>
                    <a:pt x="10" y="62"/>
                    <a:pt x="10" y="62"/>
                  </a:cubicBezTo>
                  <a:cubicBezTo>
                    <a:pt x="11" y="62"/>
                    <a:pt x="11" y="62"/>
                    <a:pt x="11" y="62"/>
                  </a:cubicBezTo>
                  <a:cubicBezTo>
                    <a:pt x="11" y="62"/>
                    <a:pt x="11" y="62"/>
                    <a:pt x="11" y="62"/>
                  </a:cubicBezTo>
                  <a:cubicBezTo>
                    <a:pt x="11" y="62"/>
                    <a:pt x="11" y="62"/>
                    <a:pt x="11" y="62"/>
                  </a:cubicBezTo>
                  <a:cubicBezTo>
                    <a:pt x="10" y="61"/>
                    <a:pt x="10" y="61"/>
                    <a:pt x="10" y="61"/>
                  </a:cubicBezTo>
                  <a:cubicBezTo>
                    <a:pt x="10" y="62"/>
                    <a:pt x="10" y="62"/>
                    <a:pt x="10" y="62"/>
                  </a:cubicBezTo>
                  <a:lnTo>
                    <a:pt x="9" y="62"/>
                  </a:lnTo>
                  <a:close/>
                  <a:moveTo>
                    <a:pt x="5" y="45"/>
                  </a:moveTo>
                  <a:cubicBezTo>
                    <a:pt x="4" y="46"/>
                    <a:pt x="4" y="46"/>
                    <a:pt x="4" y="46"/>
                  </a:cubicBezTo>
                  <a:cubicBezTo>
                    <a:pt x="5" y="46"/>
                    <a:pt x="5" y="46"/>
                    <a:pt x="5" y="46"/>
                  </a:cubicBezTo>
                  <a:cubicBezTo>
                    <a:pt x="5" y="46"/>
                    <a:pt x="5" y="46"/>
                    <a:pt x="5" y="46"/>
                  </a:cubicBezTo>
                  <a:cubicBezTo>
                    <a:pt x="5" y="46"/>
                    <a:pt x="5" y="46"/>
                    <a:pt x="5" y="46"/>
                  </a:cubicBezTo>
                  <a:cubicBezTo>
                    <a:pt x="5" y="45"/>
                    <a:pt x="5" y="45"/>
                    <a:pt x="5" y="45"/>
                  </a:cubicBezTo>
                  <a:close/>
                  <a:moveTo>
                    <a:pt x="8" y="48"/>
                  </a:moveTo>
                  <a:cubicBezTo>
                    <a:pt x="8" y="47"/>
                    <a:pt x="8" y="47"/>
                    <a:pt x="8" y="47"/>
                  </a:cubicBezTo>
                  <a:cubicBezTo>
                    <a:pt x="8" y="47"/>
                    <a:pt x="8" y="47"/>
                    <a:pt x="8" y="47"/>
                  </a:cubicBezTo>
                  <a:cubicBezTo>
                    <a:pt x="8" y="47"/>
                    <a:pt x="8" y="47"/>
                    <a:pt x="8" y="47"/>
                  </a:cubicBezTo>
                  <a:cubicBezTo>
                    <a:pt x="8" y="46"/>
                    <a:pt x="8" y="46"/>
                    <a:pt x="8" y="46"/>
                  </a:cubicBezTo>
                  <a:cubicBezTo>
                    <a:pt x="7" y="46"/>
                    <a:pt x="7" y="46"/>
                    <a:pt x="7" y="46"/>
                  </a:cubicBezTo>
                  <a:cubicBezTo>
                    <a:pt x="8" y="48"/>
                    <a:pt x="8" y="48"/>
                    <a:pt x="8" y="48"/>
                  </a:cubicBezTo>
                  <a:cubicBezTo>
                    <a:pt x="8" y="50"/>
                    <a:pt x="8" y="50"/>
                    <a:pt x="8" y="50"/>
                  </a:cubicBezTo>
                  <a:cubicBezTo>
                    <a:pt x="8" y="50"/>
                    <a:pt x="8" y="50"/>
                    <a:pt x="8" y="50"/>
                  </a:cubicBezTo>
                  <a:cubicBezTo>
                    <a:pt x="8" y="51"/>
                    <a:pt x="8" y="51"/>
                    <a:pt x="8" y="51"/>
                  </a:cubicBezTo>
                  <a:cubicBezTo>
                    <a:pt x="8" y="51"/>
                    <a:pt x="8" y="51"/>
                    <a:pt x="8" y="51"/>
                  </a:cubicBezTo>
                  <a:cubicBezTo>
                    <a:pt x="8" y="50"/>
                    <a:pt x="8" y="50"/>
                    <a:pt x="8" y="50"/>
                  </a:cubicBezTo>
                  <a:cubicBezTo>
                    <a:pt x="8" y="48"/>
                    <a:pt x="8" y="48"/>
                    <a:pt x="8" y="48"/>
                  </a:cubicBezTo>
                  <a:cubicBezTo>
                    <a:pt x="8" y="48"/>
                    <a:pt x="8" y="48"/>
                    <a:pt x="8" y="48"/>
                  </a:cubicBezTo>
                  <a:close/>
                  <a:moveTo>
                    <a:pt x="9" y="49"/>
                  </a:moveTo>
                  <a:cubicBezTo>
                    <a:pt x="9" y="49"/>
                    <a:pt x="9" y="49"/>
                    <a:pt x="9" y="49"/>
                  </a:cubicBezTo>
                  <a:cubicBezTo>
                    <a:pt x="9" y="49"/>
                    <a:pt x="9" y="49"/>
                    <a:pt x="9" y="49"/>
                  </a:cubicBezTo>
                  <a:cubicBezTo>
                    <a:pt x="9" y="48"/>
                    <a:pt x="9" y="48"/>
                    <a:pt x="9" y="48"/>
                  </a:cubicBezTo>
                  <a:cubicBezTo>
                    <a:pt x="9" y="48"/>
                    <a:pt x="9" y="48"/>
                    <a:pt x="9" y="48"/>
                  </a:cubicBezTo>
                  <a:cubicBezTo>
                    <a:pt x="9" y="48"/>
                    <a:pt x="9" y="48"/>
                    <a:pt x="9" y="48"/>
                  </a:cubicBezTo>
                  <a:cubicBezTo>
                    <a:pt x="8" y="50"/>
                    <a:pt x="8" y="50"/>
                    <a:pt x="8" y="50"/>
                  </a:cubicBezTo>
                  <a:cubicBezTo>
                    <a:pt x="8" y="50"/>
                    <a:pt x="8" y="50"/>
                    <a:pt x="8" y="50"/>
                  </a:cubicBezTo>
                  <a:cubicBezTo>
                    <a:pt x="9" y="50"/>
                    <a:pt x="9" y="50"/>
                    <a:pt x="9" y="50"/>
                  </a:cubicBezTo>
                  <a:lnTo>
                    <a:pt x="9" y="49"/>
                  </a:lnTo>
                  <a:close/>
                  <a:moveTo>
                    <a:pt x="13" y="51"/>
                  </a:moveTo>
                  <a:cubicBezTo>
                    <a:pt x="13" y="51"/>
                    <a:pt x="13" y="51"/>
                    <a:pt x="13" y="51"/>
                  </a:cubicBezTo>
                  <a:cubicBezTo>
                    <a:pt x="12" y="52"/>
                    <a:pt x="11" y="52"/>
                    <a:pt x="11" y="52"/>
                  </a:cubicBezTo>
                  <a:cubicBezTo>
                    <a:pt x="9" y="53"/>
                    <a:pt x="9" y="53"/>
                    <a:pt x="9" y="53"/>
                  </a:cubicBezTo>
                  <a:cubicBezTo>
                    <a:pt x="9" y="53"/>
                    <a:pt x="9" y="53"/>
                    <a:pt x="9" y="53"/>
                  </a:cubicBezTo>
                  <a:cubicBezTo>
                    <a:pt x="9" y="53"/>
                    <a:pt x="9" y="53"/>
                    <a:pt x="9" y="53"/>
                  </a:cubicBezTo>
                  <a:cubicBezTo>
                    <a:pt x="9" y="53"/>
                    <a:pt x="9" y="53"/>
                    <a:pt x="9" y="53"/>
                  </a:cubicBezTo>
                  <a:cubicBezTo>
                    <a:pt x="8" y="52"/>
                    <a:pt x="8" y="52"/>
                    <a:pt x="8" y="52"/>
                  </a:cubicBezTo>
                  <a:cubicBezTo>
                    <a:pt x="8" y="52"/>
                    <a:pt x="8" y="52"/>
                    <a:pt x="8" y="52"/>
                  </a:cubicBezTo>
                  <a:cubicBezTo>
                    <a:pt x="8" y="51"/>
                    <a:pt x="8" y="51"/>
                    <a:pt x="8" y="51"/>
                  </a:cubicBezTo>
                  <a:cubicBezTo>
                    <a:pt x="7" y="50"/>
                    <a:pt x="7" y="50"/>
                    <a:pt x="7" y="50"/>
                  </a:cubicBezTo>
                  <a:cubicBezTo>
                    <a:pt x="7" y="50"/>
                    <a:pt x="7" y="50"/>
                    <a:pt x="7" y="50"/>
                  </a:cubicBezTo>
                  <a:cubicBezTo>
                    <a:pt x="7" y="48"/>
                    <a:pt x="7" y="48"/>
                    <a:pt x="7" y="48"/>
                  </a:cubicBezTo>
                  <a:cubicBezTo>
                    <a:pt x="7" y="46"/>
                    <a:pt x="7" y="46"/>
                    <a:pt x="7" y="46"/>
                  </a:cubicBezTo>
                  <a:cubicBezTo>
                    <a:pt x="6" y="45"/>
                    <a:pt x="6" y="45"/>
                    <a:pt x="6" y="45"/>
                  </a:cubicBezTo>
                  <a:cubicBezTo>
                    <a:pt x="6" y="45"/>
                    <a:pt x="6" y="45"/>
                    <a:pt x="6" y="45"/>
                  </a:cubicBezTo>
                  <a:cubicBezTo>
                    <a:pt x="5" y="46"/>
                    <a:pt x="5" y="46"/>
                    <a:pt x="5" y="46"/>
                  </a:cubicBezTo>
                  <a:cubicBezTo>
                    <a:pt x="6" y="49"/>
                    <a:pt x="6" y="49"/>
                    <a:pt x="6" y="49"/>
                  </a:cubicBezTo>
                  <a:cubicBezTo>
                    <a:pt x="7" y="52"/>
                    <a:pt x="7" y="52"/>
                    <a:pt x="7" y="52"/>
                  </a:cubicBezTo>
                  <a:cubicBezTo>
                    <a:pt x="8" y="55"/>
                    <a:pt x="8" y="55"/>
                    <a:pt x="8" y="55"/>
                  </a:cubicBezTo>
                  <a:cubicBezTo>
                    <a:pt x="8" y="56"/>
                    <a:pt x="9" y="57"/>
                    <a:pt x="9" y="58"/>
                  </a:cubicBezTo>
                  <a:cubicBezTo>
                    <a:pt x="9" y="60"/>
                    <a:pt x="9" y="60"/>
                    <a:pt x="9" y="60"/>
                  </a:cubicBezTo>
                  <a:cubicBezTo>
                    <a:pt x="11" y="61"/>
                    <a:pt x="11" y="61"/>
                    <a:pt x="11" y="61"/>
                  </a:cubicBezTo>
                  <a:cubicBezTo>
                    <a:pt x="11" y="60"/>
                    <a:pt x="11" y="60"/>
                    <a:pt x="11" y="60"/>
                  </a:cubicBezTo>
                  <a:cubicBezTo>
                    <a:pt x="11" y="60"/>
                    <a:pt x="11" y="60"/>
                    <a:pt x="11" y="60"/>
                  </a:cubicBezTo>
                  <a:cubicBezTo>
                    <a:pt x="11" y="59"/>
                    <a:pt x="11" y="59"/>
                    <a:pt x="11" y="59"/>
                  </a:cubicBezTo>
                  <a:cubicBezTo>
                    <a:pt x="9" y="57"/>
                    <a:pt x="9" y="57"/>
                    <a:pt x="9" y="57"/>
                  </a:cubicBezTo>
                  <a:cubicBezTo>
                    <a:pt x="9" y="56"/>
                    <a:pt x="9" y="56"/>
                    <a:pt x="9" y="56"/>
                  </a:cubicBezTo>
                  <a:cubicBezTo>
                    <a:pt x="9" y="55"/>
                    <a:pt x="9" y="55"/>
                    <a:pt x="9" y="55"/>
                  </a:cubicBezTo>
                  <a:cubicBezTo>
                    <a:pt x="9" y="55"/>
                    <a:pt x="10" y="55"/>
                    <a:pt x="11" y="54"/>
                  </a:cubicBezTo>
                  <a:cubicBezTo>
                    <a:pt x="12" y="54"/>
                    <a:pt x="12" y="53"/>
                    <a:pt x="13" y="53"/>
                  </a:cubicBezTo>
                  <a:cubicBezTo>
                    <a:pt x="15" y="53"/>
                    <a:pt x="15" y="53"/>
                    <a:pt x="15" y="53"/>
                  </a:cubicBezTo>
                  <a:cubicBezTo>
                    <a:pt x="15" y="52"/>
                    <a:pt x="15" y="52"/>
                    <a:pt x="15" y="52"/>
                  </a:cubicBezTo>
                  <a:cubicBezTo>
                    <a:pt x="15" y="52"/>
                    <a:pt x="15" y="52"/>
                    <a:pt x="15" y="52"/>
                  </a:cubicBezTo>
                  <a:cubicBezTo>
                    <a:pt x="14" y="52"/>
                    <a:pt x="14" y="52"/>
                    <a:pt x="14" y="52"/>
                  </a:cubicBezTo>
                  <a:lnTo>
                    <a:pt x="13" y="51"/>
                  </a:lnTo>
                  <a:close/>
                  <a:moveTo>
                    <a:pt x="13" y="47"/>
                  </a:moveTo>
                  <a:cubicBezTo>
                    <a:pt x="14" y="49"/>
                    <a:pt x="14" y="49"/>
                    <a:pt x="14" y="49"/>
                  </a:cubicBezTo>
                  <a:cubicBezTo>
                    <a:pt x="15" y="49"/>
                    <a:pt x="15" y="49"/>
                    <a:pt x="15" y="49"/>
                  </a:cubicBezTo>
                  <a:cubicBezTo>
                    <a:pt x="14" y="49"/>
                    <a:pt x="14" y="49"/>
                    <a:pt x="14" y="49"/>
                  </a:cubicBezTo>
                  <a:cubicBezTo>
                    <a:pt x="14" y="51"/>
                    <a:pt x="14" y="51"/>
                    <a:pt x="14" y="51"/>
                  </a:cubicBezTo>
                  <a:cubicBezTo>
                    <a:pt x="14" y="52"/>
                    <a:pt x="14" y="52"/>
                    <a:pt x="14" y="52"/>
                  </a:cubicBezTo>
                  <a:cubicBezTo>
                    <a:pt x="15" y="52"/>
                    <a:pt x="15" y="52"/>
                    <a:pt x="15" y="52"/>
                  </a:cubicBezTo>
                  <a:cubicBezTo>
                    <a:pt x="15" y="52"/>
                    <a:pt x="15" y="52"/>
                    <a:pt x="15" y="52"/>
                  </a:cubicBezTo>
                  <a:cubicBezTo>
                    <a:pt x="15" y="52"/>
                    <a:pt x="15" y="52"/>
                    <a:pt x="15" y="52"/>
                  </a:cubicBezTo>
                  <a:cubicBezTo>
                    <a:pt x="15" y="52"/>
                    <a:pt x="15" y="52"/>
                    <a:pt x="15" y="52"/>
                  </a:cubicBezTo>
                  <a:cubicBezTo>
                    <a:pt x="15" y="53"/>
                    <a:pt x="15" y="54"/>
                    <a:pt x="16" y="55"/>
                  </a:cubicBezTo>
                  <a:cubicBezTo>
                    <a:pt x="16" y="54"/>
                    <a:pt x="18" y="51"/>
                    <a:pt x="20" y="50"/>
                  </a:cubicBezTo>
                  <a:cubicBezTo>
                    <a:pt x="20" y="50"/>
                    <a:pt x="20" y="50"/>
                    <a:pt x="20" y="50"/>
                  </a:cubicBezTo>
                  <a:cubicBezTo>
                    <a:pt x="20" y="50"/>
                    <a:pt x="20" y="50"/>
                    <a:pt x="20" y="50"/>
                  </a:cubicBezTo>
                  <a:cubicBezTo>
                    <a:pt x="20" y="48"/>
                    <a:pt x="20" y="48"/>
                    <a:pt x="20" y="48"/>
                  </a:cubicBezTo>
                  <a:cubicBezTo>
                    <a:pt x="21" y="47"/>
                    <a:pt x="21" y="47"/>
                    <a:pt x="21" y="47"/>
                  </a:cubicBezTo>
                  <a:cubicBezTo>
                    <a:pt x="21" y="45"/>
                    <a:pt x="21" y="45"/>
                    <a:pt x="21" y="45"/>
                  </a:cubicBezTo>
                  <a:cubicBezTo>
                    <a:pt x="22" y="45"/>
                    <a:pt x="22" y="45"/>
                    <a:pt x="22" y="45"/>
                  </a:cubicBezTo>
                  <a:cubicBezTo>
                    <a:pt x="21" y="47"/>
                    <a:pt x="21" y="47"/>
                    <a:pt x="21" y="47"/>
                  </a:cubicBezTo>
                  <a:cubicBezTo>
                    <a:pt x="21" y="48"/>
                    <a:pt x="21" y="48"/>
                    <a:pt x="21" y="48"/>
                  </a:cubicBezTo>
                  <a:cubicBezTo>
                    <a:pt x="23" y="46"/>
                    <a:pt x="23" y="46"/>
                    <a:pt x="23" y="46"/>
                  </a:cubicBezTo>
                  <a:cubicBezTo>
                    <a:pt x="24" y="45"/>
                    <a:pt x="24" y="45"/>
                    <a:pt x="24" y="45"/>
                  </a:cubicBezTo>
                  <a:cubicBezTo>
                    <a:pt x="24" y="45"/>
                    <a:pt x="24" y="45"/>
                    <a:pt x="24" y="45"/>
                  </a:cubicBezTo>
                  <a:cubicBezTo>
                    <a:pt x="24" y="45"/>
                    <a:pt x="24" y="45"/>
                    <a:pt x="24" y="45"/>
                  </a:cubicBezTo>
                  <a:cubicBezTo>
                    <a:pt x="24" y="45"/>
                    <a:pt x="26" y="47"/>
                    <a:pt x="29" y="48"/>
                  </a:cubicBezTo>
                  <a:cubicBezTo>
                    <a:pt x="26" y="44"/>
                    <a:pt x="26" y="44"/>
                    <a:pt x="26" y="44"/>
                  </a:cubicBezTo>
                  <a:cubicBezTo>
                    <a:pt x="23" y="43"/>
                    <a:pt x="22" y="41"/>
                    <a:pt x="22" y="41"/>
                  </a:cubicBezTo>
                  <a:cubicBezTo>
                    <a:pt x="22" y="41"/>
                    <a:pt x="22" y="41"/>
                    <a:pt x="22" y="41"/>
                  </a:cubicBezTo>
                  <a:cubicBezTo>
                    <a:pt x="21" y="41"/>
                    <a:pt x="21" y="41"/>
                    <a:pt x="21" y="41"/>
                  </a:cubicBezTo>
                  <a:cubicBezTo>
                    <a:pt x="21" y="41"/>
                    <a:pt x="21" y="41"/>
                    <a:pt x="21" y="41"/>
                  </a:cubicBezTo>
                  <a:cubicBezTo>
                    <a:pt x="23" y="41"/>
                    <a:pt x="23" y="41"/>
                    <a:pt x="23" y="41"/>
                  </a:cubicBezTo>
                  <a:cubicBezTo>
                    <a:pt x="23" y="41"/>
                    <a:pt x="23" y="41"/>
                    <a:pt x="23" y="41"/>
                  </a:cubicBezTo>
                  <a:cubicBezTo>
                    <a:pt x="23" y="40"/>
                    <a:pt x="23" y="40"/>
                    <a:pt x="23" y="40"/>
                  </a:cubicBezTo>
                  <a:cubicBezTo>
                    <a:pt x="24" y="40"/>
                    <a:pt x="24" y="40"/>
                    <a:pt x="24" y="40"/>
                  </a:cubicBezTo>
                  <a:cubicBezTo>
                    <a:pt x="24" y="40"/>
                    <a:pt x="24" y="40"/>
                    <a:pt x="24" y="40"/>
                  </a:cubicBezTo>
                  <a:cubicBezTo>
                    <a:pt x="24" y="40"/>
                    <a:pt x="24" y="40"/>
                    <a:pt x="24" y="40"/>
                  </a:cubicBezTo>
                  <a:cubicBezTo>
                    <a:pt x="25" y="40"/>
                    <a:pt x="25" y="40"/>
                    <a:pt x="25" y="40"/>
                  </a:cubicBezTo>
                  <a:cubicBezTo>
                    <a:pt x="26" y="41"/>
                    <a:pt x="26" y="41"/>
                    <a:pt x="26" y="41"/>
                  </a:cubicBezTo>
                  <a:cubicBezTo>
                    <a:pt x="27" y="41"/>
                    <a:pt x="28" y="41"/>
                    <a:pt x="28" y="41"/>
                  </a:cubicBezTo>
                  <a:cubicBezTo>
                    <a:pt x="28" y="41"/>
                    <a:pt x="28" y="41"/>
                    <a:pt x="28" y="41"/>
                  </a:cubicBezTo>
                  <a:cubicBezTo>
                    <a:pt x="29" y="41"/>
                    <a:pt x="29" y="41"/>
                    <a:pt x="29" y="41"/>
                  </a:cubicBezTo>
                  <a:cubicBezTo>
                    <a:pt x="29" y="41"/>
                    <a:pt x="29" y="41"/>
                    <a:pt x="29" y="41"/>
                  </a:cubicBezTo>
                  <a:cubicBezTo>
                    <a:pt x="30" y="40"/>
                    <a:pt x="30" y="40"/>
                    <a:pt x="30" y="40"/>
                  </a:cubicBezTo>
                  <a:cubicBezTo>
                    <a:pt x="30" y="38"/>
                    <a:pt x="30" y="38"/>
                    <a:pt x="30" y="38"/>
                  </a:cubicBezTo>
                  <a:cubicBezTo>
                    <a:pt x="31" y="38"/>
                    <a:pt x="31" y="38"/>
                    <a:pt x="31" y="38"/>
                  </a:cubicBezTo>
                  <a:cubicBezTo>
                    <a:pt x="31" y="38"/>
                    <a:pt x="31" y="38"/>
                    <a:pt x="31" y="38"/>
                  </a:cubicBezTo>
                  <a:cubicBezTo>
                    <a:pt x="31" y="38"/>
                    <a:pt x="31" y="38"/>
                    <a:pt x="31" y="38"/>
                  </a:cubicBezTo>
                  <a:cubicBezTo>
                    <a:pt x="33" y="38"/>
                    <a:pt x="33" y="38"/>
                    <a:pt x="33" y="38"/>
                  </a:cubicBezTo>
                  <a:cubicBezTo>
                    <a:pt x="34" y="38"/>
                    <a:pt x="34" y="38"/>
                    <a:pt x="34" y="38"/>
                  </a:cubicBezTo>
                  <a:cubicBezTo>
                    <a:pt x="34" y="38"/>
                    <a:pt x="34" y="38"/>
                    <a:pt x="34" y="38"/>
                  </a:cubicBezTo>
                  <a:cubicBezTo>
                    <a:pt x="34" y="35"/>
                    <a:pt x="34" y="35"/>
                    <a:pt x="34" y="35"/>
                  </a:cubicBezTo>
                  <a:cubicBezTo>
                    <a:pt x="34" y="35"/>
                    <a:pt x="34" y="35"/>
                    <a:pt x="34" y="35"/>
                  </a:cubicBezTo>
                  <a:cubicBezTo>
                    <a:pt x="34" y="34"/>
                    <a:pt x="34" y="34"/>
                    <a:pt x="34" y="34"/>
                  </a:cubicBezTo>
                  <a:cubicBezTo>
                    <a:pt x="34" y="34"/>
                    <a:pt x="34" y="34"/>
                    <a:pt x="34" y="34"/>
                  </a:cubicBezTo>
                  <a:cubicBezTo>
                    <a:pt x="34" y="34"/>
                    <a:pt x="34" y="34"/>
                    <a:pt x="34" y="34"/>
                  </a:cubicBezTo>
                  <a:cubicBezTo>
                    <a:pt x="36" y="34"/>
                    <a:pt x="36" y="34"/>
                    <a:pt x="36" y="34"/>
                  </a:cubicBezTo>
                  <a:cubicBezTo>
                    <a:pt x="36" y="34"/>
                    <a:pt x="36" y="34"/>
                    <a:pt x="36" y="34"/>
                  </a:cubicBezTo>
                  <a:cubicBezTo>
                    <a:pt x="36" y="34"/>
                    <a:pt x="36" y="34"/>
                    <a:pt x="36" y="34"/>
                  </a:cubicBezTo>
                  <a:cubicBezTo>
                    <a:pt x="36" y="32"/>
                    <a:pt x="36" y="32"/>
                    <a:pt x="36" y="32"/>
                  </a:cubicBezTo>
                  <a:cubicBezTo>
                    <a:pt x="36" y="32"/>
                    <a:pt x="36" y="32"/>
                    <a:pt x="36" y="32"/>
                  </a:cubicBezTo>
                  <a:cubicBezTo>
                    <a:pt x="36" y="32"/>
                    <a:pt x="36" y="32"/>
                    <a:pt x="36" y="32"/>
                  </a:cubicBezTo>
                  <a:cubicBezTo>
                    <a:pt x="35" y="32"/>
                    <a:pt x="35" y="32"/>
                    <a:pt x="35" y="32"/>
                  </a:cubicBezTo>
                  <a:cubicBezTo>
                    <a:pt x="36" y="31"/>
                    <a:pt x="36" y="31"/>
                    <a:pt x="36" y="31"/>
                  </a:cubicBezTo>
                  <a:cubicBezTo>
                    <a:pt x="36" y="31"/>
                    <a:pt x="36" y="31"/>
                    <a:pt x="36" y="31"/>
                  </a:cubicBezTo>
                  <a:cubicBezTo>
                    <a:pt x="36" y="31"/>
                    <a:pt x="36" y="31"/>
                    <a:pt x="36" y="31"/>
                  </a:cubicBezTo>
                  <a:cubicBezTo>
                    <a:pt x="38" y="30"/>
                    <a:pt x="38" y="30"/>
                    <a:pt x="38" y="30"/>
                  </a:cubicBezTo>
                  <a:cubicBezTo>
                    <a:pt x="38" y="28"/>
                    <a:pt x="38" y="28"/>
                    <a:pt x="38" y="28"/>
                  </a:cubicBezTo>
                  <a:cubicBezTo>
                    <a:pt x="38" y="28"/>
                    <a:pt x="38" y="28"/>
                    <a:pt x="38" y="28"/>
                  </a:cubicBezTo>
                  <a:cubicBezTo>
                    <a:pt x="37" y="28"/>
                    <a:pt x="37" y="28"/>
                    <a:pt x="37" y="28"/>
                  </a:cubicBezTo>
                  <a:cubicBezTo>
                    <a:pt x="36" y="28"/>
                    <a:pt x="36" y="28"/>
                    <a:pt x="36" y="28"/>
                  </a:cubicBezTo>
                  <a:cubicBezTo>
                    <a:pt x="37" y="26"/>
                    <a:pt x="37" y="26"/>
                    <a:pt x="37" y="26"/>
                  </a:cubicBezTo>
                  <a:cubicBezTo>
                    <a:pt x="37" y="26"/>
                    <a:pt x="37" y="26"/>
                    <a:pt x="37" y="26"/>
                  </a:cubicBezTo>
                  <a:cubicBezTo>
                    <a:pt x="38" y="27"/>
                    <a:pt x="38" y="27"/>
                    <a:pt x="38" y="27"/>
                  </a:cubicBezTo>
                  <a:cubicBezTo>
                    <a:pt x="39" y="25"/>
                    <a:pt x="39" y="25"/>
                    <a:pt x="39" y="25"/>
                  </a:cubicBezTo>
                  <a:cubicBezTo>
                    <a:pt x="38" y="24"/>
                    <a:pt x="38" y="24"/>
                    <a:pt x="38" y="24"/>
                  </a:cubicBezTo>
                  <a:cubicBezTo>
                    <a:pt x="37" y="24"/>
                    <a:pt x="37" y="24"/>
                    <a:pt x="37" y="24"/>
                  </a:cubicBezTo>
                  <a:cubicBezTo>
                    <a:pt x="37" y="25"/>
                    <a:pt x="37" y="25"/>
                    <a:pt x="37" y="25"/>
                  </a:cubicBezTo>
                  <a:cubicBezTo>
                    <a:pt x="37" y="23"/>
                    <a:pt x="37" y="23"/>
                    <a:pt x="37" y="23"/>
                  </a:cubicBezTo>
                  <a:cubicBezTo>
                    <a:pt x="37" y="23"/>
                    <a:pt x="37" y="23"/>
                    <a:pt x="37" y="23"/>
                  </a:cubicBezTo>
                  <a:cubicBezTo>
                    <a:pt x="37" y="23"/>
                    <a:pt x="37" y="23"/>
                    <a:pt x="37" y="23"/>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6" y="20"/>
                    <a:pt x="36" y="20"/>
                    <a:pt x="36" y="20"/>
                  </a:cubicBezTo>
                  <a:cubicBezTo>
                    <a:pt x="36" y="20"/>
                    <a:pt x="36" y="20"/>
                    <a:pt x="36" y="20"/>
                  </a:cubicBezTo>
                  <a:cubicBezTo>
                    <a:pt x="36" y="20"/>
                    <a:pt x="37" y="19"/>
                    <a:pt x="37" y="18"/>
                  </a:cubicBezTo>
                  <a:cubicBezTo>
                    <a:pt x="36" y="16"/>
                    <a:pt x="36" y="16"/>
                    <a:pt x="36" y="16"/>
                  </a:cubicBezTo>
                  <a:cubicBezTo>
                    <a:pt x="36" y="16"/>
                    <a:pt x="36" y="16"/>
                    <a:pt x="36" y="16"/>
                  </a:cubicBezTo>
                  <a:cubicBezTo>
                    <a:pt x="36" y="17"/>
                    <a:pt x="36" y="18"/>
                    <a:pt x="35" y="19"/>
                  </a:cubicBezTo>
                  <a:cubicBezTo>
                    <a:pt x="35" y="20"/>
                    <a:pt x="34" y="21"/>
                    <a:pt x="32" y="22"/>
                  </a:cubicBezTo>
                  <a:cubicBezTo>
                    <a:pt x="31" y="23"/>
                    <a:pt x="30" y="24"/>
                    <a:pt x="30" y="25"/>
                  </a:cubicBezTo>
                  <a:cubicBezTo>
                    <a:pt x="30" y="25"/>
                    <a:pt x="30" y="25"/>
                    <a:pt x="30" y="25"/>
                  </a:cubicBezTo>
                  <a:cubicBezTo>
                    <a:pt x="30" y="26"/>
                    <a:pt x="30" y="26"/>
                    <a:pt x="30" y="26"/>
                  </a:cubicBezTo>
                  <a:cubicBezTo>
                    <a:pt x="30" y="26"/>
                    <a:pt x="31" y="28"/>
                    <a:pt x="32" y="28"/>
                  </a:cubicBezTo>
                  <a:cubicBezTo>
                    <a:pt x="32" y="28"/>
                    <a:pt x="32" y="28"/>
                    <a:pt x="32" y="28"/>
                  </a:cubicBezTo>
                  <a:cubicBezTo>
                    <a:pt x="32" y="28"/>
                    <a:pt x="32" y="28"/>
                    <a:pt x="32" y="28"/>
                  </a:cubicBezTo>
                  <a:cubicBezTo>
                    <a:pt x="32" y="28"/>
                    <a:pt x="32" y="28"/>
                    <a:pt x="32" y="28"/>
                  </a:cubicBezTo>
                  <a:cubicBezTo>
                    <a:pt x="32" y="29"/>
                    <a:pt x="32" y="29"/>
                    <a:pt x="32" y="29"/>
                  </a:cubicBezTo>
                  <a:cubicBezTo>
                    <a:pt x="32" y="31"/>
                    <a:pt x="32" y="33"/>
                    <a:pt x="29" y="33"/>
                  </a:cubicBezTo>
                  <a:cubicBezTo>
                    <a:pt x="29" y="33"/>
                    <a:pt x="29" y="33"/>
                    <a:pt x="29" y="33"/>
                  </a:cubicBezTo>
                  <a:cubicBezTo>
                    <a:pt x="29" y="33"/>
                    <a:pt x="26" y="35"/>
                    <a:pt x="25" y="35"/>
                  </a:cubicBezTo>
                  <a:cubicBezTo>
                    <a:pt x="25" y="35"/>
                    <a:pt x="25" y="35"/>
                    <a:pt x="25" y="35"/>
                  </a:cubicBezTo>
                  <a:cubicBezTo>
                    <a:pt x="24" y="35"/>
                    <a:pt x="24" y="35"/>
                    <a:pt x="24" y="35"/>
                  </a:cubicBezTo>
                  <a:cubicBezTo>
                    <a:pt x="23" y="34"/>
                    <a:pt x="23" y="34"/>
                    <a:pt x="23" y="34"/>
                  </a:cubicBezTo>
                  <a:cubicBezTo>
                    <a:pt x="22" y="36"/>
                    <a:pt x="22" y="36"/>
                    <a:pt x="22" y="36"/>
                  </a:cubicBezTo>
                  <a:cubicBezTo>
                    <a:pt x="21" y="36"/>
                    <a:pt x="21" y="36"/>
                    <a:pt x="21" y="36"/>
                  </a:cubicBezTo>
                  <a:cubicBezTo>
                    <a:pt x="21" y="34"/>
                    <a:pt x="21" y="34"/>
                    <a:pt x="21" y="34"/>
                  </a:cubicBezTo>
                  <a:cubicBezTo>
                    <a:pt x="20" y="34"/>
                    <a:pt x="20" y="34"/>
                    <a:pt x="20" y="34"/>
                  </a:cubicBezTo>
                  <a:cubicBezTo>
                    <a:pt x="20" y="33"/>
                    <a:pt x="20" y="33"/>
                    <a:pt x="20" y="33"/>
                  </a:cubicBezTo>
                  <a:cubicBezTo>
                    <a:pt x="19" y="35"/>
                    <a:pt x="19" y="35"/>
                    <a:pt x="19" y="35"/>
                  </a:cubicBezTo>
                  <a:cubicBezTo>
                    <a:pt x="18" y="36"/>
                    <a:pt x="18" y="36"/>
                    <a:pt x="18" y="36"/>
                  </a:cubicBezTo>
                  <a:cubicBezTo>
                    <a:pt x="18" y="38"/>
                    <a:pt x="18" y="38"/>
                    <a:pt x="18" y="38"/>
                  </a:cubicBezTo>
                  <a:cubicBezTo>
                    <a:pt x="17" y="39"/>
                    <a:pt x="17" y="39"/>
                    <a:pt x="17" y="39"/>
                  </a:cubicBezTo>
                  <a:cubicBezTo>
                    <a:pt x="17" y="41"/>
                    <a:pt x="18" y="43"/>
                    <a:pt x="18" y="44"/>
                  </a:cubicBezTo>
                  <a:cubicBezTo>
                    <a:pt x="18" y="45"/>
                    <a:pt x="18" y="45"/>
                    <a:pt x="18" y="45"/>
                  </a:cubicBezTo>
                  <a:cubicBezTo>
                    <a:pt x="18" y="46"/>
                    <a:pt x="17" y="48"/>
                    <a:pt x="17" y="48"/>
                  </a:cubicBezTo>
                  <a:cubicBezTo>
                    <a:pt x="17" y="49"/>
                    <a:pt x="17" y="49"/>
                    <a:pt x="17" y="49"/>
                  </a:cubicBezTo>
                  <a:cubicBezTo>
                    <a:pt x="16" y="48"/>
                    <a:pt x="16" y="48"/>
                    <a:pt x="16" y="48"/>
                  </a:cubicBezTo>
                  <a:cubicBezTo>
                    <a:pt x="16" y="48"/>
                    <a:pt x="16" y="48"/>
                    <a:pt x="16" y="48"/>
                  </a:cubicBezTo>
                  <a:cubicBezTo>
                    <a:pt x="16" y="48"/>
                    <a:pt x="15" y="48"/>
                    <a:pt x="13" y="47"/>
                  </a:cubicBezTo>
                  <a:moveTo>
                    <a:pt x="37" y="27"/>
                  </a:moveTo>
                  <a:cubicBezTo>
                    <a:pt x="37" y="27"/>
                    <a:pt x="37" y="27"/>
                    <a:pt x="37" y="27"/>
                  </a:cubicBezTo>
                  <a:cubicBezTo>
                    <a:pt x="37" y="27"/>
                    <a:pt x="37" y="27"/>
                    <a:pt x="37" y="27"/>
                  </a:cubicBezTo>
                  <a:close/>
                  <a:moveTo>
                    <a:pt x="13" y="42"/>
                  </a:moveTo>
                  <a:cubicBezTo>
                    <a:pt x="14" y="45"/>
                    <a:pt x="16" y="47"/>
                    <a:pt x="17" y="48"/>
                  </a:cubicBezTo>
                  <a:cubicBezTo>
                    <a:pt x="17" y="47"/>
                    <a:pt x="18" y="46"/>
                    <a:pt x="18" y="45"/>
                  </a:cubicBezTo>
                  <a:cubicBezTo>
                    <a:pt x="18" y="44"/>
                    <a:pt x="18" y="44"/>
                    <a:pt x="18" y="44"/>
                  </a:cubicBezTo>
                  <a:cubicBezTo>
                    <a:pt x="18" y="43"/>
                    <a:pt x="17" y="41"/>
                    <a:pt x="17" y="39"/>
                  </a:cubicBezTo>
                  <a:cubicBezTo>
                    <a:pt x="17" y="38"/>
                    <a:pt x="17" y="38"/>
                    <a:pt x="17" y="38"/>
                  </a:cubicBezTo>
                  <a:cubicBezTo>
                    <a:pt x="17" y="37"/>
                    <a:pt x="17" y="37"/>
                    <a:pt x="17" y="37"/>
                  </a:cubicBezTo>
                  <a:cubicBezTo>
                    <a:pt x="17" y="36"/>
                    <a:pt x="17" y="36"/>
                    <a:pt x="17" y="36"/>
                  </a:cubicBezTo>
                  <a:cubicBezTo>
                    <a:pt x="17" y="35"/>
                    <a:pt x="17" y="35"/>
                    <a:pt x="17" y="35"/>
                  </a:cubicBezTo>
                  <a:cubicBezTo>
                    <a:pt x="16" y="34"/>
                    <a:pt x="16" y="34"/>
                    <a:pt x="16" y="34"/>
                  </a:cubicBezTo>
                  <a:cubicBezTo>
                    <a:pt x="14" y="36"/>
                    <a:pt x="14" y="36"/>
                    <a:pt x="14" y="36"/>
                  </a:cubicBezTo>
                  <a:cubicBezTo>
                    <a:pt x="12" y="37"/>
                    <a:pt x="12" y="37"/>
                    <a:pt x="12" y="37"/>
                  </a:cubicBezTo>
                  <a:cubicBezTo>
                    <a:pt x="12" y="39"/>
                    <a:pt x="12" y="39"/>
                    <a:pt x="12" y="39"/>
                  </a:cubicBezTo>
                  <a:cubicBezTo>
                    <a:pt x="12" y="40"/>
                    <a:pt x="12" y="41"/>
                    <a:pt x="13" y="42"/>
                  </a:cubicBezTo>
                  <a:moveTo>
                    <a:pt x="4" y="32"/>
                  </a:moveTo>
                  <a:cubicBezTo>
                    <a:pt x="5" y="32"/>
                    <a:pt x="5" y="32"/>
                    <a:pt x="5" y="32"/>
                  </a:cubicBezTo>
                  <a:cubicBezTo>
                    <a:pt x="7" y="32"/>
                    <a:pt x="7" y="32"/>
                    <a:pt x="7" y="32"/>
                  </a:cubicBezTo>
                  <a:cubicBezTo>
                    <a:pt x="8" y="33"/>
                    <a:pt x="8" y="35"/>
                    <a:pt x="8" y="36"/>
                  </a:cubicBezTo>
                  <a:cubicBezTo>
                    <a:pt x="8" y="37"/>
                    <a:pt x="8" y="37"/>
                    <a:pt x="8" y="37"/>
                  </a:cubicBezTo>
                  <a:cubicBezTo>
                    <a:pt x="9" y="38"/>
                    <a:pt x="9" y="38"/>
                    <a:pt x="9" y="38"/>
                  </a:cubicBezTo>
                  <a:cubicBezTo>
                    <a:pt x="11" y="39"/>
                    <a:pt x="11" y="39"/>
                    <a:pt x="11" y="39"/>
                  </a:cubicBezTo>
                  <a:cubicBezTo>
                    <a:pt x="11" y="39"/>
                    <a:pt x="11" y="39"/>
                    <a:pt x="11" y="39"/>
                  </a:cubicBezTo>
                  <a:cubicBezTo>
                    <a:pt x="12" y="37"/>
                    <a:pt x="12" y="37"/>
                    <a:pt x="12" y="37"/>
                  </a:cubicBezTo>
                  <a:cubicBezTo>
                    <a:pt x="11" y="37"/>
                    <a:pt x="11" y="37"/>
                    <a:pt x="11" y="37"/>
                  </a:cubicBezTo>
                  <a:cubicBezTo>
                    <a:pt x="11" y="37"/>
                    <a:pt x="11" y="37"/>
                    <a:pt x="11" y="37"/>
                  </a:cubicBezTo>
                  <a:cubicBezTo>
                    <a:pt x="10" y="37"/>
                    <a:pt x="10" y="37"/>
                    <a:pt x="10" y="37"/>
                  </a:cubicBezTo>
                  <a:cubicBezTo>
                    <a:pt x="10" y="37"/>
                    <a:pt x="10" y="37"/>
                    <a:pt x="10" y="37"/>
                  </a:cubicBezTo>
                  <a:cubicBezTo>
                    <a:pt x="10" y="36"/>
                    <a:pt x="10" y="36"/>
                    <a:pt x="10" y="36"/>
                  </a:cubicBezTo>
                  <a:cubicBezTo>
                    <a:pt x="12" y="34"/>
                    <a:pt x="12" y="34"/>
                    <a:pt x="12" y="34"/>
                  </a:cubicBezTo>
                  <a:cubicBezTo>
                    <a:pt x="12" y="34"/>
                    <a:pt x="12" y="34"/>
                    <a:pt x="12" y="34"/>
                  </a:cubicBezTo>
                  <a:cubicBezTo>
                    <a:pt x="11" y="31"/>
                    <a:pt x="11" y="31"/>
                    <a:pt x="11" y="31"/>
                  </a:cubicBezTo>
                  <a:cubicBezTo>
                    <a:pt x="11" y="31"/>
                    <a:pt x="10" y="30"/>
                    <a:pt x="10" y="29"/>
                  </a:cubicBezTo>
                  <a:cubicBezTo>
                    <a:pt x="10" y="28"/>
                    <a:pt x="10" y="27"/>
                    <a:pt x="10" y="26"/>
                  </a:cubicBezTo>
                  <a:cubicBezTo>
                    <a:pt x="9" y="27"/>
                    <a:pt x="8" y="28"/>
                    <a:pt x="8" y="29"/>
                  </a:cubicBezTo>
                  <a:cubicBezTo>
                    <a:pt x="8" y="29"/>
                    <a:pt x="8" y="29"/>
                    <a:pt x="8" y="29"/>
                  </a:cubicBezTo>
                  <a:cubicBezTo>
                    <a:pt x="8" y="30"/>
                    <a:pt x="8" y="30"/>
                    <a:pt x="8" y="30"/>
                  </a:cubicBezTo>
                  <a:cubicBezTo>
                    <a:pt x="8" y="29"/>
                    <a:pt x="8" y="29"/>
                    <a:pt x="8" y="29"/>
                  </a:cubicBezTo>
                  <a:cubicBezTo>
                    <a:pt x="7" y="28"/>
                    <a:pt x="7" y="28"/>
                    <a:pt x="7" y="28"/>
                  </a:cubicBezTo>
                  <a:cubicBezTo>
                    <a:pt x="7" y="30"/>
                    <a:pt x="7" y="30"/>
                    <a:pt x="7" y="30"/>
                  </a:cubicBezTo>
                  <a:cubicBezTo>
                    <a:pt x="7" y="30"/>
                    <a:pt x="7" y="30"/>
                    <a:pt x="7" y="30"/>
                  </a:cubicBezTo>
                  <a:cubicBezTo>
                    <a:pt x="7" y="31"/>
                    <a:pt x="7" y="31"/>
                    <a:pt x="7" y="31"/>
                  </a:cubicBezTo>
                  <a:cubicBezTo>
                    <a:pt x="6" y="31"/>
                    <a:pt x="6" y="31"/>
                    <a:pt x="6" y="31"/>
                  </a:cubicBezTo>
                  <a:cubicBezTo>
                    <a:pt x="5" y="30"/>
                    <a:pt x="5" y="30"/>
                    <a:pt x="5" y="30"/>
                  </a:cubicBezTo>
                  <a:cubicBezTo>
                    <a:pt x="5" y="30"/>
                    <a:pt x="5" y="31"/>
                    <a:pt x="4" y="32"/>
                  </a:cubicBezTo>
                  <a:moveTo>
                    <a:pt x="1" y="29"/>
                  </a:moveTo>
                  <a:cubicBezTo>
                    <a:pt x="1" y="29"/>
                    <a:pt x="1" y="29"/>
                    <a:pt x="1" y="29"/>
                  </a:cubicBezTo>
                  <a:cubicBezTo>
                    <a:pt x="1" y="29"/>
                    <a:pt x="1" y="29"/>
                    <a:pt x="1" y="29"/>
                  </a:cubicBezTo>
                  <a:cubicBezTo>
                    <a:pt x="2" y="28"/>
                    <a:pt x="2" y="28"/>
                    <a:pt x="2" y="28"/>
                  </a:cubicBezTo>
                  <a:cubicBezTo>
                    <a:pt x="1" y="28"/>
                    <a:pt x="1" y="28"/>
                    <a:pt x="1" y="28"/>
                  </a:cubicBezTo>
                  <a:cubicBezTo>
                    <a:pt x="1" y="28"/>
                    <a:pt x="1" y="28"/>
                    <a:pt x="1" y="28"/>
                  </a:cubicBezTo>
                  <a:lnTo>
                    <a:pt x="1" y="29"/>
                  </a:lnTo>
                  <a:close/>
                  <a:moveTo>
                    <a:pt x="1" y="15"/>
                  </a:moveTo>
                  <a:cubicBezTo>
                    <a:pt x="3" y="18"/>
                    <a:pt x="3" y="18"/>
                    <a:pt x="3" y="18"/>
                  </a:cubicBezTo>
                  <a:cubicBezTo>
                    <a:pt x="3" y="18"/>
                    <a:pt x="3" y="19"/>
                    <a:pt x="3" y="20"/>
                  </a:cubicBezTo>
                  <a:cubicBezTo>
                    <a:pt x="3" y="21"/>
                    <a:pt x="3" y="21"/>
                    <a:pt x="3" y="21"/>
                  </a:cubicBezTo>
                  <a:cubicBezTo>
                    <a:pt x="2" y="25"/>
                    <a:pt x="2" y="25"/>
                    <a:pt x="2" y="25"/>
                  </a:cubicBezTo>
                  <a:cubicBezTo>
                    <a:pt x="1" y="27"/>
                    <a:pt x="1" y="27"/>
                    <a:pt x="1" y="27"/>
                  </a:cubicBezTo>
                  <a:cubicBezTo>
                    <a:pt x="1" y="27"/>
                    <a:pt x="1" y="27"/>
                    <a:pt x="1" y="27"/>
                  </a:cubicBezTo>
                  <a:cubicBezTo>
                    <a:pt x="2" y="28"/>
                    <a:pt x="2" y="28"/>
                    <a:pt x="2" y="28"/>
                  </a:cubicBezTo>
                  <a:cubicBezTo>
                    <a:pt x="2" y="28"/>
                    <a:pt x="2" y="28"/>
                    <a:pt x="2" y="28"/>
                  </a:cubicBezTo>
                  <a:cubicBezTo>
                    <a:pt x="2" y="27"/>
                    <a:pt x="2" y="27"/>
                    <a:pt x="2" y="27"/>
                  </a:cubicBezTo>
                  <a:cubicBezTo>
                    <a:pt x="3" y="26"/>
                    <a:pt x="3" y="26"/>
                    <a:pt x="3" y="26"/>
                  </a:cubicBezTo>
                  <a:cubicBezTo>
                    <a:pt x="3" y="24"/>
                    <a:pt x="3" y="24"/>
                    <a:pt x="3" y="24"/>
                  </a:cubicBezTo>
                  <a:cubicBezTo>
                    <a:pt x="3" y="23"/>
                    <a:pt x="3" y="23"/>
                    <a:pt x="3" y="23"/>
                  </a:cubicBezTo>
                  <a:cubicBezTo>
                    <a:pt x="3" y="23"/>
                    <a:pt x="3" y="23"/>
                    <a:pt x="3" y="23"/>
                  </a:cubicBezTo>
                  <a:cubicBezTo>
                    <a:pt x="3" y="23"/>
                    <a:pt x="3" y="23"/>
                    <a:pt x="3" y="23"/>
                  </a:cubicBezTo>
                  <a:cubicBezTo>
                    <a:pt x="3" y="22"/>
                    <a:pt x="3" y="22"/>
                    <a:pt x="3" y="22"/>
                  </a:cubicBezTo>
                  <a:cubicBezTo>
                    <a:pt x="4" y="23"/>
                    <a:pt x="4" y="23"/>
                    <a:pt x="4" y="23"/>
                  </a:cubicBezTo>
                  <a:cubicBezTo>
                    <a:pt x="4" y="23"/>
                    <a:pt x="4" y="23"/>
                    <a:pt x="4" y="23"/>
                  </a:cubicBezTo>
                  <a:cubicBezTo>
                    <a:pt x="4" y="23"/>
                    <a:pt x="4" y="23"/>
                    <a:pt x="4" y="23"/>
                  </a:cubicBezTo>
                  <a:cubicBezTo>
                    <a:pt x="4" y="23"/>
                    <a:pt x="4" y="23"/>
                    <a:pt x="4" y="23"/>
                  </a:cubicBezTo>
                  <a:cubicBezTo>
                    <a:pt x="4" y="23"/>
                    <a:pt x="5" y="25"/>
                    <a:pt x="5" y="26"/>
                  </a:cubicBezTo>
                  <a:cubicBezTo>
                    <a:pt x="6" y="28"/>
                    <a:pt x="6" y="28"/>
                    <a:pt x="6" y="28"/>
                  </a:cubicBezTo>
                  <a:cubicBezTo>
                    <a:pt x="6" y="30"/>
                    <a:pt x="6" y="30"/>
                    <a:pt x="6" y="30"/>
                  </a:cubicBezTo>
                  <a:cubicBezTo>
                    <a:pt x="6" y="28"/>
                    <a:pt x="6" y="28"/>
                    <a:pt x="6" y="28"/>
                  </a:cubicBezTo>
                  <a:cubicBezTo>
                    <a:pt x="7" y="27"/>
                    <a:pt x="7" y="27"/>
                    <a:pt x="7" y="27"/>
                  </a:cubicBezTo>
                  <a:cubicBezTo>
                    <a:pt x="7" y="27"/>
                    <a:pt x="7" y="27"/>
                    <a:pt x="7" y="27"/>
                  </a:cubicBezTo>
                  <a:cubicBezTo>
                    <a:pt x="6" y="26"/>
                    <a:pt x="6" y="26"/>
                    <a:pt x="6" y="26"/>
                  </a:cubicBezTo>
                  <a:cubicBezTo>
                    <a:pt x="6" y="24"/>
                    <a:pt x="5" y="22"/>
                    <a:pt x="5" y="21"/>
                  </a:cubicBezTo>
                  <a:cubicBezTo>
                    <a:pt x="5" y="20"/>
                    <a:pt x="5" y="20"/>
                    <a:pt x="5" y="20"/>
                  </a:cubicBezTo>
                  <a:cubicBezTo>
                    <a:pt x="5" y="18"/>
                    <a:pt x="5" y="18"/>
                    <a:pt x="5" y="18"/>
                  </a:cubicBezTo>
                  <a:cubicBezTo>
                    <a:pt x="5" y="19"/>
                    <a:pt x="5" y="19"/>
                    <a:pt x="5" y="19"/>
                  </a:cubicBezTo>
                  <a:cubicBezTo>
                    <a:pt x="5" y="18"/>
                    <a:pt x="5" y="18"/>
                    <a:pt x="5" y="18"/>
                  </a:cubicBezTo>
                  <a:cubicBezTo>
                    <a:pt x="5" y="16"/>
                    <a:pt x="5" y="16"/>
                    <a:pt x="5" y="16"/>
                  </a:cubicBezTo>
                  <a:cubicBezTo>
                    <a:pt x="5" y="15"/>
                    <a:pt x="6" y="14"/>
                    <a:pt x="6" y="14"/>
                  </a:cubicBezTo>
                  <a:cubicBezTo>
                    <a:pt x="6" y="14"/>
                    <a:pt x="6" y="14"/>
                    <a:pt x="6" y="14"/>
                  </a:cubicBezTo>
                  <a:cubicBezTo>
                    <a:pt x="6" y="13"/>
                    <a:pt x="6" y="13"/>
                    <a:pt x="6" y="13"/>
                  </a:cubicBezTo>
                  <a:cubicBezTo>
                    <a:pt x="5" y="12"/>
                    <a:pt x="5" y="12"/>
                    <a:pt x="5" y="12"/>
                  </a:cubicBezTo>
                  <a:cubicBezTo>
                    <a:pt x="5" y="12"/>
                    <a:pt x="5" y="12"/>
                    <a:pt x="5" y="12"/>
                  </a:cubicBezTo>
                  <a:cubicBezTo>
                    <a:pt x="4" y="12"/>
                    <a:pt x="4" y="12"/>
                    <a:pt x="4" y="12"/>
                  </a:cubicBezTo>
                  <a:cubicBezTo>
                    <a:pt x="4" y="14"/>
                    <a:pt x="4" y="14"/>
                    <a:pt x="4" y="14"/>
                  </a:cubicBezTo>
                  <a:cubicBezTo>
                    <a:pt x="4" y="14"/>
                    <a:pt x="4" y="14"/>
                    <a:pt x="4" y="14"/>
                  </a:cubicBezTo>
                  <a:cubicBezTo>
                    <a:pt x="4" y="14"/>
                    <a:pt x="4" y="14"/>
                    <a:pt x="4" y="14"/>
                  </a:cubicBezTo>
                  <a:cubicBezTo>
                    <a:pt x="4" y="15"/>
                    <a:pt x="4" y="15"/>
                    <a:pt x="4" y="15"/>
                  </a:cubicBezTo>
                  <a:cubicBezTo>
                    <a:pt x="4" y="16"/>
                    <a:pt x="4" y="16"/>
                    <a:pt x="4" y="16"/>
                  </a:cubicBezTo>
                  <a:cubicBezTo>
                    <a:pt x="4" y="16"/>
                    <a:pt x="4" y="16"/>
                    <a:pt x="4" y="16"/>
                  </a:cubicBezTo>
                  <a:cubicBezTo>
                    <a:pt x="4" y="17"/>
                    <a:pt x="4" y="17"/>
                    <a:pt x="4" y="17"/>
                  </a:cubicBezTo>
                  <a:cubicBezTo>
                    <a:pt x="4" y="19"/>
                    <a:pt x="4" y="19"/>
                    <a:pt x="4" y="19"/>
                  </a:cubicBezTo>
                  <a:cubicBezTo>
                    <a:pt x="4" y="19"/>
                    <a:pt x="4" y="19"/>
                    <a:pt x="4" y="19"/>
                  </a:cubicBezTo>
                  <a:cubicBezTo>
                    <a:pt x="4" y="17"/>
                    <a:pt x="4" y="17"/>
                    <a:pt x="4" y="17"/>
                  </a:cubicBezTo>
                  <a:cubicBezTo>
                    <a:pt x="4" y="16"/>
                    <a:pt x="4" y="16"/>
                    <a:pt x="4" y="16"/>
                  </a:cubicBezTo>
                  <a:cubicBezTo>
                    <a:pt x="4" y="16"/>
                    <a:pt x="4" y="16"/>
                    <a:pt x="4" y="16"/>
                  </a:cubicBezTo>
                  <a:cubicBezTo>
                    <a:pt x="3" y="15"/>
                    <a:pt x="3" y="15"/>
                    <a:pt x="3" y="15"/>
                  </a:cubicBezTo>
                  <a:cubicBezTo>
                    <a:pt x="3" y="15"/>
                    <a:pt x="3" y="15"/>
                    <a:pt x="3" y="15"/>
                  </a:cubicBezTo>
                  <a:cubicBezTo>
                    <a:pt x="2" y="13"/>
                    <a:pt x="2" y="13"/>
                    <a:pt x="2" y="13"/>
                  </a:cubicBezTo>
                  <a:cubicBezTo>
                    <a:pt x="1" y="13"/>
                    <a:pt x="1" y="13"/>
                    <a:pt x="1" y="13"/>
                  </a:cubicBezTo>
                  <a:cubicBezTo>
                    <a:pt x="1" y="13"/>
                    <a:pt x="1" y="13"/>
                    <a:pt x="1" y="13"/>
                  </a:cubicBezTo>
                  <a:cubicBezTo>
                    <a:pt x="1" y="14"/>
                    <a:pt x="1" y="14"/>
                    <a:pt x="1" y="14"/>
                  </a:cubicBezTo>
                  <a:lnTo>
                    <a:pt x="1" y="15"/>
                  </a:lnTo>
                  <a:close/>
                  <a:moveTo>
                    <a:pt x="1" y="13"/>
                  </a:moveTo>
                  <a:cubicBezTo>
                    <a:pt x="1" y="13"/>
                    <a:pt x="1" y="13"/>
                    <a:pt x="1" y="13"/>
                  </a:cubicBezTo>
                  <a:cubicBezTo>
                    <a:pt x="2" y="13"/>
                    <a:pt x="2" y="13"/>
                    <a:pt x="2" y="13"/>
                  </a:cubicBezTo>
                  <a:cubicBezTo>
                    <a:pt x="1" y="12"/>
                    <a:pt x="1" y="12"/>
                    <a:pt x="1" y="12"/>
                  </a:cubicBezTo>
                  <a:cubicBezTo>
                    <a:pt x="0" y="12"/>
                    <a:pt x="0" y="12"/>
                    <a:pt x="0" y="12"/>
                  </a:cubicBezTo>
                  <a:lnTo>
                    <a:pt x="1" y="13"/>
                  </a:lnTo>
                  <a:close/>
                  <a:moveTo>
                    <a:pt x="37" y="78"/>
                  </a:moveTo>
                  <a:cubicBezTo>
                    <a:pt x="38" y="79"/>
                    <a:pt x="38" y="79"/>
                    <a:pt x="38" y="79"/>
                  </a:cubicBezTo>
                  <a:cubicBezTo>
                    <a:pt x="38" y="80"/>
                    <a:pt x="38" y="80"/>
                    <a:pt x="38" y="80"/>
                  </a:cubicBezTo>
                  <a:cubicBezTo>
                    <a:pt x="38" y="81"/>
                    <a:pt x="38" y="81"/>
                    <a:pt x="38" y="81"/>
                  </a:cubicBezTo>
                  <a:cubicBezTo>
                    <a:pt x="38" y="81"/>
                    <a:pt x="38" y="81"/>
                    <a:pt x="38" y="81"/>
                  </a:cubicBezTo>
                  <a:cubicBezTo>
                    <a:pt x="38" y="80"/>
                    <a:pt x="38" y="80"/>
                    <a:pt x="38" y="80"/>
                  </a:cubicBezTo>
                  <a:cubicBezTo>
                    <a:pt x="37" y="80"/>
                    <a:pt x="37" y="80"/>
                    <a:pt x="37" y="80"/>
                  </a:cubicBezTo>
                  <a:cubicBezTo>
                    <a:pt x="37" y="78"/>
                    <a:pt x="37" y="78"/>
                    <a:pt x="37" y="78"/>
                  </a:cubicBezTo>
                  <a:close/>
                  <a:moveTo>
                    <a:pt x="23" y="52"/>
                  </a:moveTo>
                  <a:cubicBezTo>
                    <a:pt x="23" y="52"/>
                    <a:pt x="24" y="53"/>
                    <a:pt x="26" y="54"/>
                  </a:cubicBezTo>
                  <a:cubicBezTo>
                    <a:pt x="28" y="55"/>
                    <a:pt x="29" y="55"/>
                    <a:pt x="29" y="56"/>
                  </a:cubicBezTo>
                  <a:cubicBezTo>
                    <a:pt x="29" y="57"/>
                    <a:pt x="29" y="57"/>
                    <a:pt x="29" y="57"/>
                  </a:cubicBezTo>
                  <a:cubicBezTo>
                    <a:pt x="29" y="57"/>
                    <a:pt x="29" y="57"/>
                    <a:pt x="29" y="57"/>
                  </a:cubicBezTo>
                  <a:cubicBezTo>
                    <a:pt x="28" y="56"/>
                    <a:pt x="28" y="56"/>
                    <a:pt x="28" y="56"/>
                  </a:cubicBezTo>
                  <a:cubicBezTo>
                    <a:pt x="28" y="55"/>
                    <a:pt x="28" y="55"/>
                    <a:pt x="26" y="54"/>
                  </a:cubicBezTo>
                  <a:cubicBezTo>
                    <a:pt x="24" y="54"/>
                    <a:pt x="22" y="52"/>
                    <a:pt x="22" y="52"/>
                  </a:cubicBezTo>
                  <a:lnTo>
                    <a:pt x="23" y="52"/>
                  </a:lnTo>
                  <a:close/>
                  <a:moveTo>
                    <a:pt x="41" y="82"/>
                  </a:moveTo>
                  <a:cubicBezTo>
                    <a:pt x="41" y="83"/>
                    <a:pt x="41" y="83"/>
                    <a:pt x="41" y="83"/>
                  </a:cubicBezTo>
                  <a:cubicBezTo>
                    <a:pt x="41" y="83"/>
                    <a:pt x="41" y="83"/>
                    <a:pt x="41" y="83"/>
                  </a:cubicBezTo>
                  <a:cubicBezTo>
                    <a:pt x="41" y="83"/>
                    <a:pt x="41" y="83"/>
                    <a:pt x="41" y="83"/>
                  </a:cubicBezTo>
                  <a:cubicBezTo>
                    <a:pt x="40" y="84"/>
                    <a:pt x="40" y="84"/>
                    <a:pt x="40" y="84"/>
                  </a:cubicBezTo>
                  <a:cubicBezTo>
                    <a:pt x="40" y="85"/>
                    <a:pt x="40" y="85"/>
                    <a:pt x="40" y="85"/>
                  </a:cubicBezTo>
                  <a:cubicBezTo>
                    <a:pt x="40" y="85"/>
                    <a:pt x="40" y="86"/>
                    <a:pt x="40" y="86"/>
                  </a:cubicBezTo>
                  <a:cubicBezTo>
                    <a:pt x="41" y="88"/>
                    <a:pt x="41" y="88"/>
                    <a:pt x="41" y="88"/>
                  </a:cubicBezTo>
                  <a:cubicBezTo>
                    <a:pt x="42" y="89"/>
                    <a:pt x="42" y="89"/>
                    <a:pt x="42" y="89"/>
                  </a:cubicBezTo>
                  <a:cubicBezTo>
                    <a:pt x="42" y="90"/>
                    <a:pt x="41" y="91"/>
                    <a:pt x="41" y="92"/>
                  </a:cubicBezTo>
                  <a:cubicBezTo>
                    <a:pt x="42" y="95"/>
                    <a:pt x="42" y="95"/>
                    <a:pt x="42" y="95"/>
                  </a:cubicBezTo>
                  <a:cubicBezTo>
                    <a:pt x="41" y="95"/>
                    <a:pt x="41" y="95"/>
                    <a:pt x="41" y="95"/>
                  </a:cubicBezTo>
                  <a:cubicBezTo>
                    <a:pt x="41" y="96"/>
                    <a:pt x="41" y="96"/>
                    <a:pt x="41" y="96"/>
                  </a:cubicBezTo>
                  <a:cubicBezTo>
                    <a:pt x="40" y="96"/>
                    <a:pt x="40" y="96"/>
                    <a:pt x="40" y="96"/>
                  </a:cubicBezTo>
                  <a:cubicBezTo>
                    <a:pt x="41" y="95"/>
                    <a:pt x="41" y="95"/>
                    <a:pt x="41" y="95"/>
                  </a:cubicBezTo>
                  <a:cubicBezTo>
                    <a:pt x="41" y="95"/>
                    <a:pt x="41" y="95"/>
                    <a:pt x="41" y="95"/>
                  </a:cubicBezTo>
                  <a:cubicBezTo>
                    <a:pt x="41" y="92"/>
                    <a:pt x="41" y="92"/>
                    <a:pt x="41" y="92"/>
                  </a:cubicBezTo>
                  <a:cubicBezTo>
                    <a:pt x="41" y="91"/>
                    <a:pt x="41" y="90"/>
                    <a:pt x="41" y="89"/>
                  </a:cubicBezTo>
                  <a:cubicBezTo>
                    <a:pt x="41" y="89"/>
                    <a:pt x="41" y="89"/>
                    <a:pt x="41" y="89"/>
                  </a:cubicBezTo>
                  <a:cubicBezTo>
                    <a:pt x="40" y="87"/>
                    <a:pt x="40" y="87"/>
                    <a:pt x="40" y="87"/>
                  </a:cubicBezTo>
                  <a:cubicBezTo>
                    <a:pt x="39" y="85"/>
                    <a:pt x="39" y="85"/>
                    <a:pt x="39" y="85"/>
                  </a:cubicBezTo>
                  <a:cubicBezTo>
                    <a:pt x="39" y="84"/>
                    <a:pt x="39" y="84"/>
                    <a:pt x="39" y="84"/>
                  </a:cubicBezTo>
                  <a:cubicBezTo>
                    <a:pt x="39" y="83"/>
                    <a:pt x="40" y="83"/>
                    <a:pt x="40" y="82"/>
                  </a:cubicBezTo>
                  <a:lnTo>
                    <a:pt x="41" y="82"/>
                  </a:lnTo>
                  <a:close/>
                  <a:moveTo>
                    <a:pt x="28" y="34"/>
                  </a:moveTo>
                  <a:cubicBezTo>
                    <a:pt x="29" y="34"/>
                    <a:pt x="29" y="34"/>
                    <a:pt x="29" y="34"/>
                  </a:cubicBezTo>
                  <a:cubicBezTo>
                    <a:pt x="30" y="34"/>
                    <a:pt x="30" y="34"/>
                    <a:pt x="30" y="34"/>
                  </a:cubicBezTo>
                  <a:cubicBezTo>
                    <a:pt x="30" y="34"/>
                    <a:pt x="30" y="34"/>
                    <a:pt x="30" y="34"/>
                  </a:cubicBezTo>
                  <a:cubicBezTo>
                    <a:pt x="30" y="33"/>
                    <a:pt x="30" y="33"/>
                    <a:pt x="30" y="33"/>
                  </a:cubicBezTo>
                  <a:cubicBezTo>
                    <a:pt x="31" y="32"/>
                    <a:pt x="31" y="32"/>
                    <a:pt x="33" y="32"/>
                  </a:cubicBezTo>
                  <a:cubicBezTo>
                    <a:pt x="34" y="31"/>
                    <a:pt x="34" y="31"/>
                    <a:pt x="34" y="30"/>
                  </a:cubicBezTo>
                  <a:cubicBezTo>
                    <a:pt x="34" y="30"/>
                    <a:pt x="34" y="30"/>
                    <a:pt x="34" y="30"/>
                  </a:cubicBezTo>
                  <a:cubicBezTo>
                    <a:pt x="33" y="29"/>
                    <a:pt x="33" y="29"/>
                    <a:pt x="33" y="29"/>
                  </a:cubicBezTo>
                  <a:cubicBezTo>
                    <a:pt x="33" y="29"/>
                    <a:pt x="33" y="29"/>
                    <a:pt x="33" y="29"/>
                  </a:cubicBezTo>
                  <a:cubicBezTo>
                    <a:pt x="34" y="27"/>
                    <a:pt x="34" y="27"/>
                    <a:pt x="34" y="27"/>
                  </a:cubicBezTo>
                  <a:cubicBezTo>
                    <a:pt x="34" y="25"/>
                    <a:pt x="34" y="25"/>
                    <a:pt x="34" y="25"/>
                  </a:cubicBezTo>
                  <a:cubicBezTo>
                    <a:pt x="34" y="26"/>
                    <a:pt x="34" y="26"/>
                    <a:pt x="34" y="26"/>
                  </a:cubicBezTo>
                  <a:cubicBezTo>
                    <a:pt x="33" y="26"/>
                    <a:pt x="33" y="26"/>
                    <a:pt x="33" y="26"/>
                  </a:cubicBezTo>
                  <a:cubicBezTo>
                    <a:pt x="32" y="25"/>
                    <a:pt x="32" y="25"/>
                    <a:pt x="32" y="25"/>
                  </a:cubicBezTo>
                  <a:cubicBezTo>
                    <a:pt x="32" y="25"/>
                    <a:pt x="32" y="25"/>
                    <a:pt x="32" y="25"/>
                  </a:cubicBezTo>
                  <a:cubicBezTo>
                    <a:pt x="33" y="23"/>
                    <a:pt x="33" y="23"/>
                    <a:pt x="33" y="23"/>
                  </a:cubicBezTo>
                  <a:cubicBezTo>
                    <a:pt x="34" y="22"/>
                    <a:pt x="34" y="22"/>
                    <a:pt x="34" y="22"/>
                  </a:cubicBezTo>
                  <a:cubicBezTo>
                    <a:pt x="35" y="22"/>
                    <a:pt x="35" y="22"/>
                    <a:pt x="35" y="22"/>
                  </a:cubicBezTo>
                  <a:cubicBezTo>
                    <a:pt x="34" y="23"/>
                    <a:pt x="34" y="23"/>
                    <a:pt x="34" y="23"/>
                  </a:cubicBezTo>
                  <a:cubicBezTo>
                    <a:pt x="33" y="23"/>
                    <a:pt x="33" y="23"/>
                    <a:pt x="33" y="23"/>
                  </a:cubicBezTo>
                  <a:cubicBezTo>
                    <a:pt x="33" y="25"/>
                    <a:pt x="33" y="25"/>
                    <a:pt x="33" y="25"/>
                  </a:cubicBezTo>
                  <a:cubicBezTo>
                    <a:pt x="33" y="25"/>
                    <a:pt x="33" y="25"/>
                    <a:pt x="33" y="25"/>
                  </a:cubicBezTo>
                  <a:cubicBezTo>
                    <a:pt x="33" y="25"/>
                    <a:pt x="33" y="25"/>
                    <a:pt x="33" y="25"/>
                  </a:cubicBezTo>
                  <a:cubicBezTo>
                    <a:pt x="33" y="25"/>
                    <a:pt x="33" y="25"/>
                    <a:pt x="33" y="25"/>
                  </a:cubicBezTo>
                  <a:cubicBezTo>
                    <a:pt x="34" y="25"/>
                    <a:pt x="34" y="25"/>
                    <a:pt x="34" y="25"/>
                  </a:cubicBezTo>
                  <a:cubicBezTo>
                    <a:pt x="35" y="24"/>
                    <a:pt x="35" y="24"/>
                    <a:pt x="35" y="24"/>
                  </a:cubicBezTo>
                  <a:cubicBezTo>
                    <a:pt x="35" y="25"/>
                    <a:pt x="35" y="25"/>
                    <a:pt x="35" y="25"/>
                  </a:cubicBezTo>
                  <a:cubicBezTo>
                    <a:pt x="35" y="27"/>
                    <a:pt x="35" y="27"/>
                    <a:pt x="35" y="27"/>
                  </a:cubicBezTo>
                  <a:cubicBezTo>
                    <a:pt x="34" y="29"/>
                    <a:pt x="34" y="29"/>
                    <a:pt x="34" y="29"/>
                  </a:cubicBezTo>
                  <a:cubicBezTo>
                    <a:pt x="34" y="29"/>
                    <a:pt x="34" y="29"/>
                    <a:pt x="34" y="29"/>
                  </a:cubicBezTo>
                  <a:cubicBezTo>
                    <a:pt x="34" y="30"/>
                    <a:pt x="34" y="30"/>
                    <a:pt x="34" y="30"/>
                  </a:cubicBezTo>
                  <a:cubicBezTo>
                    <a:pt x="34" y="31"/>
                    <a:pt x="34" y="31"/>
                    <a:pt x="34" y="31"/>
                  </a:cubicBezTo>
                  <a:cubicBezTo>
                    <a:pt x="34" y="31"/>
                    <a:pt x="34" y="32"/>
                    <a:pt x="33" y="32"/>
                  </a:cubicBezTo>
                  <a:cubicBezTo>
                    <a:pt x="31" y="33"/>
                    <a:pt x="31" y="33"/>
                    <a:pt x="31" y="33"/>
                  </a:cubicBezTo>
                  <a:cubicBezTo>
                    <a:pt x="31" y="34"/>
                    <a:pt x="31" y="34"/>
                    <a:pt x="31" y="34"/>
                  </a:cubicBezTo>
                  <a:cubicBezTo>
                    <a:pt x="30" y="35"/>
                    <a:pt x="30" y="35"/>
                    <a:pt x="30" y="35"/>
                  </a:cubicBezTo>
                  <a:cubicBezTo>
                    <a:pt x="29" y="34"/>
                    <a:pt x="29" y="34"/>
                    <a:pt x="29" y="34"/>
                  </a:cubicBezTo>
                  <a:cubicBezTo>
                    <a:pt x="28" y="34"/>
                    <a:pt x="28" y="34"/>
                    <a:pt x="28" y="34"/>
                  </a:cubicBezTo>
                  <a:cubicBezTo>
                    <a:pt x="27" y="35"/>
                    <a:pt x="26" y="36"/>
                    <a:pt x="26" y="37"/>
                  </a:cubicBezTo>
                  <a:cubicBezTo>
                    <a:pt x="26" y="37"/>
                    <a:pt x="26" y="37"/>
                    <a:pt x="26" y="37"/>
                  </a:cubicBezTo>
                  <a:cubicBezTo>
                    <a:pt x="26" y="37"/>
                    <a:pt x="26" y="37"/>
                    <a:pt x="26" y="37"/>
                  </a:cubicBezTo>
                  <a:cubicBezTo>
                    <a:pt x="26" y="37"/>
                    <a:pt x="26" y="37"/>
                    <a:pt x="26" y="37"/>
                  </a:cubicBezTo>
                  <a:cubicBezTo>
                    <a:pt x="26" y="36"/>
                    <a:pt x="27" y="34"/>
                    <a:pt x="28" y="34"/>
                  </a:cubicBezTo>
                  <a:moveTo>
                    <a:pt x="23" y="23"/>
                  </a:moveTo>
                  <a:cubicBezTo>
                    <a:pt x="23" y="20"/>
                    <a:pt x="23" y="20"/>
                    <a:pt x="23" y="20"/>
                  </a:cubicBezTo>
                  <a:cubicBezTo>
                    <a:pt x="22" y="19"/>
                    <a:pt x="22" y="19"/>
                    <a:pt x="22" y="19"/>
                  </a:cubicBezTo>
                  <a:cubicBezTo>
                    <a:pt x="22" y="19"/>
                    <a:pt x="22" y="19"/>
                    <a:pt x="22" y="19"/>
                  </a:cubicBezTo>
                  <a:cubicBezTo>
                    <a:pt x="23" y="20"/>
                    <a:pt x="23" y="20"/>
                    <a:pt x="23" y="20"/>
                  </a:cubicBezTo>
                  <a:cubicBezTo>
                    <a:pt x="23" y="20"/>
                    <a:pt x="23" y="20"/>
                    <a:pt x="23" y="20"/>
                  </a:cubicBezTo>
                  <a:cubicBezTo>
                    <a:pt x="23" y="20"/>
                    <a:pt x="23" y="20"/>
                    <a:pt x="23" y="20"/>
                  </a:cubicBezTo>
                  <a:cubicBezTo>
                    <a:pt x="23" y="22"/>
                    <a:pt x="23" y="22"/>
                    <a:pt x="23" y="22"/>
                  </a:cubicBezTo>
                  <a:lnTo>
                    <a:pt x="23" y="23"/>
                  </a:lnTo>
                  <a:close/>
                  <a:moveTo>
                    <a:pt x="26" y="73"/>
                  </a:moveTo>
                  <a:cubicBezTo>
                    <a:pt x="26" y="73"/>
                    <a:pt x="26" y="73"/>
                    <a:pt x="26" y="73"/>
                  </a:cubicBezTo>
                  <a:cubicBezTo>
                    <a:pt x="26" y="74"/>
                    <a:pt x="26" y="74"/>
                    <a:pt x="26" y="74"/>
                  </a:cubicBezTo>
                  <a:cubicBezTo>
                    <a:pt x="26" y="74"/>
                    <a:pt x="26" y="74"/>
                    <a:pt x="26" y="74"/>
                  </a:cubicBezTo>
                  <a:cubicBezTo>
                    <a:pt x="26" y="74"/>
                    <a:pt x="26" y="74"/>
                    <a:pt x="26" y="74"/>
                  </a:cubicBezTo>
                  <a:cubicBezTo>
                    <a:pt x="25" y="74"/>
                    <a:pt x="25" y="74"/>
                    <a:pt x="25" y="74"/>
                  </a:cubicBezTo>
                  <a:cubicBezTo>
                    <a:pt x="25" y="74"/>
                    <a:pt x="25" y="74"/>
                    <a:pt x="25" y="74"/>
                  </a:cubicBezTo>
                  <a:cubicBezTo>
                    <a:pt x="24" y="75"/>
                    <a:pt x="24" y="75"/>
                    <a:pt x="24" y="75"/>
                  </a:cubicBezTo>
                  <a:cubicBezTo>
                    <a:pt x="23" y="75"/>
                    <a:pt x="23" y="77"/>
                    <a:pt x="22" y="78"/>
                  </a:cubicBezTo>
                  <a:cubicBezTo>
                    <a:pt x="21" y="78"/>
                    <a:pt x="21" y="79"/>
                    <a:pt x="20" y="79"/>
                  </a:cubicBezTo>
                  <a:cubicBezTo>
                    <a:pt x="20" y="79"/>
                    <a:pt x="20" y="79"/>
                    <a:pt x="20" y="79"/>
                  </a:cubicBezTo>
                  <a:cubicBezTo>
                    <a:pt x="20" y="79"/>
                    <a:pt x="20" y="79"/>
                    <a:pt x="20" y="79"/>
                  </a:cubicBezTo>
                  <a:cubicBezTo>
                    <a:pt x="20" y="78"/>
                    <a:pt x="20" y="78"/>
                    <a:pt x="20" y="78"/>
                  </a:cubicBezTo>
                  <a:cubicBezTo>
                    <a:pt x="21" y="77"/>
                    <a:pt x="21" y="77"/>
                    <a:pt x="21" y="77"/>
                  </a:cubicBezTo>
                  <a:cubicBezTo>
                    <a:pt x="24" y="74"/>
                    <a:pt x="24" y="74"/>
                    <a:pt x="24" y="74"/>
                  </a:cubicBezTo>
                  <a:cubicBezTo>
                    <a:pt x="24" y="74"/>
                    <a:pt x="24" y="74"/>
                    <a:pt x="24" y="74"/>
                  </a:cubicBezTo>
                  <a:cubicBezTo>
                    <a:pt x="25" y="73"/>
                    <a:pt x="25" y="73"/>
                    <a:pt x="25" y="73"/>
                  </a:cubicBezTo>
                  <a:cubicBezTo>
                    <a:pt x="24" y="72"/>
                    <a:pt x="24" y="72"/>
                    <a:pt x="24" y="72"/>
                  </a:cubicBezTo>
                  <a:cubicBezTo>
                    <a:pt x="24" y="72"/>
                    <a:pt x="24" y="72"/>
                    <a:pt x="24" y="72"/>
                  </a:cubicBezTo>
                  <a:cubicBezTo>
                    <a:pt x="24" y="72"/>
                    <a:pt x="25" y="72"/>
                    <a:pt x="26"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5" name="Freeform 34">
              <a:extLst>
                <a:ext uri="{FF2B5EF4-FFF2-40B4-BE49-F238E27FC236}">
                  <a16:creationId xmlns:a16="http://schemas.microsoft.com/office/drawing/2014/main" id="{7F685A3D-EA88-4C00-9579-D0BF09CE6276}"/>
                </a:ext>
              </a:extLst>
            </p:cNvPr>
            <p:cNvSpPr>
              <a:spLocks noEditPoints="1"/>
            </p:cNvSpPr>
            <p:nvPr/>
          </p:nvSpPr>
          <p:spPr bwMode="auto">
            <a:xfrm>
              <a:off x="6108700" y="2516188"/>
              <a:ext cx="288925" cy="365125"/>
            </a:xfrm>
            <a:custGeom>
              <a:avLst/>
              <a:gdLst>
                <a:gd name="T0" fmla="*/ 127 w 133"/>
                <a:gd name="T1" fmla="*/ 60 h 169"/>
                <a:gd name="T2" fmla="*/ 60 w 133"/>
                <a:gd name="T3" fmla="*/ 165 h 169"/>
                <a:gd name="T4" fmla="*/ 79 w 133"/>
                <a:gd name="T5" fmla="*/ 158 h 169"/>
                <a:gd name="T6" fmla="*/ 60 w 133"/>
                <a:gd name="T7" fmla="*/ 157 h 169"/>
                <a:gd name="T8" fmla="*/ 79 w 133"/>
                <a:gd name="T9" fmla="*/ 154 h 169"/>
                <a:gd name="T10" fmla="*/ 42 w 133"/>
                <a:gd name="T11" fmla="*/ 151 h 169"/>
                <a:gd name="T12" fmla="*/ 66 w 133"/>
                <a:gd name="T13" fmla="*/ 164 h 169"/>
                <a:gd name="T14" fmla="*/ 123 w 133"/>
                <a:gd name="T15" fmla="*/ 35 h 169"/>
                <a:gd name="T16" fmla="*/ 86 w 133"/>
                <a:gd name="T17" fmla="*/ 152 h 169"/>
                <a:gd name="T18" fmla="*/ 53 w 133"/>
                <a:gd name="T19" fmla="*/ 150 h 169"/>
                <a:gd name="T20" fmla="*/ 85 w 133"/>
                <a:gd name="T21" fmla="*/ 153 h 169"/>
                <a:gd name="T22" fmla="*/ 39 w 133"/>
                <a:gd name="T23" fmla="*/ 62 h 169"/>
                <a:gd name="T24" fmla="*/ 29 w 133"/>
                <a:gd name="T25" fmla="*/ 53 h 169"/>
                <a:gd name="T26" fmla="*/ 32 w 133"/>
                <a:gd name="T27" fmla="*/ 78 h 169"/>
                <a:gd name="T28" fmla="*/ 27 w 133"/>
                <a:gd name="T29" fmla="*/ 79 h 169"/>
                <a:gd name="T30" fmla="*/ 18 w 133"/>
                <a:gd name="T31" fmla="*/ 72 h 169"/>
                <a:gd name="T32" fmla="*/ 17 w 133"/>
                <a:gd name="T33" fmla="*/ 96 h 169"/>
                <a:gd name="T34" fmla="*/ 7 w 133"/>
                <a:gd name="T35" fmla="*/ 83 h 169"/>
                <a:gd name="T36" fmla="*/ 7 w 133"/>
                <a:gd name="T37" fmla="*/ 71 h 169"/>
                <a:gd name="T38" fmla="*/ 6 w 133"/>
                <a:gd name="T39" fmla="*/ 37 h 169"/>
                <a:gd name="T40" fmla="*/ 8 w 133"/>
                <a:gd name="T41" fmla="*/ 35 h 169"/>
                <a:gd name="T42" fmla="*/ 10 w 133"/>
                <a:gd name="T43" fmla="*/ 11 h 169"/>
                <a:gd name="T44" fmla="*/ 21 w 133"/>
                <a:gd name="T45" fmla="*/ 14 h 169"/>
                <a:gd name="T46" fmla="*/ 33 w 133"/>
                <a:gd name="T47" fmla="*/ 16 h 169"/>
                <a:gd name="T48" fmla="*/ 30 w 133"/>
                <a:gd name="T49" fmla="*/ 23 h 169"/>
                <a:gd name="T50" fmla="*/ 41 w 133"/>
                <a:gd name="T51" fmla="*/ 30 h 169"/>
                <a:gd name="T52" fmla="*/ 44 w 133"/>
                <a:gd name="T53" fmla="*/ 12 h 169"/>
                <a:gd name="T54" fmla="*/ 46 w 133"/>
                <a:gd name="T55" fmla="*/ 16 h 169"/>
                <a:gd name="T56" fmla="*/ 47 w 133"/>
                <a:gd name="T57" fmla="*/ 22 h 169"/>
                <a:gd name="T58" fmla="*/ 47 w 133"/>
                <a:gd name="T59" fmla="*/ 27 h 169"/>
                <a:gd name="T60" fmla="*/ 37 w 133"/>
                <a:gd name="T61" fmla="*/ 43 h 169"/>
                <a:gd name="T62" fmla="*/ 40 w 133"/>
                <a:gd name="T63" fmla="*/ 50 h 169"/>
                <a:gd name="T64" fmla="*/ 0 w 133"/>
                <a:gd name="T65" fmla="*/ 82 h 169"/>
                <a:gd name="T66" fmla="*/ 12 w 133"/>
                <a:gd name="T67" fmla="*/ 45 h 169"/>
                <a:gd name="T68" fmla="*/ 12 w 133"/>
                <a:gd name="T69" fmla="*/ 44 h 169"/>
                <a:gd name="T70" fmla="*/ 44 w 133"/>
                <a:gd name="T71" fmla="*/ 50 h 169"/>
                <a:gd name="T72" fmla="*/ 40 w 133"/>
                <a:gd name="T73" fmla="*/ 62 h 169"/>
                <a:gd name="T74" fmla="*/ 132 w 133"/>
                <a:gd name="T75" fmla="*/ 0 h 169"/>
                <a:gd name="T76" fmla="*/ 124 w 133"/>
                <a:gd name="T77" fmla="*/ 38 h 169"/>
                <a:gd name="T78" fmla="*/ 125 w 133"/>
                <a:gd name="T79" fmla="*/ 72 h 169"/>
                <a:gd name="T80" fmla="*/ 125 w 133"/>
                <a:gd name="T81" fmla="*/ 89 h 169"/>
                <a:gd name="T82" fmla="*/ 121 w 133"/>
                <a:gd name="T83" fmla="*/ 97 h 169"/>
                <a:gd name="T84" fmla="*/ 111 w 133"/>
                <a:gd name="T85" fmla="*/ 69 h 169"/>
                <a:gd name="T86" fmla="*/ 103 w 133"/>
                <a:gd name="T87" fmla="*/ 82 h 169"/>
                <a:gd name="T88" fmla="*/ 102 w 133"/>
                <a:gd name="T89" fmla="*/ 78 h 169"/>
                <a:gd name="T90" fmla="*/ 99 w 133"/>
                <a:gd name="T91" fmla="*/ 57 h 169"/>
                <a:gd name="T92" fmla="*/ 92 w 133"/>
                <a:gd name="T93" fmla="*/ 63 h 169"/>
                <a:gd name="T94" fmla="*/ 88 w 133"/>
                <a:gd name="T95" fmla="*/ 47 h 169"/>
                <a:gd name="T96" fmla="*/ 91 w 133"/>
                <a:gd name="T97" fmla="*/ 53 h 169"/>
                <a:gd name="T98" fmla="*/ 92 w 133"/>
                <a:gd name="T99" fmla="*/ 39 h 169"/>
                <a:gd name="T100" fmla="*/ 85 w 133"/>
                <a:gd name="T101" fmla="*/ 29 h 169"/>
                <a:gd name="T102" fmla="*/ 84 w 133"/>
                <a:gd name="T103" fmla="*/ 16 h 169"/>
                <a:gd name="T104" fmla="*/ 87 w 133"/>
                <a:gd name="T105" fmla="*/ 13 h 169"/>
                <a:gd name="T106" fmla="*/ 90 w 133"/>
                <a:gd name="T107" fmla="*/ 14 h 169"/>
                <a:gd name="T108" fmla="*/ 93 w 133"/>
                <a:gd name="T109" fmla="*/ 30 h 169"/>
                <a:gd name="T110" fmla="*/ 97 w 133"/>
                <a:gd name="T111" fmla="*/ 23 h 169"/>
                <a:gd name="T112" fmla="*/ 107 w 133"/>
                <a:gd name="T113" fmla="*/ 14 h 169"/>
                <a:gd name="T114" fmla="*/ 113 w 133"/>
                <a:gd name="T115" fmla="*/ 22 h 169"/>
                <a:gd name="T116" fmla="*/ 129 w 133"/>
                <a:gd name="T117" fmla="*/ 3 h 169"/>
                <a:gd name="T118" fmla="*/ 130 w 133"/>
                <a:gd name="T119" fmla="*/ 44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3" h="169">
                  <a:moveTo>
                    <a:pt x="120" y="44"/>
                  </a:moveTo>
                  <a:cubicBezTo>
                    <a:pt x="118" y="44"/>
                    <a:pt x="117" y="43"/>
                    <a:pt x="117" y="43"/>
                  </a:cubicBezTo>
                  <a:cubicBezTo>
                    <a:pt x="117" y="45"/>
                    <a:pt x="117" y="47"/>
                    <a:pt x="117" y="47"/>
                  </a:cubicBezTo>
                  <a:cubicBezTo>
                    <a:pt x="116" y="47"/>
                    <a:pt x="116" y="47"/>
                    <a:pt x="115" y="47"/>
                  </a:cubicBezTo>
                  <a:cubicBezTo>
                    <a:pt x="115" y="48"/>
                    <a:pt x="115" y="48"/>
                    <a:pt x="115" y="48"/>
                  </a:cubicBezTo>
                  <a:cubicBezTo>
                    <a:pt x="115" y="49"/>
                    <a:pt x="115" y="50"/>
                    <a:pt x="116" y="51"/>
                  </a:cubicBezTo>
                  <a:cubicBezTo>
                    <a:pt x="116" y="53"/>
                    <a:pt x="119" y="55"/>
                    <a:pt x="121" y="56"/>
                  </a:cubicBezTo>
                  <a:cubicBezTo>
                    <a:pt x="122" y="58"/>
                    <a:pt x="123" y="59"/>
                    <a:pt x="123" y="61"/>
                  </a:cubicBezTo>
                  <a:cubicBezTo>
                    <a:pt x="124" y="62"/>
                    <a:pt x="123" y="63"/>
                    <a:pt x="125" y="63"/>
                  </a:cubicBezTo>
                  <a:cubicBezTo>
                    <a:pt x="127" y="62"/>
                    <a:pt x="127" y="60"/>
                    <a:pt x="127" y="60"/>
                  </a:cubicBezTo>
                  <a:cubicBezTo>
                    <a:pt x="128" y="54"/>
                    <a:pt x="122" y="53"/>
                    <a:pt x="120" y="45"/>
                  </a:cubicBezTo>
                  <a:lnTo>
                    <a:pt x="120" y="44"/>
                  </a:lnTo>
                  <a:close/>
                  <a:moveTo>
                    <a:pt x="112" y="26"/>
                  </a:moveTo>
                  <a:cubicBezTo>
                    <a:pt x="113" y="24"/>
                    <a:pt x="113" y="24"/>
                    <a:pt x="113" y="24"/>
                  </a:cubicBezTo>
                  <a:lnTo>
                    <a:pt x="112" y="26"/>
                  </a:lnTo>
                  <a:close/>
                  <a:moveTo>
                    <a:pt x="67" y="169"/>
                  </a:moveTo>
                  <a:cubicBezTo>
                    <a:pt x="67" y="169"/>
                    <a:pt x="72" y="167"/>
                    <a:pt x="79" y="163"/>
                  </a:cubicBezTo>
                  <a:cubicBezTo>
                    <a:pt x="76" y="163"/>
                    <a:pt x="76" y="165"/>
                    <a:pt x="73" y="165"/>
                  </a:cubicBezTo>
                  <a:cubicBezTo>
                    <a:pt x="70" y="165"/>
                    <a:pt x="69" y="163"/>
                    <a:pt x="66" y="163"/>
                  </a:cubicBezTo>
                  <a:cubicBezTo>
                    <a:pt x="62" y="163"/>
                    <a:pt x="62" y="165"/>
                    <a:pt x="60" y="165"/>
                  </a:cubicBezTo>
                  <a:cubicBezTo>
                    <a:pt x="57" y="165"/>
                    <a:pt x="56" y="164"/>
                    <a:pt x="55" y="163"/>
                  </a:cubicBezTo>
                  <a:cubicBezTo>
                    <a:pt x="49" y="160"/>
                    <a:pt x="49" y="160"/>
                    <a:pt x="49" y="160"/>
                  </a:cubicBezTo>
                  <a:cubicBezTo>
                    <a:pt x="50" y="160"/>
                    <a:pt x="51" y="159"/>
                    <a:pt x="53" y="159"/>
                  </a:cubicBezTo>
                  <a:cubicBezTo>
                    <a:pt x="56" y="159"/>
                    <a:pt x="57" y="161"/>
                    <a:pt x="60" y="161"/>
                  </a:cubicBezTo>
                  <a:cubicBezTo>
                    <a:pt x="62" y="161"/>
                    <a:pt x="62" y="159"/>
                    <a:pt x="66" y="159"/>
                  </a:cubicBezTo>
                  <a:cubicBezTo>
                    <a:pt x="69" y="159"/>
                    <a:pt x="70" y="161"/>
                    <a:pt x="73" y="161"/>
                  </a:cubicBezTo>
                  <a:cubicBezTo>
                    <a:pt x="76" y="161"/>
                    <a:pt x="76" y="159"/>
                    <a:pt x="79" y="159"/>
                  </a:cubicBezTo>
                  <a:cubicBezTo>
                    <a:pt x="82" y="159"/>
                    <a:pt x="82" y="160"/>
                    <a:pt x="84" y="161"/>
                  </a:cubicBezTo>
                  <a:cubicBezTo>
                    <a:pt x="85" y="160"/>
                    <a:pt x="85" y="160"/>
                    <a:pt x="85" y="160"/>
                  </a:cubicBezTo>
                  <a:cubicBezTo>
                    <a:pt x="83" y="160"/>
                    <a:pt x="82" y="158"/>
                    <a:pt x="79" y="158"/>
                  </a:cubicBezTo>
                  <a:cubicBezTo>
                    <a:pt x="76" y="158"/>
                    <a:pt x="76" y="160"/>
                    <a:pt x="73" y="160"/>
                  </a:cubicBezTo>
                  <a:cubicBezTo>
                    <a:pt x="70" y="160"/>
                    <a:pt x="69" y="158"/>
                    <a:pt x="66" y="158"/>
                  </a:cubicBezTo>
                  <a:cubicBezTo>
                    <a:pt x="62" y="158"/>
                    <a:pt x="62" y="160"/>
                    <a:pt x="60" y="160"/>
                  </a:cubicBezTo>
                  <a:cubicBezTo>
                    <a:pt x="57" y="160"/>
                    <a:pt x="56" y="158"/>
                    <a:pt x="53" y="158"/>
                  </a:cubicBezTo>
                  <a:cubicBezTo>
                    <a:pt x="50" y="158"/>
                    <a:pt x="50" y="159"/>
                    <a:pt x="48" y="160"/>
                  </a:cubicBezTo>
                  <a:cubicBezTo>
                    <a:pt x="41" y="155"/>
                    <a:pt x="41" y="155"/>
                    <a:pt x="41" y="155"/>
                  </a:cubicBezTo>
                  <a:cubicBezTo>
                    <a:pt x="42" y="155"/>
                    <a:pt x="42" y="155"/>
                    <a:pt x="42" y="155"/>
                  </a:cubicBezTo>
                  <a:cubicBezTo>
                    <a:pt x="46" y="155"/>
                    <a:pt x="47" y="157"/>
                    <a:pt x="47" y="157"/>
                  </a:cubicBezTo>
                  <a:cubicBezTo>
                    <a:pt x="50" y="157"/>
                    <a:pt x="50" y="155"/>
                    <a:pt x="53" y="155"/>
                  </a:cubicBezTo>
                  <a:cubicBezTo>
                    <a:pt x="56" y="155"/>
                    <a:pt x="57" y="157"/>
                    <a:pt x="60" y="157"/>
                  </a:cubicBezTo>
                  <a:cubicBezTo>
                    <a:pt x="62" y="157"/>
                    <a:pt x="62" y="155"/>
                    <a:pt x="66" y="155"/>
                  </a:cubicBezTo>
                  <a:cubicBezTo>
                    <a:pt x="69" y="155"/>
                    <a:pt x="70" y="157"/>
                    <a:pt x="73" y="157"/>
                  </a:cubicBezTo>
                  <a:cubicBezTo>
                    <a:pt x="76" y="156"/>
                    <a:pt x="76" y="155"/>
                    <a:pt x="79" y="155"/>
                  </a:cubicBezTo>
                  <a:cubicBezTo>
                    <a:pt x="82" y="155"/>
                    <a:pt x="83" y="157"/>
                    <a:pt x="85" y="157"/>
                  </a:cubicBezTo>
                  <a:cubicBezTo>
                    <a:pt x="88" y="157"/>
                    <a:pt x="88" y="155"/>
                    <a:pt x="92" y="155"/>
                  </a:cubicBezTo>
                  <a:cubicBezTo>
                    <a:pt x="92" y="155"/>
                    <a:pt x="92" y="155"/>
                    <a:pt x="92" y="155"/>
                  </a:cubicBezTo>
                  <a:cubicBezTo>
                    <a:pt x="94" y="154"/>
                    <a:pt x="94" y="154"/>
                    <a:pt x="94" y="154"/>
                  </a:cubicBezTo>
                  <a:cubicBezTo>
                    <a:pt x="93" y="154"/>
                    <a:pt x="93" y="154"/>
                    <a:pt x="92" y="154"/>
                  </a:cubicBezTo>
                  <a:cubicBezTo>
                    <a:pt x="88" y="154"/>
                    <a:pt x="88" y="156"/>
                    <a:pt x="85" y="156"/>
                  </a:cubicBezTo>
                  <a:cubicBezTo>
                    <a:pt x="83" y="156"/>
                    <a:pt x="82" y="154"/>
                    <a:pt x="79" y="154"/>
                  </a:cubicBezTo>
                  <a:cubicBezTo>
                    <a:pt x="76" y="154"/>
                    <a:pt x="76" y="156"/>
                    <a:pt x="73" y="156"/>
                  </a:cubicBezTo>
                  <a:cubicBezTo>
                    <a:pt x="70" y="156"/>
                    <a:pt x="69" y="154"/>
                    <a:pt x="66" y="154"/>
                  </a:cubicBezTo>
                  <a:cubicBezTo>
                    <a:pt x="62" y="154"/>
                    <a:pt x="62" y="156"/>
                    <a:pt x="60" y="156"/>
                  </a:cubicBezTo>
                  <a:cubicBezTo>
                    <a:pt x="57" y="156"/>
                    <a:pt x="56" y="154"/>
                    <a:pt x="53" y="154"/>
                  </a:cubicBezTo>
                  <a:cubicBezTo>
                    <a:pt x="50" y="154"/>
                    <a:pt x="50" y="155"/>
                    <a:pt x="47" y="156"/>
                  </a:cubicBezTo>
                  <a:cubicBezTo>
                    <a:pt x="47" y="156"/>
                    <a:pt x="46" y="154"/>
                    <a:pt x="42" y="154"/>
                  </a:cubicBezTo>
                  <a:cubicBezTo>
                    <a:pt x="41" y="154"/>
                    <a:pt x="40" y="154"/>
                    <a:pt x="40" y="154"/>
                  </a:cubicBezTo>
                  <a:cubicBezTo>
                    <a:pt x="37" y="152"/>
                    <a:pt x="37" y="152"/>
                    <a:pt x="37" y="152"/>
                  </a:cubicBezTo>
                  <a:cubicBezTo>
                    <a:pt x="39" y="152"/>
                    <a:pt x="39" y="151"/>
                    <a:pt x="42" y="151"/>
                  </a:cubicBezTo>
                  <a:cubicBezTo>
                    <a:pt x="42" y="151"/>
                    <a:pt x="42" y="151"/>
                    <a:pt x="42" y="151"/>
                  </a:cubicBezTo>
                  <a:cubicBezTo>
                    <a:pt x="41" y="150"/>
                    <a:pt x="41" y="149"/>
                    <a:pt x="41" y="149"/>
                  </a:cubicBezTo>
                  <a:cubicBezTo>
                    <a:pt x="41" y="149"/>
                    <a:pt x="41" y="149"/>
                    <a:pt x="41" y="149"/>
                  </a:cubicBezTo>
                  <a:cubicBezTo>
                    <a:pt x="41" y="149"/>
                    <a:pt x="41" y="149"/>
                    <a:pt x="41" y="149"/>
                  </a:cubicBezTo>
                  <a:cubicBezTo>
                    <a:pt x="41" y="149"/>
                    <a:pt x="42" y="147"/>
                    <a:pt x="44" y="146"/>
                  </a:cubicBezTo>
                  <a:cubicBezTo>
                    <a:pt x="45" y="145"/>
                    <a:pt x="45" y="144"/>
                    <a:pt x="46" y="144"/>
                  </a:cubicBezTo>
                  <a:cubicBezTo>
                    <a:pt x="48" y="142"/>
                    <a:pt x="48" y="142"/>
                    <a:pt x="48" y="142"/>
                  </a:cubicBezTo>
                  <a:cubicBezTo>
                    <a:pt x="49" y="135"/>
                    <a:pt x="49" y="135"/>
                    <a:pt x="49" y="135"/>
                  </a:cubicBezTo>
                  <a:cubicBezTo>
                    <a:pt x="19" y="135"/>
                    <a:pt x="19" y="135"/>
                    <a:pt x="19" y="135"/>
                  </a:cubicBezTo>
                  <a:cubicBezTo>
                    <a:pt x="39" y="160"/>
                    <a:pt x="67" y="169"/>
                    <a:pt x="67" y="169"/>
                  </a:cubicBezTo>
                  <a:moveTo>
                    <a:pt x="66" y="164"/>
                  </a:moveTo>
                  <a:cubicBezTo>
                    <a:pt x="69" y="164"/>
                    <a:pt x="70" y="166"/>
                    <a:pt x="73" y="166"/>
                  </a:cubicBezTo>
                  <a:cubicBezTo>
                    <a:pt x="67" y="169"/>
                    <a:pt x="67" y="169"/>
                    <a:pt x="67" y="169"/>
                  </a:cubicBezTo>
                  <a:cubicBezTo>
                    <a:pt x="60" y="166"/>
                    <a:pt x="60" y="166"/>
                    <a:pt x="60" y="166"/>
                  </a:cubicBezTo>
                  <a:cubicBezTo>
                    <a:pt x="62" y="166"/>
                    <a:pt x="62" y="164"/>
                    <a:pt x="66" y="164"/>
                  </a:cubicBezTo>
                  <a:moveTo>
                    <a:pt x="59" y="0"/>
                  </a:moveTo>
                  <a:cubicBezTo>
                    <a:pt x="72" y="0"/>
                    <a:pt x="72" y="0"/>
                    <a:pt x="72" y="0"/>
                  </a:cubicBezTo>
                  <a:cubicBezTo>
                    <a:pt x="72" y="0"/>
                    <a:pt x="72" y="0"/>
                    <a:pt x="72" y="0"/>
                  </a:cubicBezTo>
                  <a:cubicBezTo>
                    <a:pt x="59" y="0"/>
                    <a:pt x="59" y="0"/>
                    <a:pt x="59" y="0"/>
                  </a:cubicBezTo>
                  <a:close/>
                  <a:moveTo>
                    <a:pt x="123" y="35"/>
                  </a:moveTo>
                  <a:cubicBezTo>
                    <a:pt x="123" y="35"/>
                    <a:pt x="123" y="35"/>
                    <a:pt x="123" y="35"/>
                  </a:cubicBezTo>
                  <a:cubicBezTo>
                    <a:pt x="123" y="35"/>
                    <a:pt x="123" y="35"/>
                    <a:pt x="123" y="35"/>
                  </a:cubicBezTo>
                  <a:close/>
                  <a:moveTo>
                    <a:pt x="85" y="142"/>
                  </a:moveTo>
                  <a:cubicBezTo>
                    <a:pt x="85" y="143"/>
                    <a:pt x="85" y="143"/>
                    <a:pt x="85" y="143"/>
                  </a:cubicBezTo>
                  <a:cubicBezTo>
                    <a:pt x="87" y="144"/>
                    <a:pt x="87" y="144"/>
                    <a:pt x="87" y="144"/>
                  </a:cubicBezTo>
                  <a:cubicBezTo>
                    <a:pt x="88" y="146"/>
                    <a:pt x="88" y="146"/>
                    <a:pt x="88" y="146"/>
                  </a:cubicBezTo>
                  <a:cubicBezTo>
                    <a:pt x="91" y="150"/>
                    <a:pt x="91" y="150"/>
                    <a:pt x="91" y="150"/>
                  </a:cubicBezTo>
                  <a:cubicBezTo>
                    <a:pt x="92" y="150"/>
                    <a:pt x="92" y="150"/>
                    <a:pt x="92" y="150"/>
                  </a:cubicBezTo>
                  <a:cubicBezTo>
                    <a:pt x="91" y="151"/>
                    <a:pt x="91" y="151"/>
                    <a:pt x="91" y="151"/>
                  </a:cubicBezTo>
                  <a:cubicBezTo>
                    <a:pt x="91" y="151"/>
                    <a:pt x="89" y="151"/>
                    <a:pt x="87" y="151"/>
                  </a:cubicBezTo>
                  <a:cubicBezTo>
                    <a:pt x="86" y="152"/>
                    <a:pt x="86" y="152"/>
                    <a:pt x="86" y="152"/>
                  </a:cubicBezTo>
                  <a:cubicBezTo>
                    <a:pt x="85" y="152"/>
                    <a:pt x="84" y="151"/>
                    <a:pt x="83" y="151"/>
                  </a:cubicBezTo>
                  <a:cubicBezTo>
                    <a:pt x="81" y="151"/>
                    <a:pt x="80" y="150"/>
                    <a:pt x="78" y="150"/>
                  </a:cubicBezTo>
                  <a:cubicBezTo>
                    <a:pt x="76" y="150"/>
                    <a:pt x="75" y="151"/>
                    <a:pt x="73" y="152"/>
                  </a:cubicBezTo>
                  <a:cubicBezTo>
                    <a:pt x="72" y="152"/>
                    <a:pt x="72" y="152"/>
                    <a:pt x="72" y="152"/>
                  </a:cubicBezTo>
                  <a:cubicBezTo>
                    <a:pt x="70" y="152"/>
                    <a:pt x="67" y="150"/>
                    <a:pt x="66" y="150"/>
                  </a:cubicBezTo>
                  <a:cubicBezTo>
                    <a:pt x="66" y="150"/>
                    <a:pt x="66" y="150"/>
                    <a:pt x="66" y="150"/>
                  </a:cubicBezTo>
                  <a:cubicBezTo>
                    <a:pt x="64" y="150"/>
                    <a:pt x="61" y="152"/>
                    <a:pt x="60" y="152"/>
                  </a:cubicBezTo>
                  <a:cubicBezTo>
                    <a:pt x="60" y="152"/>
                    <a:pt x="60" y="152"/>
                    <a:pt x="60" y="152"/>
                  </a:cubicBezTo>
                  <a:cubicBezTo>
                    <a:pt x="59" y="152"/>
                    <a:pt x="58" y="152"/>
                    <a:pt x="57" y="151"/>
                  </a:cubicBezTo>
                  <a:cubicBezTo>
                    <a:pt x="56" y="151"/>
                    <a:pt x="54" y="150"/>
                    <a:pt x="53" y="150"/>
                  </a:cubicBezTo>
                  <a:cubicBezTo>
                    <a:pt x="53" y="150"/>
                    <a:pt x="53" y="150"/>
                    <a:pt x="53" y="150"/>
                  </a:cubicBezTo>
                  <a:cubicBezTo>
                    <a:pt x="52" y="150"/>
                    <a:pt x="50" y="151"/>
                    <a:pt x="49" y="152"/>
                  </a:cubicBezTo>
                  <a:cubicBezTo>
                    <a:pt x="49" y="152"/>
                    <a:pt x="48" y="152"/>
                    <a:pt x="47" y="152"/>
                  </a:cubicBezTo>
                  <a:cubicBezTo>
                    <a:pt x="47" y="153"/>
                    <a:pt x="47" y="153"/>
                    <a:pt x="47" y="153"/>
                  </a:cubicBezTo>
                  <a:cubicBezTo>
                    <a:pt x="50" y="152"/>
                    <a:pt x="50" y="151"/>
                    <a:pt x="53" y="151"/>
                  </a:cubicBezTo>
                  <a:cubicBezTo>
                    <a:pt x="56" y="151"/>
                    <a:pt x="57" y="153"/>
                    <a:pt x="60" y="153"/>
                  </a:cubicBezTo>
                  <a:cubicBezTo>
                    <a:pt x="62" y="153"/>
                    <a:pt x="62" y="151"/>
                    <a:pt x="66" y="151"/>
                  </a:cubicBezTo>
                  <a:cubicBezTo>
                    <a:pt x="69" y="151"/>
                    <a:pt x="70" y="153"/>
                    <a:pt x="73" y="153"/>
                  </a:cubicBezTo>
                  <a:cubicBezTo>
                    <a:pt x="76" y="153"/>
                    <a:pt x="76" y="151"/>
                    <a:pt x="79" y="151"/>
                  </a:cubicBezTo>
                  <a:cubicBezTo>
                    <a:pt x="82" y="151"/>
                    <a:pt x="83" y="153"/>
                    <a:pt x="85" y="153"/>
                  </a:cubicBezTo>
                  <a:cubicBezTo>
                    <a:pt x="88" y="153"/>
                    <a:pt x="88" y="151"/>
                    <a:pt x="92" y="151"/>
                  </a:cubicBezTo>
                  <a:cubicBezTo>
                    <a:pt x="95" y="151"/>
                    <a:pt x="94" y="152"/>
                    <a:pt x="96" y="152"/>
                  </a:cubicBezTo>
                  <a:cubicBezTo>
                    <a:pt x="102" y="148"/>
                    <a:pt x="108" y="142"/>
                    <a:pt x="113" y="136"/>
                  </a:cubicBezTo>
                  <a:cubicBezTo>
                    <a:pt x="84" y="136"/>
                    <a:pt x="84" y="136"/>
                    <a:pt x="84" y="136"/>
                  </a:cubicBezTo>
                  <a:lnTo>
                    <a:pt x="85" y="142"/>
                  </a:lnTo>
                  <a:close/>
                  <a:moveTo>
                    <a:pt x="0" y="82"/>
                  </a:moveTo>
                  <a:cubicBezTo>
                    <a:pt x="0" y="105"/>
                    <a:pt x="9" y="122"/>
                    <a:pt x="19" y="135"/>
                  </a:cubicBezTo>
                  <a:cubicBezTo>
                    <a:pt x="40" y="63"/>
                    <a:pt x="40" y="63"/>
                    <a:pt x="40" y="63"/>
                  </a:cubicBezTo>
                  <a:cubicBezTo>
                    <a:pt x="39" y="63"/>
                    <a:pt x="39" y="63"/>
                    <a:pt x="39" y="63"/>
                  </a:cubicBezTo>
                  <a:cubicBezTo>
                    <a:pt x="39" y="62"/>
                    <a:pt x="39" y="62"/>
                    <a:pt x="39" y="62"/>
                  </a:cubicBezTo>
                  <a:cubicBezTo>
                    <a:pt x="38" y="61"/>
                    <a:pt x="38" y="61"/>
                    <a:pt x="38" y="61"/>
                  </a:cubicBezTo>
                  <a:cubicBezTo>
                    <a:pt x="39" y="59"/>
                    <a:pt x="39" y="59"/>
                    <a:pt x="39" y="59"/>
                  </a:cubicBezTo>
                  <a:cubicBezTo>
                    <a:pt x="40" y="58"/>
                    <a:pt x="40" y="58"/>
                    <a:pt x="40" y="58"/>
                  </a:cubicBezTo>
                  <a:cubicBezTo>
                    <a:pt x="40" y="57"/>
                    <a:pt x="40" y="57"/>
                    <a:pt x="40" y="57"/>
                  </a:cubicBezTo>
                  <a:cubicBezTo>
                    <a:pt x="40" y="56"/>
                    <a:pt x="40" y="56"/>
                    <a:pt x="39" y="55"/>
                  </a:cubicBezTo>
                  <a:cubicBezTo>
                    <a:pt x="38" y="55"/>
                    <a:pt x="37" y="54"/>
                    <a:pt x="37" y="54"/>
                  </a:cubicBezTo>
                  <a:cubicBezTo>
                    <a:pt x="34" y="54"/>
                    <a:pt x="34" y="54"/>
                    <a:pt x="34" y="54"/>
                  </a:cubicBezTo>
                  <a:cubicBezTo>
                    <a:pt x="34" y="55"/>
                    <a:pt x="34" y="56"/>
                    <a:pt x="34" y="57"/>
                  </a:cubicBezTo>
                  <a:cubicBezTo>
                    <a:pt x="34" y="57"/>
                    <a:pt x="32" y="53"/>
                    <a:pt x="30" y="52"/>
                  </a:cubicBezTo>
                  <a:cubicBezTo>
                    <a:pt x="29" y="53"/>
                    <a:pt x="29" y="53"/>
                    <a:pt x="29" y="53"/>
                  </a:cubicBezTo>
                  <a:cubicBezTo>
                    <a:pt x="30" y="54"/>
                    <a:pt x="27" y="55"/>
                    <a:pt x="26" y="56"/>
                  </a:cubicBezTo>
                  <a:cubicBezTo>
                    <a:pt x="25" y="57"/>
                    <a:pt x="25" y="58"/>
                    <a:pt x="25" y="58"/>
                  </a:cubicBezTo>
                  <a:cubicBezTo>
                    <a:pt x="26" y="58"/>
                    <a:pt x="32" y="56"/>
                    <a:pt x="32" y="62"/>
                  </a:cubicBezTo>
                  <a:cubicBezTo>
                    <a:pt x="32" y="62"/>
                    <a:pt x="32" y="64"/>
                    <a:pt x="31" y="64"/>
                  </a:cubicBezTo>
                  <a:cubicBezTo>
                    <a:pt x="31" y="64"/>
                    <a:pt x="32" y="65"/>
                    <a:pt x="31" y="66"/>
                  </a:cubicBezTo>
                  <a:cubicBezTo>
                    <a:pt x="30" y="67"/>
                    <a:pt x="28" y="69"/>
                    <a:pt x="27" y="70"/>
                  </a:cubicBezTo>
                  <a:cubicBezTo>
                    <a:pt x="25" y="72"/>
                    <a:pt x="27" y="73"/>
                    <a:pt x="28" y="74"/>
                  </a:cubicBezTo>
                  <a:cubicBezTo>
                    <a:pt x="28" y="75"/>
                    <a:pt x="30" y="77"/>
                    <a:pt x="30" y="78"/>
                  </a:cubicBezTo>
                  <a:cubicBezTo>
                    <a:pt x="32" y="79"/>
                    <a:pt x="32" y="79"/>
                    <a:pt x="32" y="79"/>
                  </a:cubicBezTo>
                  <a:cubicBezTo>
                    <a:pt x="32" y="78"/>
                    <a:pt x="32" y="78"/>
                    <a:pt x="32" y="78"/>
                  </a:cubicBezTo>
                  <a:cubicBezTo>
                    <a:pt x="33" y="76"/>
                    <a:pt x="33" y="76"/>
                    <a:pt x="33" y="76"/>
                  </a:cubicBezTo>
                  <a:cubicBezTo>
                    <a:pt x="34" y="75"/>
                    <a:pt x="34" y="75"/>
                    <a:pt x="34" y="75"/>
                  </a:cubicBezTo>
                  <a:cubicBezTo>
                    <a:pt x="35" y="74"/>
                    <a:pt x="35" y="74"/>
                    <a:pt x="35" y="74"/>
                  </a:cubicBezTo>
                  <a:cubicBezTo>
                    <a:pt x="36" y="73"/>
                    <a:pt x="36" y="73"/>
                    <a:pt x="36" y="73"/>
                  </a:cubicBezTo>
                  <a:cubicBezTo>
                    <a:pt x="36" y="76"/>
                    <a:pt x="36" y="76"/>
                    <a:pt x="36" y="76"/>
                  </a:cubicBezTo>
                  <a:cubicBezTo>
                    <a:pt x="36" y="76"/>
                    <a:pt x="36" y="79"/>
                    <a:pt x="35" y="80"/>
                  </a:cubicBezTo>
                  <a:cubicBezTo>
                    <a:pt x="34" y="81"/>
                    <a:pt x="33" y="83"/>
                    <a:pt x="32" y="83"/>
                  </a:cubicBezTo>
                  <a:cubicBezTo>
                    <a:pt x="30" y="83"/>
                    <a:pt x="30" y="83"/>
                    <a:pt x="29" y="82"/>
                  </a:cubicBezTo>
                  <a:cubicBezTo>
                    <a:pt x="29" y="81"/>
                    <a:pt x="28" y="79"/>
                    <a:pt x="28" y="79"/>
                  </a:cubicBezTo>
                  <a:cubicBezTo>
                    <a:pt x="27" y="79"/>
                    <a:pt x="27" y="79"/>
                    <a:pt x="27" y="79"/>
                  </a:cubicBezTo>
                  <a:cubicBezTo>
                    <a:pt x="25" y="77"/>
                    <a:pt x="25" y="77"/>
                    <a:pt x="25" y="77"/>
                  </a:cubicBezTo>
                  <a:cubicBezTo>
                    <a:pt x="23" y="75"/>
                    <a:pt x="23" y="75"/>
                    <a:pt x="23" y="75"/>
                  </a:cubicBezTo>
                  <a:cubicBezTo>
                    <a:pt x="22" y="74"/>
                    <a:pt x="22" y="74"/>
                    <a:pt x="22" y="74"/>
                  </a:cubicBezTo>
                  <a:cubicBezTo>
                    <a:pt x="22" y="72"/>
                    <a:pt x="22" y="72"/>
                    <a:pt x="22" y="72"/>
                  </a:cubicBezTo>
                  <a:cubicBezTo>
                    <a:pt x="23" y="70"/>
                    <a:pt x="23" y="70"/>
                    <a:pt x="23" y="70"/>
                  </a:cubicBezTo>
                  <a:cubicBezTo>
                    <a:pt x="23" y="69"/>
                    <a:pt x="23" y="69"/>
                    <a:pt x="23" y="69"/>
                  </a:cubicBezTo>
                  <a:cubicBezTo>
                    <a:pt x="23" y="68"/>
                    <a:pt x="23" y="68"/>
                    <a:pt x="23" y="68"/>
                  </a:cubicBezTo>
                  <a:cubicBezTo>
                    <a:pt x="23" y="68"/>
                    <a:pt x="22" y="69"/>
                    <a:pt x="21" y="69"/>
                  </a:cubicBezTo>
                  <a:cubicBezTo>
                    <a:pt x="20" y="70"/>
                    <a:pt x="20" y="70"/>
                    <a:pt x="20" y="70"/>
                  </a:cubicBezTo>
                  <a:cubicBezTo>
                    <a:pt x="18" y="72"/>
                    <a:pt x="18" y="72"/>
                    <a:pt x="18" y="72"/>
                  </a:cubicBezTo>
                  <a:cubicBezTo>
                    <a:pt x="18" y="72"/>
                    <a:pt x="18" y="74"/>
                    <a:pt x="18" y="75"/>
                  </a:cubicBezTo>
                  <a:cubicBezTo>
                    <a:pt x="17" y="75"/>
                    <a:pt x="16" y="78"/>
                    <a:pt x="15" y="79"/>
                  </a:cubicBezTo>
                  <a:cubicBezTo>
                    <a:pt x="14" y="80"/>
                    <a:pt x="13" y="81"/>
                    <a:pt x="13" y="82"/>
                  </a:cubicBezTo>
                  <a:cubicBezTo>
                    <a:pt x="13" y="83"/>
                    <a:pt x="13" y="84"/>
                    <a:pt x="13" y="85"/>
                  </a:cubicBezTo>
                  <a:cubicBezTo>
                    <a:pt x="12" y="86"/>
                    <a:pt x="12" y="86"/>
                    <a:pt x="12" y="87"/>
                  </a:cubicBezTo>
                  <a:cubicBezTo>
                    <a:pt x="12" y="88"/>
                    <a:pt x="12" y="89"/>
                    <a:pt x="11" y="91"/>
                  </a:cubicBezTo>
                  <a:cubicBezTo>
                    <a:pt x="10" y="92"/>
                    <a:pt x="10" y="93"/>
                    <a:pt x="10" y="94"/>
                  </a:cubicBezTo>
                  <a:cubicBezTo>
                    <a:pt x="11" y="95"/>
                    <a:pt x="11" y="97"/>
                    <a:pt x="12" y="97"/>
                  </a:cubicBezTo>
                  <a:cubicBezTo>
                    <a:pt x="13" y="97"/>
                    <a:pt x="14" y="96"/>
                    <a:pt x="15" y="96"/>
                  </a:cubicBezTo>
                  <a:cubicBezTo>
                    <a:pt x="16" y="96"/>
                    <a:pt x="17" y="96"/>
                    <a:pt x="17" y="96"/>
                  </a:cubicBezTo>
                  <a:cubicBezTo>
                    <a:pt x="19" y="98"/>
                    <a:pt x="19" y="98"/>
                    <a:pt x="19" y="98"/>
                  </a:cubicBezTo>
                  <a:cubicBezTo>
                    <a:pt x="19" y="99"/>
                    <a:pt x="19" y="98"/>
                    <a:pt x="18" y="99"/>
                  </a:cubicBezTo>
                  <a:cubicBezTo>
                    <a:pt x="17" y="100"/>
                    <a:pt x="16" y="101"/>
                    <a:pt x="14" y="101"/>
                  </a:cubicBezTo>
                  <a:cubicBezTo>
                    <a:pt x="13" y="101"/>
                    <a:pt x="11" y="101"/>
                    <a:pt x="10" y="101"/>
                  </a:cubicBezTo>
                  <a:cubicBezTo>
                    <a:pt x="8" y="100"/>
                    <a:pt x="8" y="100"/>
                    <a:pt x="8" y="100"/>
                  </a:cubicBezTo>
                  <a:cubicBezTo>
                    <a:pt x="7" y="96"/>
                    <a:pt x="7" y="96"/>
                    <a:pt x="7" y="96"/>
                  </a:cubicBezTo>
                  <a:cubicBezTo>
                    <a:pt x="7" y="94"/>
                    <a:pt x="7" y="94"/>
                    <a:pt x="7" y="94"/>
                  </a:cubicBezTo>
                  <a:cubicBezTo>
                    <a:pt x="7" y="89"/>
                    <a:pt x="7" y="89"/>
                    <a:pt x="7" y="89"/>
                  </a:cubicBezTo>
                  <a:cubicBezTo>
                    <a:pt x="8" y="89"/>
                    <a:pt x="8" y="88"/>
                    <a:pt x="8" y="87"/>
                  </a:cubicBezTo>
                  <a:cubicBezTo>
                    <a:pt x="8" y="85"/>
                    <a:pt x="7" y="84"/>
                    <a:pt x="7" y="83"/>
                  </a:cubicBezTo>
                  <a:cubicBezTo>
                    <a:pt x="9" y="80"/>
                    <a:pt x="9" y="80"/>
                    <a:pt x="9" y="80"/>
                  </a:cubicBezTo>
                  <a:cubicBezTo>
                    <a:pt x="9" y="78"/>
                    <a:pt x="9" y="78"/>
                    <a:pt x="9" y="78"/>
                  </a:cubicBezTo>
                  <a:cubicBezTo>
                    <a:pt x="8" y="78"/>
                    <a:pt x="8" y="78"/>
                    <a:pt x="8" y="78"/>
                  </a:cubicBezTo>
                  <a:cubicBezTo>
                    <a:pt x="10" y="75"/>
                    <a:pt x="10" y="75"/>
                    <a:pt x="10" y="75"/>
                  </a:cubicBezTo>
                  <a:cubicBezTo>
                    <a:pt x="8" y="75"/>
                    <a:pt x="8" y="75"/>
                    <a:pt x="8" y="75"/>
                  </a:cubicBezTo>
                  <a:cubicBezTo>
                    <a:pt x="8" y="74"/>
                    <a:pt x="8" y="74"/>
                    <a:pt x="8" y="74"/>
                  </a:cubicBezTo>
                  <a:cubicBezTo>
                    <a:pt x="7" y="74"/>
                    <a:pt x="7" y="74"/>
                    <a:pt x="7" y="74"/>
                  </a:cubicBezTo>
                  <a:cubicBezTo>
                    <a:pt x="7" y="72"/>
                    <a:pt x="7" y="72"/>
                    <a:pt x="7" y="72"/>
                  </a:cubicBezTo>
                  <a:cubicBezTo>
                    <a:pt x="7" y="72"/>
                    <a:pt x="7" y="72"/>
                    <a:pt x="7" y="72"/>
                  </a:cubicBezTo>
                  <a:cubicBezTo>
                    <a:pt x="7" y="71"/>
                    <a:pt x="7" y="71"/>
                    <a:pt x="7" y="71"/>
                  </a:cubicBezTo>
                  <a:cubicBezTo>
                    <a:pt x="6" y="71"/>
                    <a:pt x="6" y="71"/>
                    <a:pt x="6" y="71"/>
                  </a:cubicBezTo>
                  <a:cubicBezTo>
                    <a:pt x="7" y="69"/>
                    <a:pt x="7" y="69"/>
                    <a:pt x="7" y="69"/>
                  </a:cubicBezTo>
                  <a:cubicBezTo>
                    <a:pt x="5" y="69"/>
                    <a:pt x="5" y="69"/>
                    <a:pt x="5" y="69"/>
                  </a:cubicBezTo>
                  <a:cubicBezTo>
                    <a:pt x="7" y="67"/>
                    <a:pt x="7" y="67"/>
                    <a:pt x="7" y="67"/>
                  </a:cubicBezTo>
                  <a:cubicBezTo>
                    <a:pt x="7" y="67"/>
                    <a:pt x="3" y="64"/>
                    <a:pt x="3" y="60"/>
                  </a:cubicBezTo>
                  <a:cubicBezTo>
                    <a:pt x="3" y="55"/>
                    <a:pt x="10" y="49"/>
                    <a:pt x="10" y="42"/>
                  </a:cubicBezTo>
                  <a:cubicBezTo>
                    <a:pt x="10" y="41"/>
                    <a:pt x="10" y="39"/>
                    <a:pt x="10" y="39"/>
                  </a:cubicBezTo>
                  <a:cubicBezTo>
                    <a:pt x="8" y="38"/>
                    <a:pt x="8" y="38"/>
                    <a:pt x="8" y="38"/>
                  </a:cubicBezTo>
                  <a:cubicBezTo>
                    <a:pt x="8" y="37"/>
                    <a:pt x="8" y="37"/>
                    <a:pt x="8" y="37"/>
                  </a:cubicBezTo>
                  <a:cubicBezTo>
                    <a:pt x="8" y="36"/>
                    <a:pt x="6" y="37"/>
                    <a:pt x="6" y="37"/>
                  </a:cubicBezTo>
                  <a:cubicBezTo>
                    <a:pt x="6" y="36"/>
                    <a:pt x="4" y="37"/>
                    <a:pt x="4" y="39"/>
                  </a:cubicBezTo>
                  <a:cubicBezTo>
                    <a:pt x="4" y="40"/>
                    <a:pt x="4" y="40"/>
                    <a:pt x="4" y="40"/>
                  </a:cubicBezTo>
                  <a:cubicBezTo>
                    <a:pt x="4" y="40"/>
                    <a:pt x="8" y="41"/>
                    <a:pt x="7" y="44"/>
                  </a:cubicBezTo>
                  <a:cubicBezTo>
                    <a:pt x="6" y="46"/>
                    <a:pt x="4" y="48"/>
                    <a:pt x="4" y="49"/>
                  </a:cubicBezTo>
                  <a:cubicBezTo>
                    <a:pt x="4" y="50"/>
                    <a:pt x="5" y="52"/>
                    <a:pt x="5" y="52"/>
                  </a:cubicBezTo>
                  <a:cubicBezTo>
                    <a:pt x="6" y="52"/>
                    <a:pt x="1" y="53"/>
                    <a:pt x="2" y="49"/>
                  </a:cubicBezTo>
                  <a:cubicBezTo>
                    <a:pt x="2" y="45"/>
                    <a:pt x="3" y="45"/>
                    <a:pt x="3" y="44"/>
                  </a:cubicBezTo>
                  <a:cubicBezTo>
                    <a:pt x="3" y="43"/>
                    <a:pt x="1" y="42"/>
                    <a:pt x="1" y="39"/>
                  </a:cubicBezTo>
                  <a:cubicBezTo>
                    <a:pt x="2" y="36"/>
                    <a:pt x="4" y="35"/>
                    <a:pt x="6" y="34"/>
                  </a:cubicBezTo>
                  <a:cubicBezTo>
                    <a:pt x="8" y="35"/>
                    <a:pt x="8" y="35"/>
                    <a:pt x="8" y="35"/>
                  </a:cubicBezTo>
                  <a:cubicBezTo>
                    <a:pt x="7" y="34"/>
                    <a:pt x="5" y="33"/>
                    <a:pt x="4" y="30"/>
                  </a:cubicBezTo>
                  <a:cubicBezTo>
                    <a:pt x="4" y="30"/>
                    <a:pt x="5" y="29"/>
                    <a:pt x="7" y="29"/>
                  </a:cubicBezTo>
                  <a:cubicBezTo>
                    <a:pt x="6" y="29"/>
                    <a:pt x="2" y="24"/>
                    <a:pt x="3" y="22"/>
                  </a:cubicBezTo>
                  <a:cubicBezTo>
                    <a:pt x="3" y="22"/>
                    <a:pt x="6" y="22"/>
                    <a:pt x="7" y="23"/>
                  </a:cubicBezTo>
                  <a:cubicBezTo>
                    <a:pt x="7" y="23"/>
                    <a:pt x="1" y="18"/>
                    <a:pt x="2" y="14"/>
                  </a:cubicBezTo>
                  <a:cubicBezTo>
                    <a:pt x="2" y="14"/>
                    <a:pt x="6" y="17"/>
                    <a:pt x="7" y="17"/>
                  </a:cubicBezTo>
                  <a:cubicBezTo>
                    <a:pt x="7" y="17"/>
                    <a:pt x="0" y="7"/>
                    <a:pt x="4" y="3"/>
                  </a:cubicBezTo>
                  <a:cubicBezTo>
                    <a:pt x="4" y="3"/>
                    <a:pt x="8" y="12"/>
                    <a:pt x="9" y="13"/>
                  </a:cubicBezTo>
                  <a:cubicBezTo>
                    <a:pt x="9" y="13"/>
                    <a:pt x="10" y="12"/>
                    <a:pt x="10" y="11"/>
                  </a:cubicBezTo>
                  <a:cubicBezTo>
                    <a:pt x="10" y="11"/>
                    <a:pt x="10" y="11"/>
                    <a:pt x="10" y="11"/>
                  </a:cubicBezTo>
                  <a:cubicBezTo>
                    <a:pt x="10" y="8"/>
                    <a:pt x="12" y="2"/>
                    <a:pt x="14" y="1"/>
                  </a:cubicBezTo>
                  <a:cubicBezTo>
                    <a:pt x="14" y="1"/>
                    <a:pt x="13" y="11"/>
                    <a:pt x="15" y="13"/>
                  </a:cubicBezTo>
                  <a:cubicBezTo>
                    <a:pt x="15" y="13"/>
                    <a:pt x="15" y="12"/>
                    <a:pt x="16" y="12"/>
                  </a:cubicBezTo>
                  <a:cubicBezTo>
                    <a:pt x="16" y="12"/>
                    <a:pt x="16" y="17"/>
                    <a:pt x="17" y="18"/>
                  </a:cubicBezTo>
                  <a:cubicBezTo>
                    <a:pt x="18" y="17"/>
                    <a:pt x="18" y="17"/>
                    <a:pt x="18" y="17"/>
                  </a:cubicBezTo>
                  <a:cubicBezTo>
                    <a:pt x="18" y="17"/>
                    <a:pt x="19" y="20"/>
                    <a:pt x="20" y="21"/>
                  </a:cubicBezTo>
                  <a:cubicBezTo>
                    <a:pt x="20" y="21"/>
                    <a:pt x="20" y="21"/>
                    <a:pt x="20" y="22"/>
                  </a:cubicBezTo>
                  <a:cubicBezTo>
                    <a:pt x="20" y="19"/>
                    <a:pt x="21" y="18"/>
                    <a:pt x="21" y="17"/>
                  </a:cubicBezTo>
                  <a:cubicBezTo>
                    <a:pt x="21" y="17"/>
                    <a:pt x="21" y="17"/>
                    <a:pt x="21" y="17"/>
                  </a:cubicBezTo>
                  <a:cubicBezTo>
                    <a:pt x="21" y="14"/>
                    <a:pt x="21" y="14"/>
                    <a:pt x="21" y="14"/>
                  </a:cubicBezTo>
                  <a:cubicBezTo>
                    <a:pt x="22" y="15"/>
                    <a:pt x="22" y="15"/>
                    <a:pt x="22" y="15"/>
                  </a:cubicBezTo>
                  <a:cubicBezTo>
                    <a:pt x="23" y="15"/>
                    <a:pt x="23" y="15"/>
                    <a:pt x="23" y="15"/>
                  </a:cubicBezTo>
                  <a:cubicBezTo>
                    <a:pt x="23" y="15"/>
                    <a:pt x="23" y="15"/>
                    <a:pt x="23" y="15"/>
                  </a:cubicBezTo>
                  <a:cubicBezTo>
                    <a:pt x="23" y="14"/>
                    <a:pt x="23" y="14"/>
                    <a:pt x="23" y="14"/>
                  </a:cubicBezTo>
                  <a:cubicBezTo>
                    <a:pt x="26" y="14"/>
                    <a:pt x="26" y="14"/>
                    <a:pt x="26" y="14"/>
                  </a:cubicBezTo>
                  <a:cubicBezTo>
                    <a:pt x="25" y="15"/>
                    <a:pt x="25" y="15"/>
                    <a:pt x="25" y="15"/>
                  </a:cubicBezTo>
                  <a:cubicBezTo>
                    <a:pt x="26" y="14"/>
                    <a:pt x="26" y="14"/>
                    <a:pt x="26" y="14"/>
                  </a:cubicBezTo>
                  <a:cubicBezTo>
                    <a:pt x="27" y="14"/>
                    <a:pt x="27" y="14"/>
                    <a:pt x="28" y="14"/>
                  </a:cubicBezTo>
                  <a:cubicBezTo>
                    <a:pt x="30" y="14"/>
                    <a:pt x="30" y="16"/>
                    <a:pt x="30" y="16"/>
                  </a:cubicBezTo>
                  <a:cubicBezTo>
                    <a:pt x="33" y="16"/>
                    <a:pt x="33" y="16"/>
                    <a:pt x="33" y="16"/>
                  </a:cubicBezTo>
                  <a:cubicBezTo>
                    <a:pt x="36" y="16"/>
                    <a:pt x="36" y="19"/>
                    <a:pt x="36" y="19"/>
                  </a:cubicBezTo>
                  <a:cubicBezTo>
                    <a:pt x="34" y="18"/>
                    <a:pt x="34" y="18"/>
                    <a:pt x="34" y="18"/>
                  </a:cubicBezTo>
                  <a:cubicBezTo>
                    <a:pt x="32" y="20"/>
                    <a:pt x="32" y="20"/>
                    <a:pt x="32" y="20"/>
                  </a:cubicBezTo>
                  <a:cubicBezTo>
                    <a:pt x="32" y="20"/>
                    <a:pt x="32" y="20"/>
                    <a:pt x="32" y="20"/>
                  </a:cubicBezTo>
                  <a:cubicBezTo>
                    <a:pt x="32" y="21"/>
                    <a:pt x="32" y="21"/>
                    <a:pt x="32" y="21"/>
                  </a:cubicBezTo>
                  <a:cubicBezTo>
                    <a:pt x="34" y="22"/>
                    <a:pt x="34" y="22"/>
                    <a:pt x="34" y="22"/>
                  </a:cubicBezTo>
                  <a:cubicBezTo>
                    <a:pt x="36" y="22"/>
                    <a:pt x="36" y="22"/>
                    <a:pt x="36" y="22"/>
                  </a:cubicBezTo>
                  <a:cubicBezTo>
                    <a:pt x="35" y="23"/>
                    <a:pt x="35" y="23"/>
                    <a:pt x="35" y="23"/>
                  </a:cubicBezTo>
                  <a:cubicBezTo>
                    <a:pt x="35" y="23"/>
                    <a:pt x="34" y="24"/>
                    <a:pt x="33" y="24"/>
                  </a:cubicBezTo>
                  <a:cubicBezTo>
                    <a:pt x="32" y="24"/>
                    <a:pt x="31" y="23"/>
                    <a:pt x="30" y="23"/>
                  </a:cubicBezTo>
                  <a:cubicBezTo>
                    <a:pt x="28" y="23"/>
                    <a:pt x="28" y="23"/>
                    <a:pt x="28" y="23"/>
                  </a:cubicBezTo>
                  <a:cubicBezTo>
                    <a:pt x="28" y="23"/>
                    <a:pt x="28" y="23"/>
                    <a:pt x="28" y="23"/>
                  </a:cubicBezTo>
                  <a:cubicBezTo>
                    <a:pt x="28" y="24"/>
                    <a:pt x="28" y="24"/>
                    <a:pt x="28" y="24"/>
                  </a:cubicBezTo>
                  <a:cubicBezTo>
                    <a:pt x="28" y="25"/>
                    <a:pt x="29" y="26"/>
                    <a:pt x="30" y="27"/>
                  </a:cubicBezTo>
                  <a:cubicBezTo>
                    <a:pt x="32" y="28"/>
                    <a:pt x="34" y="30"/>
                    <a:pt x="35" y="31"/>
                  </a:cubicBezTo>
                  <a:cubicBezTo>
                    <a:pt x="36" y="32"/>
                    <a:pt x="36" y="34"/>
                    <a:pt x="37" y="35"/>
                  </a:cubicBezTo>
                  <a:cubicBezTo>
                    <a:pt x="38" y="32"/>
                    <a:pt x="38" y="32"/>
                    <a:pt x="38" y="32"/>
                  </a:cubicBezTo>
                  <a:cubicBezTo>
                    <a:pt x="39" y="31"/>
                    <a:pt x="39" y="31"/>
                    <a:pt x="39" y="30"/>
                  </a:cubicBezTo>
                  <a:cubicBezTo>
                    <a:pt x="39" y="29"/>
                    <a:pt x="40" y="27"/>
                    <a:pt x="40" y="27"/>
                  </a:cubicBezTo>
                  <a:cubicBezTo>
                    <a:pt x="40" y="27"/>
                    <a:pt x="42" y="28"/>
                    <a:pt x="41" y="30"/>
                  </a:cubicBezTo>
                  <a:cubicBezTo>
                    <a:pt x="42" y="28"/>
                    <a:pt x="42" y="28"/>
                    <a:pt x="42" y="28"/>
                  </a:cubicBezTo>
                  <a:cubicBezTo>
                    <a:pt x="43" y="28"/>
                    <a:pt x="43" y="28"/>
                    <a:pt x="43" y="28"/>
                  </a:cubicBezTo>
                  <a:cubicBezTo>
                    <a:pt x="43" y="27"/>
                    <a:pt x="43" y="27"/>
                    <a:pt x="43" y="27"/>
                  </a:cubicBezTo>
                  <a:cubicBezTo>
                    <a:pt x="44" y="25"/>
                    <a:pt x="44" y="23"/>
                    <a:pt x="44" y="21"/>
                  </a:cubicBezTo>
                  <a:cubicBezTo>
                    <a:pt x="44" y="20"/>
                    <a:pt x="44" y="19"/>
                    <a:pt x="43" y="18"/>
                  </a:cubicBezTo>
                  <a:cubicBezTo>
                    <a:pt x="43" y="17"/>
                    <a:pt x="42" y="16"/>
                    <a:pt x="42" y="16"/>
                  </a:cubicBezTo>
                  <a:cubicBezTo>
                    <a:pt x="42" y="14"/>
                    <a:pt x="42" y="14"/>
                    <a:pt x="42" y="14"/>
                  </a:cubicBezTo>
                  <a:cubicBezTo>
                    <a:pt x="42" y="14"/>
                    <a:pt x="42" y="14"/>
                    <a:pt x="42" y="14"/>
                  </a:cubicBezTo>
                  <a:cubicBezTo>
                    <a:pt x="43" y="12"/>
                    <a:pt x="43" y="12"/>
                    <a:pt x="43" y="12"/>
                  </a:cubicBezTo>
                  <a:cubicBezTo>
                    <a:pt x="44" y="12"/>
                    <a:pt x="44" y="12"/>
                    <a:pt x="44" y="12"/>
                  </a:cubicBezTo>
                  <a:cubicBezTo>
                    <a:pt x="43" y="14"/>
                    <a:pt x="43" y="14"/>
                    <a:pt x="43" y="14"/>
                  </a:cubicBezTo>
                  <a:cubicBezTo>
                    <a:pt x="43" y="14"/>
                    <a:pt x="43" y="14"/>
                    <a:pt x="43" y="14"/>
                  </a:cubicBezTo>
                  <a:cubicBezTo>
                    <a:pt x="44" y="14"/>
                    <a:pt x="44" y="14"/>
                    <a:pt x="44" y="14"/>
                  </a:cubicBezTo>
                  <a:cubicBezTo>
                    <a:pt x="44" y="13"/>
                    <a:pt x="44" y="13"/>
                    <a:pt x="44" y="13"/>
                  </a:cubicBezTo>
                  <a:cubicBezTo>
                    <a:pt x="44" y="13"/>
                    <a:pt x="44" y="11"/>
                    <a:pt x="46" y="11"/>
                  </a:cubicBezTo>
                  <a:cubicBezTo>
                    <a:pt x="46" y="11"/>
                    <a:pt x="46" y="11"/>
                    <a:pt x="46" y="11"/>
                  </a:cubicBezTo>
                  <a:cubicBezTo>
                    <a:pt x="46" y="11"/>
                    <a:pt x="45" y="12"/>
                    <a:pt x="45" y="13"/>
                  </a:cubicBezTo>
                  <a:cubicBezTo>
                    <a:pt x="45" y="13"/>
                    <a:pt x="45" y="13"/>
                    <a:pt x="45" y="13"/>
                  </a:cubicBezTo>
                  <a:cubicBezTo>
                    <a:pt x="46" y="15"/>
                    <a:pt x="46" y="15"/>
                    <a:pt x="46" y="15"/>
                  </a:cubicBezTo>
                  <a:cubicBezTo>
                    <a:pt x="46" y="16"/>
                    <a:pt x="46" y="16"/>
                    <a:pt x="46" y="16"/>
                  </a:cubicBezTo>
                  <a:cubicBezTo>
                    <a:pt x="47" y="14"/>
                    <a:pt x="47" y="14"/>
                    <a:pt x="47" y="14"/>
                  </a:cubicBezTo>
                  <a:cubicBezTo>
                    <a:pt x="48" y="14"/>
                    <a:pt x="48" y="14"/>
                    <a:pt x="48" y="14"/>
                  </a:cubicBezTo>
                  <a:cubicBezTo>
                    <a:pt x="48" y="14"/>
                    <a:pt x="48" y="14"/>
                    <a:pt x="48" y="14"/>
                  </a:cubicBezTo>
                  <a:cubicBezTo>
                    <a:pt x="48" y="14"/>
                    <a:pt x="47" y="12"/>
                    <a:pt x="50" y="13"/>
                  </a:cubicBezTo>
                  <a:cubicBezTo>
                    <a:pt x="49" y="14"/>
                    <a:pt x="49" y="14"/>
                    <a:pt x="49" y="14"/>
                  </a:cubicBezTo>
                  <a:cubicBezTo>
                    <a:pt x="49" y="14"/>
                    <a:pt x="49" y="14"/>
                    <a:pt x="49" y="14"/>
                  </a:cubicBezTo>
                  <a:cubicBezTo>
                    <a:pt x="49" y="14"/>
                    <a:pt x="49" y="14"/>
                    <a:pt x="49" y="14"/>
                  </a:cubicBezTo>
                  <a:cubicBezTo>
                    <a:pt x="48" y="16"/>
                    <a:pt x="48" y="16"/>
                    <a:pt x="48" y="16"/>
                  </a:cubicBezTo>
                  <a:cubicBezTo>
                    <a:pt x="47" y="19"/>
                    <a:pt x="47" y="19"/>
                    <a:pt x="47" y="19"/>
                  </a:cubicBezTo>
                  <a:cubicBezTo>
                    <a:pt x="47" y="22"/>
                    <a:pt x="47" y="22"/>
                    <a:pt x="47" y="22"/>
                  </a:cubicBezTo>
                  <a:cubicBezTo>
                    <a:pt x="48" y="26"/>
                    <a:pt x="48" y="26"/>
                    <a:pt x="48" y="26"/>
                  </a:cubicBezTo>
                  <a:cubicBezTo>
                    <a:pt x="49" y="28"/>
                    <a:pt x="49" y="28"/>
                    <a:pt x="49" y="28"/>
                  </a:cubicBezTo>
                  <a:cubicBezTo>
                    <a:pt x="48" y="29"/>
                    <a:pt x="48" y="29"/>
                    <a:pt x="48" y="29"/>
                  </a:cubicBezTo>
                  <a:cubicBezTo>
                    <a:pt x="48" y="29"/>
                    <a:pt x="48" y="29"/>
                    <a:pt x="48" y="29"/>
                  </a:cubicBezTo>
                  <a:cubicBezTo>
                    <a:pt x="49" y="30"/>
                    <a:pt x="49" y="30"/>
                    <a:pt x="49" y="30"/>
                  </a:cubicBezTo>
                  <a:cubicBezTo>
                    <a:pt x="49" y="30"/>
                    <a:pt x="49" y="30"/>
                    <a:pt x="49" y="30"/>
                  </a:cubicBezTo>
                  <a:cubicBezTo>
                    <a:pt x="47" y="29"/>
                    <a:pt x="47" y="29"/>
                    <a:pt x="47" y="29"/>
                  </a:cubicBezTo>
                  <a:cubicBezTo>
                    <a:pt x="48" y="29"/>
                    <a:pt x="48" y="29"/>
                    <a:pt x="48" y="29"/>
                  </a:cubicBezTo>
                  <a:cubicBezTo>
                    <a:pt x="47" y="29"/>
                    <a:pt x="47" y="29"/>
                    <a:pt x="47" y="29"/>
                  </a:cubicBezTo>
                  <a:cubicBezTo>
                    <a:pt x="47" y="27"/>
                    <a:pt x="47" y="27"/>
                    <a:pt x="47" y="27"/>
                  </a:cubicBezTo>
                  <a:cubicBezTo>
                    <a:pt x="46" y="25"/>
                    <a:pt x="46" y="25"/>
                    <a:pt x="46" y="25"/>
                  </a:cubicBezTo>
                  <a:cubicBezTo>
                    <a:pt x="46" y="25"/>
                    <a:pt x="46" y="25"/>
                    <a:pt x="46" y="25"/>
                  </a:cubicBezTo>
                  <a:cubicBezTo>
                    <a:pt x="46" y="25"/>
                    <a:pt x="45" y="26"/>
                    <a:pt x="45" y="27"/>
                  </a:cubicBezTo>
                  <a:cubicBezTo>
                    <a:pt x="45" y="28"/>
                    <a:pt x="44" y="29"/>
                    <a:pt x="44" y="30"/>
                  </a:cubicBezTo>
                  <a:cubicBezTo>
                    <a:pt x="44" y="31"/>
                    <a:pt x="44" y="31"/>
                    <a:pt x="44" y="31"/>
                  </a:cubicBezTo>
                  <a:cubicBezTo>
                    <a:pt x="44" y="31"/>
                    <a:pt x="46" y="31"/>
                    <a:pt x="46" y="35"/>
                  </a:cubicBezTo>
                  <a:cubicBezTo>
                    <a:pt x="46" y="35"/>
                    <a:pt x="45" y="32"/>
                    <a:pt x="43" y="33"/>
                  </a:cubicBezTo>
                  <a:cubicBezTo>
                    <a:pt x="41" y="35"/>
                    <a:pt x="42" y="39"/>
                    <a:pt x="41" y="39"/>
                  </a:cubicBezTo>
                  <a:cubicBezTo>
                    <a:pt x="40" y="39"/>
                    <a:pt x="38" y="40"/>
                    <a:pt x="38" y="41"/>
                  </a:cubicBezTo>
                  <a:cubicBezTo>
                    <a:pt x="37" y="43"/>
                    <a:pt x="37" y="43"/>
                    <a:pt x="37" y="43"/>
                  </a:cubicBezTo>
                  <a:cubicBezTo>
                    <a:pt x="35" y="46"/>
                    <a:pt x="34" y="48"/>
                    <a:pt x="33" y="49"/>
                  </a:cubicBezTo>
                  <a:cubicBezTo>
                    <a:pt x="33" y="49"/>
                    <a:pt x="33" y="49"/>
                    <a:pt x="33" y="49"/>
                  </a:cubicBezTo>
                  <a:cubicBezTo>
                    <a:pt x="33" y="49"/>
                    <a:pt x="35" y="48"/>
                    <a:pt x="37" y="48"/>
                  </a:cubicBezTo>
                  <a:cubicBezTo>
                    <a:pt x="35" y="50"/>
                    <a:pt x="35" y="50"/>
                    <a:pt x="35" y="50"/>
                  </a:cubicBezTo>
                  <a:cubicBezTo>
                    <a:pt x="36" y="51"/>
                    <a:pt x="36" y="51"/>
                    <a:pt x="36" y="51"/>
                  </a:cubicBezTo>
                  <a:cubicBezTo>
                    <a:pt x="37" y="52"/>
                    <a:pt x="38" y="53"/>
                    <a:pt x="39" y="53"/>
                  </a:cubicBezTo>
                  <a:cubicBezTo>
                    <a:pt x="40" y="54"/>
                    <a:pt x="40" y="54"/>
                    <a:pt x="40" y="54"/>
                  </a:cubicBezTo>
                  <a:cubicBezTo>
                    <a:pt x="41" y="53"/>
                    <a:pt x="41" y="53"/>
                    <a:pt x="41" y="53"/>
                  </a:cubicBezTo>
                  <a:cubicBezTo>
                    <a:pt x="41" y="51"/>
                    <a:pt x="41" y="51"/>
                    <a:pt x="41" y="51"/>
                  </a:cubicBezTo>
                  <a:cubicBezTo>
                    <a:pt x="40" y="50"/>
                    <a:pt x="40" y="50"/>
                    <a:pt x="40" y="50"/>
                  </a:cubicBezTo>
                  <a:cubicBezTo>
                    <a:pt x="41" y="49"/>
                    <a:pt x="41" y="49"/>
                    <a:pt x="41" y="49"/>
                  </a:cubicBezTo>
                  <a:cubicBezTo>
                    <a:pt x="41" y="48"/>
                    <a:pt x="41" y="48"/>
                    <a:pt x="41" y="48"/>
                  </a:cubicBezTo>
                  <a:cubicBezTo>
                    <a:pt x="42" y="47"/>
                    <a:pt x="42" y="47"/>
                    <a:pt x="42" y="47"/>
                  </a:cubicBezTo>
                  <a:cubicBezTo>
                    <a:pt x="43" y="47"/>
                    <a:pt x="43" y="47"/>
                    <a:pt x="43" y="47"/>
                  </a:cubicBezTo>
                  <a:cubicBezTo>
                    <a:pt x="44" y="46"/>
                    <a:pt x="44" y="46"/>
                    <a:pt x="44" y="46"/>
                  </a:cubicBezTo>
                  <a:cubicBezTo>
                    <a:pt x="45" y="46"/>
                    <a:pt x="45" y="46"/>
                    <a:pt x="45" y="46"/>
                  </a:cubicBezTo>
                  <a:cubicBezTo>
                    <a:pt x="45" y="47"/>
                    <a:pt x="45" y="47"/>
                    <a:pt x="45" y="47"/>
                  </a:cubicBezTo>
                  <a:cubicBezTo>
                    <a:pt x="59" y="0"/>
                    <a:pt x="59" y="0"/>
                    <a:pt x="59" y="0"/>
                  </a:cubicBezTo>
                  <a:cubicBezTo>
                    <a:pt x="0" y="0"/>
                    <a:pt x="0" y="0"/>
                    <a:pt x="0" y="0"/>
                  </a:cubicBezTo>
                  <a:lnTo>
                    <a:pt x="0" y="82"/>
                  </a:lnTo>
                  <a:close/>
                  <a:moveTo>
                    <a:pt x="115" y="29"/>
                  </a:moveTo>
                  <a:cubicBezTo>
                    <a:pt x="113" y="29"/>
                    <a:pt x="113" y="27"/>
                    <a:pt x="112" y="27"/>
                  </a:cubicBezTo>
                  <a:cubicBezTo>
                    <a:pt x="112" y="29"/>
                    <a:pt x="111" y="31"/>
                    <a:pt x="111" y="31"/>
                  </a:cubicBezTo>
                  <a:cubicBezTo>
                    <a:pt x="111" y="33"/>
                    <a:pt x="112" y="33"/>
                    <a:pt x="112" y="34"/>
                  </a:cubicBezTo>
                  <a:cubicBezTo>
                    <a:pt x="116" y="33"/>
                    <a:pt x="115" y="29"/>
                    <a:pt x="115" y="29"/>
                  </a:cubicBezTo>
                  <a:moveTo>
                    <a:pt x="20" y="26"/>
                  </a:moveTo>
                  <a:cubicBezTo>
                    <a:pt x="20" y="24"/>
                    <a:pt x="20" y="24"/>
                    <a:pt x="20" y="24"/>
                  </a:cubicBezTo>
                  <a:lnTo>
                    <a:pt x="20" y="26"/>
                  </a:lnTo>
                  <a:close/>
                  <a:moveTo>
                    <a:pt x="12" y="44"/>
                  </a:moveTo>
                  <a:cubicBezTo>
                    <a:pt x="12" y="45"/>
                    <a:pt x="12" y="45"/>
                    <a:pt x="12" y="45"/>
                  </a:cubicBezTo>
                  <a:cubicBezTo>
                    <a:pt x="10" y="53"/>
                    <a:pt x="5" y="54"/>
                    <a:pt x="5" y="60"/>
                  </a:cubicBezTo>
                  <a:cubicBezTo>
                    <a:pt x="5" y="60"/>
                    <a:pt x="6" y="62"/>
                    <a:pt x="7" y="63"/>
                  </a:cubicBezTo>
                  <a:cubicBezTo>
                    <a:pt x="9" y="63"/>
                    <a:pt x="8" y="62"/>
                    <a:pt x="9" y="61"/>
                  </a:cubicBezTo>
                  <a:cubicBezTo>
                    <a:pt x="10" y="59"/>
                    <a:pt x="10" y="58"/>
                    <a:pt x="12" y="56"/>
                  </a:cubicBezTo>
                  <a:cubicBezTo>
                    <a:pt x="14" y="55"/>
                    <a:pt x="16" y="53"/>
                    <a:pt x="17" y="51"/>
                  </a:cubicBezTo>
                  <a:cubicBezTo>
                    <a:pt x="17" y="50"/>
                    <a:pt x="18" y="49"/>
                    <a:pt x="18" y="48"/>
                  </a:cubicBezTo>
                  <a:cubicBezTo>
                    <a:pt x="18" y="47"/>
                    <a:pt x="18" y="47"/>
                    <a:pt x="18" y="47"/>
                  </a:cubicBezTo>
                  <a:cubicBezTo>
                    <a:pt x="17" y="47"/>
                    <a:pt x="16" y="47"/>
                    <a:pt x="15" y="47"/>
                  </a:cubicBezTo>
                  <a:cubicBezTo>
                    <a:pt x="15" y="47"/>
                    <a:pt x="15" y="45"/>
                    <a:pt x="16" y="43"/>
                  </a:cubicBezTo>
                  <a:cubicBezTo>
                    <a:pt x="16" y="43"/>
                    <a:pt x="15" y="44"/>
                    <a:pt x="12" y="44"/>
                  </a:cubicBezTo>
                  <a:moveTo>
                    <a:pt x="21" y="34"/>
                  </a:moveTo>
                  <a:cubicBezTo>
                    <a:pt x="21" y="33"/>
                    <a:pt x="21" y="33"/>
                    <a:pt x="21" y="31"/>
                  </a:cubicBezTo>
                  <a:cubicBezTo>
                    <a:pt x="21" y="31"/>
                    <a:pt x="21" y="29"/>
                    <a:pt x="20" y="27"/>
                  </a:cubicBezTo>
                  <a:cubicBezTo>
                    <a:pt x="20" y="27"/>
                    <a:pt x="19" y="29"/>
                    <a:pt x="18" y="29"/>
                  </a:cubicBezTo>
                  <a:cubicBezTo>
                    <a:pt x="18" y="29"/>
                    <a:pt x="16" y="33"/>
                    <a:pt x="21" y="34"/>
                  </a:cubicBezTo>
                  <a:moveTo>
                    <a:pt x="9" y="35"/>
                  </a:moveTo>
                  <a:cubicBezTo>
                    <a:pt x="9" y="35"/>
                    <a:pt x="9" y="35"/>
                    <a:pt x="9" y="35"/>
                  </a:cubicBezTo>
                  <a:cubicBezTo>
                    <a:pt x="9" y="35"/>
                    <a:pt x="9" y="35"/>
                    <a:pt x="9" y="35"/>
                  </a:cubicBezTo>
                  <a:close/>
                  <a:moveTo>
                    <a:pt x="44" y="50"/>
                  </a:moveTo>
                  <a:cubicBezTo>
                    <a:pt x="44" y="50"/>
                    <a:pt x="44" y="50"/>
                    <a:pt x="44" y="50"/>
                  </a:cubicBezTo>
                  <a:cubicBezTo>
                    <a:pt x="43" y="52"/>
                    <a:pt x="43" y="52"/>
                    <a:pt x="43" y="52"/>
                  </a:cubicBezTo>
                  <a:lnTo>
                    <a:pt x="44" y="50"/>
                  </a:lnTo>
                  <a:close/>
                  <a:moveTo>
                    <a:pt x="45" y="47"/>
                  </a:moveTo>
                  <a:cubicBezTo>
                    <a:pt x="45" y="47"/>
                    <a:pt x="45" y="47"/>
                    <a:pt x="45" y="47"/>
                  </a:cubicBezTo>
                  <a:cubicBezTo>
                    <a:pt x="45" y="47"/>
                    <a:pt x="45" y="47"/>
                    <a:pt x="45" y="47"/>
                  </a:cubicBezTo>
                  <a:cubicBezTo>
                    <a:pt x="45" y="48"/>
                    <a:pt x="45" y="48"/>
                    <a:pt x="45" y="48"/>
                  </a:cubicBezTo>
                  <a:cubicBezTo>
                    <a:pt x="45" y="48"/>
                    <a:pt x="45" y="48"/>
                    <a:pt x="45" y="48"/>
                  </a:cubicBezTo>
                  <a:lnTo>
                    <a:pt x="45" y="47"/>
                  </a:lnTo>
                  <a:close/>
                  <a:moveTo>
                    <a:pt x="40" y="61"/>
                  </a:moveTo>
                  <a:cubicBezTo>
                    <a:pt x="40" y="62"/>
                    <a:pt x="40" y="62"/>
                    <a:pt x="40" y="62"/>
                  </a:cubicBezTo>
                  <a:cubicBezTo>
                    <a:pt x="40" y="63"/>
                    <a:pt x="40" y="63"/>
                    <a:pt x="40" y="63"/>
                  </a:cubicBezTo>
                  <a:cubicBezTo>
                    <a:pt x="40" y="63"/>
                    <a:pt x="40" y="63"/>
                    <a:pt x="40" y="63"/>
                  </a:cubicBezTo>
                  <a:cubicBezTo>
                    <a:pt x="42" y="56"/>
                    <a:pt x="42" y="56"/>
                    <a:pt x="42" y="56"/>
                  </a:cubicBezTo>
                  <a:cubicBezTo>
                    <a:pt x="42" y="56"/>
                    <a:pt x="42" y="56"/>
                    <a:pt x="42" y="56"/>
                  </a:cubicBezTo>
                  <a:cubicBezTo>
                    <a:pt x="42" y="57"/>
                    <a:pt x="41" y="58"/>
                    <a:pt x="41" y="59"/>
                  </a:cubicBezTo>
                  <a:lnTo>
                    <a:pt x="40" y="61"/>
                  </a:lnTo>
                  <a:close/>
                  <a:moveTo>
                    <a:pt x="72" y="0"/>
                  </a:moveTo>
                  <a:cubicBezTo>
                    <a:pt x="113" y="136"/>
                    <a:pt x="113" y="136"/>
                    <a:pt x="113" y="136"/>
                  </a:cubicBezTo>
                  <a:cubicBezTo>
                    <a:pt x="124" y="123"/>
                    <a:pt x="132" y="105"/>
                    <a:pt x="132" y="82"/>
                  </a:cubicBezTo>
                  <a:cubicBezTo>
                    <a:pt x="132" y="0"/>
                    <a:pt x="132" y="0"/>
                    <a:pt x="132" y="0"/>
                  </a:cubicBezTo>
                  <a:lnTo>
                    <a:pt x="72" y="0"/>
                  </a:lnTo>
                  <a:close/>
                  <a:moveTo>
                    <a:pt x="131" y="49"/>
                  </a:moveTo>
                  <a:cubicBezTo>
                    <a:pt x="132" y="53"/>
                    <a:pt x="127" y="52"/>
                    <a:pt x="127" y="52"/>
                  </a:cubicBezTo>
                  <a:cubicBezTo>
                    <a:pt x="128" y="52"/>
                    <a:pt x="129" y="50"/>
                    <a:pt x="129" y="49"/>
                  </a:cubicBezTo>
                  <a:cubicBezTo>
                    <a:pt x="129" y="48"/>
                    <a:pt x="127" y="46"/>
                    <a:pt x="126" y="44"/>
                  </a:cubicBezTo>
                  <a:cubicBezTo>
                    <a:pt x="125" y="41"/>
                    <a:pt x="128" y="40"/>
                    <a:pt x="128" y="40"/>
                  </a:cubicBezTo>
                  <a:cubicBezTo>
                    <a:pt x="129" y="39"/>
                    <a:pt x="129" y="39"/>
                    <a:pt x="129" y="39"/>
                  </a:cubicBezTo>
                  <a:cubicBezTo>
                    <a:pt x="129" y="37"/>
                    <a:pt x="127" y="36"/>
                    <a:pt x="126" y="37"/>
                  </a:cubicBezTo>
                  <a:cubicBezTo>
                    <a:pt x="126" y="37"/>
                    <a:pt x="125" y="36"/>
                    <a:pt x="124" y="37"/>
                  </a:cubicBezTo>
                  <a:cubicBezTo>
                    <a:pt x="124" y="38"/>
                    <a:pt x="124" y="38"/>
                    <a:pt x="124" y="38"/>
                  </a:cubicBezTo>
                  <a:cubicBezTo>
                    <a:pt x="123" y="39"/>
                    <a:pt x="123" y="39"/>
                    <a:pt x="123" y="39"/>
                  </a:cubicBezTo>
                  <a:cubicBezTo>
                    <a:pt x="123" y="39"/>
                    <a:pt x="123" y="41"/>
                    <a:pt x="123" y="42"/>
                  </a:cubicBezTo>
                  <a:cubicBezTo>
                    <a:pt x="123" y="49"/>
                    <a:pt x="130" y="55"/>
                    <a:pt x="130" y="60"/>
                  </a:cubicBezTo>
                  <a:cubicBezTo>
                    <a:pt x="130" y="64"/>
                    <a:pt x="126" y="67"/>
                    <a:pt x="126" y="67"/>
                  </a:cubicBezTo>
                  <a:cubicBezTo>
                    <a:pt x="127" y="69"/>
                    <a:pt x="127" y="69"/>
                    <a:pt x="127" y="69"/>
                  </a:cubicBezTo>
                  <a:cubicBezTo>
                    <a:pt x="126" y="69"/>
                    <a:pt x="126" y="69"/>
                    <a:pt x="126" y="69"/>
                  </a:cubicBezTo>
                  <a:cubicBezTo>
                    <a:pt x="127" y="71"/>
                    <a:pt x="127" y="71"/>
                    <a:pt x="127" y="71"/>
                  </a:cubicBezTo>
                  <a:cubicBezTo>
                    <a:pt x="125" y="71"/>
                    <a:pt x="125" y="71"/>
                    <a:pt x="125" y="71"/>
                  </a:cubicBezTo>
                  <a:cubicBezTo>
                    <a:pt x="126" y="72"/>
                    <a:pt x="126" y="72"/>
                    <a:pt x="126" y="72"/>
                  </a:cubicBezTo>
                  <a:cubicBezTo>
                    <a:pt x="125" y="72"/>
                    <a:pt x="125" y="72"/>
                    <a:pt x="125" y="72"/>
                  </a:cubicBezTo>
                  <a:cubicBezTo>
                    <a:pt x="125" y="74"/>
                    <a:pt x="125" y="74"/>
                    <a:pt x="125" y="74"/>
                  </a:cubicBezTo>
                  <a:cubicBezTo>
                    <a:pt x="124" y="74"/>
                    <a:pt x="124" y="74"/>
                    <a:pt x="124" y="74"/>
                  </a:cubicBezTo>
                  <a:cubicBezTo>
                    <a:pt x="125" y="75"/>
                    <a:pt x="125" y="75"/>
                    <a:pt x="125" y="75"/>
                  </a:cubicBezTo>
                  <a:cubicBezTo>
                    <a:pt x="123" y="75"/>
                    <a:pt x="123" y="75"/>
                    <a:pt x="123" y="75"/>
                  </a:cubicBezTo>
                  <a:cubicBezTo>
                    <a:pt x="124" y="78"/>
                    <a:pt x="124" y="78"/>
                    <a:pt x="124" y="78"/>
                  </a:cubicBezTo>
                  <a:cubicBezTo>
                    <a:pt x="123" y="78"/>
                    <a:pt x="123" y="78"/>
                    <a:pt x="123" y="78"/>
                  </a:cubicBezTo>
                  <a:cubicBezTo>
                    <a:pt x="124" y="80"/>
                    <a:pt x="124" y="80"/>
                    <a:pt x="124" y="80"/>
                  </a:cubicBezTo>
                  <a:cubicBezTo>
                    <a:pt x="125" y="83"/>
                    <a:pt x="125" y="83"/>
                    <a:pt x="125" y="83"/>
                  </a:cubicBezTo>
                  <a:cubicBezTo>
                    <a:pt x="125" y="84"/>
                    <a:pt x="125" y="85"/>
                    <a:pt x="125" y="87"/>
                  </a:cubicBezTo>
                  <a:cubicBezTo>
                    <a:pt x="125" y="88"/>
                    <a:pt x="125" y="89"/>
                    <a:pt x="125" y="89"/>
                  </a:cubicBezTo>
                  <a:cubicBezTo>
                    <a:pt x="126" y="94"/>
                    <a:pt x="126" y="94"/>
                    <a:pt x="126" y="94"/>
                  </a:cubicBezTo>
                  <a:cubicBezTo>
                    <a:pt x="125" y="96"/>
                    <a:pt x="125" y="96"/>
                    <a:pt x="125" y="96"/>
                  </a:cubicBezTo>
                  <a:cubicBezTo>
                    <a:pt x="125" y="100"/>
                    <a:pt x="125" y="100"/>
                    <a:pt x="125" y="100"/>
                  </a:cubicBezTo>
                  <a:cubicBezTo>
                    <a:pt x="123" y="101"/>
                    <a:pt x="123" y="101"/>
                    <a:pt x="123" y="101"/>
                  </a:cubicBezTo>
                  <a:cubicBezTo>
                    <a:pt x="122" y="101"/>
                    <a:pt x="120" y="101"/>
                    <a:pt x="118" y="101"/>
                  </a:cubicBezTo>
                  <a:cubicBezTo>
                    <a:pt x="117" y="101"/>
                    <a:pt x="116" y="100"/>
                    <a:pt x="114" y="99"/>
                  </a:cubicBezTo>
                  <a:cubicBezTo>
                    <a:pt x="113" y="98"/>
                    <a:pt x="113" y="99"/>
                    <a:pt x="113" y="98"/>
                  </a:cubicBezTo>
                  <a:cubicBezTo>
                    <a:pt x="115" y="96"/>
                    <a:pt x="115" y="96"/>
                    <a:pt x="115" y="96"/>
                  </a:cubicBezTo>
                  <a:cubicBezTo>
                    <a:pt x="116" y="96"/>
                    <a:pt x="117" y="96"/>
                    <a:pt x="118" y="96"/>
                  </a:cubicBezTo>
                  <a:cubicBezTo>
                    <a:pt x="119" y="96"/>
                    <a:pt x="119" y="97"/>
                    <a:pt x="121" y="97"/>
                  </a:cubicBezTo>
                  <a:cubicBezTo>
                    <a:pt x="122" y="97"/>
                    <a:pt x="122" y="95"/>
                    <a:pt x="122" y="94"/>
                  </a:cubicBezTo>
                  <a:cubicBezTo>
                    <a:pt x="122" y="93"/>
                    <a:pt x="123" y="92"/>
                    <a:pt x="122" y="91"/>
                  </a:cubicBezTo>
                  <a:cubicBezTo>
                    <a:pt x="121" y="89"/>
                    <a:pt x="121" y="88"/>
                    <a:pt x="121" y="87"/>
                  </a:cubicBezTo>
                  <a:cubicBezTo>
                    <a:pt x="121" y="86"/>
                    <a:pt x="121" y="86"/>
                    <a:pt x="120" y="85"/>
                  </a:cubicBezTo>
                  <a:cubicBezTo>
                    <a:pt x="119" y="84"/>
                    <a:pt x="119" y="83"/>
                    <a:pt x="119" y="82"/>
                  </a:cubicBezTo>
                  <a:cubicBezTo>
                    <a:pt x="119" y="81"/>
                    <a:pt x="119" y="80"/>
                    <a:pt x="118" y="79"/>
                  </a:cubicBezTo>
                  <a:cubicBezTo>
                    <a:pt x="117" y="78"/>
                    <a:pt x="116" y="75"/>
                    <a:pt x="115" y="75"/>
                  </a:cubicBezTo>
                  <a:cubicBezTo>
                    <a:pt x="115" y="74"/>
                    <a:pt x="114" y="72"/>
                    <a:pt x="114" y="72"/>
                  </a:cubicBezTo>
                  <a:cubicBezTo>
                    <a:pt x="113" y="70"/>
                    <a:pt x="113" y="70"/>
                    <a:pt x="113" y="70"/>
                  </a:cubicBezTo>
                  <a:cubicBezTo>
                    <a:pt x="111" y="69"/>
                    <a:pt x="111" y="69"/>
                    <a:pt x="111" y="69"/>
                  </a:cubicBezTo>
                  <a:cubicBezTo>
                    <a:pt x="110" y="68"/>
                    <a:pt x="110" y="68"/>
                    <a:pt x="110" y="68"/>
                  </a:cubicBezTo>
                  <a:cubicBezTo>
                    <a:pt x="110" y="69"/>
                    <a:pt x="110" y="69"/>
                    <a:pt x="110" y="69"/>
                  </a:cubicBezTo>
                  <a:cubicBezTo>
                    <a:pt x="110" y="70"/>
                    <a:pt x="110" y="70"/>
                    <a:pt x="110" y="70"/>
                  </a:cubicBezTo>
                  <a:cubicBezTo>
                    <a:pt x="111" y="72"/>
                    <a:pt x="111" y="72"/>
                    <a:pt x="111" y="72"/>
                  </a:cubicBezTo>
                  <a:cubicBezTo>
                    <a:pt x="111" y="74"/>
                    <a:pt x="111" y="74"/>
                    <a:pt x="111" y="74"/>
                  </a:cubicBezTo>
                  <a:cubicBezTo>
                    <a:pt x="109" y="75"/>
                    <a:pt x="109" y="75"/>
                    <a:pt x="109" y="75"/>
                  </a:cubicBezTo>
                  <a:cubicBezTo>
                    <a:pt x="107" y="77"/>
                    <a:pt x="107" y="77"/>
                    <a:pt x="107" y="77"/>
                  </a:cubicBezTo>
                  <a:cubicBezTo>
                    <a:pt x="106" y="79"/>
                    <a:pt x="106" y="79"/>
                    <a:pt x="106" y="79"/>
                  </a:cubicBezTo>
                  <a:cubicBezTo>
                    <a:pt x="105" y="79"/>
                    <a:pt x="105" y="79"/>
                    <a:pt x="105" y="79"/>
                  </a:cubicBezTo>
                  <a:cubicBezTo>
                    <a:pt x="105" y="79"/>
                    <a:pt x="104" y="81"/>
                    <a:pt x="103" y="82"/>
                  </a:cubicBezTo>
                  <a:cubicBezTo>
                    <a:pt x="103" y="83"/>
                    <a:pt x="102" y="83"/>
                    <a:pt x="101" y="83"/>
                  </a:cubicBezTo>
                  <a:cubicBezTo>
                    <a:pt x="100" y="83"/>
                    <a:pt x="98" y="81"/>
                    <a:pt x="98" y="80"/>
                  </a:cubicBezTo>
                  <a:cubicBezTo>
                    <a:pt x="97" y="79"/>
                    <a:pt x="96" y="76"/>
                    <a:pt x="96" y="76"/>
                  </a:cubicBezTo>
                  <a:cubicBezTo>
                    <a:pt x="96" y="73"/>
                    <a:pt x="96" y="73"/>
                    <a:pt x="96" y="73"/>
                  </a:cubicBezTo>
                  <a:cubicBezTo>
                    <a:pt x="98" y="74"/>
                    <a:pt x="98" y="74"/>
                    <a:pt x="98" y="74"/>
                  </a:cubicBezTo>
                  <a:cubicBezTo>
                    <a:pt x="99" y="75"/>
                    <a:pt x="99" y="75"/>
                    <a:pt x="99" y="75"/>
                  </a:cubicBezTo>
                  <a:cubicBezTo>
                    <a:pt x="100" y="76"/>
                    <a:pt x="100" y="76"/>
                    <a:pt x="100" y="76"/>
                  </a:cubicBezTo>
                  <a:cubicBezTo>
                    <a:pt x="100" y="78"/>
                    <a:pt x="100" y="78"/>
                    <a:pt x="100" y="78"/>
                  </a:cubicBezTo>
                  <a:cubicBezTo>
                    <a:pt x="101" y="79"/>
                    <a:pt x="101" y="79"/>
                    <a:pt x="101" y="79"/>
                  </a:cubicBezTo>
                  <a:cubicBezTo>
                    <a:pt x="101" y="78"/>
                    <a:pt x="101" y="78"/>
                    <a:pt x="102" y="78"/>
                  </a:cubicBezTo>
                  <a:cubicBezTo>
                    <a:pt x="103" y="77"/>
                    <a:pt x="105" y="75"/>
                    <a:pt x="105" y="74"/>
                  </a:cubicBezTo>
                  <a:cubicBezTo>
                    <a:pt x="106" y="73"/>
                    <a:pt x="107" y="72"/>
                    <a:pt x="106" y="70"/>
                  </a:cubicBezTo>
                  <a:cubicBezTo>
                    <a:pt x="105" y="69"/>
                    <a:pt x="103" y="67"/>
                    <a:pt x="102" y="66"/>
                  </a:cubicBezTo>
                  <a:cubicBezTo>
                    <a:pt x="100" y="65"/>
                    <a:pt x="102" y="64"/>
                    <a:pt x="102" y="64"/>
                  </a:cubicBezTo>
                  <a:cubicBezTo>
                    <a:pt x="100" y="64"/>
                    <a:pt x="100" y="62"/>
                    <a:pt x="100" y="62"/>
                  </a:cubicBezTo>
                  <a:cubicBezTo>
                    <a:pt x="101" y="56"/>
                    <a:pt x="107" y="58"/>
                    <a:pt x="108" y="58"/>
                  </a:cubicBezTo>
                  <a:cubicBezTo>
                    <a:pt x="108" y="58"/>
                    <a:pt x="107" y="57"/>
                    <a:pt x="107" y="56"/>
                  </a:cubicBezTo>
                  <a:cubicBezTo>
                    <a:pt x="106" y="55"/>
                    <a:pt x="103" y="54"/>
                    <a:pt x="103" y="53"/>
                  </a:cubicBezTo>
                  <a:cubicBezTo>
                    <a:pt x="103" y="52"/>
                    <a:pt x="103" y="52"/>
                    <a:pt x="103" y="52"/>
                  </a:cubicBezTo>
                  <a:cubicBezTo>
                    <a:pt x="100" y="53"/>
                    <a:pt x="99" y="57"/>
                    <a:pt x="99" y="57"/>
                  </a:cubicBezTo>
                  <a:cubicBezTo>
                    <a:pt x="98" y="56"/>
                    <a:pt x="98" y="55"/>
                    <a:pt x="98" y="54"/>
                  </a:cubicBezTo>
                  <a:cubicBezTo>
                    <a:pt x="96" y="54"/>
                    <a:pt x="96" y="54"/>
                    <a:pt x="96" y="54"/>
                  </a:cubicBezTo>
                  <a:cubicBezTo>
                    <a:pt x="95" y="54"/>
                    <a:pt x="95" y="55"/>
                    <a:pt x="94" y="55"/>
                  </a:cubicBezTo>
                  <a:cubicBezTo>
                    <a:pt x="93" y="56"/>
                    <a:pt x="93" y="56"/>
                    <a:pt x="92" y="57"/>
                  </a:cubicBezTo>
                  <a:cubicBezTo>
                    <a:pt x="93" y="58"/>
                    <a:pt x="93" y="58"/>
                    <a:pt x="93" y="58"/>
                  </a:cubicBezTo>
                  <a:cubicBezTo>
                    <a:pt x="94" y="59"/>
                    <a:pt x="94" y="59"/>
                    <a:pt x="94" y="59"/>
                  </a:cubicBezTo>
                  <a:cubicBezTo>
                    <a:pt x="94" y="61"/>
                    <a:pt x="94" y="61"/>
                    <a:pt x="94" y="61"/>
                  </a:cubicBezTo>
                  <a:cubicBezTo>
                    <a:pt x="94" y="62"/>
                    <a:pt x="94" y="62"/>
                    <a:pt x="94" y="62"/>
                  </a:cubicBezTo>
                  <a:cubicBezTo>
                    <a:pt x="94" y="63"/>
                    <a:pt x="94" y="63"/>
                    <a:pt x="94" y="63"/>
                  </a:cubicBezTo>
                  <a:cubicBezTo>
                    <a:pt x="92" y="63"/>
                    <a:pt x="92" y="63"/>
                    <a:pt x="92" y="63"/>
                  </a:cubicBezTo>
                  <a:cubicBezTo>
                    <a:pt x="93" y="63"/>
                    <a:pt x="93" y="63"/>
                    <a:pt x="93" y="63"/>
                  </a:cubicBezTo>
                  <a:cubicBezTo>
                    <a:pt x="93" y="62"/>
                    <a:pt x="93" y="62"/>
                    <a:pt x="93" y="62"/>
                  </a:cubicBezTo>
                  <a:cubicBezTo>
                    <a:pt x="92" y="61"/>
                    <a:pt x="92" y="61"/>
                    <a:pt x="92" y="61"/>
                  </a:cubicBezTo>
                  <a:cubicBezTo>
                    <a:pt x="91" y="59"/>
                    <a:pt x="91" y="59"/>
                    <a:pt x="91" y="59"/>
                  </a:cubicBezTo>
                  <a:cubicBezTo>
                    <a:pt x="91" y="58"/>
                    <a:pt x="91" y="57"/>
                    <a:pt x="90" y="56"/>
                  </a:cubicBezTo>
                  <a:cubicBezTo>
                    <a:pt x="89" y="53"/>
                    <a:pt x="89" y="53"/>
                    <a:pt x="89" y="53"/>
                  </a:cubicBezTo>
                  <a:cubicBezTo>
                    <a:pt x="88" y="50"/>
                    <a:pt x="88" y="50"/>
                    <a:pt x="88" y="50"/>
                  </a:cubicBezTo>
                  <a:cubicBezTo>
                    <a:pt x="88" y="48"/>
                    <a:pt x="88" y="48"/>
                    <a:pt x="88" y="48"/>
                  </a:cubicBezTo>
                  <a:cubicBezTo>
                    <a:pt x="88" y="47"/>
                    <a:pt x="88" y="47"/>
                    <a:pt x="88" y="47"/>
                  </a:cubicBezTo>
                  <a:cubicBezTo>
                    <a:pt x="88" y="47"/>
                    <a:pt x="88" y="47"/>
                    <a:pt x="88" y="47"/>
                  </a:cubicBezTo>
                  <a:cubicBezTo>
                    <a:pt x="87" y="47"/>
                    <a:pt x="87" y="47"/>
                    <a:pt x="87" y="47"/>
                  </a:cubicBezTo>
                  <a:cubicBezTo>
                    <a:pt x="88" y="46"/>
                    <a:pt x="88" y="46"/>
                    <a:pt x="88" y="46"/>
                  </a:cubicBezTo>
                  <a:cubicBezTo>
                    <a:pt x="89" y="46"/>
                    <a:pt x="89" y="46"/>
                    <a:pt x="89" y="46"/>
                  </a:cubicBezTo>
                  <a:cubicBezTo>
                    <a:pt x="90" y="47"/>
                    <a:pt x="90" y="47"/>
                    <a:pt x="90" y="47"/>
                  </a:cubicBezTo>
                  <a:cubicBezTo>
                    <a:pt x="91" y="47"/>
                    <a:pt x="91" y="47"/>
                    <a:pt x="91" y="47"/>
                  </a:cubicBezTo>
                  <a:cubicBezTo>
                    <a:pt x="92" y="48"/>
                    <a:pt x="92" y="48"/>
                    <a:pt x="92" y="48"/>
                  </a:cubicBezTo>
                  <a:cubicBezTo>
                    <a:pt x="92" y="49"/>
                    <a:pt x="92" y="49"/>
                    <a:pt x="92" y="49"/>
                  </a:cubicBezTo>
                  <a:cubicBezTo>
                    <a:pt x="92" y="50"/>
                    <a:pt x="92" y="50"/>
                    <a:pt x="92" y="50"/>
                  </a:cubicBezTo>
                  <a:cubicBezTo>
                    <a:pt x="92" y="51"/>
                    <a:pt x="92" y="51"/>
                    <a:pt x="92" y="51"/>
                  </a:cubicBezTo>
                  <a:cubicBezTo>
                    <a:pt x="91" y="53"/>
                    <a:pt x="91" y="53"/>
                    <a:pt x="91" y="53"/>
                  </a:cubicBezTo>
                  <a:cubicBezTo>
                    <a:pt x="92" y="54"/>
                    <a:pt x="92" y="54"/>
                    <a:pt x="92" y="54"/>
                  </a:cubicBezTo>
                  <a:cubicBezTo>
                    <a:pt x="94" y="53"/>
                    <a:pt x="94" y="53"/>
                    <a:pt x="94" y="53"/>
                  </a:cubicBezTo>
                  <a:cubicBezTo>
                    <a:pt x="94" y="53"/>
                    <a:pt x="96" y="52"/>
                    <a:pt x="97" y="51"/>
                  </a:cubicBezTo>
                  <a:cubicBezTo>
                    <a:pt x="97" y="50"/>
                    <a:pt x="97" y="50"/>
                    <a:pt x="97" y="50"/>
                  </a:cubicBezTo>
                  <a:cubicBezTo>
                    <a:pt x="95" y="48"/>
                    <a:pt x="95" y="48"/>
                    <a:pt x="95" y="48"/>
                  </a:cubicBezTo>
                  <a:cubicBezTo>
                    <a:pt x="98" y="48"/>
                    <a:pt x="99" y="49"/>
                    <a:pt x="99" y="49"/>
                  </a:cubicBezTo>
                  <a:cubicBezTo>
                    <a:pt x="99" y="49"/>
                    <a:pt x="99" y="49"/>
                    <a:pt x="99" y="49"/>
                  </a:cubicBezTo>
                  <a:cubicBezTo>
                    <a:pt x="99" y="48"/>
                    <a:pt x="97" y="46"/>
                    <a:pt x="95" y="43"/>
                  </a:cubicBezTo>
                  <a:cubicBezTo>
                    <a:pt x="95" y="41"/>
                    <a:pt x="95" y="41"/>
                    <a:pt x="95" y="41"/>
                  </a:cubicBezTo>
                  <a:cubicBezTo>
                    <a:pt x="94" y="40"/>
                    <a:pt x="92" y="39"/>
                    <a:pt x="92" y="39"/>
                  </a:cubicBezTo>
                  <a:cubicBezTo>
                    <a:pt x="91" y="39"/>
                    <a:pt x="92" y="35"/>
                    <a:pt x="90" y="33"/>
                  </a:cubicBezTo>
                  <a:cubicBezTo>
                    <a:pt x="87" y="32"/>
                    <a:pt x="87" y="35"/>
                    <a:pt x="87" y="35"/>
                  </a:cubicBezTo>
                  <a:cubicBezTo>
                    <a:pt x="87" y="31"/>
                    <a:pt x="88" y="31"/>
                    <a:pt x="89" y="31"/>
                  </a:cubicBezTo>
                  <a:cubicBezTo>
                    <a:pt x="88" y="30"/>
                    <a:pt x="88" y="30"/>
                    <a:pt x="88" y="30"/>
                  </a:cubicBezTo>
                  <a:cubicBezTo>
                    <a:pt x="88" y="29"/>
                    <a:pt x="88" y="28"/>
                    <a:pt x="88" y="27"/>
                  </a:cubicBezTo>
                  <a:cubicBezTo>
                    <a:pt x="87" y="26"/>
                    <a:pt x="86" y="25"/>
                    <a:pt x="86" y="25"/>
                  </a:cubicBezTo>
                  <a:cubicBezTo>
                    <a:pt x="86" y="25"/>
                    <a:pt x="86" y="25"/>
                    <a:pt x="86" y="25"/>
                  </a:cubicBezTo>
                  <a:cubicBezTo>
                    <a:pt x="86" y="27"/>
                    <a:pt x="86" y="27"/>
                    <a:pt x="86" y="27"/>
                  </a:cubicBezTo>
                  <a:cubicBezTo>
                    <a:pt x="86" y="29"/>
                    <a:pt x="86" y="29"/>
                    <a:pt x="86" y="29"/>
                  </a:cubicBezTo>
                  <a:cubicBezTo>
                    <a:pt x="85" y="29"/>
                    <a:pt x="85" y="29"/>
                    <a:pt x="85" y="29"/>
                  </a:cubicBezTo>
                  <a:cubicBezTo>
                    <a:pt x="85" y="29"/>
                    <a:pt x="85" y="29"/>
                    <a:pt x="85" y="29"/>
                  </a:cubicBezTo>
                  <a:cubicBezTo>
                    <a:pt x="84" y="30"/>
                    <a:pt x="84" y="30"/>
                    <a:pt x="84" y="30"/>
                  </a:cubicBezTo>
                  <a:cubicBezTo>
                    <a:pt x="83" y="30"/>
                    <a:pt x="83" y="30"/>
                    <a:pt x="83" y="30"/>
                  </a:cubicBezTo>
                  <a:cubicBezTo>
                    <a:pt x="84" y="29"/>
                    <a:pt x="84" y="29"/>
                    <a:pt x="84" y="29"/>
                  </a:cubicBezTo>
                  <a:cubicBezTo>
                    <a:pt x="84" y="29"/>
                    <a:pt x="84" y="29"/>
                    <a:pt x="84" y="29"/>
                  </a:cubicBezTo>
                  <a:cubicBezTo>
                    <a:pt x="84" y="28"/>
                    <a:pt x="84" y="28"/>
                    <a:pt x="84" y="28"/>
                  </a:cubicBezTo>
                  <a:cubicBezTo>
                    <a:pt x="85" y="26"/>
                    <a:pt x="85" y="26"/>
                    <a:pt x="85" y="26"/>
                  </a:cubicBezTo>
                  <a:cubicBezTo>
                    <a:pt x="86" y="22"/>
                    <a:pt x="86" y="22"/>
                    <a:pt x="86" y="22"/>
                  </a:cubicBezTo>
                  <a:cubicBezTo>
                    <a:pt x="85" y="19"/>
                    <a:pt x="85" y="19"/>
                    <a:pt x="85" y="19"/>
                  </a:cubicBezTo>
                  <a:cubicBezTo>
                    <a:pt x="84" y="16"/>
                    <a:pt x="84" y="16"/>
                    <a:pt x="84" y="16"/>
                  </a:cubicBezTo>
                  <a:cubicBezTo>
                    <a:pt x="84" y="14"/>
                    <a:pt x="84" y="14"/>
                    <a:pt x="84" y="14"/>
                  </a:cubicBezTo>
                  <a:cubicBezTo>
                    <a:pt x="84" y="14"/>
                    <a:pt x="84" y="14"/>
                    <a:pt x="84" y="14"/>
                  </a:cubicBezTo>
                  <a:cubicBezTo>
                    <a:pt x="84" y="14"/>
                    <a:pt x="84" y="14"/>
                    <a:pt x="84" y="14"/>
                  </a:cubicBezTo>
                  <a:cubicBezTo>
                    <a:pt x="83" y="13"/>
                    <a:pt x="83" y="13"/>
                    <a:pt x="83" y="13"/>
                  </a:cubicBezTo>
                  <a:cubicBezTo>
                    <a:pt x="85" y="12"/>
                    <a:pt x="85" y="14"/>
                    <a:pt x="85" y="14"/>
                  </a:cubicBezTo>
                  <a:cubicBezTo>
                    <a:pt x="85" y="14"/>
                    <a:pt x="85" y="14"/>
                    <a:pt x="85" y="14"/>
                  </a:cubicBezTo>
                  <a:cubicBezTo>
                    <a:pt x="85" y="14"/>
                    <a:pt x="85" y="14"/>
                    <a:pt x="85" y="14"/>
                  </a:cubicBezTo>
                  <a:cubicBezTo>
                    <a:pt x="87" y="16"/>
                    <a:pt x="87" y="16"/>
                    <a:pt x="87" y="16"/>
                  </a:cubicBezTo>
                  <a:cubicBezTo>
                    <a:pt x="87" y="15"/>
                    <a:pt x="87" y="15"/>
                    <a:pt x="87" y="15"/>
                  </a:cubicBezTo>
                  <a:cubicBezTo>
                    <a:pt x="87" y="13"/>
                    <a:pt x="87" y="13"/>
                    <a:pt x="87" y="13"/>
                  </a:cubicBezTo>
                  <a:cubicBezTo>
                    <a:pt x="87" y="13"/>
                    <a:pt x="87" y="13"/>
                    <a:pt x="87" y="13"/>
                  </a:cubicBezTo>
                  <a:cubicBezTo>
                    <a:pt x="88" y="12"/>
                    <a:pt x="87" y="11"/>
                    <a:pt x="87" y="11"/>
                  </a:cubicBezTo>
                  <a:cubicBezTo>
                    <a:pt x="87" y="11"/>
                    <a:pt x="87" y="11"/>
                    <a:pt x="87" y="11"/>
                  </a:cubicBezTo>
                  <a:cubicBezTo>
                    <a:pt x="88" y="11"/>
                    <a:pt x="88" y="13"/>
                    <a:pt x="88" y="13"/>
                  </a:cubicBezTo>
                  <a:cubicBezTo>
                    <a:pt x="89" y="14"/>
                    <a:pt x="89" y="14"/>
                    <a:pt x="89" y="14"/>
                  </a:cubicBezTo>
                  <a:cubicBezTo>
                    <a:pt x="89" y="14"/>
                    <a:pt x="89" y="14"/>
                    <a:pt x="89" y="14"/>
                  </a:cubicBezTo>
                  <a:cubicBezTo>
                    <a:pt x="89" y="14"/>
                    <a:pt x="89" y="14"/>
                    <a:pt x="89" y="14"/>
                  </a:cubicBezTo>
                  <a:cubicBezTo>
                    <a:pt x="89" y="12"/>
                    <a:pt x="89" y="12"/>
                    <a:pt x="89" y="12"/>
                  </a:cubicBezTo>
                  <a:cubicBezTo>
                    <a:pt x="89" y="12"/>
                    <a:pt x="89" y="12"/>
                    <a:pt x="89" y="12"/>
                  </a:cubicBezTo>
                  <a:cubicBezTo>
                    <a:pt x="90" y="13"/>
                    <a:pt x="90" y="14"/>
                    <a:pt x="90" y="14"/>
                  </a:cubicBezTo>
                  <a:cubicBezTo>
                    <a:pt x="90" y="14"/>
                    <a:pt x="90" y="14"/>
                    <a:pt x="90" y="14"/>
                  </a:cubicBezTo>
                  <a:cubicBezTo>
                    <a:pt x="91" y="16"/>
                    <a:pt x="91" y="16"/>
                    <a:pt x="91" y="16"/>
                  </a:cubicBezTo>
                  <a:cubicBezTo>
                    <a:pt x="91" y="16"/>
                    <a:pt x="90" y="17"/>
                    <a:pt x="89" y="18"/>
                  </a:cubicBezTo>
                  <a:cubicBezTo>
                    <a:pt x="89" y="19"/>
                    <a:pt x="89" y="20"/>
                    <a:pt x="88" y="21"/>
                  </a:cubicBezTo>
                  <a:cubicBezTo>
                    <a:pt x="88" y="23"/>
                    <a:pt x="89" y="25"/>
                    <a:pt x="90" y="27"/>
                  </a:cubicBezTo>
                  <a:cubicBezTo>
                    <a:pt x="90" y="28"/>
                    <a:pt x="90" y="28"/>
                    <a:pt x="90" y="28"/>
                  </a:cubicBezTo>
                  <a:cubicBezTo>
                    <a:pt x="90" y="28"/>
                    <a:pt x="90" y="28"/>
                    <a:pt x="90" y="28"/>
                  </a:cubicBezTo>
                  <a:cubicBezTo>
                    <a:pt x="91" y="30"/>
                    <a:pt x="91" y="30"/>
                    <a:pt x="91" y="30"/>
                  </a:cubicBezTo>
                  <a:cubicBezTo>
                    <a:pt x="91" y="28"/>
                    <a:pt x="93" y="27"/>
                    <a:pt x="93" y="27"/>
                  </a:cubicBezTo>
                  <a:cubicBezTo>
                    <a:pt x="93" y="27"/>
                    <a:pt x="93" y="29"/>
                    <a:pt x="93" y="30"/>
                  </a:cubicBezTo>
                  <a:cubicBezTo>
                    <a:pt x="94" y="31"/>
                    <a:pt x="94" y="31"/>
                    <a:pt x="94" y="32"/>
                  </a:cubicBezTo>
                  <a:cubicBezTo>
                    <a:pt x="96" y="35"/>
                    <a:pt x="96" y="35"/>
                    <a:pt x="96" y="35"/>
                  </a:cubicBezTo>
                  <a:cubicBezTo>
                    <a:pt x="96" y="34"/>
                    <a:pt x="97" y="32"/>
                    <a:pt x="98" y="31"/>
                  </a:cubicBezTo>
                  <a:cubicBezTo>
                    <a:pt x="99" y="30"/>
                    <a:pt x="101" y="28"/>
                    <a:pt x="102" y="27"/>
                  </a:cubicBezTo>
                  <a:cubicBezTo>
                    <a:pt x="103" y="26"/>
                    <a:pt x="105" y="25"/>
                    <a:pt x="105" y="24"/>
                  </a:cubicBezTo>
                  <a:cubicBezTo>
                    <a:pt x="105" y="23"/>
                    <a:pt x="105" y="23"/>
                    <a:pt x="105" y="23"/>
                  </a:cubicBezTo>
                  <a:cubicBezTo>
                    <a:pt x="105" y="23"/>
                    <a:pt x="105" y="23"/>
                    <a:pt x="105" y="23"/>
                  </a:cubicBezTo>
                  <a:cubicBezTo>
                    <a:pt x="102" y="23"/>
                    <a:pt x="102" y="23"/>
                    <a:pt x="102" y="23"/>
                  </a:cubicBezTo>
                  <a:cubicBezTo>
                    <a:pt x="102" y="23"/>
                    <a:pt x="101" y="24"/>
                    <a:pt x="100" y="24"/>
                  </a:cubicBezTo>
                  <a:cubicBezTo>
                    <a:pt x="98" y="24"/>
                    <a:pt x="98" y="23"/>
                    <a:pt x="97" y="23"/>
                  </a:cubicBezTo>
                  <a:cubicBezTo>
                    <a:pt x="97" y="22"/>
                    <a:pt x="97" y="22"/>
                    <a:pt x="97" y="22"/>
                  </a:cubicBezTo>
                  <a:cubicBezTo>
                    <a:pt x="99" y="22"/>
                    <a:pt x="99" y="22"/>
                    <a:pt x="99" y="22"/>
                  </a:cubicBezTo>
                  <a:cubicBezTo>
                    <a:pt x="100" y="21"/>
                    <a:pt x="100" y="21"/>
                    <a:pt x="100" y="21"/>
                  </a:cubicBezTo>
                  <a:cubicBezTo>
                    <a:pt x="101" y="20"/>
                    <a:pt x="101" y="20"/>
                    <a:pt x="101" y="20"/>
                  </a:cubicBezTo>
                  <a:cubicBezTo>
                    <a:pt x="99" y="18"/>
                    <a:pt x="99" y="18"/>
                    <a:pt x="99" y="18"/>
                  </a:cubicBezTo>
                  <a:cubicBezTo>
                    <a:pt x="97" y="19"/>
                    <a:pt x="97" y="19"/>
                    <a:pt x="97" y="19"/>
                  </a:cubicBezTo>
                  <a:cubicBezTo>
                    <a:pt x="97" y="19"/>
                    <a:pt x="97" y="16"/>
                    <a:pt x="99" y="16"/>
                  </a:cubicBezTo>
                  <a:cubicBezTo>
                    <a:pt x="102" y="16"/>
                    <a:pt x="102" y="16"/>
                    <a:pt x="102" y="16"/>
                  </a:cubicBezTo>
                  <a:cubicBezTo>
                    <a:pt x="102" y="16"/>
                    <a:pt x="103" y="14"/>
                    <a:pt x="104" y="14"/>
                  </a:cubicBezTo>
                  <a:cubicBezTo>
                    <a:pt x="105" y="14"/>
                    <a:pt x="106" y="14"/>
                    <a:pt x="107" y="14"/>
                  </a:cubicBezTo>
                  <a:cubicBezTo>
                    <a:pt x="108" y="15"/>
                    <a:pt x="108" y="15"/>
                    <a:pt x="108" y="15"/>
                  </a:cubicBezTo>
                  <a:cubicBezTo>
                    <a:pt x="107" y="14"/>
                    <a:pt x="107" y="14"/>
                    <a:pt x="107" y="14"/>
                  </a:cubicBezTo>
                  <a:cubicBezTo>
                    <a:pt x="109" y="14"/>
                    <a:pt x="109" y="14"/>
                    <a:pt x="109" y="14"/>
                  </a:cubicBezTo>
                  <a:cubicBezTo>
                    <a:pt x="110" y="15"/>
                    <a:pt x="110" y="15"/>
                    <a:pt x="110" y="15"/>
                  </a:cubicBezTo>
                  <a:cubicBezTo>
                    <a:pt x="109" y="15"/>
                    <a:pt x="109" y="15"/>
                    <a:pt x="109" y="15"/>
                  </a:cubicBezTo>
                  <a:cubicBezTo>
                    <a:pt x="110" y="15"/>
                    <a:pt x="110" y="15"/>
                    <a:pt x="110" y="15"/>
                  </a:cubicBezTo>
                  <a:cubicBezTo>
                    <a:pt x="111" y="14"/>
                    <a:pt x="111" y="14"/>
                    <a:pt x="111" y="14"/>
                  </a:cubicBezTo>
                  <a:cubicBezTo>
                    <a:pt x="112" y="17"/>
                    <a:pt x="112" y="17"/>
                    <a:pt x="112" y="17"/>
                  </a:cubicBezTo>
                  <a:cubicBezTo>
                    <a:pt x="111" y="17"/>
                    <a:pt x="111" y="17"/>
                    <a:pt x="111" y="17"/>
                  </a:cubicBezTo>
                  <a:cubicBezTo>
                    <a:pt x="111" y="18"/>
                    <a:pt x="113" y="19"/>
                    <a:pt x="113" y="22"/>
                  </a:cubicBezTo>
                  <a:cubicBezTo>
                    <a:pt x="113" y="21"/>
                    <a:pt x="113" y="21"/>
                    <a:pt x="113" y="21"/>
                  </a:cubicBezTo>
                  <a:cubicBezTo>
                    <a:pt x="114" y="20"/>
                    <a:pt x="115" y="17"/>
                    <a:pt x="115" y="17"/>
                  </a:cubicBezTo>
                  <a:cubicBezTo>
                    <a:pt x="116" y="18"/>
                    <a:pt x="116" y="18"/>
                    <a:pt x="116" y="18"/>
                  </a:cubicBezTo>
                  <a:cubicBezTo>
                    <a:pt x="116" y="17"/>
                    <a:pt x="117" y="12"/>
                    <a:pt x="117" y="12"/>
                  </a:cubicBezTo>
                  <a:cubicBezTo>
                    <a:pt x="118" y="12"/>
                    <a:pt x="118" y="13"/>
                    <a:pt x="118" y="13"/>
                  </a:cubicBezTo>
                  <a:cubicBezTo>
                    <a:pt x="119" y="11"/>
                    <a:pt x="118" y="1"/>
                    <a:pt x="118" y="1"/>
                  </a:cubicBezTo>
                  <a:cubicBezTo>
                    <a:pt x="121" y="2"/>
                    <a:pt x="123" y="8"/>
                    <a:pt x="122" y="11"/>
                  </a:cubicBezTo>
                  <a:cubicBezTo>
                    <a:pt x="123" y="11"/>
                    <a:pt x="123" y="11"/>
                    <a:pt x="123" y="11"/>
                  </a:cubicBezTo>
                  <a:cubicBezTo>
                    <a:pt x="123" y="12"/>
                    <a:pt x="123" y="13"/>
                    <a:pt x="123" y="13"/>
                  </a:cubicBezTo>
                  <a:cubicBezTo>
                    <a:pt x="125" y="12"/>
                    <a:pt x="129" y="3"/>
                    <a:pt x="129" y="3"/>
                  </a:cubicBezTo>
                  <a:cubicBezTo>
                    <a:pt x="133" y="7"/>
                    <a:pt x="126" y="17"/>
                    <a:pt x="126" y="17"/>
                  </a:cubicBezTo>
                  <a:cubicBezTo>
                    <a:pt x="127" y="17"/>
                    <a:pt x="130" y="14"/>
                    <a:pt x="130" y="14"/>
                  </a:cubicBezTo>
                  <a:cubicBezTo>
                    <a:pt x="132" y="18"/>
                    <a:pt x="125" y="23"/>
                    <a:pt x="125" y="23"/>
                  </a:cubicBezTo>
                  <a:cubicBezTo>
                    <a:pt x="127" y="22"/>
                    <a:pt x="130" y="22"/>
                    <a:pt x="130" y="22"/>
                  </a:cubicBezTo>
                  <a:cubicBezTo>
                    <a:pt x="130" y="24"/>
                    <a:pt x="126" y="29"/>
                    <a:pt x="125" y="29"/>
                  </a:cubicBezTo>
                  <a:cubicBezTo>
                    <a:pt x="128" y="29"/>
                    <a:pt x="129" y="30"/>
                    <a:pt x="129" y="30"/>
                  </a:cubicBezTo>
                  <a:cubicBezTo>
                    <a:pt x="128" y="33"/>
                    <a:pt x="126" y="34"/>
                    <a:pt x="124" y="35"/>
                  </a:cubicBezTo>
                  <a:cubicBezTo>
                    <a:pt x="126" y="34"/>
                    <a:pt x="126" y="34"/>
                    <a:pt x="126" y="34"/>
                  </a:cubicBezTo>
                  <a:cubicBezTo>
                    <a:pt x="129" y="35"/>
                    <a:pt x="131" y="36"/>
                    <a:pt x="131" y="39"/>
                  </a:cubicBezTo>
                  <a:cubicBezTo>
                    <a:pt x="131" y="42"/>
                    <a:pt x="130" y="43"/>
                    <a:pt x="130" y="44"/>
                  </a:cubicBezTo>
                  <a:cubicBezTo>
                    <a:pt x="130" y="45"/>
                    <a:pt x="130" y="45"/>
                    <a:pt x="131" y="4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6" name="Freeform 35">
              <a:extLst>
                <a:ext uri="{FF2B5EF4-FFF2-40B4-BE49-F238E27FC236}">
                  <a16:creationId xmlns:a16="http://schemas.microsoft.com/office/drawing/2014/main" id="{0F7E33DF-DE4C-45D5-821E-C5C6AE765AAC}"/>
                </a:ext>
              </a:extLst>
            </p:cNvPr>
            <p:cNvSpPr>
              <a:spLocks noEditPoints="1"/>
            </p:cNvSpPr>
            <p:nvPr/>
          </p:nvSpPr>
          <p:spPr bwMode="auto">
            <a:xfrm>
              <a:off x="6200775" y="2614613"/>
              <a:ext cx="103188" cy="122238"/>
            </a:xfrm>
            <a:custGeom>
              <a:avLst/>
              <a:gdLst>
                <a:gd name="T0" fmla="*/ 21 w 48"/>
                <a:gd name="T1" fmla="*/ 19 h 56"/>
                <a:gd name="T2" fmla="*/ 23 w 48"/>
                <a:gd name="T3" fmla="*/ 4 h 56"/>
                <a:gd name="T4" fmla="*/ 19 w 48"/>
                <a:gd name="T5" fmla="*/ 21 h 56"/>
                <a:gd name="T6" fmla="*/ 7 w 48"/>
                <a:gd name="T7" fmla="*/ 22 h 56"/>
                <a:gd name="T8" fmla="*/ 25 w 48"/>
                <a:gd name="T9" fmla="*/ 24 h 56"/>
                <a:gd name="T10" fmla="*/ 42 w 48"/>
                <a:gd name="T11" fmla="*/ 23 h 56"/>
                <a:gd name="T12" fmla="*/ 43 w 48"/>
                <a:gd name="T13" fmla="*/ 23 h 56"/>
                <a:gd name="T14" fmla="*/ 25 w 48"/>
                <a:gd name="T15" fmla="*/ 23 h 56"/>
                <a:gd name="T16" fmla="*/ 31 w 48"/>
                <a:gd name="T17" fmla="*/ 17 h 56"/>
                <a:gd name="T18" fmla="*/ 24 w 48"/>
                <a:gd name="T19" fmla="*/ 22 h 56"/>
                <a:gd name="T20" fmla="*/ 24 w 48"/>
                <a:gd name="T21" fmla="*/ 4 h 56"/>
                <a:gd name="T22" fmla="*/ 24 w 48"/>
                <a:gd name="T23" fmla="*/ 4 h 56"/>
                <a:gd name="T24" fmla="*/ 24 w 48"/>
                <a:gd name="T25" fmla="*/ 22 h 56"/>
                <a:gd name="T26" fmla="*/ 17 w 48"/>
                <a:gd name="T27" fmla="*/ 17 h 56"/>
                <a:gd name="T28" fmla="*/ 23 w 48"/>
                <a:gd name="T29" fmla="*/ 23 h 56"/>
                <a:gd name="T30" fmla="*/ 7 w 48"/>
                <a:gd name="T31" fmla="*/ 23 h 56"/>
                <a:gd name="T32" fmla="*/ 5 w 48"/>
                <a:gd name="T33" fmla="*/ 23 h 56"/>
                <a:gd name="T34" fmla="*/ 6 w 48"/>
                <a:gd name="T35" fmla="*/ 23 h 56"/>
                <a:gd name="T36" fmla="*/ 18 w 48"/>
                <a:gd name="T37" fmla="*/ 28 h 56"/>
                <a:gd name="T38" fmla="*/ 19 w 48"/>
                <a:gd name="T39" fmla="*/ 29 h 56"/>
                <a:gd name="T40" fmla="*/ 24 w 48"/>
                <a:gd name="T41" fmla="*/ 49 h 56"/>
                <a:gd name="T42" fmla="*/ 24 w 48"/>
                <a:gd name="T43" fmla="*/ 50 h 56"/>
                <a:gd name="T44" fmla="*/ 24 w 48"/>
                <a:gd name="T45" fmla="*/ 25 h 56"/>
                <a:gd name="T46" fmla="*/ 29 w 48"/>
                <a:gd name="T47" fmla="*/ 29 h 56"/>
                <a:gd name="T48" fmla="*/ 30 w 48"/>
                <a:gd name="T49" fmla="*/ 28 h 56"/>
                <a:gd name="T50" fmla="*/ 44 w 48"/>
                <a:gd name="T51" fmla="*/ 23 h 56"/>
                <a:gd name="T52" fmla="*/ 26 w 48"/>
                <a:gd name="T53" fmla="*/ 24 h 56"/>
                <a:gd name="T54" fmla="*/ 48 w 48"/>
                <a:gd name="T55" fmla="*/ 23 h 56"/>
                <a:gd name="T56" fmla="*/ 43 w 48"/>
                <a:gd name="T57" fmla="*/ 22 h 56"/>
                <a:gd name="T58" fmla="*/ 44 w 48"/>
                <a:gd name="T59" fmla="*/ 23 h 56"/>
                <a:gd name="T60" fmla="*/ 24 w 48"/>
                <a:gd name="T61" fmla="*/ 50 h 56"/>
                <a:gd name="T62" fmla="*/ 23 w 48"/>
                <a:gd name="T63" fmla="*/ 25 h 56"/>
                <a:gd name="T64" fmla="*/ 24 w 48"/>
                <a:gd name="T65" fmla="*/ 56 h 56"/>
                <a:gd name="T66" fmla="*/ 28 w 48"/>
                <a:gd name="T67" fmla="*/ 29 h 56"/>
                <a:gd name="T68" fmla="*/ 25 w 48"/>
                <a:gd name="T69" fmla="*/ 49 h 56"/>
                <a:gd name="T70" fmla="*/ 6 w 48"/>
                <a:gd name="T71" fmla="*/ 24 h 56"/>
                <a:gd name="T72" fmla="*/ 6 w 48"/>
                <a:gd name="T73" fmla="*/ 22 h 56"/>
                <a:gd name="T74" fmla="*/ 0 w 48"/>
                <a:gd name="T75" fmla="*/ 23 h 56"/>
                <a:gd name="T76" fmla="*/ 22 w 48"/>
                <a:gd name="T77" fmla="*/ 24 h 56"/>
                <a:gd name="T78" fmla="*/ 43 w 48"/>
                <a:gd name="T79" fmla="*/ 22 h 56"/>
                <a:gd name="T80" fmla="*/ 26 w 48"/>
                <a:gd name="T81" fmla="*/ 22 h 56"/>
                <a:gd name="T82" fmla="*/ 25 w 48"/>
                <a:gd name="T83" fmla="*/ 4 h 56"/>
                <a:gd name="T84" fmla="*/ 25 w 48"/>
                <a:gd name="T85" fmla="*/ 21 h 56"/>
                <a:gd name="T86" fmla="*/ 24 w 48"/>
                <a:gd name="T87" fmla="*/ 0 h 56"/>
                <a:gd name="T88" fmla="*/ 23 w 48"/>
                <a:gd name="T89" fmla="*/ 4 h 56"/>
                <a:gd name="T90" fmla="*/ 24 w 48"/>
                <a:gd name="T91" fmla="*/ 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8" h="56">
                  <a:moveTo>
                    <a:pt x="23" y="4"/>
                  </a:moveTo>
                  <a:cubicBezTo>
                    <a:pt x="21" y="19"/>
                    <a:pt x="21" y="19"/>
                    <a:pt x="21" y="19"/>
                  </a:cubicBezTo>
                  <a:cubicBezTo>
                    <a:pt x="23" y="21"/>
                    <a:pt x="23" y="21"/>
                    <a:pt x="23" y="21"/>
                  </a:cubicBezTo>
                  <a:lnTo>
                    <a:pt x="23" y="4"/>
                  </a:lnTo>
                  <a:close/>
                  <a:moveTo>
                    <a:pt x="22" y="22"/>
                  </a:moveTo>
                  <a:cubicBezTo>
                    <a:pt x="19" y="21"/>
                    <a:pt x="19" y="21"/>
                    <a:pt x="19" y="21"/>
                  </a:cubicBezTo>
                  <a:cubicBezTo>
                    <a:pt x="7" y="22"/>
                    <a:pt x="7" y="22"/>
                    <a:pt x="7" y="22"/>
                  </a:cubicBezTo>
                  <a:cubicBezTo>
                    <a:pt x="7" y="22"/>
                    <a:pt x="7" y="22"/>
                    <a:pt x="7" y="22"/>
                  </a:cubicBezTo>
                  <a:cubicBezTo>
                    <a:pt x="10" y="22"/>
                    <a:pt x="19" y="22"/>
                    <a:pt x="22" y="22"/>
                  </a:cubicBezTo>
                  <a:moveTo>
                    <a:pt x="25" y="24"/>
                  </a:moveTo>
                  <a:cubicBezTo>
                    <a:pt x="26" y="24"/>
                    <a:pt x="26" y="24"/>
                    <a:pt x="26" y="24"/>
                  </a:cubicBezTo>
                  <a:cubicBezTo>
                    <a:pt x="26" y="24"/>
                    <a:pt x="40" y="23"/>
                    <a:pt x="42" y="23"/>
                  </a:cubicBezTo>
                  <a:cubicBezTo>
                    <a:pt x="43" y="23"/>
                    <a:pt x="43" y="23"/>
                    <a:pt x="43" y="23"/>
                  </a:cubicBezTo>
                  <a:cubicBezTo>
                    <a:pt x="43" y="23"/>
                    <a:pt x="43" y="23"/>
                    <a:pt x="43" y="23"/>
                  </a:cubicBezTo>
                  <a:cubicBezTo>
                    <a:pt x="43" y="23"/>
                    <a:pt x="43" y="23"/>
                    <a:pt x="43" y="23"/>
                  </a:cubicBezTo>
                  <a:cubicBezTo>
                    <a:pt x="25" y="23"/>
                    <a:pt x="25" y="23"/>
                    <a:pt x="25" y="23"/>
                  </a:cubicBezTo>
                  <a:cubicBezTo>
                    <a:pt x="30" y="18"/>
                    <a:pt x="30" y="18"/>
                    <a:pt x="30" y="18"/>
                  </a:cubicBezTo>
                  <a:cubicBezTo>
                    <a:pt x="31" y="17"/>
                    <a:pt x="31" y="17"/>
                    <a:pt x="31" y="17"/>
                  </a:cubicBezTo>
                  <a:cubicBezTo>
                    <a:pt x="29" y="17"/>
                    <a:pt x="29" y="17"/>
                    <a:pt x="29" y="17"/>
                  </a:cubicBezTo>
                  <a:cubicBezTo>
                    <a:pt x="24" y="22"/>
                    <a:pt x="24" y="22"/>
                    <a:pt x="24" y="22"/>
                  </a:cubicBezTo>
                  <a:cubicBezTo>
                    <a:pt x="24" y="22"/>
                    <a:pt x="24" y="22"/>
                    <a:pt x="24" y="22"/>
                  </a:cubicBezTo>
                  <a:cubicBezTo>
                    <a:pt x="24" y="4"/>
                    <a:pt x="24" y="4"/>
                    <a:pt x="24" y="4"/>
                  </a:cubicBezTo>
                  <a:cubicBezTo>
                    <a:pt x="24" y="4"/>
                    <a:pt x="24" y="4"/>
                    <a:pt x="24" y="4"/>
                  </a:cubicBezTo>
                  <a:cubicBezTo>
                    <a:pt x="24" y="4"/>
                    <a:pt x="24" y="4"/>
                    <a:pt x="24" y="4"/>
                  </a:cubicBezTo>
                  <a:cubicBezTo>
                    <a:pt x="24" y="4"/>
                    <a:pt x="24" y="4"/>
                    <a:pt x="24" y="4"/>
                  </a:cubicBezTo>
                  <a:cubicBezTo>
                    <a:pt x="24" y="22"/>
                    <a:pt x="24" y="22"/>
                    <a:pt x="24" y="22"/>
                  </a:cubicBezTo>
                  <a:cubicBezTo>
                    <a:pt x="19" y="18"/>
                    <a:pt x="19" y="18"/>
                    <a:pt x="19" y="18"/>
                  </a:cubicBezTo>
                  <a:cubicBezTo>
                    <a:pt x="17" y="17"/>
                    <a:pt x="17" y="17"/>
                    <a:pt x="17" y="17"/>
                  </a:cubicBezTo>
                  <a:cubicBezTo>
                    <a:pt x="18" y="18"/>
                    <a:pt x="18" y="18"/>
                    <a:pt x="18" y="18"/>
                  </a:cubicBezTo>
                  <a:cubicBezTo>
                    <a:pt x="23" y="23"/>
                    <a:pt x="23" y="23"/>
                    <a:pt x="23" y="23"/>
                  </a:cubicBezTo>
                  <a:cubicBezTo>
                    <a:pt x="22" y="23"/>
                    <a:pt x="22" y="23"/>
                    <a:pt x="22" y="23"/>
                  </a:cubicBezTo>
                  <a:cubicBezTo>
                    <a:pt x="22" y="23"/>
                    <a:pt x="10" y="23"/>
                    <a:pt x="7" y="23"/>
                  </a:cubicBezTo>
                  <a:cubicBezTo>
                    <a:pt x="6" y="23"/>
                    <a:pt x="6" y="23"/>
                    <a:pt x="6" y="23"/>
                  </a:cubicBezTo>
                  <a:cubicBezTo>
                    <a:pt x="5" y="23"/>
                    <a:pt x="5" y="23"/>
                    <a:pt x="5" y="23"/>
                  </a:cubicBezTo>
                  <a:cubicBezTo>
                    <a:pt x="6" y="23"/>
                    <a:pt x="6" y="23"/>
                    <a:pt x="6" y="23"/>
                  </a:cubicBezTo>
                  <a:cubicBezTo>
                    <a:pt x="6" y="23"/>
                    <a:pt x="6" y="23"/>
                    <a:pt x="6" y="23"/>
                  </a:cubicBezTo>
                  <a:cubicBezTo>
                    <a:pt x="23" y="23"/>
                    <a:pt x="23" y="23"/>
                    <a:pt x="23" y="23"/>
                  </a:cubicBezTo>
                  <a:cubicBezTo>
                    <a:pt x="18" y="28"/>
                    <a:pt x="18" y="28"/>
                    <a:pt x="18" y="28"/>
                  </a:cubicBezTo>
                  <a:cubicBezTo>
                    <a:pt x="17" y="30"/>
                    <a:pt x="17" y="30"/>
                    <a:pt x="17" y="30"/>
                  </a:cubicBezTo>
                  <a:cubicBezTo>
                    <a:pt x="19" y="29"/>
                    <a:pt x="19" y="29"/>
                    <a:pt x="19" y="29"/>
                  </a:cubicBezTo>
                  <a:cubicBezTo>
                    <a:pt x="24" y="24"/>
                    <a:pt x="24" y="24"/>
                    <a:pt x="24" y="24"/>
                  </a:cubicBezTo>
                  <a:cubicBezTo>
                    <a:pt x="24" y="49"/>
                    <a:pt x="24" y="49"/>
                    <a:pt x="24" y="49"/>
                  </a:cubicBezTo>
                  <a:cubicBezTo>
                    <a:pt x="24" y="50"/>
                    <a:pt x="24" y="50"/>
                    <a:pt x="24" y="50"/>
                  </a:cubicBezTo>
                  <a:cubicBezTo>
                    <a:pt x="24" y="50"/>
                    <a:pt x="24" y="50"/>
                    <a:pt x="24" y="50"/>
                  </a:cubicBezTo>
                  <a:cubicBezTo>
                    <a:pt x="24" y="49"/>
                    <a:pt x="24" y="49"/>
                    <a:pt x="24" y="49"/>
                  </a:cubicBezTo>
                  <a:cubicBezTo>
                    <a:pt x="24" y="25"/>
                    <a:pt x="24" y="25"/>
                    <a:pt x="24" y="25"/>
                  </a:cubicBezTo>
                  <a:cubicBezTo>
                    <a:pt x="24" y="24"/>
                    <a:pt x="24" y="24"/>
                    <a:pt x="24" y="24"/>
                  </a:cubicBezTo>
                  <a:cubicBezTo>
                    <a:pt x="29" y="29"/>
                    <a:pt x="29" y="29"/>
                    <a:pt x="29" y="29"/>
                  </a:cubicBezTo>
                  <a:cubicBezTo>
                    <a:pt x="30" y="30"/>
                    <a:pt x="30" y="30"/>
                    <a:pt x="30" y="30"/>
                  </a:cubicBezTo>
                  <a:cubicBezTo>
                    <a:pt x="30" y="28"/>
                    <a:pt x="30" y="28"/>
                    <a:pt x="30" y="28"/>
                  </a:cubicBezTo>
                  <a:lnTo>
                    <a:pt x="25" y="24"/>
                  </a:lnTo>
                  <a:close/>
                  <a:moveTo>
                    <a:pt x="44" y="23"/>
                  </a:moveTo>
                  <a:cubicBezTo>
                    <a:pt x="42" y="24"/>
                    <a:pt x="42" y="24"/>
                    <a:pt x="42" y="24"/>
                  </a:cubicBezTo>
                  <a:cubicBezTo>
                    <a:pt x="41" y="24"/>
                    <a:pt x="29" y="24"/>
                    <a:pt x="26" y="24"/>
                  </a:cubicBezTo>
                  <a:cubicBezTo>
                    <a:pt x="28" y="26"/>
                    <a:pt x="28" y="26"/>
                    <a:pt x="28" y="26"/>
                  </a:cubicBezTo>
                  <a:cubicBezTo>
                    <a:pt x="48" y="23"/>
                    <a:pt x="48" y="23"/>
                    <a:pt x="48" y="23"/>
                  </a:cubicBezTo>
                  <a:cubicBezTo>
                    <a:pt x="48" y="23"/>
                    <a:pt x="48" y="23"/>
                    <a:pt x="48" y="23"/>
                  </a:cubicBezTo>
                  <a:cubicBezTo>
                    <a:pt x="43" y="22"/>
                    <a:pt x="43" y="22"/>
                    <a:pt x="43" y="22"/>
                  </a:cubicBezTo>
                  <a:cubicBezTo>
                    <a:pt x="43" y="22"/>
                    <a:pt x="43" y="22"/>
                    <a:pt x="43" y="22"/>
                  </a:cubicBezTo>
                  <a:lnTo>
                    <a:pt x="44" y="23"/>
                  </a:lnTo>
                  <a:close/>
                  <a:moveTo>
                    <a:pt x="25" y="49"/>
                  </a:moveTo>
                  <a:cubicBezTo>
                    <a:pt x="25" y="50"/>
                    <a:pt x="25" y="50"/>
                    <a:pt x="24" y="50"/>
                  </a:cubicBezTo>
                  <a:cubicBezTo>
                    <a:pt x="23" y="49"/>
                    <a:pt x="23" y="49"/>
                    <a:pt x="23" y="49"/>
                  </a:cubicBezTo>
                  <a:cubicBezTo>
                    <a:pt x="23" y="25"/>
                    <a:pt x="23" y="25"/>
                    <a:pt x="23" y="25"/>
                  </a:cubicBezTo>
                  <a:cubicBezTo>
                    <a:pt x="20" y="28"/>
                    <a:pt x="20" y="28"/>
                    <a:pt x="20" y="28"/>
                  </a:cubicBezTo>
                  <a:cubicBezTo>
                    <a:pt x="24" y="56"/>
                    <a:pt x="24" y="56"/>
                    <a:pt x="24" y="56"/>
                  </a:cubicBezTo>
                  <a:cubicBezTo>
                    <a:pt x="24" y="56"/>
                    <a:pt x="24" y="56"/>
                    <a:pt x="24" y="56"/>
                  </a:cubicBezTo>
                  <a:cubicBezTo>
                    <a:pt x="28" y="29"/>
                    <a:pt x="28" y="29"/>
                    <a:pt x="28" y="29"/>
                  </a:cubicBezTo>
                  <a:cubicBezTo>
                    <a:pt x="25" y="25"/>
                    <a:pt x="25" y="25"/>
                    <a:pt x="25" y="25"/>
                  </a:cubicBezTo>
                  <a:lnTo>
                    <a:pt x="25" y="49"/>
                  </a:lnTo>
                  <a:close/>
                  <a:moveTo>
                    <a:pt x="22" y="24"/>
                  </a:moveTo>
                  <a:cubicBezTo>
                    <a:pt x="6" y="24"/>
                    <a:pt x="6" y="24"/>
                    <a:pt x="6" y="24"/>
                  </a:cubicBezTo>
                  <a:cubicBezTo>
                    <a:pt x="6" y="24"/>
                    <a:pt x="5" y="24"/>
                    <a:pt x="5" y="23"/>
                  </a:cubicBezTo>
                  <a:cubicBezTo>
                    <a:pt x="6" y="22"/>
                    <a:pt x="6" y="22"/>
                    <a:pt x="6" y="22"/>
                  </a:cubicBezTo>
                  <a:cubicBezTo>
                    <a:pt x="0" y="23"/>
                    <a:pt x="0" y="23"/>
                    <a:pt x="0" y="23"/>
                  </a:cubicBezTo>
                  <a:cubicBezTo>
                    <a:pt x="0" y="23"/>
                    <a:pt x="0" y="23"/>
                    <a:pt x="0" y="23"/>
                  </a:cubicBezTo>
                  <a:cubicBezTo>
                    <a:pt x="19" y="26"/>
                    <a:pt x="19" y="26"/>
                    <a:pt x="19" y="26"/>
                  </a:cubicBezTo>
                  <a:lnTo>
                    <a:pt x="22" y="24"/>
                  </a:lnTo>
                  <a:close/>
                  <a:moveTo>
                    <a:pt x="26" y="22"/>
                  </a:moveTo>
                  <a:cubicBezTo>
                    <a:pt x="43" y="22"/>
                    <a:pt x="43" y="22"/>
                    <a:pt x="43" y="22"/>
                  </a:cubicBezTo>
                  <a:cubicBezTo>
                    <a:pt x="28" y="20"/>
                    <a:pt x="28" y="20"/>
                    <a:pt x="28" y="20"/>
                  </a:cubicBezTo>
                  <a:lnTo>
                    <a:pt x="26" y="22"/>
                  </a:lnTo>
                  <a:close/>
                  <a:moveTo>
                    <a:pt x="24" y="4"/>
                  </a:moveTo>
                  <a:cubicBezTo>
                    <a:pt x="25" y="4"/>
                    <a:pt x="25" y="4"/>
                    <a:pt x="25" y="4"/>
                  </a:cubicBezTo>
                  <a:cubicBezTo>
                    <a:pt x="25" y="4"/>
                    <a:pt x="25" y="4"/>
                    <a:pt x="25" y="4"/>
                  </a:cubicBezTo>
                  <a:cubicBezTo>
                    <a:pt x="25" y="21"/>
                    <a:pt x="25" y="21"/>
                    <a:pt x="25" y="21"/>
                  </a:cubicBezTo>
                  <a:cubicBezTo>
                    <a:pt x="28" y="18"/>
                    <a:pt x="28" y="18"/>
                    <a:pt x="28" y="18"/>
                  </a:cubicBezTo>
                  <a:cubicBezTo>
                    <a:pt x="24" y="0"/>
                    <a:pt x="24" y="0"/>
                    <a:pt x="24" y="0"/>
                  </a:cubicBezTo>
                  <a:cubicBezTo>
                    <a:pt x="24" y="0"/>
                    <a:pt x="24" y="0"/>
                    <a:pt x="24" y="0"/>
                  </a:cubicBezTo>
                  <a:cubicBezTo>
                    <a:pt x="23" y="4"/>
                    <a:pt x="23" y="4"/>
                    <a:pt x="23" y="4"/>
                  </a:cubicBezTo>
                  <a:cubicBezTo>
                    <a:pt x="23" y="4"/>
                    <a:pt x="23" y="4"/>
                    <a:pt x="23" y="4"/>
                  </a:cubicBezTo>
                  <a:lnTo>
                    <a:pt x="2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70" name="Freeform 36">
              <a:extLst>
                <a:ext uri="{FF2B5EF4-FFF2-40B4-BE49-F238E27FC236}">
                  <a16:creationId xmlns:a16="http://schemas.microsoft.com/office/drawing/2014/main" id="{E86E4DC5-E5CD-4A06-A99D-DAE408561FD6}"/>
                </a:ext>
              </a:extLst>
            </p:cNvPr>
            <p:cNvSpPr>
              <a:spLocks noEditPoints="1"/>
            </p:cNvSpPr>
            <p:nvPr/>
          </p:nvSpPr>
          <p:spPr bwMode="auto">
            <a:xfrm>
              <a:off x="6197600" y="2746375"/>
              <a:ext cx="107950" cy="98425"/>
            </a:xfrm>
            <a:custGeom>
              <a:avLst/>
              <a:gdLst>
                <a:gd name="T0" fmla="*/ 14 w 50"/>
                <a:gd name="T1" fmla="*/ 20 h 45"/>
                <a:gd name="T2" fmla="*/ 15 w 50"/>
                <a:gd name="T3" fmla="*/ 11 h 45"/>
                <a:gd name="T4" fmla="*/ 13 w 50"/>
                <a:gd name="T5" fmla="*/ 27 h 45"/>
                <a:gd name="T6" fmla="*/ 22 w 50"/>
                <a:gd name="T7" fmla="*/ 14 h 45"/>
                <a:gd name="T8" fmla="*/ 37 w 50"/>
                <a:gd name="T9" fmla="*/ 24 h 45"/>
                <a:gd name="T10" fmla="*/ 25 w 50"/>
                <a:gd name="T11" fmla="*/ 24 h 45"/>
                <a:gd name="T12" fmla="*/ 43 w 50"/>
                <a:gd name="T13" fmla="*/ 31 h 45"/>
                <a:gd name="T14" fmla="*/ 25 w 50"/>
                <a:gd name="T15" fmla="*/ 22 h 45"/>
                <a:gd name="T16" fmla="*/ 38 w 50"/>
                <a:gd name="T17" fmla="*/ 3 h 45"/>
                <a:gd name="T18" fmla="*/ 19 w 50"/>
                <a:gd name="T19" fmla="*/ 3 h 45"/>
                <a:gd name="T20" fmla="*/ 40 w 50"/>
                <a:gd name="T21" fmla="*/ 0 h 45"/>
                <a:gd name="T22" fmla="*/ 43 w 50"/>
                <a:gd name="T23" fmla="*/ 39 h 45"/>
                <a:gd name="T24" fmla="*/ 46 w 50"/>
                <a:gd name="T25" fmla="*/ 41 h 45"/>
                <a:gd name="T26" fmla="*/ 47 w 50"/>
                <a:gd name="T27" fmla="*/ 44 h 45"/>
                <a:gd name="T28" fmla="*/ 7 w 50"/>
                <a:gd name="T29" fmla="*/ 39 h 45"/>
                <a:gd name="T30" fmla="*/ 10 w 50"/>
                <a:gd name="T31" fmla="*/ 41 h 45"/>
                <a:gd name="T32" fmla="*/ 14 w 50"/>
                <a:gd name="T33" fmla="*/ 41 h 45"/>
                <a:gd name="T34" fmla="*/ 17 w 50"/>
                <a:gd name="T35" fmla="*/ 43 h 45"/>
                <a:gd name="T36" fmla="*/ 20 w 50"/>
                <a:gd name="T37" fmla="*/ 42 h 45"/>
                <a:gd name="T38" fmla="*/ 18 w 50"/>
                <a:gd name="T39" fmla="*/ 38 h 45"/>
                <a:gd name="T40" fmla="*/ 10 w 50"/>
                <a:gd name="T41" fmla="*/ 38 h 45"/>
                <a:gd name="T42" fmla="*/ 5 w 50"/>
                <a:gd name="T43" fmla="*/ 37 h 45"/>
                <a:gd name="T44" fmla="*/ 32 w 50"/>
                <a:gd name="T45" fmla="*/ 10 h 45"/>
                <a:gd name="T46" fmla="*/ 26 w 50"/>
                <a:gd name="T47" fmla="*/ 17 h 45"/>
                <a:gd name="T48" fmla="*/ 37 w 50"/>
                <a:gd name="T49" fmla="*/ 17 h 45"/>
                <a:gd name="T50" fmla="*/ 33 w 50"/>
                <a:gd name="T51" fmla="*/ 21 h 45"/>
                <a:gd name="T52" fmla="*/ 42 w 50"/>
                <a:gd name="T53" fmla="*/ 43 h 45"/>
                <a:gd name="T54" fmla="*/ 42 w 50"/>
                <a:gd name="T55" fmla="*/ 42 h 45"/>
                <a:gd name="T56" fmla="*/ 38 w 50"/>
                <a:gd name="T57" fmla="*/ 27 h 45"/>
                <a:gd name="T58" fmla="*/ 12 w 50"/>
                <a:gd name="T59" fmla="*/ 24 h 45"/>
                <a:gd name="T60" fmla="*/ 10 w 50"/>
                <a:gd name="T61" fmla="*/ 37 h 45"/>
                <a:gd name="T62" fmla="*/ 18 w 50"/>
                <a:gd name="T63" fmla="*/ 38 h 45"/>
                <a:gd name="T64" fmla="*/ 32 w 50"/>
                <a:gd name="T65" fmla="*/ 38 h 45"/>
                <a:gd name="T66" fmla="*/ 45 w 50"/>
                <a:gd name="T67" fmla="*/ 38 h 45"/>
                <a:gd name="T68" fmla="*/ 43 w 50"/>
                <a:gd name="T69" fmla="*/ 40 h 45"/>
                <a:gd name="T70" fmla="*/ 38 w 50"/>
                <a:gd name="T71" fmla="*/ 39 h 45"/>
                <a:gd name="T72" fmla="*/ 40 w 50"/>
                <a:gd name="T73" fmla="*/ 42 h 45"/>
                <a:gd name="T74" fmla="*/ 42 w 50"/>
                <a:gd name="T75" fmla="*/ 41 h 45"/>
                <a:gd name="T76" fmla="*/ 31 w 50"/>
                <a:gd name="T77" fmla="*/ 40 h 45"/>
                <a:gd name="T78" fmla="*/ 28 w 50"/>
                <a:gd name="T79" fmla="*/ 39 h 45"/>
                <a:gd name="T80" fmla="*/ 23 w 50"/>
                <a:gd name="T81" fmla="*/ 40 h 45"/>
                <a:gd name="T82" fmla="*/ 20 w 50"/>
                <a:gd name="T83" fmla="*/ 41 h 45"/>
                <a:gd name="T84" fmla="*/ 44 w 50"/>
                <a:gd name="T85" fmla="*/ 42 h 45"/>
                <a:gd name="T86" fmla="*/ 41 w 50"/>
                <a:gd name="T87" fmla="*/ 43 h 45"/>
                <a:gd name="T88" fmla="*/ 34 w 50"/>
                <a:gd name="T89" fmla="*/ 43 h 45"/>
                <a:gd name="T90" fmla="*/ 27 w 50"/>
                <a:gd name="T91" fmla="*/ 43 h 45"/>
                <a:gd name="T92" fmla="*/ 46 w 50"/>
                <a:gd name="T93" fmla="*/ 44 h 45"/>
                <a:gd name="T94" fmla="*/ 18 w 50"/>
                <a:gd name="T95" fmla="*/ 44 h 45"/>
                <a:gd name="T96" fmla="*/ 14 w 50"/>
                <a:gd name="T97" fmla="*/ 42 h 45"/>
                <a:gd name="T98" fmla="*/ 11 w 50"/>
                <a:gd name="T99" fmla="*/ 42 h 45"/>
                <a:gd name="T100" fmla="*/ 1 w 50"/>
                <a:gd name="T101" fmla="*/ 44 h 45"/>
                <a:gd name="T102" fmla="*/ 19 w 50"/>
                <a:gd name="T103" fmla="*/ 45 h 45"/>
                <a:gd name="T104" fmla="*/ 38 w 50"/>
                <a:gd name="T105" fmla="*/ 40 h 45"/>
                <a:gd name="T106" fmla="*/ 35 w 50"/>
                <a:gd name="T107" fmla="*/ 40 h 45"/>
                <a:gd name="T108" fmla="*/ 17 w 50"/>
                <a:gd name="T109" fmla="*/ 24 h 45"/>
                <a:gd name="T110" fmla="*/ 36 w 50"/>
                <a:gd name="T111" fmla="*/ 11 h 45"/>
                <a:gd name="T112" fmla="*/ 41 w 50"/>
                <a:gd name="T113" fmla="*/ 24 h 45"/>
                <a:gd name="T114" fmla="*/ 13 w 50"/>
                <a:gd name="T115" fmla="*/ 17 h 45"/>
                <a:gd name="T116" fmla="*/ 11 w 50"/>
                <a:gd name="T117" fmla="*/ 14 h 45"/>
                <a:gd name="T118" fmla="*/ 38 w 50"/>
                <a:gd name="T119" fmla="*/ 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45">
                  <a:moveTo>
                    <a:pt x="20" y="24"/>
                  </a:moveTo>
                  <a:cubicBezTo>
                    <a:pt x="21" y="23"/>
                    <a:pt x="22" y="22"/>
                    <a:pt x="25" y="22"/>
                  </a:cubicBezTo>
                  <a:cubicBezTo>
                    <a:pt x="25" y="21"/>
                    <a:pt x="25" y="21"/>
                    <a:pt x="25" y="21"/>
                  </a:cubicBezTo>
                  <a:cubicBezTo>
                    <a:pt x="17" y="21"/>
                    <a:pt x="17" y="21"/>
                    <a:pt x="17" y="21"/>
                  </a:cubicBezTo>
                  <a:cubicBezTo>
                    <a:pt x="17" y="24"/>
                    <a:pt x="17" y="24"/>
                    <a:pt x="17" y="24"/>
                  </a:cubicBezTo>
                  <a:cubicBezTo>
                    <a:pt x="20" y="24"/>
                    <a:pt x="20" y="24"/>
                    <a:pt x="20" y="24"/>
                  </a:cubicBezTo>
                  <a:close/>
                  <a:moveTo>
                    <a:pt x="21" y="17"/>
                  </a:moveTo>
                  <a:cubicBezTo>
                    <a:pt x="14" y="17"/>
                    <a:pt x="14" y="17"/>
                    <a:pt x="14" y="17"/>
                  </a:cubicBezTo>
                  <a:cubicBezTo>
                    <a:pt x="14" y="20"/>
                    <a:pt x="14" y="20"/>
                    <a:pt x="14" y="20"/>
                  </a:cubicBezTo>
                  <a:cubicBezTo>
                    <a:pt x="21" y="20"/>
                    <a:pt x="21" y="20"/>
                    <a:pt x="21" y="20"/>
                  </a:cubicBezTo>
                  <a:lnTo>
                    <a:pt x="21" y="17"/>
                  </a:lnTo>
                  <a:close/>
                  <a:moveTo>
                    <a:pt x="25" y="15"/>
                  </a:moveTo>
                  <a:cubicBezTo>
                    <a:pt x="18" y="15"/>
                    <a:pt x="18" y="15"/>
                    <a:pt x="18" y="15"/>
                  </a:cubicBezTo>
                  <a:cubicBezTo>
                    <a:pt x="18" y="17"/>
                    <a:pt x="18" y="17"/>
                    <a:pt x="18" y="17"/>
                  </a:cubicBezTo>
                  <a:cubicBezTo>
                    <a:pt x="25" y="17"/>
                    <a:pt x="25" y="17"/>
                    <a:pt x="25" y="17"/>
                  </a:cubicBezTo>
                  <a:lnTo>
                    <a:pt x="25" y="15"/>
                  </a:lnTo>
                  <a:close/>
                  <a:moveTo>
                    <a:pt x="21" y="11"/>
                  </a:moveTo>
                  <a:cubicBezTo>
                    <a:pt x="15" y="11"/>
                    <a:pt x="15" y="11"/>
                    <a:pt x="15" y="11"/>
                  </a:cubicBezTo>
                  <a:cubicBezTo>
                    <a:pt x="15" y="14"/>
                    <a:pt x="15" y="14"/>
                    <a:pt x="15" y="14"/>
                  </a:cubicBezTo>
                  <a:cubicBezTo>
                    <a:pt x="21" y="14"/>
                    <a:pt x="21" y="14"/>
                    <a:pt x="21" y="14"/>
                  </a:cubicBezTo>
                  <a:lnTo>
                    <a:pt x="21" y="11"/>
                  </a:lnTo>
                  <a:close/>
                  <a:moveTo>
                    <a:pt x="13" y="27"/>
                  </a:moveTo>
                  <a:cubicBezTo>
                    <a:pt x="19" y="27"/>
                    <a:pt x="19" y="27"/>
                    <a:pt x="19" y="27"/>
                  </a:cubicBezTo>
                  <a:cubicBezTo>
                    <a:pt x="20" y="24"/>
                    <a:pt x="20" y="24"/>
                    <a:pt x="20" y="24"/>
                  </a:cubicBezTo>
                  <a:cubicBezTo>
                    <a:pt x="20" y="24"/>
                    <a:pt x="20" y="24"/>
                    <a:pt x="20" y="24"/>
                  </a:cubicBezTo>
                  <a:cubicBezTo>
                    <a:pt x="13" y="24"/>
                    <a:pt x="13" y="24"/>
                    <a:pt x="13" y="24"/>
                  </a:cubicBezTo>
                  <a:lnTo>
                    <a:pt x="13" y="27"/>
                  </a:lnTo>
                  <a:close/>
                  <a:moveTo>
                    <a:pt x="30" y="30"/>
                  </a:moveTo>
                  <a:cubicBezTo>
                    <a:pt x="34" y="30"/>
                    <a:pt x="34" y="30"/>
                    <a:pt x="34" y="30"/>
                  </a:cubicBezTo>
                  <a:cubicBezTo>
                    <a:pt x="34" y="27"/>
                    <a:pt x="34" y="27"/>
                    <a:pt x="34" y="27"/>
                  </a:cubicBezTo>
                  <a:cubicBezTo>
                    <a:pt x="32" y="27"/>
                    <a:pt x="32" y="27"/>
                    <a:pt x="32" y="27"/>
                  </a:cubicBezTo>
                  <a:cubicBezTo>
                    <a:pt x="32" y="29"/>
                    <a:pt x="32" y="29"/>
                    <a:pt x="32" y="29"/>
                  </a:cubicBezTo>
                  <a:cubicBezTo>
                    <a:pt x="32" y="29"/>
                    <a:pt x="32" y="29"/>
                    <a:pt x="32" y="29"/>
                  </a:cubicBezTo>
                  <a:cubicBezTo>
                    <a:pt x="30" y="29"/>
                    <a:pt x="30" y="29"/>
                    <a:pt x="30" y="29"/>
                  </a:cubicBezTo>
                  <a:lnTo>
                    <a:pt x="30" y="30"/>
                  </a:lnTo>
                  <a:close/>
                  <a:moveTo>
                    <a:pt x="22" y="14"/>
                  </a:moveTo>
                  <a:cubicBezTo>
                    <a:pt x="28" y="14"/>
                    <a:pt x="28" y="14"/>
                    <a:pt x="28" y="14"/>
                  </a:cubicBezTo>
                  <a:cubicBezTo>
                    <a:pt x="28" y="11"/>
                    <a:pt x="28" y="11"/>
                    <a:pt x="28" y="11"/>
                  </a:cubicBezTo>
                  <a:cubicBezTo>
                    <a:pt x="22" y="11"/>
                    <a:pt x="22" y="11"/>
                    <a:pt x="22" y="11"/>
                  </a:cubicBezTo>
                  <a:lnTo>
                    <a:pt x="22" y="14"/>
                  </a:lnTo>
                  <a:close/>
                  <a:moveTo>
                    <a:pt x="37" y="24"/>
                  </a:moveTo>
                  <a:cubicBezTo>
                    <a:pt x="31" y="24"/>
                    <a:pt x="31" y="24"/>
                    <a:pt x="31" y="24"/>
                  </a:cubicBezTo>
                  <a:cubicBezTo>
                    <a:pt x="32" y="27"/>
                    <a:pt x="32" y="27"/>
                    <a:pt x="32" y="27"/>
                  </a:cubicBezTo>
                  <a:cubicBezTo>
                    <a:pt x="37" y="27"/>
                    <a:pt x="37" y="27"/>
                    <a:pt x="37" y="27"/>
                  </a:cubicBezTo>
                  <a:lnTo>
                    <a:pt x="37" y="24"/>
                  </a:lnTo>
                  <a:close/>
                  <a:moveTo>
                    <a:pt x="20" y="29"/>
                  </a:moveTo>
                  <a:cubicBezTo>
                    <a:pt x="18" y="29"/>
                    <a:pt x="18" y="29"/>
                    <a:pt x="18" y="29"/>
                  </a:cubicBezTo>
                  <a:cubicBezTo>
                    <a:pt x="18" y="29"/>
                    <a:pt x="18" y="29"/>
                    <a:pt x="18" y="29"/>
                  </a:cubicBezTo>
                  <a:cubicBezTo>
                    <a:pt x="18" y="27"/>
                    <a:pt x="18" y="27"/>
                    <a:pt x="18" y="27"/>
                  </a:cubicBezTo>
                  <a:cubicBezTo>
                    <a:pt x="17" y="27"/>
                    <a:pt x="17" y="27"/>
                    <a:pt x="17" y="27"/>
                  </a:cubicBezTo>
                  <a:cubicBezTo>
                    <a:pt x="17" y="30"/>
                    <a:pt x="17" y="30"/>
                    <a:pt x="17" y="30"/>
                  </a:cubicBezTo>
                  <a:cubicBezTo>
                    <a:pt x="20" y="30"/>
                    <a:pt x="20" y="30"/>
                    <a:pt x="20" y="30"/>
                  </a:cubicBezTo>
                  <a:lnTo>
                    <a:pt x="20" y="29"/>
                  </a:lnTo>
                  <a:close/>
                  <a:moveTo>
                    <a:pt x="25" y="24"/>
                  </a:moveTo>
                  <a:cubicBezTo>
                    <a:pt x="21" y="24"/>
                    <a:pt x="21" y="27"/>
                    <a:pt x="21" y="29"/>
                  </a:cubicBezTo>
                  <a:cubicBezTo>
                    <a:pt x="21" y="35"/>
                    <a:pt x="21" y="35"/>
                    <a:pt x="21" y="35"/>
                  </a:cubicBezTo>
                  <a:cubicBezTo>
                    <a:pt x="30" y="35"/>
                    <a:pt x="30" y="35"/>
                    <a:pt x="30" y="35"/>
                  </a:cubicBezTo>
                  <a:cubicBezTo>
                    <a:pt x="30" y="29"/>
                    <a:pt x="30" y="29"/>
                    <a:pt x="30" y="29"/>
                  </a:cubicBezTo>
                  <a:cubicBezTo>
                    <a:pt x="30" y="28"/>
                    <a:pt x="29" y="24"/>
                    <a:pt x="25" y="24"/>
                  </a:cubicBezTo>
                  <a:moveTo>
                    <a:pt x="30" y="35"/>
                  </a:moveTo>
                  <a:cubicBezTo>
                    <a:pt x="32" y="35"/>
                    <a:pt x="32" y="35"/>
                    <a:pt x="32" y="35"/>
                  </a:cubicBezTo>
                  <a:cubicBezTo>
                    <a:pt x="43" y="35"/>
                    <a:pt x="43" y="35"/>
                    <a:pt x="43" y="35"/>
                  </a:cubicBezTo>
                  <a:cubicBezTo>
                    <a:pt x="43" y="31"/>
                    <a:pt x="43" y="31"/>
                    <a:pt x="43" y="31"/>
                  </a:cubicBezTo>
                  <a:cubicBezTo>
                    <a:pt x="30" y="31"/>
                    <a:pt x="30" y="31"/>
                    <a:pt x="30" y="31"/>
                  </a:cubicBezTo>
                  <a:lnTo>
                    <a:pt x="30" y="35"/>
                  </a:lnTo>
                  <a:close/>
                  <a:moveTo>
                    <a:pt x="34" y="30"/>
                  </a:moveTo>
                  <a:cubicBezTo>
                    <a:pt x="43" y="30"/>
                    <a:pt x="43" y="30"/>
                    <a:pt x="43" y="30"/>
                  </a:cubicBezTo>
                  <a:cubicBezTo>
                    <a:pt x="42" y="27"/>
                    <a:pt x="42" y="27"/>
                    <a:pt x="42" y="27"/>
                  </a:cubicBezTo>
                  <a:cubicBezTo>
                    <a:pt x="34" y="27"/>
                    <a:pt x="34" y="27"/>
                    <a:pt x="34" y="27"/>
                  </a:cubicBezTo>
                  <a:lnTo>
                    <a:pt x="34" y="30"/>
                  </a:lnTo>
                  <a:close/>
                  <a:moveTo>
                    <a:pt x="32" y="28"/>
                  </a:moveTo>
                  <a:cubicBezTo>
                    <a:pt x="32" y="27"/>
                    <a:pt x="31" y="22"/>
                    <a:pt x="25" y="22"/>
                  </a:cubicBezTo>
                  <a:cubicBezTo>
                    <a:pt x="20" y="22"/>
                    <a:pt x="19" y="27"/>
                    <a:pt x="19" y="28"/>
                  </a:cubicBezTo>
                  <a:cubicBezTo>
                    <a:pt x="20" y="28"/>
                    <a:pt x="20" y="28"/>
                    <a:pt x="20" y="28"/>
                  </a:cubicBezTo>
                  <a:cubicBezTo>
                    <a:pt x="20" y="27"/>
                    <a:pt x="21" y="26"/>
                    <a:pt x="21" y="25"/>
                  </a:cubicBezTo>
                  <a:cubicBezTo>
                    <a:pt x="22" y="24"/>
                    <a:pt x="23" y="23"/>
                    <a:pt x="25" y="23"/>
                  </a:cubicBezTo>
                  <a:cubicBezTo>
                    <a:pt x="30" y="23"/>
                    <a:pt x="30" y="27"/>
                    <a:pt x="30" y="29"/>
                  </a:cubicBezTo>
                  <a:lnTo>
                    <a:pt x="32" y="28"/>
                  </a:lnTo>
                  <a:close/>
                  <a:moveTo>
                    <a:pt x="40" y="0"/>
                  </a:moveTo>
                  <a:cubicBezTo>
                    <a:pt x="38" y="0"/>
                    <a:pt x="38" y="0"/>
                    <a:pt x="38" y="0"/>
                  </a:cubicBezTo>
                  <a:cubicBezTo>
                    <a:pt x="38" y="3"/>
                    <a:pt x="38" y="3"/>
                    <a:pt x="38" y="3"/>
                  </a:cubicBezTo>
                  <a:cubicBezTo>
                    <a:pt x="35" y="3"/>
                    <a:pt x="35" y="3"/>
                    <a:pt x="35" y="3"/>
                  </a:cubicBezTo>
                  <a:cubicBezTo>
                    <a:pt x="35" y="0"/>
                    <a:pt x="35" y="0"/>
                    <a:pt x="35" y="0"/>
                  </a:cubicBezTo>
                  <a:cubicBezTo>
                    <a:pt x="31" y="0"/>
                    <a:pt x="31" y="0"/>
                    <a:pt x="31" y="0"/>
                  </a:cubicBezTo>
                  <a:cubicBezTo>
                    <a:pt x="31" y="3"/>
                    <a:pt x="31" y="3"/>
                    <a:pt x="31" y="3"/>
                  </a:cubicBezTo>
                  <a:cubicBezTo>
                    <a:pt x="28" y="3"/>
                    <a:pt x="28" y="3"/>
                    <a:pt x="28" y="3"/>
                  </a:cubicBezTo>
                  <a:cubicBezTo>
                    <a:pt x="28" y="0"/>
                    <a:pt x="28" y="0"/>
                    <a:pt x="28" y="0"/>
                  </a:cubicBezTo>
                  <a:cubicBezTo>
                    <a:pt x="22" y="0"/>
                    <a:pt x="22" y="0"/>
                    <a:pt x="22" y="0"/>
                  </a:cubicBezTo>
                  <a:cubicBezTo>
                    <a:pt x="22" y="3"/>
                    <a:pt x="22" y="3"/>
                    <a:pt x="22" y="3"/>
                  </a:cubicBezTo>
                  <a:cubicBezTo>
                    <a:pt x="19" y="3"/>
                    <a:pt x="19" y="3"/>
                    <a:pt x="19" y="3"/>
                  </a:cubicBezTo>
                  <a:cubicBezTo>
                    <a:pt x="19" y="0"/>
                    <a:pt x="19" y="0"/>
                    <a:pt x="19" y="0"/>
                  </a:cubicBezTo>
                  <a:cubicBezTo>
                    <a:pt x="15" y="0"/>
                    <a:pt x="15" y="0"/>
                    <a:pt x="15" y="0"/>
                  </a:cubicBezTo>
                  <a:cubicBezTo>
                    <a:pt x="15" y="3"/>
                    <a:pt x="15" y="3"/>
                    <a:pt x="15" y="3"/>
                  </a:cubicBezTo>
                  <a:cubicBezTo>
                    <a:pt x="12" y="3"/>
                    <a:pt x="12" y="3"/>
                    <a:pt x="12" y="3"/>
                  </a:cubicBezTo>
                  <a:cubicBezTo>
                    <a:pt x="12" y="0"/>
                    <a:pt x="12" y="0"/>
                    <a:pt x="12" y="0"/>
                  </a:cubicBezTo>
                  <a:cubicBezTo>
                    <a:pt x="10" y="0"/>
                    <a:pt x="10" y="0"/>
                    <a:pt x="10" y="0"/>
                  </a:cubicBezTo>
                  <a:cubicBezTo>
                    <a:pt x="10" y="5"/>
                    <a:pt x="10" y="5"/>
                    <a:pt x="10" y="5"/>
                  </a:cubicBezTo>
                  <a:cubicBezTo>
                    <a:pt x="40" y="5"/>
                    <a:pt x="40" y="5"/>
                    <a:pt x="40" y="5"/>
                  </a:cubicBezTo>
                  <a:lnTo>
                    <a:pt x="40" y="0"/>
                  </a:lnTo>
                  <a:close/>
                  <a:moveTo>
                    <a:pt x="47" y="39"/>
                  </a:moveTo>
                  <a:cubicBezTo>
                    <a:pt x="46" y="37"/>
                    <a:pt x="46" y="37"/>
                    <a:pt x="46" y="37"/>
                  </a:cubicBezTo>
                  <a:cubicBezTo>
                    <a:pt x="45" y="37"/>
                    <a:pt x="45" y="37"/>
                    <a:pt x="45" y="37"/>
                  </a:cubicBezTo>
                  <a:cubicBezTo>
                    <a:pt x="46" y="38"/>
                    <a:pt x="46" y="38"/>
                    <a:pt x="46" y="38"/>
                  </a:cubicBezTo>
                  <a:cubicBezTo>
                    <a:pt x="45" y="38"/>
                    <a:pt x="45" y="38"/>
                    <a:pt x="45" y="38"/>
                  </a:cubicBezTo>
                  <a:cubicBezTo>
                    <a:pt x="45" y="38"/>
                    <a:pt x="45" y="38"/>
                    <a:pt x="45" y="38"/>
                  </a:cubicBezTo>
                  <a:cubicBezTo>
                    <a:pt x="43" y="38"/>
                    <a:pt x="43" y="38"/>
                    <a:pt x="43" y="38"/>
                  </a:cubicBezTo>
                  <a:cubicBezTo>
                    <a:pt x="43" y="38"/>
                    <a:pt x="43" y="38"/>
                    <a:pt x="43" y="38"/>
                  </a:cubicBezTo>
                  <a:cubicBezTo>
                    <a:pt x="43" y="39"/>
                    <a:pt x="43" y="39"/>
                    <a:pt x="43" y="39"/>
                  </a:cubicBezTo>
                  <a:cubicBezTo>
                    <a:pt x="43" y="39"/>
                    <a:pt x="43" y="39"/>
                    <a:pt x="43" y="39"/>
                  </a:cubicBezTo>
                  <a:cubicBezTo>
                    <a:pt x="43" y="39"/>
                    <a:pt x="43" y="39"/>
                    <a:pt x="43" y="39"/>
                  </a:cubicBezTo>
                  <a:cubicBezTo>
                    <a:pt x="43" y="39"/>
                    <a:pt x="43" y="39"/>
                    <a:pt x="43" y="39"/>
                  </a:cubicBezTo>
                  <a:cubicBezTo>
                    <a:pt x="43" y="40"/>
                    <a:pt x="43" y="40"/>
                    <a:pt x="43" y="40"/>
                  </a:cubicBezTo>
                  <a:cubicBezTo>
                    <a:pt x="43" y="40"/>
                    <a:pt x="43" y="40"/>
                    <a:pt x="43" y="40"/>
                  </a:cubicBezTo>
                  <a:cubicBezTo>
                    <a:pt x="45" y="41"/>
                    <a:pt x="45" y="41"/>
                    <a:pt x="45" y="41"/>
                  </a:cubicBezTo>
                  <a:cubicBezTo>
                    <a:pt x="44" y="41"/>
                    <a:pt x="44" y="41"/>
                    <a:pt x="44" y="41"/>
                  </a:cubicBezTo>
                  <a:cubicBezTo>
                    <a:pt x="45" y="41"/>
                    <a:pt x="45" y="41"/>
                    <a:pt x="45" y="41"/>
                  </a:cubicBezTo>
                  <a:cubicBezTo>
                    <a:pt x="46" y="41"/>
                    <a:pt x="46" y="41"/>
                    <a:pt x="46" y="41"/>
                  </a:cubicBezTo>
                  <a:cubicBezTo>
                    <a:pt x="46" y="41"/>
                    <a:pt x="46" y="41"/>
                    <a:pt x="46" y="41"/>
                  </a:cubicBezTo>
                  <a:cubicBezTo>
                    <a:pt x="46" y="41"/>
                    <a:pt x="46" y="41"/>
                    <a:pt x="46" y="41"/>
                  </a:cubicBezTo>
                  <a:cubicBezTo>
                    <a:pt x="46" y="42"/>
                    <a:pt x="46" y="42"/>
                    <a:pt x="46" y="42"/>
                  </a:cubicBezTo>
                  <a:cubicBezTo>
                    <a:pt x="46" y="42"/>
                    <a:pt x="46" y="42"/>
                    <a:pt x="46" y="42"/>
                  </a:cubicBezTo>
                  <a:cubicBezTo>
                    <a:pt x="46" y="42"/>
                    <a:pt x="46" y="42"/>
                    <a:pt x="46" y="42"/>
                  </a:cubicBezTo>
                  <a:cubicBezTo>
                    <a:pt x="47" y="43"/>
                    <a:pt x="47" y="43"/>
                    <a:pt x="47" y="43"/>
                  </a:cubicBezTo>
                  <a:cubicBezTo>
                    <a:pt x="47" y="43"/>
                    <a:pt x="47" y="43"/>
                    <a:pt x="47" y="43"/>
                  </a:cubicBezTo>
                  <a:cubicBezTo>
                    <a:pt x="47" y="43"/>
                    <a:pt x="47" y="43"/>
                    <a:pt x="47" y="43"/>
                  </a:cubicBezTo>
                  <a:cubicBezTo>
                    <a:pt x="47" y="44"/>
                    <a:pt x="47" y="44"/>
                    <a:pt x="47" y="44"/>
                  </a:cubicBezTo>
                  <a:cubicBezTo>
                    <a:pt x="47" y="44"/>
                    <a:pt x="47" y="44"/>
                    <a:pt x="47" y="44"/>
                  </a:cubicBezTo>
                  <a:cubicBezTo>
                    <a:pt x="47" y="44"/>
                    <a:pt x="47" y="44"/>
                    <a:pt x="47" y="44"/>
                  </a:cubicBezTo>
                  <a:cubicBezTo>
                    <a:pt x="48" y="44"/>
                    <a:pt x="49" y="43"/>
                    <a:pt x="50" y="43"/>
                  </a:cubicBezTo>
                  <a:cubicBezTo>
                    <a:pt x="49" y="42"/>
                    <a:pt x="47" y="39"/>
                    <a:pt x="47" y="39"/>
                  </a:cubicBezTo>
                  <a:moveTo>
                    <a:pt x="6" y="39"/>
                  </a:moveTo>
                  <a:cubicBezTo>
                    <a:pt x="7" y="38"/>
                    <a:pt x="7" y="38"/>
                    <a:pt x="7" y="38"/>
                  </a:cubicBezTo>
                  <a:cubicBezTo>
                    <a:pt x="7" y="38"/>
                    <a:pt x="7" y="38"/>
                    <a:pt x="7" y="38"/>
                  </a:cubicBezTo>
                  <a:cubicBezTo>
                    <a:pt x="7" y="39"/>
                    <a:pt x="7" y="39"/>
                    <a:pt x="7" y="39"/>
                  </a:cubicBezTo>
                  <a:cubicBezTo>
                    <a:pt x="7" y="39"/>
                    <a:pt x="7" y="39"/>
                    <a:pt x="7" y="39"/>
                  </a:cubicBezTo>
                  <a:cubicBezTo>
                    <a:pt x="7" y="39"/>
                    <a:pt x="7" y="39"/>
                    <a:pt x="7" y="39"/>
                  </a:cubicBezTo>
                  <a:cubicBezTo>
                    <a:pt x="5" y="41"/>
                    <a:pt x="5" y="41"/>
                    <a:pt x="5" y="41"/>
                  </a:cubicBezTo>
                  <a:cubicBezTo>
                    <a:pt x="6" y="44"/>
                    <a:pt x="6" y="44"/>
                    <a:pt x="6" y="44"/>
                  </a:cubicBezTo>
                  <a:cubicBezTo>
                    <a:pt x="7" y="44"/>
                    <a:pt x="7" y="44"/>
                    <a:pt x="7" y="44"/>
                  </a:cubicBezTo>
                  <a:cubicBezTo>
                    <a:pt x="10" y="42"/>
                    <a:pt x="10" y="42"/>
                    <a:pt x="10" y="42"/>
                  </a:cubicBezTo>
                  <a:cubicBezTo>
                    <a:pt x="10" y="42"/>
                    <a:pt x="10" y="42"/>
                    <a:pt x="10" y="42"/>
                  </a:cubicBezTo>
                  <a:cubicBezTo>
                    <a:pt x="10" y="42"/>
                    <a:pt x="10" y="42"/>
                    <a:pt x="10" y="42"/>
                  </a:cubicBezTo>
                  <a:cubicBezTo>
                    <a:pt x="10" y="42"/>
                    <a:pt x="10" y="42"/>
                    <a:pt x="10" y="42"/>
                  </a:cubicBezTo>
                  <a:cubicBezTo>
                    <a:pt x="10" y="41"/>
                    <a:pt x="10" y="41"/>
                    <a:pt x="10" y="41"/>
                  </a:cubicBezTo>
                  <a:cubicBezTo>
                    <a:pt x="11" y="41"/>
                    <a:pt x="11" y="41"/>
                    <a:pt x="11" y="41"/>
                  </a:cubicBezTo>
                  <a:cubicBezTo>
                    <a:pt x="12" y="40"/>
                    <a:pt x="12" y="40"/>
                    <a:pt x="12" y="40"/>
                  </a:cubicBezTo>
                  <a:cubicBezTo>
                    <a:pt x="13" y="39"/>
                    <a:pt x="13" y="39"/>
                    <a:pt x="13" y="39"/>
                  </a:cubicBezTo>
                  <a:cubicBezTo>
                    <a:pt x="13" y="39"/>
                    <a:pt x="13" y="39"/>
                    <a:pt x="13" y="39"/>
                  </a:cubicBezTo>
                  <a:cubicBezTo>
                    <a:pt x="13" y="38"/>
                    <a:pt x="13" y="38"/>
                    <a:pt x="13" y="38"/>
                  </a:cubicBezTo>
                  <a:cubicBezTo>
                    <a:pt x="13" y="39"/>
                    <a:pt x="13" y="39"/>
                    <a:pt x="13" y="39"/>
                  </a:cubicBezTo>
                  <a:cubicBezTo>
                    <a:pt x="13" y="40"/>
                    <a:pt x="13" y="40"/>
                    <a:pt x="13" y="40"/>
                  </a:cubicBezTo>
                  <a:cubicBezTo>
                    <a:pt x="14" y="41"/>
                    <a:pt x="14" y="41"/>
                    <a:pt x="14" y="41"/>
                  </a:cubicBezTo>
                  <a:cubicBezTo>
                    <a:pt x="14" y="41"/>
                    <a:pt x="14" y="41"/>
                    <a:pt x="14" y="41"/>
                  </a:cubicBezTo>
                  <a:cubicBezTo>
                    <a:pt x="14" y="41"/>
                    <a:pt x="14" y="41"/>
                    <a:pt x="14" y="41"/>
                  </a:cubicBezTo>
                  <a:cubicBezTo>
                    <a:pt x="14" y="42"/>
                    <a:pt x="14" y="42"/>
                    <a:pt x="14" y="42"/>
                  </a:cubicBezTo>
                  <a:cubicBezTo>
                    <a:pt x="14" y="42"/>
                    <a:pt x="14" y="42"/>
                    <a:pt x="14" y="42"/>
                  </a:cubicBezTo>
                  <a:cubicBezTo>
                    <a:pt x="14" y="42"/>
                    <a:pt x="14" y="42"/>
                    <a:pt x="14" y="42"/>
                  </a:cubicBezTo>
                  <a:cubicBezTo>
                    <a:pt x="15" y="43"/>
                    <a:pt x="15" y="43"/>
                    <a:pt x="15" y="43"/>
                  </a:cubicBezTo>
                  <a:cubicBezTo>
                    <a:pt x="16" y="43"/>
                    <a:pt x="16" y="43"/>
                    <a:pt x="16" y="43"/>
                  </a:cubicBezTo>
                  <a:cubicBezTo>
                    <a:pt x="17" y="43"/>
                    <a:pt x="17" y="43"/>
                    <a:pt x="17" y="43"/>
                  </a:cubicBezTo>
                  <a:cubicBezTo>
                    <a:pt x="17" y="43"/>
                    <a:pt x="17" y="43"/>
                    <a:pt x="17" y="43"/>
                  </a:cubicBezTo>
                  <a:cubicBezTo>
                    <a:pt x="17" y="43"/>
                    <a:pt x="17" y="43"/>
                    <a:pt x="17" y="43"/>
                  </a:cubicBezTo>
                  <a:cubicBezTo>
                    <a:pt x="18" y="44"/>
                    <a:pt x="18" y="44"/>
                    <a:pt x="18" y="44"/>
                  </a:cubicBezTo>
                  <a:cubicBezTo>
                    <a:pt x="18" y="44"/>
                    <a:pt x="18" y="44"/>
                    <a:pt x="18" y="44"/>
                  </a:cubicBezTo>
                  <a:cubicBezTo>
                    <a:pt x="18" y="44"/>
                    <a:pt x="18" y="44"/>
                    <a:pt x="18" y="44"/>
                  </a:cubicBezTo>
                  <a:cubicBezTo>
                    <a:pt x="18" y="44"/>
                    <a:pt x="18" y="44"/>
                    <a:pt x="18" y="44"/>
                  </a:cubicBezTo>
                  <a:cubicBezTo>
                    <a:pt x="19" y="44"/>
                    <a:pt x="19" y="44"/>
                    <a:pt x="19" y="44"/>
                  </a:cubicBezTo>
                  <a:cubicBezTo>
                    <a:pt x="19" y="44"/>
                    <a:pt x="19" y="44"/>
                    <a:pt x="19" y="44"/>
                  </a:cubicBezTo>
                  <a:cubicBezTo>
                    <a:pt x="19" y="43"/>
                    <a:pt x="19" y="43"/>
                    <a:pt x="19" y="43"/>
                  </a:cubicBezTo>
                  <a:cubicBezTo>
                    <a:pt x="19" y="43"/>
                    <a:pt x="19" y="43"/>
                    <a:pt x="19" y="43"/>
                  </a:cubicBezTo>
                  <a:cubicBezTo>
                    <a:pt x="20" y="42"/>
                    <a:pt x="20" y="42"/>
                    <a:pt x="20" y="42"/>
                  </a:cubicBezTo>
                  <a:cubicBezTo>
                    <a:pt x="19" y="41"/>
                    <a:pt x="19" y="41"/>
                    <a:pt x="19" y="41"/>
                  </a:cubicBezTo>
                  <a:cubicBezTo>
                    <a:pt x="19" y="41"/>
                    <a:pt x="19" y="41"/>
                    <a:pt x="19" y="41"/>
                  </a:cubicBezTo>
                  <a:cubicBezTo>
                    <a:pt x="19" y="41"/>
                    <a:pt x="19" y="41"/>
                    <a:pt x="19" y="41"/>
                  </a:cubicBezTo>
                  <a:cubicBezTo>
                    <a:pt x="20" y="39"/>
                    <a:pt x="20" y="39"/>
                    <a:pt x="20" y="39"/>
                  </a:cubicBezTo>
                  <a:cubicBezTo>
                    <a:pt x="20" y="38"/>
                    <a:pt x="20" y="38"/>
                    <a:pt x="20" y="38"/>
                  </a:cubicBezTo>
                  <a:cubicBezTo>
                    <a:pt x="20" y="38"/>
                    <a:pt x="20" y="38"/>
                    <a:pt x="20" y="38"/>
                  </a:cubicBezTo>
                  <a:cubicBezTo>
                    <a:pt x="19" y="38"/>
                    <a:pt x="19" y="38"/>
                    <a:pt x="19" y="38"/>
                  </a:cubicBezTo>
                  <a:cubicBezTo>
                    <a:pt x="18" y="38"/>
                    <a:pt x="18" y="38"/>
                    <a:pt x="18" y="38"/>
                  </a:cubicBezTo>
                  <a:cubicBezTo>
                    <a:pt x="18" y="38"/>
                    <a:pt x="18" y="38"/>
                    <a:pt x="18" y="38"/>
                  </a:cubicBezTo>
                  <a:cubicBezTo>
                    <a:pt x="18" y="39"/>
                    <a:pt x="18" y="39"/>
                    <a:pt x="18" y="39"/>
                  </a:cubicBezTo>
                  <a:cubicBezTo>
                    <a:pt x="18" y="39"/>
                    <a:pt x="18" y="39"/>
                    <a:pt x="18" y="39"/>
                  </a:cubicBezTo>
                  <a:cubicBezTo>
                    <a:pt x="17" y="39"/>
                    <a:pt x="16" y="39"/>
                    <a:pt x="15" y="39"/>
                  </a:cubicBezTo>
                  <a:cubicBezTo>
                    <a:pt x="14" y="39"/>
                    <a:pt x="14" y="39"/>
                    <a:pt x="14" y="39"/>
                  </a:cubicBezTo>
                  <a:cubicBezTo>
                    <a:pt x="14" y="39"/>
                    <a:pt x="14" y="39"/>
                    <a:pt x="14" y="39"/>
                  </a:cubicBezTo>
                  <a:cubicBezTo>
                    <a:pt x="14" y="39"/>
                    <a:pt x="14" y="39"/>
                    <a:pt x="14" y="39"/>
                  </a:cubicBezTo>
                  <a:cubicBezTo>
                    <a:pt x="13" y="38"/>
                    <a:pt x="12" y="38"/>
                    <a:pt x="11"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9" y="38"/>
                    <a:pt x="8" y="37"/>
                    <a:pt x="7" y="37"/>
                  </a:cubicBezTo>
                  <a:cubicBezTo>
                    <a:pt x="7" y="37"/>
                    <a:pt x="7" y="37"/>
                    <a:pt x="7" y="37"/>
                  </a:cubicBezTo>
                  <a:cubicBezTo>
                    <a:pt x="7" y="37"/>
                    <a:pt x="7" y="37"/>
                    <a:pt x="7" y="37"/>
                  </a:cubicBezTo>
                  <a:cubicBezTo>
                    <a:pt x="6" y="37"/>
                    <a:pt x="6" y="37"/>
                    <a:pt x="6" y="37"/>
                  </a:cubicBezTo>
                  <a:cubicBezTo>
                    <a:pt x="5" y="37"/>
                    <a:pt x="5" y="37"/>
                    <a:pt x="5" y="37"/>
                  </a:cubicBezTo>
                  <a:cubicBezTo>
                    <a:pt x="5" y="37"/>
                    <a:pt x="5" y="37"/>
                    <a:pt x="5" y="37"/>
                  </a:cubicBezTo>
                  <a:cubicBezTo>
                    <a:pt x="5" y="37"/>
                    <a:pt x="5" y="37"/>
                    <a:pt x="5" y="37"/>
                  </a:cubicBezTo>
                  <a:cubicBezTo>
                    <a:pt x="5" y="37"/>
                    <a:pt x="4" y="38"/>
                    <a:pt x="3" y="39"/>
                  </a:cubicBezTo>
                  <a:cubicBezTo>
                    <a:pt x="2" y="40"/>
                    <a:pt x="1" y="42"/>
                    <a:pt x="0" y="42"/>
                  </a:cubicBezTo>
                  <a:cubicBezTo>
                    <a:pt x="1" y="43"/>
                    <a:pt x="1" y="43"/>
                    <a:pt x="1" y="43"/>
                  </a:cubicBezTo>
                  <a:cubicBezTo>
                    <a:pt x="1" y="43"/>
                    <a:pt x="1" y="43"/>
                    <a:pt x="1" y="43"/>
                  </a:cubicBezTo>
                  <a:cubicBezTo>
                    <a:pt x="2" y="43"/>
                    <a:pt x="3" y="42"/>
                    <a:pt x="4" y="41"/>
                  </a:cubicBezTo>
                  <a:lnTo>
                    <a:pt x="6" y="39"/>
                  </a:lnTo>
                  <a:close/>
                  <a:moveTo>
                    <a:pt x="26" y="10"/>
                  </a:moveTo>
                  <a:cubicBezTo>
                    <a:pt x="32" y="10"/>
                    <a:pt x="32" y="10"/>
                    <a:pt x="32" y="10"/>
                  </a:cubicBezTo>
                  <a:cubicBezTo>
                    <a:pt x="32" y="9"/>
                    <a:pt x="32" y="9"/>
                    <a:pt x="32" y="9"/>
                  </a:cubicBezTo>
                  <a:cubicBezTo>
                    <a:pt x="26" y="9"/>
                    <a:pt x="26" y="9"/>
                    <a:pt x="26" y="9"/>
                  </a:cubicBezTo>
                  <a:lnTo>
                    <a:pt x="26" y="10"/>
                  </a:lnTo>
                  <a:close/>
                  <a:moveTo>
                    <a:pt x="29" y="14"/>
                  </a:moveTo>
                  <a:cubicBezTo>
                    <a:pt x="36" y="14"/>
                    <a:pt x="36" y="14"/>
                    <a:pt x="36" y="14"/>
                  </a:cubicBezTo>
                  <a:cubicBezTo>
                    <a:pt x="36" y="11"/>
                    <a:pt x="36" y="11"/>
                    <a:pt x="36" y="11"/>
                  </a:cubicBezTo>
                  <a:cubicBezTo>
                    <a:pt x="29" y="11"/>
                    <a:pt x="29" y="11"/>
                    <a:pt x="29" y="11"/>
                  </a:cubicBezTo>
                  <a:lnTo>
                    <a:pt x="29" y="14"/>
                  </a:lnTo>
                  <a:close/>
                  <a:moveTo>
                    <a:pt x="26" y="17"/>
                  </a:moveTo>
                  <a:cubicBezTo>
                    <a:pt x="32" y="17"/>
                    <a:pt x="32" y="17"/>
                    <a:pt x="32" y="17"/>
                  </a:cubicBezTo>
                  <a:cubicBezTo>
                    <a:pt x="32" y="15"/>
                    <a:pt x="32" y="15"/>
                    <a:pt x="32" y="15"/>
                  </a:cubicBezTo>
                  <a:cubicBezTo>
                    <a:pt x="26" y="15"/>
                    <a:pt x="26" y="15"/>
                    <a:pt x="26" y="15"/>
                  </a:cubicBezTo>
                  <a:lnTo>
                    <a:pt x="26" y="17"/>
                  </a:lnTo>
                  <a:close/>
                  <a:moveTo>
                    <a:pt x="37" y="17"/>
                  </a:moveTo>
                  <a:cubicBezTo>
                    <a:pt x="29" y="17"/>
                    <a:pt x="29" y="17"/>
                    <a:pt x="29" y="17"/>
                  </a:cubicBezTo>
                  <a:cubicBezTo>
                    <a:pt x="29" y="20"/>
                    <a:pt x="29" y="20"/>
                    <a:pt x="29" y="20"/>
                  </a:cubicBezTo>
                  <a:cubicBezTo>
                    <a:pt x="37" y="20"/>
                    <a:pt x="37" y="20"/>
                    <a:pt x="37" y="20"/>
                  </a:cubicBezTo>
                  <a:lnTo>
                    <a:pt x="37" y="17"/>
                  </a:lnTo>
                  <a:close/>
                  <a:moveTo>
                    <a:pt x="29" y="17"/>
                  </a:moveTo>
                  <a:cubicBezTo>
                    <a:pt x="22" y="17"/>
                    <a:pt x="22" y="17"/>
                    <a:pt x="22" y="17"/>
                  </a:cubicBezTo>
                  <a:cubicBezTo>
                    <a:pt x="22" y="20"/>
                    <a:pt x="22" y="20"/>
                    <a:pt x="22" y="20"/>
                  </a:cubicBezTo>
                  <a:cubicBezTo>
                    <a:pt x="29" y="20"/>
                    <a:pt x="29" y="20"/>
                    <a:pt x="29" y="20"/>
                  </a:cubicBezTo>
                  <a:lnTo>
                    <a:pt x="29" y="17"/>
                  </a:lnTo>
                  <a:close/>
                  <a:moveTo>
                    <a:pt x="26" y="22"/>
                  </a:moveTo>
                  <a:cubicBezTo>
                    <a:pt x="28" y="22"/>
                    <a:pt x="29" y="23"/>
                    <a:pt x="30" y="24"/>
                  </a:cubicBezTo>
                  <a:cubicBezTo>
                    <a:pt x="33" y="24"/>
                    <a:pt x="33" y="24"/>
                    <a:pt x="33" y="24"/>
                  </a:cubicBezTo>
                  <a:cubicBezTo>
                    <a:pt x="33" y="21"/>
                    <a:pt x="33" y="21"/>
                    <a:pt x="33" y="21"/>
                  </a:cubicBezTo>
                  <a:cubicBezTo>
                    <a:pt x="26" y="21"/>
                    <a:pt x="26" y="21"/>
                    <a:pt x="26" y="21"/>
                  </a:cubicBezTo>
                  <a:lnTo>
                    <a:pt x="26" y="22"/>
                  </a:lnTo>
                  <a:close/>
                  <a:moveTo>
                    <a:pt x="19" y="10"/>
                  </a:moveTo>
                  <a:cubicBezTo>
                    <a:pt x="25" y="10"/>
                    <a:pt x="25" y="10"/>
                    <a:pt x="25" y="10"/>
                  </a:cubicBezTo>
                  <a:cubicBezTo>
                    <a:pt x="25" y="9"/>
                    <a:pt x="25" y="9"/>
                    <a:pt x="25" y="9"/>
                  </a:cubicBezTo>
                  <a:cubicBezTo>
                    <a:pt x="19" y="9"/>
                    <a:pt x="19" y="9"/>
                    <a:pt x="19" y="9"/>
                  </a:cubicBezTo>
                  <a:lnTo>
                    <a:pt x="19" y="10"/>
                  </a:lnTo>
                  <a:close/>
                  <a:moveTo>
                    <a:pt x="42" y="43"/>
                  </a:moveTo>
                  <a:cubicBezTo>
                    <a:pt x="42" y="43"/>
                    <a:pt x="42" y="43"/>
                    <a:pt x="42" y="43"/>
                  </a:cubicBezTo>
                  <a:cubicBezTo>
                    <a:pt x="43" y="43"/>
                    <a:pt x="43" y="43"/>
                    <a:pt x="43" y="43"/>
                  </a:cubicBezTo>
                  <a:cubicBezTo>
                    <a:pt x="44" y="41"/>
                    <a:pt x="44" y="41"/>
                    <a:pt x="44" y="41"/>
                  </a:cubicBezTo>
                  <a:cubicBezTo>
                    <a:pt x="44" y="41"/>
                    <a:pt x="44" y="41"/>
                    <a:pt x="44" y="41"/>
                  </a:cubicBezTo>
                  <a:cubicBezTo>
                    <a:pt x="44" y="41"/>
                    <a:pt x="44" y="41"/>
                    <a:pt x="44" y="41"/>
                  </a:cubicBezTo>
                  <a:cubicBezTo>
                    <a:pt x="43" y="41"/>
                    <a:pt x="43" y="41"/>
                    <a:pt x="43" y="41"/>
                  </a:cubicBezTo>
                  <a:cubicBezTo>
                    <a:pt x="43" y="41"/>
                    <a:pt x="43" y="41"/>
                    <a:pt x="43" y="41"/>
                  </a:cubicBezTo>
                  <a:cubicBezTo>
                    <a:pt x="43" y="41"/>
                    <a:pt x="43" y="41"/>
                    <a:pt x="43" y="41"/>
                  </a:cubicBezTo>
                  <a:cubicBezTo>
                    <a:pt x="43" y="41"/>
                    <a:pt x="43" y="41"/>
                    <a:pt x="43" y="41"/>
                  </a:cubicBezTo>
                  <a:cubicBezTo>
                    <a:pt x="42" y="42"/>
                    <a:pt x="42" y="42"/>
                    <a:pt x="42" y="42"/>
                  </a:cubicBezTo>
                  <a:cubicBezTo>
                    <a:pt x="42" y="42"/>
                    <a:pt x="42" y="42"/>
                    <a:pt x="42" y="42"/>
                  </a:cubicBezTo>
                  <a:cubicBezTo>
                    <a:pt x="42" y="42"/>
                    <a:pt x="42" y="42"/>
                    <a:pt x="42" y="42"/>
                  </a:cubicBezTo>
                  <a:cubicBezTo>
                    <a:pt x="42" y="43"/>
                    <a:pt x="42" y="43"/>
                    <a:pt x="42" y="43"/>
                  </a:cubicBezTo>
                  <a:close/>
                  <a:moveTo>
                    <a:pt x="20" y="31"/>
                  </a:moveTo>
                  <a:cubicBezTo>
                    <a:pt x="8" y="31"/>
                    <a:pt x="8" y="31"/>
                    <a:pt x="8" y="31"/>
                  </a:cubicBezTo>
                  <a:cubicBezTo>
                    <a:pt x="7" y="35"/>
                    <a:pt x="7" y="35"/>
                    <a:pt x="7" y="35"/>
                  </a:cubicBezTo>
                  <a:cubicBezTo>
                    <a:pt x="20" y="35"/>
                    <a:pt x="20" y="35"/>
                    <a:pt x="20" y="35"/>
                  </a:cubicBezTo>
                  <a:lnTo>
                    <a:pt x="20" y="31"/>
                  </a:lnTo>
                  <a:close/>
                  <a:moveTo>
                    <a:pt x="38" y="27"/>
                  </a:moveTo>
                  <a:cubicBezTo>
                    <a:pt x="42" y="27"/>
                    <a:pt x="42" y="27"/>
                    <a:pt x="42" y="27"/>
                  </a:cubicBezTo>
                  <a:cubicBezTo>
                    <a:pt x="41" y="24"/>
                    <a:pt x="41" y="24"/>
                    <a:pt x="41" y="24"/>
                  </a:cubicBezTo>
                  <a:cubicBezTo>
                    <a:pt x="38" y="24"/>
                    <a:pt x="38" y="24"/>
                    <a:pt x="38" y="24"/>
                  </a:cubicBezTo>
                  <a:lnTo>
                    <a:pt x="38" y="27"/>
                  </a:lnTo>
                  <a:close/>
                  <a:moveTo>
                    <a:pt x="12" y="24"/>
                  </a:moveTo>
                  <a:cubicBezTo>
                    <a:pt x="9" y="24"/>
                    <a:pt x="9" y="24"/>
                    <a:pt x="9" y="24"/>
                  </a:cubicBezTo>
                  <a:cubicBezTo>
                    <a:pt x="9" y="27"/>
                    <a:pt x="9" y="27"/>
                    <a:pt x="9" y="27"/>
                  </a:cubicBezTo>
                  <a:cubicBezTo>
                    <a:pt x="12" y="27"/>
                    <a:pt x="12" y="27"/>
                    <a:pt x="12" y="27"/>
                  </a:cubicBezTo>
                  <a:lnTo>
                    <a:pt x="12" y="24"/>
                  </a:lnTo>
                  <a:close/>
                  <a:moveTo>
                    <a:pt x="16" y="27"/>
                  </a:moveTo>
                  <a:cubicBezTo>
                    <a:pt x="9" y="27"/>
                    <a:pt x="9" y="27"/>
                    <a:pt x="9" y="27"/>
                  </a:cubicBezTo>
                  <a:cubicBezTo>
                    <a:pt x="8" y="30"/>
                    <a:pt x="8" y="30"/>
                    <a:pt x="8" y="30"/>
                  </a:cubicBezTo>
                  <a:cubicBezTo>
                    <a:pt x="16" y="30"/>
                    <a:pt x="16" y="30"/>
                    <a:pt x="16" y="30"/>
                  </a:cubicBezTo>
                  <a:lnTo>
                    <a:pt x="16" y="27"/>
                  </a:lnTo>
                  <a:close/>
                  <a:moveTo>
                    <a:pt x="7" y="37"/>
                  </a:moveTo>
                  <a:cubicBezTo>
                    <a:pt x="7" y="37"/>
                    <a:pt x="7" y="37"/>
                    <a:pt x="7" y="37"/>
                  </a:cubicBezTo>
                  <a:cubicBezTo>
                    <a:pt x="7" y="37"/>
                    <a:pt x="7" y="37"/>
                    <a:pt x="7" y="37"/>
                  </a:cubicBezTo>
                  <a:cubicBezTo>
                    <a:pt x="8" y="37"/>
                    <a:pt x="9" y="37"/>
                    <a:pt x="10" y="37"/>
                  </a:cubicBezTo>
                  <a:cubicBezTo>
                    <a:pt x="10" y="37"/>
                    <a:pt x="10" y="37"/>
                    <a:pt x="10" y="37"/>
                  </a:cubicBezTo>
                  <a:cubicBezTo>
                    <a:pt x="10" y="37"/>
                    <a:pt x="10" y="37"/>
                    <a:pt x="10" y="37"/>
                  </a:cubicBezTo>
                  <a:cubicBezTo>
                    <a:pt x="10" y="37"/>
                    <a:pt x="10" y="37"/>
                    <a:pt x="10" y="37"/>
                  </a:cubicBezTo>
                  <a:cubicBezTo>
                    <a:pt x="10" y="38"/>
                    <a:pt x="10" y="38"/>
                    <a:pt x="10" y="38"/>
                  </a:cubicBezTo>
                  <a:cubicBezTo>
                    <a:pt x="11" y="38"/>
                    <a:pt x="11" y="38"/>
                    <a:pt x="11" y="38"/>
                  </a:cubicBezTo>
                  <a:cubicBezTo>
                    <a:pt x="12" y="38"/>
                    <a:pt x="13" y="38"/>
                    <a:pt x="14" y="38"/>
                  </a:cubicBezTo>
                  <a:cubicBezTo>
                    <a:pt x="15" y="38"/>
                    <a:pt x="15" y="38"/>
                    <a:pt x="15" y="38"/>
                  </a:cubicBezTo>
                  <a:cubicBezTo>
                    <a:pt x="16" y="38"/>
                    <a:pt x="17" y="38"/>
                    <a:pt x="18" y="38"/>
                  </a:cubicBezTo>
                  <a:cubicBezTo>
                    <a:pt x="18" y="38"/>
                    <a:pt x="18" y="38"/>
                    <a:pt x="18" y="38"/>
                  </a:cubicBezTo>
                  <a:cubicBezTo>
                    <a:pt x="19" y="38"/>
                    <a:pt x="19" y="38"/>
                    <a:pt x="19" y="38"/>
                  </a:cubicBezTo>
                  <a:cubicBezTo>
                    <a:pt x="19" y="38"/>
                    <a:pt x="19" y="38"/>
                    <a:pt x="19" y="38"/>
                  </a:cubicBezTo>
                  <a:cubicBezTo>
                    <a:pt x="19" y="37"/>
                    <a:pt x="19" y="37"/>
                    <a:pt x="19" y="37"/>
                  </a:cubicBezTo>
                  <a:cubicBezTo>
                    <a:pt x="20" y="37"/>
                    <a:pt x="20" y="37"/>
                    <a:pt x="20" y="37"/>
                  </a:cubicBezTo>
                  <a:cubicBezTo>
                    <a:pt x="22" y="38"/>
                    <a:pt x="24" y="38"/>
                    <a:pt x="27" y="38"/>
                  </a:cubicBezTo>
                  <a:cubicBezTo>
                    <a:pt x="28" y="38"/>
                    <a:pt x="28" y="38"/>
                    <a:pt x="28" y="38"/>
                  </a:cubicBezTo>
                  <a:cubicBezTo>
                    <a:pt x="29" y="38"/>
                    <a:pt x="30" y="38"/>
                    <a:pt x="32" y="38"/>
                  </a:cubicBezTo>
                  <a:cubicBezTo>
                    <a:pt x="32" y="38"/>
                    <a:pt x="32" y="38"/>
                    <a:pt x="32" y="38"/>
                  </a:cubicBezTo>
                  <a:cubicBezTo>
                    <a:pt x="32" y="38"/>
                    <a:pt x="32" y="38"/>
                    <a:pt x="32" y="38"/>
                  </a:cubicBezTo>
                  <a:cubicBezTo>
                    <a:pt x="33" y="38"/>
                    <a:pt x="33" y="38"/>
                    <a:pt x="33" y="38"/>
                  </a:cubicBezTo>
                  <a:cubicBezTo>
                    <a:pt x="33" y="38"/>
                    <a:pt x="33" y="38"/>
                    <a:pt x="33" y="38"/>
                  </a:cubicBezTo>
                  <a:cubicBezTo>
                    <a:pt x="33" y="38"/>
                    <a:pt x="33" y="38"/>
                    <a:pt x="33" y="38"/>
                  </a:cubicBezTo>
                  <a:cubicBezTo>
                    <a:pt x="34" y="38"/>
                    <a:pt x="34" y="38"/>
                    <a:pt x="34" y="38"/>
                  </a:cubicBezTo>
                  <a:cubicBezTo>
                    <a:pt x="36" y="38"/>
                    <a:pt x="36" y="38"/>
                    <a:pt x="36" y="38"/>
                  </a:cubicBezTo>
                  <a:cubicBezTo>
                    <a:pt x="36" y="38"/>
                    <a:pt x="36" y="38"/>
                    <a:pt x="36" y="38"/>
                  </a:cubicBezTo>
                  <a:cubicBezTo>
                    <a:pt x="36" y="38"/>
                    <a:pt x="36" y="38"/>
                    <a:pt x="36" y="38"/>
                  </a:cubicBezTo>
                  <a:cubicBezTo>
                    <a:pt x="39" y="38"/>
                    <a:pt x="39" y="38"/>
                    <a:pt x="39" y="38"/>
                  </a:cubicBezTo>
                  <a:cubicBezTo>
                    <a:pt x="45" y="38"/>
                    <a:pt x="45" y="38"/>
                    <a:pt x="45" y="38"/>
                  </a:cubicBezTo>
                  <a:cubicBezTo>
                    <a:pt x="45" y="37"/>
                    <a:pt x="45" y="37"/>
                    <a:pt x="45" y="37"/>
                  </a:cubicBezTo>
                  <a:cubicBezTo>
                    <a:pt x="44" y="36"/>
                    <a:pt x="44" y="36"/>
                    <a:pt x="44" y="36"/>
                  </a:cubicBezTo>
                  <a:cubicBezTo>
                    <a:pt x="44" y="36"/>
                    <a:pt x="44" y="36"/>
                    <a:pt x="44" y="36"/>
                  </a:cubicBezTo>
                  <a:cubicBezTo>
                    <a:pt x="33" y="36"/>
                    <a:pt x="33" y="36"/>
                    <a:pt x="33" y="36"/>
                  </a:cubicBezTo>
                  <a:cubicBezTo>
                    <a:pt x="7" y="36"/>
                    <a:pt x="7" y="36"/>
                    <a:pt x="7" y="36"/>
                  </a:cubicBezTo>
                  <a:cubicBezTo>
                    <a:pt x="6" y="36"/>
                    <a:pt x="6" y="36"/>
                    <a:pt x="6" y="36"/>
                  </a:cubicBezTo>
                  <a:cubicBezTo>
                    <a:pt x="7" y="36"/>
                    <a:pt x="7" y="36"/>
                    <a:pt x="7" y="36"/>
                  </a:cubicBezTo>
                  <a:lnTo>
                    <a:pt x="7" y="37"/>
                  </a:lnTo>
                  <a:close/>
                  <a:moveTo>
                    <a:pt x="43" y="40"/>
                  </a:moveTo>
                  <a:cubicBezTo>
                    <a:pt x="42" y="39"/>
                    <a:pt x="42" y="39"/>
                    <a:pt x="42" y="39"/>
                  </a:cubicBezTo>
                  <a:cubicBezTo>
                    <a:pt x="42" y="39"/>
                    <a:pt x="42" y="39"/>
                    <a:pt x="42" y="39"/>
                  </a:cubicBezTo>
                  <a:cubicBezTo>
                    <a:pt x="42" y="38"/>
                    <a:pt x="42" y="38"/>
                    <a:pt x="42" y="38"/>
                  </a:cubicBezTo>
                  <a:cubicBezTo>
                    <a:pt x="42" y="38"/>
                    <a:pt x="42" y="38"/>
                    <a:pt x="42" y="38"/>
                  </a:cubicBezTo>
                  <a:cubicBezTo>
                    <a:pt x="39" y="38"/>
                    <a:pt x="39" y="38"/>
                    <a:pt x="39" y="38"/>
                  </a:cubicBezTo>
                  <a:cubicBezTo>
                    <a:pt x="36" y="38"/>
                    <a:pt x="36" y="38"/>
                    <a:pt x="36" y="38"/>
                  </a:cubicBezTo>
                  <a:cubicBezTo>
                    <a:pt x="37" y="39"/>
                    <a:pt x="37" y="39"/>
                    <a:pt x="37" y="39"/>
                  </a:cubicBezTo>
                  <a:cubicBezTo>
                    <a:pt x="38" y="39"/>
                    <a:pt x="38" y="39"/>
                    <a:pt x="38" y="39"/>
                  </a:cubicBezTo>
                  <a:cubicBezTo>
                    <a:pt x="38" y="39"/>
                    <a:pt x="38" y="39"/>
                    <a:pt x="38" y="39"/>
                  </a:cubicBezTo>
                  <a:cubicBezTo>
                    <a:pt x="38" y="39"/>
                    <a:pt x="38" y="39"/>
                    <a:pt x="38" y="39"/>
                  </a:cubicBezTo>
                  <a:cubicBezTo>
                    <a:pt x="38" y="40"/>
                    <a:pt x="38" y="40"/>
                    <a:pt x="38" y="40"/>
                  </a:cubicBezTo>
                  <a:cubicBezTo>
                    <a:pt x="38" y="40"/>
                    <a:pt x="38" y="40"/>
                    <a:pt x="38" y="40"/>
                  </a:cubicBezTo>
                  <a:cubicBezTo>
                    <a:pt x="38" y="40"/>
                    <a:pt x="38" y="40"/>
                    <a:pt x="38" y="40"/>
                  </a:cubicBezTo>
                  <a:cubicBezTo>
                    <a:pt x="39" y="41"/>
                    <a:pt x="39" y="41"/>
                    <a:pt x="39" y="41"/>
                  </a:cubicBezTo>
                  <a:cubicBezTo>
                    <a:pt x="39" y="41"/>
                    <a:pt x="39" y="41"/>
                    <a:pt x="39" y="41"/>
                  </a:cubicBezTo>
                  <a:cubicBezTo>
                    <a:pt x="39" y="42"/>
                    <a:pt x="39" y="42"/>
                    <a:pt x="39" y="42"/>
                  </a:cubicBezTo>
                  <a:cubicBezTo>
                    <a:pt x="39" y="42"/>
                    <a:pt x="39" y="42"/>
                    <a:pt x="39" y="42"/>
                  </a:cubicBezTo>
                  <a:cubicBezTo>
                    <a:pt x="40" y="42"/>
                    <a:pt x="40" y="42"/>
                    <a:pt x="40" y="42"/>
                  </a:cubicBezTo>
                  <a:cubicBezTo>
                    <a:pt x="40" y="42"/>
                    <a:pt x="40" y="42"/>
                    <a:pt x="40" y="42"/>
                  </a:cubicBezTo>
                  <a:cubicBezTo>
                    <a:pt x="40" y="42"/>
                    <a:pt x="40" y="42"/>
                    <a:pt x="40" y="42"/>
                  </a:cubicBezTo>
                  <a:cubicBezTo>
                    <a:pt x="40" y="42"/>
                    <a:pt x="40" y="42"/>
                    <a:pt x="40" y="42"/>
                  </a:cubicBezTo>
                  <a:cubicBezTo>
                    <a:pt x="40" y="42"/>
                    <a:pt x="40" y="42"/>
                    <a:pt x="40" y="42"/>
                  </a:cubicBezTo>
                  <a:cubicBezTo>
                    <a:pt x="41" y="42"/>
                    <a:pt x="41" y="42"/>
                    <a:pt x="41" y="42"/>
                  </a:cubicBezTo>
                  <a:cubicBezTo>
                    <a:pt x="41" y="42"/>
                    <a:pt x="41" y="42"/>
                    <a:pt x="41" y="42"/>
                  </a:cubicBezTo>
                  <a:cubicBezTo>
                    <a:pt x="41" y="42"/>
                    <a:pt x="41" y="42"/>
                    <a:pt x="41" y="42"/>
                  </a:cubicBezTo>
                  <a:cubicBezTo>
                    <a:pt x="41" y="42"/>
                    <a:pt x="41" y="42"/>
                    <a:pt x="41" y="42"/>
                  </a:cubicBezTo>
                  <a:cubicBezTo>
                    <a:pt x="42" y="41"/>
                    <a:pt x="42" y="41"/>
                    <a:pt x="42" y="41"/>
                  </a:cubicBezTo>
                  <a:cubicBezTo>
                    <a:pt x="42" y="41"/>
                    <a:pt x="42" y="41"/>
                    <a:pt x="42" y="41"/>
                  </a:cubicBezTo>
                  <a:cubicBezTo>
                    <a:pt x="42" y="41"/>
                    <a:pt x="42" y="41"/>
                    <a:pt x="42" y="41"/>
                  </a:cubicBezTo>
                  <a:cubicBezTo>
                    <a:pt x="43" y="41"/>
                    <a:pt x="43" y="41"/>
                    <a:pt x="43" y="41"/>
                  </a:cubicBezTo>
                  <a:cubicBezTo>
                    <a:pt x="43" y="40"/>
                    <a:pt x="43" y="40"/>
                    <a:pt x="43" y="40"/>
                  </a:cubicBezTo>
                  <a:close/>
                  <a:moveTo>
                    <a:pt x="29" y="40"/>
                  </a:moveTo>
                  <a:cubicBezTo>
                    <a:pt x="30" y="40"/>
                    <a:pt x="30" y="40"/>
                    <a:pt x="30" y="40"/>
                  </a:cubicBezTo>
                  <a:cubicBezTo>
                    <a:pt x="30" y="40"/>
                    <a:pt x="30" y="40"/>
                    <a:pt x="30" y="40"/>
                  </a:cubicBezTo>
                  <a:cubicBezTo>
                    <a:pt x="31" y="40"/>
                    <a:pt x="31" y="40"/>
                    <a:pt x="31" y="40"/>
                  </a:cubicBezTo>
                  <a:cubicBezTo>
                    <a:pt x="31" y="40"/>
                    <a:pt x="31" y="40"/>
                    <a:pt x="31" y="40"/>
                  </a:cubicBezTo>
                  <a:cubicBezTo>
                    <a:pt x="31" y="40"/>
                    <a:pt x="31" y="40"/>
                    <a:pt x="31" y="40"/>
                  </a:cubicBezTo>
                  <a:cubicBezTo>
                    <a:pt x="32" y="41"/>
                    <a:pt x="33" y="43"/>
                    <a:pt x="34" y="43"/>
                  </a:cubicBezTo>
                  <a:cubicBezTo>
                    <a:pt x="34" y="42"/>
                    <a:pt x="34" y="41"/>
                    <a:pt x="34" y="40"/>
                  </a:cubicBezTo>
                  <a:cubicBezTo>
                    <a:pt x="33" y="39"/>
                    <a:pt x="33" y="39"/>
                    <a:pt x="33" y="39"/>
                  </a:cubicBezTo>
                  <a:cubicBezTo>
                    <a:pt x="33" y="39"/>
                    <a:pt x="33" y="39"/>
                    <a:pt x="33" y="39"/>
                  </a:cubicBezTo>
                  <a:cubicBezTo>
                    <a:pt x="33" y="39"/>
                    <a:pt x="33" y="39"/>
                    <a:pt x="33" y="39"/>
                  </a:cubicBezTo>
                  <a:cubicBezTo>
                    <a:pt x="33" y="39"/>
                    <a:pt x="33" y="39"/>
                    <a:pt x="33" y="39"/>
                  </a:cubicBezTo>
                  <a:cubicBezTo>
                    <a:pt x="32" y="39"/>
                    <a:pt x="32" y="39"/>
                    <a:pt x="32" y="39"/>
                  </a:cubicBezTo>
                  <a:cubicBezTo>
                    <a:pt x="30" y="39"/>
                    <a:pt x="29" y="39"/>
                    <a:pt x="28" y="39"/>
                  </a:cubicBezTo>
                  <a:cubicBezTo>
                    <a:pt x="27" y="39"/>
                    <a:pt x="27" y="39"/>
                    <a:pt x="27" y="39"/>
                  </a:cubicBezTo>
                  <a:cubicBezTo>
                    <a:pt x="25" y="38"/>
                    <a:pt x="25" y="38"/>
                    <a:pt x="25" y="38"/>
                  </a:cubicBezTo>
                  <a:cubicBezTo>
                    <a:pt x="25" y="39"/>
                    <a:pt x="25" y="39"/>
                    <a:pt x="25" y="39"/>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0"/>
                    <a:pt x="23" y="40"/>
                    <a:pt x="23" y="40"/>
                  </a:cubicBezTo>
                  <a:cubicBezTo>
                    <a:pt x="25" y="38"/>
                    <a:pt x="25" y="38"/>
                    <a:pt x="25" y="38"/>
                  </a:cubicBezTo>
                  <a:cubicBezTo>
                    <a:pt x="23" y="38"/>
                    <a:pt x="22" y="38"/>
                    <a:pt x="21" y="38"/>
                  </a:cubicBezTo>
                  <a:cubicBezTo>
                    <a:pt x="21" y="39"/>
                    <a:pt x="21" y="39"/>
                    <a:pt x="21" y="39"/>
                  </a:cubicBezTo>
                  <a:cubicBezTo>
                    <a:pt x="21" y="39"/>
                    <a:pt x="21" y="39"/>
                    <a:pt x="21" y="39"/>
                  </a:cubicBezTo>
                  <a:cubicBezTo>
                    <a:pt x="20" y="39"/>
                    <a:pt x="20" y="39"/>
                    <a:pt x="20" y="39"/>
                  </a:cubicBezTo>
                  <a:cubicBezTo>
                    <a:pt x="20" y="41"/>
                    <a:pt x="20" y="41"/>
                    <a:pt x="20" y="41"/>
                  </a:cubicBezTo>
                  <a:cubicBezTo>
                    <a:pt x="20" y="41"/>
                    <a:pt x="20" y="41"/>
                    <a:pt x="20" y="41"/>
                  </a:cubicBezTo>
                  <a:cubicBezTo>
                    <a:pt x="20" y="41"/>
                    <a:pt x="20" y="41"/>
                    <a:pt x="20" y="41"/>
                  </a:cubicBezTo>
                  <a:cubicBezTo>
                    <a:pt x="20" y="41"/>
                    <a:pt x="20" y="41"/>
                    <a:pt x="20" y="41"/>
                  </a:cubicBezTo>
                  <a:cubicBezTo>
                    <a:pt x="23" y="41"/>
                    <a:pt x="23" y="41"/>
                    <a:pt x="23" y="41"/>
                  </a:cubicBezTo>
                  <a:cubicBezTo>
                    <a:pt x="23" y="41"/>
                    <a:pt x="23" y="41"/>
                    <a:pt x="23" y="41"/>
                  </a:cubicBezTo>
                  <a:cubicBezTo>
                    <a:pt x="23" y="42"/>
                    <a:pt x="24" y="42"/>
                    <a:pt x="26" y="42"/>
                  </a:cubicBezTo>
                  <a:cubicBezTo>
                    <a:pt x="27" y="42"/>
                    <a:pt x="27" y="42"/>
                    <a:pt x="27" y="42"/>
                  </a:cubicBezTo>
                  <a:cubicBezTo>
                    <a:pt x="27" y="42"/>
                    <a:pt x="28" y="41"/>
                    <a:pt x="29" y="40"/>
                  </a:cubicBezTo>
                  <a:moveTo>
                    <a:pt x="46" y="42"/>
                  </a:moveTo>
                  <a:cubicBezTo>
                    <a:pt x="46" y="42"/>
                    <a:pt x="46" y="42"/>
                    <a:pt x="46" y="42"/>
                  </a:cubicBezTo>
                  <a:cubicBezTo>
                    <a:pt x="45" y="42"/>
                    <a:pt x="45" y="42"/>
                    <a:pt x="45" y="42"/>
                  </a:cubicBezTo>
                  <a:cubicBezTo>
                    <a:pt x="44" y="42"/>
                    <a:pt x="44" y="42"/>
                    <a:pt x="44" y="42"/>
                  </a:cubicBezTo>
                  <a:cubicBezTo>
                    <a:pt x="44" y="42"/>
                    <a:pt x="43" y="43"/>
                    <a:pt x="43" y="43"/>
                  </a:cubicBezTo>
                  <a:cubicBezTo>
                    <a:pt x="42" y="43"/>
                    <a:pt x="42" y="43"/>
                    <a:pt x="42" y="43"/>
                  </a:cubicBezTo>
                  <a:cubicBezTo>
                    <a:pt x="42" y="43"/>
                    <a:pt x="42" y="43"/>
                    <a:pt x="42" y="43"/>
                  </a:cubicBezTo>
                  <a:cubicBezTo>
                    <a:pt x="42" y="43"/>
                    <a:pt x="42" y="43"/>
                    <a:pt x="42" y="43"/>
                  </a:cubicBezTo>
                  <a:cubicBezTo>
                    <a:pt x="42" y="43"/>
                    <a:pt x="42" y="43"/>
                    <a:pt x="42" y="43"/>
                  </a:cubicBezTo>
                  <a:cubicBezTo>
                    <a:pt x="42" y="42"/>
                    <a:pt x="42" y="42"/>
                    <a:pt x="42" y="42"/>
                  </a:cubicBezTo>
                  <a:cubicBezTo>
                    <a:pt x="42" y="42"/>
                    <a:pt x="42" y="42"/>
                    <a:pt x="42" y="42"/>
                  </a:cubicBezTo>
                  <a:cubicBezTo>
                    <a:pt x="41" y="43"/>
                    <a:pt x="41" y="43"/>
                    <a:pt x="41" y="43"/>
                  </a:cubicBezTo>
                  <a:cubicBezTo>
                    <a:pt x="41" y="43"/>
                    <a:pt x="41" y="43"/>
                    <a:pt x="41" y="43"/>
                  </a:cubicBezTo>
                  <a:cubicBezTo>
                    <a:pt x="40" y="43"/>
                    <a:pt x="40" y="43"/>
                    <a:pt x="40" y="43"/>
                  </a:cubicBezTo>
                  <a:cubicBezTo>
                    <a:pt x="39" y="42"/>
                    <a:pt x="39" y="42"/>
                    <a:pt x="39" y="42"/>
                  </a:cubicBezTo>
                  <a:cubicBezTo>
                    <a:pt x="37" y="42"/>
                    <a:pt x="37" y="42"/>
                    <a:pt x="37" y="42"/>
                  </a:cubicBezTo>
                  <a:cubicBezTo>
                    <a:pt x="37" y="42"/>
                    <a:pt x="37" y="42"/>
                    <a:pt x="37" y="42"/>
                  </a:cubicBezTo>
                  <a:cubicBezTo>
                    <a:pt x="35" y="41"/>
                    <a:pt x="35" y="41"/>
                    <a:pt x="35" y="41"/>
                  </a:cubicBezTo>
                  <a:cubicBezTo>
                    <a:pt x="35" y="41"/>
                    <a:pt x="35" y="41"/>
                    <a:pt x="35" y="41"/>
                  </a:cubicBezTo>
                  <a:cubicBezTo>
                    <a:pt x="35" y="41"/>
                    <a:pt x="35" y="41"/>
                    <a:pt x="35" y="41"/>
                  </a:cubicBezTo>
                  <a:cubicBezTo>
                    <a:pt x="35" y="40"/>
                    <a:pt x="35" y="40"/>
                    <a:pt x="35" y="40"/>
                  </a:cubicBezTo>
                  <a:cubicBezTo>
                    <a:pt x="35" y="41"/>
                    <a:pt x="35" y="42"/>
                    <a:pt x="34" y="43"/>
                  </a:cubicBezTo>
                  <a:cubicBezTo>
                    <a:pt x="34" y="43"/>
                    <a:pt x="34" y="43"/>
                    <a:pt x="34" y="43"/>
                  </a:cubicBezTo>
                  <a:cubicBezTo>
                    <a:pt x="34" y="43"/>
                    <a:pt x="34" y="43"/>
                    <a:pt x="34" y="43"/>
                  </a:cubicBezTo>
                  <a:cubicBezTo>
                    <a:pt x="34" y="43"/>
                    <a:pt x="34" y="43"/>
                    <a:pt x="34" y="43"/>
                  </a:cubicBezTo>
                  <a:cubicBezTo>
                    <a:pt x="32" y="43"/>
                    <a:pt x="31" y="41"/>
                    <a:pt x="31" y="40"/>
                  </a:cubicBezTo>
                  <a:cubicBezTo>
                    <a:pt x="30" y="40"/>
                    <a:pt x="30" y="40"/>
                    <a:pt x="30" y="40"/>
                  </a:cubicBezTo>
                  <a:cubicBezTo>
                    <a:pt x="30" y="40"/>
                    <a:pt x="30" y="40"/>
                    <a:pt x="30" y="40"/>
                  </a:cubicBezTo>
                  <a:cubicBezTo>
                    <a:pt x="29" y="40"/>
                    <a:pt x="29" y="40"/>
                    <a:pt x="29" y="40"/>
                  </a:cubicBezTo>
                  <a:cubicBezTo>
                    <a:pt x="27" y="43"/>
                    <a:pt x="27" y="43"/>
                    <a:pt x="27" y="43"/>
                  </a:cubicBezTo>
                  <a:cubicBezTo>
                    <a:pt x="27" y="43"/>
                    <a:pt x="27" y="43"/>
                    <a:pt x="27" y="43"/>
                  </a:cubicBezTo>
                  <a:cubicBezTo>
                    <a:pt x="27" y="43"/>
                    <a:pt x="27" y="43"/>
                    <a:pt x="27" y="43"/>
                  </a:cubicBezTo>
                  <a:cubicBezTo>
                    <a:pt x="26" y="43"/>
                    <a:pt x="26" y="43"/>
                    <a:pt x="26" y="43"/>
                  </a:cubicBezTo>
                  <a:cubicBezTo>
                    <a:pt x="27" y="43"/>
                    <a:pt x="30" y="44"/>
                    <a:pt x="31" y="44"/>
                  </a:cubicBezTo>
                  <a:cubicBezTo>
                    <a:pt x="34" y="44"/>
                    <a:pt x="35" y="43"/>
                    <a:pt x="37" y="43"/>
                  </a:cubicBezTo>
                  <a:cubicBezTo>
                    <a:pt x="39" y="43"/>
                    <a:pt x="40" y="43"/>
                    <a:pt x="42" y="44"/>
                  </a:cubicBezTo>
                  <a:cubicBezTo>
                    <a:pt x="43" y="44"/>
                    <a:pt x="44" y="44"/>
                    <a:pt x="45" y="44"/>
                  </a:cubicBezTo>
                  <a:cubicBezTo>
                    <a:pt x="46" y="44"/>
                    <a:pt x="46" y="44"/>
                    <a:pt x="46" y="44"/>
                  </a:cubicBezTo>
                  <a:cubicBezTo>
                    <a:pt x="46" y="44"/>
                    <a:pt x="46" y="44"/>
                    <a:pt x="46" y="44"/>
                  </a:cubicBezTo>
                  <a:cubicBezTo>
                    <a:pt x="46" y="44"/>
                    <a:pt x="46" y="44"/>
                    <a:pt x="46" y="44"/>
                  </a:cubicBezTo>
                  <a:lnTo>
                    <a:pt x="46" y="42"/>
                  </a:lnTo>
                  <a:close/>
                  <a:moveTo>
                    <a:pt x="22" y="42"/>
                  </a:moveTo>
                  <a:cubicBezTo>
                    <a:pt x="20" y="42"/>
                    <a:pt x="20" y="42"/>
                    <a:pt x="20" y="42"/>
                  </a:cubicBezTo>
                  <a:cubicBezTo>
                    <a:pt x="20" y="42"/>
                    <a:pt x="20" y="42"/>
                    <a:pt x="20" y="42"/>
                  </a:cubicBezTo>
                  <a:cubicBezTo>
                    <a:pt x="20" y="44"/>
                    <a:pt x="20" y="44"/>
                    <a:pt x="20" y="44"/>
                  </a:cubicBezTo>
                  <a:cubicBezTo>
                    <a:pt x="20" y="44"/>
                    <a:pt x="20" y="44"/>
                    <a:pt x="20" y="44"/>
                  </a:cubicBezTo>
                  <a:cubicBezTo>
                    <a:pt x="19" y="44"/>
                    <a:pt x="19" y="44"/>
                    <a:pt x="19" y="44"/>
                  </a:cubicBezTo>
                  <a:cubicBezTo>
                    <a:pt x="19" y="44"/>
                    <a:pt x="19" y="44"/>
                    <a:pt x="19" y="44"/>
                  </a:cubicBezTo>
                  <a:cubicBezTo>
                    <a:pt x="18" y="44"/>
                    <a:pt x="18" y="44"/>
                    <a:pt x="18" y="44"/>
                  </a:cubicBezTo>
                  <a:cubicBezTo>
                    <a:pt x="18" y="44"/>
                    <a:pt x="18" y="44"/>
                    <a:pt x="18" y="44"/>
                  </a:cubicBezTo>
                  <a:cubicBezTo>
                    <a:pt x="17" y="44"/>
                    <a:pt x="17" y="44"/>
                    <a:pt x="17" y="44"/>
                  </a:cubicBezTo>
                  <a:cubicBezTo>
                    <a:pt x="16" y="44"/>
                    <a:pt x="16" y="44"/>
                    <a:pt x="16" y="44"/>
                  </a:cubicBezTo>
                  <a:cubicBezTo>
                    <a:pt x="16" y="44"/>
                    <a:pt x="16" y="44"/>
                    <a:pt x="16" y="44"/>
                  </a:cubicBezTo>
                  <a:cubicBezTo>
                    <a:pt x="16" y="44"/>
                    <a:pt x="16" y="44"/>
                    <a:pt x="16" y="44"/>
                  </a:cubicBezTo>
                  <a:cubicBezTo>
                    <a:pt x="15" y="43"/>
                    <a:pt x="15" y="43"/>
                    <a:pt x="15" y="43"/>
                  </a:cubicBezTo>
                  <a:cubicBezTo>
                    <a:pt x="15" y="43"/>
                    <a:pt x="15" y="43"/>
                    <a:pt x="15" y="43"/>
                  </a:cubicBezTo>
                  <a:cubicBezTo>
                    <a:pt x="15" y="43"/>
                    <a:pt x="15" y="43"/>
                    <a:pt x="15" y="43"/>
                  </a:cubicBezTo>
                  <a:cubicBezTo>
                    <a:pt x="14" y="42"/>
                    <a:pt x="14" y="42"/>
                    <a:pt x="14" y="42"/>
                  </a:cubicBezTo>
                  <a:cubicBezTo>
                    <a:pt x="14" y="42"/>
                    <a:pt x="14" y="42"/>
                    <a:pt x="14" y="42"/>
                  </a:cubicBezTo>
                  <a:cubicBezTo>
                    <a:pt x="14" y="42"/>
                    <a:pt x="14" y="42"/>
                    <a:pt x="14" y="42"/>
                  </a:cubicBezTo>
                  <a:cubicBezTo>
                    <a:pt x="13" y="42"/>
                    <a:pt x="13" y="42"/>
                    <a:pt x="13" y="42"/>
                  </a:cubicBezTo>
                  <a:cubicBezTo>
                    <a:pt x="13" y="41"/>
                    <a:pt x="13" y="41"/>
                    <a:pt x="13" y="41"/>
                  </a:cubicBezTo>
                  <a:cubicBezTo>
                    <a:pt x="13" y="41"/>
                    <a:pt x="13" y="41"/>
                    <a:pt x="13" y="41"/>
                  </a:cubicBezTo>
                  <a:cubicBezTo>
                    <a:pt x="13" y="40"/>
                    <a:pt x="13" y="40"/>
                    <a:pt x="13" y="40"/>
                  </a:cubicBezTo>
                  <a:cubicBezTo>
                    <a:pt x="11" y="42"/>
                    <a:pt x="11" y="42"/>
                    <a:pt x="11" y="42"/>
                  </a:cubicBezTo>
                  <a:cubicBezTo>
                    <a:pt x="11" y="42"/>
                    <a:pt x="11" y="42"/>
                    <a:pt x="11" y="42"/>
                  </a:cubicBezTo>
                  <a:cubicBezTo>
                    <a:pt x="11" y="42"/>
                    <a:pt x="11" y="42"/>
                    <a:pt x="11" y="42"/>
                  </a:cubicBezTo>
                  <a:cubicBezTo>
                    <a:pt x="10" y="42"/>
                    <a:pt x="10" y="42"/>
                    <a:pt x="10" y="42"/>
                  </a:cubicBezTo>
                  <a:cubicBezTo>
                    <a:pt x="8" y="44"/>
                    <a:pt x="8" y="44"/>
                    <a:pt x="8" y="44"/>
                  </a:cubicBezTo>
                  <a:cubicBezTo>
                    <a:pt x="8" y="44"/>
                    <a:pt x="8" y="44"/>
                    <a:pt x="8" y="44"/>
                  </a:cubicBezTo>
                  <a:cubicBezTo>
                    <a:pt x="7" y="44"/>
                    <a:pt x="7" y="44"/>
                    <a:pt x="7" y="44"/>
                  </a:cubicBezTo>
                  <a:cubicBezTo>
                    <a:pt x="6" y="44"/>
                    <a:pt x="6" y="44"/>
                    <a:pt x="6" y="44"/>
                  </a:cubicBezTo>
                  <a:cubicBezTo>
                    <a:pt x="6" y="44"/>
                    <a:pt x="6" y="44"/>
                    <a:pt x="6" y="44"/>
                  </a:cubicBezTo>
                  <a:cubicBezTo>
                    <a:pt x="6" y="44"/>
                    <a:pt x="6" y="44"/>
                    <a:pt x="6" y="44"/>
                  </a:cubicBezTo>
                  <a:cubicBezTo>
                    <a:pt x="5" y="43"/>
                    <a:pt x="5" y="43"/>
                    <a:pt x="4" y="42"/>
                  </a:cubicBezTo>
                  <a:cubicBezTo>
                    <a:pt x="4" y="42"/>
                    <a:pt x="3" y="43"/>
                    <a:pt x="1" y="44"/>
                  </a:cubicBezTo>
                  <a:cubicBezTo>
                    <a:pt x="2" y="44"/>
                    <a:pt x="2" y="44"/>
                    <a:pt x="2" y="44"/>
                  </a:cubicBezTo>
                  <a:cubicBezTo>
                    <a:pt x="3" y="44"/>
                    <a:pt x="3" y="44"/>
                    <a:pt x="5" y="45"/>
                  </a:cubicBezTo>
                  <a:cubicBezTo>
                    <a:pt x="5" y="45"/>
                    <a:pt x="5" y="45"/>
                    <a:pt x="5" y="45"/>
                  </a:cubicBezTo>
                  <a:cubicBezTo>
                    <a:pt x="7" y="45"/>
                    <a:pt x="8" y="44"/>
                    <a:pt x="8" y="44"/>
                  </a:cubicBezTo>
                  <a:cubicBezTo>
                    <a:pt x="9" y="44"/>
                    <a:pt x="11" y="42"/>
                    <a:pt x="12" y="42"/>
                  </a:cubicBezTo>
                  <a:cubicBezTo>
                    <a:pt x="12" y="42"/>
                    <a:pt x="12" y="42"/>
                    <a:pt x="12" y="42"/>
                  </a:cubicBezTo>
                  <a:cubicBezTo>
                    <a:pt x="13" y="42"/>
                    <a:pt x="15" y="43"/>
                    <a:pt x="16" y="44"/>
                  </a:cubicBezTo>
                  <a:cubicBezTo>
                    <a:pt x="17" y="44"/>
                    <a:pt x="18" y="45"/>
                    <a:pt x="19" y="45"/>
                  </a:cubicBezTo>
                  <a:cubicBezTo>
                    <a:pt x="19" y="45"/>
                    <a:pt x="19" y="45"/>
                    <a:pt x="19" y="45"/>
                  </a:cubicBezTo>
                  <a:cubicBezTo>
                    <a:pt x="20" y="45"/>
                    <a:pt x="22" y="43"/>
                    <a:pt x="24" y="43"/>
                  </a:cubicBezTo>
                  <a:lnTo>
                    <a:pt x="22" y="42"/>
                  </a:lnTo>
                  <a:close/>
                  <a:moveTo>
                    <a:pt x="37" y="42"/>
                  </a:moveTo>
                  <a:cubicBezTo>
                    <a:pt x="39" y="42"/>
                    <a:pt x="39" y="42"/>
                    <a:pt x="39" y="42"/>
                  </a:cubicBezTo>
                  <a:cubicBezTo>
                    <a:pt x="39" y="42"/>
                    <a:pt x="39" y="42"/>
                    <a:pt x="39" y="42"/>
                  </a:cubicBezTo>
                  <a:cubicBezTo>
                    <a:pt x="38" y="41"/>
                    <a:pt x="38" y="41"/>
                    <a:pt x="38" y="41"/>
                  </a:cubicBezTo>
                  <a:cubicBezTo>
                    <a:pt x="38" y="41"/>
                    <a:pt x="38" y="41"/>
                    <a:pt x="38" y="41"/>
                  </a:cubicBezTo>
                  <a:cubicBezTo>
                    <a:pt x="38" y="41"/>
                    <a:pt x="38" y="41"/>
                    <a:pt x="38" y="41"/>
                  </a:cubicBezTo>
                  <a:cubicBezTo>
                    <a:pt x="38" y="40"/>
                    <a:pt x="38" y="40"/>
                    <a:pt x="38" y="40"/>
                  </a:cubicBezTo>
                  <a:cubicBezTo>
                    <a:pt x="37" y="40"/>
                    <a:pt x="37" y="40"/>
                    <a:pt x="37" y="40"/>
                  </a:cubicBezTo>
                  <a:cubicBezTo>
                    <a:pt x="37" y="40"/>
                    <a:pt x="37" y="40"/>
                    <a:pt x="37" y="40"/>
                  </a:cubicBezTo>
                  <a:cubicBezTo>
                    <a:pt x="36" y="38"/>
                    <a:pt x="36" y="38"/>
                    <a:pt x="36" y="38"/>
                  </a:cubicBezTo>
                  <a:cubicBezTo>
                    <a:pt x="34" y="39"/>
                    <a:pt x="34" y="39"/>
                    <a:pt x="34" y="39"/>
                  </a:cubicBezTo>
                  <a:cubicBezTo>
                    <a:pt x="34" y="39"/>
                    <a:pt x="34" y="39"/>
                    <a:pt x="34" y="39"/>
                  </a:cubicBezTo>
                  <a:cubicBezTo>
                    <a:pt x="35" y="39"/>
                    <a:pt x="35" y="39"/>
                    <a:pt x="35" y="39"/>
                  </a:cubicBezTo>
                  <a:cubicBezTo>
                    <a:pt x="35" y="40"/>
                    <a:pt x="35" y="40"/>
                    <a:pt x="35" y="40"/>
                  </a:cubicBezTo>
                  <a:cubicBezTo>
                    <a:pt x="35" y="40"/>
                    <a:pt x="35" y="40"/>
                    <a:pt x="35" y="40"/>
                  </a:cubicBezTo>
                  <a:cubicBezTo>
                    <a:pt x="35" y="40"/>
                    <a:pt x="35" y="40"/>
                    <a:pt x="35" y="40"/>
                  </a:cubicBezTo>
                  <a:cubicBezTo>
                    <a:pt x="35" y="40"/>
                    <a:pt x="35" y="40"/>
                    <a:pt x="35" y="40"/>
                  </a:cubicBezTo>
                  <a:cubicBezTo>
                    <a:pt x="36" y="40"/>
                    <a:pt x="36" y="40"/>
                    <a:pt x="36" y="40"/>
                  </a:cubicBezTo>
                  <a:cubicBezTo>
                    <a:pt x="36" y="40"/>
                    <a:pt x="36" y="40"/>
                    <a:pt x="36" y="40"/>
                  </a:cubicBezTo>
                  <a:cubicBezTo>
                    <a:pt x="36" y="41"/>
                    <a:pt x="36" y="41"/>
                    <a:pt x="36" y="41"/>
                  </a:cubicBezTo>
                  <a:lnTo>
                    <a:pt x="37" y="42"/>
                  </a:lnTo>
                  <a:close/>
                  <a:moveTo>
                    <a:pt x="17" y="21"/>
                  </a:moveTo>
                  <a:cubicBezTo>
                    <a:pt x="10" y="21"/>
                    <a:pt x="10" y="21"/>
                    <a:pt x="10" y="21"/>
                  </a:cubicBezTo>
                  <a:cubicBezTo>
                    <a:pt x="9" y="24"/>
                    <a:pt x="9" y="24"/>
                    <a:pt x="9" y="24"/>
                  </a:cubicBezTo>
                  <a:cubicBezTo>
                    <a:pt x="17" y="24"/>
                    <a:pt x="17" y="24"/>
                    <a:pt x="17" y="24"/>
                  </a:cubicBezTo>
                  <a:lnTo>
                    <a:pt x="17" y="21"/>
                  </a:lnTo>
                  <a:close/>
                  <a:moveTo>
                    <a:pt x="32" y="9"/>
                  </a:moveTo>
                  <a:cubicBezTo>
                    <a:pt x="32" y="10"/>
                    <a:pt x="32" y="10"/>
                    <a:pt x="32" y="10"/>
                  </a:cubicBezTo>
                  <a:cubicBezTo>
                    <a:pt x="39" y="10"/>
                    <a:pt x="39" y="10"/>
                    <a:pt x="39" y="10"/>
                  </a:cubicBezTo>
                  <a:cubicBezTo>
                    <a:pt x="38" y="9"/>
                    <a:pt x="38" y="9"/>
                    <a:pt x="38" y="9"/>
                  </a:cubicBezTo>
                  <a:lnTo>
                    <a:pt x="32" y="9"/>
                  </a:lnTo>
                  <a:close/>
                  <a:moveTo>
                    <a:pt x="39" y="14"/>
                  </a:moveTo>
                  <a:cubicBezTo>
                    <a:pt x="39" y="11"/>
                    <a:pt x="39" y="11"/>
                    <a:pt x="39" y="11"/>
                  </a:cubicBezTo>
                  <a:cubicBezTo>
                    <a:pt x="36" y="11"/>
                    <a:pt x="36" y="11"/>
                    <a:pt x="36" y="11"/>
                  </a:cubicBezTo>
                  <a:cubicBezTo>
                    <a:pt x="36" y="14"/>
                    <a:pt x="36" y="14"/>
                    <a:pt x="36" y="14"/>
                  </a:cubicBezTo>
                  <a:lnTo>
                    <a:pt x="39" y="14"/>
                  </a:lnTo>
                  <a:close/>
                  <a:moveTo>
                    <a:pt x="40" y="15"/>
                  </a:moveTo>
                  <a:cubicBezTo>
                    <a:pt x="33" y="15"/>
                    <a:pt x="33" y="15"/>
                    <a:pt x="33" y="15"/>
                  </a:cubicBezTo>
                  <a:cubicBezTo>
                    <a:pt x="33" y="17"/>
                    <a:pt x="33" y="17"/>
                    <a:pt x="33" y="17"/>
                  </a:cubicBezTo>
                  <a:cubicBezTo>
                    <a:pt x="40" y="17"/>
                    <a:pt x="40" y="17"/>
                    <a:pt x="40" y="17"/>
                  </a:cubicBezTo>
                  <a:lnTo>
                    <a:pt x="40" y="15"/>
                  </a:lnTo>
                  <a:close/>
                  <a:moveTo>
                    <a:pt x="34" y="24"/>
                  </a:moveTo>
                  <a:cubicBezTo>
                    <a:pt x="41" y="24"/>
                    <a:pt x="41" y="24"/>
                    <a:pt x="41" y="24"/>
                  </a:cubicBezTo>
                  <a:cubicBezTo>
                    <a:pt x="41" y="21"/>
                    <a:pt x="41" y="21"/>
                    <a:pt x="41" y="21"/>
                  </a:cubicBezTo>
                  <a:cubicBezTo>
                    <a:pt x="34" y="21"/>
                    <a:pt x="34" y="21"/>
                    <a:pt x="34" y="21"/>
                  </a:cubicBezTo>
                  <a:lnTo>
                    <a:pt x="34" y="24"/>
                  </a:lnTo>
                  <a:close/>
                  <a:moveTo>
                    <a:pt x="37" y="17"/>
                  </a:moveTo>
                  <a:cubicBezTo>
                    <a:pt x="37" y="20"/>
                    <a:pt x="37" y="20"/>
                    <a:pt x="37" y="20"/>
                  </a:cubicBezTo>
                  <a:cubicBezTo>
                    <a:pt x="41" y="20"/>
                    <a:pt x="41" y="20"/>
                    <a:pt x="41" y="20"/>
                  </a:cubicBezTo>
                  <a:cubicBezTo>
                    <a:pt x="40" y="17"/>
                    <a:pt x="40" y="17"/>
                    <a:pt x="40" y="17"/>
                  </a:cubicBezTo>
                  <a:lnTo>
                    <a:pt x="37" y="17"/>
                  </a:lnTo>
                  <a:close/>
                  <a:moveTo>
                    <a:pt x="13" y="17"/>
                  </a:moveTo>
                  <a:cubicBezTo>
                    <a:pt x="10" y="17"/>
                    <a:pt x="10" y="17"/>
                    <a:pt x="10" y="17"/>
                  </a:cubicBezTo>
                  <a:cubicBezTo>
                    <a:pt x="10" y="20"/>
                    <a:pt x="10" y="20"/>
                    <a:pt x="10" y="20"/>
                  </a:cubicBezTo>
                  <a:cubicBezTo>
                    <a:pt x="13" y="20"/>
                    <a:pt x="13" y="20"/>
                    <a:pt x="13" y="20"/>
                  </a:cubicBezTo>
                  <a:lnTo>
                    <a:pt x="13" y="17"/>
                  </a:lnTo>
                  <a:close/>
                  <a:moveTo>
                    <a:pt x="11" y="14"/>
                  </a:moveTo>
                  <a:cubicBezTo>
                    <a:pt x="14" y="14"/>
                    <a:pt x="14" y="14"/>
                    <a:pt x="14" y="14"/>
                  </a:cubicBezTo>
                  <a:cubicBezTo>
                    <a:pt x="14" y="11"/>
                    <a:pt x="14" y="11"/>
                    <a:pt x="14" y="11"/>
                  </a:cubicBezTo>
                  <a:cubicBezTo>
                    <a:pt x="12" y="11"/>
                    <a:pt x="12" y="11"/>
                    <a:pt x="12" y="11"/>
                  </a:cubicBezTo>
                  <a:lnTo>
                    <a:pt x="11" y="14"/>
                  </a:lnTo>
                  <a:close/>
                  <a:moveTo>
                    <a:pt x="18" y="15"/>
                  </a:moveTo>
                  <a:cubicBezTo>
                    <a:pt x="11" y="15"/>
                    <a:pt x="11" y="15"/>
                    <a:pt x="11" y="15"/>
                  </a:cubicBezTo>
                  <a:cubicBezTo>
                    <a:pt x="10" y="17"/>
                    <a:pt x="10" y="17"/>
                    <a:pt x="10" y="17"/>
                  </a:cubicBezTo>
                  <a:cubicBezTo>
                    <a:pt x="18" y="17"/>
                    <a:pt x="18" y="17"/>
                    <a:pt x="18" y="17"/>
                  </a:cubicBezTo>
                  <a:lnTo>
                    <a:pt x="18" y="15"/>
                  </a:lnTo>
                  <a:close/>
                  <a:moveTo>
                    <a:pt x="10" y="6"/>
                  </a:moveTo>
                  <a:cubicBezTo>
                    <a:pt x="12" y="8"/>
                    <a:pt x="12" y="8"/>
                    <a:pt x="12" y="8"/>
                  </a:cubicBezTo>
                  <a:cubicBezTo>
                    <a:pt x="38" y="8"/>
                    <a:pt x="38" y="8"/>
                    <a:pt x="38" y="8"/>
                  </a:cubicBezTo>
                  <a:cubicBezTo>
                    <a:pt x="38" y="8"/>
                    <a:pt x="38" y="8"/>
                    <a:pt x="38" y="8"/>
                  </a:cubicBezTo>
                  <a:cubicBezTo>
                    <a:pt x="40" y="6"/>
                    <a:pt x="40" y="6"/>
                    <a:pt x="40" y="6"/>
                  </a:cubicBezTo>
                  <a:lnTo>
                    <a:pt x="10" y="6"/>
                  </a:lnTo>
                  <a:close/>
                  <a:moveTo>
                    <a:pt x="18" y="9"/>
                  </a:moveTo>
                  <a:cubicBezTo>
                    <a:pt x="12" y="9"/>
                    <a:pt x="12" y="9"/>
                    <a:pt x="12" y="9"/>
                  </a:cubicBezTo>
                  <a:cubicBezTo>
                    <a:pt x="12" y="10"/>
                    <a:pt x="12" y="10"/>
                    <a:pt x="12" y="10"/>
                  </a:cubicBezTo>
                  <a:cubicBezTo>
                    <a:pt x="18" y="10"/>
                    <a:pt x="18" y="10"/>
                    <a:pt x="18" y="10"/>
                  </a:cubicBezTo>
                  <a:lnTo>
                    <a:pt x="18"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nvGrpSpPr>
          <p:cNvPr id="171" name="Grupo 170">
            <a:extLst>
              <a:ext uri="{FF2B5EF4-FFF2-40B4-BE49-F238E27FC236}">
                <a16:creationId xmlns:a16="http://schemas.microsoft.com/office/drawing/2014/main" id="{691E41E7-7A24-46C3-9D1F-1F7B928CC969}"/>
              </a:ext>
            </a:extLst>
          </p:cNvPr>
          <p:cNvGrpSpPr/>
          <p:nvPr userDrawn="1"/>
        </p:nvGrpSpPr>
        <p:grpSpPr>
          <a:xfrm>
            <a:off x="9269672" y="352811"/>
            <a:ext cx="1108652" cy="538385"/>
            <a:chOff x="3838575" y="2246313"/>
            <a:chExt cx="1931988" cy="938213"/>
          </a:xfrm>
        </p:grpSpPr>
        <p:sp>
          <p:nvSpPr>
            <p:cNvPr id="172" name="Rectangle 5">
              <a:extLst>
                <a:ext uri="{FF2B5EF4-FFF2-40B4-BE49-F238E27FC236}">
                  <a16:creationId xmlns:a16="http://schemas.microsoft.com/office/drawing/2014/main" id="{98A30CFF-8288-4235-86D8-35E89A6B8B9C}"/>
                </a:ext>
              </a:extLst>
            </p:cNvPr>
            <p:cNvSpPr>
              <a:spLocks noChangeArrowheads="1"/>
            </p:cNvSpPr>
            <p:nvPr/>
          </p:nvSpPr>
          <p:spPr bwMode="auto">
            <a:xfrm>
              <a:off x="3838575" y="2246313"/>
              <a:ext cx="1931988" cy="938213"/>
            </a:xfrm>
            <a:prstGeom prst="rect">
              <a:avLst/>
            </a:prstGeom>
            <a:solidFill>
              <a:srgbClr val="00B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73" name="Freeform 37">
              <a:extLst>
                <a:ext uri="{FF2B5EF4-FFF2-40B4-BE49-F238E27FC236}">
                  <a16:creationId xmlns:a16="http://schemas.microsoft.com/office/drawing/2014/main" id="{F5377FCD-72EE-4881-B934-191CFCADD7D5}"/>
                </a:ext>
              </a:extLst>
            </p:cNvPr>
            <p:cNvSpPr>
              <a:spLocks noEditPoints="1"/>
            </p:cNvSpPr>
            <p:nvPr/>
          </p:nvSpPr>
          <p:spPr bwMode="auto">
            <a:xfrm>
              <a:off x="3968750" y="2727325"/>
              <a:ext cx="1668463" cy="123825"/>
            </a:xfrm>
            <a:custGeom>
              <a:avLst/>
              <a:gdLst>
                <a:gd name="T0" fmla="*/ 768 w 770"/>
                <a:gd name="T1" fmla="*/ 17 h 57"/>
                <a:gd name="T2" fmla="*/ 743 w 770"/>
                <a:gd name="T3" fmla="*/ 44 h 57"/>
                <a:gd name="T4" fmla="*/ 715 w 770"/>
                <a:gd name="T5" fmla="*/ 22 h 57"/>
                <a:gd name="T6" fmla="*/ 720 w 770"/>
                <a:gd name="T7" fmla="*/ 17 h 57"/>
                <a:gd name="T8" fmla="*/ 704 w 770"/>
                <a:gd name="T9" fmla="*/ 51 h 57"/>
                <a:gd name="T10" fmla="*/ 689 w 770"/>
                <a:gd name="T11" fmla="*/ 56 h 57"/>
                <a:gd name="T12" fmla="*/ 669 w 770"/>
                <a:gd name="T13" fmla="*/ 20 h 57"/>
                <a:gd name="T14" fmla="*/ 662 w 770"/>
                <a:gd name="T15" fmla="*/ 48 h 57"/>
                <a:gd name="T16" fmla="*/ 662 w 770"/>
                <a:gd name="T17" fmla="*/ 17 h 57"/>
                <a:gd name="T18" fmla="*/ 607 w 770"/>
                <a:gd name="T19" fmla="*/ 17 h 57"/>
                <a:gd name="T20" fmla="*/ 593 w 770"/>
                <a:gd name="T21" fmla="*/ 17 h 57"/>
                <a:gd name="T22" fmla="*/ 597 w 770"/>
                <a:gd name="T23" fmla="*/ 56 h 57"/>
                <a:gd name="T24" fmla="*/ 610 w 770"/>
                <a:gd name="T25" fmla="*/ 56 h 57"/>
                <a:gd name="T26" fmla="*/ 563 w 770"/>
                <a:gd name="T27" fmla="*/ 51 h 57"/>
                <a:gd name="T28" fmla="*/ 560 w 770"/>
                <a:gd name="T29" fmla="*/ 29 h 57"/>
                <a:gd name="T30" fmla="*/ 568 w 770"/>
                <a:gd name="T31" fmla="*/ 17 h 57"/>
                <a:gd name="T32" fmla="*/ 569 w 770"/>
                <a:gd name="T33" fmla="*/ 56 h 57"/>
                <a:gd name="T34" fmla="*/ 511 w 770"/>
                <a:gd name="T35" fmla="*/ 17 h 57"/>
                <a:gd name="T36" fmla="*/ 504 w 770"/>
                <a:gd name="T37" fmla="*/ 54 h 57"/>
                <a:gd name="T38" fmla="*/ 504 w 770"/>
                <a:gd name="T39" fmla="*/ 29 h 57"/>
                <a:gd name="T40" fmla="*/ 453 w 770"/>
                <a:gd name="T41" fmla="*/ 17 h 57"/>
                <a:gd name="T42" fmla="*/ 430 w 770"/>
                <a:gd name="T43" fmla="*/ 17 h 57"/>
                <a:gd name="T44" fmla="*/ 422 w 770"/>
                <a:gd name="T45" fmla="*/ 56 h 57"/>
                <a:gd name="T46" fmla="*/ 379 w 770"/>
                <a:gd name="T47" fmla="*/ 41 h 57"/>
                <a:gd name="T48" fmla="*/ 395 w 770"/>
                <a:gd name="T49" fmla="*/ 56 h 57"/>
                <a:gd name="T50" fmla="*/ 350 w 770"/>
                <a:gd name="T51" fmla="*/ 56 h 57"/>
                <a:gd name="T52" fmla="*/ 377 w 770"/>
                <a:gd name="T53" fmla="*/ 52 h 57"/>
                <a:gd name="T54" fmla="*/ 347 w 770"/>
                <a:gd name="T55" fmla="*/ 20 h 57"/>
                <a:gd name="T56" fmla="*/ 327 w 770"/>
                <a:gd name="T57" fmla="*/ 56 h 57"/>
                <a:gd name="T58" fmla="*/ 310 w 770"/>
                <a:gd name="T59" fmla="*/ 28 h 57"/>
                <a:gd name="T60" fmla="*/ 320 w 770"/>
                <a:gd name="T61" fmla="*/ 52 h 57"/>
                <a:gd name="T62" fmla="*/ 284 w 770"/>
                <a:gd name="T63" fmla="*/ 17 h 57"/>
                <a:gd name="T64" fmla="*/ 303 w 770"/>
                <a:gd name="T65" fmla="*/ 52 h 57"/>
                <a:gd name="T66" fmla="*/ 275 w 770"/>
                <a:gd name="T67" fmla="*/ 45 h 57"/>
                <a:gd name="T68" fmla="*/ 271 w 770"/>
                <a:gd name="T69" fmla="*/ 42 h 57"/>
                <a:gd name="T70" fmla="*/ 270 w 770"/>
                <a:gd name="T71" fmla="*/ 27 h 57"/>
                <a:gd name="T72" fmla="*/ 245 w 770"/>
                <a:gd name="T73" fmla="*/ 52 h 57"/>
                <a:gd name="T74" fmla="*/ 238 w 770"/>
                <a:gd name="T75" fmla="*/ 20 h 57"/>
                <a:gd name="T76" fmla="*/ 218 w 770"/>
                <a:gd name="T77" fmla="*/ 56 h 57"/>
                <a:gd name="T78" fmla="*/ 199 w 770"/>
                <a:gd name="T79" fmla="*/ 35 h 57"/>
                <a:gd name="T80" fmla="*/ 171 w 770"/>
                <a:gd name="T81" fmla="*/ 21 h 57"/>
                <a:gd name="T82" fmla="*/ 177 w 770"/>
                <a:gd name="T83" fmla="*/ 34 h 57"/>
                <a:gd name="T84" fmla="*/ 211 w 770"/>
                <a:gd name="T85" fmla="*/ 20 h 57"/>
                <a:gd name="T86" fmla="*/ 145 w 770"/>
                <a:gd name="T87" fmla="*/ 38 h 57"/>
                <a:gd name="T88" fmla="*/ 138 w 770"/>
                <a:gd name="T89" fmla="*/ 21 h 57"/>
                <a:gd name="T90" fmla="*/ 131 w 770"/>
                <a:gd name="T91" fmla="*/ 21 h 57"/>
                <a:gd name="T92" fmla="*/ 102 w 770"/>
                <a:gd name="T93" fmla="*/ 35 h 57"/>
                <a:gd name="T94" fmla="*/ 108 w 770"/>
                <a:gd name="T95" fmla="*/ 22 h 57"/>
                <a:gd name="T96" fmla="*/ 115 w 770"/>
                <a:gd name="T97" fmla="*/ 54 h 57"/>
                <a:gd name="T98" fmla="*/ 62 w 770"/>
                <a:gd name="T99" fmla="*/ 21 h 57"/>
                <a:gd name="T100" fmla="*/ 27 w 770"/>
                <a:gd name="T101" fmla="*/ 20 h 57"/>
                <a:gd name="T102" fmla="*/ 40 w 770"/>
                <a:gd name="T103" fmla="*/ 51 h 57"/>
                <a:gd name="T104" fmla="*/ 69 w 770"/>
                <a:gd name="T105" fmla="*/ 21 h 57"/>
                <a:gd name="T106" fmla="*/ 20 w 770"/>
                <a:gd name="T107" fmla="*/ 17 h 57"/>
                <a:gd name="T108" fmla="*/ 20 w 770"/>
                <a:gd name="T109" fmla="*/ 5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70" h="57">
                  <a:moveTo>
                    <a:pt x="770" y="44"/>
                  </a:moveTo>
                  <a:cubicBezTo>
                    <a:pt x="770" y="31"/>
                    <a:pt x="750" y="35"/>
                    <a:pt x="750" y="27"/>
                  </a:cubicBezTo>
                  <a:cubicBezTo>
                    <a:pt x="750" y="23"/>
                    <a:pt x="752" y="21"/>
                    <a:pt x="758" y="21"/>
                  </a:cubicBezTo>
                  <a:cubicBezTo>
                    <a:pt x="759" y="21"/>
                    <a:pt x="761" y="21"/>
                    <a:pt x="762" y="21"/>
                  </a:cubicBezTo>
                  <a:cubicBezTo>
                    <a:pt x="763" y="23"/>
                    <a:pt x="763" y="25"/>
                    <a:pt x="763" y="28"/>
                  </a:cubicBezTo>
                  <a:cubicBezTo>
                    <a:pt x="768" y="28"/>
                    <a:pt x="768" y="28"/>
                    <a:pt x="768" y="28"/>
                  </a:cubicBezTo>
                  <a:cubicBezTo>
                    <a:pt x="768" y="17"/>
                    <a:pt x="768" y="17"/>
                    <a:pt x="768" y="17"/>
                  </a:cubicBezTo>
                  <a:cubicBezTo>
                    <a:pt x="765" y="16"/>
                    <a:pt x="761" y="16"/>
                    <a:pt x="758" y="16"/>
                  </a:cubicBezTo>
                  <a:cubicBezTo>
                    <a:pt x="748" y="16"/>
                    <a:pt x="742" y="21"/>
                    <a:pt x="742" y="28"/>
                  </a:cubicBezTo>
                  <a:cubicBezTo>
                    <a:pt x="742" y="40"/>
                    <a:pt x="763" y="36"/>
                    <a:pt x="763" y="45"/>
                  </a:cubicBezTo>
                  <a:cubicBezTo>
                    <a:pt x="763" y="50"/>
                    <a:pt x="758" y="51"/>
                    <a:pt x="754" y="51"/>
                  </a:cubicBezTo>
                  <a:cubicBezTo>
                    <a:pt x="752" y="51"/>
                    <a:pt x="750" y="51"/>
                    <a:pt x="749" y="51"/>
                  </a:cubicBezTo>
                  <a:cubicBezTo>
                    <a:pt x="748" y="49"/>
                    <a:pt x="748" y="47"/>
                    <a:pt x="748" y="44"/>
                  </a:cubicBezTo>
                  <a:cubicBezTo>
                    <a:pt x="743" y="44"/>
                    <a:pt x="743" y="44"/>
                    <a:pt x="743" y="44"/>
                  </a:cubicBezTo>
                  <a:cubicBezTo>
                    <a:pt x="743" y="55"/>
                    <a:pt x="743" y="55"/>
                    <a:pt x="743" y="55"/>
                  </a:cubicBezTo>
                  <a:cubicBezTo>
                    <a:pt x="746" y="56"/>
                    <a:pt x="750" y="57"/>
                    <a:pt x="753" y="57"/>
                  </a:cubicBezTo>
                  <a:cubicBezTo>
                    <a:pt x="763" y="57"/>
                    <a:pt x="770" y="52"/>
                    <a:pt x="770" y="44"/>
                  </a:cubicBezTo>
                  <a:moveTo>
                    <a:pt x="722" y="41"/>
                  </a:moveTo>
                  <a:cubicBezTo>
                    <a:pt x="708" y="41"/>
                    <a:pt x="708" y="41"/>
                    <a:pt x="708" y="41"/>
                  </a:cubicBezTo>
                  <a:cubicBezTo>
                    <a:pt x="713" y="29"/>
                    <a:pt x="713" y="29"/>
                    <a:pt x="713" y="29"/>
                  </a:cubicBezTo>
                  <a:cubicBezTo>
                    <a:pt x="713" y="27"/>
                    <a:pt x="714" y="24"/>
                    <a:pt x="715" y="22"/>
                  </a:cubicBezTo>
                  <a:cubicBezTo>
                    <a:pt x="715" y="22"/>
                    <a:pt x="715" y="22"/>
                    <a:pt x="715" y="22"/>
                  </a:cubicBezTo>
                  <a:cubicBezTo>
                    <a:pt x="715" y="24"/>
                    <a:pt x="716" y="27"/>
                    <a:pt x="717" y="29"/>
                  </a:cubicBezTo>
                  <a:lnTo>
                    <a:pt x="722" y="41"/>
                  </a:lnTo>
                  <a:close/>
                  <a:moveTo>
                    <a:pt x="737" y="56"/>
                  </a:moveTo>
                  <a:cubicBezTo>
                    <a:pt x="737" y="52"/>
                    <a:pt x="737" y="52"/>
                    <a:pt x="737" y="52"/>
                  </a:cubicBezTo>
                  <a:cubicBezTo>
                    <a:pt x="736" y="52"/>
                    <a:pt x="734" y="51"/>
                    <a:pt x="733" y="51"/>
                  </a:cubicBezTo>
                  <a:cubicBezTo>
                    <a:pt x="720" y="17"/>
                    <a:pt x="720" y="17"/>
                    <a:pt x="720" y="17"/>
                  </a:cubicBezTo>
                  <a:cubicBezTo>
                    <a:pt x="711" y="17"/>
                    <a:pt x="711" y="17"/>
                    <a:pt x="711" y="17"/>
                  </a:cubicBezTo>
                  <a:cubicBezTo>
                    <a:pt x="697" y="51"/>
                    <a:pt x="697" y="51"/>
                    <a:pt x="697" y="51"/>
                  </a:cubicBezTo>
                  <a:cubicBezTo>
                    <a:pt x="696" y="51"/>
                    <a:pt x="694" y="52"/>
                    <a:pt x="693" y="52"/>
                  </a:cubicBezTo>
                  <a:cubicBezTo>
                    <a:pt x="693" y="56"/>
                    <a:pt x="693" y="56"/>
                    <a:pt x="693" y="56"/>
                  </a:cubicBezTo>
                  <a:cubicBezTo>
                    <a:pt x="710" y="56"/>
                    <a:pt x="710" y="56"/>
                    <a:pt x="710" y="56"/>
                  </a:cubicBezTo>
                  <a:cubicBezTo>
                    <a:pt x="710" y="52"/>
                    <a:pt x="710" y="52"/>
                    <a:pt x="710" y="52"/>
                  </a:cubicBezTo>
                  <a:cubicBezTo>
                    <a:pt x="708" y="52"/>
                    <a:pt x="706" y="51"/>
                    <a:pt x="704" y="51"/>
                  </a:cubicBezTo>
                  <a:cubicBezTo>
                    <a:pt x="706" y="46"/>
                    <a:pt x="706" y="46"/>
                    <a:pt x="706" y="46"/>
                  </a:cubicBezTo>
                  <a:cubicBezTo>
                    <a:pt x="723" y="46"/>
                    <a:pt x="723" y="46"/>
                    <a:pt x="723" y="46"/>
                  </a:cubicBezTo>
                  <a:cubicBezTo>
                    <a:pt x="725" y="51"/>
                    <a:pt x="725" y="51"/>
                    <a:pt x="725" y="51"/>
                  </a:cubicBezTo>
                  <a:cubicBezTo>
                    <a:pt x="723" y="51"/>
                    <a:pt x="721" y="52"/>
                    <a:pt x="719" y="52"/>
                  </a:cubicBezTo>
                  <a:cubicBezTo>
                    <a:pt x="719" y="56"/>
                    <a:pt x="719" y="56"/>
                    <a:pt x="719" y="56"/>
                  </a:cubicBezTo>
                  <a:lnTo>
                    <a:pt x="737" y="56"/>
                  </a:lnTo>
                  <a:close/>
                  <a:moveTo>
                    <a:pt x="689" y="56"/>
                  </a:moveTo>
                  <a:cubicBezTo>
                    <a:pt x="689" y="52"/>
                    <a:pt x="689" y="52"/>
                    <a:pt x="689" y="52"/>
                  </a:cubicBezTo>
                  <a:cubicBezTo>
                    <a:pt x="687" y="52"/>
                    <a:pt x="685" y="51"/>
                    <a:pt x="683" y="51"/>
                  </a:cubicBezTo>
                  <a:cubicBezTo>
                    <a:pt x="683" y="21"/>
                    <a:pt x="683" y="21"/>
                    <a:pt x="683" y="21"/>
                  </a:cubicBezTo>
                  <a:cubicBezTo>
                    <a:pt x="685" y="21"/>
                    <a:pt x="687" y="21"/>
                    <a:pt x="689" y="20"/>
                  </a:cubicBezTo>
                  <a:cubicBezTo>
                    <a:pt x="689" y="17"/>
                    <a:pt x="689" y="17"/>
                    <a:pt x="689" y="17"/>
                  </a:cubicBezTo>
                  <a:cubicBezTo>
                    <a:pt x="669" y="17"/>
                    <a:pt x="669" y="17"/>
                    <a:pt x="669" y="17"/>
                  </a:cubicBezTo>
                  <a:cubicBezTo>
                    <a:pt x="669" y="20"/>
                    <a:pt x="669" y="20"/>
                    <a:pt x="669" y="20"/>
                  </a:cubicBezTo>
                  <a:cubicBezTo>
                    <a:pt x="671" y="21"/>
                    <a:pt x="674" y="21"/>
                    <a:pt x="676" y="21"/>
                  </a:cubicBezTo>
                  <a:cubicBezTo>
                    <a:pt x="676" y="51"/>
                    <a:pt x="676" y="51"/>
                    <a:pt x="676" y="51"/>
                  </a:cubicBezTo>
                  <a:cubicBezTo>
                    <a:pt x="674" y="51"/>
                    <a:pt x="671" y="52"/>
                    <a:pt x="669" y="52"/>
                  </a:cubicBezTo>
                  <a:cubicBezTo>
                    <a:pt x="669" y="56"/>
                    <a:pt x="669" y="56"/>
                    <a:pt x="669" y="56"/>
                  </a:cubicBezTo>
                  <a:lnTo>
                    <a:pt x="689" y="56"/>
                  </a:lnTo>
                  <a:close/>
                  <a:moveTo>
                    <a:pt x="662" y="54"/>
                  </a:moveTo>
                  <a:cubicBezTo>
                    <a:pt x="662" y="48"/>
                    <a:pt x="662" y="48"/>
                    <a:pt x="662" y="48"/>
                  </a:cubicBezTo>
                  <a:cubicBezTo>
                    <a:pt x="659" y="49"/>
                    <a:pt x="655" y="50"/>
                    <a:pt x="652" y="50"/>
                  </a:cubicBezTo>
                  <a:cubicBezTo>
                    <a:pt x="643" y="50"/>
                    <a:pt x="638" y="45"/>
                    <a:pt x="638" y="36"/>
                  </a:cubicBezTo>
                  <a:cubicBezTo>
                    <a:pt x="638" y="28"/>
                    <a:pt x="643" y="22"/>
                    <a:pt x="651" y="22"/>
                  </a:cubicBezTo>
                  <a:cubicBezTo>
                    <a:pt x="653" y="22"/>
                    <a:pt x="654" y="22"/>
                    <a:pt x="656" y="23"/>
                  </a:cubicBezTo>
                  <a:cubicBezTo>
                    <a:pt x="656" y="25"/>
                    <a:pt x="656" y="27"/>
                    <a:pt x="657" y="29"/>
                  </a:cubicBezTo>
                  <a:cubicBezTo>
                    <a:pt x="662" y="29"/>
                    <a:pt x="662" y="29"/>
                    <a:pt x="662" y="29"/>
                  </a:cubicBezTo>
                  <a:cubicBezTo>
                    <a:pt x="662" y="17"/>
                    <a:pt x="662" y="17"/>
                    <a:pt x="662" y="17"/>
                  </a:cubicBezTo>
                  <a:cubicBezTo>
                    <a:pt x="659" y="17"/>
                    <a:pt x="655" y="16"/>
                    <a:pt x="652" y="16"/>
                  </a:cubicBezTo>
                  <a:cubicBezTo>
                    <a:pt x="638" y="16"/>
                    <a:pt x="631" y="26"/>
                    <a:pt x="631" y="37"/>
                  </a:cubicBezTo>
                  <a:cubicBezTo>
                    <a:pt x="631" y="49"/>
                    <a:pt x="638" y="56"/>
                    <a:pt x="651" y="56"/>
                  </a:cubicBezTo>
                  <a:cubicBezTo>
                    <a:pt x="655" y="56"/>
                    <a:pt x="659" y="56"/>
                    <a:pt x="662" y="54"/>
                  </a:cubicBezTo>
                  <a:moveTo>
                    <a:pt x="625" y="20"/>
                  </a:moveTo>
                  <a:cubicBezTo>
                    <a:pt x="625" y="17"/>
                    <a:pt x="625" y="17"/>
                    <a:pt x="625" y="17"/>
                  </a:cubicBezTo>
                  <a:cubicBezTo>
                    <a:pt x="607" y="17"/>
                    <a:pt x="607" y="17"/>
                    <a:pt x="607" y="17"/>
                  </a:cubicBezTo>
                  <a:cubicBezTo>
                    <a:pt x="607" y="20"/>
                    <a:pt x="607" y="20"/>
                    <a:pt x="607" y="20"/>
                  </a:cubicBezTo>
                  <a:cubicBezTo>
                    <a:pt x="608" y="21"/>
                    <a:pt x="611" y="21"/>
                    <a:pt x="613" y="21"/>
                  </a:cubicBezTo>
                  <a:cubicBezTo>
                    <a:pt x="613" y="35"/>
                    <a:pt x="613" y="35"/>
                    <a:pt x="613" y="35"/>
                  </a:cubicBezTo>
                  <a:cubicBezTo>
                    <a:pt x="613" y="41"/>
                    <a:pt x="613" y="45"/>
                    <a:pt x="613" y="48"/>
                  </a:cubicBezTo>
                  <a:cubicBezTo>
                    <a:pt x="613" y="48"/>
                    <a:pt x="613" y="48"/>
                    <a:pt x="613" y="48"/>
                  </a:cubicBezTo>
                  <a:cubicBezTo>
                    <a:pt x="612" y="45"/>
                    <a:pt x="610" y="42"/>
                    <a:pt x="608" y="40"/>
                  </a:cubicBezTo>
                  <a:cubicBezTo>
                    <a:pt x="593" y="17"/>
                    <a:pt x="593" y="17"/>
                    <a:pt x="593" y="17"/>
                  </a:cubicBezTo>
                  <a:cubicBezTo>
                    <a:pt x="577" y="17"/>
                    <a:pt x="577" y="17"/>
                    <a:pt x="577" y="17"/>
                  </a:cubicBezTo>
                  <a:cubicBezTo>
                    <a:pt x="577" y="20"/>
                    <a:pt x="577" y="20"/>
                    <a:pt x="577" y="20"/>
                  </a:cubicBezTo>
                  <a:cubicBezTo>
                    <a:pt x="579" y="21"/>
                    <a:pt x="582" y="21"/>
                    <a:pt x="584" y="21"/>
                  </a:cubicBezTo>
                  <a:cubicBezTo>
                    <a:pt x="584" y="51"/>
                    <a:pt x="584" y="51"/>
                    <a:pt x="584" y="51"/>
                  </a:cubicBezTo>
                  <a:cubicBezTo>
                    <a:pt x="582" y="51"/>
                    <a:pt x="579" y="52"/>
                    <a:pt x="577" y="52"/>
                  </a:cubicBezTo>
                  <a:cubicBezTo>
                    <a:pt x="577" y="56"/>
                    <a:pt x="577" y="56"/>
                    <a:pt x="577" y="56"/>
                  </a:cubicBezTo>
                  <a:cubicBezTo>
                    <a:pt x="597" y="56"/>
                    <a:pt x="597" y="56"/>
                    <a:pt x="597" y="56"/>
                  </a:cubicBezTo>
                  <a:cubicBezTo>
                    <a:pt x="597" y="52"/>
                    <a:pt x="597" y="52"/>
                    <a:pt x="597" y="52"/>
                  </a:cubicBezTo>
                  <a:cubicBezTo>
                    <a:pt x="595" y="52"/>
                    <a:pt x="593" y="51"/>
                    <a:pt x="591" y="51"/>
                  </a:cubicBezTo>
                  <a:cubicBezTo>
                    <a:pt x="591" y="34"/>
                    <a:pt x="591" y="34"/>
                    <a:pt x="591" y="34"/>
                  </a:cubicBezTo>
                  <a:cubicBezTo>
                    <a:pt x="591" y="30"/>
                    <a:pt x="590" y="27"/>
                    <a:pt x="590" y="25"/>
                  </a:cubicBezTo>
                  <a:cubicBezTo>
                    <a:pt x="590" y="25"/>
                    <a:pt x="590" y="25"/>
                    <a:pt x="590" y="25"/>
                  </a:cubicBezTo>
                  <a:cubicBezTo>
                    <a:pt x="592" y="27"/>
                    <a:pt x="593" y="30"/>
                    <a:pt x="595" y="32"/>
                  </a:cubicBezTo>
                  <a:cubicBezTo>
                    <a:pt x="610" y="56"/>
                    <a:pt x="610" y="56"/>
                    <a:pt x="610" y="56"/>
                  </a:cubicBezTo>
                  <a:cubicBezTo>
                    <a:pt x="619" y="56"/>
                    <a:pt x="619" y="56"/>
                    <a:pt x="619" y="56"/>
                  </a:cubicBezTo>
                  <a:cubicBezTo>
                    <a:pt x="619" y="21"/>
                    <a:pt x="619" y="21"/>
                    <a:pt x="619" y="21"/>
                  </a:cubicBezTo>
                  <a:cubicBezTo>
                    <a:pt x="621" y="21"/>
                    <a:pt x="623" y="21"/>
                    <a:pt x="625" y="20"/>
                  </a:cubicBezTo>
                  <a:moveTo>
                    <a:pt x="569" y="56"/>
                  </a:moveTo>
                  <a:cubicBezTo>
                    <a:pt x="569" y="45"/>
                    <a:pt x="569" y="45"/>
                    <a:pt x="569" y="45"/>
                  </a:cubicBezTo>
                  <a:cubicBezTo>
                    <a:pt x="564" y="45"/>
                    <a:pt x="564" y="45"/>
                    <a:pt x="564" y="45"/>
                  </a:cubicBezTo>
                  <a:cubicBezTo>
                    <a:pt x="563" y="47"/>
                    <a:pt x="563" y="49"/>
                    <a:pt x="563" y="51"/>
                  </a:cubicBezTo>
                  <a:cubicBezTo>
                    <a:pt x="552" y="51"/>
                    <a:pt x="552" y="51"/>
                    <a:pt x="552" y="51"/>
                  </a:cubicBezTo>
                  <a:cubicBezTo>
                    <a:pt x="552" y="38"/>
                    <a:pt x="552" y="38"/>
                    <a:pt x="552" y="38"/>
                  </a:cubicBezTo>
                  <a:cubicBezTo>
                    <a:pt x="559" y="38"/>
                    <a:pt x="559" y="38"/>
                    <a:pt x="559" y="38"/>
                  </a:cubicBezTo>
                  <a:cubicBezTo>
                    <a:pt x="559" y="40"/>
                    <a:pt x="559" y="41"/>
                    <a:pt x="560" y="42"/>
                  </a:cubicBezTo>
                  <a:cubicBezTo>
                    <a:pt x="564" y="42"/>
                    <a:pt x="564" y="42"/>
                    <a:pt x="564" y="42"/>
                  </a:cubicBezTo>
                  <a:cubicBezTo>
                    <a:pt x="564" y="29"/>
                    <a:pt x="564" y="29"/>
                    <a:pt x="564" y="29"/>
                  </a:cubicBezTo>
                  <a:cubicBezTo>
                    <a:pt x="560" y="29"/>
                    <a:pt x="560" y="29"/>
                    <a:pt x="560" y="29"/>
                  </a:cubicBezTo>
                  <a:cubicBezTo>
                    <a:pt x="559" y="30"/>
                    <a:pt x="559" y="32"/>
                    <a:pt x="559" y="33"/>
                  </a:cubicBezTo>
                  <a:cubicBezTo>
                    <a:pt x="552" y="33"/>
                    <a:pt x="552" y="33"/>
                    <a:pt x="552" y="33"/>
                  </a:cubicBezTo>
                  <a:cubicBezTo>
                    <a:pt x="552" y="21"/>
                    <a:pt x="552" y="21"/>
                    <a:pt x="552" y="21"/>
                  </a:cubicBezTo>
                  <a:cubicBezTo>
                    <a:pt x="563" y="21"/>
                    <a:pt x="563" y="21"/>
                    <a:pt x="563" y="21"/>
                  </a:cubicBezTo>
                  <a:cubicBezTo>
                    <a:pt x="563" y="23"/>
                    <a:pt x="563" y="25"/>
                    <a:pt x="564" y="27"/>
                  </a:cubicBezTo>
                  <a:cubicBezTo>
                    <a:pt x="568" y="27"/>
                    <a:pt x="568" y="27"/>
                    <a:pt x="568" y="27"/>
                  </a:cubicBezTo>
                  <a:cubicBezTo>
                    <a:pt x="568" y="17"/>
                    <a:pt x="568" y="17"/>
                    <a:pt x="568" y="17"/>
                  </a:cubicBezTo>
                  <a:cubicBezTo>
                    <a:pt x="538" y="17"/>
                    <a:pt x="538" y="17"/>
                    <a:pt x="538" y="17"/>
                  </a:cubicBezTo>
                  <a:cubicBezTo>
                    <a:pt x="538" y="20"/>
                    <a:pt x="538" y="20"/>
                    <a:pt x="538" y="20"/>
                  </a:cubicBezTo>
                  <a:cubicBezTo>
                    <a:pt x="540" y="21"/>
                    <a:pt x="543" y="21"/>
                    <a:pt x="545" y="21"/>
                  </a:cubicBezTo>
                  <a:cubicBezTo>
                    <a:pt x="545" y="51"/>
                    <a:pt x="545" y="51"/>
                    <a:pt x="545" y="51"/>
                  </a:cubicBezTo>
                  <a:cubicBezTo>
                    <a:pt x="543" y="51"/>
                    <a:pt x="540" y="52"/>
                    <a:pt x="538" y="52"/>
                  </a:cubicBezTo>
                  <a:cubicBezTo>
                    <a:pt x="538" y="56"/>
                    <a:pt x="538" y="56"/>
                    <a:pt x="538" y="56"/>
                  </a:cubicBezTo>
                  <a:lnTo>
                    <a:pt x="569" y="56"/>
                  </a:lnTo>
                  <a:close/>
                  <a:moveTo>
                    <a:pt x="531" y="56"/>
                  </a:moveTo>
                  <a:cubicBezTo>
                    <a:pt x="531" y="52"/>
                    <a:pt x="531" y="52"/>
                    <a:pt x="531" y="52"/>
                  </a:cubicBezTo>
                  <a:cubicBezTo>
                    <a:pt x="529" y="52"/>
                    <a:pt x="527" y="51"/>
                    <a:pt x="525" y="51"/>
                  </a:cubicBezTo>
                  <a:cubicBezTo>
                    <a:pt x="525" y="21"/>
                    <a:pt x="525" y="21"/>
                    <a:pt x="525" y="21"/>
                  </a:cubicBezTo>
                  <a:cubicBezTo>
                    <a:pt x="527" y="21"/>
                    <a:pt x="529" y="21"/>
                    <a:pt x="531" y="20"/>
                  </a:cubicBezTo>
                  <a:cubicBezTo>
                    <a:pt x="531" y="17"/>
                    <a:pt x="531" y="17"/>
                    <a:pt x="531" y="17"/>
                  </a:cubicBezTo>
                  <a:cubicBezTo>
                    <a:pt x="511" y="17"/>
                    <a:pt x="511" y="17"/>
                    <a:pt x="511" y="17"/>
                  </a:cubicBezTo>
                  <a:cubicBezTo>
                    <a:pt x="511" y="20"/>
                    <a:pt x="511" y="20"/>
                    <a:pt x="511" y="20"/>
                  </a:cubicBezTo>
                  <a:cubicBezTo>
                    <a:pt x="513" y="21"/>
                    <a:pt x="516" y="21"/>
                    <a:pt x="518" y="21"/>
                  </a:cubicBezTo>
                  <a:cubicBezTo>
                    <a:pt x="518" y="51"/>
                    <a:pt x="518" y="51"/>
                    <a:pt x="518" y="51"/>
                  </a:cubicBezTo>
                  <a:cubicBezTo>
                    <a:pt x="516" y="51"/>
                    <a:pt x="513" y="52"/>
                    <a:pt x="511" y="52"/>
                  </a:cubicBezTo>
                  <a:cubicBezTo>
                    <a:pt x="511" y="56"/>
                    <a:pt x="511" y="56"/>
                    <a:pt x="511" y="56"/>
                  </a:cubicBezTo>
                  <a:lnTo>
                    <a:pt x="531" y="56"/>
                  </a:lnTo>
                  <a:close/>
                  <a:moveTo>
                    <a:pt x="504" y="54"/>
                  </a:moveTo>
                  <a:cubicBezTo>
                    <a:pt x="504" y="48"/>
                    <a:pt x="504" y="48"/>
                    <a:pt x="504" y="48"/>
                  </a:cubicBezTo>
                  <a:cubicBezTo>
                    <a:pt x="501" y="49"/>
                    <a:pt x="497" y="50"/>
                    <a:pt x="494" y="50"/>
                  </a:cubicBezTo>
                  <a:cubicBezTo>
                    <a:pt x="485" y="50"/>
                    <a:pt x="481" y="45"/>
                    <a:pt x="481" y="36"/>
                  </a:cubicBezTo>
                  <a:cubicBezTo>
                    <a:pt x="481" y="28"/>
                    <a:pt x="485" y="22"/>
                    <a:pt x="493" y="22"/>
                  </a:cubicBezTo>
                  <a:cubicBezTo>
                    <a:pt x="495" y="22"/>
                    <a:pt x="496" y="22"/>
                    <a:pt x="498" y="23"/>
                  </a:cubicBezTo>
                  <a:cubicBezTo>
                    <a:pt x="498" y="25"/>
                    <a:pt x="499" y="27"/>
                    <a:pt x="499" y="29"/>
                  </a:cubicBezTo>
                  <a:cubicBezTo>
                    <a:pt x="504" y="29"/>
                    <a:pt x="504" y="29"/>
                    <a:pt x="504" y="29"/>
                  </a:cubicBezTo>
                  <a:cubicBezTo>
                    <a:pt x="504" y="17"/>
                    <a:pt x="504" y="17"/>
                    <a:pt x="504" y="17"/>
                  </a:cubicBezTo>
                  <a:cubicBezTo>
                    <a:pt x="501" y="17"/>
                    <a:pt x="497" y="16"/>
                    <a:pt x="494" y="16"/>
                  </a:cubicBezTo>
                  <a:cubicBezTo>
                    <a:pt x="480" y="16"/>
                    <a:pt x="473" y="26"/>
                    <a:pt x="473" y="37"/>
                  </a:cubicBezTo>
                  <a:cubicBezTo>
                    <a:pt x="473" y="49"/>
                    <a:pt x="480" y="56"/>
                    <a:pt x="493" y="56"/>
                  </a:cubicBezTo>
                  <a:cubicBezTo>
                    <a:pt x="497" y="56"/>
                    <a:pt x="501" y="56"/>
                    <a:pt x="504" y="54"/>
                  </a:cubicBezTo>
                  <a:moveTo>
                    <a:pt x="453" y="20"/>
                  </a:moveTo>
                  <a:cubicBezTo>
                    <a:pt x="453" y="17"/>
                    <a:pt x="453" y="17"/>
                    <a:pt x="453" y="17"/>
                  </a:cubicBezTo>
                  <a:cubicBezTo>
                    <a:pt x="436" y="17"/>
                    <a:pt x="436" y="17"/>
                    <a:pt x="436" y="17"/>
                  </a:cubicBezTo>
                  <a:cubicBezTo>
                    <a:pt x="436" y="20"/>
                    <a:pt x="436" y="20"/>
                    <a:pt x="436" y="20"/>
                  </a:cubicBezTo>
                  <a:cubicBezTo>
                    <a:pt x="437" y="21"/>
                    <a:pt x="439" y="21"/>
                    <a:pt x="440" y="21"/>
                  </a:cubicBezTo>
                  <a:cubicBezTo>
                    <a:pt x="433" y="36"/>
                    <a:pt x="433" y="36"/>
                    <a:pt x="433" y="36"/>
                  </a:cubicBezTo>
                  <a:cubicBezTo>
                    <a:pt x="425" y="21"/>
                    <a:pt x="425" y="21"/>
                    <a:pt x="425" y="21"/>
                  </a:cubicBezTo>
                  <a:cubicBezTo>
                    <a:pt x="426" y="21"/>
                    <a:pt x="428" y="21"/>
                    <a:pt x="430" y="20"/>
                  </a:cubicBezTo>
                  <a:cubicBezTo>
                    <a:pt x="430" y="17"/>
                    <a:pt x="430" y="17"/>
                    <a:pt x="430" y="17"/>
                  </a:cubicBezTo>
                  <a:cubicBezTo>
                    <a:pt x="412" y="17"/>
                    <a:pt x="412" y="17"/>
                    <a:pt x="412" y="17"/>
                  </a:cubicBezTo>
                  <a:cubicBezTo>
                    <a:pt x="412" y="20"/>
                    <a:pt x="412" y="20"/>
                    <a:pt x="412" y="20"/>
                  </a:cubicBezTo>
                  <a:cubicBezTo>
                    <a:pt x="414" y="21"/>
                    <a:pt x="415" y="21"/>
                    <a:pt x="417" y="21"/>
                  </a:cubicBezTo>
                  <a:cubicBezTo>
                    <a:pt x="429" y="42"/>
                    <a:pt x="429" y="42"/>
                    <a:pt x="429" y="42"/>
                  </a:cubicBezTo>
                  <a:cubicBezTo>
                    <a:pt x="429" y="51"/>
                    <a:pt x="429" y="51"/>
                    <a:pt x="429" y="51"/>
                  </a:cubicBezTo>
                  <a:cubicBezTo>
                    <a:pt x="427" y="51"/>
                    <a:pt x="424" y="52"/>
                    <a:pt x="422" y="52"/>
                  </a:cubicBezTo>
                  <a:cubicBezTo>
                    <a:pt x="422" y="56"/>
                    <a:pt x="422" y="56"/>
                    <a:pt x="422" y="56"/>
                  </a:cubicBezTo>
                  <a:cubicBezTo>
                    <a:pt x="442" y="56"/>
                    <a:pt x="442" y="56"/>
                    <a:pt x="442" y="56"/>
                  </a:cubicBezTo>
                  <a:cubicBezTo>
                    <a:pt x="442" y="52"/>
                    <a:pt x="442" y="52"/>
                    <a:pt x="442" y="52"/>
                  </a:cubicBezTo>
                  <a:cubicBezTo>
                    <a:pt x="440" y="52"/>
                    <a:pt x="438" y="51"/>
                    <a:pt x="436" y="51"/>
                  </a:cubicBezTo>
                  <a:cubicBezTo>
                    <a:pt x="436" y="42"/>
                    <a:pt x="436" y="42"/>
                    <a:pt x="436" y="42"/>
                  </a:cubicBezTo>
                  <a:cubicBezTo>
                    <a:pt x="448" y="21"/>
                    <a:pt x="448" y="21"/>
                    <a:pt x="448" y="21"/>
                  </a:cubicBezTo>
                  <a:cubicBezTo>
                    <a:pt x="449" y="21"/>
                    <a:pt x="451" y="21"/>
                    <a:pt x="453" y="20"/>
                  </a:cubicBezTo>
                  <a:moveTo>
                    <a:pt x="379" y="41"/>
                  </a:moveTo>
                  <a:cubicBezTo>
                    <a:pt x="365" y="41"/>
                    <a:pt x="365" y="41"/>
                    <a:pt x="365" y="41"/>
                  </a:cubicBezTo>
                  <a:cubicBezTo>
                    <a:pt x="370" y="29"/>
                    <a:pt x="370" y="29"/>
                    <a:pt x="370" y="29"/>
                  </a:cubicBezTo>
                  <a:cubicBezTo>
                    <a:pt x="371" y="27"/>
                    <a:pt x="372" y="24"/>
                    <a:pt x="372" y="22"/>
                  </a:cubicBezTo>
                  <a:cubicBezTo>
                    <a:pt x="372" y="22"/>
                    <a:pt x="372" y="22"/>
                    <a:pt x="372" y="22"/>
                  </a:cubicBezTo>
                  <a:cubicBezTo>
                    <a:pt x="373" y="24"/>
                    <a:pt x="373" y="27"/>
                    <a:pt x="374" y="29"/>
                  </a:cubicBezTo>
                  <a:lnTo>
                    <a:pt x="379" y="41"/>
                  </a:lnTo>
                  <a:close/>
                  <a:moveTo>
                    <a:pt x="395" y="56"/>
                  </a:moveTo>
                  <a:cubicBezTo>
                    <a:pt x="395" y="52"/>
                    <a:pt x="395" y="52"/>
                    <a:pt x="395" y="52"/>
                  </a:cubicBezTo>
                  <a:cubicBezTo>
                    <a:pt x="393" y="52"/>
                    <a:pt x="392" y="51"/>
                    <a:pt x="390" y="51"/>
                  </a:cubicBezTo>
                  <a:cubicBezTo>
                    <a:pt x="377" y="17"/>
                    <a:pt x="377" y="17"/>
                    <a:pt x="377" y="17"/>
                  </a:cubicBezTo>
                  <a:cubicBezTo>
                    <a:pt x="368" y="17"/>
                    <a:pt x="368" y="17"/>
                    <a:pt x="368" y="17"/>
                  </a:cubicBezTo>
                  <a:cubicBezTo>
                    <a:pt x="355" y="51"/>
                    <a:pt x="355" y="51"/>
                    <a:pt x="355" y="51"/>
                  </a:cubicBezTo>
                  <a:cubicBezTo>
                    <a:pt x="353" y="51"/>
                    <a:pt x="351" y="52"/>
                    <a:pt x="350" y="52"/>
                  </a:cubicBezTo>
                  <a:cubicBezTo>
                    <a:pt x="350" y="56"/>
                    <a:pt x="350" y="56"/>
                    <a:pt x="350" y="56"/>
                  </a:cubicBezTo>
                  <a:cubicBezTo>
                    <a:pt x="367" y="56"/>
                    <a:pt x="367" y="56"/>
                    <a:pt x="367" y="56"/>
                  </a:cubicBezTo>
                  <a:cubicBezTo>
                    <a:pt x="367" y="52"/>
                    <a:pt x="367" y="52"/>
                    <a:pt x="367" y="52"/>
                  </a:cubicBezTo>
                  <a:cubicBezTo>
                    <a:pt x="366" y="52"/>
                    <a:pt x="363" y="51"/>
                    <a:pt x="362" y="51"/>
                  </a:cubicBezTo>
                  <a:cubicBezTo>
                    <a:pt x="364" y="46"/>
                    <a:pt x="364" y="46"/>
                    <a:pt x="364" y="46"/>
                  </a:cubicBezTo>
                  <a:cubicBezTo>
                    <a:pt x="381" y="46"/>
                    <a:pt x="381" y="46"/>
                    <a:pt x="381" y="46"/>
                  </a:cubicBezTo>
                  <a:cubicBezTo>
                    <a:pt x="383" y="51"/>
                    <a:pt x="383" y="51"/>
                    <a:pt x="383" y="51"/>
                  </a:cubicBezTo>
                  <a:cubicBezTo>
                    <a:pt x="381" y="51"/>
                    <a:pt x="379" y="52"/>
                    <a:pt x="377" y="52"/>
                  </a:cubicBezTo>
                  <a:cubicBezTo>
                    <a:pt x="377" y="56"/>
                    <a:pt x="377" y="56"/>
                    <a:pt x="377" y="56"/>
                  </a:cubicBezTo>
                  <a:lnTo>
                    <a:pt x="395" y="56"/>
                  </a:lnTo>
                  <a:close/>
                  <a:moveTo>
                    <a:pt x="347" y="56"/>
                  </a:moveTo>
                  <a:cubicBezTo>
                    <a:pt x="347" y="52"/>
                    <a:pt x="347" y="52"/>
                    <a:pt x="347" y="52"/>
                  </a:cubicBezTo>
                  <a:cubicBezTo>
                    <a:pt x="345" y="52"/>
                    <a:pt x="342" y="51"/>
                    <a:pt x="340" y="51"/>
                  </a:cubicBezTo>
                  <a:cubicBezTo>
                    <a:pt x="340" y="21"/>
                    <a:pt x="340" y="21"/>
                    <a:pt x="340" y="21"/>
                  </a:cubicBezTo>
                  <a:cubicBezTo>
                    <a:pt x="342" y="21"/>
                    <a:pt x="345" y="21"/>
                    <a:pt x="347" y="20"/>
                  </a:cubicBezTo>
                  <a:cubicBezTo>
                    <a:pt x="347" y="17"/>
                    <a:pt x="347" y="17"/>
                    <a:pt x="347" y="17"/>
                  </a:cubicBezTo>
                  <a:cubicBezTo>
                    <a:pt x="327" y="17"/>
                    <a:pt x="327" y="17"/>
                    <a:pt x="327" y="17"/>
                  </a:cubicBezTo>
                  <a:cubicBezTo>
                    <a:pt x="327" y="20"/>
                    <a:pt x="327" y="20"/>
                    <a:pt x="327" y="20"/>
                  </a:cubicBezTo>
                  <a:cubicBezTo>
                    <a:pt x="329" y="21"/>
                    <a:pt x="331" y="21"/>
                    <a:pt x="333" y="21"/>
                  </a:cubicBezTo>
                  <a:cubicBezTo>
                    <a:pt x="333" y="51"/>
                    <a:pt x="333" y="51"/>
                    <a:pt x="333" y="51"/>
                  </a:cubicBezTo>
                  <a:cubicBezTo>
                    <a:pt x="331" y="51"/>
                    <a:pt x="329" y="52"/>
                    <a:pt x="327" y="52"/>
                  </a:cubicBezTo>
                  <a:cubicBezTo>
                    <a:pt x="327" y="56"/>
                    <a:pt x="327" y="56"/>
                    <a:pt x="327" y="56"/>
                  </a:cubicBezTo>
                  <a:lnTo>
                    <a:pt x="347" y="56"/>
                  </a:lnTo>
                  <a:close/>
                  <a:moveTo>
                    <a:pt x="346" y="5"/>
                  </a:moveTo>
                  <a:cubicBezTo>
                    <a:pt x="343" y="0"/>
                    <a:pt x="343" y="0"/>
                    <a:pt x="343" y="0"/>
                  </a:cubicBezTo>
                  <a:cubicBezTo>
                    <a:pt x="332" y="9"/>
                    <a:pt x="332" y="9"/>
                    <a:pt x="332" y="9"/>
                  </a:cubicBezTo>
                  <a:cubicBezTo>
                    <a:pt x="335" y="12"/>
                    <a:pt x="335" y="12"/>
                    <a:pt x="335" y="12"/>
                  </a:cubicBezTo>
                  <a:lnTo>
                    <a:pt x="346" y="5"/>
                  </a:lnTo>
                  <a:close/>
                  <a:moveTo>
                    <a:pt x="310" y="28"/>
                  </a:moveTo>
                  <a:cubicBezTo>
                    <a:pt x="310" y="32"/>
                    <a:pt x="307" y="34"/>
                    <a:pt x="302" y="34"/>
                  </a:cubicBezTo>
                  <a:cubicBezTo>
                    <a:pt x="300" y="34"/>
                    <a:pt x="299" y="34"/>
                    <a:pt x="298" y="34"/>
                  </a:cubicBezTo>
                  <a:cubicBezTo>
                    <a:pt x="298" y="22"/>
                    <a:pt x="298" y="22"/>
                    <a:pt x="298" y="22"/>
                  </a:cubicBezTo>
                  <a:cubicBezTo>
                    <a:pt x="299" y="22"/>
                    <a:pt x="300" y="21"/>
                    <a:pt x="302" y="21"/>
                  </a:cubicBezTo>
                  <a:cubicBezTo>
                    <a:pt x="307" y="21"/>
                    <a:pt x="310" y="23"/>
                    <a:pt x="310" y="28"/>
                  </a:cubicBezTo>
                  <a:moveTo>
                    <a:pt x="320" y="56"/>
                  </a:moveTo>
                  <a:cubicBezTo>
                    <a:pt x="320" y="52"/>
                    <a:pt x="320" y="52"/>
                    <a:pt x="320" y="52"/>
                  </a:cubicBezTo>
                  <a:cubicBezTo>
                    <a:pt x="319" y="52"/>
                    <a:pt x="317" y="51"/>
                    <a:pt x="315" y="51"/>
                  </a:cubicBezTo>
                  <a:cubicBezTo>
                    <a:pt x="309" y="42"/>
                    <a:pt x="309" y="42"/>
                    <a:pt x="309" y="42"/>
                  </a:cubicBezTo>
                  <a:cubicBezTo>
                    <a:pt x="308" y="40"/>
                    <a:pt x="307" y="39"/>
                    <a:pt x="306" y="38"/>
                  </a:cubicBezTo>
                  <a:cubicBezTo>
                    <a:pt x="313" y="37"/>
                    <a:pt x="317" y="33"/>
                    <a:pt x="317" y="27"/>
                  </a:cubicBezTo>
                  <a:cubicBezTo>
                    <a:pt x="317" y="20"/>
                    <a:pt x="312" y="16"/>
                    <a:pt x="303" y="16"/>
                  </a:cubicBezTo>
                  <a:cubicBezTo>
                    <a:pt x="298" y="16"/>
                    <a:pt x="293" y="17"/>
                    <a:pt x="290" y="17"/>
                  </a:cubicBezTo>
                  <a:cubicBezTo>
                    <a:pt x="284" y="17"/>
                    <a:pt x="284" y="17"/>
                    <a:pt x="284" y="17"/>
                  </a:cubicBezTo>
                  <a:cubicBezTo>
                    <a:pt x="284" y="20"/>
                    <a:pt x="284" y="20"/>
                    <a:pt x="284" y="20"/>
                  </a:cubicBezTo>
                  <a:cubicBezTo>
                    <a:pt x="286" y="21"/>
                    <a:pt x="288" y="21"/>
                    <a:pt x="291" y="21"/>
                  </a:cubicBezTo>
                  <a:cubicBezTo>
                    <a:pt x="291" y="51"/>
                    <a:pt x="291" y="51"/>
                    <a:pt x="291" y="51"/>
                  </a:cubicBezTo>
                  <a:cubicBezTo>
                    <a:pt x="288" y="51"/>
                    <a:pt x="286" y="52"/>
                    <a:pt x="284" y="52"/>
                  </a:cubicBezTo>
                  <a:cubicBezTo>
                    <a:pt x="284" y="56"/>
                    <a:pt x="284" y="56"/>
                    <a:pt x="284" y="56"/>
                  </a:cubicBezTo>
                  <a:cubicBezTo>
                    <a:pt x="303" y="56"/>
                    <a:pt x="303" y="56"/>
                    <a:pt x="303" y="56"/>
                  </a:cubicBezTo>
                  <a:cubicBezTo>
                    <a:pt x="303" y="52"/>
                    <a:pt x="303" y="52"/>
                    <a:pt x="303" y="52"/>
                  </a:cubicBezTo>
                  <a:cubicBezTo>
                    <a:pt x="301" y="52"/>
                    <a:pt x="299" y="51"/>
                    <a:pt x="298" y="51"/>
                  </a:cubicBezTo>
                  <a:cubicBezTo>
                    <a:pt x="298" y="39"/>
                    <a:pt x="298" y="39"/>
                    <a:pt x="298" y="39"/>
                  </a:cubicBezTo>
                  <a:cubicBezTo>
                    <a:pt x="299" y="39"/>
                    <a:pt x="299" y="39"/>
                    <a:pt x="299" y="39"/>
                  </a:cubicBezTo>
                  <a:cubicBezTo>
                    <a:pt x="310" y="56"/>
                    <a:pt x="310" y="56"/>
                    <a:pt x="310" y="56"/>
                  </a:cubicBezTo>
                  <a:lnTo>
                    <a:pt x="320" y="56"/>
                  </a:lnTo>
                  <a:close/>
                  <a:moveTo>
                    <a:pt x="275" y="56"/>
                  </a:moveTo>
                  <a:cubicBezTo>
                    <a:pt x="275" y="45"/>
                    <a:pt x="275" y="45"/>
                    <a:pt x="275" y="45"/>
                  </a:cubicBezTo>
                  <a:cubicBezTo>
                    <a:pt x="270" y="45"/>
                    <a:pt x="270" y="45"/>
                    <a:pt x="270" y="45"/>
                  </a:cubicBezTo>
                  <a:cubicBezTo>
                    <a:pt x="270" y="47"/>
                    <a:pt x="270" y="49"/>
                    <a:pt x="269" y="51"/>
                  </a:cubicBezTo>
                  <a:cubicBezTo>
                    <a:pt x="258" y="51"/>
                    <a:pt x="258" y="51"/>
                    <a:pt x="258" y="51"/>
                  </a:cubicBezTo>
                  <a:cubicBezTo>
                    <a:pt x="258" y="38"/>
                    <a:pt x="258" y="38"/>
                    <a:pt x="258" y="38"/>
                  </a:cubicBezTo>
                  <a:cubicBezTo>
                    <a:pt x="266" y="38"/>
                    <a:pt x="266" y="38"/>
                    <a:pt x="266" y="38"/>
                  </a:cubicBezTo>
                  <a:cubicBezTo>
                    <a:pt x="266" y="40"/>
                    <a:pt x="266" y="41"/>
                    <a:pt x="266" y="42"/>
                  </a:cubicBezTo>
                  <a:cubicBezTo>
                    <a:pt x="271" y="42"/>
                    <a:pt x="271" y="42"/>
                    <a:pt x="271" y="42"/>
                  </a:cubicBezTo>
                  <a:cubicBezTo>
                    <a:pt x="271" y="29"/>
                    <a:pt x="271" y="29"/>
                    <a:pt x="271" y="29"/>
                  </a:cubicBezTo>
                  <a:cubicBezTo>
                    <a:pt x="266" y="29"/>
                    <a:pt x="266" y="29"/>
                    <a:pt x="266" y="29"/>
                  </a:cubicBezTo>
                  <a:cubicBezTo>
                    <a:pt x="266" y="30"/>
                    <a:pt x="266" y="32"/>
                    <a:pt x="266" y="33"/>
                  </a:cubicBezTo>
                  <a:cubicBezTo>
                    <a:pt x="258" y="33"/>
                    <a:pt x="258" y="33"/>
                    <a:pt x="258" y="33"/>
                  </a:cubicBezTo>
                  <a:cubicBezTo>
                    <a:pt x="258" y="21"/>
                    <a:pt x="258" y="21"/>
                    <a:pt x="258" y="21"/>
                  </a:cubicBezTo>
                  <a:cubicBezTo>
                    <a:pt x="269" y="21"/>
                    <a:pt x="269" y="21"/>
                    <a:pt x="269" y="21"/>
                  </a:cubicBezTo>
                  <a:cubicBezTo>
                    <a:pt x="269" y="23"/>
                    <a:pt x="270" y="25"/>
                    <a:pt x="270" y="27"/>
                  </a:cubicBezTo>
                  <a:cubicBezTo>
                    <a:pt x="275" y="27"/>
                    <a:pt x="275" y="27"/>
                    <a:pt x="275" y="27"/>
                  </a:cubicBezTo>
                  <a:cubicBezTo>
                    <a:pt x="275" y="17"/>
                    <a:pt x="275" y="17"/>
                    <a:pt x="275" y="17"/>
                  </a:cubicBezTo>
                  <a:cubicBezTo>
                    <a:pt x="245" y="17"/>
                    <a:pt x="245" y="17"/>
                    <a:pt x="245" y="17"/>
                  </a:cubicBezTo>
                  <a:cubicBezTo>
                    <a:pt x="245" y="20"/>
                    <a:pt x="245" y="20"/>
                    <a:pt x="245" y="20"/>
                  </a:cubicBezTo>
                  <a:cubicBezTo>
                    <a:pt x="247" y="21"/>
                    <a:pt x="249" y="21"/>
                    <a:pt x="252" y="21"/>
                  </a:cubicBezTo>
                  <a:cubicBezTo>
                    <a:pt x="252" y="51"/>
                    <a:pt x="252" y="51"/>
                    <a:pt x="252" y="51"/>
                  </a:cubicBezTo>
                  <a:cubicBezTo>
                    <a:pt x="249" y="51"/>
                    <a:pt x="247" y="52"/>
                    <a:pt x="245" y="52"/>
                  </a:cubicBezTo>
                  <a:cubicBezTo>
                    <a:pt x="245" y="56"/>
                    <a:pt x="245" y="56"/>
                    <a:pt x="245" y="56"/>
                  </a:cubicBezTo>
                  <a:lnTo>
                    <a:pt x="275" y="56"/>
                  </a:lnTo>
                  <a:close/>
                  <a:moveTo>
                    <a:pt x="238" y="56"/>
                  </a:moveTo>
                  <a:cubicBezTo>
                    <a:pt x="238" y="52"/>
                    <a:pt x="238" y="52"/>
                    <a:pt x="238" y="52"/>
                  </a:cubicBezTo>
                  <a:cubicBezTo>
                    <a:pt x="236" y="52"/>
                    <a:pt x="234" y="51"/>
                    <a:pt x="232" y="51"/>
                  </a:cubicBezTo>
                  <a:cubicBezTo>
                    <a:pt x="232" y="21"/>
                    <a:pt x="232" y="21"/>
                    <a:pt x="232" y="21"/>
                  </a:cubicBezTo>
                  <a:cubicBezTo>
                    <a:pt x="234" y="21"/>
                    <a:pt x="236" y="21"/>
                    <a:pt x="238" y="20"/>
                  </a:cubicBezTo>
                  <a:cubicBezTo>
                    <a:pt x="238" y="17"/>
                    <a:pt x="238" y="17"/>
                    <a:pt x="238" y="17"/>
                  </a:cubicBezTo>
                  <a:cubicBezTo>
                    <a:pt x="218" y="17"/>
                    <a:pt x="218" y="17"/>
                    <a:pt x="218" y="17"/>
                  </a:cubicBezTo>
                  <a:cubicBezTo>
                    <a:pt x="218" y="20"/>
                    <a:pt x="218" y="20"/>
                    <a:pt x="218" y="20"/>
                  </a:cubicBezTo>
                  <a:cubicBezTo>
                    <a:pt x="220" y="21"/>
                    <a:pt x="222" y="21"/>
                    <a:pt x="225" y="21"/>
                  </a:cubicBezTo>
                  <a:cubicBezTo>
                    <a:pt x="225" y="51"/>
                    <a:pt x="225" y="51"/>
                    <a:pt x="225" y="51"/>
                  </a:cubicBezTo>
                  <a:cubicBezTo>
                    <a:pt x="222" y="51"/>
                    <a:pt x="220" y="52"/>
                    <a:pt x="218" y="52"/>
                  </a:cubicBezTo>
                  <a:cubicBezTo>
                    <a:pt x="218" y="56"/>
                    <a:pt x="218" y="56"/>
                    <a:pt x="218" y="56"/>
                  </a:cubicBezTo>
                  <a:lnTo>
                    <a:pt x="238" y="56"/>
                  </a:lnTo>
                  <a:close/>
                  <a:moveTo>
                    <a:pt x="211" y="20"/>
                  </a:moveTo>
                  <a:cubicBezTo>
                    <a:pt x="211" y="17"/>
                    <a:pt x="211" y="17"/>
                    <a:pt x="211" y="17"/>
                  </a:cubicBezTo>
                  <a:cubicBezTo>
                    <a:pt x="193" y="17"/>
                    <a:pt x="193" y="17"/>
                    <a:pt x="193" y="17"/>
                  </a:cubicBezTo>
                  <a:cubicBezTo>
                    <a:pt x="193" y="20"/>
                    <a:pt x="193" y="20"/>
                    <a:pt x="193" y="20"/>
                  </a:cubicBezTo>
                  <a:cubicBezTo>
                    <a:pt x="195" y="21"/>
                    <a:pt x="197" y="21"/>
                    <a:pt x="199" y="21"/>
                  </a:cubicBezTo>
                  <a:cubicBezTo>
                    <a:pt x="199" y="35"/>
                    <a:pt x="199" y="35"/>
                    <a:pt x="199" y="35"/>
                  </a:cubicBezTo>
                  <a:cubicBezTo>
                    <a:pt x="199" y="41"/>
                    <a:pt x="199" y="45"/>
                    <a:pt x="200" y="48"/>
                  </a:cubicBezTo>
                  <a:cubicBezTo>
                    <a:pt x="199" y="48"/>
                    <a:pt x="199" y="48"/>
                    <a:pt x="199" y="48"/>
                  </a:cubicBezTo>
                  <a:cubicBezTo>
                    <a:pt x="198" y="45"/>
                    <a:pt x="196" y="42"/>
                    <a:pt x="195" y="40"/>
                  </a:cubicBezTo>
                  <a:cubicBezTo>
                    <a:pt x="180" y="17"/>
                    <a:pt x="180" y="17"/>
                    <a:pt x="180" y="17"/>
                  </a:cubicBezTo>
                  <a:cubicBezTo>
                    <a:pt x="164" y="17"/>
                    <a:pt x="164" y="17"/>
                    <a:pt x="164" y="17"/>
                  </a:cubicBezTo>
                  <a:cubicBezTo>
                    <a:pt x="164" y="20"/>
                    <a:pt x="164" y="20"/>
                    <a:pt x="164" y="20"/>
                  </a:cubicBezTo>
                  <a:cubicBezTo>
                    <a:pt x="166" y="21"/>
                    <a:pt x="168" y="21"/>
                    <a:pt x="171" y="21"/>
                  </a:cubicBezTo>
                  <a:cubicBezTo>
                    <a:pt x="171" y="51"/>
                    <a:pt x="171" y="51"/>
                    <a:pt x="171" y="51"/>
                  </a:cubicBezTo>
                  <a:cubicBezTo>
                    <a:pt x="168" y="51"/>
                    <a:pt x="166" y="52"/>
                    <a:pt x="164" y="52"/>
                  </a:cubicBezTo>
                  <a:cubicBezTo>
                    <a:pt x="164" y="56"/>
                    <a:pt x="164" y="56"/>
                    <a:pt x="164" y="56"/>
                  </a:cubicBezTo>
                  <a:cubicBezTo>
                    <a:pt x="183" y="56"/>
                    <a:pt x="183" y="56"/>
                    <a:pt x="183" y="56"/>
                  </a:cubicBezTo>
                  <a:cubicBezTo>
                    <a:pt x="183" y="52"/>
                    <a:pt x="183" y="52"/>
                    <a:pt x="183" y="52"/>
                  </a:cubicBezTo>
                  <a:cubicBezTo>
                    <a:pt x="182" y="52"/>
                    <a:pt x="179" y="51"/>
                    <a:pt x="177" y="51"/>
                  </a:cubicBezTo>
                  <a:cubicBezTo>
                    <a:pt x="177" y="34"/>
                    <a:pt x="177" y="34"/>
                    <a:pt x="177" y="34"/>
                  </a:cubicBezTo>
                  <a:cubicBezTo>
                    <a:pt x="177" y="30"/>
                    <a:pt x="177" y="27"/>
                    <a:pt x="177" y="25"/>
                  </a:cubicBezTo>
                  <a:cubicBezTo>
                    <a:pt x="177" y="25"/>
                    <a:pt x="177" y="25"/>
                    <a:pt x="177" y="25"/>
                  </a:cubicBezTo>
                  <a:cubicBezTo>
                    <a:pt x="178" y="27"/>
                    <a:pt x="180" y="30"/>
                    <a:pt x="181" y="32"/>
                  </a:cubicBezTo>
                  <a:cubicBezTo>
                    <a:pt x="197" y="56"/>
                    <a:pt x="197" y="56"/>
                    <a:pt x="197" y="56"/>
                  </a:cubicBezTo>
                  <a:cubicBezTo>
                    <a:pt x="206" y="56"/>
                    <a:pt x="206" y="56"/>
                    <a:pt x="206" y="56"/>
                  </a:cubicBezTo>
                  <a:cubicBezTo>
                    <a:pt x="206" y="21"/>
                    <a:pt x="206" y="21"/>
                    <a:pt x="206" y="21"/>
                  </a:cubicBezTo>
                  <a:cubicBezTo>
                    <a:pt x="208" y="21"/>
                    <a:pt x="210" y="21"/>
                    <a:pt x="211" y="20"/>
                  </a:cubicBezTo>
                  <a:moveTo>
                    <a:pt x="155" y="56"/>
                  </a:moveTo>
                  <a:cubicBezTo>
                    <a:pt x="155" y="45"/>
                    <a:pt x="155" y="45"/>
                    <a:pt x="155" y="45"/>
                  </a:cubicBezTo>
                  <a:cubicBezTo>
                    <a:pt x="150" y="45"/>
                    <a:pt x="150" y="45"/>
                    <a:pt x="150" y="45"/>
                  </a:cubicBezTo>
                  <a:cubicBezTo>
                    <a:pt x="150" y="47"/>
                    <a:pt x="149" y="49"/>
                    <a:pt x="149" y="51"/>
                  </a:cubicBezTo>
                  <a:cubicBezTo>
                    <a:pt x="138" y="51"/>
                    <a:pt x="138" y="51"/>
                    <a:pt x="138" y="51"/>
                  </a:cubicBezTo>
                  <a:cubicBezTo>
                    <a:pt x="138" y="38"/>
                    <a:pt x="138" y="38"/>
                    <a:pt x="138" y="38"/>
                  </a:cubicBezTo>
                  <a:cubicBezTo>
                    <a:pt x="145" y="38"/>
                    <a:pt x="145" y="38"/>
                    <a:pt x="145" y="38"/>
                  </a:cubicBezTo>
                  <a:cubicBezTo>
                    <a:pt x="145" y="40"/>
                    <a:pt x="146" y="41"/>
                    <a:pt x="146" y="42"/>
                  </a:cubicBezTo>
                  <a:cubicBezTo>
                    <a:pt x="151" y="42"/>
                    <a:pt x="151" y="42"/>
                    <a:pt x="151" y="42"/>
                  </a:cubicBezTo>
                  <a:cubicBezTo>
                    <a:pt x="151" y="29"/>
                    <a:pt x="151" y="29"/>
                    <a:pt x="151" y="29"/>
                  </a:cubicBezTo>
                  <a:cubicBezTo>
                    <a:pt x="146" y="29"/>
                    <a:pt x="146" y="29"/>
                    <a:pt x="146" y="29"/>
                  </a:cubicBezTo>
                  <a:cubicBezTo>
                    <a:pt x="146" y="30"/>
                    <a:pt x="146" y="32"/>
                    <a:pt x="145" y="33"/>
                  </a:cubicBezTo>
                  <a:cubicBezTo>
                    <a:pt x="138" y="33"/>
                    <a:pt x="138" y="33"/>
                    <a:pt x="138" y="33"/>
                  </a:cubicBezTo>
                  <a:cubicBezTo>
                    <a:pt x="138" y="21"/>
                    <a:pt x="138" y="21"/>
                    <a:pt x="138" y="21"/>
                  </a:cubicBezTo>
                  <a:cubicBezTo>
                    <a:pt x="149" y="21"/>
                    <a:pt x="149" y="21"/>
                    <a:pt x="149" y="21"/>
                  </a:cubicBezTo>
                  <a:cubicBezTo>
                    <a:pt x="149" y="23"/>
                    <a:pt x="150" y="25"/>
                    <a:pt x="150" y="27"/>
                  </a:cubicBezTo>
                  <a:cubicBezTo>
                    <a:pt x="155" y="27"/>
                    <a:pt x="155" y="27"/>
                    <a:pt x="155" y="27"/>
                  </a:cubicBezTo>
                  <a:cubicBezTo>
                    <a:pt x="155" y="17"/>
                    <a:pt x="155" y="17"/>
                    <a:pt x="155" y="17"/>
                  </a:cubicBezTo>
                  <a:cubicBezTo>
                    <a:pt x="125" y="17"/>
                    <a:pt x="125" y="17"/>
                    <a:pt x="125" y="17"/>
                  </a:cubicBezTo>
                  <a:cubicBezTo>
                    <a:pt x="125" y="20"/>
                    <a:pt x="125" y="20"/>
                    <a:pt x="125" y="20"/>
                  </a:cubicBezTo>
                  <a:cubicBezTo>
                    <a:pt x="127" y="21"/>
                    <a:pt x="129" y="21"/>
                    <a:pt x="131" y="21"/>
                  </a:cubicBezTo>
                  <a:cubicBezTo>
                    <a:pt x="131" y="51"/>
                    <a:pt x="131" y="51"/>
                    <a:pt x="131" y="51"/>
                  </a:cubicBezTo>
                  <a:cubicBezTo>
                    <a:pt x="129" y="51"/>
                    <a:pt x="127" y="52"/>
                    <a:pt x="125" y="52"/>
                  </a:cubicBezTo>
                  <a:cubicBezTo>
                    <a:pt x="125" y="56"/>
                    <a:pt x="125" y="56"/>
                    <a:pt x="125" y="56"/>
                  </a:cubicBezTo>
                  <a:lnTo>
                    <a:pt x="155" y="56"/>
                  </a:lnTo>
                  <a:close/>
                  <a:moveTo>
                    <a:pt x="120" y="39"/>
                  </a:moveTo>
                  <a:cubicBezTo>
                    <a:pt x="120" y="35"/>
                    <a:pt x="120" y="35"/>
                    <a:pt x="120" y="35"/>
                  </a:cubicBezTo>
                  <a:cubicBezTo>
                    <a:pt x="102" y="35"/>
                    <a:pt x="102" y="35"/>
                    <a:pt x="102" y="35"/>
                  </a:cubicBezTo>
                  <a:cubicBezTo>
                    <a:pt x="102" y="39"/>
                    <a:pt x="102" y="39"/>
                    <a:pt x="102" y="39"/>
                  </a:cubicBezTo>
                  <a:cubicBezTo>
                    <a:pt x="104" y="40"/>
                    <a:pt x="106" y="40"/>
                    <a:pt x="108" y="40"/>
                  </a:cubicBezTo>
                  <a:cubicBezTo>
                    <a:pt x="108" y="50"/>
                    <a:pt x="108" y="50"/>
                    <a:pt x="108" y="50"/>
                  </a:cubicBezTo>
                  <a:cubicBezTo>
                    <a:pt x="106" y="50"/>
                    <a:pt x="104" y="51"/>
                    <a:pt x="102" y="51"/>
                  </a:cubicBezTo>
                  <a:cubicBezTo>
                    <a:pt x="93" y="51"/>
                    <a:pt x="88" y="46"/>
                    <a:pt x="88" y="36"/>
                  </a:cubicBezTo>
                  <a:cubicBezTo>
                    <a:pt x="88" y="27"/>
                    <a:pt x="94" y="22"/>
                    <a:pt x="102" y="22"/>
                  </a:cubicBezTo>
                  <a:cubicBezTo>
                    <a:pt x="104" y="22"/>
                    <a:pt x="106" y="22"/>
                    <a:pt x="108" y="22"/>
                  </a:cubicBezTo>
                  <a:cubicBezTo>
                    <a:pt x="108" y="24"/>
                    <a:pt x="109" y="26"/>
                    <a:pt x="109" y="29"/>
                  </a:cubicBezTo>
                  <a:cubicBezTo>
                    <a:pt x="114" y="29"/>
                    <a:pt x="114" y="29"/>
                    <a:pt x="114" y="29"/>
                  </a:cubicBezTo>
                  <a:cubicBezTo>
                    <a:pt x="114" y="17"/>
                    <a:pt x="114" y="17"/>
                    <a:pt x="114" y="17"/>
                  </a:cubicBezTo>
                  <a:cubicBezTo>
                    <a:pt x="110" y="16"/>
                    <a:pt x="106" y="16"/>
                    <a:pt x="102" y="16"/>
                  </a:cubicBezTo>
                  <a:cubicBezTo>
                    <a:pt x="88" y="16"/>
                    <a:pt x="80" y="25"/>
                    <a:pt x="80" y="37"/>
                  </a:cubicBezTo>
                  <a:cubicBezTo>
                    <a:pt x="80" y="50"/>
                    <a:pt x="89" y="56"/>
                    <a:pt x="101" y="56"/>
                  </a:cubicBezTo>
                  <a:cubicBezTo>
                    <a:pt x="106" y="56"/>
                    <a:pt x="111" y="56"/>
                    <a:pt x="115" y="54"/>
                  </a:cubicBezTo>
                  <a:cubicBezTo>
                    <a:pt x="115" y="40"/>
                    <a:pt x="115" y="40"/>
                    <a:pt x="115" y="40"/>
                  </a:cubicBezTo>
                  <a:cubicBezTo>
                    <a:pt x="117" y="40"/>
                    <a:pt x="118" y="40"/>
                    <a:pt x="120" y="39"/>
                  </a:cubicBezTo>
                  <a:moveTo>
                    <a:pt x="74" y="20"/>
                  </a:moveTo>
                  <a:cubicBezTo>
                    <a:pt x="74" y="17"/>
                    <a:pt x="74" y="17"/>
                    <a:pt x="74" y="17"/>
                  </a:cubicBezTo>
                  <a:cubicBezTo>
                    <a:pt x="56" y="17"/>
                    <a:pt x="56" y="17"/>
                    <a:pt x="56" y="17"/>
                  </a:cubicBezTo>
                  <a:cubicBezTo>
                    <a:pt x="56" y="20"/>
                    <a:pt x="56" y="20"/>
                    <a:pt x="56" y="20"/>
                  </a:cubicBezTo>
                  <a:cubicBezTo>
                    <a:pt x="58" y="21"/>
                    <a:pt x="60" y="21"/>
                    <a:pt x="62" y="21"/>
                  </a:cubicBezTo>
                  <a:cubicBezTo>
                    <a:pt x="62" y="35"/>
                    <a:pt x="62" y="35"/>
                    <a:pt x="62" y="35"/>
                  </a:cubicBezTo>
                  <a:cubicBezTo>
                    <a:pt x="62" y="41"/>
                    <a:pt x="62" y="45"/>
                    <a:pt x="62" y="48"/>
                  </a:cubicBezTo>
                  <a:cubicBezTo>
                    <a:pt x="62" y="48"/>
                    <a:pt x="62" y="48"/>
                    <a:pt x="62" y="48"/>
                  </a:cubicBezTo>
                  <a:cubicBezTo>
                    <a:pt x="61" y="45"/>
                    <a:pt x="59" y="42"/>
                    <a:pt x="58" y="40"/>
                  </a:cubicBezTo>
                  <a:cubicBezTo>
                    <a:pt x="43" y="17"/>
                    <a:pt x="43" y="17"/>
                    <a:pt x="43" y="17"/>
                  </a:cubicBezTo>
                  <a:cubicBezTo>
                    <a:pt x="27" y="17"/>
                    <a:pt x="27" y="17"/>
                    <a:pt x="27" y="17"/>
                  </a:cubicBezTo>
                  <a:cubicBezTo>
                    <a:pt x="27" y="20"/>
                    <a:pt x="27" y="20"/>
                    <a:pt x="27" y="20"/>
                  </a:cubicBezTo>
                  <a:cubicBezTo>
                    <a:pt x="29" y="21"/>
                    <a:pt x="31" y="21"/>
                    <a:pt x="34" y="21"/>
                  </a:cubicBezTo>
                  <a:cubicBezTo>
                    <a:pt x="34" y="51"/>
                    <a:pt x="34" y="51"/>
                    <a:pt x="34" y="51"/>
                  </a:cubicBezTo>
                  <a:cubicBezTo>
                    <a:pt x="31" y="51"/>
                    <a:pt x="29" y="52"/>
                    <a:pt x="27" y="52"/>
                  </a:cubicBezTo>
                  <a:cubicBezTo>
                    <a:pt x="27" y="56"/>
                    <a:pt x="27" y="56"/>
                    <a:pt x="27" y="56"/>
                  </a:cubicBezTo>
                  <a:cubicBezTo>
                    <a:pt x="46" y="56"/>
                    <a:pt x="46" y="56"/>
                    <a:pt x="46" y="56"/>
                  </a:cubicBezTo>
                  <a:cubicBezTo>
                    <a:pt x="46" y="52"/>
                    <a:pt x="46" y="52"/>
                    <a:pt x="46" y="52"/>
                  </a:cubicBezTo>
                  <a:cubicBezTo>
                    <a:pt x="44" y="52"/>
                    <a:pt x="42" y="51"/>
                    <a:pt x="40" y="51"/>
                  </a:cubicBezTo>
                  <a:cubicBezTo>
                    <a:pt x="40" y="34"/>
                    <a:pt x="40" y="34"/>
                    <a:pt x="40" y="34"/>
                  </a:cubicBezTo>
                  <a:cubicBezTo>
                    <a:pt x="40" y="30"/>
                    <a:pt x="40" y="27"/>
                    <a:pt x="40" y="25"/>
                  </a:cubicBezTo>
                  <a:cubicBezTo>
                    <a:pt x="40" y="25"/>
                    <a:pt x="40" y="25"/>
                    <a:pt x="40" y="25"/>
                  </a:cubicBezTo>
                  <a:cubicBezTo>
                    <a:pt x="41" y="27"/>
                    <a:pt x="43" y="30"/>
                    <a:pt x="44" y="32"/>
                  </a:cubicBezTo>
                  <a:cubicBezTo>
                    <a:pt x="60" y="56"/>
                    <a:pt x="60" y="56"/>
                    <a:pt x="60" y="56"/>
                  </a:cubicBezTo>
                  <a:cubicBezTo>
                    <a:pt x="69" y="56"/>
                    <a:pt x="69" y="56"/>
                    <a:pt x="69" y="56"/>
                  </a:cubicBezTo>
                  <a:cubicBezTo>
                    <a:pt x="69" y="21"/>
                    <a:pt x="69" y="21"/>
                    <a:pt x="69" y="21"/>
                  </a:cubicBezTo>
                  <a:cubicBezTo>
                    <a:pt x="71" y="21"/>
                    <a:pt x="73" y="21"/>
                    <a:pt x="74" y="20"/>
                  </a:cubicBezTo>
                  <a:moveTo>
                    <a:pt x="20" y="56"/>
                  </a:moveTo>
                  <a:cubicBezTo>
                    <a:pt x="20" y="52"/>
                    <a:pt x="20" y="52"/>
                    <a:pt x="20" y="52"/>
                  </a:cubicBezTo>
                  <a:cubicBezTo>
                    <a:pt x="18" y="52"/>
                    <a:pt x="16" y="51"/>
                    <a:pt x="13" y="51"/>
                  </a:cubicBezTo>
                  <a:cubicBezTo>
                    <a:pt x="13" y="21"/>
                    <a:pt x="13" y="21"/>
                    <a:pt x="13" y="21"/>
                  </a:cubicBezTo>
                  <a:cubicBezTo>
                    <a:pt x="16" y="21"/>
                    <a:pt x="18" y="21"/>
                    <a:pt x="20" y="20"/>
                  </a:cubicBezTo>
                  <a:cubicBezTo>
                    <a:pt x="20" y="17"/>
                    <a:pt x="20" y="17"/>
                    <a:pt x="20" y="17"/>
                  </a:cubicBezTo>
                  <a:cubicBezTo>
                    <a:pt x="0" y="17"/>
                    <a:pt x="0" y="17"/>
                    <a:pt x="0" y="17"/>
                  </a:cubicBezTo>
                  <a:cubicBezTo>
                    <a:pt x="0" y="20"/>
                    <a:pt x="0" y="20"/>
                    <a:pt x="0" y="20"/>
                  </a:cubicBezTo>
                  <a:cubicBezTo>
                    <a:pt x="2" y="21"/>
                    <a:pt x="4" y="21"/>
                    <a:pt x="7" y="21"/>
                  </a:cubicBezTo>
                  <a:cubicBezTo>
                    <a:pt x="7" y="51"/>
                    <a:pt x="7" y="51"/>
                    <a:pt x="7" y="51"/>
                  </a:cubicBezTo>
                  <a:cubicBezTo>
                    <a:pt x="4" y="51"/>
                    <a:pt x="2" y="52"/>
                    <a:pt x="0" y="52"/>
                  </a:cubicBezTo>
                  <a:cubicBezTo>
                    <a:pt x="0" y="56"/>
                    <a:pt x="0" y="56"/>
                    <a:pt x="0" y="56"/>
                  </a:cubicBezTo>
                  <a:lnTo>
                    <a:pt x="20" y="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74" name="Freeform 38">
              <a:extLst>
                <a:ext uri="{FF2B5EF4-FFF2-40B4-BE49-F238E27FC236}">
                  <a16:creationId xmlns:a16="http://schemas.microsoft.com/office/drawing/2014/main" id="{2DC7FE0D-A1D0-4690-9031-2C3E1C21B4DB}"/>
                </a:ext>
              </a:extLst>
            </p:cNvPr>
            <p:cNvSpPr>
              <a:spLocks noEditPoints="1"/>
            </p:cNvSpPr>
            <p:nvPr/>
          </p:nvSpPr>
          <p:spPr bwMode="auto">
            <a:xfrm>
              <a:off x="3968750" y="2597150"/>
              <a:ext cx="908050" cy="88900"/>
            </a:xfrm>
            <a:custGeom>
              <a:avLst/>
              <a:gdLst>
                <a:gd name="T0" fmla="*/ 413 w 419"/>
                <a:gd name="T1" fmla="*/ 35 h 41"/>
                <a:gd name="T2" fmla="*/ 410 w 419"/>
                <a:gd name="T3" fmla="*/ 27 h 41"/>
                <a:gd name="T4" fmla="*/ 410 w 419"/>
                <a:gd name="T5" fmla="*/ 18 h 41"/>
                <a:gd name="T6" fmla="*/ 414 w 419"/>
                <a:gd name="T7" fmla="*/ 12 h 41"/>
                <a:gd name="T8" fmla="*/ 389 w 419"/>
                <a:gd name="T9" fmla="*/ 5 h 41"/>
                <a:gd name="T10" fmla="*/ 389 w 419"/>
                <a:gd name="T11" fmla="*/ 40 h 41"/>
                <a:gd name="T12" fmla="*/ 355 w 419"/>
                <a:gd name="T13" fmla="*/ 35 h 41"/>
                <a:gd name="T14" fmla="*/ 383 w 419"/>
                <a:gd name="T15" fmla="*/ 20 h 41"/>
                <a:gd name="T16" fmla="*/ 342 w 419"/>
                <a:gd name="T17" fmla="*/ 5 h 41"/>
                <a:gd name="T18" fmla="*/ 342 w 419"/>
                <a:gd name="T19" fmla="*/ 40 h 41"/>
                <a:gd name="T20" fmla="*/ 312 w 419"/>
                <a:gd name="T21" fmla="*/ 20 h 41"/>
                <a:gd name="T22" fmla="*/ 297 w 419"/>
                <a:gd name="T23" fmla="*/ 6 h 41"/>
                <a:gd name="T24" fmla="*/ 285 w 419"/>
                <a:gd name="T25" fmla="*/ 1 h 41"/>
                <a:gd name="T26" fmla="*/ 285 w 419"/>
                <a:gd name="T27" fmla="*/ 35 h 41"/>
                <a:gd name="T28" fmla="*/ 296 w 419"/>
                <a:gd name="T29" fmla="*/ 41 h 41"/>
                <a:gd name="T30" fmla="*/ 250 w 419"/>
                <a:gd name="T31" fmla="*/ 13 h 41"/>
                <a:gd name="T32" fmla="*/ 259 w 419"/>
                <a:gd name="T33" fmla="*/ 25 h 41"/>
                <a:gd name="T34" fmla="*/ 257 w 419"/>
                <a:gd name="T35" fmla="*/ 1 h 41"/>
                <a:gd name="T36" fmla="*/ 230 w 419"/>
                <a:gd name="T37" fmla="*/ 40 h 41"/>
                <a:gd name="T38" fmla="*/ 243 w 419"/>
                <a:gd name="T39" fmla="*/ 30 h 41"/>
                <a:gd name="T40" fmla="*/ 257 w 419"/>
                <a:gd name="T41" fmla="*/ 40 h 41"/>
                <a:gd name="T42" fmla="*/ 195 w 419"/>
                <a:gd name="T43" fmla="*/ 1 h 41"/>
                <a:gd name="T44" fmla="*/ 209 w 419"/>
                <a:gd name="T45" fmla="*/ 6 h 41"/>
                <a:gd name="T46" fmla="*/ 223 w 419"/>
                <a:gd name="T47" fmla="*/ 40 h 41"/>
                <a:gd name="T48" fmla="*/ 225 w 419"/>
                <a:gd name="T49" fmla="*/ 6 h 41"/>
                <a:gd name="T50" fmla="*/ 194 w 419"/>
                <a:gd name="T51" fmla="*/ 28 h 41"/>
                <a:gd name="T52" fmla="*/ 178 w 419"/>
                <a:gd name="T53" fmla="*/ 6 h 41"/>
                <a:gd name="T54" fmla="*/ 164 w 419"/>
                <a:gd name="T55" fmla="*/ 5 h 41"/>
                <a:gd name="T56" fmla="*/ 164 w 419"/>
                <a:gd name="T57" fmla="*/ 40 h 41"/>
                <a:gd name="T58" fmla="*/ 140 w 419"/>
                <a:gd name="T59" fmla="*/ 1 h 41"/>
                <a:gd name="T60" fmla="*/ 136 w 419"/>
                <a:gd name="T61" fmla="*/ 35 h 41"/>
                <a:gd name="T62" fmla="*/ 132 w 419"/>
                <a:gd name="T63" fmla="*/ 1 h 41"/>
                <a:gd name="T64" fmla="*/ 119 w 419"/>
                <a:gd name="T65" fmla="*/ 27 h 41"/>
                <a:gd name="T66" fmla="*/ 158 w 419"/>
                <a:gd name="T67" fmla="*/ 5 h 41"/>
                <a:gd name="T68" fmla="*/ 84 w 419"/>
                <a:gd name="T69" fmla="*/ 21 h 41"/>
                <a:gd name="T70" fmla="*/ 107 w 419"/>
                <a:gd name="T71" fmla="*/ 13 h 41"/>
                <a:gd name="T72" fmla="*/ 96 w 419"/>
                <a:gd name="T73" fmla="*/ 41 h 41"/>
                <a:gd name="T74" fmla="*/ 49 w 419"/>
                <a:gd name="T75" fmla="*/ 13 h 41"/>
                <a:gd name="T76" fmla="*/ 58 w 419"/>
                <a:gd name="T77" fmla="*/ 25 h 41"/>
                <a:gd name="T78" fmla="*/ 56 w 419"/>
                <a:gd name="T79" fmla="*/ 1 h 41"/>
                <a:gd name="T80" fmla="*/ 29 w 419"/>
                <a:gd name="T81" fmla="*/ 40 h 41"/>
                <a:gd name="T82" fmla="*/ 43 w 419"/>
                <a:gd name="T83" fmla="*/ 30 h 41"/>
                <a:gd name="T84" fmla="*/ 56 w 419"/>
                <a:gd name="T85" fmla="*/ 40 h 41"/>
                <a:gd name="T86" fmla="*/ 0 w 419"/>
                <a:gd name="T87" fmla="*/ 1 h 41"/>
                <a:gd name="T88" fmla="*/ 0 w 419"/>
                <a:gd name="T89" fmla="*/ 36 h 41"/>
                <a:gd name="T90" fmla="*/ 13 w 419"/>
                <a:gd name="T91" fmla="*/ 35 h 41"/>
                <a:gd name="T92" fmla="*/ 26 w 419"/>
                <a:gd name="T93" fmla="*/ 27 h 41"/>
                <a:gd name="T94" fmla="*/ 13 w 419"/>
                <a:gd name="T95" fmla="*/ 18 h 41"/>
                <a:gd name="T96" fmla="*/ 30 w 419"/>
                <a:gd name="T97"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19" h="41">
                  <a:moveTo>
                    <a:pt x="419" y="40"/>
                  </a:moveTo>
                  <a:cubicBezTo>
                    <a:pt x="419" y="29"/>
                    <a:pt x="419" y="29"/>
                    <a:pt x="419" y="29"/>
                  </a:cubicBezTo>
                  <a:cubicBezTo>
                    <a:pt x="414" y="29"/>
                    <a:pt x="414" y="29"/>
                    <a:pt x="414" y="29"/>
                  </a:cubicBezTo>
                  <a:cubicBezTo>
                    <a:pt x="414" y="31"/>
                    <a:pt x="414" y="34"/>
                    <a:pt x="413" y="35"/>
                  </a:cubicBezTo>
                  <a:cubicBezTo>
                    <a:pt x="402" y="35"/>
                    <a:pt x="402" y="35"/>
                    <a:pt x="402" y="35"/>
                  </a:cubicBezTo>
                  <a:cubicBezTo>
                    <a:pt x="402" y="22"/>
                    <a:pt x="402" y="22"/>
                    <a:pt x="402" y="22"/>
                  </a:cubicBezTo>
                  <a:cubicBezTo>
                    <a:pt x="410" y="22"/>
                    <a:pt x="410" y="22"/>
                    <a:pt x="410" y="22"/>
                  </a:cubicBezTo>
                  <a:cubicBezTo>
                    <a:pt x="410" y="24"/>
                    <a:pt x="410" y="25"/>
                    <a:pt x="410" y="27"/>
                  </a:cubicBezTo>
                  <a:cubicBezTo>
                    <a:pt x="415" y="27"/>
                    <a:pt x="415" y="27"/>
                    <a:pt x="415" y="27"/>
                  </a:cubicBezTo>
                  <a:cubicBezTo>
                    <a:pt x="415" y="14"/>
                    <a:pt x="415" y="14"/>
                    <a:pt x="415" y="14"/>
                  </a:cubicBezTo>
                  <a:cubicBezTo>
                    <a:pt x="410" y="14"/>
                    <a:pt x="410" y="14"/>
                    <a:pt x="410" y="14"/>
                  </a:cubicBezTo>
                  <a:cubicBezTo>
                    <a:pt x="410" y="15"/>
                    <a:pt x="410" y="16"/>
                    <a:pt x="410" y="18"/>
                  </a:cubicBezTo>
                  <a:cubicBezTo>
                    <a:pt x="402" y="18"/>
                    <a:pt x="402" y="18"/>
                    <a:pt x="402" y="18"/>
                  </a:cubicBezTo>
                  <a:cubicBezTo>
                    <a:pt x="402" y="6"/>
                    <a:pt x="402" y="6"/>
                    <a:pt x="402" y="6"/>
                  </a:cubicBezTo>
                  <a:cubicBezTo>
                    <a:pt x="413" y="6"/>
                    <a:pt x="413" y="6"/>
                    <a:pt x="413" y="6"/>
                  </a:cubicBezTo>
                  <a:cubicBezTo>
                    <a:pt x="413" y="7"/>
                    <a:pt x="414" y="10"/>
                    <a:pt x="414" y="12"/>
                  </a:cubicBezTo>
                  <a:cubicBezTo>
                    <a:pt x="419" y="12"/>
                    <a:pt x="419" y="12"/>
                    <a:pt x="419" y="12"/>
                  </a:cubicBezTo>
                  <a:cubicBezTo>
                    <a:pt x="419" y="1"/>
                    <a:pt x="419" y="1"/>
                    <a:pt x="419" y="1"/>
                  </a:cubicBezTo>
                  <a:cubicBezTo>
                    <a:pt x="389" y="1"/>
                    <a:pt x="389" y="1"/>
                    <a:pt x="389" y="1"/>
                  </a:cubicBezTo>
                  <a:cubicBezTo>
                    <a:pt x="389" y="5"/>
                    <a:pt x="389" y="5"/>
                    <a:pt x="389" y="5"/>
                  </a:cubicBezTo>
                  <a:cubicBezTo>
                    <a:pt x="391" y="5"/>
                    <a:pt x="393" y="6"/>
                    <a:pt x="396" y="6"/>
                  </a:cubicBezTo>
                  <a:cubicBezTo>
                    <a:pt x="396" y="35"/>
                    <a:pt x="396" y="35"/>
                    <a:pt x="396" y="35"/>
                  </a:cubicBezTo>
                  <a:cubicBezTo>
                    <a:pt x="393" y="36"/>
                    <a:pt x="391" y="36"/>
                    <a:pt x="389" y="36"/>
                  </a:cubicBezTo>
                  <a:cubicBezTo>
                    <a:pt x="389" y="40"/>
                    <a:pt x="389" y="40"/>
                    <a:pt x="389" y="40"/>
                  </a:cubicBezTo>
                  <a:lnTo>
                    <a:pt x="419" y="40"/>
                  </a:lnTo>
                  <a:close/>
                  <a:moveTo>
                    <a:pt x="376" y="20"/>
                  </a:moveTo>
                  <a:cubicBezTo>
                    <a:pt x="376" y="30"/>
                    <a:pt x="369" y="35"/>
                    <a:pt x="360" y="35"/>
                  </a:cubicBezTo>
                  <a:cubicBezTo>
                    <a:pt x="359" y="35"/>
                    <a:pt x="356" y="35"/>
                    <a:pt x="355" y="35"/>
                  </a:cubicBezTo>
                  <a:cubicBezTo>
                    <a:pt x="355" y="6"/>
                    <a:pt x="355" y="6"/>
                    <a:pt x="355" y="6"/>
                  </a:cubicBezTo>
                  <a:cubicBezTo>
                    <a:pt x="357" y="6"/>
                    <a:pt x="359" y="6"/>
                    <a:pt x="361" y="6"/>
                  </a:cubicBezTo>
                  <a:cubicBezTo>
                    <a:pt x="371" y="6"/>
                    <a:pt x="376" y="11"/>
                    <a:pt x="376" y="20"/>
                  </a:cubicBezTo>
                  <a:moveTo>
                    <a:pt x="383" y="20"/>
                  </a:moveTo>
                  <a:cubicBezTo>
                    <a:pt x="383" y="6"/>
                    <a:pt x="375" y="1"/>
                    <a:pt x="362" y="1"/>
                  </a:cubicBezTo>
                  <a:cubicBezTo>
                    <a:pt x="357" y="1"/>
                    <a:pt x="352" y="1"/>
                    <a:pt x="348" y="1"/>
                  </a:cubicBezTo>
                  <a:cubicBezTo>
                    <a:pt x="342" y="1"/>
                    <a:pt x="342" y="1"/>
                    <a:pt x="342" y="1"/>
                  </a:cubicBezTo>
                  <a:cubicBezTo>
                    <a:pt x="342" y="5"/>
                    <a:pt x="342" y="5"/>
                    <a:pt x="342" y="5"/>
                  </a:cubicBezTo>
                  <a:cubicBezTo>
                    <a:pt x="344" y="5"/>
                    <a:pt x="346" y="6"/>
                    <a:pt x="348" y="6"/>
                  </a:cubicBezTo>
                  <a:cubicBezTo>
                    <a:pt x="348" y="35"/>
                    <a:pt x="348" y="35"/>
                    <a:pt x="348" y="35"/>
                  </a:cubicBezTo>
                  <a:cubicBezTo>
                    <a:pt x="346" y="36"/>
                    <a:pt x="344" y="36"/>
                    <a:pt x="342" y="36"/>
                  </a:cubicBezTo>
                  <a:cubicBezTo>
                    <a:pt x="342" y="40"/>
                    <a:pt x="342" y="40"/>
                    <a:pt x="342" y="40"/>
                  </a:cubicBezTo>
                  <a:cubicBezTo>
                    <a:pt x="348" y="40"/>
                    <a:pt x="348" y="40"/>
                    <a:pt x="348" y="40"/>
                  </a:cubicBezTo>
                  <a:cubicBezTo>
                    <a:pt x="352" y="40"/>
                    <a:pt x="355" y="41"/>
                    <a:pt x="360" y="41"/>
                  </a:cubicBezTo>
                  <a:cubicBezTo>
                    <a:pt x="373" y="41"/>
                    <a:pt x="383" y="34"/>
                    <a:pt x="383" y="20"/>
                  </a:cubicBezTo>
                  <a:moveTo>
                    <a:pt x="312" y="20"/>
                  </a:moveTo>
                  <a:cubicBezTo>
                    <a:pt x="312" y="30"/>
                    <a:pt x="306" y="35"/>
                    <a:pt x="297" y="35"/>
                  </a:cubicBezTo>
                  <a:cubicBezTo>
                    <a:pt x="295" y="35"/>
                    <a:pt x="293" y="35"/>
                    <a:pt x="291" y="35"/>
                  </a:cubicBezTo>
                  <a:cubicBezTo>
                    <a:pt x="291" y="6"/>
                    <a:pt x="291" y="6"/>
                    <a:pt x="291" y="6"/>
                  </a:cubicBezTo>
                  <a:cubicBezTo>
                    <a:pt x="293" y="6"/>
                    <a:pt x="295" y="6"/>
                    <a:pt x="297" y="6"/>
                  </a:cubicBezTo>
                  <a:cubicBezTo>
                    <a:pt x="307" y="6"/>
                    <a:pt x="312" y="11"/>
                    <a:pt x="312" y="20"/>
                  </a:cubicBezTo>
                  <a:moveTo>
                    <a:pt x="319" y="20"/>
                  </a:moveTo>
                  <a:cubicBezTo>
                    <a:pt x="319" y="6"/>
                    <a:pt x="311" y="1"/>
                    <a:pt x="298" y="1"/>
                  </a:cubicBezTo>
                  <a:cubicBezTo>
                    <a:pt x="294" y="1"/>
                    <a:pt x="288" y="1"/>
                    <a:pt x="285" y="1"/>
                  </a:cubicBezTo>
                  <a:cubicBezTo>
                    <a:pt x="278" y="1"/>
                    <a:pt x="278" y="1"/>
                    <a:pt x="278" y="1"/>
                  </a:cubicBezTo>
                  <a:cubicBezTo>
                    <a:pt x="278" y="5"/>
                    <a:pt x="278" y="5"/>
                    <a:pt x="278" y="5"/>
                  </a:cubicBezTo>
                  <a:cubicBezTo>
                    <a:pt x="280" y="5"/>
                    <a:pt x="282" y="6"/>
                    <a:pt x="285" y="6"/>
                  </a:cubicBezTo>
                  <a:cubicBezTo>
                    <a:pt x="285" y="35"/>
                    <a:pt x="285" y="35"/>
                    <a:pt x="285" y="35"/>
                  </a:cubicBezTo>
                  <a:cubicBezTo>
                    <a:pt x="282" y="36"/>
                    <a:pt x="280" y="36"/>
                    <a:pt x="278" y="36"/>
                  </a:cubicBezTo>
                  <a:cubicBezTo>
                    <a:pt x="278" y="40"/>
                    <a:pt x="278" y="40"/>
                    <a:pt x="278" y="40"/>
                  </a:cubicBezTo>
                  <a:cubicBezTo>
                    <a:pt x="285" y="40"/>
                    <a:pt x="285" y="40"/>
                    <a:pt x="285" y="40"/>
                  </a:cubicBezTo>
                  <a:cubicBezTo>
                    <a:pt x="288" y="40"/>
                    <a:pt x="291" y="41"/>
                    <a:pt x="296" y="41"/>
                  </a:cubicBezTo>
                  <a:cubicBezTo>
                    <a:pt x="309" y="41"/>
                    <a:pt x="319" y="34"/>
                    <a:pt x="319" y="20"/>
                  </a:cubicBezTo>
                  <a:moveTo>
                    <a:pt x="259" y="25"/>
                  </a:moveTo>
                  <a:cubicBezTo>
                    <a:pt x="245" y="25"/>
                    <a:pt x="245" y="25"/>
                    <a:pt x="245" y="25"/>
                  </a:cubicBezTo>
                  <a:cubicBezTo>
                    <a:pt x="250" y="13"/>
                    <a:pt x="250" y="13"/>
                    <a:pt x="250" y="13"/>
                  </a:cubicBezTo>
                  <a:cubicBezTo>
                    <a:pt x="251" y="11"/>
                    <a:pt x="251" y="9"/>
                    <a:pt x="252" y="7"/>
                  </a:cubicBezTo>
                  <a:cubicBezTo>
                    <a:pt x="252" y="7"/>
                    <a:pt x="252" y="7"/>
                    <a:pt x="252" y="7"/>
                  </a:cubicBezTo>
                  <a:cubicBezTo>
                    <a:pt x="253" y="9"/>
                    <a:pt x="253" y="11"/>
                    <a:pt x="254" y="13"/>
                  </a:cubicBezTo>
                  <a:lnTo>
                    <a:pt x="259" y="25"/>
                  </a:lnTo>
                  <a:close/>
                  <a:moveTo>
                    <a:pt x="275" y="40"/>
                  </a:moveTo>
                  <a:cubicBezTo>
                    <a:pt x="275" y="36"/>
                    <a:pt x="275" y="36"/>
                    <a:pt x="275" y="36"/>
                  </a:cubicBezTo>
                  <a:cubicBezTo>
                    <a:pt x="273" y="36"/>
                    <a:pt x="271" y="36"/>
                    <a:pt x="270" y="36"/>
                  </a:cubicBezTo>
                  <a:cubicBezTo>
                    <a:pt x="257" y="1"/>
                    <a:pt x="257" y="1"/>
                    <a:pt x="257" y="1"/>
                  </a:cubicBezTo>
                  <a:cubicBezTo>
                    <a:pt x="248" y="1"/>
                    <a:pt x="248" y="1"/>
                    <a:pt x="248" y="1"/>
                  </a:cubicBezTo>
                  <a:cubicBezTo>
                    <a:pt x="234" y="36"/>
                    <a:pt x="234" y="36"/>
                    <a:pt x="234" y="36"/>
                  </a:cubicBezTo>
                  <a:cubicBezTo>
                    <a:pt x="233" y="36"/>
                    <a:pt x="231" y="36"/>
                    <a:pt x="230" y="36"/>
                  </a:cubicBezTo>
                  <a:cubicBezTo>
                    <a:pt x="230" y="40"/>
                    <a:pt x="230" y="40"/>
                    <a:pt x="230" y="40"/>
                  </a:cubicBezTo>
                  <a:cubicBezTo>
                    <a:pt x="247" y="40"/>
                    <a:pt x="247" y="40"/>
                    <a:pt x="247" y="40"/>
                  </a:cubicBezTo>
                  <a:cubicBezTo>
                    <a:pt x="247" y="36"/>
                    <a:pt x="247" y="36"/>
                    <a:pt x="247" y="36"/>
                  </a:cubicBezTo>
                  <a:cubicBezTo>
                    <a:pt x="246" y="36"/>
                    <a:pt x="243" y="36"/>
                    <a:pt x="241" y="36"/>
                  </a:cubicBezTo>
                  <a:cubicBezTo>
                    <a:pt x="243" y="30"/>
                    <a:pt x="243" y="30"/>
                    <a:pt x="243" y="30"/>
                  </a:cubicBezTo>
                  <a:cubicBezTo>
                    <a:pt x="261" y="30"/>
                    <a:pt x="261" y="30"/>
                    <a:pt x="261" y="30"/>
                  </a:cubicBezTo>
                  <a:cubicBezTo>
                    <a:pt x="262" y="36"/>
                    <a:pt x="262" y="36"/>
                    <a:pt x="262" y="36"/>
                  </a:cubicBezTo>
                  <a:cubicBezTo>
                    <a:pt x="261" y="36"/>
                    <a:pt x="258" y="36"/>
                    <a:pt x="257" y="36"/>
                  </a:cubicBezTo>
                  <a:cubicBezTo>
                    <a:pt x="257" y="40"/>
                    <a:pt x="257" y="40"/>
                    <a:pt x="257" y="40"/>
                  </a:cubicBezTo>
                  <a:lnTo>
                    <a:pt x="275" y="40"/>
                  </a:lnTo>
                  <a:close/>
                  <a:moveTo>
                    <a:pt x="231" y="14"/>
                  </a:moveTo>
                  <a:cubicBezTo>
                    <a:pt x="231" y="1"/>
                    <a:pt x="231" y="1"/>
                    <a:pt x="231" y="1"/>
                  </a:cubicBezTo>
                  <a:cubicBezTo>
                    <a:pt x="195" y="1"/>
                    <a:pt x="195" y="1"/>
                    <a:pt x="195" y="1"/>
                  </a:cubicBezTo>
                  <a:cubicBezTo>
                    <a:pt x="195" y="14"/>
                    <a:pt x="195" y="14"/>
                    <a:pt x="195" y="14"/>
                  </a:cubicBezTo>
                  <a:cubicBezTo>
                    <a:pt x="199" y="14"/>
                    <a:pt x="199" y="14"/>
                    <a:pt x="199" y="14"/>
                  </a:cubicBezTo>
                  <a:cubicBezTo>
                    <a:pt x="200" y="11"/>
                    <a:pt x="200" y="8"/>
                    <a:pt x="200" y="6"/>
                  </a:cubicBezTo>
                  <a:cubicBezTo>
                    <a:pt x="209" y="6"/>
                    <a:pt x="209" y="6"/>
                    <a:pt x="209" y="6"/>
                  </a:cubicBezTo>
                  <a:cubicBezTo>
                    <a:pt x="209" y="35"/>
                    <a:pt x="209" y="35"/>
                    <a:pt x="209" y="35"/>
                  </a:cubicBezTo>
                  <a:cubicBezTo>
                    <a:pt x="207" y="36"/>
                    <a:pt x="205" y="36"/>
                    <a:pt x="203" y="36"/>
                  </a:cubicBezTo>
                  <a:cubicBezTo>
                    <a:pt x="203" y="40"/>
                    <a:pt x="203" y="40"/>
                    <a:pt x="203" y="40"/>
                  </a:cubicBezTo>
                  <a:cubicBezTo>
                    <a:pt x="223" y="40"/>
                    <a:pt x="223" y="40"/>
                    <a:pt x="223" y="40"/>
                  </a:cubicBezTo>
                  <a:cubicBezTo>
                    <a:pt x="223" y="36"/>
                    <a:pt x="223" y="36"/>
                    <a:pt x="223" y="36"/>
                  </a:cubicBezTo>
                  <a:cubicBezTo>
                    <a:pt x="221" y="36"/>
                    <a:pt x="218" y="36"/>
                    <a:pt x="216" y="35"/>
                  </a:cubicBezTo>
                  <a:cubicBezTo>
                    <a:pt x="216" y="6"/>
                    <a:pt x="216" y="6"/>
                    <a:pt x="216" y="6"/>
                  </a:cubicBezTo>
                  <a:cubicBezTo>
                    <a:pt x="225" y="6"/>
                    <a:pt x="225" y="6"/>
                    <a:pt x="225" y="6"/>
                  </a:cubicBezTo>
                  <a:cubicBezTo>
                    <a:pt x="225" y="8"/>
                    <a:pt x="226" y="11"/>
                    <a:pt x="226" y="14"/>
                  </a:cubicBezTo>
                  <a:lnTo>
                    <a:pt x="231" y="14"/>
                  </a:lnTo>
                  <a:close/>
                  <a:moveTo>
                    <a:pt x="194" y="40"/>
                  </a:moveTo>
                  <a:cubicBezTo>
                    <a:pt x="194" y="28"/>
                    <a:pt x="194" y="28"/>
                    <a:pt x="194" y="28"/>
                  </a:cubicBezTo>
                  <a:cubicBezTo>
                    <a:pt x="189" y="28"/>
                    <a:pt x="189" y="28"/>
                    <a:pt x="189" y="28"/>
                  </a:cubicBezTo>
                  <a:cubicBezTo>
                    <a:pt x="189" y="30"/>
                    <a:pt x="189" y="33"/>
                    <a:pt x="188" y="35"/>
                  </a:cubicBezTo>
                  <a:cubicBezTo>
                    <a:pt x="178" y="35"/>
                    <a:pt x="178" y="35"/>
                    <a:pt x="178" y="35"/>
                  </a:cubicBezTo>
                  <a:cubicBezTo>
                    <a:pt x="178" y="6"/>
                    <a:pt x="178" y="6"/>
                    <a:pt x="178" y="6"/>
                  </a:cubicBezTo>
                  <a:cubicBezTo>
                    <a:pt x="180" y="6"/>
                    <a:pt x="182" y="5"/>
                    <a:pt x="184" y="5"/>
                  </a:cubicBezTo>
                  <a:cubicBezTo>
                    <a:pt x="184" y="1"/>
                    <a:pt x="184" y="1"/>
                    <a:pt x="184" y="1"/>
                  </a:cubicBezTo>
                  <a:cubicBezTo>
                    <a:pt x="164" y="1"/>
                    <a:pt x="164" y="1"/>
                    <a:pt x="164" y="1"/>
                  </a:cubicBezTo>
                  <a:cubicBezTo>
                    <a:pt x="164" y="5"/>
                    <a:pt x="164" y="5"/>
                    <a:pt x="164" y="5"/>
                  </a:cubicBezTo>
                  <a:cubicBezTo>
                    <a:pt x="166" y="5"/>
                    <a:pt x="169" y="6"/>
                    <a:pt x="171" y="6"/>
                  </a:cubicBezTo>
                  <a:cubicBezTo>
                    <a:pt x="171" y="35"/>
                    <a:pt x="171" y="35"/>
                    <a:pt x="171" y="35"/>
                  </a:cubicBezTo>
                  <a:cubicBezTo>
                    <a:pt x="169" y="36"/>
                    <a:pt x="166" y="36"/>
                    <a:pt x="164" y="36"/>
                  </a:cubicBezTo>
                  <a:cubicBezTo>
                    <a:pt x="164" y="40"/>
                    <a:pt x="164" y="40"/>
                    <a:pt x="164" y="40"/>
                  </a:cubicBezTo>
                  <a:lnTo>
                    <a:pt x="194" y="40"/>
                  </a:lnTo>
                  <a:close/>
                  <a:moveTo>
                    <a:pt x="158" y="5"/>
                  </a:moveTo>
                  <a:cubicBezTo>
                    <a:pt x="158" y="1"/>
                    <a:pt x="158" y="1"/>
                    <a:pt x="158" y="1"/>
                  </a:cubicBezTo>
                  <a:cubicBezTo>
                    <a:pt x="140" y="1"/>
                    <a:pt x="140" y="1"/>
                    <a:pt x="140" y="1"/>
                  </a:cubicBezTo>
                  <a:cubicBezTo>
                    <a:pt x="140" y="5"/>
                    <a:pt x="140" y="5"/>
                    <a:pt x="140" y="5"/>
                  </a:cubicBezTo>
                  <a:cubicBezTo>
                    <a:pt x="142" y="5"/>
                    <a:pt x="144" y="6"/>
                    <a:pt x="146" y="6"/>
                  </a:cubicBezTo>
                  <a:cubicBezTo>
                    <a:pt x="146" y="25"/>
                    <a:pt x="146" y="25"/>
                    <a:pt x="146" y="25"/>
                  </a:cubicBezTo>
                  <a:cubicBezTo>
                    <a:pt x="146" y="31"/>
                    <a:pt x="143" y="35"/>
                    <a:pt x="136" y="35"/>
                  </a:cubicBezTo>
                  <a:cubicBezTo>
                    <a:pt x="129" y="35"/>
                    <a:pt x="126" y="32"/>
                    <a:pt x="126" y="25"/>
                  </a:cubicBezTo>
                  <a:cubicBezTo>
                    <a:pt x="126" y="6"/>
                    <a:pt x="126" y="6"/>
                    <a:pt x="126" y="6"/>
                  </a:cubicBezTo>
                  <a:cubicBezTo>
                    <a:pt x="128" y="6"/>
                    <a:pt x="130" y="5"/>
                    <a:pt x="132" y="5"/>
                  </a:cubicBezTo>
                  <a:cubicBezTo>
                    <a:pt x="132" y="1"/>
                    <a:pt x="132" y="1"/>
                    <a:pt x="132" y="1"/>
                  </a:cubicBezTo>
                  <a:cubicBezTo>
                    <a:pt x="113" y="1"/>
                    <a:pt x="113" y="1"/>
                    <a:pt x="113" y="1"/>
                  </a:cubicBezTo>
                  <a:cubicBezTo>
                    <a:pt x="113" y="5"/>
                    <a:pt x="113" y="5"/>
                    <a:pt x="113" y="5"/>
                  </a:cubicBezTo>
                  <a:cubicBezTo>
                    <a:pt x="115" y="5"/>
                    <a:pt x="117" y="6"/>
                    <a:pt x="119" y="6"/>
                  </a:cubicBezTo>
                  <a:cubicBezTo>
                    <a:pt x="119" y="27"/>
                    <a:pt x="119" y="27"/>
                    <a:pt x="119" y="27"/>
                  </a:cubicBezTo>
                  <a:cubicBezTo>
                    <a:pt x="119" y="36"/>
                    <a:pt x="125" y="41"/>
                    <a:pt x="135" y="41"/>
                  </a:cubicBezTo>
                  <a:cubicBezTo>
                    <a:pt x="148" y="41"/>
                    <a:pt x="153" y="34"/>
                    <a:pt x="153" y="25"/>
                  </a:cubicBezTo>
                  <a:cubicBezTo>
                    <a:pt x="153" y="6"/>
                    <a:pt x="153" y="6"/>
                    <a:pt x="153" y="6"/>
                  </a:cubicBezTo>
                  <a:cubicBezTo>
                    <a:pt x="155" y="6"/>
                    <a:pt x="157" y="5"/>
                    <a:pt x="158" y="5"/>
                  </a:cubicBezTo>
                  <a:moveTo>
                    <a:pt x="107" y="39"/>
                  </a:moveTo>
                  <a:cubicBezTo>
                    <a:pt x="107" y="32"/>
                    <a:pt x="107" y="32"/>
                    <a:pt x="107" y="32"/>
                  </a:cubicBezTo>
                  <a:cubicBezTo>
                    <a:pt x="104" y="34"/>
                    <a:pt x="101" y="35"/>
                    <a:pt x="97" y="35"/>
                  </a:cubicBezTo>
                  <a:cubicBezTo>
                    <a:pt x="88" y="35"/>
                    <a:pt x="84" y="30"/>
                    <a:pt x="84" y="21"/>
                  </a:cubicBezTo>
                  <a:cubicBezTo>
                    <a:pt x="84" y="13"/>
                    <a:pt x="88" y="6"/>
                    <a:pt x="96" y="6"/>
                  </a:cubicBezTo>
                  <a:cubicBezTo>
                    <a:pt x="98" y="6"/>
                    <a:pt x="99" y="7"/>
                    <a:pt x="101" y="7"/>
                  </a:cubicBezTo>
                  <a:cubicBezTo>
                    <a:pt x="101" y="9"/>
                    <a:pt x="102" y="11"/>
                    <a:pt x="102" y="13"/>
                  </a:cubicBezTo>
                  <a:cubicBezTo>
                    <a:pt x="107" y="13"/>
                    <a:pt x="107" y="13"/>
                    <a:pt x="107" y="13"/>
                  </a:cubicBezTo>
                  <a:cubicBezTo>
                    <a:pt x="107" y="2"/>
                    <a:pt x="107" y="2"/>
                    <a:pt x="107" y="2"/>
                  </a:cubicBezTo>
                  <a:cubicBezTo>
                    <a:pt x="104" y="1"/>
                    <a:pt x="100" y="0"/>
                    <a:pt x="97" y="0"/>
                  </a:cubicBezTo>
                  <a:cubicBezTo>
                    <a:pt x="83" y="0"/>
                    <a:pt x="76" y="10"/>
                    <a:pt x="76" y="21"/>
                  </a:cubicBezTo>
                  <a:cubicBezTo>
                    <a:pt x="76" y="33"/>
                    <a:pt x="83" y="41"/>
                    <a:pt x="96" y="41"/>
                  </a:cubicBezTo>
                  <a:cubicBezTo>
                    <a:pt x="100" y="41"/>
                    <a:pt x="104" y="40"/>
                    <a:pt x="107" y="39"/>
                  </a:cubicBezTo>
                  <a:moveTo>
                    <a:pt x="58" y="25"/>
                  </a:moveTo>
                  <a:cubicBezTo>
                    <a:pt x="45" y="25"/>
                    <a:pt x="45" y="25"/>
                    <a:pt x="45" y="25"/>
                  </a:cubicBezTo>
                  <a:cubicBezTo>
                    <a:pt x="49" y="13"/>
                    <a:pt x="49" y="13"/>
                    <a:pt x="49" y="13"/>
                  </a:cubicBezTo>
                  <a:cubicBezTo>
                    <a:pt x="50" y="11"/>
                    <a:pt x="51" y="9"/>
                    <a:pt x="51" y="7"/>
                  </a:cubicBezTo>
                  <a:cubicBezTo>
                    <a:pt x="52" y="7"/>
                    <a:pt x="52" y="7"/>
                    <a:pt x="52" y="7"/>
                  </a:cubicBezTo>
                  <a:cubicBezTo>
                    <a:pt x="52" y="9"/>
                    <a:pt x="53" y="11"/>
                    <a:pt x="54" y="13"/>
                  </a:cubicBezTo>
                  <a:lnTo>
                    <a:pt x="58" y="25"/>
                  </a:lnTo>
                  <a:close/>
                  <a:moveTo>
                    <a:pt x="74" y="40"/>
                  </a:moveTo>
                  <a:cubicBezTo>
                    <a:pt x="74" y="36"/>
                    <a:pt x="74" y="36"/>
                    <a:pt x="74" y="36"/>
                  </a:cubicBezTo>
                  <a:cubicBezTo>
                    <a:pt x="73" y="36"/>
                    <a:pt x="71" y="36"/>
                    <a:pt x="69" y="36"/>
                  </a:cubicBezTo>
                  <a:cubicBezTo>
                    <a:pt x="56" y="1"/>
                    <a:pt x="56" y="1"/>
                    <a:pt x="56" y="1"/>
                  </a:cubicBezTo>
                  <a:cubicBezTo>
                    <a:pt x="47" y="1"/>
                    <a:pt x="47" y="1"/>
                    <a:pt x="47" y="1"/>
                  </a:cubicBezTo>
                  <a:cubicBezTo>
                    <a:pt x="34" y="36"/>
                    <a:pt x="34" y="36"/>
                    <a:pt x="34" y="36"/>
                  </a:cubicBezTo>
                  <a:cubicBezTo>
                    <a:pt x="33" y="36"/>
                    <a:pt x="31" y="36"/>
                    <a:pt x="29" y="36"/>
                  </a:cubicBezTo>
                  <a:cubicBezTo>
                    <a:pt x="29" y="40"/>
                    <a:pt x="29" y="40"/>
                    <a:pt x="29" y="40"/>
                  </a:cubicBezTo>
                  <a:cubicBezTo>
                    <a:pt x="47" y="40"/>
                    <a:pt x="47" y="40"/>
                    <a:pt x="47" y="40"/>
                  </a:cubicBezTo>
                  <a:cubicBezTo>
                    <a:pt x="47" y="36"/>
                    <a:pt x="47" y="36"/>
                    <a:pt x="47" y="36"/>
                  </a:cubicBezTo>
                  <a:cubicBezTo>
                    <a:pt x="45" y="36"/>
                    <a:pt x="43" y="36"/>
                    <a:pt x="41" y="36"/>
                  </a:cubicBezTo>
                  <a:cubicBezTo>
                    <a:pt x="43" y="30"/>
                    <a:pt x="43" y="30"/>
                    <a:pt x="43" y="30"/>
                  </a:cubicBezTo>
                  <a:cubicBezTo>
                    <a:pt x="60" y="30"/>
                    <a:pt x="60" y="30"/>
                    <a:pt x="60" y="30"/>
                  </a:cubicBezTo>
                  <a:cubicBezTo>
                    <a:pt x="62" y="36"/>
                    <a:pt x="62" y="36"/>
                    <a:pt x="62" y="36"/>
                  </a:cubicBezTo>
                  <a:cubicBezTo>
                    <a:pt x="60" y="36"/>
                    <a:pt x="58" y="36"/>
                    <a:pt x="56" y="36"/>
                  </a:cubicBezTo>
                  <a:cubicBezTo>
                    <a:pt x="56" y="40"/>
                    <a:pt x="56" y="40"/>
                    <a:pt x="56" y="40"/>
                  </a:cubicBezTo>
                  <a:lnTo>
                    <a:pt x="74" y="40"/>
                  </a:lnTo>
                  <a:close/>
                  <a:moveTo>
                    <a:pt x="30" y="12"/>
                  </a:moveTo>
                  <a:cubicBezTo>
                    <a:pt x="30" y="1"/>
                    <a:pt x="30" y="1"/>
                    <a:pt x="30" y="1"/>
                  </a:cubicBezTo>
                  <a:cubicBezTo>
                    <a:pt x="0" y="1"/>
                    <a:pt x="0" y="1"/>
                    <a:pt x="0" y="1"/>
                  </a:cubicBezTo>
                  <a:cubicBezTo>
                    <a:pt x="0" y="5"/>
                    <a:pt x="0" y="5"/>
                    <a:pt x="0" y="5"/>
                  </a:cubicBezTo>
                  <a:cubicBezTo>
                    <a:pt x="2" y="5"/>
                    <a:pt x="4" y="6"/>
                    <a:pt x="7" y="6"/>
                  </a:cubicBezTo>
                  <a:cubicBezTo>
                    <a:pt x="7" y="35"/>
                    <a:pt x="7" y="35"/>
                    <a:pt x="7" y="35"/>
                  </a:cubicBezTo>
                  <a:cubicBezTo>
                    <a:pt x="4" y="36"/>
                    <a:pt x="2" y="36"/>
                    <a:pt x="0" y="36"/>
                  </a:cubicBezTo>
                  <a:cubicBezTo>
                    <a:pt x="0" y="40"/>
                    <a:pt x="0" y="40"/>
                    <a:pt x="0" y="40"/>
                  </a:cubicBezTo>
                  <a:cubicBezTo>
                    <a:pt x="20" y="40"/>
                    <a:pt x="20" y="40"/>
                    <a:pt x="20" y="40"/>
                  </a:cubicBezTo>
                  <a:cubicBezTo>
                    <a:pt x="20" y="36"/>
                    <a:pt x="20" y="36"/>
                    <a:pt x="20" y="36"/>
                  </a:cubicBezTo>
                  <a:cubicBezTo>
                    <a:pt x="18" y="36"/>
                    <a:pt x="16" y="36"/>
                    <a:pt x="13" y="35"/>
                  </a:cubicBezTo>
                  <a:cubicBezTo>
                    <a:pt x="13" y="23"/>
                    <a:pt x="13" y="23"/>
                    <a:pt x="13" y="23"/>
                  </a:cubicBezTo>
                  <a:cubicBezTo>
                    <a:pt x="21" y="23"/>
                    <a:pt x="21" y="23"/>
                    <a:pt x="21" y="23"/>
                  </a:cubicBezTo>
                  <a:cubicBezTo>
                    <a:pt x="21" y="24"/>
                    <a:pt x="21" y="26"/>
                    <a:pt x="22" y="27"/>
                  </a:cubicBezTo>
                  <a:cubicBezTo>
                    <a:pt x="26" y="27"/>
                    <a:pt x="26" y="27"/>
                    <a:pt x="26" y="27"/>
                  </a:cubicBezTo>
                  <a:cubicBezTo>
                    <a:pt x="26" y="14"/>
                    <a:pt x="26" y="14"/>
                    <a:pt x="26" y="14"/>
                  </a:cubicBezTo>
                  <a:cubicBezTo>
                    <a:pt x="22" y="14"/>
                    <a:pt x="22" y="14"/>
                    <a:pt x="22" y="14"/>
                  </a:cubicBezTo>
                  <a:cubicBezTo>
                    <a:pt x="21" y="15"/>
                    <a:pt x="21" y="17"/>
                    <a:pt x="21" y="18"/>
                  </a:cubicBezTo>
                  <a:cubicBezTo>
                    <a:pt x="13" y="18"/>
                    <a:pt x="13" y="18"/>
                    <a:pt x="13" y="18"/>
                  </a:cubicBezTo>
                  <a:cubicBezTo>
                    <a:pt x="13" y="6"/>
                    <a:pt x="13" y="6"/>
                    <a:pt x="13" y="6"/>
                  </a:cubicBezTo>
                  <a:cubicBezTo>
                    <a:pt x="24" y="6"/>
                    <a:pt x="24" y="6"/>
                    <a:pt x="24" y="6"/>
                  </a:cubicBezTo>
                  <a:cubicBezTo>
                    <a:pt x="24" y="7"/>
                    <a:pt x="24" y="10"/>
                    <a:pt x="25" y="12"/>
                  </a:cubicBezTo>
                  <a:lnTo>
                    <a:pt x="30"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79" name="Marcador de número de diapositiva 70">
            <a:extLst>
              <a:ext uri="{FF2B5EF4-FFF2-40B4-BE49-F238E27FC236}">
                <a16:creationId xmlns:a16="http://schemas.microsoft.com/office/drawing/2014/main" id="{64EACE25-1980-4704-A58D-E0A21D5FF546}"/>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bg1"/>
                </a:solidFill>
                <a:latin typeface="+mn-lt"/>
                <a:cs typeface="Segoe UI" panose="020B0502040204020203" pitchFamily="34" charset="0"/>
              </a:defRPr>
            </a:lvl1pPr>
          </a:lstStyle>
          <a:p>
            <a:fld id="{17D46556-FC13-40CA-B770-6C4B149AF5AA}" type="slidenum">
              <a:rPr lang="es-CL" smtClean="0"/>
              <a:pPr/>
              <a:t>‹Nº›</a:t>
            </a:fld>
            <a:endParaRPr lang="es-CL"/>
          </a:p>
        </p:txBody>
      </p:sp>
      <p:sp>
        <p:nvSpPr>
          <p:cNvPr id="75" name="Marcador de texto 4">
            <a:extLst>
              <a:ext uri="{FF2B5EF4-FFF2-40B4-BE49-F238E27FC236}">
                <a16:creationId xmlns:a16="http://schemas.microsoft.com/office/drawing/2014/main" id="{6D475752-527F-4496-84AD-E5EB6D3B9F88}"/>
              </a:ext>
            </a:extLst>
          </p:cNvPr>
          <p:cNvSpPr>
            <a:spLocks noGrp="1"/>
          </p:cNvSpPr>
          <p:nvPr>
            <p:ph type="body" sz="quarter" idx="12" hasCustomPrompt="1"/>
          </p:nvPr>
        </p:nvSpPr>
        <p:spPr>
          <a:xfrm>
            <a:off x="0" y="3209490"/>
            <a:ext cx="11938943" cy="417512"/>
          </a:xfrm>
          <a:prstGeom prst="rect">
            <a:avLst/>
          </a:prstGeom>
        </p:spPr>
        <p:txBody>
          <a:bodyPr anchor="ctr"/>
          <a:lstStyle>
            <a:lvl1pPr marL="0" indent="0" algn="ctr">
              <a:buNone/>
              <a:defRPr sz="3200" b="1">
                <a:solidFill>
                  <a:schemeClr val="bg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Texto en altas y bajas</a:t>
            </a:r>
            <a:endParaRPr lang="es-CL" dirty="0"/>
          </a:p>
        </p:txBody>
      </p:sp>
    </p:spTree>
    <p:extLst>
      <p:ext uri="{BB962C8B-B14F-4D97-AF65-F5344CB8AC3E}">
        <p14:creationId xmlns:p14="http://schemas.microsoft.com/office/powerpoint/2010/main" val="6036460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4201">
          <p15:clr>
            <a:srgbClr val="FBAE40"/>
          </p15:clr>
        </p15:guide>
        <p15:guide id="3" orient="horz" pos="96">
          <p15:clr>
            <a:srgbClr val="FBAE40"/>
          </p15:clr>
        </p15:guide>
        <p15:guide id="4" pos="3840">
          <p15:clr>
            <a:srgbClr val="FBAE40"/>
          </p15:clr>
        </p15:guide>
        <p15:guide id="5" pos="166">
          <p15:clr>
            <a:srgbClr val="FBAE40"/>
          </p15:clr>
        </p15:guide>
        <p15:guide id="6" pos="7469">
          <p15:clr>
            <a:srgbClr val="FBAE40"/>
          </p15:clr>
        </p15:guide>
        <p15:guide id="7" orient="horz" pos="43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_Imágen full y descripción">
    <p:spTree>
      <p:nvGrpSpPr>
        <p:cNvPr id="1" name=""/>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4A7C7672-94BA-4FA5-814B-6E725F379404}"/>
              </a:ext>
            </a:extLst>
          </p:cNvPr>
          <p:cNvSpPr>
            <a:spLocks noGrp="1"/>
          </p:cNvSpPr>
          <p:nvPr>
            <p:ph type="pic" sz="quarter" idx="10" hasCustomPrompt="1"/>
          </p:nvPr>
        </p:nvSpPr>
        <p:spPr>
          <a:xfrm>
            <a:off x="-8546" y="0"/>
            <a:ext cx="11947490" cy="6858000"/>
          </a:xfrm>
          <a:prstGeom prst="rect">
            <a:avLst/>
          </a:prstGeom>
          <a:solidFill>
            <a:schemeClr val="bg1">
              <a:lumMod val="85000"/>
            </a:schemeClr>
          </a:solidFill>
        </p:spPr>
        <p:txBody>
          <a:bodyPr tIns="1152000" anchor="t"/>
          <a:lstStyle>
            <a:lvl1pPr marL="0" indent="0" algn="ctr">
              <a:buNone/>
              <a:defRPr sz="2000">
                <a:solidFill>
                  <a:schemeClr val="tx2"/>
                </a:solidFill>
              </a:defRPr>
            </a:lvl1pPr>
          </a:lstStyle>
          <a:p>
            <a:r>
              <a:rPr lang="es-CL" dirty="0"/>
              <a:t>Espacio para imagen full </a:t>
            </a:r>
          </a:p>
        </p:txBody>
      </p:sp>
      <p:sp>
        <p:nvSpPr>
          <p:cNvPr id="6" name="Marcador de texto 4">
            <a:extLst>
              <a:ext uri="{FF2B5EF4-FFF2-40B4-BE49-F238E27FC236}">
                <a16:creationId xmlns:a16="http://schemas.microsoft.com/office/drawing/2014/main" id="{6D475752-527F-4496-84AD-E5EB6D3B9F88}"/>
              </a:ext>
            </a:extLst>
          </p:cNvPr>
          <p:cNvSpPr>
            <a:spLocks noGrp="1"/>
          </p:cNvSpPr>
          <p:nvPr>
            <p:ph type="body" sz="quarter" idx="12" hasCustomPrompt="1"/>
          </p:nvPr>
        </p:nvSpPr>
        <p:spPr>
          <a:xfrm>
            <a:off x="0" y="3220244"/>
            <a:ext cx="11938943" cy="417512"/>
          </a:xfrm>
          <a:prstGeom prst="rect">
            <a:avLst/>
          </a:prstGeom>
        </p:spPr>
        <p:txBody>
          <a:bodyPr anchor="ctr"/>
          <a:lstStyle>
            <a:lvl1pPr marL="0" indent="0" algn="ctr">
              <a:buNone/>
              <a:defRPr sz="3200" b="1">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Texto en altas y bajas</a:t>
            </a:r>
            <a:endParaRPr lang="es-CL" dirty="0"/>
          </a:p>
        </p:txBody>
      </p:sp>
      <p:grpSp>
        <p:nvGrpSpPr>
          <p:cNvPr id="71" name="Grupo 70">
            <a:extLst>
              <a:ext uri="{FF2B5EF4-FFF2-40B4-BE49-F238E27FC236}">
                <a16:creationId xmlns:a16="http://schemas.microsoft.com/office/drawing/2014/main" id="{18F58F91-0033-4B76-AC08-AE1F093D0D3B}"/>
              </a:ext>
            </a:extLst>
          </p:cNvPr>
          <p:cNvGrpSpPr/>
          <p:nvPr userDrawn="1"/>
        </p:nvGrpSpPr>
        <p:grpSpPr>
          <a:xfrm>
            <a:off x="260637" y="160236"/>
            <a:ext cx="1086071" cy="910924"/>
            <a:chOff x="137601" y="239283"/>
            <a:chExt cx="897579" cy="752830"/>
          </a:xfrm>
          <a:solidFill>
            <a:schemeClr val="bg2"/>
          </a:solidFill>
        </p:grpSpPr>
        <p:sp>
          <p:nvSpPr>
            <p:cNvPr id="72" name="Freeform 109">
              <a:extLst>
                <a:ext uri="{FF2B5EF4-FFF2-40B4-BE49-F238E27FC236}">
                  <a16:creationId xmlns:a16="http://schemas.microsoft.com/office/drawing/2014/main" id="{96AB14E3-8E5C-4922-B9DB-3413AF77EED3}"/>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73" name="Freeform 110">
              <a:extLst>
                <a:ext uri="{FF2B5EF4-FFF2-40B4-BE49-F238E27FC236}">
                  <a16:creationId xmlns:a16="http://schemas.microsoft.com/office/drawing/2014/main" id="{1A9D835A-82C2-43F5-B8EA-04DB94EED2C8}"/>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74" name="Grupo 73">
              <a:extLst>
                <a:ext uri="{FF2B5EF4-FFF2-40B4-BE49-F238E27FC236}">
                  <a16:creationId xmlns:a16="http://schemas.microsoft.com/office/drawing/2014/main" id="{2B3D4907-70C1-477D-93D5-207E4013928C}"/>
                </a:ext>
              </a:extLst>
            </p:cNvPr>
            <p:cNvGrpSpPr/>
            <p:nvPr userDrawn="1"/>
          </p:nvGrpSpPr>
          <p:grpSpPr>
            <a:xfrm>
              <a:off x="137601" y="474669"/>
              <a:ext cx="897579" cy="326700"/>
              <a:chOff x="137601" y="474669"/>
              <a:chExt cx="897579" cy="326700"/>
            </a:xfrm>
            <a:grpFill/>
          </p:grpSpPr>
          <p:sp>
            <p:nvSpPr>
              <p:cNvPr id="85" name="Freeform 111">
                <a:extLst>
                  <a:ext uri="{FF2B5EF4-FFF2-40B4-BE49-F238E27FC236}">
                    <a16:creationId xmlns:a16="http://schemas.microsoft.com/office/drawing/2014/main" id="{C5D69512-E583-4C2E-B631-E4361BAA35D5}"/>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6" name="Freeform 112">
                <a:extLst>
                  <a:ext uri="{FF2B5EF4-FFF2-40B4-BE49-F238E27FC236}">
                    <a16:creationId xmlns:a16="http://schemas.microsoft.com/office/drawing/2014/main" id="{2A7ACA2B-8D7E-418F-8E1E-CE20DA3CD024}"/>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7" name="Freeform 113">
                <a:extLst>
                  <a:ext uri="{FF2B5EF4-FFF2-40B4-BE49-F238E27FC236}">
                    <a16:creationId xmlns:a16="http://schemas.microsoft.com/office/drawing/2014/main" id="{925D44F3-7225-4EEB-BC13-7CD4F1FD8932}"/>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8" name="Freeform 114">
                <a:extLst>
                  <a:ext uri="{FF2B5EF4-FFF2-40B4-BE49-F238E27FC236}">
                    <a16:creationId xmlns:a16="http://schemas.microsoft.com/office/drawing/2014/main" id="{64C00162-7B11-4A2C-997B-7459AEDD61B7}"/>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9" name="Freeform 115">
                <a:extLst>
                  <a:ext uri="{FF2B5EF4-FFF2-40B4-BE49-F238E27FC236}">
                    <a16:creationId xmlns:a16="http://schemas.microsoft.com/office/drawing/2014/main" id="{A50C0306-E5CA-4BD5-9BFA-6ECCEEC3DD78}"/>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0" name="Freeform 116">
                <a:extLst>
                  <a:ext uri="{FF2B5EF4-FFF2-40B4-BE49-F238E27FC236}">
                    <a16:creationId xmlns:a16="http://schemas.microsoft.com/office/drawing/2014/main" id="{86B71BD0-8245-4F02-A518-B56C446BE545}"/>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1" name="Freeform 117">
                <a:extLst>
                  <a:ext uri="{FF2B5EF4-FFF2-40B4-BE49-F238E27FC236}">
                    <a16:creationId xmlns:a16="http://schemas.microsoft.com/office/drawing/2014/main" id="{7E6A241D-4E61-4FBA-B683-14AA16AE9852}"/>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2" name="Freeform 118">
                <a:extLst>
                  <a:ext uri="{FF2B5EF4-FFF2-40B4-BE49-F238E27FC236}">
                    <a16:creationId xmlns:a16="http://schemas.microsoft.com/office/drawing/2014/main" id="{914652C7-D488-4847-AE92-49F866185E51}"/>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3" name="Freeform 119">
                <a:extLst>
                  <a:ext uri="{FF2B5EF4-FFF2-40B4-BE49-F238E27FC236}">
                    <a16:creationId xmlns:a16="http://schemas.microsoft.com/office/drawing/2014/main" id="{C1437106-1E1F-4FD2-BD76-48C4F562D6A7}"/>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4" name="Freeform 120">
                <a:extLst>
                  <a:ext uri="{FF2B5EF4-FFF2-40B4-BE49-F238E27FC236}">
                    <a16:creationId xmlns:a16="http://schemas.microsoft.com/office/drawing/2014/main" id="{DC026305-F7D2-4A3C-A018-D1DA87A23BD1}"/>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5" name="Freeform 121">
                <a:extLst>
                  <a:ext uri="{FF2B5EF4-FFF2-40B4-BE49-F238E27FC236}">
                    <a16:creationId xmlns:a16="http://schemas.microsoft.com/office/drawing/2014/main" id="{5ACC416C-1B47-4244-BDBD-E93DD8E3AA55}"/>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6" name="Freeform 122">
                <a:extLst>
                  <a:ext uri="{FF2B5EF4-FFF2-40B4-BE49-F238E27FC236}">
                    <a16:creationId xmlns:a16="http://schemas.microsoft.com/office/drawing/2014/main" id="{3626AE19-E8FF-42DC-922E-FA743108A2C9}"/>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7" name="Freeform 123">
                <a:extLst>
                  <a:ext uri="{FF2B5EF4-FFF2-40B4-BE49-F238E27FC236}">
                    <a16:creationId xmlns:a16="http://schemas.microsoft.com/office/drawing/2014/main" id="{460BDDB1-5D20-4ED5-8DE6-26D279E89904}"/>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8" name="Freeform 124">
                <a:extLst>
                  <a:ext uri="{FF2B5EF4-FFF2-40B4-BE49-F238E27FC236}">
                    <a16:creationId xmlns:a16="http://schemas.microsoft.com/office/drawing/2014/main" id="{B44368DE-59B6-4674-BCD4-3B852D846996}"/>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9" name="Freeform 125">
                <a:extLst>
                  <a:ext uri="{FF2B5EF4-FFF2-40B4-BE49-F238E27FC236}">
                    <a16:creationId xmlns:a16="http://schemas.microsoft.com/office/drawing/2014/main" id="{322C328A-634A-4068-A476-671FBABDFB4E}"/>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00" name="Freeform 126">
                <a:extLst>
                  <a:ext uri="{FF2B5EF4-FFF2-40B4-BE49-F238E27FC236}">
                    <a16:creationId xmlns:a16="http://schemas.microsoft.com/office/drawing/2014/main" id="{A73B8BD2-A04C-4508-B0E1-CA3F283E61B9}"/>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01" name="Freeform 127">
                <a:extLst>
                  <a:ext uri="{FF2B5EF4-FFF2-40B4-BE49-F238E27FC236}">
                    <a16:creationId xmlns:a16="http://schemas.microsoft.com/office/drawing/2014/main" id="{4CECD2B1-20C0-46C1-A146-44114C4F621E}"/>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75" name="Freeform 128">
              <a:extLst>
                <a:ext uri="{FF2B5EF4-FFF2-40B4-BE49-F238E27FC236}">
                  <a16:creationId xmlns:a16="http://schemas.microsoft.com/office/drawing/2014/main" id="{C5152B54-691E-4141-BF10-58559062ABAB}"/>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76" name="Freeform 129">
              <a:extLst>
                <a:ext uri="{FF2B5EF4-FFF2-40B4-BE49-F238E27FC236}">
                  <a16:creationId xmlns:a16="http://schemas.microsoft.com/office/drawing/2014/main" id="{C6160175-9203-45D4-956A-EB90F82203EF}"/>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77" name="Freeform 130">
              <a:extLst>
                <a:ext uri="{FF2B5EF4-FFF2-40B4-BE49-F238E27FC236}">
                  <a16:creationId xmlns:a16="http://schemas.microsoft.com/office/drawing/2014/main" id="{FD9CA157-3E9D-4B8A-BD4A-8B19A8677BFF}"/>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78" name="Freeform 131">
              <a:extLst>
                <a:ext uri="{FF2B5EF4-FFF2-40B4-BE49-F238E27FC236}">
                  <a16:creationId xmlns:a16="http://schemas.microsoft.com/office/drawing/2014/main" id="{43C6FCFA-8F16-4F34-B4E9-A555655834F0}"/>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79" name="Freeform 132">
              <a:extLst>
                <a:ext uri="{FF2B5EF4-FFF2-40B4-BE49-F238E27FC236}">
                  <a16:creationId xmlns:a16="http://schemas.microsoft.com/office/drawing/2014/main" id="{FF5C128F-1BA4-4FED-BBE7-58901C1455B9}"/>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0" name="Freeform 133">
              <a:extLst>
                <a:ext uri="{FF2B5EF4-FFF2-40B4-BE49-F238E27FC236}">
                  <a16:creationId xmlns:a16="http://schemas.microsoft.com/office/drawing/2014/main" id="{49C3CD5B-1A01-4824-B112-002AA2809775}"/>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1" name="Freeform 134">
              <a:extLst>
                <a:ext uri="{FF2B5EF4-FFF2-40B4-BE49-F238E27FC236}">
                  <a16:creationId xmlns:a16="http://schemas.microsoft.com/office/drawing/2014/main" id="{1D5C616F-DE3F-4843-A5B5-ACB4D857B320}"/>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2" name="Freeform 135">
              <a:extLst>
                <a:ext uri="{FF2B5EF4-FFF2-40B4-BE49-F238E27FC236}">
                  <a16:creationId xmlns:a16="http://schemas.microsoft.com/office/drawing/2014/main" id="{FE4549F1-79B2-43C2-8182-AD44C1F6DC96}"/>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3" name="Freeform 136">
              <a:extLst>
                <a:ext uri="{FF2B5EF4-FFF2-40B4-BE49-F238E27FC236}">
                  <a16:creationId xmlns:a16="http://schemas.microsoft.com/office/drawing/2014/main" id="{317F4FD3-CFD9-4316-9945-4B3B052C5C7F}"/>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4" name="Freeform 137">
              <a:extLst>
                <a:ext uri="{FF2B5EF4-FFF2-40B4-BE49-F238E27FC236}">
                  <a16:creationId xmlns:a16="http://schemas.microsoft.com/office/drawing/2014/main" id="{EA383349-7481-4607-BD58-0E4D949869C3}"/>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grpSp>
        <p:nvGrpSpPr>
          <p:cNvPr id="102" name="Grupo 101">
            <a:extLst>
              <a:ext uri="{FF2B5EF4-FFF2-40B4-BE49-F238E27FC236}">
                <a16:creationId xmlns:a16="http://schemas.microsoft.com/office/drawing/2014/main" id="{AE056D84-173E-42AC-8684-562B27B9464B}"/>
              </a:ext>
            </a:extLst>
          </p:cNvPr>
          <p:cNvGrpSpPr/>
          <p:nvPr userDrawn="1"/>
        </p:nvGrpSpPr>
        <p:grpSpPr>
          <a:xfrm>
            <a:off x="10580559" y="518761"/>
            <a:ext cx="1147824" cy="235942"/>
            <a:chOff x="6094413" y="2516188"/>
            <a:chExt cx="2000250" cy="411162"/>
          </a:xfrm>
          <a:solidFill>
            <a:schemeClr val="bg2"/>
          </a:solidFill>
        </p:grpSpPr>
        <p:sp>
          <p:nvSpPr>
            <p:cNvPr id="103" name="Freeform 7">
              <a:extLst>
                <a:ext uri="{FF2B5EF4-FFF2-40B4-BE49-F238E27FC236}">
                  <a16:creationId xmlns:a16="http://schemas.microsoft.com/office/drawing/2014/main" id="{A9453ED4-4175-4F70-87FC-7DBB842EB915}"/>
                </a:ext>
              </a:extLst>
            </p:cNvPr>
            <p:cNvSpPr>
              <a:spLocks noEditPoints="1"/>
            </p:cNvSpPr>
            <p:nvPr/>
          </p:nvSpPr>
          <p:spPr bwMode="auto">
            <a:xfrm>
              <a:off x="6494463" y="2516188"/>
              <a:ext cx="1600200" cy="265113"/>
            </a:xfrm>
            <a:custGeom>
              <a:avLst/>
              <a:gdLst>
                <a:gd name="T0" fmla="*/ 644 w 1008"/>
                <a:gd name="T1" fmla="*/ 90 h 167"/>
                <a:gd name="T2" fmla="*/ 644 w 1008"/>
                <a:gd name="T3" fmla="*/ 39 h 167"/>
                <a:gd name="T4" fmla="*/ 363 w 1008"/>
                <a:gd name="T5" fmla="*/ 39 h 167"/>
                <a:gd name="T6" fmla="*/ 363 w 1008"/>
                <a:gd name="T7" fmla="*/ 90 h 167"/>
                <a:gd name="T8" fmla="*/ 644 w 1008"/>
                <a:gd name="T9" fmla="*/ 90 h 167"/>
                <a:gd name="T10" fmla="*/ 40 w 1008"/>
                <a:gd name="T11" fmla="*/ 0 h 167"/>
                <a:gd name="T12" fmla="*/ 40 w 1008"/>
                <a:gd name="T13" fmla="*/ 128 h 167"/>
                <a:gd name="T14" fmla="*/ 323 w 1008"/>
                <a:gd name="T15" fmla="*/ 128 h 167"/>
                <a:gd name="T16" fmla="*/ 323 w 1008"/>
                <a:gd name="T17" fmla="*/ 0 h 167"/>
                <a:gd name="T18" fmla="*/ 685 w 1008"/>
                <a:gd name="T19" fmla="*/ 0 h 167"/>
                <a:gd name="T20" fmla="*/ 685 w 1008"/>
                <a:gd name="T21" fmla="*/ 129 h 167"/>
                <a:gd name="T22" fmla="*/ 967 w 1008"/>
                <a:gd name="T23" fmla="*/ 129 h 167"/>
                <a:gd name="T24" fmla="*/ 967 w 1008"/>
                <a:gd name="T25" fmla="*/ 58 h 167"/>
                <a:gd name="T26" fmla="*/ 1008 w 1008"/>
                <a:gd name="T27" fmla="*/ 58 h 167"/>
                <a:gd name="T28" fmla="*/ 1008 w 1008"/>
                <a:gd name="T29" fmla="*/ 167 h 167"/>
                <a:gd name="T30" fmla="*/ 644 w 1008"/>
                <a:gd name="T31" fmla="*/ 167 h 167"/>
                <a:gd name="T32" fmla="*/ 644 w 1008"/>
                <a:gd name="T33" fmla="*/ 130 h 167"/>
                <a:gd name="T34" fmla="*/ 363 w 1008"/>
                <a:gd name="T35" fmla="*/ 130 h 167"/>
                <a:gd name="T36" fmla="*/ 363 w 1008"/>
                <a:gd name="T37" fmla="*/ 167 h 167"/>
                <a:gd name="T38" fmla="*/ 0 w 1008"/>
                <a:gd name="T39" fmla="*/ 167 h 167"/>
                <a:gd name="T40" fmla="*/ 0 w 1008"/>
                <a:gd name="T41" fmla="*/ 0 h 167"/>
                <a:gd name="T42" fmla="*/ 40 w 1008"/>
                <a:gd name="T43" fmla="*/ 0 h 167"/>
                <a:gd name="T44" fmla="*/ 967 w 1008"/>
                <a:gd name="T45" fmla="*/ 0 h 167"/>
                <a:gd name="T46" fmla="*/ 1007 w 1008"/>
                <a:gd name="T47" fmla="*/ 0 h 167"/>
                <a:gd name="T48" fmla="*/ 1007 w 1008"/>
                <a:gd name="T49" fmla="*/ 38 h 167"/>
                <a:gd name="T50" fmla="*/ 967 w 1008"/>
                <a:gd name="T51" fmla="*/ 38 h 167"/>
                <a:gd name="T52" fmla="*/ 967 w 1008"/>
                <a:gd name="T5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08" h="167">
                  <a:moveTo>
                    <a:pt x="644" y="90"/>
                  </a:moveTo>
                  <a:lnTo>
                    <a:pt x="644" y="39"/>
                  </a:lnTo>
                  <a:lnTo>
                    <a:pt x="363" y="39"/>
                  </a:lnTo>
                  <a:lnTo>
                    <a:pt x="363" y="90"/>
                  </a:lnTo>
                  <a:lnTo>
                    <a:pt x="644" y="90"/>
                  </a:lnTo>
                  <a:close/>
                  <a:moveTo>
                    <a:pt x="40" y="0"/>
                  </a:moveTo>
                  <a:lnTo>
                    <a:pt x="40" y="128"/>
                  </a:lnTo>
                  <a:lnTo>
                    <a:pt x="323" y="128"/>
                  </a:lnTo>
                  <a:lnTo>
                    <a:pt x="323" y="0"/>
                  </a:lnTo>
                  <a:lnTo>
                    <a:pt x="685" y="0"/>
                  </a:lnTo>
                  <a:lnTo>
                    <a:pt x="685" y="129"/>
                  </a:lnTo>
                  <a:lnTo>
                    <a:pt x="967" y="129"/>
                  </a:lnTo>
                  <a:lnTo>
                    <a:pt x="967" y="58"/>
                  </a:lnTo>
                  <a:lnTo>
                    <a:pt x="1008" y="58"/>
                  </a:lnTo>
                  <a:lnTo>
                    <a:pt x="1008" y="167"/>
                  </a:lnTo>
                  <a:lnTo>
                    <a:pt x="644" y="167"/>
                  </a:lnTo>
                  <a:lnTo>
                    <a:pt x="644" y="130"/>
                  </a:lnTo>
                  <a:lnTo>
                    <a:pt x="363" y="130"/>
                  </a:lnTo>
                  <a:lnTo>
                    <a:pt x="363" y="167"/>
                  </a:lnTo>
                  <a:lnTo>
                    <a:pt x="0" y="167"/>
                  </a:lnTo>
                  <a:lnTo>
                    <a:pt x="0" y="0"/>
                  </a:lnTo>
                  <a:lnTo>
                    <a:pt x="40" y="0"/>
                  </a:lnTo>
                  <a:close/>
                  <a:moveTo>
                    <a:pt x="967" y="0"/>
                  </a:moveTo>
                  <a:lnTo>
                    <a:pt x="1007" y="0"/>
                  </a:lnTo>
                  <a:lnTo>
                    <a:pt x="1007" y="38"/>
                  </a:lnTo>
                  <a:lnTo>
                    <a:pt x="967" y="38"/>
                  </a:lnTo>
                  <a:lnTo>
                    <a:pt x="96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4" name="Freeform 8">
              <a:extLst>
                <a:ext uri="{FF2B5EF4-FFF2-40B4-BE49-F238E27FC236}">
                  <a16:creationId xmlns:a16="http://schemas.microsoft.com/office/drawing/2014/main" id="{A8D7C765-FE9F-4703-B262-623073FEBCBE}"/>
                </a:ext>
              </a:extLst>
            </p:cNvPr>
            <p:cNvSpPr>
              <a:spLocks/>
            </p:cNvSpPr>
            <p:nvPr/>
          </p:nvSpPr>
          <p:spPr bwMode="auto">
            <a:xfrm>
              <a:off x="6494463" y="2840038"/>
              <a:ext cx="63500" cy="80963"/>
            </a:xfrm>
            <a:custGeom>
              <a:avLst/>
              <a:gdLst>
                <a:gd name="T0" fmla="*/ 29 w 29"/>
                <a:gd name="T1" fmla="*/ 0 h 37"/>
                <a:gd name="T2" fmla="*/ 22 w 29"/>
                <a:gd name="T3" fmla="*/ 0 h 37"/>
                <a:gd name="T4" fmla="*/ 22 w 29"/>
                <a:gd name="T5" fmla="*/ 23 h 37"/>
                <a:gd name="T6" fmla="*/ 21 w 29"/>
                <a:gd name="T7" fmla="*/ 28 h 37"/>
                <a:gd name="T8" fmla="*/ 16 w 29"/>
                <a:gd name="T9" fmla="*/ 30 h 37"/>
                <a:gd name="T10" fmla="*/ 10 w 29"/>
                <a:gd name="T11" fmla="*/ 28 h 37"/>
                <a:gd name="T12" fmla="*/ 9 w 29"/>
                <a:gd name="T13" fmla="*/ 23 h 37"/>
                <a:gd name="T14" fmla="*/ 9 w 29"/>
                <a:gd name="T15" fmla="*/ 0 h 37"/>
                <a:gd name="T16" fmla="*/ 0 w 29"/>
                <a:gd name="T17" fmla="*/ 0 h 37"/>
                <a:gd name="T18" fmla="*/ 0 w 29"/>
                <a:gd name="T19" fmla="*/ 23 h 37"/>
                <a:gd name="T20" fmla="*/ 3 w 29"/>
                <a:gd name="T21" fmla="*/ 33 h 37"/>
                <a:gd name="T22" fmla="*/ 15 w 29"/>
                <a:gd name="T23" fmla="*/ 37 h 37"/>
                <a:gd name="T24" fmla="*/ 26 w 29"/>
                <a:gd name="T25" fmla="*/ 34 h 37"/>
                <a:gd name="T26" fmla="*/ 29 w 29"/>
                <a:gd name="T27" fmla="*/ 23 h 37"/>
                <a:gd name="T28" fmla="*/ 29 w 29"/>
                <a:gd name="T2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37">
                  <a:moveTo>
                    <a:pt x="29" y="0"/>
                  </a:moveTo>
                  <a:cubicBezTo>
                    <a:pt x="22" y="0"/>
                    <a:pt x="22" y="0"/>
                    <a:pt x="22" y="0"/>
                  </a:cubicBezTo>
                  <a:cubicBezTo>
                    <a:pt x="22" y="23"/>
                    <a:pt x="22" y="23"/>
                    <a:pt x="22" y="23"/>
                  </a:cubicBezTo>
                  <a:cubicBezTo>
                    <a:pt x="22" y="26"/>
                    <a:pt x="22" y="27"/>
                    <a:pt x="21" y="28"/>
                  </a:cubicBezTo>
                  <a:cubicBezTo>
                    <a:pt x="20" y="29"/>
                    <a:pt x="18" y="30"/>
                    <a:pt x="16" y="30"/>
                  </a:cubicBezTo>
                  <a:cubicBezTo>
                    <a:pt x="13" y="30"/>
                    <a:pt x="11" y="29"/>
                    <a:pt x="10" y="28"/>
                  </a:cubicBezTo>
                  <a:cubicBezTo>
                    <a:pt x="10" y="27"/>
                    <a:pt x="9" y="26"/>
                    <a:pt x="9" y="23"/>
                  </a:cubicBezTo>
                  <a:cubicBezTo>
                    <a:pt x="9" y="0"/>
                    <a:pt x="9" y="0"/>
                    <a:pt x="9" y="0"/>
                  </a:cubicBezTo>
                  <a:cubicBezTo>
                    <a:pt x="0" y="0"/>
                    <a:pt x="0" y="0"/>
                    <a:pt x="0" y="0"/>
                  </a:cubicBezTo>
                  <a:cubicBezTo>
                    <a:pt x="0" y="23"/>
                    <a:pt x="0" y="23"/>
                    <a:pt x="0" y="23"/>
                  </a:cubicBezTo>
                  <a:cubicBezTo>
                    <a:pt x="0" y="28"/>
                    <a:pt x="1" y="31"/>
                    <a:pt x="3" y="33"/>
                  </a:cubicBezTo>
                  <a:cubicBezTo>
                    <a:pt x="6" y="36"/>
                    <a:pt x="10" y="37"/>
                    <a:pt x="15" y="37"/>
                  </a:cubicBezTo>
                  <a:cubicBezTo>
                    <a:pt x="20" y="37"/>
                    <a:pt x="23" y="36"/>
                    <a:pt x="26" y="34"/>
                  </a:cubicBezTo>
                  <a:cubicBezTo>
                    <a:pt x="28" y="31"/>
                    <a:pt x="29" y="29"/>
                    <a:pt x="29" y="23"/>
                  </a:cubicBezTo>
                  <a:lnTo>
                    <a:pt x="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5" name="Freeform 9">
              <a:extLst>
                <a:ext uri="{FF2B5EF4-FFF2-40B4-BE49-F238E27FC236}">
                  <a16:creationId xmlns:a16="http://schemas.microsoft.com/office/drawing/2014/main" id="{5F27F551-53DE-4CD4-A5FD-ECB69D9C71CE}"/>
                </a:ext>
              </a:extLst>
            </p:cNvPr>
            <p:cNvSpPr>
              <a:spLocks/>
            </p:cNvSpPr>
            <p:nvPr/>
          </p:nvSpPr>
          <p:spPr bwMode="auto">
            <a:xfrm>
              <a:off x="6572250" y="2840038"/>
              <a:ext cx="60325" cy="77788"/>
            </a:xfrm>
            <a:custGeom>
              <a:avLst/>
              <a:gdLst>
                <a:gd name="T0" fmla="*/ 28 w 28"/>
                <a:gd name="T1" fmla="*/ 0 h 36"/>
                <a:gd name="T2" fmla="*/ 22 w 28"/>
                <a:gd name="T3" fmla="*/ 0 h 36"/>
                <a:gd name="T4" fmla="*/ 22 w 28"/>
                <a:gd name="T5" fmla="*/ 19 h 36"/>
                <a:gd name="T6" fmla="*/ 22 w 28"/>
                <a:gd name="T7" fmla="*/ 21 h 36"/>
                <a:gd name="T8" fmla="*/ 9 w 28"/>
                <a:gd name="T9" fmla="*/ 0 h 36"/>
                <a:gd name="T10" fmla="*/ 0 w 28"/>
                <a:gd name="T11" fmla="*/ 0 h 36"/>
                <a:gd name="T12" fmla="*/ 0 w 28"/>
                <a:gd name="T13" fmla="*/ 36 h 36"/>
                <a:gd name="T14" fmla="*/ 7 w 28"/>
                <a:gd name="T15" fmla="*/ 36 h 36"/>
                <a:gd name="T16" fmla="*/ 7 w 28"/>
                <a:gd name="T17" fmla="*/ 15 h 36"/>
                <a:gd name="T18" fmla="*/ 7 w 28"/>
                <a:gd name="T19" fmla="*/ 13 h 36"/>
                <a:gd name="T20" fmla="*/ 6 w 28"/>
                <a:gd name="T21" fmla="*/ 12 h 36"/>
                <a:gd name="T22" fmla="*/ 21 w 28"/>
                <a:gd name="T23" fmla="*/ 36 h 36"/>
                <a:gd name="T24" fmla="*/ 28 w 28"/>
                <a:gd name="T25" fmla="*/ 36 h 36"/>
                <a:gd name="T26" fmla="*/ 28 w 28"/>
                <a:gd name="T2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6">
                  <a:moveTo>
                    <a:pt x="28" y="0"/>
                  </a:moveTo>
                  <a:cubicBezTo>
                    <a:pt x="22" y="0"/>
                    <a:pt x="22" y="0"/>
                    <a:pt x="22" y="0"/>
                  </a:cubicBezTo>
                  <a:cubicBezTo>
                    <a:pt x="22" y="19"/>
                    <a:pt x="22" y="19"/>
                    <a:pt x="22" y="19"/>
                  </a:cubicBezTo>
                  <a:cubicBezTo>
                    <a:pt x="22" y="20"/>
                    <a:pt x="22" y="20"/>
                    <a:pt x="22" y="21"/>
                  </a:cubicBezTo>
                  <a:cubicBezTo>
                    <a:pt x="9" y="0"/>
                    <a:pt x="9" y="0"/>
                    <a:pt x="9" y="0"/>
                  </a:cubicBezTo>
                  <a:cubicBezTo>
                    <a:pt x="0" y="0"/>
                    <a:pt x="0" y="0"/>
                    <a:pt x="0" y="0"/>
                  </a:cubicBezTo>
                  <a:cubicBezTo>
                    <a:pt x="0" y="36"/>
                    <a:pt x="0" y="36"/>
                    <a:pt x="0" y="36"/>
                  </a:cubicBezTo>
                  <a:cubicBezTo>
                    <a:pt x="7" y="36"/>
                    <a:pt x="7" y="36"/>
                    <a:pt x="7" y="36"/>
                  </a:cubicBezTo>
                  <a:cubicBezTo>
                    <a:pt x="7" y="15"/>
                    <a:pt x="7" y="15"/>
                    <a:pt x="7" y="15"/>
                  </a:cubicBezTo>
                  <a:cubicBezTo>
                    <a:pt x="7" y="13"/>
                    <a:pt x="7" y="13"/>
                    <a:pt x="7" y="13"/>
                  </a:cubicBezTo>
                  <a:cubicBezTo>
                    <a:pt x="6" y="12"/>
                    <a:pt x="6" y="12"/>
                    <a:pt x="6" y="12"/>
                  </a:cubicBezTo>
                  <a:cubicBezTo>
                    <a:pt x="21" y="36"/>
                    <a:pt x="21" y="36"/>
                    <a:pt x="21" y="36"/>
                  </a:cubicBezTo>
                  <a:cubicBezTo>
                    <a:pt x="28" y="36"/>
                    <a:pt x="28" y="36"/>
                    <a:pt x="28" y="36"/>
                  </a:cubicBezTo>
                  <a:lnTo>
                    <a:pt x="2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6" name="Rectangle 10">
              <a:extLst>
                <a:ext uri="{FF2B5EF4-FFF2-40B4-BE49-F238E27FC236}">
                  <a16:creationId xmlns:a16="http://schemas.microsoft.com/office/drawing/2014/main" id="{E91FF38F-1F24-4D27-BE64-A918B4018805}"/>
                </a:ext>
              </a:extLst>
            </p:cNvPr>
            <p:cNvSpPr>
              <a:spLocks noChangeArrowheads="1"/>
            </p:cNvSpPr>
            <p:nvPr/>
          </p:nvSpPr>
          <p:spPr bwMode="auto">
            <a:xfrm>
              <a:off x="6648450"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7" name="Freeform 11">
              <a:extLst>
                <a:ext uri="{FF2B5EF4-FFF2-40B4-BE49-F238E27FC236}">
                  <a16:creationId xmlns:a16="http://schemas.microsoft.com/office/drawing/2014/main" id="{86B53FFE-FC53-46A6-9D5D-45E1C15B79BD}"/>
                </a:ext>
              </a:extLst>
            </p:cNvPr>
            <p:cNvSpPr>
              <a:spLocks/>
            </p:cNvSpPr>
            <p:nvPr/>
          </p:nvSpPr>
          <p:spPr bwMode="auto">
            <a:xfrm>
              <a:off x="6673850" y="2840038"/>
              <a:ext cx="68263" cy="77788"/>
            </a:xfrm>
            <a:custGeom>
              <a:avLst/>
              <a:gdLst>
                <a:gd name="T0" fmla="*/ 43 w 43"/>
                <a:gd name="T1" fmla="*/ 0 h 49"/>
                <a:gd name="T2" fmla="*/ 33 w 43"/>
                <a:gd name="T3" fmla="*/ 0 h 49"/>
                <a:gd name="T4" fmla="*/ 24 w 43"/>
                <a:gd name="T5" fmla="*/ 36 h 49"/>
                <a:gd name="T6" fmla="*/ 13 w 43"/>
                <a:gd name="T7" fmla="*/ 0 h 49"/>
                <a:gd name="T8" fmla="*/ 0 w 43"/>
                <a:gd name="T9" fmla="*/ 0 h 49"/>
                <a:gd name="T10" fmla="*/ 15 w 43"/>
                <a:gd name="T11" fmla="*/ 49 h 49"/>
                <a:gd name="T12" fmla="*/ 28 w 43"/>
                <a:gd name="T13" fmla="*/ 49 h 49"/>
                <a:gd name="T14" fmla="*/ 43 w 43"/>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9">
                  <a:moveTo>
                    <a:pt x="43" y="0"/>
                  </a:moveTo>
                  <a:lnTo>
                    <a:pt x="33" y="0"/>
                  </a:lnTo>
                  <a:lnTo>
                    <a:pt x="24" y="36"/>
                  </a:lnTo>
                  <a:lnTo>
                    <a:pt x="13" y="0"/>
                  </a:lnTo>
                  <a:lnTo>
                    <a:pt x="0" y="0"/>
                  </a:lnTo>
                  <a:lnTo>
                    <a:pt x="15" y="49"/>
                  </a:lnTo>
                  <a:lnTo>
                    <a:pt x="28" y="49"/>
                  </a:lnTo>
                  <a:lnTo>
                    <a:pt x="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8" name="Freeform 12">
              <a:extLst>
                <a:ext uri="{FF2B5EF4-FFF2-40B4-BE49-F238E27FC236}">
                  <a16:creationId xmlns:a16="http://schemas.microsoft.com/office/drawing/2014/main" id="{E0607D55-64B5-43A4-B8F8-56EA1C682B73}"/>
                </a:ext>
              </a:extLst>
            </p:cNvPr>
            <p:cNvSpPr>
              <a:spLocks/>
            </p:cNvSpPr>
            <p:nvPr/>
          </p:nvSpPr>
          <p:spPr bwMode="auto">
            <a:xfrm>
              <a:off x="6750050" y="2840038"/>
              <a:ext cx="57150" cy="77788"/>
            </a:xfrm>
            <a:custGeom>
              <a:avLst/>
              <a:gdLst>
                <a:gd name="T0" fmla="*/ 36 w 36"/>
                <a:gd name="T1" fmla="*/ 10 h 49"/>
                <a:gd name="T2" fmla="*/ 36 w 36"/>
                <a:gd name="T3" fmla="*/ 0 h 49"/>
                <a:gd name="T4" fmla="*/ 0 w 36"/>
                <a:gd name="T5" fmla="*/ 0 h 49"/>
                <a:gd name="T6" fmla="*/ 0 w 36"/>
                <a:gd name="T7" fmla="*/ 49 h 49"/>
                <a:gd name="T8" fmla="*/ 36 w 36"/>
                <a:gd name="T9" fmla="*/ 49 h 49"/>
                <a:gd name="T10" fmla="*/ 36 w 36"/>
                <a:gd name="T11" fmla="*/ 40 h 49"/>
                <a:gd name="T12" fmla="*/ 11 w 36"/>
                <a:gd name="T13" fmla="*/ 40 h 49"/>
                <a:gd name="T14" fmla="*/ 11 w 36"/>
                <a:gd name="T15" fmla="*/ 29 h 49"/>
                <a:gd name="T16" fmla="*/ 30 w 36"/>
                <a:gd name="T17" fmla="*/ 29 h 49"/>
                <a:gd name="T18" fmla="*/ 30 w 36"/>
                <a:gd name="T19" fmla="*/ 19 h 49"/>
                <a:gd name="T20" fmla="*/ 11 w 36"/>
                <a:gd name="T21" fmla="*/ 19 h 49"/>
                <a:gd name="T22" fmla="*/ 11 w 36"/>
                <a:gd name="T23" fmla="*/ 10 h 49"/>
                <a:gd name="T24" fmla="*/ 36 w 36"/>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49">
                  <a:moveTo>
                    <a:pt x="36" y="10"/>
                  </a:moveTo>
                  <a:lnTo>
                    <a:pt x="36" y="0"/>
                  </a:lnTo>
                  <a:lnTo>
                    <a:pt x="0" y="0"/>
                  </a:lnTo>
                  <a:lnTo>
                    <a:pt x="0" y="49"/>
                  </a:lnTo>
                  <a:lnTo>
                    <a:pt x="36" y="49"/>
                  </a:lnTo>
                  <a:lnTo>
                    <a:pt x="36" y="40"/>
                  </a:lnTo>
                  <a:lnTo>
                    <a:pt x="11" y="40"/>
                  </a:lnTo>
                  <a:lnTo>
                    <a:pt x="11" y="29"/>
                  </a:lnTo>
                  <a:lnTo>
                    <a:pt x="30" y="29"/>
                  </a:lnTo>
                  <a:lnTo>
                    <a:pt x="30" y="19"/>
                  </a:lnTo>
                  <a:lnTo>
                    <a:pt x="11" y="19"/>
                  </a:lnTo>
                  <a:lnTo>
                    <a:pt x="11"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9" name="Freeform 13">
              <a:extLst>
                <a:ext uri="{FF2B5EF4-FFF2-40B4-BE49-F238E27FC236}">
                  <a16:creationId xmlns:a16="http://schemas.microsoft.com/office/drawing/2014/main" id="{38249EC7-6FC9-400E-A604-7F245EF829C4}"/>
                </a:ext>
              </a:extLst>
            </p:cNvPr>
            <p:cNvSpPr>
              <a:spLocks noEditPoints="1"/>
            </p:cNvSpPr>
            <p:nvPr/>
          </p:nvSpPr>
          <p:spPr bwMode="auto">
            <a:xfrm>
              <a:off x="6816725" y="2840038"/>
              <a:ext cx="65088" cy="77788"/>
            </a:xfrm>
            <a:custGeom>
              <a:avLst/>
              <a:gdLst>
                <a:gd name="T0" fmla="*/ 8 w 30"/>
                <a:gd name="T1" fmla="*/ 22 h 36"/>
                <a:gd name="T2" fmla="*/ 15 w 30"/>
                <a:gd name="T3" fmla="*/ 22 h 36"/>
                <a:gd name="T4" fmla="*/ 20 w 30"/>
                <a:gd name="T5" fmla="*/ 36 h 36"/>
                <a:gd name="T6" fmla="*/ 30 w 30"/>
                <a:gd name="T7" fmla="*/ 36 h 36"/>
                <a:gd name="T8" fmla="*/ 23 w 30"/>
                <a:gd name="T9" fmla="*/ 20 h 36"/>
                <a:gd name="T10" fmla="*/ 26 w 30"/>
                <a:gd name="T11" fmla="*/ 18 h 36"/>
                <a:gd name="T12" fmla="*/ 29 w 30"/>
                <a:gd name="T13" fmla="*/ 11 h 36"/>
                <a:gd name="T14" fmla="*/ 25 w 30"/>
                <a:gd name="T15" fmla="*/ 2 h 36"/>
                <a:gd name="T16" fmla="*/ 16 w 30"/>
                <a:gd name="T17" fmla="*/ 0 h 36"/>
                <a:gd name="T18" fmla="*/ 0 w 30"/>
                <a:gd name="T19" fmla="*/ 0 h 36"/>
                <a:gd name="T20" fmla="*/ 0 w 30"/>
                <a:gd name="T21" fmla="*/ 36 h 36"/>
                <a:gd name="T22" fmla="*/ 8 w 30"/>
                <a:gd name="T23" fmla="*/ 36 h 36"/>
                <a:gd name="T24" fmla="*/ 8 w 30"/>
                <a:gd name="T25" fmla="*/ 22 h 36"/>
                <a:gd name="T26" fmla="*/ 8 w 30"/>
                <a:gd name="T27" fmla="*/ 6 h 36"/>
                <a:gd name="T28" fmla="*/ 13 w 30"/>
                <a:gd name="T29" fmla="*/ 6 h 36"/>
                <a:gd name="T30" fmla="*/ 19 w 30"/>
                <a:gd name="T31" fmla="*/ 7 h 36"/>
                <a:gd name="T32" fmla="*/ 20 w 30"/>
                <a:gd name="T33" fmla="*/ 11 h 36"/>
                <a:gd name="T34" fmla="*/ 18 w 30"/>
                <a:gd name="T35" fmla="*/ 15 h 36"/>
                <a:gd name="T36" fmla="*/ 14 w 30"/>
                <a:gd name="T37" fmla="*/ 16 h 36"/>
                <a:gd name="T38" fmla="*/ 8 w 30"/>
                <a:gd name="T39" fmla="*/ 16 h 36"/>
                <a:gd name="T40" fmla="*/ 8 w 30"/>
                <a:gd name="T41"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6">
                  <a:moveTo>
                    <a:pt x="8" y="22"/>
                  </a:moveTo>
                  <a:cubicBezTo>
                    <a:pt x="15" y="22"/>
                    <a:pt x="15" y="22"/>
                    <a:pt x="15" y="22"/>
                  </a:cubicBezTo>
                  <a:cubicBezTo>
                    <a:pt x="20" y="36"/>
                    <a:pt x="20" y="36"/>
                    <a:pt x="20" y="36"/>
                  </a:cubicBezTo>
                  <a:cubicBezTo>
                    <a:pt x="30" y="36"/>
                    <a:pt x="30" y="36"/>
                    <a:pt x="30" y="36"/>
                  </a:cubicBezTo>
                  <a:cubicBezTo>
                    <a:pt x="23" y="20"/>
                    <a:pt x="23" y="20"/>
                    <a:pt x="23" y="20"/>
                  </a:cubicBezTo>
                  <a:cubicBezTo>
                    <a:pt x="25" y="19"/>
                    <a:pt x="25" y="19"/>
                    <a:pt x="26" y="18"/>
                  </a:cubicBezTo>
                  <a:cubicBezTo>
                    <a:pt x="28" y="16"/>
                    <a:pt x="29" y="14"/>
                    <a:pt x="29" y="11"/>
                  </a:cubicBezTo>
                  <a:cubicBezTo>
                    <a:pt x="29" y="8"/>
                    <a:pt x="28" y="4"/>
                    <a:pt x="25" y="2"/>
                  </a:cubicBezTo>
                  <a:cubicBezTo>
                    <a:pt x="23" y="1"/>
                    <a:pt x="21" y="0"/>
                    <a:pt x="16" y="0"/>
                  </a:cubicBezTo>
                  <a:cubicBezTo>
                    <a:pt x="0" y="0"/>
                    <a:pt x="0" y="0"/>
                    <a:pt x="0" y="0"/>
                  </a:cubicBezTo>
                  <a:cubicBezTo>
                    <a:pt x="0" y="36"/>
                    <a:pt x="0" y="36"/>
                    <a:pt x="0" y="36"/>
                  </a:cubicBezTo>
                  <a:cubicBezTo>
                    <a:pt x="8" y="36"/>
                    <a:pt x="8" y="36"/>
                    <a:pt x="8" y="36"/>
                  </a:cubicBezTo>
                  <a:lnTo>
                    <a:pt x="8" y="22"/>
                  </a:lnTo>
                  <a:close/>
                  <a:moveTo>
                    <a:pt x="8" y="6"/>
                  </a:moveTo>
                  <a:cubicBezTo>
                    <a:pt x="13" y="6"/>
                    <a:pt x="13" y="6"/>
                    <a:pt x="13" y="6"/>
                  </a:cubicBezTo>
                  <a:cubicBezTo>
                    <a:pt x="17" y="6"/>
                    <a:pt x="18" y="6"/>
                    <a:pt x="19" y="7"/>
                  </a:cubicBezTo>
                  <a:cubicBezTo>
                    <a:pt x="20" y="8"/>
                    <a:pt x="20" y="10"/>
                    <a:pt x="20" y="11"/>
                  </a:cubicBezTo>
                  <a:cubicBezTo>
                    <a:pt x="20" y="12"/>
                    <a:pt x="19" y="14"/>
                    <a:pt x="18" y="15"/>
                  </a:cubicBezTo>
                  <a:cubicBezTo>
                    <a:pt x="17" y="16"/>
                    <a:pt x="17" y="16"/>
                    <a:pt x="14" y="16"/>
                  </a:cubicBezTo>
                  <a:cubicBezTo>
                    <a:pt x="8" y="16"/>
                    <a:pt x="8" y="16"/>
                    <a:pt x="8" y="16"/>
                  </a:cubicBezTo>
                  <a:lnTo>
                    <a:pt x="8"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0" name="Freeform 14">
              <a:extLst>
                <a:ext uri="{FF2B5EF4-FFF2-40B4-BE49-F238E27FC236}">
                  <a16:creationId xmlns:a16="http://schemas.microsoft.com/office/drawing/2014/main" id="{14995597-DC8D-4C23-8776-089124F68BC8}"/>
                </a:ext>
              </a:extLst>
            </p:cNvPr>
            <p:cNvSpPr>
              <a:spLocks/>
            </p:cNvSpPr>
            <p:nvPr/>
          </p:nvSpPr>
          <p:spPr bwMode="auto">
            <a:xfrm>
              <a:off x="6886575" y="2838450"/>
              <a:ext cx="65088" cy="82550"/>
            </a:xfrm>
            <a:custGeom>
              <a:avLst/>
              <a:gdLst>
                <a:gd name="T0" fmla="*/ 29 w 30"/>
                <a:gd name="T1" fmla="*/ 9 h 38"/>
                <a:gd name="T2" fmla="*/ 25 w 30"/>
                <a:gd name="T3" fmla="*/ 3 h 38"/>
                <a:gd name="T4" fmla="*/ 15 w 30"/>
                <a:gd name="T5" fmla="*/ 0 h 38"/>
                <a:gd name="T6" fmla="*/ 6 w 30"/>
                <a:gd name="T7" fmla="*/ 3 h 38"/>
                <a:gd name="T8" fmla="*/ 2 w 30"/>
                <a:gd name="T9" fmla="*/ 12 h 38"/>
                <a:gd name="T10" fmla="*/ 6 w 30"/>
                <a:gd name="T11" fmla="*/ 20 h 38"/>
                <a:gd name="T12" fmla="*/ 15 w 30"/>
                <a:gd name="T13" fmla="*/ 23 h 38"/>
                <a:gd name="T14" fmla="*/ 21 w 30"/>
                <a:gd name="T15" fmla="*/ 27 h 38"/>
                <a:gd name="T16" fmla="*/ 15 w 30"/>
                <a:gd name="T17" fmla="*/ 31 h 38"/>
                <a:gd name="T18" fmla="*/ 8 w 30"/>
                <a:gd name="T19" fmla="*/ 26 h 38"/>
                <a:gd name="T20" fmla="*/ 0 w 30"/>
                <a:gd name="T21" fmla="*/ 28 h 38"/>
                <a:gd name="T22" fmla="*/ 4 w 30"/>
                <a:gd name="T23" fmla="*/ 35 h 38"/>
                <a:gd name="T24" fmla="*/ 15 w 30"/>
                <a:gd name="T25" fmla="*/ 38 h 38"/>
                <a:gd name="T26" fmla="*/ 25 w 30"/>
                <a:gd name="T27" fmla="*/ 36 h 38"/>
                <a:gd name="T28" fmla="*/ 30 w 30"/>
                <a:gd name="T29" fmla="*/ 26 h 38"/>
                <a:gd name="T30" fmla="*/ 25 w 30"/>
                <a:gd name="T31" fmla="*/ 17 h 38"/>
                <a:gd name="T32" fmla="*/ 16 w 30"/>
                <a:gd name="T33" fmla="*/ 14 h 38"/>
                <a:gd name="T34" fmla="*/ 10 w 30"/>
                <a:gd name="T35" fmla="*/ 10 h 38"/>
                <a:gd name="T36" fmla="*/ 15 w 30"/>
                <a:gd name="T37" fmla="*/ 7 h 38"/>
                <a:gd name="T38" fmla="*/ 22 w 30"/>
                <a:gd name="T39" fmla="*/ 11 h 38"/>
                <a:gd name="T40" fmla="*/ 29 w 30"/>
                <a:gd name="T41" fmla="*/ 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8">
                  <a:moveTo>
                    <a:pt x="29" y="9"/>
                  </a:moveTo>
                  <a:cubicBezTo>
                    <a:pt x="28" y="6"/>
                    <a:pt x="27" y="5"/>
                    <a:pt x="25" y="3"/>
                  </a:cubicBezTo>
                  <a:cubicBezTo>
                    <a:pt x="22" y="1"/>
                    <a:pt x="19" y="0"/>
                    <a:pt x="15" y="0"/>
                  </a:cubicBezTo>
                  <a:cubicBezTo>
                    <a:pt x="11" y="0"/>
                    <a:pt x="8" y="1"/>
                    <a:pt x="6" y="3"/>
                  </a:cubicBezTo>
                  <a:cubicBezTo>
                    <a:pt x="3" y="6"/>
                    <a:pt x="2" y="9"/>
                    <a:pt x="2" y="12"/>
                  </a:cubicBezTo>
                  <a:cubicBezTo>
                    <a:pt x="2" y="16"/>
                    <a:pt x="4" y="19"/>
                    <a:pt x="6" y="20"/>
                  </a:cubicBezTo>
                  <a:cubicBezTo>
                    <a:pt x="8" y="21"/>
                    <a:pt x="11" y="22"/>
                    <a:pt x="15" y="23"/>
                  </a:cubicBezTo>
                  <a:cubicBezTo>
                    <a:pt x="20" y="24"/>
                    <a:pt x="21" y="25"/>
                    <a:pt x="21" y="27"/>
                  </a:cubicBezTo>
                  <a:cubicBezTo>
                    <a:pt x="21" y="30"/>
                    <a:pt x="19" y="31"/>
                    <a:pt x="15" y="31"/>
                  </a:cubicBezTo>
                  <a:cubicBezTo>
                    <a:pt x="11" y="31"/>
                    <a:pt x="9" y="30"/>
                    <a:pt x="8" y="26"/>
                  </a:cubicBezTo>
                  <a:cubicBezTo>
                    <a:pt x="0" y="28"/>
                    <a:pt x="0" y="28"/>
                    <a:pt x="0" y="28"/>
                  </a:cubicBezTo>
                  <a:cubicBezTo>
                    <a:pt x="1" y="31"/>
                    <a:pt x="2" y="33"/>
                    <a:pt x="4" y="35"/>
                  </a:cubicBezTo>
                  <a:cubicBezTo>
                    <a:pt x="7" y="37"/>
                    <a:pt x="11" y="38"/>
                    <a:pt x="15" y="38"/>
                  </a:cubicBezTo>
                  <a:cubicBezTo>
                    <a:pt x="19" y="38"/>
                    <a:pt x="22" y="37"/>
                    <a:pt x="25" y="36"/>
                  </a:cubicBezTo>
                  <a:cubicBezTo>
                    <a:pt x="28" y="33"/>
                    <a:pt x="30" y="30"/>
                    <a:pt x="30" y="26"/>
                  </a:cubicBezTo>
                  <a:cubicBezTo>
                    <a:pt x="30" y="22"/>
                    <a:pt x="28" y="19"/>
                    <a:pt x="25" y="17"/>
                  </a:cubicBezTo>
                  <a:cubicBezTo>
                    <a:pt x="24" y="16"/>
                    <a:pt x="21" y="15"/>
                    <a:pt x="16" y="14"/>
                  </a:cubicBezTo>
                  <a:cubicBezTo>
                    <a:pt x="12" y="13"/>
                    <a:pt x="10" y="12"/>
                    <a:pt x="10" y="10"/>
                  </a:cubicBezTo>
                  <a:cubicBezTo>
                    <a:pt x="10" y="8"/>
                    <a:pt x="12" y="7"/>
                    <a:pt x="15" y="7"/>
                  </a:cubicBezTo>
                  <a:cubicBezTo>
                    <a:pt x="19" y="7"/>
                    <a:pt x="20" y="8"/>
                    <a:pt x="22" y="11"/>
                  </a:cubicBezTo>
                  <a:lnTo>
                    <a:pt x="29"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1" name="Rectangle 15">
              <a:extLst>
                <a:ext uri="{FF2B5EF4-FFF2-40B4-BE49-F238E27FC236}">
                  <a16:creationId xmlns:a16="http://schemas.microsoft.com/office/drawing/2014/main" id="{2F589983-1B17-4695-8803-B42923747A0E}"/>
                </a:ext>
              </a:extLst>
            </p:cNvPr>
            <p:cNvSpPr>
              <a:spLocks noChangeArrowheads="1"/>
            </p:cNvSpPr>
            <p:nvPr/>
          </p:nvSpPr>
          <p:spPr bwMode="auto">
            <a:xfrm>
              <a:off x="6964363" y="2840038"/>
              <a:ext cx="17463"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2" name="Freeform 16">
              <a:extLst>
                <a:ext uri="{FF2B5EF4-FFF2-40B4-BE49-F238E27FC236}">
                  <a16:creationId xmlns:a16="http://schemas.microsoft.com/office/drawing/2014/main" id="{6F4D6D0D-E191-4462-B566-567E53E8366F}"/>
                </a:ext>
              </a:extLst>
            </p:cNvPr>
            <p:cNvSpPr>
              <a:spLocks noEditPoints="1"/>
            </p:cNvSpPr>
            <p:nvPr/>
          </p:nvSpPr>
          <p:spPr bwMode="auto">
            <a:xfrm>
              <a:off x="6997700"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1 w 30"/>
                <a:gd name="T13" fmla="*/ 0 h 36"/>
                <a:gd name="T14" fmla="*/ 0 w 30"/>
                <a:gd name="T15" fmla="*/ 0 h 36"/>
                <a:gd name="T16" fmla="*/ 9 w 30"/>
                <a:gd name="T17" fmla="*/ 7 h 36"/>
                <a:gd name="T18" fmla="*/ 12 w 30"/>
                <a:gd name="T19" fmla="*/ 7 h 36"/>
                <a:gd name="T20" fmla="*/ 19 w 30"/>
                <a:gd name="T21" fmla="*/ 10 h 36"/>
                <a:gd name="T22" fmla="*/ 21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8" y="0"/>
                    <a:pt x="11" y="0"/>
                  </a:cubicBezTo>
                  <a:lnTo>
                    <a:pt x="0" y="0"/>
                  </a:lnTo>
                  <a:close/>
                  <a:moveTo>
                    <a:pt x="9" y="7"/>
                  </a:moveTo>
                  <a:cubicBezTo>
                    <a:pt x="12" y="7"/>
                    <a:pt x="12" y="7"/>
                    <a:pt x="12" y="7"/>
                  </a:cubicBezTo>
                  <a:cubicBezTo>
                    <a:pt x="15" y="7"/>
                    <a:pt x="17" y="7"/>
                    <a:pt x="19" y="10"/>
                  </a:cubicBezTo>
                  <a:cubicBezTo>
                    <a:pt x="20" y="12"/>
                    <a:pt x="21" y="15"/>
                    <a:pt x="21" y="18"/>
                  </a:cubicBezTo>
                  <a:cubicBezTo>
                    <a:pt x="21" y="21"/>
                    <a:pt x="20"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3" name="Freeform 17">
              <a:extLst>
                <a:ext uri="{FF2B5EF4-FFF2-40B4-BE49-F238E27FC236}">
                  <a16:creationId xmlns:a16="http://schemas.microsoft.com/office/drawing/2014/main" id="{C5292092-1D92-4005-ACFD-2EC41A56A12C}"/>
                </a:ext>
              </a:extLst>
            </p:cNvPr>
            <p:cNvSpPr>
              <a:spLocks noEditPoints="1"/>
            </p:cNvSpPr>
            <p:nvPr/>
          </p:nvSpPr>
          <p:spPr bwMode="auto">
            <a:xfrm>
              <a:off x="7065963" y="2840038"/>
              <a:ext cx="71438" cy="77788"/>
            </a:xfrm>
            <a:custGeom>
              <a:avLst/>
              <a:gdLst>
                <a:gd name="T0" fmla="*/ 30 w 45"/>
                <a:gd name="T1" fmla="*/ 0 h 49"/>
                <a:gd name="T2" fmla="*/ 17 w 45"/>
                <a:gd name="T3" fmla="*/ 0 h 49"/>
                <a:gd name="T4" fmla="*/ 0 w 45"/>
                <a:gd name="T5" fmla="*/ 49 h 49"/>
                <a:gd name="T6" fmla="*/ 11 w 45"/>
                <a:gd name="T7" fmla="*/ 49 h 49"/>
                <a:gd name="T8" fmla="*/ 14 w 45"/>
                <a:gd name="T9" fmla="*/ 40 h 49"/>
                <a:gd name="T10" fmla="*/ 30 w 45"/>
                <a:gd name="T11" fmla="*/ 40 h 49"/>
                <a:gd name="T12" fmla="*/ 33 w 45"/>
                <a:gd name="T13" fmla="*/ 49 h 49"/>
                <a:gd name="T14" fmla="*/ 45 w 45"/>
                <a:gd name="T15" fmla="*/ 49 h 49"/>
                <a:gd name="T16" fmla="*/ 30 w 45"/>
                <a:gd name="T17" fmla="*/ 0 h 49"/>
                <a:gd name="T18" fmla="*/ 17 w 45"/>
                <a:gd name="T19" fmla="*/ 30 h 49"/>
                <a:gd name="T20" fmla="*/ 22 w 45"/>
                <a:gd name="T21" fmla="*/ 12 h 49"/>
                <a:gd name="T22" fmla="*/ 28 w 45"/>
                <a:gd name="T23" fmla="*/ 30 h 49"/>
                <a:gd name="T24" fmla="*/ 17 w 45"/>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9">
                  <a:moveTo>
                    <a:pt x="30" y="0"/>
                  </a:moveTo>
                  <a:lnTo>
                    <a:pt x="17" y="0"/>
                  </a:lnTo>
                  <a:lnTo>
                    <a:pt x="0" y="49"/>
                  </a:lnTo>
                  <a:lnTo>
                    <a:pt x="11" y="49"/>
                  </a:lnTo>
                  <a:lnTo>
                    <a:pt x="14" y="40"/>
                  </a:lnTo>
                  <a:lnTo>
                    <a:pt x="30" y="40"/>
                  </a:lnTo>
                  <a:lnTo>
                    <a:pt x="33" y="49"/>
                  </a:lnTo>
                  <a:lnTo>
                    <a:pt x="45" y="49"/>
                  </a:lnTo>
                  <a:lnTo>
                    <a:pt x="30" y="0"/>
                  </a:lnTo>
                  <a:close/>
                  <a:moveTo>
                    <a:pt x="17" y="30"/>
                  </a:moveTo>
                  <a:lnTo>
                    <a:pt x="22" y="12"/>
                  </a:lnTo>
                  <a:lnTo>
                    <a:pt x="28" y="30"/>
                  </a:lnTo>
                  <a:lnTo>
                    <a:pt x="17"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4" name="Freeform 18">
              <a:extLst>
                <a:ext uri="{FF2B5EF4-FFF2-40B4-BE49-F238E27FC236}">
                  <a16:creationId xmlns:a16="http://schemas.microsoft.com/office/drawing/2014/main" id="{063A0FE6-A7A4-43DC-8F4D-621F8686289E}"/>
                </a:ext>
              </a:extLst>
            </p:cNvPr>
            <p:cNvSpPr>
              <a:spLocks noEditPoints="1"/>
            </p:cNvSpPr>
            <p:nvPr/>
          </p:nvSpPr>
          <p:spPr bwMode="auto">
            <a:xfrm>
              <a:off x="7146925" y="2840038"/>
              <a:ext cx="65088" cy="77788"/>
            </a:xfrm>
            <a:custGeom>
              <a:avLst/>
              <a:gdLst>
                <a:gd name="T0" fmla="*/ 0 w 30"/>
                <a:gd name="T1" fmla="*/ 0 h 36"/>
                <a:gd name="T2" fmla="*/ 0 w 30"/>
                <a:gd name="T3" fmla="*/ 36 h 36"/>
                <a:gd name="T4" fmla="*/ 13 w 30"/>
                <a:gd name="T5" fmla="*/ 36 h 36"/>
                <a:gd name="T6" fmla="*/ 25 w 30"/>
                <a:gd name="T7" fmla="*/ 31 h 36"/>
                <a:gd name="T8" fmla="*/ 30 w 30"/>
                <a:gd name="T9" fmla="*/ 18 h 36"/>
                <a:gd name="T10" fmla="*/ 25 w 30"/>
                <a:gd name="T11" fmla="*/ 5 h 36"/>
                <a:gd name="T12" fmla="*/ 11 w 30"/>
                <a:gd name="T13" fmla="*/ 0 h 36"/>
                <a:gd name="T14" fmla="*/ 0 w 30"/>
                <a:gd name="T15" fmla="*/ 0 h 36"/>
                <a:gd name="T16" fmla="*/ 8 w 30"/>
                <a:gd name="T17" fmla="*/ 7 h 36"/>
                <a:gd name="T18" fmla="*/ 12 w 30"/>
                <a:gd name="T19" fmla="*/ 7 h 36"/>
                <a:gd name="T20" fmla="*/ 19 w 30"/>
                <a:gd name="T21" fmla="*/ 10 h 36"/>
                <a:gd name="T22" fmla="*/ 21 w 30"/>
                <a:gd name="T23" fmla="*/ 18 h 36"/>
                <a:gd name="T24" fmla="*/ 18 w 30"/>
                <a:gd name="T25" fmla="*/ 27 h 36"/>
                <a:gd name="T26" fmla="*/ 12 w 30"/>
                <a:gd name="T27" fmla="*/ 30 h 36"/>
                <a:gd name="T28" fmla="*/ 8 w 30"/>
                <a:gd name="T29" fmla="*/ 30 h 36"/>
                <a:gd name="T30" fmla="*/ 8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2" y="35"/>
                    <a:pt x="25" y="31"/>
                  </a:cubicBezTo>
                  <a:cubicBezTo>
                    <a:pt x="28" y="28"/>
                    <a:pt x="30" y="23"/>
                    <a:pt x="30" y="18"/>
                  </a:cubicBezTo>
                  <a:cubicBezTo>
                    <a:pt x="30" y="13"/>
                    <a:pt x="28" y="8"/>
                    <a:pt x="25" y="5"/>
                  </a:cubicBezTo>
                  <a:cubicBezTo>
                    <a:pt x="22" y="1"/>
                    <a:pt x="18" y="0"/>
                    <a:pt x="11" y="0"/>
                  </a:cubicBezTo>
                  <a:lnTo>
                    <a:pt x="0" y="0"/>
                  </a:lnTo>
                  <a:close/>
                  <a:moveTo>
                    <a:pt x="8" y="7"/>
                  </a:moveTo>
                  <a:cubicBezTo>
                    <a:pt x="12" y="7"/>
                    <a:pt x="12" y="7"/>
                    <a:pt x="12" y="7"/>
                  </a:cubicBezTo>
                  <a:cubicBezTo>
                    <a:pt x="15" y="7"/>
                    <a:pt x="17" y="7"/>
                    <a:pt x="19" y="10"/>
                  </a:cubicBezTo>
                  <a:cubicBezTo>
                    <a:pt x="20" y="12"/>
                    <a:pt x="21" y="15"/>
                    <a:pt x="21" y="18"/>
                  </a:cubicBezTo>
                  <a:cubicBezTo>
                    <a:pt x="21" y="21"/>
                    <a:pt x="20" y="24"/>
                    <a:pt x="18" y="27"/>
                  </a:cubicBezTo>
                  <a:cubicBezTo>
                    <a:pt x="17" y="29"/>
                    <a:pt x="15" y="30"/>
                    <a:pt x="12" y="30"/>
                  </a:cubicBezTo>
                  <a:cubicBezTo>
                    <a:pt x="8" y="30"/>
                    <a:pt x="8" y="30"/>
                    <a:pt x="8" y="30"/>
                  </a:cubicBezTo>
                  <a:lnTo>
                    <a:pt x="8"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5" name="Freeform 19">
              <a:extLst>
                <a:ext uri="{FF2B5EF4-FFF2-40B4-BE49-F238E27FC236}">
                  <a16:creationId xmlns:a16="http://schemas.microsoft.com/office/drawing/2014/main" id="{DC30F834-B208-4742-8EFB-50F5DE8F4C39}"/>
                </a:ext>
              </a:extLst>
            </p:cNvPr>
            <p:cNvSpPr>
              <a:spLocks noEditPoints="1"/>
            </p:cNvSpPr>
            <p:nvPr/>
          </p:nvSpPr>
          <p:spPr bwMode="auto">
            <a:xfrm>
              <a:off x="7246938" y="2840038"/>
              <a:ext cx="68263" cy="77788"/>
            </a:xfrm>
            <a:custGeom>
              <a:avLst/>
              <a:gdLst>
                <a:gd name="T0" fmla="*/ 28 w 43"/>
                <a:gd name="T1" fmla="*/ 0 h 49"/>
                <a:gd name="T2" fmla="*/ 15 w 43"/>
                <a:gd name="T3" fmla="*/ 0 h 49"/>
                <a:gd name="T4" fmla="*/ 0 w 43"/>
                <a:gd name="T5" fmla="*/ 49 h 49"/>
                <a:gd name="T6" fmla="*/ 9 w 43"/>
                <a:gd name="T7" fmla="*/ 49 h 49"/>
                <a:gd name="T8" fmla="*/ 12 w 43"/>
                <a:gd name="T9" fmla="*/ 40 h 49"/>
                <a:gd name="T10" fmla="*/ 28 w 43"/>
                <a:gd name="T11" fmla="*/ 40 h 49"/>
                <a:gd name="T12" fmla="*/ 31 w 43"/>
                <a:gd name="T13" fmla="*/ 49 h 49"/>
                <a:gd name="T14" fmla="*/ 43 w 43"/>
                <a:gd name="T15" fmla="*/ 49 h 49"/>
                <a:gd name="T16" fmla="*/ 28 w 43"/>
                <a:gd name="T17" fmla="*/ 0 h 49"/>
                <a:gd name="T18" fmla="*/ 15 w 43"/>
                <a:gd name="T19" fmla="*/ 30 h 49"/>
                <a:gd name="T20" fmla="*/ 20 w 43"/>
                <a:gd name="T21" fmla="*/ 12 h 49"/>
                <a:gd name="T22" fmla="*/ 25 w 43"/>
                <a:gd name="T23" fmla="*/ 30 h 49"/>
                <a:gd name="T24" fmla="*/ 15 w 43"/>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9">
                  <a:moveTo>
                    <a:pt x="28" y="0"/>
                  </a:moveTo>
                  <a:lnTo>
                    <a:pt x="15" y="0"/>
                  </a:lnTo>
                  <a:lnTo>
                    <a:pt x="0" y="49"/>
                  </a:lnTo>
                  <a:lnTo>
                    <a:pt x="9" y="49"/>
                  </a:lnTo>
                  <a:lnTo>
                    <a:pt x="12" y="40"/>
                  </a:lnTo>
                  <a:lnTo>
                    <a:pt x="28" y="40"/>
                  </a:lnTo>
                  <a:lnTo>
                    <a:pt x="31" y="49"/>
                  </a:lnTo>
                  <a:lnTo>
                    <a:pt x="43" y="49"/>
                  </a:lnTo>
                  <a:lnTo>
                    <a:pt x="28" y="0"/>
                  </a:lnTo>
                  <a:close/>
                  <a:moveTo>
                    <a:pt x="15" y="30"/>
                  </a:moveTo>
                  <a:lnTo>
                    <a:pt x="20" y="12"/>
                  </a:lnTo>
                  <a:lnTo>
                    <a:pt x="25" y="30"/>
                  </a:lnTo>
                  <a:lnTo>
                    <a:pt x="15"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6" name="Freeform 20">
              <a:extLst>
                <a:ext uri="{FF2B5EF4-FFF2-40B4-BE49-F238E27FC236}">
                  <a16:creationId xmlns:a16="http://schemas.microsoft.com/office/drawing/2014/main" id="{4D1C60A7-0F4B-443A-B07C-65EB3F7FC387}"/>
                </a:ext>
              </a:extLst>
            </p:cNvPr>
            <p:cNvSpPr>
              <a:spLocks noEditPoints="1"/>
            </p:cNvSpPr>
            <p:nvPr/>
          </p:nvSpPr>
          <p:spPr bwMode="auto">
            <a:xfrm>
              <a:off x="7324725"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2 w 30"/>
                <a:gd name="T13" fmla="*/ 0 h 36"/>
                <a:gd name="T14" fmla="*/ 0 w 30"/>
                <a:gd name="T15" fmla="*/ 0 h 36"/>
                <a:gd name="T16" fmla="*/ 9 w 30"/>
                <a:gd name="T17" fmla="*/ 7 h 36"/>
                <a:gd name="T18" fmla="*/ 12 w 30"/>
                <a:gd name="T19" fmla="*/ 7 h 36"/>
                <a:gd name="T20" fmla="*/ 19 w 30"/>
                <a:gd name="T21" fmla="*/ 10 h 36"/>
                <a:gd name="T22" fmla="*/ 22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9" y="0"/>
                    <a:pt x="12" y="0"/>
                  </a:cubicBezTo>
                  <a:lnTo>
                    <a:pt x="0" y="0"/>
                  </a:lnTo>
                  <a:close/>
                  <a:moveTo>
                    <a:pt x="9" y="7"/>
                  </a:moveTo>
                  <a:cubicBezTo>
                    <a:pt x="12" y="7"/>
                    <a:pt x="12" y="7"/>
                    <a:pt x="12" y="7"/>
                  </a:cubicBezTo>
                  <a:cubicBezTo>
                    <a:pt x="15" y="7"/>
                    <a:pt x="17" y="7"/>
                    <a:pt x="19" y="10"/>
                  </a:cubicBezTo>
                  <a:cubicBezTo>
                    <a:pt x="21" y="12"/>
                    <a:pt x="22" y="15"/>
                    <a:pt x="22" y="18"/>
                  </a:cubicBezTo>
                  <a:cubicBezTo>
                    <a:pt x="22" y="21"/>
                    <a:pt x="21"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7" name="Freeform 21">
              <a:extLst>
                <a:ext uri="{FF2B5EF4-FFF2-40B4-BE49-F238E27FC236}">
                  <a16:creationId xmlns:a16="http://schemas.microsoft.com/office/drawing/2014/main" id="{E73CFA1F-E771-441B-BBCA-C164C1D78D9A}"/>
                </a:ext>
              </a:extLst>
            </p:cNvPr>
            <p:cNvSpPr>
              <a:spLocks noEditPoints="1"/>
            </p:cNvSpPr>
            <p:nvPr/>
          </p:nvSpPr>
          <p:spPr bwMode="auto">
            <a:xfrm>
              <a:off x="7397750"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6 w 31"/>
                <a:gd name="T19" fmla="*/ 7 h 38"/>
                <a:gd name="T20" fmla="*/ 21 w 31"/>
                <a:gd name="T21" fmla="*/ 10 h 38"/>
                <a:gd name="T22" fmla="*/ 22 w 31"/>
                <a:gd name="T23" fmla="*/ 19 h 38"/>
                <a:gd name="T24" fmla="*/ 16 w 31"/>
                <a:gd name="T25" fmla="*/ 31 h 38"/>
                <a:gd name="T26" fmla="*/ 9 w 31"/>
                <a:gd name="T27" fmla="*/ 19 h 38"/>
                <a:gd name="T28" fmla="*/ 16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2" y="9"/>
                    <a:pt x="0" y="14"/>
                    <a:pt x="0" y="19"/>
                  </a:cubicBezTo>
                  <a:cubicBezTo>
                    <a:pt x="0" y="24"/>
                    <a:pt x="2" y="29"/>
                    <a:pt x="4" y="33"/>
                  </a:cubicBezTo>
                  <a:cubicBezTo>
                    <a:pt x="7" y="36"/>
                    <a:pt x="11" y="38"/>
                    <a:pt x="15" y="38"/>
                  </a:cubicBezTo>
                  <a:cubicBezTo>
                    <a:pt x="20" y="38"/>
                    <a:pt x="25" y="36"/>
                    <a:pt x="27" y="33"/>
                  </a:cubicBezTo>
                  <a:cubicBezTo>
                    <a:pt x="30" y="29"/>
                    <a:pt x="31" y="24"/>
                    <a:pt x="31" y="19"/>
                  </a:cubicBezTo>
                  <a:cubicBezTo>
                    <a:pt x="31" y="14"/>
                    <a:pt x="30" y="9"/>
                    <a:pt x="27" y="6"/>
                  </a:cubicBezTo>
                  <a:cubicBezTo>
                    <a:pt x="25" y="2"/>
                    <a:pt x="21" y="0"/>
                    <a:pt x="16" y="0"/>
                  </a:cubicBezTo>
                  <a:moveTo>
                    <a:pt x="16" y="7"/>
                  </a:moveTo>
                  <a:cubicBezTo>
                    <a:pt x="18" y="7"/>
                    <a:pt x="20" y="8"/>
                    <a:pt x="21" y="10"/>
                  </a:cubicBezTo>
                  <a:cubicBezTo>
                    <a:pt x="22" y="12"/>
                    <a:pt x="22" y="15"/>
                    <a:pt x="22" y="19"/>
                  </a:cubicBezTo>
                  <a:cubicBezTo>
                    <a:pt x="22" y="27"/>
                    <a:pt x="20" y="31"/>
                    <a:pt x="16" y="31"/>
                  </a:cubicBezTo>
                  <a:cubicBezTo>
                    <a:pt x="11" y="31"/>
                    <a:pt x="9" y="27"/>
                    <a:pt x="9" y="19"/>
                  </a:cubicBezTo>
                  <a:cubicBezTo>
                    <a:pt x="9" y="11"/>
                    <a:pt x="11" y="7"/>
                    <a:pt x="16"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8" name="Freeform 22">
              <a:extLst>
                <a:ext uri="{FF2B5EF4-FFF2-40B4-BE49-F238E27FC236}">
                  <a16:creationId xmlns:a16="http://schemas.microsoft.com/office/drawing/2014/main" id="{2796F9B6-31EC-4FF4-AA59-22AE57C5E763}"/>
                </a:ext>
              </a:extLst>
            </p:cNvPr>
            <p:cNvSpPr>
              <a:spLocks/>
            </p:cNvSpPr>
            <p:nvPr/>
          </p:nvSpPr>
          <p:spPr bwMode="auto">
            <a:xfrm>
              <a:off x="7478713" y="2840038"/>
              <a:ext cx="49213" cy="77788"/>
            </a:xfrm>
            <a:custGeom>
              <a:avLst/>
              <a:gdLst>
                <a:gd name="T0" fmla="*/ 10 w 31"/>
                <a:gd name="T1" fmla="*/ 40 h 49"/>
                <a:gd name="T2" fmla="*/ 10 w 31"/>
                <a:gd name="T3" fmla="*/ 0 h 49"/>
                <a:gd name="T4" fmla="*/ 0 w 31"/>
                <a:gd name="T5" fmla="*/ 0 h 49"/>
                <a:gd name="T6" fmla="*/ 0 w 31"/>
                <a:gd name="T7" fmla="*/ 49 h 49"/>
                <a:gd name="T8" fmla="*/ 31 w 31"/>
                <a:gd name="T9" fmla="*/ 49 h 49"/>
                <a:gd name="T10" fmla="*/ 31 w 31"/>
                <a:gd name="T11" fmla="*/ 40 h 49"/>
                <a:gd name="T12" fmla="*/ 10 w 31"/>
                <a:gd name="T13" fmla="*/ 40 h 49"/>
              </a:gdLst>
              <a:ahLst/>
              <a:cxnLst>
                <a:cxn ang="0">
                  <a:pos x="T0" y="T1"/>
                </a:cxn>
                <a:cxn ang="0">
                  <a:pos x="T2" y="T3"/>
                </a:cxn>
                <a:cxn ang="0">
                  <a:pos x="T4" y="T5"/>
                </a:cxn>
                <a:cxn ang="0">
                  <a:pos x="T6" y="T7"/>
                </a:cxn>
                <a:cxn ang="0">
                  <a:pos x="T8" y="T9"/>
                </a:cxn>
                <a:cxn ang="0">
                  <a:pos x="T10" y="T11"/>
                </a:cxn>
                <a:cxn ang="0">
                  <a:pos x="T12" y="T13"/>
                </a:cxn>
              </a:cxnLst>
              <a:rect l="0" t="0" r="r" b="b"/>
              <a:pathLst>
                <a:path w="31" h="49">
                  <a:moveTo>
                    <a:pt x="10" y="40"/>
                  </a:moveTo>
                  <a:lnTo>
                    <a:pt x="10" y="0"/>
                  </a:lnTo>
                  <a:lnTo>
                    <a:pt x="0" y="0"/>
                  </a:lnTo>
                  <a:lnTo>
                    <a:pt x="0" y="49"/>
                  </a:lnTo>
                  <a:lnTo>
                    <a:pt x="31" y="49"/>
                  </a:lnTo>
                  <a:lnTo>
                    <a:pt x="31" y="40"/>
                  </a:lnTo>
                  <a:lnTo>
                    <a:pt x="10"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9" name="Freeform 23">
              <a:extLst>
                <a:ext uri="{FF2B5EF4-FFF2-40B4-BE49-F238E27FC236}">
                  <a16:creationId xmlns:a16="http://schemas.microsoft.com/office/drawing/2014/main" id="{EF5550E1-6664-433C-BE41-B4BA8379ACBF}"/>
                </a:ext>
              </a:extLst>
            </p:cNvPr>
            <p:cNvSpPr>
              <a:spLocks/>
            </p:cNvSpPr>
            <p:nvPr/>
          </p:nvSpPr>
          <p:spPr bwMode="auto">
            <a:xfrm>
              <a:off x="7535863" y="2840038"/>
              <a:ext cx="57150" cy="77788"/>
            </a:xfrm>
            <a:custGeom>
              <a:avLst/>
              <a:gdLst>
                <a:gd name="T0" fmla="*/ 36 w 36"/>
                <a:gd name="T1" fmla="*/ 10 h 49"/>
                <a:gd name="T2" fmla="*/ 36 w 36"/>
                <a:gd name="T3" fmla="*/ 0 h 49"/>
                <a:gd name="T4" fmla="*/ 0 w 36"/>
                <a:gd name="T5" fmla="*/ 0 h 49"/>
                <a:gd name="T6" fmla="*/ 0 w 36"/>
                <a:gd name="T7" fmla="*/ 49 h 49"/>
                <a:gd name="T8" fmla="*/ 13 w 36"/>
                <a:gd name="T9" fmla="*/ 49 h 49"/>
                <a:gd name="T10" fmla="*/ 13 w 36"/>
                <a:gd name="T11" fmla="*/ 30 h 49"/>
                <a:gd name="T12" fmla="*/ 32 w 36"/>
                <a:gd name="T13" fmla="*/ 30 h 49"/>
                <a:gd name="T14" fmla="*/ 32 w 36"/>
                <a:gd name="T15" fmla="*/ 21 h 49"/>
                <a:gd name="T16" fmla="*/ 13 w 36"/>
                <a:gd name="T17" fmla="*/ 21 h 49"/>
                <a:gd name="T18" fmla="*/ 13 w 36"/>
                <a:gd name="T19" fmla="*/ 10 h 49"/>
                <a:gd name="T20" fmla="*/ 36 w 36"/>
                <a:gd name="T21"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49">
                  <a:moveTo>
                    <a:pt x="36" y="10"/>
                  </a:moveTo>
                  <a:lnTo>
                    <a:pt x="36" y="0"/>
                  </a:lnTo>
                  <a:lnTo>
                    <a:pt x="0" y="0"/>
                  </a:lnTo>
                  <a:lnTo>
                    <a:pt x="0" y="49"/>
                  </a:lnTo>
                  <a:lnTo>
                    <a:pt x="13" y="49"/>
                  </a:lnTo>
                  <a:lnTo>
                    <a:pt x="13" y="30"/>
                  </a:lnTo>
                  <a:lnTo>
                    <a:pt x="32" y="30"/>
                  </a:lnTo>
                  <a:lnTo>
                    <a:pt x="32" y="21"/>
                  </a:lnTo>
                  <a:lnTo>
                    <a:pt x="13" y="21"/>
                  </a:lnTo>
                  <a:lnTo>
                    <a:pt x="13"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0" name="Freeform 24">
              <a:extLst>
                <a:ext uri="{FF2B5EF4-FFF2-40B4-BE49-F238E27FC236}">
                  <a16:creationId xmlns:a16="http://schemas.microsoft.com/office/drawing/2014/main" id="{6BF476C5-C211-4EBB-AD9E-C09FF7E21CE5}"/>
                </a:ext>
              </a:extLst>
            </p:cNvPr>
            <p:cNvSpPr>
              <a:spLocks noEditPoints="1"/>
            </p:cNvSpPr>
            <p:nvPr/>
          </p:nvSpPr>
          <p:spPr bwMode="auto">
            <a:xfrm>
              <a:off x="7599363"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5 w 31"/>
                <a:gd name="T19" fmla="*/ 7 h 38"/>
                <a:gd name="T20" fmla="*/ 21 w 31"/>
                <a:gd name="T21" fmla="*/ 10 h 38"/>
                <a:gd name="T22" fmla="*/ 22 w 31"/>
                <a:gd name="T23" fmla="*/ 19 h 38"/>
                <a:gd name="T24" fmla="*/ 15 w 31"/>
                <a:gd name="T25" fmla="*/ 31 h 38"/>
                <a:gd name="T26" fmla="*/ 9 w 31"/>
                <a:gd name="T27" fmla="*/ 19 h 38"/>
                <a:gd name="T28" fmla="*/ 15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1" y="9"/>
                    <a:pt x="0" y="14"/>
                    <a:pt x="0" y="19"/>
                  </a:cubicBezTo>
                  <a:cubicBezTo>
                    <a:pt x="0" y="24"/>
                    <a:pt x="1" y="29"/>
                    <a:pt x="4" y="33"/>
                  </a:cubicBezTo>
                  <a:cubicBezTo>
                    <a:pt x="7" y="36"/>
                    <a:pt x="11" y="38"/>
                    <a:pt x="15" y="38"/>
                  </a:cubicBezTo>
                  <a:cubicBezTo>
                    <a:pt x="20" y="38"/>
                    <a:pt x="24" y="36"/>
                    <a:pt x="27" y="33"/>
                  </a:cubicBezTo>
                  <a:cubicBezTo>
                    <a:pt x="29" y="29"/>
                    <a:pt x="31" y="24"/>
                    <a:pt x="31" y="19"/>
                  </a:cubicBezTo>
                  <a:cubicBezTo>
                    <a:pt x="31" y="14"/>
                    <a:pt x="30" y="9"/>
                    <a:pt x="27" y="6"/>
                  </a:cubicBezTo>
                  <a:cubicBezTo>
                    <a:pt x="24" y="2"/>
                    <a:pt x="20" y="0"/>
                    <a:pt x="16" y="0"/>
                  </a:cubicBezTo>
                  <a:moveTo>
                    <a:pt x="15" y="7"/>
                  </a:moveTo>
                  <a:cubicBezTo>
                    <a:pt x="18" y="7"/>
                    <a:pt x="19" y="8"/>
                    <a:pt x="21" y="10"/>
                  </a:cubicBezTo>
                  <a:cubicBezTo>
                    <a:pt x="22" y="12"/>
                    <a:pt x="22" y="15"/>
                    <a:pt x="22" y="19"/>
                  </a:cubicBezTo>
                  <a:cubicBezTo>
                    <a:pt x="22" y="27"/>
                    <a:pt x="20" y="31"/>
                    <a:pt x="15" y="31"/>
                  </a:cubicBezTo>
                  <a:cubicBezTo>
                    <a:pt x="11" y="31"/>
                    <a:pt x="9" y="27"/>
                    <a:pt x="9" y="19"/>
                  </a:cubicBezTo>
                  <a:cubicBezTo>
                    <a:pt x="9" y="11"/>
                    <a:pt x="11" y="7"/>
                    <a:pt x="15"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1" name="Rectangle 25">
              <a:extLst>
                <a:ext uri="{FF2B5EF4-FFF2-40B4-BE49-F238E27FC236}">
                  <a16:creationId xmlns:a16="http://schemas.microsoft.com/office/drawing/2014/main" id="{62C0935B-6BFE-408C-ACD3-6BBD46FD010C}"/>
                </a:ext>
              </a:extLst>
            </p:cNvPr>
            <p:cNvSpPr>
              <a:spLocks noChangeArrowheads="1"/>
            </p:cNvSpPr>
            <p:nvPr/>
          </p:nvSpPr>
          <p:spPr bwMode="auto">
            <a:xfrm>
              <a:off x="7707313"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2" name="Freeform 26">
              <a:extLst>
                <a:ext uri="{FF2B5EF4-FFF2-40B4-BE49-F238E27FC236}">
                  <a16:creationId xmlns:a16="http://schemas.microsoft.com/office/drawing/2014/main" id="{7EE5EEFA-55D7-4BAE-B262-321E9993E668}"/>
                </a:ext>
              </a:extLst>
            </p:cNvPr>
            <p:cNvSpPr>
              <a:spLocks noEditPoints="1"/>
            </p:cNvSpPr>
            <p:nvPr/>
          </p:nvSpPr>
          <p:spPr bwMode="auto">
            <a:xfrm>
              <a:off x="7742238" y="2840038"/>
              <a:ext cx="65088" cy="77788"/>
            </a:xfrm>
            <a:custGeom>
              <a:avLst/>
              <a:gdLst>
                <a:gd name="T0" fmla="*/ 0 w 30"/>
                <a:gd name="T1" fmla="*/ 0 h 36"/>
                <a:gd name="T2" fmla="*/ 0 w 30"/>
                <a:gd name="T3" fmla="*/ 36 h 36"/>
                <a:gd name="T4" fmla="*/ 17 w 30"/>
                <a:gd name="T5" fmla="*/ 36 h 36"/>
                <a:gd name="T6" fmla="*/ 27 w 30"/>
                <a:gd name="T7" fmla="*/ 34 h 36"/>
                <a:gd name="T8" fmla="*/ 30 w 30"/>
                <a:gd name="T9" fmla="*/ 26 h 36"/>
                <a:gd name="T10" fmla="*/ 27 w 30"/>
                <a:gd name="T11" fmla="*/ 20 h 36"/>
                <a:gd name="T12" fmla="*/ 23 w 30"/>
                <a:gd name="T13" fmla="*/ 17 h 36"/>
                <a:gd name="T14" fmla="*/ 29 w 30"/>
                <a:gd name="T15" fmla="*/ 9 h 36"/>
                <a:gd name="T16" fmla="*/ 26 w 30"/>
                <a:gd name="T17" fmla="*/ 2 h 36"/>
                <a:gd name="T18" fmla="*/ 17 w 30"/>
                <a:gd name="T19" fmla="*/ 0 h 36"/>
                <a:gd name="T20" fmla="*/ 0 w 30"/>
                <a:gd name="T21" fmla="*/ 0 h 36"/>
                <a:gd name="T22" fmla="*/ 9 w 30"/>
                <a:gd name="T23" fmla="*/ 6 h 36"/>
                <a:gd name="T24" fmla="*/ 14 w 30"/>
                <a:gd name="T25" fmla="*/ 6 h 36"/>
                <a:gd name="T26" fmla="*/ 19 w 30"/>
                <a:gd name="T27" fmla="*/ 7 h 36"/>
                <a:gd name="T28" fmla="*/ 20 w 30"/>
                <a:gd name="T29" fmla="*/ 10 h 36"/>
                <a:gd name="T30" fmla="*/ 19 w 30"/>
                <a:gd name="T31" fmla="*/ 13 h 36"/>
                <a:gd name="T32" fmla="*/ 15 w 30"/>
                <a:gd name="T33" fmla="*/ 14 h 36"/>
                <a:gd name="T34" fmla="*/ 9 w 30"/>
                <a:gd name="T35" fmla="*/ 14 h 36"/>
                <a:gd name="T36" fmla="*/ 9 w 30"/>
                <a:gd name="T37" fmla="*/ 6 h 36"/>
                <a:gd name="T38" fmla="*/ 9 w 30"/>
                <a:gd name="T39" fmla="*/ 21 h 36"/>
                <a:gd name="T40" fmla="*/ 16 w 30"/>
                <a:gd name="T41" fmla="*/ 21 h 36"/>
                <a:gd name="T42" fmla="*/ 21 w 30"/>
                <a:gd name="T43" fmla="*/ 25 h 36"/>
                <a:gd name="T44" fmla="*/ 19 w 30"/>
                <a:gd name="T45" fmla="*/ 29 h 36"/>
                <a:gd name="T46" fmla="*/ 15 w 30"/>
                <a:gd name="T47" fmla="*/ 30 h 36"/>
                <a:gd name="T48" fmla="*/ 9 w 30"/>
                <a:gd name="T49" fmla="*/ 30 h 36"/>
                <a:gd name="T50" fmla="*/ 9 w 30"/>
                <a:gd name="T51"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 h="36">
                  <a:moveTo>
                    <a:pt x="0" y="0"/>
                  </a:moveTo>
                  <a:cubicBezTo>
                    <a:pt x="0" y="36"/>
                    <a:pt x="0" y="36"/>
                    <a:pt x="0" y="36"/>
                  </a:cubicBezTo>
                  <a:cubicBezTo>
                    <a:pt x="17" y="36"/>
                    <a:pt x="17" y="36"/>
                    <a:pt x="17" y="36"/>
                  </a:cubicBezTo>
                  <a:cubicBezTo>
                    <a:pt x="22" y="36"/>
                    <a:pt x="25" y="36"/>
                    <a:pt x="27" y="34"/>
                  </a:cubicBezTo>
                  <a:cubicBezTo>
                    <a:pt x="29" y="32"/>
                    <a:pt x="30" y="29"/>
                    <a:pt x="30" y="26"/>
                  </a:cubicBezTo>
                  <a:cubicBezTo>
                    <a:pt x="30" y="24"/>
                    <a:pt x="29" y="21"/>
                    <a:pt x="27" y="20"/>
                  </a:cubicBezTo>
                  <a:cubicBezTo>
                    <a:pt x="26" y="18"/>
                    <a:pt x="25" y="18"/>
                    <a:pt x="23" y="17"/>
                  </a:cubicBezTo>
                  <a:cubicBezTo>
                    <a:pt x="27" y="16"/>
                    <a:pt x="29" y="13"/>
                    <a:pt x="29" y="9"/>
                  </a:cubicBezTo>
                  <a:cubicBezTo>
                    <a:pt x="29" y="6"/>
                    <a:pt x="28" y="4"/>
                    <a:pt x="26" y="2"/>
                  </a:cubicBezTo>
                  <a:cubicBezTo>
                    <a:pt x="24" y="0"/>
                    <a:pt x="21" y="0"/>
                    <a:pt x="17" y="0"/>
                  </a:cubicBezTo>
                  <a:lnTo>
                    <a:pt x="0" y="0"/>
                  </a:lnTo>
                  <a:close/>
                  <a:moveTo>
                    <a:pt x="9" y="6"/>
                  </a:moveTo>
                  <a:cubicBezTo>
                    <a:pt x="14" y="6"/>
                    <a:pt x="14" y="6"/>
                    <a:pt x="14" y="6"/>
                  </a:cubicBezTo>
                  <a:cubicBezTo>
                    <a:pt x="18" y="6"/>
                    <a:pt x="18" y="6"/>
                    <a:pt x="19" y="7"/>
                  </a:cubicBezTo>
                  <a:cubicBezTo>
                    <a:pt x="20" y="8"/>
                    <a:pt x="20" y="9"/>
                    <a:pt x="20" y="10"/>
                  </a:cubicBezTo>
                  <a:cubicBezTo>
                    <a:pt x="20" y="12"/>
                    <a:pt x="20" y="13"/>
                    <a:pt x="19" y="13"/>
                  </a:cubicBezTo>
                  <a:cubicBezTo>
                    <a:pt x="18" y="14"/>
                    <a:pt x="17" y="14"/>
                    <a:pt x="15" y="14"/>
                  </a:cubicBezTo>
                  <a:cubicBezTo>
                    <a:pt x="9" y="14"/>
                    <a:pt x="9" y="14"/>
                    <a:pt x="9" y="14"/>
                  </a:cubicBezTo>
                  <a:lnTo>
                    <a:pt x="9" y="6"/>
                  </a:lnTo>
                  <a:close/>
                  <a:moveTo>
                    <a:pt x="9" y="21"/>
                  </a:moveTo>
                  <a:cubicBezTo>
                    <a:pt x="16" y="21"/>
                    <a:pt x="16" y="21"/>
                    <a:pt x="16" y="21"/>
                  </a:cubicBezTo>
                  <a:cubicBezTo>
                    <a:pt x="19" y="21"/>
                    <a:pt x="21" y="22"/>
                    <a:pt x="21" y="25"/>
                  </a:cubicBezTo>
                  <a:cubicBezTo>
                    <a:pt x="21" y="27"/>
                    <a:pt x="20" y="28"/>
                    <a:pt x="19" y="29"/>
                  </a:cubicBezTo>
                  <a:cubicBezTo>
                    <a:pt x="18" y="29"/>
                    <a:pt x="17" y="30"/>
                    <a:pt x="15" y="30"/>
                  </a:cubicBezTo>
                  <a:cubicBezTo>
                    <a:pt x="9" y="30"/>
                    <a:pt x="9" y="30"/>
                    <a:pt x="9" y="30"/>
                  </a:cubicBezTo>
                  <a:lnTo>
                    <a:pt x="9"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3" name="Freeform 27">
              <a:extLst>
                <a:ext uri="{FF2B5EF4-FFF2-40B4-BE49-F238E27FC236}">
                  <a16:creationId xmlns:a16="http://schemas.microsoft.com/office/drawing/2014/main" id="{C26B7DEF-EBD7-41A5-8FE8-887746F022D1}"/>
                </a:ext>
              </a:extLst>
            </p:cNvPr>
            <p:cNvSpPr>
              <a:spLocks noEditPoints="1"/>
            </p:cNvSpPr>
            <p:nvPr/>
          </p:nvSpPr>
          <p:spPr bwMode="auto">
            <a:xfrm>
              <a:off x="7812088" y="2814638"/>
              <a:ext cx="71438" cy="103188"/>
            </a:xfrm>
            <a:custGeom>
              <a:avLst/>
              <a:gdLst>
                <a:gd name="T0" fmla="*/ 30 w 45"/>
                <a:gd name="T1" fmla="*/ 16 h 65"/>
                <a:gd name="T2" fmla="*/ 16 w 45"/>
                <a:gd name="T3" fmla="*/ 16 h 65"/>
                <a:gd name="T4" fmla="*/ 0 w 45"/>
                <a:gd name="T5" fmla="*/ 65 h 65"/>
                <a:gd name="T6" fmla="*/ 9 w 45"/>
                <a:gd name="T7" fmla="*/ 65 h 65"/>
                <a:gd name="T8" fmla="*/ 13 w 45"/>
                <a:gd name="T9" fmla="*/ 56 h 65"/>
                <a:gd name="T10" fmla="*/ 30 w 45"/>
                <a:gd name="T11" fmla="*/ 56 h 65"/>
                <a:gd name="T12" fmla="*/ 32 w 45"/>
                <a:gd name="T13" fmla="*/ 65 h 65"/>
                <a:gd name="T14" fmla="*/ 45 w 45"/>
                <a:gd name="T15" fmla="*/ 65 h 65"/>
                <a:gd name="T16" fmla="*/ 30 w 45"/>
                <a:gd name="T17" fmla="*/ 16 h 65"/>
                <a:gd name="T18" fmla="*/ 16 w 45"/>
                <a:gd name="T19" fmla="*/ 46 h 65"/>
                <a:gd name="T20" fmla="*/ 21 w 45"/>
                <a:gd name="T21" fmla="*/ 28 h 65"/>
                <a:gd name="T22" fmla="*/ 27 w 45"/>
                <a:gd name="T23" fmla="*/ 46 h 65"/>
                <a:gd name="T24" fmla="*/ 16 w 45"/>
                <a:gd name="T25" fmla="*/ 46 h 65"/>
                <a:gd name="T26" fmla="*/ 32 w 45"/>
                <a:gd name="T27" fmla="*/ 0 h 65"/>
                <a:gd name="T28" fmla="*/ 16 w 45"/>
                <a:gd name="T29" fmla="*/ 8 h 65"/>
                <a:gd name="T30" fmla="*/ 19 w 45"/>
                <a:gd name="T31" fmla="*/ 12 h 65"/>
                <a:gd name="T32" fmla="*/ 35 w 45"/>
                <a:gd name="T33" fmla="*/ 7 h 65"/>
                <a:gd name="T34" fmla="*/ 32 w 45"/>
                <a:gd name="T3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 h="65">
                  <a:moveTo>
                    <a:pt x="30" y="16"/>
                  </a:moveTo>
                  <a:lnTo>
                    <a:pt x="16" y="16"/>
                  </a:lnTo>
                  <a:lnTo>
                    <a:pt x="0" y="65"/>
                  </a:lnTo>
                  <a:lnTo>
                    <a:pt x="9" y="65"/>
                  </a:lnTo>
                  <a:lnTo>
                    <a:pt x="13" y="56"/>
                  </a:lnTo>
                  <a:lnTo>
                    <a:pt x="30" y="56"/>
                  </a:lnTo>
                  <a:lnTo>
                    <a:pt x="32" y="65"/>
                  </a:lnTo>
                  <a:lnTo>
                    <a:pt x="45" y="65"/>
                  </a:lnTo>
                  <a:lnTo>
                    <a:pt x="30" y="16"/>
                  </a:lnTo>
                  <a:close/>
                  <a:moveTo>
                    <a:pt x="16" y="46"/>
                  </a:moveTo>
                  <a:lnTo>
                    <a:pt x="21" y="28"/>
                  </a:lnTo>
                  <a:lnTo>
                    <a:pt x="27" y="46"/>
                  </a:lnTo>
                  <a:lnTo>
                    <a:pt x="16" y="46"/>
                  </a:lnTo>
                  <a:close/>
                  <a:moveTo>
                    <a:pt x="32" y="0"/>
                  </a:moveTo>
                  <a:lnTo>
                    <a:pt x="16" y="8"/>
                  </a:lnTo>
                  <a:lnTo>
                    <a:pt x="19" y="12"/>
                  </a:lnTo>
                  <a:lnTo>
                    <a:pt x="35" y="7"/>
                  </a:lnTo>
                  <a:lnTo>
                    <a:pt x="3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4" name="Freeform 28">
              <a:extLst>
                <a:ext uri="{FF2B5EF4-FFF2-40B4-BE49-F238E27FC236}">
                  <a16:creationId xmlns:a16="http://schemas.microsoft.com/office/drawing/2014/main" id="{818B05BD-5E6A-4048-875E-91AA9321E0E4}"/>
                </a:ext>
              </a:extLst>
            </p:cNvPr>
            <p:cNvSpPr>
              <a:spLocks noEditPoints="1"/>
            </p:cNvSpPr>
            <p:nvPr/>
          </p:nvSpPr>
          <p:spPr bwMode="auto">
            <a:xfrm>
              <a:off x="7891463" y="2816225"/>
              <a:ext cx="60325" cy="101600"/>
            </a:xfrm>
            <a:custGeom>
              <a:avLst/>
              <a:gdLst>
                <a:gd name="T0" fmla="*/ 28 w 28"/>
                <a:gd name="T1" fmla="*/ 11 h 47"/>
                <a:gd name="T2" fmla="*/ 21 w 28"/>
                <a:gd name="T3" fmla="*/ 11 h 47"/>
                <a:gd name="T4" fmla="*/ 21 w 28"/>
                <a:gd name="T5" fmla="*/ 30 h 47"/>
                <a:gd name="T6" fmla="*/ 22 w 28"/>
                <a:gd name="T7" fmla="*/ 32 h 47"/>
                <a:gd name="T8" fmla="*/ 9 w 28"/>
                <a:gd name="T9" fmla="*/ 11 h 47"/>
                <a:gd name="T10" fmla="*/ 0 w 28"/>
                <a:gd name="T11" fmla="*/ 11 h 47"/>
                <a:gd name="T12" fmla="*/ 0 w 28"/>
                <a:gd name="T13" fmla="*/ 47 h 47"/>
                <a:gd name="T14" fmla="*/ 7 w 28"/>
                <a:gd name="T15" fmla="*/ 47 h 47"/>
                <a:gd name="T16" fmla="*/ 7 w 28"/>
                <a:gd name="T17" fmla="*/ 26 h 47"/>
                <a:gd name="T18" fmla="*/ 6 w 28"/>
                <a:gd name="T19" fmla="*/ 24 h 47"/>
                <a:gd name="T20" fmla="*/ 6 w 28"/>
                <a:gd name="T21" fmla="*/ 23 h 47"/>
                <a:gd name="T22" fmla="*/ 21 w 28"/>
                <a:gd name="T23" fmla="*/ 47 h 47"/>
                <a:gd name="T24" fmla="*/ 28 w 28"/>
                <a:gd name="T25" fmla="*/ 47 h 47"/>
                <a:gd name="T26" fmla="*/ 28 w 28"/>
                <a:gd name="T27" fmla="*/ 11 h 47"/>
                <a:gd name="T28" fmla="*/ 22 w 28"/>
                <a:gd name="T29" fmla="*/ 0 h 47"/>
                <a:gd name="T30" fmla="*/ 18 w 28"/>
                <a:gd name="T31" fmla="*/ 3 h 47"/>
                <a:gd name="T32" fmla="*/ 15 w 28"/>
                <a:gd name="T33" fmla="*/ 2 h 47"/>
                <a:gd name="T34" fmla="*/ 11 w 28"/>
                <a:gd name="T35" fmla="*/ 1 h 47"/>
                <a:gd name="T36" fmla="*/ 5 w 28"/>
                <a:gd name="T37" fmla="*/ 4 h 47"/>
                <a:gd name="T38" fmla="*/ 7 w 28"/>
                <a:gd name="T39" fmla="*/ 7 h 47"/>
                <a:gd name="T40" fmla="*/ 11 w 28"/>
                <a:gd name="T41" fmla="*/ 5 h 47"/>
                <a:gd name="T42" fmla="*/ 13 w 28"/>
                <a:gd name="T43" fmla="*/ 5 h 47"/>
                <a:gd name="T44" fmla="*/ 18 w 28"/>
                <a:gd name="T45" fmla="*/ 7 h 47"/>
                <a:gd name="T46" fmla="*/ 24 w 28"/>
                <a:gd name="T47" fmla="*/ 3 h 47"/>
                <a:gd name="T48" fmla="*/ 22 w 28"/>
                <a:gd name="T4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47">
                  <a:moveTo>
                    <a:pt x="28" y="11"/>
                  </a:moveTo>
                  <a:cubicBezTo>
                    <a:pt x="21" y="11"/>
                    <a:pt x="21" y="11"/>
                    <a:pt x="21" y="11"/>
                  </a:cubicBezTo>
                  <a:cubicBezTo>
                    <a:pt x="21" y="30"/>
                    <a:pt x="21" y="30"/>
                    <a:pt x="21" y="30"/>
                  </a:cubicBezTo>
                  <a:cubicBezTo>
                    <a:pt x="21" y="31"/>
                    <a:pt x="21" y="31"/>
                    <a:pt x="22" y="32"/>
                  </a:cubicBezTo>
                  <a:cubicBezTo>
                    <a:pt x="9" y="11"/>
                    <a:pt x="9" y="11"/>
                    <a:pt x="9" y="11"/>
                  </a:cubicBezTo>
                  <a:cubicBezTo>
                    <a:pt x="0" y="11"/>
                    <a:pt x="0" y="11"/>
                    <a:pt x="0" y="11"/>
                  </a:cubicBezTo>
                  <a:cubicBezTo>
                    <a:pt x="0" y="47"/>
                    <a:pt x="0" y="47"/>
                    <a:pt x="0" y="47"/>
                  </a:cubicBezTo>
                  <a:cubicBezTo>
                    <a:pt x="7" y="47"/>
                    <a:pt x="7" y="47"/>
                    <a:pt x="7" y="47"/>
                  </a:cubicBezTo>
                  <a:cubicBezTo>
                    <a:pt x="7" y="26"/>
                    <a:pt x="7" y="26"/>
                    <a:pt x="7" y="26"/>
                  </a:cubicBezTo>
                  <a:cubicBezTo>
                    <a:pt x="6" y="24"/>
                    <a:pt x="6" y="24"/>
                    <a:pt x="6" y="24"/>
                  </a:cubicBezTo>
                  <a:cubicBezTo>
                    <a:pt x="6" y="23"/>
                    <a:pt x="6" y="23"/>
                    <a:pt x="6" y="23"/>
                  </a:cubicBezTo>
                  <a:cubicBezTo>
                    <a:pt x="21" y="47"/>
                    <a:pt x="21" y="47"/>
                    <a:pt x="21" y="47"/>
                  </a:cubicBezTo>
                  <a:cubicBezTo>
                    <a:pt x="28" y="47"/>
                    <a:pt x="28" y="47"/>
                    <a:pt x="28" y="47"/>
                  </a:cubicBezTo>
                  <a:lnTo>
                    <a:pt x="28" y="11"/>
                  </a:lnTo>
                  <a:close/>
                  <a:moveTo>
                    <a:pt x="22" y="0"/>
                  </a:moveTo>
                  <a:cubicBezTo>
                    <a:pt x="21" y="2"/>
                    <a:pt x="19" y="3"/>
                    <a:pt x="18" y="3"/>
                  </a:cubicBezTo>
                  <a:cubicBezTo>
                    <a:pt x="17" y="3"/>
                    <a:pt x="16" y="2"/>
                    <a:pt x="15" y="2"/>
                  </a:cubicBezTo>
                  <a:cubicBezTo>
                    <a:pt x="13" y="1"/>
                    <a:pt x="12" y="1"/>
                    <a:pt x="11" y="1"/>
                  </a:cubicBezTo>
                  <a:cubicBezTo>
                    <a:pt x="9" y="1"/>
                    <a:pt x="7" y="2"/>
                    <a:pt x="5" y="4"/>
                  </a:cubicBezTo>
                  <a:cubicBezTo>
                    <a:pt x="7" y="7"/>
                    <a:pt x="7" y="7"/>
                    <a:pt x="7" y="7"/>
                  </a:cubicBezTo>
                  <a:cubicBezTo>
                    <a:pt x="9" y="5"/>
                    <a:pt x="10" y="5"/>
                    <a:pt x="11" y="5"/>
                  </a:cubicBezTo>
                  <a:cubicBezTo>
                    <a:pt x="12" y="5"/>
                    <a:pt x="12" y="5"/>
                    <a:pt x="13" y="5"/>
                  </a:cubicBezTo>
                  <a:cubicBezTo>
                    <a:pt x="16" y="7"/>
                    <a:pt x="16" y="7"/>
                    <a:pt x="18" y="7"/>
                  </a:cubicBezTo>
                  <a:cubicBezTo>
                    <a:pt x="20" y="7"/>
                    <a:pt x="22" y="6"/>
                    <a:pt x="24" y="3"/>
                  </a:cubicBezTo>
                  <a:lnTo>
                    <a:pt x="2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5" name="Freeform 29">
              <a:extLst>
                <a:ext uri="{FF2B5EF4-FFF2-40B4-BE49-F238E27FC236}">
                  <a16:creationId xmlns:a16="http://schemas.microsoft.com/office/drawing/2014/main" id="{0EA17066-5690-4ECE-AD7D-DC32FE857874}"/>
                </a:ext>
              </a:extLst>
            </p:cNvPr>
            <p:cNvSpPr>
              <a:spLocks/>
            </p:cNvSpPr>
            <p:nvPr/>
          </p:nvSpPr>
          <p:spPr bwMode="auto">
            <a:xfrm>
              <a:off x="7967663" y="2840038"/>
              <a:ext cx="55563" cy="77788"/>
            </a:xfrm>
            <a:custGeom>
              <a:avLst/>
              <a:gdLst>
                <a:gd name="T0" fmla="*/ 35 w 35"/>
                <a:gd name="T1" fmla="*/ 10 h 49"/>
                <a:gd name="T2" fmla="*/ 35 w 35"/>
                <a:gd name="T3" fmla="*/ 0 h 49"/>
                <a:gd name="T4" fmla="*/ 0 w 35"/>
                <a:gd name="T5" fmla="*/ 0 h 49"/>
                <a:gd name="T6" fmla="*/ 0 w 35"/>
                <a:gd name="T7" fmla="*/ 49 h 49"/>
                <a:gd name="T8" fmla="*/ 35 w 35"/>
                <a:gd name="T9" fmla="*/ 49 h 49"/>
                <a:gd name="T10" fmla="*/ 35 w 35"/>
                <a:gd name="T11" fmla="*/ 40 h 49"/>
                <a:gd name="T12" fmla="*/ 12 w 35"/>
                <a:gd name="T13" fmla="*/ 40 h 49"/>
                <a:gd name="T14" fmla="*/ 12 w 35"/>
                <a:gd name="T15" fmla="*/ 29 h 49"/>
                <a:gd name="T16" fmla="*/ 31 w 35"/>
                <a:gd name="T17" fmla="*/ 29 h 49"/>
                <a:gd name="T18" fmla="*/ 31 w 35"/>
                <a:gd name="T19" fmla="*/ 19 h 49"/>
                <a:gd name="T20" fmla="*/ 12 w 35"/>
                <a:gd name="T21" fmla="*/ 19 h 49"/>
                <a:gd name="T22" fmla="*/ 12 w 35"/>
                <a:gd name="T23" fmla="*/ 10 h 49"/>
                <a:gd name="T24" fmla="*/ 35 w 35"/>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49">
                  <a:moveTo>
                    <a:pt x="35" y="10"/>
                  </a:moveTo>
                  <a:lnTo>
                    <a:pt x="35" y="0"/>
                  </a:lnTo>
                  <a:lnTo>
                    <a:pt x="0" y="0"/>
                  </a:lnTo>
                  <a:lnTo>
                    <a:pt x="0" y="49"/>
                  </a:lnTo>
                  <a:lnTo>
                    <a:pt x="35" y="49"/>
                  </a:lnTo>
                  <a:lnTo>
                    <a:pt x="35" y="40"/>
                  </a:lnTo>
                  <a:lnTo>
                    <a:pt x="12" y="40"/>
                  </a:lnTo>
                  <a:lnTo>
                    <a:pt x="12" y="29"/>
                  </a:lnTo>
                  <a:lnTo>
                    <a:pt x="31" y="29"/>
                  </a:lnTo>
                  <a:lnTo>
                    <a:pt x="31" y="19"/>
                  </a:lnTo>
                  <a:lnTo>
                    <a:pt x="12" y="19"/>
                  </a:lnTo>
                  <a:lnTo>
                    <a:pt x="12" y="10"/>
                  </a:lnTo>
                  <a:lnTo>
                    <a:pt x="35"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6" name="Freeform 30">
              <a:extLst>
                <a:ext uri="{FF2B5EF4-FFF2-40B4-BE49-F238E27FC236}">
                  <a16:creationId xmlns:a16="http://schemas.microsoft.com/office/drawing/2014/main" id="{D2F72F6B-DB58-4028-AB03-BE1C047D3311}"/>
                </a:ext>
              </a:extLst>
            </p:cNvPr>
            <p:cNvSpPr>
              <a:spLocks/>
            </p:cNvSpPr>
            <p:nvPr/>
          </p:nvSpPr>
          <p:spPr bwMode="auto">
            <a:xfrm>
              <a:off x="8029575" y="2840038"/>
              <a:ext cx="63500" cy="77788"/>
            </a:xfrm>
            <a:custGeom>
              <a:avLst/>
              <a:gdLst>
                <a:gd name="T0" fmla="*/ 40 w 40"/>
                <a:gd name="T1" fmla="*/ 8 h 49"/>
                <a:gd name="T2" fmla="*/ 40 w 40"/>
                <a:gd name="T3" fmla="*/ 0 h 49"/>
                <a:gd name="T4" fmla="*/ 2 w 40"/>
                <a:gd name="T5" fmla="*/ 0 h 49"/>
                <a:gd name="T6" fmla="*/ 2 w 40"/>
                <a:gd name="T7" fmla="*/ 10 h 49"/>
                <a:gd name="T8" fmla="*/ 25 w 40"/>
                <a:gd name="T9" fmla="*/ 10 h 49"/>
                <a:gd name="T10" fmla="*/ 0 w 40"/>
                <a:gd name="T11" fmla="*/ 41 h 49"/>
                <a:gd name="T12" fmla="*/ 0 w 40"/>
                <a:gd name="T13" fmla="*/ 49 h 49"/>
                <a:gd name="T14" fmla="*/ 40 w 40"/>
                <a:gd name="T15" fmla="*/ 49 h 49"/>
                <a:gd name="T16" fmla="*/ 40 w 40"/>
                <a:gd name="T17" fmla="*/ 40 h 49"/>
                <a:gd name="T18" fmla="*/ 14 w 40"/>
                <a:gd name="T19" fmla="*/ 40 h 49"/>
                <a:gd name="T20" fmla="*/ 40 w 40"/>
                <a:gd name="T21"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49">
                  <a:moveTo>
                    <a:pt x="40" y="8"/>
                  </a:moveTo>
                  <a:lnTo>
                    <a:pt x="40" y="0"/>
                  </a:lnTo>
                  <a:lnTo>
                    <a:pt x="2" y="0"/>
                  </a:lnTo>
                  <a:lnTo>
                    <a:pt x="2" y="10"/>
                  </a:lnTo>
                  <a:lnTo>
                    <a:pt x="25" y="10"/>
                  </a:lnTo>
                  <a:lnTo>
                    <a:pt x="0" y="41"/>
                  </a:lnTo>
                  <a:lnTo>
                    <a:pt x="0" y="49"/>
                  </a:lnTo>
                  <a:lnTo>
                    <a:pt x="40" y="49"/>
                  </a:lnTo>
                  <a:lnTo>
                    <a:pt x="40" y="40"/>
                  </a:lnTo>
                  <a:lnTo>
                    <a:pt x="14" y="40"/>
                  </a:lnTo>
                  <a:lnTo>
                    <a:pt x="40"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7" name="Freeform 31">
              <a:extLst>
                <a:ext uri="{FF2B5EF4-FFF2-40B4-BE49-F238E27FC236}">
                  <a16:creationId xmlns:a16="http://schemas.microsoft.com/office/drawing/2014/main" id="{019B9C43-9543-4801-8F5F-63DDBF94C4ED}"/>
                </a:ext>
              </a:extLst>
            </p:cNvPr>
            <p:cNvSpPr>
              <a:spLocks noEditPoints="1"/>
            </p:cNvSpPr>
            <p:nvPr/>
          </p:nvSpPr>
          <p:spPr bwMode="auto">
            <a:xfrm>
              <a:off x="6094413" y="2803525"/>
              <a:ext cx="314325" cy="123825"/>
            </a:xfrm>
            <a:custGeom>
              <a:avLst/>
              <a:gdLst>
                <a:gd name="T0" fmla="*/ 135 w 145"/>
                <a:gd name="T1" fmla="*/ 15 h 57"/>
                <a:gd name="T2" fmla="*/ 24 w 145"/>
                <a:gd name="T3" fmla="*/ 16 h 57"/>
                <a:gd name="T4" fmla="*/ 10 w 145"/>
                <a:gd name="T5" fmla="*/ 13 h 57"/>
                <a:gd name="T6" fmla="*/ 142 w 145"/>
                <a:gd name="T7" fmla="*/ 8 h 57"/>
                <a:gd name="T8" fmla="*/ 120 w 145"/>
                <a:gd name="T9" fmla="*/ 18 h 57"/>
                <a:gd name="T10" fmla="*/ 42 w 145"/>
                <a:gd name="T11" fmla="*/ 47 h 57"/>
                <a:gd name="T12" fmla="*/ 11 w 145"/>
                <a:gd name="T13" fmla="*/ 20 h 57"/>
                <a:gd name="T14" fmla="*/ 127 w 145"/>
                <a:gd name="T15" fmla="*/ 32 h 57"/>
                <a:gd name="T16" fmla="*/ 98 w 145"/>
                <a:gd name="T17" fmla="*/ 49 h 57"/>
                <a:gd name="T18" fmla="*/ 85 w 145"/>
                <a:gd name="T19" fmla="*/ 50 h 57"/>
                <a:gd name="T20" fmla="*/ 70 w 145"/>
                <a:gd name="T21" fmla="*/ 52 h 57"/>
                <a:gd name="T22" fmla="*/ 97 w 145"/>
                <a:gd name="T23" fmla="*/ 47 h 57"/>
                <a:gd name="T24" fmla="*/ 92 w 145"/>
                <a:gd name="T25" fmla="*/ 50 h 57"/>
                <a:gd name="T26" fmla="*/ 0 w 145"/>
                <a:gd name="T27" fmla="*/ 26 h 57"/>
                <a:gd name="T28" fmla="*/ 138 w 145"/>
                <a:gd name="T29" fmla="*/ 17 h 57"/>
                <a:gd name="T30" fmla="*/ 82 w 145"/>
                <a:gd name="T31" fmla="*/ 44 h 57"/>
                <a:gd name="T32" fmla="*/ 64 w 145"/>
                <a:gd name="T33" fmla="*/ 44 h 57"/>
                <a:gd name="T34" fmla="*/ 13 w 145"/>
                <a:gd name="T35" fmla="*/ 27 h 57"/>
                <a:gd name="T36" fmla="*/ 13 w 145"/>
                <a:gd name="T37" fmla="*/ 33 h 57"/>
                <a:gd name="T38" fmla="*/ 17 w 145"/>
                <a:gd name="T39" fmla="*/ 31 h 57"/>
                <a:gd name="T40" fmla="*/ 18 w 145"/>
                <a:gd name="T41" fmla="*/ 31 h 57"/>
                <a:gd name="T42" fmla="*/ 19 w 145"/>
                <a:gd name="T43" fmla="*/ 34 h 57"/>
                <a:gd name="T44" fmla="*/ 18 w 145"/>
                <a:gd name="T45" fmla="*/ 35 h 57"/>
                <a:gd name="T46" fmla="*/ 26 w 145"/>
                <a:gd name="T47" fmla="*/ 43 h 57"/>
                <a:gd name="T48" fmla="*/ 22 w 145"/>
                <a:gd name="T49" fmla="*/ 41 h 57"/>
                <a:gd name="T50" fmla="*/ 28 w 145"/>
                <a:gd name="T51" fmla="*/ 38 h 57"/>
                <a:gd name="T52" fmla="*/ 27 w 145"/>
                <a:gd name="T53" fmla="*/ 44 h 57"/>
                <a:gd name="T54" fmla="*/ 31 w 145"/>
                <a:gd name="T55" fmla="*/ 39 h 57"/>
                <a:gd name="T56" fmla="*/ 35 w 145"/>
                <a:gd name="T57" fmla="*/ 41 h 57"/>
                <a:gd name="T58" fmla="*/ 39 w 145"/>
                <a:gd name="T59" fmla="*/ 42 h 57"/>
                <a:gd name="T60" fmla="*/ 41 w 145"/>
                <a:gd name="T61" fmla="*/ 50 h 57"/>
                <a:gd name="T62" fmla="*/ 39 w 145"/>
                <a:gd name="T63" fmla="*/ 49 h 57"/>
                <a:gd name="T64" fmla="*/ 44 w 145"/>
                <a:gd name="T65" fmla="*/ 50 h 57"/>
                <a:gd name="T66" fmla="*/ 46 w 145"/>
                <a:gd name="T67" fmla="*/ 51 h 57"/>
                <a:gd name="T68" fmla="*/ 49 w 145"/>
                <a:gd name="T69" fmla="*/ 45 h 57"/>
                <a:gd name="T70" fmla="*/ 62 w 145"/>
                <a:gd name="T71" fmla="*/ 54 h 57"/>
                <a:gd name="T72" fmla="*/ 61 w 145"/>
                <a:gd name="T73" fmla="*/ 47 h 57"/>
                <a:gd name="T74" fmla="*/ 66 w 145"/>
                <a:gd name="T75" fmla="*/ 54 h 57"/>
                <a:gd name="T76" fmla="*/ 65 w 145"/>
                <a:gd name="T77" fmla="*/ 48 h 57"/>
                <a:gd name="T78" fmla="*/ 69 w 145"/>
                <a:gd name="T79" fmla="*/ 54 h 57"/>
                <a:gd name="T80" fmla="*/ 74 w 145"/>
                <a:gd name="T81" fmla="*/ 53 h 57"/>
                <a:gd name="T82" fmla="*/ 74 w 145"/>
                <a:gd name="T83" fmla="*/ 48 h 57"/>
                <a:gd name="T84" fmla="*/ 77 w 145"/>
                <a:gd name="T85" fmla="*/ 51 h 57"/>
                <a:gd name="T86" fmla="*/ 77 w 145"/>
                <a:gd name="T87" fmla="*/ 54 h 57"/>
                <a:gd name="T88" fmla="*/ 83 w 145"/>
                <a:gd name="T89" fmla="*/ 52 h 57"/>
                <a:gd name="T90" fmla="*/ 80 w 145"/>
                <a:gd name="T91" fmla="*/ 48 h 57"/>
                <a:gd name="T92" fmla="*/ 87 w 145"/>
                <a:gd name="T93" fmla="*/ 54 h 57"/>
                <a:gd name="T94" fmla="*/ 92 w 145"/>
                <a:gd name="T95" fmla="*/ 51 h 57"/>
                <a:gd name="T96" fmla="*/ 89 w 145"/>
                <a:gd name="T97" fmla="*/ 53 h 57"/>
                <a:gd name="T98" fmla="*/ 97 w 145"/>
                <a:gd name="T99" fmla="*/ 52 h 57"/>
                <a:gd name="T100" fmla="*/ 99 w 145"/>
                <a:gd name="T101" fmla="*/ 48 h 57"/>
                <a:gd name="T102" fmla="*/ 101 w 145"/>
                <a:gd name="T103" fmla="*/ 44 h 57"/>
                <a:gd name="T104" fmla="*/ 111 w 145"/>
                <a:gd name="T105" fmla="*/ 48 h 57"/>
                <a:gd name="T106" fmla="*/ 105 w 145"/>
                <a:gd name="T107" fmla="*/ 44 h 57"/>
                <a:gd name="T108" fmla="*/ 109 w 145"/>
                <a:gd name="T109" fmla="*/ 42 h 57"/>
                <a:gd name="T110" fmla="*/ 115 w 145"/>
                <a:gd name="T111" fmla="*/ 42 h 57"/>
                <a:gd name="T112" fmla="*/ 121 w 145"/>
                <a:gd name="T113" fmla="*/ 43 h 57"/>
                <a:gd name="T114" fmla="*/ 119 w 145"/>
                <a:gd name="T115" fmla="*/ 37 h 57"/>
                <a:gd name="T116" fmla="*/ 124 w 145"/>
                <a:gd name="T117" fmla="*/ 34 h 57"/>
                <a:gd name="T118" fmla="*/ 135 w 145"/>
                <a:gd name="T119" fmla="*/ 34 h 57"/>
                <a:gd name="T120" fmla="*/ 132 w 145"/>
                <a:gd name="T121" fmla="*/ 28 h 57"/>
                <a:gd name="T122" fmla="*/ 137 w 145"/>
                <a:gd name="T123" fmla="*/ 3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5" h="57">
                  <a:moveTo>
                    <a:pt x="135" y="15"/>
                  </a:moveTo>
                  <a:cubicBezTo>
                    <a:pt x="133" y="15"/>
                    <a:pt x="131" y="16"/>
                    <a:pt x="127" y="18"/>
                  </a:cubicBezTo>
                  <a:cubicBezTo>
                    <a:pt x="127" y="18"/>
                    <a:pt x="124" y="20"/>
                    <a:pt x="122" y="20"/>
                  </a:cubicBezTo>
                  <a:cubicBezTo>
                    <a:pt x="121" y="20"/>
                    <a:pt x="121" y="20"/>
                    <a:pt x="121" y="20"/>
                  </a:cubicBezTo>
                  <a:cubicBezTo>
                    <a:pt x="126" y="28"/>
                    <a:pt x="126" y="28"/>
                    <a:pt x="126" y="28"/>
                  </a:cubicBezTo>
                  <a:cubicBezTo>
                    <a:pt x="132" y="24"/>
                    <a:pt x="135" y="21"/>
                    <a:pt x="135" y="21"/>
                  </a:cubicBezTo>
                  <a:cubicBezTo>
                    <a:pt x="135" y="21"/>
                    <a:pt x="137" y="18"/>
                    <a:pt x="137" y="17"/>
                  </a:cubicBezTo>
                  <a:cubicBezTo>
                    <a:pt x="137" y="16"/>
                    <a:pt x="137" y="16"/>
                    <a:pt x="137" y="16"/>
                  </a:cubicBezTo>
                  <a:cubicBezTo>
                    <a:pt x="137" y="15"/>
                    <a:pt x="136" y="15"/>
                    <a:pt x="135" y="15"/>
                  </a:cubicBezTo>
                  <a:moveTo>
                    <a:pt x="7" y="16"/>
                  </a:moveTo>
                  <a:cubicBezTo>
                    <a:pt x="8" y="15"/>
                    <a:pt x="8" y="15"/>
                    <a:pt x="8" y="15"/>
                  </a:cubicBezTo>
                  <a:cubicBezTo>
                    <a:pt x="8" y="15"/>
                    <a:pt x="8" y="15"/>
                    <a:pt x="8" y="15"/>
                  </a:cubicBezTo>
                  <a:cubicBezTo>
                    <a:pt x="9" y="15"/>
                    <a:pt x="10" y="14"/>
                    <a:pt x="11" y="14"/>
                  </a:cubicBezTo>
                  <a:cubicBezTo>
                    <a:pt x="12" y="14"/>
                    <a:pt x="12" y="15"/>
                    <a:pt x="13" y="15"/>
                  </a:cubicBezTo>
                  <a:cubicBezTo>
                    <a:pt x="15" y="15"/>
                    <a:pt x="17" y="17"/>
                    <a:pt x="21" y="18"/>
                  </a:cubicBezTo>
                  <a:cubicBezTo>
                    <a:pt x="22" y="18"/>
                    <a:pt x="22" y="18"/>
                    <a:pt x="22" y="18"/>
                  </a:cubicBezTo>
                  <a:cubicBezTo>
                    <a:pt x="24" y="18"/>
                    <a:pt x="24" y="17"/>
                    <a:pt x="24" y="17"/>
                  </a:cubicBezTo>
                  <a:cubicBezTo>
                    <a:pt x="24" y="16"/>
                    <a:pt x="24" y="16"/>
                    <a:pt x="24" y="16"/>
                  </a:cubicBezTo>
                  <a:cubicBezTo>
                    <a:pt x="24" y="16"/>
                    <a:pt x="24" y="16"/>
                    <a:pt x="24" y="16"/>
                  </a:cubicBezTo>
                  <a:cubicBezTo>
                    <a:pt x="23" y="15"/>
                    <a:pt x="23" y="15"/>
                    <a:pt x="23" y="15"/>
                  </a:cubicBezTo>
                  <a:cubicBezTo>
                    <a:pt x="22" y="14"/>
                    <a:pt x="21" y="13"/>
                    <a:pt x="18" y="10"/>
                  </a:cubicBezTo>
                  <a:cubicBezTo>
                    <a:pt x="13" y="6"/>
                    <a:pt x="12" y="2"/>
                    <a:pt x="12" y="0"/>
                  </a:cubicBezTo>
                  <a:cubicBezTo>
                    <a:pt x="11" y="2"/>
                    <a:pt x="10" y="4"/>
                    <a:pt x="10" y="6"/>
                  </a:cubicBezTo>
                  <a:cubicBezTo>
                    <a:pt x="10" y="9"/>
                    <a:pt x="11" y="12"/>
                    <a:pt x="11" y="12"/>
                  </a:cubicBezTo>
                  <a:cubicBezTo>
                    <a:pt x="11" y="13"/>
                    <a:pt x="11" y="13"/>
                    <a:pt x="11" y="13"/>
                  </a:cubicBezTo>
                  <a:cubicBezTo>
                    <a:pt x="11" y="13"/>
                    <a:pt x="11" y="13"/>
                    <a:pt x="11" y="13"/>
                  </a:cubicBezTo>
                  <a:cubicBezTo>
                    <a:pt x="10" y="13"/>
                    <a:pt x="10" y="13"/>
                    <a:pt x="10" y="13"/>
                  </a:cubicBezTo>
                  <a:cubicBezTo>
                    <a:pt x="10" y="12"/>
                    <a:pt x="10" y="12"/>
                    <a:pt x="10" y="12"/>
                  </a:cubicBezTo>
                  <a:cubicBezTo>
                    <a:pt x="6" y="11"/>
                    <a:pt x="3" y="8"/>
                    <a:pt x="2" y="7"/>
                  </a:cubicBezTo>
                  <a:cubicBezTo>
                    <a:pt x="2" y="12"/>
                    <a:pt x="7" y="16"/>
                    <a:pt x="7" y="16"/>
                  </a:cubicBezTo>
                  <a:moveTo>
                    <a:pt x="122" y="19"/>
                  </a:moveTo>
                  <a:cubicBezTo>
                    <a:pt x="124" y="19"/>
                    <a:pt x="127" y="18"/>
                    <a:pt x="127" y="18"/>
                  </a:cubicBezTo>
                  <a:cubicBezTo>
                    <a:pt x="130" y="15"/>
                    <a:pt x="133" y="14"/>
                    <a:pt x="135" y="14"/>
                  </a:cubicBezTo>
                  <a:cubicBezTo>
                    <a:pt x="136" y="14"/>
                    <a:pt x="136" y="14"/>
                    <a:pt x="136" y="14"/>
                  </a:cubicBezTo>
                  <a:cubicBezTo>
                    <a:pt x="138" y="16"/>
                    <a:pt x="138" y="16"/>
                    <a:pt x="138" y="16"/>
                  </a:cubicBezTo>
                  <a:cubicBezTo>
                    <a:pt x="141" y="14"/>
                    <a:pt x="142" y="10"/>
                    <a:pt x="142" y="8"/>
                  </a:cubicBezTo>
                  <a:cubicBezTo>
                    <a:pt x="140" y="10"/>
                    <a:pt x="135" y="12"/>
                    <a:pt x="135" y="12"/>
                  </a:cubicBezTo>
                  <a:cubicBezTo>
                    <a:pt x="134" y="12"/>
                    <a:pt x="134" y="12"/>
                    <a:pt x="134" y="12"/>
                  </a:cubicBezTo>
                  <a:cubicBezTo>
                    <a:pt x="134" y="11"/>
                    <a:pt x="134" y="11"/>
                    <a:pt x="134" y="11"/>
                  </a:cubicBezTo>
                  <a:cubicBezTo>
                    <a:pt x="134" y="10"/>
                    <a:pt x="134" y="10"/>
                    <a:pt x="134" y="10"/>
                  </a:cubicBezTo>
                  <a:cubicBezTo>
                    <a:pt x="134" y="5"/>
                    <a:pt x="133" y="3"/>
                    <a:pt x="132" y="1"/>
                  </a:cubicBezTo>
                  <a:cubicBezTo>
                    <a:pt x="132" y="2"/>
                    <a:pt x="132" y="2"/>
                    <a:pt x="132" y="2"/>
                  </a:cubicBezTo>
                  <a:cubicBezTo>
                    <a:pt x="132" y="4"/>
                    <a:pt x="132" y="4"/>
                    <a:pt x="132" y="4"/>
                  </a:cubicBezTo>
                  <a:cubicBezTo>
                    <a:pt x="131" y="6"/>
                    <a:pt x="127" y="10"/>
                    <a:pt x="125" y="12"/>
                  </a:cubicBezTo>
                  <a:cubicBezTo>
                    <a:pt x="124" y="14"/>
                    <a:pt x="120" y="16"/>
                    <a:pt x="120" y="18"/>
                  </a:cubicBezTo>
                  <a:cubicBezTo>
                    <a:pt x="121" y="19"/>
                    <a:pt x="121" y="19"/>
                    <a:pt x="121" y="19"/>
                  </a:cubicBezTo>
                  <a:lnTo>
                    <a:pt x="122" y="19"/>
                  </a:lnTo>
                  <a:close/>
                  <a:moveTo>
                    <a:pt x="42" y="44"/>
                  </a:moveTo>
                  <a:cubicBezTo>
                    <a:pt x="42" y="44"/>
                    <a:pt x="42" y="44"/>
                    <a:pt x="42" y="44"/>
                  </a:cubicBezTo>
                  <a:cubicBezTo>
                    <a:pt x="42" y="44"/>
                    <a:pt x="42" y="44"/>
                    <a:pt x="42" y="44"/>
                  </a:cubicBezTo>
                  <a:cubicBezTo>
                    <a:pt x="40" y="46"/>
                    <a:pt x="40" y="46"/>
                    <a:pt x="40" y="46"/>
                  </a:cubicBezTo>
                  <a:cubicBezTo>
                    <a:pt x="40" y="46"/>
                    <a:pt x="40" y="46"/>
                    <a:pt x="40" y="46"/>
                  </a:cubicBezTo>
                  <a:cubicBezTo>
                    <a:pt x="40" y="46"/>
                    <a:pt x="40" y="46"/>
                    <a:pt x="40" y="46"/>
                  </a:cubicBezTo>
                  <a:cubicBezTo>
                    <a:pt x="42" y="47"/>
                    <a:pt x="42" y="47"/>
                    <a:pt x="42" y="47"/>
                  </a:cubicBezTo>
                  <a:cubicBezTo>
                    <a:pt x="42" y="47"/>
                    <a:pt x="42" y="47"/>
                    <a:pt x="42" y="47"/>
                  </a:cubicBezTo>
                  <a:cubicBezTo>
                    <a:pt x="42" y="46"/>
                    <a:pt x="42" y="46"/>
                    <a:pt x="42" y="46"/>
                  </a:cubicBezTo>
                  <a:lnTo>
                    <a:pt x="42" y="44"/>
                  </a:lnTo>
                  <a:close/>
                  <a:moveTo>
                    <a:pt x="21" y="18"/>
                  </a:moveTo>
                  <a:cubicBezTo>
                    <a:pt x="17" y="17"/>
                    <a:pt x="15" y="16"/>
                    <a:pt x="13" y="15"/>
                  </a:cubicBezTo>
                  <a:cubicBezTo>
                    <a:pt x="11" y="15"/>
                    <a:pt x="11" y="15"/>
                    <a:pt x="11" y="15"/>
                  </a:cubicBezTo>
                  <a:cubicBezTo>
                    <a:pt x="9" y="15"/>
                    <a:pt x="8" y="15"/>
                    <a:pt x="8" y="16"/>
                  </a:cubicBezTo>
                  <a:cubicBezTo>
                    <a:pt x="8" y="17"/>
                    <a:pt x="9" y="17"/>
                    <a:pt x="10" y="19"/>
                  </a:cubicBezTo>
                  <a:cubicBezTo>
                    <a:pt x="11" y="20"/>
                    <a:pt x="11" y="20"/>
                    <a:pt x="11" y="20"/>
                  </a:cubicBezTo>
                  <a:cubicBezTo>
                    <a:pt x="11" y="21"/>
                    <a:pt x="14" y="23"/>
                    <a:pt x="18" y="26"/>
                  </a:cubicBezTo>
                  <a:cubicBezTo>
                    <a:pt x="24" y="18"/>
                    <a:pt x="24" y="18"/>
                    <a:pt x="24" y="18"/>
                  </a:cubicBezTo>
                  <a:cubicBezTo>
                    <a:pt x="22" y="18"/>
                    <a:pt x="22" y="18"/>
                    <a:pt x="22" y="18"/>
                  </a:cubicBezTo>
                  <a:lnTo>
                    <a:pt x="21" y="18"/>
                  </a:lnTo>
                  <a:close/>
                  <a:moveTo>
                    <a:pt x="127" y="32"/>
                  </a:moveTo>
                  <a:cubicBezTo>
                    <a:pt x="126" y="33"/>
                    <a:pt x="126" y="34"/>
                    <a:pt x="127" y="35"/>
                  </a:cubicBezTo>
                  <a:cubicBezTo>
                    <a:pt x="127" y="37"/>
                    <a:pt x="129" y="38"/>
                    <a:pt x="131" y="37"/>
                  </a:cubicBezTo>
                  <a:cubicBezTo>
                    <a:pt x="132" y="36"/>
                    <a:pt x="132" y="35"/>
                    <a:pt x="131" y="33"/>
                  </a:cubicBezTo>
                  <a:cubicBezTo>
                    <a:pt x="130" y="32"/>
                    <a:pt x="128" y="31"/>
                    <a:pt x="127" y="32"/>
                  </a:cubicBezTo>
                  <a:moveTo>
                    <a:pt x="71" y="51"/>
                  </a:moveTo>
                  <a:cubicBezTo>
                    <a:pt x="71" y="51"/>
                    <a:pt x="71" y="51"/>
                    <a:pt x="71" y="51"/>
                  </a:cubicBezTo>
                  <a:cubicBezTo>
                    <a:pt x="72" y="50"/>
                    <a:pt x="72" y="50"/>
                    <a:pt x="72" y="50"/>
                  </a:cubicBezTo>
                  <a:cubicBezTo>
                    <a:pt x="72" y="49"/>
                    <a:pt x="72" y="49"/>
                    <a:pt x="71" y="49"/>
                  </a:cubicBezTo>
                  <a:cubicBezTo>
                    <a:pt x="70" y="49"/>
                    <a:pt x="70" y="49"/>
                    <a:pt x="70" y="49"/>
                  </a:cubicBezTo>
                  <a:cubicBezTo>
                    <a:pt x="70" y="51"/>
                    <a:pt x="70" y="51"/>
                    <a:pt x="70" y="51"/>
                  </a:cubicBezTo>
                  <a:lnTo>
                    <a:pt x="71" y="51"/>
                  </a:lnTo>
                  <a:close/>
                  <a:moveTo>
                    <a:pt x="98" y="48"/>
                  </a:moveTo>
                  <a:cubicBezTo>
                    <a:pt x="98" y="49"/>
                    <a:pt x="98" y="49"/>
                    <a:pt x="98" y="49"/>
                  </a:cubicBezTo>
                  <a:cubicBezTo>
                    <a:pt x="98" y="50"/>
                    <a:pt x="98" y="50"/>
                    <a:pt x="98" y="50"/>
                  </a:cubicBezTo>
                  <a:cubicBezTo>
                    <a:pt x="98" y="51"/>
                    <a:pt x="98" y="52"/>
                    <a:pt x="99" y="51"/>
                  </a:cubicBezTo>
                  <a:cubicBezTo>
                    <a:pt x="100" y="51"/>
                    <a:pt x="101" y="50"/>
                    <a:pt x="100" y="49"/>
                  </a:cubicBezTo>
                  <a:cubicBezTo>
                    <a:pt x="100" y="49"/>
                    <a:pt x="100" y="48"/>
                    <a:pt x="98" y="48"/>
                  </a:cubicBezTo>
                  <a:moveTo>
                    <a:pt x="83" y="48"/>
                  </a:moveTo>
                  <a:cubicBezTo>
                    <a:pt x="82" y="49"/>
                    <a:pt x="82" y="49"/>
                    <a:pt x="82" y="49"/>
                  </a:cubicBezTo>
                  <a:cubicBezTo>
                    <a:pt x="83" y="51"/>
                    <a:pt x="83" y="51"/>
                    <a:pt x="83" y="51"/>
                  </a:cubicBezTo>
                  <a:cubicBezTo>
                    <a:pt x="83" y="51"/>
                    <a:pt x="83" y="51"/>
                    <a:pt x="83" y="51"/>
                  </a:cubicBezTo>
                  <a:cubicBezTo>
                    <a:pt x="85" y="51"/>
                    <a:pt x="85" y="50"/>
                    <a:pt x="85" y="50"/>
                  </a:cubicBezTo>
                  <a:cubicBezTo>
                    <a:pt x="85" y="49"/>
                    <a:pt x="84" y="48"/>
                    <a:pt x="83" y="48"/>
                  </a:cubicBezTo>
                  <a:moveTo>
                    <a:pt x="26" y="38"/>
                  </a:moveTo>
                  <a:cubicBezTo>
                    <a:pt x="26" y="36"/>
                    <a:pt x="26" y="36"/>
                    <a:pt x="26" y="36"/>
                  </a:cubicBezTo>
                  <a:cubicBezTo>
                    <a:pt x="25" y="36"/>
                    <a:pt x="25" y="36"/>
                    <a:pt x="25" y="36"/>
                  </a:cubicBezTo>
                  <a:cubicBezTo>
                    <a:pt x="24" y="37"/>
                    <a:pt x="24" y="37"/>
                    <a:pt x="24" y="37"/>
                  </a:cubicBezTo>
                  <a:cubicBezTo>
                    <a:pt x="25" y="38"/>
                    <a:pt x="25" y="38"/>
                    <a:pt x="25" y="38"/>
                  </a:cubicBezTo>
                  <a:cubicBezTo>
                    <a:pt x="26" y="39"/>
                    <a:pt x="26" y="38"/>
                    <a:pt x="26" y="38"/>
                  </a:cubicBezTo>
                  <a:moveTo>
                    <a:pt x="70" y="52"/>
                  </a:moveTo>
                  <a:cubicBezTo>
                    <a:pt x="70" y="52"/>
                    <a:pt x="70" y="52"/>
                    <a:pt x="70" y="52"/>
                  </a:cubicBezTo>
                  <a:cubicBezTo>
                    <a:pt x="70" y="54"/>
                    <a:pt x="70" y="54"/>
                    <a:pt x="70" y="54"/>
                  </a:cubicBezTo>
                  <a:cubicBezTo>
                    <a:pt x="70" y="54"/>
                    <a:pt x="70" y="55"/>
                    <a:pt x="71" y="55"/>
                  </a:cubicBezTo>
                  <a:cubicBezTo>
                    <a:pt x="72" y="55"/>
                    <a:pt x="72" y="54"/>
                    <a:pt x="73" y="53"/>
                  </a:cubicBezTo>
                  <a:cubicBezTo>
                    <a:pt x="73" y="53"/>
                    <a:pt x="72" y="52"/>
                    <a:pt x="70" y="52"/>
                  </a:cubicBezTo>
                  <a:moveTo>
                    <a:pt x="98" y="48"/>
                  </a:moveTo>
                  <a:cubicBezTo>
                    <a:pt x="98" y="48"/>
                    <a:pt x="98" y="48"/>
                    <a:pt x="98" y="48"/>
                  </a:cubicBezTo>
                  <a:cubicBezTo>
                    <a:pt x="99" y="47"/>
                    <a:pt x="99" y="47"/>
                    <a:pt x="99" y="47"/>
                  </a:cubicBezTo>
                  <a:cubicBezTo>
                    <a:pt x="99" y="46"/>
                    <a:pt x="98" y="45"/>
                    <a:pt x="97" y="45"/>
                  </a:cubicBezTo>
                  <a:cubicBezTo>
                    <a:pt x="97" y="47"/>
                    <a:pt x="97" y="47"/>
                    <a:pt x="97" y="47"/>
                  </a:cubicBezTo>
                  <a:cubicBezTo>
                    <a:pt x="97" y="48"/>
                    <a:pt x="97" y="48"/>
                    <a:pt x="97" y="48"/>
                  </a:cubicBezTo>
                  <a:lnTo>
                    <a:pt x="98" y="48"/>
                  </a:lnTo>
                  <a:close/>
                  <a:moveTo>
                    <a:pt x="91" y="48"/>
                  </a:moveTo>
                  <a:cubicBezTo>
                    <a:pt x="91" y="48"/>
                    <a:pt x="91" y="48"/>
                    <a:pt x="91" y="48"/>
                  </a:cubicBezTo>
                  <a:cubicBezTo>
                    <a:pt x="90" y="48"/>
                    <a:pt x="90" y="48"/>
                    <a:pt x="90" y="48"/>
                  </a:cubicBezTo>
                  <a:cubicBezTo>
                    <a:pt x="90" y="50"/>
                    <a:pt x="90" y="50"/>
                    <a:pt x="90" y="50"/>
                  </a:cubicBezTo>
                  <a:cubicBezTo>
                    <a:pt x="90" y="51"/>
                    <a:pt x="90" y="51"/>
                    <a:pt x="90" y="51"/>
                  </a:cubicBezTo>
                  <a:cubicBezTo>
                    <a:pt x="90" y="51"/>
                    <a:pt x="90" y="51"/>
                    <a:pt x="90" y="51"/>
                  </a:cubicBezTo>
                  <a:cubicBezTo>
                    <a:pt x="92" y="50"/>
                    <a:pt x="92" y="50"/>
                    <a:pt x="92" y="50"/>
                  </a:cubicBezTo>
                  <a:cubicBezTo>
                    <a:pt x="92" y="50"/>
                    <a:pt x="92" y="50"/>
                    <a:pt x="92" y="50"/>
                  </a:cubicBezTo>
                  <a:cubicBezTo>
                    <a:pt x="92" y="50"/>
                    <a:pt x="92" y="50"/>
                    <a:pt x="92" y="50"/>
                  </a:cubicBezTo>
                  <a:lnTo>
                    <a:pt x="91" y="48"/>
                  </a:lnTo>
                  <a:close/>
                  <a:moveTo>
                    <a:pt x="11" y="21"/>
                  </a:moveTo>
                  <a:cubicBezTo>
                    <a:pt x="9" y="19"/>
                    <a:pt x="9" y="19"/>
                    <a:pt x="9" y="19"/>
                  </a:cubicBezTo>
                  <a:cubicBezTo>
                    <a:pt x="8" y="18"/>
                    <a:pt x="8" y="17"/>
                    <a:pt x="8" y="16"/>
                  </a:cubicBezTo>
                  <a:cubicBezTo>
                    <a:pt x="7" y="17"/>
                    <a:pt x="7" y="17"/>
                    <a:pt x="7" y="17"/>
                  </a:cubicBezTo>
                  <a:cubicBezTo>
                    <a:pt x="7" y="17"/>
                    <a:pt x="5" y="19"/>
                    <a:pt x="2" y="23"/>
                  </a:cubicBezTo>
                  <a:cubicBezTo>
                    <a:pt x="1" y="24"/>
                    <a:pt x="0" y="25"/>
                    <a:pt x="0" y="26"/>
                  </a:cubicBezTo>
                  <a:cubicBezTo>
                    <a:pt x="0" y="28"/>
                    <a:pt x="2" y="30"/>
                    <a:pt x="2" y="30"/>
                  </a:cubicBezTo>
                  <a:cubicBezTo>
                    <a:pt x="2" y="30"/>
                    <a:pt x="10" y="37"/>
                    <a:pt x="23" y="44"/>
                  </a:cubicBezTo>
                  <a:cubicBezTo>
                    <a:pt x="35" y="50"/>
                    <a:pt x="53" y="57"/>
                    <a:pt x="74" y="57"/>
                  </a:cubicBezTo>
                  <a:cubicBezTo>
                    <a:pt x="114" y="57"/>
                    <a:pt x="140" y="33"/>
                    <a:pt x="143" y="30"/>
                  </a:cubicBezTo>
                  <a:cubicBezTo>
                    <a:pt x="145" y="28"/>
                    <a:pt x="145" y="26"/>
                    <a:pt x="145" y="25"/>
                  </a:cubicBezTo>
                  <a:cubicBezTo>
                    <a:pt x="145" y="24"/>
                    <a:pt x="145" y="23"/>
                    <a:pt x="145" y="23"/>
                  </a:cubicBezTo>
                  <a:cubicBezTo>
                    <a:pt x="138" y="17"/>
                    <a:pt x="138" y="17"/>
                    <a:pt x="138" y="17"/>
                  </a:cubicBezTo>
                  <a:cubicBezTo>
                    <a:pt x="138" y="16"/>
                    <a:pt x="138" y="16"/>
                    <a:pt x="138" y="16"/>
                  </a:cubicBezTo>
                  <a:cubicBezTo>
                    <a:pt x="138" y="17"/>
                    <a:pt x="138" y="17"/>
                    <a:pt x="138" y="17"/>
                  </a:cubicBezTo>
                  <a:cubicBezTo>
                    <a:pt x="138" y="19"/>
                    <a:pt x="135" y="21"/>
                    <a:pt x="135" y="21"/>
                  </a:cubicBezTo>
                  <a:cubicBezTo>
                    <a:pt x="135" y="21"/>
                    <a:pt x="120" y="36"/>
                    <a:pt x="95" y="42"/>
                  </a:cubicBezTo>
                  <a:cubicBezTo>
                    <a:pt x="94" y="42"/>
                    <a:pt x="94" y="42"/>
                    <a:pt x="94" y="42"/>
                  </a:cubicBezTo>
                  <a:cubicBezTo>
                    <a:pt x="93" y="43"/>
                    <a:pt x="92" y="43"/>
                    <a:pt x="91" y="43"/>
                  </a:cubicBezTo>
                  <a:cubicBezTo>
                    <a:pt x="91" y="43"/>
                    <a:pt x="91" y="43"/>
                    <a:pt x="91" y="43"/>
                  </a:cubicBezTo>
                  <a:cubicBezTo>
                    <a:pt x="89" y="44"/>
                    <a:pt x="88" y="44"/>
                    <a:pt x="87" y="44"/>
                  </a:cubicBezTo>
                  <a:cubicBezTo>
                    <a:pt x="86" y="44"/>
                    <a:pt x="86" y="44"/>
                    <a:pt x="86" y="44"/>
                  </a:cubicBezTo>
                  <a:cubicBezTo>
                    <a:pt x="85" y="44"/>
                    <a:pt x="84" y="44"/>
                    <a:pt x="83" y="44"/>
                  </a:cubicBezTo>
                  <a:cubicBezTo>
                    <a:pt x="82" y="44"/>
                    <a:pt x="82" y="44"/>
                    <a:pt x="82" y="44"/>
                  </a:cubicBezTo>
                  <a:cubicBezTo>
                    <a:pt x="81" y="45"/>
                    <a:pt x="80" y="45"/>
                    <a:pt x="79" y="45"/>
                  </a:cubicBezTo>
                  <a:cubicBezTo>
                    <a:pt x="78" y="45"/>
                    <a:pt x="78" y="45"/>
                    <a:pt x="78" y="45"/>
                  </a:cubicBezTo>
                  <a:cubicBezTo>
                    <a:pt x="76" y="45"/>
                    <a:pt x="75" y="45"/>
                    <a:pt x="74" y="45"/>
                  </a:cubicBezTo>
                  <a:cubicBezTo>
                    <a:pt x="74" y="45"/>
                    <a:pt x="74" y="45"/>
                    <a:pt x="74" y="45"/>
                  </a:cubicBezTo>
                  <a:cubicBezTo>
                    <a:pt x="73" y="45"/>
                    <a:pt x="73" y="45"/>
                    <a:pt x="73" y="45"/>
                  </a:cubicBezTo>
                  <a:cubicBezTo>
                    <a:pt x="72" y="45"/>
                    <a:pt x="71" y="45"/>
                    <a:pt x="69" y="45"/>
                  </a:cubicBezTo>
                  <a:cubicBezTo>
                    <a:pt x="68" y="45"/>
                    <a:pt x="68" y="45"/>
                    <a:pt x="68" y="45"/>
                  </a:cubicBezTo>
                  <a:cubicBezTo>
                    <a:pt x="67" y="45"/>
                    <a:pt x="66" y="45"/>
                    <a:pt x="65" y="44"/>
                  </a:cubicBezTo>
                  <a:cubicBezTo>
                    <a:pt x="64" y="44"/>
                    <a:pt x="64" y="44"/>
                    <a:pt x="64" y="44"/>
                  </a:cubicBezTo>
                  <a:cubicBezTo>
                    <a:pt x="63" y="44"/>
                    <a:pt x="61" y="44"/>
                    <a:pt x="60" y="44"/>
                  </a:cubicBezTo>
                  <a:cubicBezTo>
                    <a:pt x="59" y="44"/>
                    <a:pt x="59" y="44"/>
                    <a:pt x="59" y="44"/>
                  </a:cubicBezTo>
                  <a:cubicBezTo>
                    <a:pt x="58" y="44"/>
                    <a:pt x="57" y="43"/>
                    <a:pt x="56" y="43"/>
                  </a:cubicBezTo>
                  <a:cubicBezTo>
                    <a:pt x="55" y="43"/>
                    <a:pt x="55" y="43"/>
                    <a:pt x="55" y="43"/>
                  </a:cubicBezTo>
                  <a:cubicBezTo>
                    <a:pt x="28" y="37"/>
                    <a:pt x="11" y="21"/>
                    <a:pt x="11" y="21"/>
                  </a:cubicBezTo>
                  <a:moveTo>
                    <a:pt x="11" y="34"/>
                  </a:moveTo>
                  <a:cubicBezTo>
                    <a:pt x="11" y="34"/>
                    <a:pt x="11" y="34"/>
                    <a:pt x="11" y="34"/>
                  </a:cubicBezTo>
                  <a:cubicBezTo>
                    <a:pt x="13" y="27"/>
                    <a:pt x="13" y="27"/>
                    <a:pt x="13" y="27"/>
                  </a:cubicBezTo>
                  <a:cubicBezTo>
                    <a:pt x="13" y="27"/>
                    <a:pt x="13" y="27"/>
                    <a:pt x="13" y="27"/>
                  </a:cubicBezTo>
                  <a:cubicBezTo>
                    <a:pt x="12" y="26"/>
                    <a:pt x="12" y="26"/>
                    <a:pt x="12" y="26"/>
                  </a:cubicBezTo>
                  <a:cubicBezTo>
                    <a:pt x="13" y="27"/>
                    <a:pt x="13" y="27"/>
                    <a:pt x="13" y="27"/>
                  </a:cubicBezTo>
                  <a:cubicBezTo>
                    <a:pt x="14" y="27"/>
                    <a:pt x="14" y="27"/>
                    <a:pt x="14" y="27"/>
                  </a:cubicBezTo>
                  <a:cubicBezTo>
                    <a:pt x="15" y="28"/>
                    <a:pt x="15" y="28"/>
                    <a:pt x="15" y="28"/>
                  </a:cubicBezTo>
                  <a:cubicBezTo>
                    <a:pt x="15" y="28"/>
                    <a:pt x="15" y="28"/>
                    <a:pt x="15" y="28"/>
                  </a:cubicBezTo>
                  <a:cubicBezTo>
                    <a:pt x="14" y="28"/>
                    <a:pt x="14" y="28"/>
                    <a:pt x="14" y="28"/>
                  </a:cubicBezTo>
                  <a:cubicBezTo>
                    <a:pt x="14" y="29"/>
                    <a:pt x="14" y="29"/>
                    <a:pt x="14" y="29"/>
                  </a:cubicBezTo>
                  <a:cubicBezTo>
                    <a:pt x="13" y="33"/>
                    <a:pt x="13" y="33"/>
                    <a:pt x="13" y="33"/>
                  </a:cubicBezTo>
                  <a:cubicBezTo>
                    <a:pt x="13" y="33"/>
                    <a:pt x="13" y="33"/>
                    <a:pt x="13" y="33"/>
                  </a:cubicBezTo>
                  <a:cubicBezTo>
                    <a:pt x="13" y="33"/>
                    <a:pt x="13" y="33"/>
                    <a:pt x="13" y="33"/>
                  </a:cubicBezTo>
                  <a:cubicBezTo>
                    <a:pt x="16" y="31"/>
                    <a:pt x="16" y="31"/>
                    <a:pt x="16" y="31"/>
                  </a:cubicBezTo>
                  <a:cubicBezTo>
                    <a:pt x="17" y="31"/>
                    <a:pt x="17" y="31"/>
                    <a:pt x="17" y="31"/>
                  </a:cubicBezTo>
                  <a:cubicBezTo>
                    <a:pt x="16" y="29"/>
                    <a:pt x="16" y="29"/>
                    <a:pt x="16" y="29"/>
                  </a:cubicBezTo>
                  <a:cubicBezTo>
                    <a:pt x="17" y="29"/>
                    <a:pt x="17" y="29"/>
                    <a:pt x="17" y="29"/>
                  </a:cubicBezTo>
                  <a:cubicBezTo>
                    <a:pt x="17" y="30"/>
                    <a:pt x="17" y="30"/>
                    <a:pt x="17" y="30"/>
                  </a:cubicBezTo>
                  <a:cubicBezTo>
                    <a:pt x="18" y="30"/>
                    <a:pt x="18" y="30"/>
                    <a:pt x="18" y="30"/>
                  </a:cubicBezTo>
                  <a:cubicBezTo>
                    <a:pt x="18" y="31"/>
                    <a:pt x="18" y="31"/>
                    <a:pt x="18" y="31"/>
                  </a:cubicBezTo>
                  <a:cubicBezTo>
                    <a:pt x="17" y="31"/>
                    <a:pt x="17" y="31"/>
                    <a:pt x="17" y="31"/>
                  </a:cubicBezTo>
                  <a:cubicBezTo>
                    <a:pt x="12" y="34"/>
                    <a:pt x="12" y="34"/>
                    <a:pt x="12" y="34"/>
                  </a:cubicBezTo>
                  <a:lnTo>
                    <a:pt x="11" y="34"/>
                  </a:lnTo>
                  <a:close/>
                  <a:moveTo>
                    <a:pt x="18" y="39"/>
                  </a:moveTo>
                  <a:cubicBezTo>
                    <a:pt x="17" y="38"/>
                    <a:pt x="17" y="38"/>
                    <a:pt x="16" y="37"/>
                  </a:cubicBezTo>
                  <a:cubicBezTo>
                    <a:pt x="15" y="37"/>
                    <a:pt x="15" y="37"/>
                    <a:pt x="15" y="37"/>
                  </a:cubicBezTo>
                  <a:cubicBezTo>
                    <a:pt x="15" y="37"/>
                    <a:pt x="15" y="37"/>
                    <a:pt x="15" y="37"/>
                  </a:cubicBezTo>
                  <a:cubicBezTo>
                    <a:pt x="15" y="36"/>
                    <a:pt x="16" y="37"/>
                    <a:pt x="16" y="36"/>
                  </a:cubicBezTo>
                  <a:cubicBezTo>
                    <a:pt x="19" y="32"/>
                    <a:pt x="19" y="32"/>
                    <a:pt x="19" y="32"/>
                  </a:cubicBezTo>
                  <a:cubicBezTo>
                    <a:pt x="18" y="31"/>
                    <a:pt x="18" y="31"/>
                    <a:pt x="18" y="31"/>
                  </a:cubicBezTo>
                  <a:cubicBezTo>
                    <a:pt x="19" y="31"/>
                    <a:pt x="19" y="31"/>
                    <a:pt x="19" y="31"/>
                  </a:cubicBezTo>
                  <a:cubicBezTo>
                    <a:pt x="19" y="31"/>
                    <a:pt x="20" y="31"/>
                    <a:pt x="21" y="32"/>
                  </a:cubicBezTo>
                  <a:cubicBezTo>
                    <a:pt x="23" y="33"/>
                    <a:pt x="23" y="33"/>
                    <a:pt x="23" y="33"/>
                  </a:cubicBezTo>
                  <a:cubicBezTo>
                    <a:pt x="23" y="34"/>
                    <a:pt x="23" y="34"/>
                    <a:pt x="23" y="34"/>
                  </a:cubicBezTo>
                  <a:cubicBezTo>
                    <a:pt x="22" y="34"/>
                    <a:pt x="22" y="34"/>
                    <a:pt x="22" y="34"/>
                  </a:cubicBezTo>
                  <a:cubicBezTo>
                    <a:pt x="22" y="35"/>
                    <a:pt x="22" y="35"/>
                    <a:pt x="22" y="35"/>
                  </a:cubicBezTo>
                  <a:cubicBezTo>
                    <a:pt x="22" y="34"/>
                    <a:pt x="23" y="34"/>
                    <a:pt x="21" y="33"/>
                  </a:cubicBezTo>
                  <a:cubicBezTo>
                    <a:pt x="20" y="32"/>
                    <a:pt x="20" y="32"/>
                    <a:pt x="20" y="33"/>
                  </a:cubicBezTo>
                  <a:cubicBezTo>
                    <a:pt x="19" y="34"/>
                    <a:pt x="19" y="34"/>
                    <a:pt x="19" y="34"/>
                  </a:cubicBezTo>
                  <a:cubicBezTo>
                    <a:pt x="19" y="35"/>
                    <a:pt x="19" y="35"/>
                    <a:pt x="19" y="35"/>
                  </a:cubicBezTo>
                  <a:cubicBezTo>
                    <a:pt x="20" y="35"/>
                    <a:pt x="20" y="35"/>
                    <a:pt x="20" y="35"/>
                  </a:cubicBezTo>
                  <a:cubicBezTo>
                    <a:pt x="21" y="35"/>
                    <a:pt x="21" y="35"/>
                    <a:pt x="21" y="35"/>
                  </a:cubicBezTo>
                  <a:cubicBezTo>
                    <a:pt x="21" y="35"/>
                    <a:pt x="21" y="35"/>
                    <a:pt x="21" y="35"/>
                  </a:cubicBezTo>
                  <a:cubicBezTo>
                    <a:pt x="20" y="37"/>
                    <a:pt x="20" y="37"/>
                    <a:pt x="20" y="37"/>
                  </a:cubicBezTo>
                  <a:cubicBezTo>
                    <a:pt x="20" y="37"/>
                    <a:pt x="20" y="37"/>
                    <a:pt x="20" y="37"/>
                  </a:cubicBezTo>
                  <a:cubicBezTo>
                    <a:pt x="20" y="35"/>
                    <a:pt x="20" y="35"/>
                    <a:pt x="20" y="35"/>
                  </a:cubicBezTo>
                  <a:cubicBezTo>
                    <a:pt x="19" y="35"/>
                    <a:pt x="19" y="35"/>
                    <a:pt x="19" y="35"/>
                  </a:cubicBezTo>
                  <a:cubicBezTo>
                    <a:pt x="18" y="35"/>
                    <a:pt x="18" y="35"/>
                    <a:pt x="18" y="35"/>
                  </a:cubicBezTo>
                  <a:cubicBezTo>
                    <a:pt x="17" y="37"/>
                    <a:pt x="17" y="37"/>
                    <a:pt x="17" y="37"/>
                  </a:cubicBezTo>
                  <a:cubicBezTo>
                    <a:pt x="18" y="38"/>
                    <a:pt x="18" y="38"/>
                    <a:pt x="18" y="38"/>
                  </a:cubicBezTo>
                  <a:cubicBezTo>
                    <a:pt x="20" y="39"/>
                    <a:pt x="20" y="38"/>
                    <a:pt x="21" y="38"/>
                  </a:cubicBezTo>
                  <a:cubicBezTo>
                    <a:pt x="21" y="38"/>
                    <a:pt x="21" y="38"/>
                    <a:pt x="21" y="38"/>
                  </a:cubicBezTo>
                  <a:lnTo>
                    <a:pt x="18" y="39"/>
                  </a:lnTo>
                  <a:close/>
                  <a:moveTo>
                    <a:pt x="26" y="42"/>
                  </a:moveTo>
                  <a:cubicBezTo>
                    <a:pt x="26" y="42"/>
                    <a:pt x="26" y="42"/>
                    <a:pt x="26" y="42"/>
                  </a:cubicBezTo>
                  <a:cubicBezTo>
                    <a:pt x="26" y="43"/>
                    <a:pt x="26" y="43"/>
                    <a:pt x="26" y="43"/>
                  </a:cubicBezTo>
                  <a:cubicBezTo>
                    <a:pt x="26" y="43"/>
                    <a:pt x="26" y="43"/>
                    <a:pt x="26" y="43"/>
                  </a:cubicBezTo>
                  <a:cubicBezTo>
                    <a:pt x="25" y="43"/>
                    <a:pt x="25" y="43"/>
                    <a:pt x="25" y="43"/>
                  </a:cubicBezTo>
                  <a:cubicBezTo>
                    <a:pt x="25" y="41"/>
                    <a:pt x="25" y="41"/>
                    <a:pt x="25" y="41"/>
                  </a:cubicBezTo>
                  <a:cubicBezTo>
                    <a:pt x="25" y="39"/>
                    <a:pt x="25" y="39"/>
                    <a:pt x="25" y="39"/>
                  </a:cubicBezTo>
                  <a:cubicBezTo>
                    <a:pt x="24" y="38"/>
                    <a:pt x="24" y="38"/>
                    <a:pt x="24" y="38"/>
                  </a:cubicBezTo>
                  <a:cubicBezTo>
                    <a:pt x="24" y="38"/>
                    <a:pt x="24" y="38"/>
                    <a:pt x="24" y="38"/>
                  </a:cubicBezTo>
                  <a:cubicBezTo>
                    <a:pt x="23" y="40"/>
                    <a:pt x="23" y="40"/>
                    <a:pt x="23" y="40"/>
                  </a:cubicBezTo>
                  <a:cubicBezTo>
                    <a:pt x="22" y="41"/>
                    <a:pt x="23" y="41"/>
                    <a:pt x="23" y="41"/>
                  </a:cubicBezTo>
                  <a:cubicBezTo>
                    <a:pt x="23" y="41"/>
                    <a:pt x="23" y="41"/>
                    <a:pt x="23" y="41"/>
                  </a:cubicBezTo>
                  <a:cubicBezTo>
                    <a:pt x="22" y="41"/>
                    <a:pt x="22" y="41"/>
                    <a:pt x="22" y="41"/>
                  </a:cubicBezTo>
                  <a:cubicBezTo>
                    <a:pt x="21" y="40"/>
                    <a:pt x="21" y="40"/>
                    <a:pt x="21" y="40"/>
                  </a:cubicBezTo>
                  <a:cubicBezTo>
                    <a:pt x="20" y="40"/>
                    <a:pt x="20" y="40"/>
                    <a:pt x="20" y="40"/>
                  </a:cubicBezTo>
                  <a:cubicBezTo>
                    <a:pt x="21" y="40"/>
                    <a:pt x="21" y="40"/>
                    <a:pt x="22" y="39"/>
                  </a:cubicBezTo>
                  <a:cubicBezTo>
                    <a:pt x="24" y="35"/>
                    <a:pt x="24" y="35"/>
                    <a:pt x="24" y="35"/>
                  </a:cubicBezTo>
                  <a:cubicBezTo>
                    <a:pt x="24" y="34"/>
                    <a:pt x="23" y="34"/>
                    <a:pt x="23" y="34"/>
                  </a:cubicBezTo>
                  <a:cubicBezTo>
                    <a:pt x="24" y="34"/>
                    <a:pt x="24" y="34"/>
                    <a:pt x="24" y="34"/>
                  </a:cubicBezTo>
                  <a:cubicBezTo>
                    <a:pt x="25" y="34"/>
                    <a:pt x="25" y="34"/>
                    <a:pt x="25" y="34"/>
                  </a:cubicBezTo>
                  <a:cubicBezTo>
                    <a:pt x="26" y="35"/>
                    <a:pt x="26" y="35"/>
                    <a:pt x="26" y="35"/>
                  </a:cubicBezTo>
                  <a:cubicBezTo>
                    <a:pt x="28" y="36"/>
                    <a:pt x="28" y="38"/>
                    <a:pt x="28" y="38"/>
                  </a:cubicBezTo>
                  <a:cubicBezTo>
                    <a:pt x="27" y="39"/>
                    <a:pt x="27" y="39"/>
                    <a:pt x="27" y="39"/>
                  </a:cubicBezTo>
                  <a:cubicBezTo>
                    <a:pt x="26" y="39"/>
                    <a:pt x="26" y="39"/>
                    <a:pt x="26" y="39"/>
                  </a:cubicBezTo>
                  <a:cubicBezTo>
                    <a:pt x="26" y="39"/>
                    <a:pt x="26" y="41"/>
                    <a:pt x="26" y="42"/>
                  </a:cubicBezTo>
                  <a:moveTo>
                    <a:pt x="31" y="39"/>
                  </a:moveTo>
                  <a:cubicBezTo>
                    <a:pt x="29" y="43"/>
                    <a:pt x="29" y="43"/>
                    <a:pt x="29" y="43"/>
                  </a:cubicBezTo>
                  <a:cubicBezTo>
                    <a:pt x="29" y="44"/>
                    <a:pt x="30" y="45"/>
                    <a:pt x="30" y="45"/>
                  </a:cubicBezTo>
                  <a:cubicBezTo>
                    <a:pt x="30" y="45"/>
                    <a:pt x="30" y="45"/>
                    <a:pt x="30" y="45"/>
                  </a:cubicBezTo>
                  <a:cubicBezTo>
                    <a:pt x="28" y="44"/>
                    <a:pt x="28" y="44"/>
                    <a:pt x="28" y="44"/>
                  </a:cubicBezTo>
                  <a:cubicBezTo>
                    <a:pt x="27" y="44"/>
                    <a:pt x="27" y="44"/>
                    <a:pt x="27" y="44"/>
                  </a:cubicBezTo>
                  <a:cubicBezTo>
                    <a:pt x="27" y="44"/>
                    <a:pt x="27" y="44"/>
                    <a:pt x="27" y="44"/>
                  </a:cubicBezTo>
                  <a:cubicBezTo>
                    <a:pt x="28" y="43"/>
                    <a:pt x="28" y="43"/>
                    <a:pt x="28" y="43"/>
                  </a:cubicBezTo>
                  <a:cubicBezTo>
                    <a:pt x="30" y="39"/>
                    <a:pt x="30" y="39"/>
                    <a:pt x="30" y="39"/>
                  </a:cubicBezTo>
                  <a:cubicBezTo>
                    <a:pt x="30" y="37"/>
                    <a:pt x="30" y="37"/>
                    <a:pt x="30" y="37"/>
                  </a:cubicBezTo>
                  <a:cubicBezTo>
                    <a:pt x="30" y="37"/>
                    <a:pt x="30" y="37"/>
                    <a:pt x="30" y="37"/>
                  </a:cubicBezTo>
                  <a:cubicBezTo>
                    <a:pt x="31" y="38"/>
                    <a:pt x="31" y="38"/>
                    <a:pt x="31" y="38"/>
                  </a:cubicBezTo>
                  <a:cubicBezTo>
                    <a:pt x="32" y="38"/>
                    <a:pt x="32" y="38"/>
                    <a:pt x="32" y="38"/>
                  </a:cubicBezTo>
                  <a:cubicBezTo>
                    <a:pt x="33" y="39"/>
                    <a:pt x="33" y="39"/>
                    <a:pt x="33" y="39"/>
                  </a:cubicBezTo>
                  <a:cubicBezTo>
                    <a:pt x="32" y="39"/>
                    <a:pt x="32" y="38"/>
                    <a:pt x="31" y="39"/>
                  </a:cubicBezTo>
                  <a:moveTo>
                    <a:pt x="36" y="41"/>
                  </a:moveTo>
                  <a:cubicBezTo>
                    <a:pt x="35" y="46"/>
                    <a:pt x="35" y="46"/>
                    <a:pt x="35" y="46"/>
                  </a:cubicBezTo>
                  <a:cubicBezTo>
                    <a:pt x="34" y="47"/>
                    <a:pt x="35" y="47"/>
                    <a:pt x="35" y="47"/>
                  </a:cubicBezTo>
                  <a:cubicBezTo>
                    <a:pt x="35" y="47"/>
                    <a:pt x="35" y="47"/>
                    <a:pt x="35" y="47"/>
                  </a:cubicBezTo>
                  <a:cubicBezTo>
                    <a:pt x="33" y="47"/>
                    <a:pt x="33" y="47"/>
                    <a:pt x="33" y="47"/>
                  </a:cubicBezTo>
                  <a:cubicBezTo>
                    <a:pt x="32" y="46"/>
                    <a:pt x="32" y="46"/>
                    <a:pt x="32" y="46"/>
                  </a:cubicBezTo>
                  <a:cubicBezTo>
                    <a:pt x="32" y="46"/>
                    <a:pt x="32" y="46"/>
                    <a:pt x="32" y="46"/>
                  </a:cubicBezTo>
                  <a:cubicBezTo>
                    <a:pt x="32" y="45"/>
                    <a:pt x="33" y="46"/>
                    <a:pt x="33" y="45"/>
                  </a:cubicBezTo>
                  <a:cubicBezTo>
                    <a:pt x="35" y="41"/>
                    <a:pt x="35" y="41"/>
                    <a:pt x="35" y="41"/>
                  </a:cubicBezTo>
                  <a:cubicBezTo>
                    <a:pt x="35" y="40"/>
                    <a:pt x="35" y="40"/>
                    <a:pt x="35" y="40"/>
                  </a:cubicBezTo>
                  <a:cubicBezTo>
                    <a:pt x="34" y="40"/>
                    <a:pt x="34" y="40"/>
                    <a:pt x="34" y="40"/>
                  </a:cubicBezTo>
                  <a:cubicBezTo>
                    <a:pt x="33" y="40"/>
                    <a:pt x="33" y="41"/>
                    <a:pt x="33" y="41"/>
                  </a:cubicBezTo>
                  <a:cubicBezTo>
                    <a:pt x="33" y="40"/>
                    <a:pt x="33" y="40"/>
                    <a:pt x="33" y="40"/>
                  </a:cubicBezTo>
                  <a:cubicBezTo>
                    <a:pt x="33" y="39"/>
                    <a:pt x="33" y="39"/>
                    <a:pt x="33" y="39"/>
                  </a:cubicBezTo>
                  <a:cubicBezTo>
                    <a:pt x="33" y="39"/>
                    <a:pt x="33" y="39"/>
                    <a:pt x="33" y="39"/>
                  </a:cubicBezTo>
                  <a:cubicBezTo>
                    <a:pt x="34" y="39"/>
                    <a:pt x="35" y="40"/>
                    <a:pt x="36" y="40"/>
                  </a:cubicBezTo>
                  <a:cubicBezTo>
                    <a:pt x="38" y="41"/>
                    <a:pt x="38" y="41"/>
                    <a:pt x="39" y="41"/>
                  </a:cubicBezTo>
                  <a:cubicBezTo>
                    <a:pt x="39" y="42"/>
                    <a:pt x="39" y="42"/>
                    <a:pt x="39" y="42"/>
                  </a:cubicBezTo>
                  <a:cubicBezTo>
                    <a:pt x="39" y="42"/>
                    <a:pt x="39" y="42"/>
                    <a:pt x="39" y="42"/>
                  </a:cubicBezTo>
                  <a:cubicBezTo>
                    <a:pt x="38" y="43"/>
                    <a:pt x="38" y="43"/>
                    <a:pt x="38" y="43"/>
                  </a:cubicBezTo>
                  <a:cubicBezTo>
                    <a:pt x="38" y="43"/>
                    <a:pt x="39" y="42"/>
                    <a:pt x="38" y="42"/>
                  </a:cubicBezTo>
                  <a:cubicBezTo>
                    <a:pt x="37" y="41"/>
                    <a:pt x="37" y="41"/>
                    <a:pt x="37" y="41"/>
                  </a:cubicBezTo>
                  <a:lnTo>
                    <a:pt x="36" y="41"/>
                  </a:lnTo>
                  <a:close/>
                  <a:moveTo>
                    <a:pt x="44" y="50"/>
                  </a:moveTo>
                  <a:cubicBezTo>
                    <a:pt x="44" y="50"/>
                    <a:pt x="44" y="50"/>
                    <a:pt x="44" y="50"/>
                  </a:cubicBezTo>
                  <a:cubicBezTo>
                    <a:pt x="42" y="50"/>
                    <a:pt x="42" y="50"/>
                    <a:pt x="42" y="50"/>
                  </a:cubicBezTo>
                  <a:cubicBezTo>
                    <a:pt x="41" y="50"/>
                    <a:pt x="41" y="50"/>
                    <a:pt x="41" y="50"/>
                  </a:cubicBezTo>
                  <a:cubicBezTo>
                    <a:pt x="41" y="49"/>
                    <a:pt x="41" y="49"/>
                    <a:pt x="41" y="49"/>
                  </a:cubicBezTo>
                  <a:cubicBezTo>
                    <a:pt x="42" y="49"/>
                    <a:pt x="42" y="49"/>
                    <a:pt x="42" y="49"/>
                  </a:cubicBezTo>
                  <a:cubicBezTo>
                    <a:pt x="42" y="48"/>
                    <a:pt x="42" y="48"/>
                    <a:pt x="42" y="48"/>
                  </a:cubicBezTo>
                  <a:cubicBezTo>
                    <a:pt x="42" y="47"/>
                    <a:pt x="42" y="47"/>
                    <a:pt x="42"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8" y="48"/>
                    <a:pt x="38" y="48"/>
                    <a:pt x="38" y="48"/>
                  </a:cubicBezTo>
                  <a:cubicBezTo>
                    <a:pt x="37" y="48"/>
                    <a:pt x="37" y="48"/>
                    <a:pt x="37" y="48"/>
                  </a:cubicBezTo>
                  <a:cubicBezTo>
                    <a:pt x="37" y="48"/>
                    <a:pt x="37" y="48"/>
                    <a:pt x="37" y="48"/>
                  </a:cubicBezTo>
                  <a:cubicBezTo>
                    <a:pt x="38" y="48"/>
                    <a:pt x="38" y="48"/>
                    <a:pt x="38" y="48"/>
                  </a:cubicBezTo>
                  <a:cubicBezTo>
                    <a:pt x="42" y="43"/>
                    <a:pt x="42" y="43"/>
                    <a:pt x="42" y="43"/>
                  </a:cubicBezTo>
                  <a:cubicBezTo>
                    <a:pt x="43" y="43"/>
                    <a:pt x="43" y="43"/>
                    <a:pt x="43" y="43"/>
                  </a:cubicBezTo>
                  <a:cubicBezTo>
                    <a:pt x="43" y="43"/>
                    <a:pt x="43" y="43"/>
                    <a:pt x="43" y="43"/>
                  </a:cubicBezTo>
                  <a:cubicBezTo>
                    <a:pt x="43" y="50"/>
                    <a:pt x="43" y="50"/>
                    <a:pt x="43" y="50"/>
                  </a:cubicBezTo>
                  <a:lnTo>
                    <a:pt x="44" y="50"/>
                  </a:lnTo>
                  <a:close/>
                  <a:moveTo>
                    <a:pt x="51" y="46"/>
                  </a:moveTo>
                  <a:cubicBezTo>
                    <a:pt x="50" y="47"/>
                    <a:pt x="50" y="47"/>
                    <a:pt x="50" y="47"/>
                  </a:cubicBezTo>
                  <a:cubicBezTo>
                    <a:pt x="50" y="47"/>
                    <a:pt x="50" y="47"/>
                    <a:pt x="50" y="47"/>
                  </a:cubicBezTo>
                  <a:cubicBezTo>
                    <a:pt x="50" y="47"/>
                    <a:pt x="50" y="45"/>
                    <a:pt x="49" y="45"/>
                  </a:cubicBezTo>
                  <a:cubicBezTo>
                    <a:pt x="47" y="46"/>
                    <a:pt x="47" y="46"/>
                    <a:pt x="47" y="46"/>
                  </a:cubicBezTo>
                  <a:cubicBezTo>
                    <a:pt x="47" y="46"/>
                    <a:pt x="48" y="47"/>
                    <a:pt x="49" y="47"/>
                  </a:cubicBezTo>
                  <a:cubicBezTo>
                    <a:pt x="50" y="48"/>
                    <a:pt x="50" y="49"/>
                    <a:pt x="50" y="50"/>
                  </a:cubicBezTo>
                  <a:cubicBezTo>
                    <a:pt x="49" y="51"/>
                    <a:pt x="48" y="52"/>
                    <a:pt x="47" y="51"/>
                  </a:cubicBezTo>
                  <a:cubicBezTo>
                    <a:pt x="46" y="51"/>
                    <a:pt x="46" y="51"/>
                    <a:pt x="46" y="51"/>
                  </a:cubicBezTo>
                  <a:cubicBezTo>
                    <a:pt x="45" y="50"/>
                    <a:pt x="45" y="50"/>
                    <a:pt x="45" y="50"/>
                  </a:cubicBezTo>
                  <a:cubicBezTo>
                    <a:pt x="45" y="49"/>
                    <a:pt x="45" y="49"/>
                    <a:pt x="45" y="49"/>
                  </a:cubicBezTo>
                  <a:cubicBezTo>
                    <a:pt x="46" y="48"/>
                    <a:pt x="46" y="48"/>
                    <a:pt x="46" y="48"/>
                  </a:cubicBezTo>
                  <a:cubicBezTo>
                    <a:pt x="46" y="49"/>
                    <a:pt x="46" y="49"/>
                    <a:pt x="46" y="49"/>
                  </a:cubicBezTo>
                  <a:cubicBezTo>
                    <a:pt x="46" y="50"/>
                    <a:pt x="46" y="51"/>
                    <a:pt x="47" y="51"/>
                  </a:cubicBezTo>
                  <a:cubicBezTo>
                    <a:pt x="49" y="50"/>
                    <a:pt x="49" y="50"/>
                    <a:pt x="49" y="50"/>
                  </a:cubicBezTo>
                  <a:cubicBezTo>
                    <a:pt x="49" y="49"/>
                    <a:pt x="49" y="49"/>
                    <a:pt x="47" y="48"/>
                  </a:cubicBezTo>
                  <a:cubicBezTo>
                    <a:pt x="47" y="47"/>
                    <a:pt x="46" y="47"/>
                    <a:pt x="46" y="46"/>
                  </a:cubicBezTo>
                  <a:cubicBezTo>
                    <a:pt x="47" y="45"/>
                    <a:pt x="48" y="44"/>
                    <a:pt x="49" y="45"/>
                  </a:cubicBezTo>
                  <a:cubicBezTo>
                    <a:pt x="50" y="45"/>
                    <a:pt x="50" y="45"/>
                    <a:pt x="50" y="45"/>
                  </a:cubicBezTo>
                  <a:cubicBezTo>
                    <a:pt x="51" y="45"/>
                    <a:pt x="51" y="45"/>
                    <a:pt x="51" y="45"/>
                  </a:cubicBezTo>
                  <a:lnTo>
                    <a:pt x="51" y="46"/>
                  </a:lnTo>
                  <a:close/>
                  <a:moveTo>
                    <a:pt x="55" y="49"/>
                  </a:moveTo>
                  <a:cubicBezTo>
                    <a:pt x="54" y="50"/>
                    <a:pt x="54" y="50"/>
                    <a:pt x="54" y="50"/>
                  </a:cubicBezTo>
                  <a:cubicBezTo>
                    <a:pt x="54" y="49"/>
                    <a:pt x="54" y="49"/>
                    <a:pt x="54" y="49"/>
                  </a:cubicBezTo>
                  <a:cubicBezTo>
                    <a:pt x="54" y="48"/>
                    <a:pt x="54" y="48"/>
                    <a:pt x="54" y="48"/>
                  </a:cubicBezTo>
                  <a:lnTo>
                    <a:pt x="55" y="49"/>
                  </a:lnTo>
                  <a:close/>
                  <a:moveTo>
                    <a:pt x="62" y="54"/>
                  </a:moveTo>
                  <a:cubicBezTo>
                    <a:pt x="60" y="54"/>
                    <a:pt x="59" y="54"/>
                    <a:pt x="59" y="54"/>
                  </a:cubicBezTo>
                  <a:cubicBezTo>
                    <a:pt x="58" y="54"/>
                    <a:pt x="58" y="54"/>
                    <a:pt x="58" y="54"/>
                  </a:cubicBezTo>
                  <a:cubicBezTo>
                    <a:pt x="58" y="54"/>
                    <a:pt x="58" y="54"/>
                    <a:pt x="58" y="54"/>
                  </a:cubicBezTo>
                  <a:cubicBezTo>
                    <a:pt x="58" y="53"/>
                    <a:pt x="58" y="54"/>
                    <a:pt x="58" y="53"/>
                  </a:cubicBezTo>
                  <a:cubicBezTo>
                    <a:pt x="59" y="48"/>
                    <a:pt x="59" y="48"/>
                    <a:pt x="59" y="48"/>
                  </a:cubicBezTo>
                  <a:cubicBezTo>
                    <a:pt x="58" y="47"/>
                    <a:pt x="58" y="47"/>
                    <a:pt x="58" y="47"/>
                  </a:cubicBezTo>
                  <a:cubicBezTo>
                    <a:pt x="59" y="47"/>
                    <a:pt x="59" y="47"/>
                    <a:pt x="59" y="47"/>
                  </a:cubicBezTo>
                  <a:cubicBezTo>
                    <a:pt x="60" y="47"/>
                    <a:pt x="60" y="47"/>
                    <a:pt x="60" y="47"/>
                  </a:cubicBezTo>
                  <a:cubicBezTo>
                    <a:pt x="61" y="47"/>
                    <a:pt x="61" y="47"/>
                    <a:pt x="61" y="47"/>
                  </a:cubicBezTo>
                  <a:cubicBezTo>
                    <a:pt x="61" y="47"/>
                    <a:pt x="61" y="47"/>
                    <a:pt x="61" y="47"/>
                  </a:cubicBezTo>
                  <a:cubicBezTo>
                    <a:pt x="60" y="48"/>
                    <a:pt x="60" y="48"/>
                    <a:pt x="60" y="48"/>
                  </a:cubicBezTo>
                  <a:cubicBezTo>
                    <a:pt x="60" y="53"/>
                    <a:pt x="60" y="53"/>
                    <a:pt x="60" y="53"/>
                  </a:cubicBezTo>
                  <a:cubicBezTo>
                    <a:pt x="60" y="54"/>
                    <a:pt x="60" y="54"/>
                    <a:pt x="60" y="54"/>
                  </a:cubicBezTo>
                  <a:cubicBezTo>
                    <a:pt x="63" y="54"/>
                    <a:pt x="63" y="53"/>
                    <a:pt x="63" y="53"/>
                  </a:cubicBezTo>
                  <a:cubicBezTo>
                    <a:pt x="63" y="53"/>
                    <a:pt x="63" y="53"/>
                    <a:pt x="63" y="53"/>
                  </a:cubicBezTo>
                  <a:lnTo>
                    <a:pt x="62" y="54"/>
                  </a:lnTo>
                  <a:close/>
                  <a:moveTo>
                    <a:pt x="66" y="49"/>
                  </a:moveTo>
                  <a:cubicBezTo>
                    <a:pt x="66" y="54"/>
                    <a:pt x="66" y="54"/>
                    <a:pt x="66" y="54"/>
                  </a:cubicBezTo>
                  <a:cubicBezTo>
                    <a:pt x="66" y="55"/>
                    <a:pt x="67" y="54"/>
                    <a:pt x="67" y="55"/>
                  </a:cubicBezTo>
                  <a:cubicBezTo>
                    <a:pt x="67" y="55"/>
                    <a:pt x="67" y="55"/>
                    <a:pt x="67" y="55"/>
                  </a:cubicBezTo>
                  <a:cubicBezTo>
                    <a:pt x="65" y="55"/>
                    <a:pt x="65" y="55"/>
                    <a:pt x="65" y="55"/>
                  </a:cubicBezTo>
                  <a:cubicBezTo>
                    <a:pt x="64" y="55"/>
                    <a:pt x="64" y="55"/>
                    <a:pt x="64" y="55"/>
                  </a:cubicBezTo>
                  <a:cubicBezTo>
                    <a:pt x="64" y="54"/>
                    <a:pt x="64" y="54"/>
                    <a:pt x="64" y="54"/>
                  </a:cubicBezTo>
                  <a:cubicBezTo>
                    <a:pt x="64" y="54"/>
                    <a:pt x="65" y="54"/>
                    <a:pt x="65" y="54"/>
                  </a:cubicBezTo>
                  <a:cubicBezTo>
                    <a:pt x="65" y="49"/>
                    <a:pt x="65" y="49"/>
                    <a:pt x="65" y="49"/>
                  </a:cubicBezTo>
                  <a:cubicBezTo>
                    <a:pt x="65" y="48"/>
                    <a:pt x="64" y="48"/>
                    <a:pt x="64" y="48"/>
                  </a:cubicBezTo>
                  <a:cubicBezTo>
                    <a:pt x="65" y="48"/>
                    <a:pt x="65" y="48"/>
                    <a:pt x="65" y="48"/>
                  </a:cubicBezTo>
                  <a:cubicBezTo>
                    <a:pt x="66" y="48"/>
                    <a:pt x="66" y="48"/>
                    <a:pt x="66" y="48"/>
                  </a:cubicBezTo>
                  <a:cubicBezTo>
                    <a:pt x="67" y="48"/>
                    <a:pt x="67" y="48"/>
                    <a:pt x="67" y="48"/>
                  </a:cubicBezTo>
                  <a:cubicBezTo>
                    <a:pt x="67" y="48"/>
                    <a:pt x="67" y="48"/>
                    <a:pt x="67" y="48"/>
                  </a:cubicBezTo>
                  <a:cubicBezTo>
                    <a:pt x="67" y="48"/>
                    <a:pt x="67" y="48"/>
                    <a:pt x="66" y="49"/>
                  </a:cubicBezTo>
                  <a:moveTo>
                    <a:pt x="71" y="55"/>
                  </a:moveTo>
                  <a:cubicBezTo>
                    <a:pt x="70" y="55"/>
                    <a:pt x="69" y="55"/>
                    <a:pt x="69" y="55"/>
                  </a:cubicBezTo>
                  <a:cubicBezTo>
                    <a:pt x="68" y="55"/>
                    <a:pt x="68" y="55"/>
                    <a:pt x="68" y="55"/>
                  </a:cubicBezTo>
                  <a:cubicBezTo>
                    <a:pt x="68" y="55"/>
                    <a:pt x="68" y="55"/>
                    <a:pt x="68" y="55"/>
                  </a:cubicBezTo>
                  <a:cubicBezTo>
                    <a:pt x="68" y="54"/>
                    <a:pt x="69" y="55"/>
                    <a:pt x="69" y="54"/>
                  </a:cubicBezTo>
                  <a:cubicBezTo>
                    <a:pt x="69" y="50"/>
                    <a:pt x="69" y="50"/>
                    <a:pt x="69" y="50"/>
                  </a:cubicBezTo>
                  <a:cubicBezTo>
                    <a:pt x="69" y="48"/>
                    <a:pt x="68" y="49"/>
                    <a:pt x="68" y="48"/>
                  </a:cubicBezTo>
                  <a:cubicBezTo>
                    <a:pt x="68" y="48"/>
                    <a:pt x="68" y="48"/>
                    <a:pt x="68" y="48"/>
                  </a:cubicBezTo>
                  <a:cubicBezTo>
                    <a:pt x="68" y="48"/>
                    <a:pt x="68" y="48"/>
                    <a:pt x="68" y="48"/>
                  </a:cubicBezTo>
                  <a:cubicBezTo>
                    <a:pt x="71" y="48"/>
                    <a:pt x="71" y="48"/>
                    <a:pt x="71" y="48"/>
                  </a:cubicBezTo>
                  <a:cubicBezTo>
                    <a:pt x="73" y="48"/>
                    <a:pt x="73" y="50"/>
                    <a:pt x="73" y="50"/>
                  </a:cubicBezTo>
                  <a:cubicBezTo>
                    <a:pt x="72" y="51"/>
                    <a:pt x="72" y="51"/>
                    <a:pt x="72" y="51"/>
                  </a:cubicBezTo>
                  <a:cubicBezTo>
                    <a:pt x="72" y="51"/>
                    <a:pt x="72" y="51"/>
                    <a:pt x="72" y="51"/>
                  </a:cubicBezTo>
                  <a:cubicBezTo>
                    <a:pt x="73" y="52"/>
                    <a:pt x="74" y="52"/>
                    <a:pt x="74" y="53"/>
                  </a:cubicBezTo>
                  <a:cubicBezTo>
                    <a:pt x="74" y="54"/>
                    <a:pt x="73" y="55"/>
                    <a:pt x="71" y="55"/>
                  </a:cubicBezTo>
                  <a:moveTo>
                    <a:pt x="79" y="55"/>
                  </a:moveTo>
                  <a:cubicBezTo>
                    <a:pt x="77" y="55"/>
                    <a:pt x="77" y="55"/>
                    <a:pt x="76" y="55"/>
                  </a:cubicBezTo>
                  <a:cubicBezTo>
                    <a:pt x="75" y="55"/>
                    <a:pt x="75" y="55"/>
                    <a:pt x="75" y="55"/>
                  </a:cubicBezTo>
                  <a:cubicBezTo>
                    <a:pt x="75" y="55"/>
                    <a:pt x="75" y="55"/>
                    <a:pt x="75" y="55"/>
                  </a:cubicBezTo>
                  <a:cubicBezTo>
                    <a:pt x="75" y="55"/>
                    <a:pt x="75" y="55"/>
                    <a:pt x="75" y="54"/>
                  </a:cubicBezTo>
                  <a:cubicBezTo>
                    <a:pt x="75" y="49"/>
                    <a:pt x="75" y="49"/>
                    <a:pt x="75" y="49"/>
                  </a:cubicBezTo>
                  <a:cubicBezTo>
                    <a:pt x="74" y="48"/>
                    <a:pt x="74" y="48"/>
                    <a:pt x="74" y="48"/>
                  </a:cubicBezTo>
                  <a:cubicBezTo>
                    <a:pt x="74" y="48"/>
                    <a:pt x="74" y="48"/>
                    <a:pt x="74" y="48"/>
                  </a:cubicBezTo>
                  <a:cubicBezTo>
                    <a:pt x="75" y="48"/>
                    <a:pt x="75" y="48"/>
                    <a:pt x="77" y="48"/>
                  </a:cubicBezTo>
                  <a:cubicBezTo>
                    <a:pt x="78" y="48"/>
                    <a:pt x="78" y="48"/>
                    <a:pt x="79" y="48"/>
                  </a:cubicBezTo>
                  <a:cubicBezTo>
                    <a:pt x="79" y="48"/>
                    <a:pt x="79" y="48"/>
                    <a:pt x="79" y="48"/>
                  </a:cubicBezTo>
                  <a:cubicBezTo>
                    <a:pt x="79" y="49"/>
                    <a:pt x="79" y="49"/>
                    <a:pt x="79" y="49"/>
                  </a:cubicBezTo>
                  <a:cubicBezTo>
                    <a:pt x="79" y="50"/>
                    <a:pt x="79" y="50"/>
                    <a:pt x="79" y="50"/>
                  </a:cubicBezTo>
                  <a:cubicBezTo>
                    <a:pt x="79" y="50"/>
                    <a:pt x="80" y="48"/>
                    <a:pt x="78" y="49"/>
                  </a:cubicBezTo>
                  <a:cubicBezTo>
                    <a:pt x="77" y="49"/>
                    <a:pt x="76" y="49"/>
                    <a:pt x="76" y="49"/>
                  </a:cubicBezTo>
                  <a:cubicBezTo>
                    <a:pt x="77" y="51"/>
                    <a:pt x="77" y="51"/>
                    <a:pt x="77" y="51"/>
                  </a:cubicBezTo>
                  <a:cubicBezTo>
                    <a:pt x="77" y="51"/>
                    <a:pt x="77" y="51"/>
                    <a:pt x="77" y="51"/>
                  </a:cubicBezTo>
                  <a:cubicBezTo>
                    <a:pt x="78" y="51"/>
                    <a:pt x="78" y="51"/>
                    <a:pt x="78" y="51"/>
                  </a:cubicBezTo>
                  <a:cubicBezTo>
                    <a:pt x="79" y="50"/>
                    <a:pt x="79" y="50"/>
                    <a:pt x="79" y="50"/>
                  </a:cubicBezTo>
                  <a:cubicBezTo>
                    <a:pt x="79" y="50"/>
                    <a:pt x="79" y="50"/>
                    <a:pt x="79" y="50"/>
                  </a:cubicBezTo>
                  <a:cubicBezTo>
                    <a:pt x="79" y="52"/>
                    <a:pt x="79" y="52"/>
                    <a:pt x="79" y="52"/>
                  </a:cubicBezTo>
                  <a:cubicBezTo>
                    <a:pt x="79" y="53"/>
                    <a:pt x="79" y="53"/>
                    <a:pt x="79" y="53"/>
                  </a:cubicBezTo>
                  <a:cubicBezTo>
                    <a:pt x="79" y="53"/>
                    <a:pt x="79" y="52"/>
                    <a:pt x="78" y="52"/>
                  </a:cubicBezTo>
                  <a:cubicBezTo>
                    <a:pt x="77" y="52"/>
                    <a:pt x="77" y="52"/>
                    <a:pt x="77" y="52"/>
                  </a:cubicBezTo>
                  <a:cubicBezTo>
                    <a:pt x="77" y="52"/>
                    <a:pt x="77" y="52"/>
                    <a:pt x="77" y="52"/>
                  </a:cubicBezTo>
                  <a:cubicBezTo>
                    <a:pt x="77" y="54"/>
                    <a:pt x="77" y="54"/>
                    <a:pt x="77" y="54"/>
                  </a:cubicBezTo>
                  <a:cubicBezTo>
                    <a:pt x="77" y="55"/>
                    <a:pt x="77" y="55"/>
                    <a:pt x="77" y="55"/>
                  </a:cubicBezTo>
                  <a:cubicBezTo>
                    <a:pt x="80" y="54"/>
                    <a:pt x="80" y="53"/>
                    <a:pt x="80" y="53"/>
                  </a:cubicBezTo>
                  <a:cubicBezTo>
                    <a:pt x="80" y="53"/>
                    <a:pt x="80" y="53"/>
                    <a:pt x="80" y="53"/>
                  </a:cubicBezTo>
                  <a:lnTo>
                    <a:pt x="79" y="55"/>
                  </a:lnTo>
                  <a:close/>
                  <a:moveTo>
                    <a:pt x="87" y="54"/>
                  </a:moveTo>
                  <a:cubicBezTo>
                    <a:pt x="85" y="53"/>
                    <a:pt x="85" y="53"/>
                    <a:pt x="85" y="53"/>
                  </a:cubicBezTo>
                  <a:cubicBezTo>
                    <a:pt x="84" y="52"/>
                    <a:pt x="84" y="52"/>
                    <a:pt x="84" y="52"/>
                  </a:cubicBezTo>
                  <a:cubicBezTo>
                    <a:pt x="83" y="51"/>
                    <a:pt x="83" y="51"/>
                    <a:pt x="83" y="51"/>
                  </a:cubicBezTo>
                  <a:cubicBezTo>
                    <a:pt x="83" y="52"/>
                    <a:pt x="83" y="52"/>
                    <a:pt x="83" y="52"/>
                  </a:cubicBezTo>
                  <a:cubicBezTo>
                    <a:pt x="83" y="54"/>
                    <a:pt x="83" y="54"/>
                    <a:pt x="83" y="54"/>
                  </a:cubicBezTo>
                  <a:cubicBezTo>
                    <a:pt x="83" y="55"/>
                    <a:pt x="84" y="54"/>
                    <a:pt x="84" y="54"/>
                  </a:cubicBezTo>
                  <a:cubicBezTo>
                    <a:pt x="84" y="55"/>
                    <a:pt x="84" y="55"/>
                    <a:pt x="84" y="55"/>
                  </a:cubicBezTo>
                  <a:cubicBezTo>
                    <a:pt x="83" y="55"/>
                    <a:pt x="83" y="55"/>
                    <a:pt x="83" y="55"/>
                  </a:cubicBezTo>
                  <a:cubicBezTo>
                    <a:pt x="81" y="55"/>
                    <a:pt x="81" y="55"/>
                    <a:pt x="81" y="55"/>
                  </a:cubicBezTo>
                  <a:cubicBezTo>
                    <a:pt x="81" y="55"/>
                    <a:pt x="81" y="55"/>
                    <a:pt x="81" y="55"/>
                  </a:cubicBezTo>
                  <a:cubicBezTo>
                    <a:pt x="81" y="54"/>
                    <a:pt x="82" y="55"/>
                    <a:pt x="82" y="53"/>
                  </a:cubicBezTo>
                  <a:cubicBezTo>
                    <a:pt x="81" y="49"/>
                    <a:pt x="81" y="49"/>
                    <a:pt x="81" y="49"/>
                  </a:cubicBezTo>
                  <a:cubicBezTo>
                    <a:pt x="81" y="48"/>
                    <a:pt x="80" y="48"/>
                    <a:pt x="80" y="48"/>
                  </a:cubicBezTo>
                  <a:cubicBezTo>
                    <a:pt x="80" y="48"/>
                    <a:pt x="80" y="48"/>
                    <a:pt x="80" y="48"/>
                  </a:cubicBezTo>
                  <a:cubicBezTo>
                    <a:pt x="81" y="48"/>
                    <a:pt x="81" y="48"/>
                    <a:pt x="81" y="48"/>
                  </a:cubicBezTo>
                  <a:cubicBezTo>
                    <a:pt x="83" y="48"/>
                    <a:pt x="83" y="48"/>
                    <a:pt x="83" y="48"/>
                  </a:cubicBezTo>
                  <a:cubicBezTo>
                    <a:pt x="86" y="47"/>
                    <a:pt x="86" y="49"/>
                    <a:pt x="86" y="49"/>
                  </a:cubicBezTo>
                  <a:cubicBezTo>
                    <a:pt x="85" y="50"/>
                    <a:pt x="85" y="50"/>
                    <a:pt x="85" y="50"/>
                  </a:cubicBezTo>
                  <a:cubicBezTo>
                    <a:pt x="85" y="51"/>
                    <a:pt x="85" y="51"/>
                    <a:pt x="85" y="51"/>
                  </a:cubicBezTo>
                  <a:cubicBezTo>
                    <a:pt x="85" y="51"/>
                    <a:pt x="86" y="52"/>
                    <a:pt x="87" y="54"/>
                  </a:cubicBezTo>
                  <a:cubicBezTo>
                    <a:pt x="87" y="54"/>
                    <a:pt x="87" y="54"/>
                    <a:pt x="87" y="54"/>
                  </a:cubicBezTo>
                  <a:cubicBezTo>
                    <a:pt x="87" y="54"/>
                    <a:pt x="87" y="54"/>
                    <a:pt x="87" y="54"/>
                  </a:cubicBezTo>
                  <a:cubicBezTo>
                    <a:pt x="88" y="54"/>
                    <a:pt x="88" y="54"/>
                    <a:pt x="88" y="54"/>
                  </a:cubicBezTo>
                  <a:lnTo>
                    <a:pt x="87" y="54"/>
                  </a:lnTo>
                  <a:close/>
                  <a:moveTo>
                    <a:pt x="95" y="53"/>
                  </a:moveTo>
                  <a:cubicBezTo>
                    <a:pt x="94" y="53"/>
                    <a:pt x="94" y="53"/>
                    <a:pt x="94" y="53"/>
                  </a:cubicBezTo>
                  <a:cubicBezTo>
                    <a:pt x="93" y="53"/>
                    <a:pt x="93" y="53"/>
                    <a:pt x="93" y="53"/>
                  </a:cubicBezTo>
                  <a:cubicBezTo>
                    <a:pt x="93" y="53"/>
                    <a:pt x="93" y="53"/>
                    <a:pt x="93" y="53"/>
                  </a:cubicBezTo>
                  <a:cubicBezTo>
                    <a:pt x="93" y="52"/>
                    <a:pt x="93" y="52"/>
                    <a:pt x="93" y="52"/>
                  </a:cubicBezTo>
                  <a:cubicBezTo>
                    <a:pt x="93" y="52"/>
                    <a:pt x="93" y="52"/>
                    <a:pt x="93" y="52"/>
                  </a:cubicBezTo>
                  <a:cubicBezTo>
                    <a:pt x="92" y="51"/>
                    <a:pt x="92" y="51"/>
                    <a:pt x="92" y="51"/>
                  </a:cubicBezTo>
                  <a:cubicBezTo>
                    <a:pt x="90" y="51"/>
                    <a:pt x="90" y="51"/>
                    <a:pt x="90" y="51"/>
                  </a:cubicBezTo>
                  <a:cubicBezTo>
                    <a:pt x="90" y="52"/>
                    <a:pt x="90" y="52"/>
                    <a:pt x="90" y="52"/>
                  </a:cubicBezTo>
                  <a:cubicBezTo>
                    <a:pt x="90" y="53"/>
                    <a:pt x="90" y="53"/>
                    <a:pt x="90" y="53"/>
                  </a:cubicBezTo>
                  <a:cubicBezTo>
                    <a:pt x="91" y="54"/>
                    <a:pt x="91" y="54"/>
                    <a:pt x="91" y="54"/>
                  </a:cubicBezTo>
                  <a:cubicBezTo>
                    <a:pt x="90" y="54"/>
                    <a:pt x="90" y="54"/>
                    <a:pt x="90" y="54"/>
                  </a:cubicBezTo>
                  <a:cubicBezTo>
                    <a:pt x="89" y="54"/>
                    <a:pt x="89" y="54"/>
                    <a:pt x="89" y="54"/>
                  </a:cubicBezTo>
                  <a:cubicBezTo>
                    <a:pt x="89" y="54"/>
                    <a:pt x="89" y="54"/>
                    <a:pt x="89" y="54"/>
                  </a:cubicBezTo>
                  <a:cubicBezTo>
                    <a:pt x="88" y="54"/>
                    <a:pt x="88" y="54"/>
                    <a:pt x="88" y="54"/>
                  </a:cubicBezTo>
                  <a:cubicBezTo>
                    <a:pt x="89" y="53"/>
                    <a:pt x="89" y="53"/>
                    <a:pt x="89" y="53"/>
                  </a:cubicBezTo>
                  <a:cubicBezTo>
                    <a:pt x="90" y="47"/>
                    <a:pt x="90" y="47"/>
                    <a:pt x="90" y="47"/>
                  </a:cubicBezTo>
                  <a:cubicBezTo>
                    <a:pt x="91" y="46"/>
                    <a:pt x="91" y="46"/>
                    <a:pt x="91" y="46"/>
                  </a:cubicBezTo>
                  <a:cubicBezTo>
                    <a:pt x="91" y="47"/>
                    <a:pt x="91" y="47"/>
                    <a:pt x="91" y="47"/>
                  </a:cubicBezTo>
                  <a:cubicBezTo>
                    <a:pt x="95" y="52"/>
                    <a:pt x="95" y="52"/>
                    <a:pt x="95" y="52"/>
                  </a:cubicBezTo>
                  <a:cubicBezTo>
                    <a:pt x="96" y="53"/>
                    <a:pt x="96" y="53"/>
                    <a:pt x="96" y="53"/>
                  </a:cubicBezTo>
                  <a:lnTo>
                    <a:pt x="95" y="53"/>
                  </a:lnTo>
                  <a:close/>
                  <a:moveTo>
                    <a:pt x="100" y="52"/>
                  </a:moveTo>
                  <a:cubicBezTo>
                    <a:pt x="98" y="52"/>
                    <a:pt x="98" y="52"/>
                    <a:pt x="97" y="52"/>
                  </a:cubicBezTo>
                  <a:cubicBezTo>
                    <a:pt x="97" y="52"/>
                    <a:pt x="97" y="52"/>
                    <a:pt x="97" y="52"/>
                  </a:cubicBezTo>
                  <a:cubicBezTo>
                    <a:pt x="96" y="52"/>
                    <a:pt x="96" y="52"/>
                    <a:pt x="96" y="52"/>
                  </a:cubicBezTo>
                  <a:cubicBezTo>
                    <a:pt x="96" y="52"/>
                    <a:pt x="97" y="52"/>
                    <a:pt x="97" y="51"/>
                  </a:cubicBezTo>
                  <a:cubicBezTo>
                    <a:pt x="96" y="47"/>
                    <a:pt x="96" y="47"/>
                    <a:pt x="96" y="47"/>
                  </a:cubicBezTo>
                  <a:cubicBezTo>
                    <a:pt x="95" y="46"/>
                    <a:pt x="94" y="46"/>
                    <a:pt x="94" y="46"/>
                  </a:cubicBezTo>
                  <a:cubicBezTo>
                    <a:pt x="94" y="46"/>
                    <a:pt x="94" y="46"/>
                    <a:pt x="94" y="46"/>
                  </a:cubicBezTo>
                  <a:cubicBezTo>
                    <a:pt x="95" y="46"/>
                    <a:pt x="95" y="46"/>
                    <a:pt x="95" y="46"/>
                  </a:cubicBezTo>
                  <a:cubicBezTo>
                    <a:pt x="97" y="45"/>
                    <a:pt x="97" y="45"/>
                    <a:pt x="97" y="45"/>
                  </a:cubicBezTo>
                  <a:cubicBezTo>
                    <a:pt x="100" y="44"/>
                    <a:pt x="100" y="46"/>
                    <a:pt x="100" y="46"/>
                  </a:cubicBezTo>
                  <a:cubicBezTo>
                    <a:pt x="99" y="48"/>
                    <a:pt x="99" y="48"/>
                    <a:pt x="99" y="48"/>
                  </a:cubicBezTo>
                  <a:cubicBezTo>
                    <a:pt x="101" y="48"/>
                    <a:pt x="101" y="48"/>
                    <a:pt x="101" y="49"/>
                  </a:cubicBezTo>
                  <a:cubicBezTo>
                    <a:pt x="102" y="50"/>
                    <a:pt x="101" y="51"/>
                    <a:pt x="100" y="52"/>
                  </a:cubicBezTo>
                  <a:moveTo>
                    <a:pt x="106" y="50"/>
                  </a:moveTo>
                  <a:cubicBezTo>
                    <a:pt x="104" y="50"/>
                    <a:pt x="104" y="50"/>
                    <a:pt x="104" y="50"/>
                  </a:cubicBezTo>
                  <a:cubicBezTo>
                    <a:pt x="103" y="50"/>
                    <a:pt x="103" y="50"/>
                    <a:pt x="103" y="50"/>
                  </a:cubicBezTo>
                  <a:cubicBezTo>
                    <a:pt x="103" y="50"/>
                    <a:pt x="103" y="50"/>
                    <a:pt x="103" y="50"/>
                  </a:cubicBezTo>
                  <a:cubicBezTo>
                    <a:pt x="103" y="49"/>
                    <a:pt x="103" y="49"/>
                    <a:pt x="103" y="49"/>
                  </a:cubicBezTo>
                  <a:cubicBezTo>
                    <a:pt x="102" y="45"/>
                    <a:pt x="102" y="45"/>
                    <a:pt x="102" y="45"/>
                  </a:cubicBezTo>
                  <a:cubicBezTo>
                    <a:pt x="101" y="44"/>
                    <a:pt x="101" y="44"/>
                    <a:pt x="101" y="44"/>
                  </a:cubicBezTo>
                  <a:cubicBezTo>
                    <a:pt x="101" y="44"/>
                    <a:pt x="101" y="44"/>
                    <a:pt x="101" y="44"/>
                  </a:cubicBezTo>
                  <a:cubicBezTo>
                    <a:pt x="102" y="44"/>
                    <a:pt x="102" y="44"/>
                    <a:pt x="102" y="44"/>
                  </a:cubicBezTo>
                  <a:cubicBezTo>
                    <a:pt x="103" y="43"/>
                    <a:pt x="103" y="43"/>
                    <a:pt x="103" y="43"/>
                  </a:cubicBezTo>
                  <a:cubicBezTo>
                    <a:pt x="104" y="43"/>
                    <a:pt x="104" y="43"/>
                    <a:pt x="104" y="43"/>
                  </a:cubicBezTo>
                  <a:cubicBezTo>
                    <a:pt x="103" y="44"/>
                    <a:pt x="103" y="44"/>
                    <a:pt x="103" y="44"/>
                  </a:cubicBezTo>
                  <a:cubicBezTo>
                    <a:pt x="105" y="49"/>
                    <a:pt x="105" y="49"/>
                    <a:pt x="105" y="49"/>
                  </a:cubicBezTo>
                  <a:cubicBezTo>
                    <a:pt x="105" y="50"/>
                    <a:pt x="106" y="49"/>
                    <a:pt x="106" y="49"/>
                  </a:cubicBezTo>
                  <a:lnTo>
                    <a:pt x="106" y="50"/>
                  </a:lnTo>
                  <a:close/>
                  <a:moveTo>
                    <a:pt x="111" y="48"/>
                  </a:moveTo>
                  <a:cubicBezTo>
                    <a:pt x="110" y="48"/>
                    <a:pt x="110" y="48"/>
                    <a:pt x="110" y="48"/>
                  </a:cubicBezTo>
                  <a:cubicBezTo>
                    <a:pt x="109" y="49"/>
                    <a:pt x="109" y="49"/>
                    <a:pt x="109" y="49"/>
                  </a:cubicBezTo>
                  <a:cubicBezTo>
                    <a:pt x="108" y="49"/>
                    <a:pt x="108" y="49"/>
                    <a:pt x="108" y="49"/>
                  </a:cubicBezTo>
                  <a:cubicBezTo>
                    <a:pt x="108" y="48"/>
                    <a:pt x="109" y="48"/>
                    <a:pt x="109" y="47"/>
                  </a:cubicBezTo>
                  <a:cubicBezTo>
                    <a:pt x="107" y="43"/>
                    <a:pt x="107" y="43"/>
                    <a:pt x="107" y="43"/>
                  </a:cubicBezTo>
                  <a:cubicBezTo>
                    <a:pt x="106" y="43"/>
                    <a:pt x="106" y="43"/>
                    <a:pt x="106" y="43"/>
                  </a:cubicBezTo>
                  <a:cubicBezTo>
                    <a:pt x="106" y="43"/>
                    <a:pt x="106" y="43"/>
                    <a:pt x="106" y="43"/>
                  </a:cubicBezTo>
                  <a:cubicBezTo>
                    <a:pt x="105" y="43"/>
                    <a:pt x="105" y="44"/>
                    <a:pt x="105" y="45"/>
                  </a:cubicBezTo>
                  <a:cubicBezTo>
                    <a:pt x="105" y="44"/>
                    <a:pt x="105" y="44"/>
                    <a:pt x="105" y="44"/>
                  </a:cubicBezTo>
                  <a:cubicBezTo>
                    <a:pt x="104" y="43"/>
                    <a:pt x="104" y="43"/>
                    <a:pt x="104" y="43"/>
                  </a:cubicBezTo>
                  <a:cubicBezTo>
                    <a:pt x="104" y="43"/>
                    <a:pt x="104" y="43"/>
                    <a:pt x="104" y="43"/>
                  </a:cubicBezTo>
                  <a:cubicBezTo>
                    <a:pt x="105" y="42"/>
                    <a:pt x="106" y="42"/>
                    <a:pt x="107" y="42"/>
                  </a:cubicBezTo>
                  <a:cubicBezTo>
                    <a:pt x="109" y="41"/>
                    <a:pt x="109" y="41"/>
                    <a:pt x="110" y="41"/>
                  </a:cubicBezTo>
                  <a:cubicBezTo>
                    <a:pt x="110" y="41"/>
                    <a:pt x="110" y="41"/>
                    <a:pt x="110" y="41"/>
                  </a:cubicBezTo>
                  <a:cubicBezTo>
                    <a:pt x="111" y="42"/>
                    <a:pt x="111" y="42"/>
                    <a:pt x="111" y="42"/>
                  </a:cubicBezTo>
                  <a:cubicBezTo>
                    <a:pt x="111" y="42"/>
                    <a:pt x="111" y="42"/>
                    <a:pt x="111" y="42"/>
                  </a:cubicBezTo>
                  <a:cubicBezTo>
                    <a:pt x="110" y="42"/>
                    <a:pt x="110" y="41"/>
                    <a:pt x="109" y="42"/>
                  </a:cubicBezTo>
                  <a:cubicBezTo>
                    <a:pt x="109" y="42"/>
                    <a:pt x="109" y="42"/>
                    <a:pt x="109" y="42"/>
                  </a:cubicBezTo>
                  <a:cubicBezTo>
                    <a:pt x="108" y="43"/>
                    <a:pt x="108" y="43"/>
                    <a:pt x="108" y="43"/>
                  </a:cubicBezTo>
                  <a:cubicBezTo>
                    <a:pt x="110" y="47"/>
                    <a:pt x="110" y="47"/>
                    <a:pt x="110" y="47"/>
                  </a:cubicBezTo>
                  <a:cubicBezTo>
                    <a:pt x="110" y="48"/>
                    <a:pt x="111" y="47"/>
                    <a:pt x="111" y="47"/>
                  </a:cubicBezTo>
                  <a:lnTo>
                    <a:pt x="111" y="48"/>
                  </a:lnTo>
                  <a:close/>
                  <a:moveTo>
                    <a:pt x="115" y="42"/>
                  </a:moveTo>
                  <a:cubicBezTo>
                    <a:pt x="114" y="42"/>
                    <a:pt x="114" y="42"/>
                    <a:pt x="114" y="42"/>
                  </a:cubicBezTo>
                  <a:cubicBezTo>
                    <a:pt x="115" y="41"/>
                    <a:pt x="115" y="41"/>
                    <a:pt x="115" y="41"/>
                  </a:cubicBezTo>
                  <a:cubicBezTo>
                    <a:pt x="116" y="41"/>
                    <a:pt x="116" y="41"/>
                    <a:pt x="116" y="41"/>
                  </a:cubicBezTo>
                  <a:lnTo>
                    <a:pt x="115" y="42"/>
                  </a:lnTo>
                  <a:close/>
                  <a:moveTo>
                    <a:pt x="126" y="40"/>
                  </a:moveTo>
                  <a:cubicBezTo>
                    <a:pt x="126" y="40"/>
                    <a:pt x="126" y="40"/>
                    <a:pt x="126" y="40"/>
                  </a:cubicBezTo>
                  <a:cubicBezTo>
                    <a:pt x="119" y="38"/>
                    <a:pt x="119" y="38"/>
                    <a:pt x="119" y="38"/>
                  </a:cubicBezTo>
                  <a:cubicBezTo>
                    <a:pt x="119" y="38"/>
                    <a:pt x="119" y="38"/>
                    <a:pt x="119" y="38"/>
                  </a:cubicBezTo>
                  <a:cubicBezTo>
                    <a:pt x="119" y="38"/>
                    <a:pt x="119" y="38"/>
                    <a:pt x="119" y="38"/>
                  </a:cubicBezTo>
                  <a:cubicBezTo>
                    <a:pt x="121" y="41"/>
                    <a:pt x="121" y="41"/>
                    <a:pt x="121" y="41"/>
                  </a:cubicBezTo>
                  <a:cubicBezTo>
                    <a:pt x="122" y="43"/>
                    <a:pt x="122" y="42"/>
                    <a:pt x="123" y="42"/>
                  </a:cubicBezTo>
                  <a:cubicBezTo>
                    <a:pt x="122" y="42"/>
                    <a:pt x="122" y="42"/>
                    <a:pt x="122" y="42"/>
                  </a:cubicBezTo>
                  <a:cubicBezTo>
                    <a:pt x="121" y="43"/>
                    <a:pt x="121" y="43"/>
                    <a:pt x="121" y="43"/>
                  </a:cubicBezTo>
                  <a:cubicBezTo>
                    <a:pt x="121" y="43"/>
                    <a:pt x="121" y="43"/>
                    <a:pt x="121" y="43"/>
                  </a:cubicBezTo>
                  <a:cubicBezTo>
                    <a:pt x="120" y="44"/>
                    <a:pt x="120" y="44"/>
                    <a:pt x="120" y="44"/>
                  </a:cubicBezTo>
                  <a:cubicBezTo>
                    <a:pt x="120" y="42"/>
                    <a:pt x="120" y="42"/>
                    <a:pt x="120" y="42"/>
                  </a:cubicBezTo>
                  <a:cubicBezTo>
                    <a:pt x="119" y="39"/>
                    <a:pt x="119" y="39"/>
                    <a:pt x="119" y="39"/>
                  </a:cubicBezTo>
                  <a:cubicBezTo>
                    <a:pt x="118" y="37"/>
                    <a:pt x="117" y="38"/>
                    <a:pt x="117" y="38"/>
                  </a:cubicBezTo>
                  <a:cubicBezTo>
                    <a:pt x="117" y="37"/>
                    <a:pt x="117" y="37"/>
                    <a:pt x="117" y="37"/>
                  </a:cubicBezTo>
                  <a:cubicBezTo>
                    <a:pt x="117" y="37"/>
                    <a:pt x="117" y="37"/>
                    <a:pt x="117" y="37"/>
                  </a:cubicBezTo>
                  <a:cubicBezTo>
                    <a:pt x="118" y="37"/>
                    <a:pt x="118" y="37"/>
                    <a:pt x="118" y="37"/>
                  </a:cubicBezTo>
                  <a:cubicBezTo>
                    <a:pt x="119" y="37"/>
                    <a:pt x="119" y="37"/>
                    <a:pt x="119" y="37"/>
                  </a:cubicBezTo>
                  <a:cubicBezTo>
                    <a:pt x="124" y="39"/>
                    <a:pt x="124" y="39"/>
                    <a:pt x="124" y="39"/>
                  </a:cubicBezTo>
                  <a:cubicBezTo>
                    <a:pt x="125" y="39"/>
                    <a:pt x="125" y="39"/>
                    <a:pt x="125" y="39"/>
                  </a:cubicBezTo>
                  <a:cubicBezTo>
                    <a:pt x="125" y="38"/>
                    <a:pt x="125" y="38"/>
                    <a:pt x="125" y="38"/>
                  </a:cubicBezTo>
                  <a:cubicBezTo>
                    <a:pt x="123" y="35"/>
                    <a:pt x="123" y="35"/>
                    <a:pt x="123" y="35"/>
                  </a:cubicBezTo>
                  <a:cubicBezTo>
                    <a:pt x="121" y="35"/>
                    <a:pt x="121" y="35"/>
                    <a:pt x="121" y="35"/>
                  </a:cubicBezTo>
                  <a:cubicBezTo>
                    <a:pt x="121" y="35"/>
                    <a:pt x="121" y="35"/>
                    <a:pt x="121" y="35"/>
                  </a:cubicBezTo>
                  <a:cubicBezTo>
                    <a:pt x="122" y="34"/>
                    <a:pt x="122" y="34"/>
                    <a:pt x="122" y="34"/>
                  </a:cubicBezTo>
                  <a:cubicBezTo>
                    <a:pt x="123" y="34"/>
                    <a:pt x="123" y="34"/>
                    <a:pt x="123" y="34"/>
                  </a:cubicBezTo>
                  <a:cubicBezTo>
                    <a:pt x="124" y="34"/>
                    <a:pt x="124" y="34"/>
                    <a:pt x="124" y="34"/>
                  </a:cubicBezTo>
                  <a:cubicBezTo>
                    <a:pt x="124" y="34"/>
                    <a:pt x="123" y="34"/>
                    <a:pt x="123" y="35"/>
                  </a:cubicBezTo>
                  <a:cubicBezTo>
                    <a:pt x="126" y="40"/>
                    <a:pt x="126" y="40"/>
                    <a:pt x="126" y="40"/>
                  </a:cubicBezTo>
                  <a:close/>
                  <a:moveTo>
                    <a:pt x="131" y="38"/>
                  </a:moveTo>
                  <a:cubicBezTo>
                    <a:pt x="129" y="39"/>
                    <a:pt x="127" y="38"/>
                    <a:pt x="126" y="37"/>
                  </a:cubicBezTo>
                  <a:cubicBezTo>
                    <a:pt x="125" y="35"/>
                    <a:pt x="125" y="33"/>
                    <a:pt x="127" y="31"/>
                  </a:cubicBezTo>
                  <a:cubicBezTo>
                    <a:pt x="128" y="30"/>
                    <a:pt x="130" y="31"/>
                    <a:pt x="132" y="32"/>
                  </a:cubicBezTo>
                  <a:cubicBezTo>
                    <a:pt x="132" y="33"/>
                    <a:pt x="133" y="36"/>
                    <a:pt x="131" y="38"/>
                  </a:cubicBezTo>
                  <a:moveTo>
                    <a:pt x="136" y="33"/>
                  </a:moveTo>
                  <a:cubicBezTo>
                    <a:pt x="135" y="34"/>
                    <a:pt x="135" y="34"/>
                    <a:pt x="135" y="34"/>
                  </a:cubicBezTo>
                  <a:cubicBezTo>
                    <a:pt x="134" y="34"/>
                    <a:pt x="134" y="34"/>
                    <a:pt x="134" y="34"/>
                  </a:cubicBezTo>
                  <a:cubicBezTo>
                    <a:pt x="133" y="33"/>
                    <a:pt x="133" y="33"/>
                    <a:pt x="133" y="33"/>
                  </a:cubicBezTo>
                  <a:cubicBezTo>
                    <a:pt x="133" y="33"/>
                    <a:pt x="133" y="33"/>
                    <a:pt x="133" y="33"/>
                  </a:cubicBezTo>
                  <a:cubicBezTo>
                    <a:pt x="134" y="33"/>
                    <a:pt x="134" y="33"/>
                    <a:pt x="134" y="33"/>
                  </a:cubicBezTo>
                  <a:cubicBezTo>
                    <a:pt x="136" y="33"/>
                    <a:pt x="136" y="33"/>
                    <a:pt x="136" y="33"/>
                  </a:cubicBezTo>
                  <a:cubicBezTo>
                    <a:pt x="137" y="31"/>
                    <a:pt x="137" y="31"/>
                    <a:pt x="137" y="31"/>
                  </a:cubicBezTo>
                  <a:cubicBezTo>
                    <a:pt x="136" y="30"/>
                    <a:pt x="135" y="31"/>
                    <a:pt x="134" y="31"/>
                  </a:cubicBezTo>
                  <a:cubicBezTo>
                    <a:pt x="132" y="31"/>
                    <a:pt x="132" y="31"/>
                    <a:pt x="132" y="31"/>
                  </a:cubicBezTo>
                  <a:cubicBezTo>
                    <a:pt x="131" y="30"/>
                    <a:pt x="131" y="29"/>
                    <a:pt x="132" y="28"/>
                  </a:cubicBezTo>
                  <a:cubicBezTo>
                    <a:pt x="133" y="27"/>
                    <a:pt x="133" y="27"/>
                    <a:pt x="133" y="27"/>
                  </a:cubicBezTo>
                  <a:cubicBezTo>
                    <a:pt x="134" y="27"/>
                    <a:pt x="134" y="27"/>
                    <a:pt x="134" y="27"/>
                  </a:cubicBezTo>
                  <a:cubicBezTo>
                    <a:pt x="134" y="27"/>
                    <a:pt x="134" y="27"/>
                    <a:pt x="134" y="27"/>
                  </a:cubicBezTo>
                  <a:cubicBezTo>
                    <a:pt x="135" y="28"/>
                    <a:pt x="135" y="28"/>
                    <a:pt x="135" y="28"/>
                  </a:cubicBezTo>
                  <a:cubicBezTo>
                    <a:pt x="135" y="28"/>
                    <a:pt x="135" y="28"/>
                    <a:pt x="135" y="28"/>
                  </a:cubicBezTo>
                  <a:cubicBezTo>
                    <a:pt x="135" y="29"/>
                    <a:pt x="133" y="27"/>
                    <a:pt x="132" y="28"/>
                  </a:cubicBezTo>
                  <a:cubicBezTo>
                    <a:pt x="132" y="30"/>
                    <a:pt x="132" y="30"/>
                    <a:pt x="132" y="30"/>
                  </a:cubicBezTo>
                  <a:cubicBezTo>
                    <a:pt x="132" y="30"/>
                    <a:pt x="133" y="30"/>
                    <a:pt x="134" y="30"/>
                  </a:cubicBezTo>
                  <a:cubicBezTo>
                    <a:pt x="135" y="29"/>
                    <a:pt x="136" y="29"/>
                    <a:pt x="137" y="30"/>
                  </a:cubicBezTo>
                  <a:cubicBezTo>
                    <a:pt x="138" y="31"/>
                    <a:pt x="138" y="33"/>
                    <a:pt x="136" y="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8" name="Freeform 32">
              <a:extLst>
                <a:ext uri="{FF2B5EF4-FFF2-40B4-BE49-F238E27FC236}">
                  <a16:creationId xmlns:a16="http://schemas.microsoft.com/office/drawing/2014/main" id="{B3632215-F7D3-461E-B7F1-2F824879AC90}"/>
                </a:ext>
              </a:extLst>
            </p:cNvPr>
            <p:cNvSpPr>
              <a:spLocks noEditPoints="1"/>
            </p:cNvSpPr>
            <p:nvPr/>
          </p:nvSpPr>
          <p:spPr bwMode="auto">
            <a:xfrm>
              <a:off x="6111875" y="2517775"/>
              <a:ext cx="104775" cy="215900"/>
            </a:xfrm>
            <a:custGeom>
              <a:avLst/>
              <a:gdLst>
                <a:gd name="T0" fmla="*/ 44 w 49"/>
                <a:gd name="T1" fmla="*/ 10 h 100"/>
                <a:gd name="T2" fmla="*/ 38 w 49"/>
                <a:gd name="T3" fmla="*/ 26 h 100"/>
                <a:gd name="T4" fmla="*/ 33 w 49"/>
                <a:gd name="T5" fmla="*/ 21 h 100"/>
                <a:gd name="T6" fmla="*/ 20 w 49"/>
                <a:gd name="T7" fmla="*/ 15 h 100"/>
                <a:gd name="T8" fmla="*/ 3 w 49"/>
                <a:gd name="T9" fmla="*/ 2 h 100"/>
                <a:gd name="T10" fmla="*/ 2 w 49"/>
                <a:gd name="T11" fmla="*/ 43 h 100"/>
                <a:gd name="T12" fmla="*/ 7 w 49"/>
                <a:gd name="T13" fmla="*/ 38 h 100"/>
                <a:gd name="T14" fmla="*/ 6 w 49"/>
                <a:gd name="T15" fmla="*/ 82 h 100"/>
                <a:gd name="T16" fmla="*/ 11 w 49"/>
                <a:gd name="T17" fmla="*/ 86 h 100"/>
                <a:gd name="T18" fmla="*/ 34 w 49"/>
                <a:gd name="T19" fmla="*/ 79 h 100"/>
                <a:gd name="T20" fmla="*/ 29 w 49"/>
                <a:gd name="T21" fmla="*/ 52 h 100"/>
                <a:gd name="T22" fmla="*/ 40 w 49"/>
                <a:gd name="T23" fmla="*/ 58 h 100"/>
                <a:gd name="T24" fmla="*/ 40 w 49"/>
                <a:gd name="T25" fmla="*/ 50 h 100"/>
                <a:gd name="T26" fmla="*/ 44 w 49"/>
                <a:gd name="T27" fmla="*/ 26 h 100"/>
                <a:gd name="T28" fmla="*/ 35 w 49"/>
                <a:gd name="T29" fmla="*/ 21 h 100"/>
                <a:gd name="T30" fmla="*/ 42 w 49"/>
                <a:gd name="T31" fmla="*/ 14 h 100"/>
                <a:gd name="T32" fmla="*/ 29 w 49"/>
                <a:gd name="T33" fmla="*/ 20 h 100"/>
                <a:gd name="T34" fmla="*/ 29 w 49"/>
                <a:gd name="T35" fmla="*/ 15 h 100"/>
                <a:gd name="T36" fmla="*/ 25 w 49"/>
                <a:gd name="T37" fmla="*/ 15 h 100"/>
                <a:gd name="T38" fmla="*/ 35 w 49"/>
                <a:gd name="T39" fmla="*/ 35 h 100"/>
                <a:gd name="T40" fmla="*/ 20 w 49"/>
                <a:gd name="T41" fmla="*/ 26 h 100"/>
                <a:gd name="T42" fmla="*/ 19 w 49"/>
                <a:gd name="T43" fmla="*/ 24 h 100"/>
                <a:gd name="T44" fmla="*/ 13 w 49"/>
                <a:gd name="T45" fmla="*/ 1 h 100"/>
                <a:gd name="T46" fmla="*/ 25 w 49"/>
                <a:gd name="T47" fmla="*/ 40 h 100"/>
                <a:gd name="T48" fmla="*/ 20 w 49"/>
                <a:gd name="T49" fmla="*/ 44 h 100"/>
                <a:gd name="T50" fmla="*/ 14 w 49"/>
                <a:gd name="T51" fmla="*/ 42 h 100"/>
                <a:gd name="T52" fmla="*/ 18 w 49"/>
                <a:gd name="T53" fmla="*/ 42 h 100"/>
                <a:gd name="T54" fmla="*/ 11 w 49"/>
                <a:gd name="T55" fmla="*/ 36 h 100"/>
                <a:gd name="T56" fmla="*/ 7 w 49"/>
                <a:gd name="T57" fmla="*/ 28 h 100"/>
                <a:gd name="T58" fmla="*/ 3 w 49"/>
                <a:gd name="T59" fmla="*/ 3 h 100"/>
                <a:gd name="T60" fmla="*/ 6 w 49"/>
                <a:gd name="T61" fmla="*/ 22 h 100"/>
                <a:gd name="T62" fmla="*/ 4 w 49"/>
                <a:gd name="T63" fmla="*/ 30 h 100"/>
                <a:gd name="T64" fmla="*/ 2 w 49"/>
                <a:gd name="T65" fmla="*/ 48 h 100"/>
                <a:gd name="T66" fmla="*/ 2 w 49"/>
                <a:gd name="T67" fmla="*/ 50 h 100"/>
                <a:gd name="T68" fmla="*/ 11 w 49"/>
                <a:gd name="T69" fmla="*/ 36 h 100"/>
                <a:gd name="T70" fmla="*/ 32 w 49"/>
                <a:gd name="T71" fmla="*/ 77 h 100"/>
                <a:gd name="T72" fmla="*/ 27 w 49"/>
                <a:gd name="T73" fmla="*/ 78 h 100"/>
                <a:gd name="T74" fmla="*/ 20 w 49"/>
                <a:gd name="T75" fmla="*/ 62 h 100"/>
                <a:gd name="T76" fmla="*/ 18 w 49"/>
                <a:gd name="T77" fmla="*/ 57 h 100"/>
                <a:gd name="T78" fmla="*/ 13 w 49"/>
                <a:gd name="T79" fmla="*/ 96 h 100"/>
                <a:gd name="T80" fmla="*/ 7 w 49"/>
                <a:gd name="T81" fmla="*/ 88 h 100"/>
                <a:gd name="T82" fmla="*/ 9 w 49"/>
                <a:gd name="T83" fmla="*/ 75 h 100"/>
                <a:gd name="T84" fmla="*/ 10 w 49"/>
                <a:gd name="T85" fmla="*/ 43 h 100"/>
                <a:gd name="T86" fmla="*/ 27 w 49"/>
                <a:gd name="T87" fmla="*/ 49 h 100"/>
                <a:gd name="T88" fmla="*/ 41 w 49"/>
                <a:gd name="T89" fmla="*/ 48 h 100"/>
                <a:gd name="T90" fmla="*/ 40 w 49"/>
                <a:gd name="T91" fmla="*/ 52 h 100"/>
                <a:gd name="T92" fmla="*/ 34 w 49"/>
                <a:gd name="T93" fmla="*/ 53 h 100"/>
                <a:gd name="T94" fmla="*/ 27 w 49"/>
                <a:gd name="T95" fmla="*/ 48 h 100"/>
                <a:gd name="T96" fmla="*/ 18 w 49"/>
                <a:gd name="T97" fmla="*/ 38 h 100"/>
                <a:gd name="T98" fmla="*/ 11 w 49"/>
                <a:gd name="T99" fmla="*/ 28 h 100"/>
                <a:gd name="T100" fmla="*/ 13 w 49"/>
                <a:gd name="T101" fmla="*/ 19 h 100"/>
                <a:gd name="T102" fmla="*/ 31 w 49"/>
                <a:gd name="T103" fmla="*/ 39 h 100"/>
                <a:gd name="T104" fmla="*/ 36 w 49"/>
                <a:gd name="T105" fmla="*/ 42 h 100"/>
                <a:gd name="T106" fmla="*/ 42 w 49"/>
                <a:gd name="T107" fmla="*/ 28 h 100"/>
                <a:gd name="T108" fmla="*/ 46 w 49"/>
                <a:gd name="T109" fmla="*/ 26 h 100"/>
                <a:gd name="T110" fmla="*/ 43 w 49"/>
                <a:gd name="T111" fmla="*/ 14 h 100"/>
                <a:gd name="T112" fmla="*/ 48 w 49"/>
                <a:gd name="T113" fmla="*/ 13 h 100"/>
                <a:gd name="T114" fmla="*/ 8 w 49"/>
                <a:gd name="T115" fmla="*/ 83 h 100"/>
                <a:gd name="T116" fmla="*/ 19 w 49"/>
                <a:gd name="T117" fmla="*/ 34 h 100"/>
                <a:gd name="T118" fmla="*/ 14 w 49"/>
                <a:gd name="T119" fmla="*/ 24 h 100"/>
                <a:gd name="T120" fmla="*/ 25 w 49"/>
                <a:gd name="T121" fmla="*/ 2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 h="100">
                  <a:moveTo>
                    <a:pt x="11" y="71"/>
                  </a:moveTo>
                  <a:cubicBezTo>
                    <a:pt x="11" y="72"/>
                    <a:pt x="11" y="72"/>
                    <a:pt x="11" y="72"/>
                  </a:cubicBezTo>
                  <a:cubicBezTo>
                    <a:pt x="11" y="73"/>
                    <a:pt x="11" y="73"/>
                    <a:pt x="11" y="73"/>
                  </a:cubicBezTo>
                  <a:cubicBezTo>
                    <a:pt x="12" y="73"/>
                    <a:pt x="12" y="73"/>
                    <a:pt x="12" y="73"/>
                  </a:cubicBezTo>
                  <a:cubicBezTo>
                    <a:pt x="12" y="72"/>
                    <a:pt x="12" y="72"/>
                    <a:pt x="12" y="72"/>
                  </a:cubicBezTo>
                  <a:cubicBezTo>
                    <a:pt x="12" y="71"/>
                    <a:pt x="12" y="71"/>
                    <a:pt x="12" y="71"/>
                  </a:cubicBezTo>
                  <a:lnTo>
                    <a:pt x="11" y="71"/>
                  </a:lnTo>
                  <a:close/>
                  <a:moveTo>
                    <a:pt x="49" y="12"/>
                  </a:moveTo>
                  <a:cubicBezTo>
                    <a:pt x="49" y="12"/>
                    <a:pt x="49" y="12"/>
                    <a:pt x="49" y="12"/>
                  </a:cubicBezTo>
                  <a:cubicBezTo>
                    <a:pt x="49" y="12"/>
                    <a:pt x="49" y="12"/>
                    <a:pt x="49" y="12"/>
                  </a:cubicBezTo>
                  <a:cubicBezTo>
                    <a:pt x="48" y="12"/>
                    <a:pt x="48" y="12"/>
                    <a:pt x="48" y="12"/>
                  </a:cubicBezTo>
                  <a:cubicBezTo>
                    <a:pt x="47" y="13"/>
                    <a:pt x="47" y="13"/>
                    <a:pt x="47" y="13"/>
                  </a:cubicBezTo>
                  <a:cubicBezTo>
                    <a:pt x="47" y="13"/>
                    <a:pt x="47" y="13"/>
                    <a:pt x="47" y="13"/>
                  </a:cubicBezTo>
                  <a:cubicBezTo>
                    <a:pt x="46" y="13"/>
                    <a:pt x="46" y="13"/>
                    <a:pt x="46" y="13"/>
                  </a:cubicBezTo>
                  <a:cubicBezTo>
                    <a:pt x="45" y="14"/>
                    <a:pt x="45" y="14"/>
                    <a:pt x="45" y="14"/>
                  </a:cubicBezTo>
                  <a:cubicBezTo>
                    <a:pt x="45" y="14"/>
                    <a:pt x="45" y="14"/>
                    <a:pt x="45" y="14"/>
                  </a:cubicBezTo>
                  <a:cubicBezTo>
                    <a:pt x="45" y="14"/>
                    <a:pt x="45" y="14"/>
                    <a:pt x="45" y="14"/>
                  </a:cubicBezTo>
                  <a:cubicBezTo>
                    <a:pt x="45" y="12"/>
                    <a:pt x="45" y="12"/>
                    <a:pt x="45" y="12"/>
                  </a:cubicBezTo>
                  <a:cubicBezTo>
                    <a:pt x="44" y="12"/>
                    <a:pt x="44" y="12"/>
                    <a:pt x="44" y="12"/>
                  </a:cubicBezTo>
                  <a:cubicBezTo>
                    <a:pt x="44" y="12"/>
                    <a:pt x="44" y="12"/>
                    <a:pt x="44" y="12"/>
                  </a:cubicBezTo>
                  <a:cubicBezTo>
                    <a:pt x="44" y="11"/>
                    <a:pt x="45" y="10"/>
                    <a:pt x="45" y="10"/>
                  </a:cubicBezTo>
                  <a:cubicBezTo>
                    <a:pt x="45" y="10"/>
                    <a:pt x="45" y="10"/>
                    <a:pt x="45" y="10"/>
                  </a:cubicBezTo>
                  <a:cubicBezTo>
                    <a:pt x="45" y="10"/>
                    <a:pt x="45" y="10"/>
                    <a:pt x="45" y="10"/>
                  </a:cubicBezTo>
                  <a:cubicBezTo>
                    <a:pt x="44" y="10"/>
                    <a:pt x="44" y="10"/>
                    <a:pt x="44" y="10"/>
                  </a:cubicBezTo>
                  <a:cubicBezTo>
                    <a:pt x="43" y="10"/>
                    <a:pt x="43" y="11"/>
                    <a:pt x="43" y="12"/>
                  </a:cubicBezTo>
                  <a:cubicBezTo>
                    <a:pt x="43" y="12"/>
                    <a:pt x="43" y="12"/>
                    <a:pt x="43" y="12"/>
                  </a:cubicBezTo>
                  <a:cubicBezTo>
                    <a:pt x="42" y="13"/>
                    <a:pt x="42" y="13"/>
                    <a:pt x="42" y="13"/>
                  </a:cubicBezTo>
                  <a:cubicBezTo>
                    <a:pt x="43" y="12"/>
                    <a:pt x="43" y="12"/>
                    <a:pt x="43" y="12"/>
                  </a:cubicBezTo>
                  <a:cubicBezTo>
                    <a:pt x="43" y="12"/>
                    <a:pt x="43" y="12"/>
                    <a:pt x="43" y="12"/>
                  </a:cubicBezTo>
                  <a:cubicBezTo>
                    <a:pt x="43" y="11"/>
                    <a:pt x="43" y="11"/>
                    <a:pt x="43" y="11"/>
                  </a:cubicBezTo>
                  <a:cubicBezTo>
                    <a:pt x="43" y="11"/>
                    <a:pt x="43" y="11"/>
                    <a:pt x="43" y="11"/>
                  </a:cubicBezTo>
                  <a:cubicBezTo>
                    <a:pt x="43" y="11"/>
                    <a:pt x="43" y="11"/>
                    <a:pt x="43" y="11"/>
                  </a:cubicBezTo>
                  <a:cubicBezTo>
                    <a:pt x="42" y="11"/>
                    <a:pt x="42" y="11"/>
                    <a:pt x="42" y="11"/>
                  </a:cubicBezTo>
                  <a:cubicBezTo>
                    <a:pt x="41" y="13"/>
                    <a:pt x="41" y="13"/>
                    <a:pt x="41" y="13"/>
                  </a:cubicBezTo>
                  <a:cubicBezTo>
                    <a:pt x="41" y="13"/>
                    <a:pt x="41" y="13"/>
                    <a:pt x="41" y="13"/>
                  </a:cubicBezTo>
                  <a:cubicBezTo>
                    <a:pt x="41" y="15"/>
                    <a:pt x="41" y="15"/>
                    <a:pt x="41" y="15"/>
                  </a:cubicBezTo>
                  <a:cubicBezTo>
                    <a:pt x="41" y="15"/>
                    <a:pt x="41" y="15"/>
                    <a:pt x="41" y="15"/>
                  </a:cubicBezTo>
                  <a:cubicBezTo>
                    <a:pt x="41" y="16"/>
                    <a:pt x="42" y="17"/>
                    <a:pt x="42" y="17"/>
                  </a:cubicBezTo>
                  <a:cubicBezTo>
                    <a:pt x="43" y="18"/>
                    <a:pt x="43" y="19"/>
                    <a:pt x="43" y="20"/>
                  </a:cubicBezTo>
                  <a:cubicBezTo>
                    <a:pt x="43" y="21"/>
                    <a:pt x="43" y="21"/>
                    <a:pt x="43" y="21"/>
                  </a:cubicBezTo>
                  <a:cubicBezTo>
                    <a:pt x="43" y="22"/>
                    <a:pt x="42" y="24"/>
                    <a:pt x="42" y="25"/>
                  </a:cubicBezTo>
                  <a:cubicBezTo>
                    <a:pt x="41" y="27"/>
                    <a:pt x="41" y="27"/>
                    <a:pt x="41" y="27"/>
                  </a:cubicBezTo>
                  <a:cubicBezTo>
                    <a:pt x="41" y="27"/>
                    <a:pt x="41" y="27"/>
                    <a:pt x="41" y="27"/>
                  </a:cubicBezTo>
                  <a:cubicBezTo>
                    <a:pt x="41" y="28"/>
                    <a:pt x="41" y="28"/>
                    <a:pt x="41" y="28"/>
                  </a:cubicBezTo>
                  <a:cubicBezTo>
                    <a:pt x="40" y="26"/>
                    <a:pt x="39" y="25"/>
                    <a:pt x="39" y="25"/>
                  </a:cubicBezTo>
                  <a:cubicBezTo>
                    <a:pt x="38" y="25"/>
                    <a:pt x="38" y="25"/>
                    <a:pt x="38" y="25"/>
                  </a:cubicBezTo>
                  <a:cubicBezTo>
                    <a:pt x="38" y="26"/>
                    <a:pt x="38" y="26"/>
                    <a:pt x="38" y="26"/>
                  </a:cubicBezTo>
                  <a:cubicBezTo>
                    <a:pt x="38" y="26"/>
                    <a:pt x="38" y="26"/>
                    <a:pt x="38" y="26"/>
                  </a:cubicBezTo>
                  <a:cubicBezTo>
                    <a:pt x="38" y="27"/>
                    <a:pt x="38" y="28"/>
                    <a:pt x="38" y="29"/>
                  </a:cubicBezTo>
                  <a:cubicBezTo>
                    <a:pt x="38" y="30"/>
                    <a:pt x="38" y="30"/>
                    <a:pt x="37" y="31"/>
                  </a:cubicBezTo>
                  <a:cubicBezTo>
                    <a:pt x="36" y="33"/>
                    <a:pt x="36" y="33"/>
                    <a:pt x="36" y="33"/>
                  </a:cubicBezTo>
                  <a:cubicBezTo>
                    <a:pt x="35" y="32"/>
                    <a:pt x="35" y="31"/>
                    <a:pt x="34" y="30"/>
                  </a:cubicBezTo>
                  <a:cubicBezTo>
                    <a:pt x="33" y="28"/>
                    <a:pt x="31" y="27"/>
                    <a:pt x="30" y="26"/>
                  </a:cubicBezTo>
                  <a:cubicBezTo>
                    <a:pt x="28" y="25"/>
                    <a:pt x="27" y="24"/>
                    <a:pt x="27" y="23"/>
                  </a:cubicBezTo>
                  <a:cubicBezTo>
                    <a:pt x="27" y="23"/>
                    <a:pt x="27" y="23"/>
                    <a:pt x="27" y="23"/>
                  </a:cubicBezTo>
                  <a:cubicBezTo>
                    <a:pt x="27" y="22"/>
                    <a:pt x="27" y="22"/>
                    <a:pt x="27" y="22"/>
                  </a:cubicBezTo>
                  <a:cubicBezTo>
                    <a:pt x="29" y="22"/>
                    <a:pt x="29" y="22"/>
                    <a:pt x="29" y="22"/>
                  </a:cubicBezTo>
                  <a:cubicBezTo>
                    <a:pt x="29" y="22"/>
                    <a:pt x="29" y="22"/>
                    <a:pt x="29" y="22"/>
                  </a:cubicBezTo>
                  <a:cubicBezTo>
                    <a:pt x="30" y="22"/>
                    <a:pt x="31" y="23"/>
                    <a:pt x="32" y="23"/>
                  </a:cubicBezTo>
                  <a:cubicBezTo>
                    <a:pt x="32" y="23"/>
                    <a:pt x="32" y="23"/>
                    <a:pt x="32" y="23"/>
                  </a:cubicBezTo>
                  <a:cubicBezTo>
                    <a:pt x="33" y="23"/>
                    <a:pt x="33" y="23"/>
                    <a:pt x="33" y="23"/>
                  </a:cubicBezTo>
                  <a:cubicBezTo>
                    <a:pt x="33" y="23"/>
                    <a:pt x="33" y="23"/>
                    <a:pt x="33" y="23"/>
                  </a:cubicBezTo>
                  <a:cubicBezTo>
                    <a:pt x="35" y="22"/>
                    <a:pt x="35" y="22"/>
                    <a:pt x="35" y="22"/>
                  </a:cubicBezTo>
                  <a:cubicBezTo>
                    <a:pt x="35" y="22"/>
                    <a:pt x="35" y="22"/>
                    <a:pt x="35" y="22"/>
                  </a:cubicBezTo>
                  <a:cubicBezTo>
                    <a:pt x="35" y="22"/>
                    <a:pt x="35" y="22"/>
                    <a:pt x="35" y="22"/>
                  </a:cubicBezTo>
                  <a:cubicBezTo>
                    <a:pt x="35" y="22"/>
                    <a:pt x="35" y="22"/>
                    <a:pt x="35" y="22"/>
                  </a:cubicBezTo>
                  <a:cubicBezTo>
                    <a:pt x="35" y="21"/>
                    <a:pt x="35" y="21"/>
                    <a:pt x="35" y="21"/>
                  </a:cubicBezTo>
                  <a:cubicBezTo>
                    <a:pt x="35" y="21"/>
                    <a:pt x="35" y="21"/>
                    <a:pt x="35" y="21"/>
                  </a:cubicBezTo>
                  <a:cubicBezTo>
                    <a:pt x="35" y="21"/>
                    <a:pt x="35" y="21"/>
                    <a:pt x="35" y="21"/>
                  </a:cubicBezTo>
                  <a:cubicBezTo>
                    <a:pt x="35" y="21"/>
                    <a:pt x="35" y="21"/>
                    <a:pt x="35" y="21"/>
                  </a:cubicBezTo>
                  <a:cubicBezTo>
                    <a:pt x="34" y="21"/>
                    <a:pt x="34" y="21"/>
                    <a:pt x="34" y="21"/>
                  </a:cubicBezTo>
                  <a:cubicBezTo>
                    <a:pt x="33" y="21"/>
                    <a:pt x="33" y="21"/>
                    <a:pt x="33" y="21"/>
                  </a:cubicBezTo>
                  <a:cubicBezTo>
                    <a:pt x="32" y="20"/>
                    <a:pt x="32" y="20"/>
                    <a:pt x="32" y="20"/>
                  </a:cubicBezTo>
                  <a:cubicBezTo>
                    <a:pt x="31" y="19"/>
                    <a:pt x="31" y="19"/>
                    <a:pt x="31" y="19"/>
                  </a:cubicBezTo>
                  <a:cubicBezTo>
                    <a:pt x="32" y="19"/>
                    <a:pt x="32" y="19"/>
                    <a:pt x="32" y="19"/>
                  </a:cubicBezTo>
                  <a:cubicBezTo>
                    <a:pt x="33" y="18"/>
                    <a:pt x="33" y="18"/>
                    <a:pt x="33" y="18"/>
                  </a:cubicBezTo>
                  <a:cubicBezTo>
                    <a:pt x="33" y="18"/>
                    <a:pt x="33" y="18"/>
                    <a:pt x="33" y="18"/>
                  </a:cubicBezTo>
                  <a:cubicBezTo>
                    <a:pt x="34" y="19"/>
                    <a:pt x="34" y="19"/>
                    <a:pt x="34" y="19"/>
                  </a:cubicBezTo>
                  <a:cubicBezTo>
                    <a:pt x="35" y="19"/>
                    <a:pt x="35" y="19"/>
                    <a:pt x="35" y="19"/>
                  </a:cubicBezTo>
                  <a:cubicBezTo>
                    <a:pt x="35" y="19"/>
                    <a:pt x="35" y="19"/>
                    <a:pt x="35" y="19"/>
                  </a:cubicBezTo>
                  <a:cubicBezTo>
                    <a:pt x="35" y="18"/>
                    <a:pt x="35" y="18"/>
                    <a:pt x="35" y="18"/>
                  </a:cubicBezTo>
                  <a:cubicBezTo>
                    <a:pt x="35" y="17"/>
                    <a:pt x="35" y="14"/>
                    <a:pt x="32" y="14"/>
                  </a:cubicBezTo>
                  <a:cubicBezTo>
                    <a:pt x="29" y="14"/>
                    <a:pt x="29" y="14"/>
                    <a:pt x="29" y="14"/>
                  </a:cubicBezTo>
                  <a:cubicBezTo>
                    <a:pt x="29" y="14"/>
                    <a:pt x="29" y="13"/>
                    <a:pt x="27" y="13"/>
                  </a:cubicBezTo>
                  <a:cubicBezTo>
                    <a:pt x="26" y="13"/>
                    <a:pt x="26" y="13"/>
                    <a:pt x="25" y="13"/>
                  </a:cubicBezTo>
                  <a:cubicBezTo>
                    <a:pt x="25" y="13"/>
                    <a:pt x="25" y="13"/>
                    <a:pt x="25" y="13"/>
                  </a:cubicBezTo>
                  <a:cubicBezTo>
                    <a:pt x="25" y="13"/>
                    <a:pt x="25" y="13"/>
                    <a:pt x="25" y="13"/>
                  </a:cubicBezTo>
                  <a:cubicBezTo>
                    <a:pt x="22" y="13"/>
                    <a:pt x="22" y="13"/>
                    <a:pt x="22" y="13"/>
                  </a:cubicBezTo>
                  <a:cubicBezTo>
                    <a:pt x="22" y="13"/>
                    <a:pt x="22" y="13"/>
                    <a:pt x="22" y="13"/>
                  </a:cubicBezTo>
                  <a:cubicBezTo>
                    <a:pt x="22" y="13"/>
                    <a:pt x="22" y="13"/>
                    <a:pt x="22" y="13"/>
                  </a:cubicBezTo>
                  <a:cubicBezTo>
                    <a:pt x="22" y="14"/>
                    <a:pt x="22" y="14"/>
                    <a:pt x="22" y="14"/>
                  </a:cubicBezTo>
                  <a:cubicBezTo>
                    <a:pt x="21" y="14"/>
                    <a:pt x="21" y="14"/>
                    <a:pt x="21" y="14"/>
                  </a:cubicBezTo>
                  <a:cubicBezTo>
                    <a:pt x="21" y="13"/>
                    <a:pt x="21" y="13"/>
                    <a:pt x="21" y="13"/>
                  </a:cubicBezTo>
                  <a:cubicBezTo>
                    <a:pt x="20" y="12"/>
                    <a:pt x="20" y="12"/>
                    <a:pt x="20" y="12"/>
                  </a:cubicBezTo>
                  <a:cubicBezTo>
                    <a:pt x="20" y="13"/>
                    <a:pt x="20" y="13"/>
                    <a:pt x="20" y="13"/>
                  </a:cubicBezTo>
                  <a:cubicBezTo>
                    <a:pt x="20" y="15"/>
                    <a:pt x="20" y="15"/>
                    <a:pt x="20" y="15"/>
                  </a:cubicBezTo>
                  <a:cubicBezTo>
                    <a:pt x="19" y="16"/>
                    <a:pt x="19" y="16"/>
                    <a:pt x="19" y="16"/>
                  </a:cubicBezTo>
                  <a:cubicBezTo>
                    <a:pt x="20" y="16"/>
                    <a:pt x="20" y="16"/>
                    <a:pt x="20" y="16"/>
                  </a:cubicBezTo>
                  <a:cubicBezTo>
                    <a:pt x="20" y="16"/>
                    <a:pt x="20" y="16"/>
                    <a:pt x="20" y="16"/>
                  </a:cubicBezTo>
                  <a:cubicBezTo>
                    <a:pt x="20" y="16"/>
                    <a:pt x="20" y="16"/>
                    <a:pt x="20" y="16"/>
                  </a:cubicBezTo>
                  <a:cubicBezTo>
                    <a:pt x="20" y="16"/>
                    <a:pt x="19" y="17"/>
                    <a:pt x="19" y="19"/>
                  </a:cubicBezTo>
                  <a:cubicBezTo>
                    <a:pt x="18" y="18"/>
                    <a:pt x="18" y="18"/>
                    <a:pt x="18" y="18"/>
                  </a:cubicBezTo>
                  <a:cubicBezTo>
                    <a:pt x="17" y="17"/>
                    <a:pt x="17" y="16"/>
                    <a:pt x="17" y="16"/>
                  </a:cubicBezTo>
                  <a:cubicBezTo>
                    <a:pt x="17" y="15"/>
                    <a:pt x="17" y="15"/>
                    <a:pt x="17" y="15"/>
                  </a:cubicBezTo>
                  <a:cubicBezTo>
                    <a:pt x="16" y="15"/>
                    <a:pt x="16" y="15"/>
                    <a:pt x="16" y="15"/>
                  </a:cubicBezTo>
                  <a:cubicBezTo>
                    <a:pt x="16" y="16"/>
                    <a:pt x="16" y="16"/>
                    <a:pt x="16" y="16"/>
                  </a:cubicBezTo>
                  <a:cubicBezTo>
                    <a:pt x="15" y="14"/>
                    <a:pt x="15" y="11"/>
                    <a:pt x="15" y="11"/>
                  </a:cubicBezTo>
                  <a:cubicBezTo>
                    <a:pt x="15" y="10"/>
                    <a:pt x="15" y="10"/>
                    <a:pt x="15" y="10"/>
                  </a:cubicBezTo>
                  <a:cubicBezTo>
                    <a:pt x="15" y="10"/>
                    <a:pt x="15" y="10"/>
                    <a:pt x="15" y="10"/>
                  </a:cubicBezTo>
                  <a:cubicBezTo>
                    <a:pt x="14" y="12"/>
                    <a:pt x="14" y="12"/>
                    <a:pt x="14" y="12"/>
                  </a:cubicBezTo>
                  <a:cubicBezTo>
                    <a:pt x="13" y="11"/>
                    <a:pt x="13" y="9"/>
                    <a:pt x="13" y="8"/>
                  </a:cubicBezTo>
                  <a:cubicBezTo>
                    <a:pt x="13" y="4"/>
                    <a:pt x="14" y="0"/>
                    <a:pt x="14" y="0"/>
                  </a:cubicBezTo>
                  <a:cubicBezTo>
                    <a:pt x="14" y="0"/>
                    <a:pt x="14" y="0"/>
                    <a:pt x="14" y="0"/>
                  </a:cubicBezTo>
                  <a:cubicBezTo>
                    <a:pt x="13" y="0"/>
                    <a:pt x="13" y="0"/>
                    <a:pt x="13" y="0"/>
                  </a:cubicBezTo>
                  <a:cubicBezTo>
                    <a:pt x="11" y="0"/>
                    <a:pt x="9" y="6"/>
                    <a:pt x="9" y="9"/>
                  </a:cubicBezTo>
                  <a:cubicBezTo>
                    <a:pt x="9" y="9"/>
                    <a:pt x="9" y="9"/>
                    <a:pt x="9" y="9"/>
                  </a:cubicBezTo>
                  <a:cubicBezTo>
                    <a:pt x="9" y="10"/>
                    <a:pt x="9" y="10"/>
                    <a:pt x="9" y="10"/>
                  </a:cubicBezTo>
                  <a:cubicBezTo>
                    <a:pt x="8" y="11"/>
                    <a:pt x="8" y="11"/>
                    <a:pt x="8" y="11"/>
                  </a:cubicBezTo>
                  <a:cubicBezTo>
                    <a:pt x="8" y="10"/>
                    <a:pt x="6" y="8"/>
                    <a:pt x="5" y="6"/>
                  </a:cubicBezTo>
                  <a:cubicBezTo>
                    <a:pt x="4" y="4"/>
                    <a:pt x="3" y="2"/>
                    <a:pt x="3" y="2"/>
                  </a:cubicBezTo>
                  <a:cubicBezTo>
                    <a:pt x="3" y="1"/>
                    <a:pt x="3" y="1"/>
                    <a:pt x="3" y="1"/>
                  </a:cubicBezTo>
                  <a:cubicBezTo>
                    <a:pt x="2" y="2"/>
                    <a:pt x="2" y="2"/>
                    <a:pt x="2" y="2"/>
                  </a:cubicBezTo>
                  <a:cubicBezTo>
                    <a:pt x="1" y="3"/>
                    <a:pt x="1" y="4"/>
                    <a:pt x="1" y="5"/>
                  </a:cubicBezTo>
                  <a:cubicBezTo>
                    <a:pt x="1" y="9"/>
                    <a:pt x="4" y="13"/>
                    <a:pt x="5" y="15"/>
                  </a:cubicBezTo>
                  <a:cubicBezTo>
                    <a:pt x="4" y="14"/>
                    <a:pt x="2" y="12"/>
                    <a:pt x="2" y="12"/>
                  </a:cubicBezTo>
                  <a:cubicBezTo>
                    <a:pt x="1" y="12"/>
                    <a:pt x="1" y="12"/>
                    <a:pt x="1" y="12"/>
                  </a:cubicBezTo>
                  <a:cubicBezTo>
                    <a:pt x="1" y="12"/>
                    <a:pt x="1" y="12"/>
                    <a:pt x="1" y="12"/>
                  </a:cubicBezTo>
                  <a:cubicBezTo>
                    <a:pt x="1" y="14"/>
                    <a:pt x="1" y="14"/>
                    <a:pt x="1" y="14"/>
                  </a:cubicBezTo>
                  <a:cubicBezTo>
                    <a:pt x="1" y="17"/>
                    <a:pt x="3" y="20"/>
                    <a:pt x="5" y="21"/>
                  </a:cubicBezTo>
                  <a:cubicBezTo>
                    <a:pt x="3" y="21"/>
                    <a:pt x="2" y="20"/>
                    <a:pt x="2" y="20"/>
                  </a:cubicBezTo>
                  <a:cubicBezTo>
                    <a:pt x="2" y="20"/>
                    <a:pt x="2" y="20"/>
                    <a:pt x="2" y="20"/>
                  </a:cubicBezTo>
                  <a:cubicBezTo>
                    <a:pt x="1" y="21"/>
                    <a:pt x="1" y="21"/>
                    <a:pt x="1" y="21"/>
                  </a:cubicBezTo>
                  <a:cubicBezTo>
                    <a:pt x="1" y="21"/>
                    <a:pt x="1" y="21"/>
                    <a:pt x="1" y="21"/>
                  </a:cubicBezTo>
                  <a:cubicBezTo>
                    <a:pt x="1" y="24"/>
                    <a:pt x="4" y="27"/>
                    <a:pt x="5" y="28"/>
                  </a:cubicBezTo>
                  <a:cubicBezTo>
                    <a:pt x="4" y="28"/>
                    <a:pt x="3" y="29"/>
                    <a:pt x="3" y="29"/>
                  </a:cubicBezTo>
                  <a:cubicBezTo>
                    <a:pt x="3" y="29"/>
                    <a:pt x="3" y="29"/>
                    <a:pt x="3" y="29"/>
                  </a:cubicBezTo>
                  <a:cubicBezTo>
                    <a:pt x="3" y="29"/>
                    <a:pt x="3" y="29"/>
                    <a:pt x="3" y="29"/>
                  </a:cubicBezTo>
                  <a:cubicBezTo>
                    <a:pt x="3" y="31"/>
                    <a:pt x="5" y="32"/>
                    <a:pt x="6" y="33"/>
                  </a:cubicBezTo>
                  <a:cubicBezTo>
                    <a:pt x="6" y="33"/>
                    <a:pt x="6" y="33"/>
                    <a:pt x="6" y="33"/>
                  </a:cubicBezTo>
                  <a:cubicBezTo>
                    <a:pt x="5" y="33"/>
                    <a:pt x="5" y="33"/>
                    <a:pt x="5" y="33"/>
                  </a:cubicBezTo>
                  <a:cubicBezTo>
                    <a:pt x="3" y="33"/>
                    <a:pt x="0" y="35"/>
                    <a:pt x="0" y="38"/>
                  </a:cubicBezTo>
                  <a:cubicBezTo>
                    <a:pt x="0" y="38"/>
                    <a:pt x="0" y="38"/>
                    <a:pt x="0" y="38"/>
                  </a:cubicBezTo>
                  <a:cubicBezTo>
                    <a:pt x="0" y="41"/>
                    <a:pt x="2" y="42"/>
                    <a:pt x="2" y="43"/>
                  </a:cubicBezTo>
                  <a:cubicBezTo>
                    <a:pt x="2" y="43"/>
                    <a:pt x="2" y="43"/>
                    <a:pt x="2" y="43"/>
                  </a:cubicBezTo>
                  <a:cubicBezTo>
                    <a:pt x="1" y="44"/>
                    <a:pt x="1" y="44"/>
                    <a:pt x="0" y="48"/>
                  </a:cubicBezTo>
                  <a:cubicBezTo>
                    <a:pt x="0" y="49"/>
                    <a:pt x="0" y="49"/>
                    <a:pt x="0" y="49"/>
                  </a:cubicBezTo>
                  <a:cubicBezTo>
                    <a:pt x="0" y="51"/>
                    <a:pt x="2" y="51"/>
                    <a:pt x="3" y="51"/>
                  </a:cubicBezTo>
                  <a:cubicBezTo>
                    <a:pt x="4" y="51"/>
                    <a:pt x="4" y="51"/>
                    <a:pt x="4" y="51"/>
                  </a:cubicBezTo>
                  <a:cubicBezTo>
                    <a:pt x="4" y="51"/>
                    <a:pt x="4" y="51"/>
                    <a:pt x="4" y="51"/>
                  </a:cubicBezTo>
                  <a:cubicBezTo>
                    <a:pt x="5" y="51"/>
                    <a:pt x="5" y="51"/>
                    <a:pt x="5" y="51"/>
                  </a:cubicBezTo>
                  <a:cubicBezTo>
                    <a:pt x="4" y="51"/>
                    <a:pt x="4" y="51"/>
                    <a:pt x="4" y="51"/>
                  </a:cubicBezTo>
                  <a:cubicBezTo>
                    <a:pt x="4" y="51"/>
                    <a:pt x="3" y="49"/>
                    <a:pt x="3" y="48"/>
                  </a:cubicBezTo>
                  <a:cubicBezTo>
                    <a:pt x="3" y="48"/>
                    <a:pt x="3" y="48"/>
                    <a:pt x="3" y="48"/>
                  </a:cubicBezTo>
                  <a:cubicBezTo>
                    <a:pt x="3" y="47"/>
                    <a:pt x="5" y="45"/>
                    <a:pt x="6" y="43"/>
                  </a:cubicBezTo>
                  <a:cubicBezTo>
                    <a:pt x="6" y="42"/>
                    <a:pt x="6" y="42"/>
                    <a:pt x="6" y="42"/>
                  </a:cubicBezTo>
                  <a:cubicBezTo>
                    <a:pt x="6" y="40"/>
                    <a:pt x="4" y="39"/>
                    <a:pt x="3" y="39"/>
                  </a:cubicBezTo>
                  <a:cubicBezTo>
                    <a:pt x="3" y="38"/>
                    <a:pt x="3" y="38"/>
                    <a:pt x="3" y="38"/>
                  </a:cubicBezTo>
                  <a:cubicBezTo>
                    <a:pt x="3" y="38"/>
                    <a:pt x="3" y="38"/>
                    <a:pt x="3" y="38"/>
                  </a:cubicBezTo>
                  <a:cubicBezTo>
                    <a:pt x="3"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6" y="36"/>
                    <a:pt x="6" y="36"/>
                    <a:pt x="6" y="36"/>
                  </a:cubicBezTo>
                  <a:cubicBezTo>
                    <a:pt x="7" y="36"/>
                    <a:pt x="7" y="36"/>
                    <a:pt x="7" y="36"/>
                  </a:cubicBezTo>
                  <a:cubicBezTo>
                    <a:pt x="7" y="37"/>
                    <a:pt x="7" y="37"/>
                    <a:pt x="7" y="37"/>
                  </a:cubicBezTo>
                  <a:cubicBezTo>
                    <a:pt x="7" y="38"/>
                    <a:pt x="7" y="38"/>
                    <a:pt x="7" y="38"/>
                  </a:cubicBezTo>
                  <a:cubicBezTo>
                    <a:pt x="7" y="38"/>
                    <a:pt x="7" y="38"/>
                    <a:pt x="7" y="38"/>
                  </a:cubicBezTo>
                  <a:cubicBezTo>
                    <a:pt x="8" y="38"/>
                    <a:pt x="8" y="38"/>
                    <a:pt x="8" y="38"/>
                  </a:cubicBezTo>
                  <a:cubicBezTo>
                    <a:pt x="9" y="39"/>
                    <a:pt x="9" y="40"/>
                    <a:pt x="9" y="41"/>
                  </a:cubicBezTo>
                  <a:cubicBezTo>
                    <a:pt x="9" y="41"/>
                    <a:pt x="9" y="41"/>
                    <a:pt x="9" y="41"/>
                  </a:cubicBezTo>
                  <a:cubicBezTo>
                    <a:pt x="9" y="48"/>
                    <a:pt x="1" y="54"/>
                    <a:pt x="1" y="59"/>
                  </a:cubicBezTo>
                  <a:cubicBezTo>
                    <a:pt x="1" y="62"/>
                    <a:pt x="4" y="65"/>
                    <a:pt x="5" y="66"/>
                  </a:cubicBezTo>
                  <a:cubicBezTo>
                    <a:pt x="4" y="68"/>
                    <a:pt x="4" y="68"/>
                    <a:pt x="4" y="68"/>
                  </a:cubicBezTo>
                  <a:cubicBezTo>
                    <a:pt x="4" y="68"/>
                    <a:pt x="4" y="68"/>
                    <a:pt x="4" y="68"/>
                  </a:cubicBezTo>
                  <a:cubicBezTo>
                    <a:pt x="5" y="69"/>
                    <a:pt x="5" y="69"/>
                    <a:pt x="5" y="69"/>
                  </a:cubicBezTo>
                  <a:cubicBezTo>
                    <a:pt x="5" y="70"/>
                    <a:pt x="5" y="70"/>
                    <a:pt x="5" y="70"/>
                  </a:cubicBezTo>
                  <a:cubicBezTo>
                    <a:pt x="6" y="70"/>
                    <a:pt x="6" y="70"/>
                    <a:pt x="6" y="70"/>
                  </a:cubicBezTo>
                  <a:cubicBezTo>
                    <a:pt x="5" y="71"/>
                    <a:pt x="5" y="71"/>
                    <a:pt x="5" y="71"/>
                  </a:cubicBezTo>
                  <a:cubicBezTo>
                    <a:pt x="5" y="72"/>
                    <a:pt x="5" y="72"/>
                    <a:pt x="5" y="72"/>
                  </a:cubicBezTo>
                  <a:cubicBezTo>
                    <a:pt x="6" y="72"/>
                    <a:pt x="6" y="72"/>
                    <a:pt x="6" y="72"/>
                  </a:cubicBezTo>
                  <a:cubicBezTo>
                    <a:pt x="6" y="73"/>
                    <a:pt x="6" y="73"/>
                    <a:pt x="6" y="73"/>
                  </a:cubicBezTo>
                  <a:cubicBezTo>
                    <a:pt x="6" y="73"/>
                    <a:pt x="6" y="73"/>
                    <a:pt x="6" y="73"/>
                  </a:cubicBezTo>
                  <a:cubicBezTo>
                    <a:pt x="7" y="73"/>
                    <a:pt x="7" y="73"/>
                    <a:pt x="7" y="73"/>
                  </a:cubicBezTo>
                  <a:cubicBezTo>
                    <a:pt x="7" y="74"/>
                    <a:pt x="7" y="74"/>
                    <a:pt x="7" y="74"/>
                  </a:cubicBezTo>
                  <a:cubicBezTo>
                    <a:pt x="7" y="75"/>
                    <a:pt x="7" y="75"/>
                    <a:pt x="7" y="75"/>
                  </a:cubicBezTo>
                  <a:cubicBezTo>
                    <a:pt x="8" y="75"/>
                    <a:pt x="8" y="75"/>
                    <a:pt x="8" y="75"/>
                  </a:cubicBezTo>
                  <a:cubicBezTo>
                    <a:pt x="7" y="77"/>
                    <a:pt x="7" y="77"/>
                    <a:pt x="7" y="77"/>
                  </a:cubicBezTo>
                  <a:cubicBezTo>
                    <a:pt x="7" y="77"/>
                    <a:pt x="7" y="77"/>
                    <a:pt x="7" y="77"/>
                  </a:cubicBezTo>
                  <a:cubicBezTo>
                    <a:pt x="8" y="77"/>
                    <a:pt x="8" y="77"/>
                    <a:pt x="8" y="77"/>
                  </a:cubicBezTo>
                  <a:cubicBezTo>
                    <a:pt x="8" y="79"/>
                    <a:pt x="8" y="79"/>
                    <a:pt x="8" y="79"/>
                  </a:cubicBezTo>
                  <a:cubicBezTo>
                    <a:pt x="6" y="82"/>
                    <a:pt x="6" y="82"/>
                    <a:pt x="6" y="82"/>
                  </a:cubicBezTo>
                  <a:cubicBezTo>
                    <a:pt x="6" y="83"/>
                    <a:pt x="7" y="84"/>
                    <a:pt x="7" y="86"/>
                  </a:cubicBezTo>
                  <a:cubicBezTo>
                    <a:pt x="7" y="87"/>
                    <a:pt x="6" y="88"/>
                    <a:pt x="6" y="88"/>
                  </a:cubicBezTo>
                  <a:cubicBezTo>
                    <a:pt x="5" y="93"/>
                    <a:pt x="5" y="93"/>
                    <a:pt x="5" y="93"/>
                  </a:cubicBezTo>
                  <a:cubicBezTo>
                    <a:pt x="6" y="95"/>
                    <a:pt x="6" y="95"/>
                    <a:pt x="6" y="95"/>
                  </a:cubicBezTo>
                  <a:cubicBezTo>
                    <a:pt x="6" y="99"/>
                    <a:pt x="6" y="99"/>
                    <a:pt x="6" y="99"/>
                  </a:cubicBezTo>
                  <a:cubicBezTo>
                    <a:pt x="7" y="100"/>
                    <a:pt x="8" y="100"/>
                    <a:pt x="9" y="100"/>
                  </a:cubicBezTo>
                  <a:cubicBezTo>
                    <a:pt x="10" y="100"/>
                    <a:pt x="10" y="100"/>
                    <a:pt x="10" y="100"/>
                  </a:cubicBezTo>
                  <a:cubicBezTo>
                    <a:pt x="11" y="100"/>
                    <a:pt x="12" y="100"/>
                    <a:pt x="13" y="100"/>
                  </a:cubicBezTo>
                  <a:cubicBezTo>
                    <a:pt x="15" y="100"/>
                    <a:pt x="16" y="99"/>
                    <a:pt x="17" y="98"/>
                  </a:cubicBezTo>
                  <a:cubicBezTo>
                    <a:pt x="19" y="97"/>
                    <a:pt x="19" y="97"/>
                    <a:pt x="19" y="97"/>
                  </a:cubicBezTo>
                  <a:cubicBezTo>
                    <a:pt x="18" y="97"/>
                    <a:pt x="18" y="97"/>
                    <a:pt x="18" y="97"/>
                  </a:cubicBezTo>
                  <a:cubicBezTo>
                    <a:pt x="17" y="95"/>
                    <a:pt x="17" y="95"/>
                    <a:pt x="17" y="95"/>
                  </a:cubicBezTo>
                  <a:cubicBezTo>
                    <a:pt x="15" y="95"/>
                    <a:pt x="15" y="95"/>
                    <a:pt x="15" y="95"/>
                  </a:cubicBezTo>
                  <a:cubicBezTo>
                    <a:pt x="15" y="95"/>
                    <a:pt x="15" y="95"/>
                    <a:pt x="15" y="95"/>
                  </a:cubicBezTo>
                  <a:cubicBezTo>
                    <a:pt x="14" y="95"/>
                    <a:pt x="14" y="95"/>
                    <a:pt x="14" y="95"/>
                  </a:cubicBezTo>
                  <a:cubicBezTo>
                    <a:pt x="14" y="95"/>
                    <a:pt x="14" y="95"/>
                    <a:pt x="14" y="95"/>
                  </a:cubicBezTo>
                  <a:cubicBezTo>
                    <a:pt x="14" y="95"/>
                    <a:pt x="14" y="95"/>
                    <a:pt x="14" y="95"/>
                  </a:cubicBezTo>
                  <a:cubicBezTo>
                    <a:pt x="13" y="95"/>
                    <a:pt x="12" y="96"/>
                    <a:pt x="11" y="96"/>
                  </a:cubicBezTo>
                  <a:cubicBezTo>
                    <a:pt x="11" y="96"/>
                    <a:pt x="11" y="96"/>
                    <a:pt x="11" y="96"/>
                  </a:cubicBezTo>
                  <a:cubicBezTo>
                    <a:pt x="10" y="96"/>
                    <a:pt x="10" y="94"/>
                    <a:pt x="10" y="93"/>
                  </a:cubicBezTo>
                  <a:cubicBezTo>
                    <a:pt x="10" y="92"/>
                    <a:pt x="10" y="92"/>
                    <a:pt x="10" y="92"/>
                  </a:cubicBezTo>
                  <a:cubicBezTo>
                    <a:pt x="10" y="91"/>
                    <a:pt x="10" y="91"/>
                    <a:pt x="10" y="90"/>
                  </a:cubicBezTo>
                  <a:cubicBezTo>
                    <a:pt x="11" y="89"/>
                    <a:pt x="11" y="88"/>
                    <a:pt x="11" y="87"/>
                  </a:cubicBezTo>
                  <a:cubicBezTo>
                    <a:pt x="11" y="86"/>
                    <a:pt x="11" y="86"/>
                    <a:pt x="11" y="86"/>
                  </a:cubicBezTo>
                  <a:cubicBezTo>
                    <a:pt x="11" y="85"/>
                    <a:pt x="11" y="85"/>
                    <a:pt x="12" y="84"/>
                  </a:cubicBezTo>
                  <a:cubicBezTo>
                    <a:pt x="13" y="83"/>
                    <a:pt x="12" y="82"/>
                    <a:pt x="13" y="81"/>
                  </a:cubicBezTo>
                  <a:cubicBezTo>
                    <a:pt x="13" y="80"/>
                    <a:pt x="13" y="79"/>
                    <a:pt x="14" y="78"/>
                  </a:cubicBezTo>
                  <a:cubicBezTo>
                    <a:pt x="15" y="77"/>
                    <a:pt x="16" y="75"/>
                    <a:pt x="17" y="74"/>
                  </a:cubicBezTo>
                  <a:cubicBezTo>
                    <a:pt x="17" y="72"/>
                    <a:pt x="17" y="72"/>
                    <a:pt x="17" y="72"/>
                  </a:cubicBezTo>
                  <a:cubicBezTo>
                    <a:pt x="18" y="70"/>
                    <a:pt x="18" y="70"/>
                    <a:pt x="18" y="70"/>
                  </a:cubicBezTo>
                  <a:cubicBezTo>
                    <a:pt x="19" y="70"/>
                    <a:pt x="19" y="70"/>
                    <a:pt x="19" y="70"/>
                  </a:cubicBezTo>
                  <a:cubicBezTo>
                    <a:pt x="19" y="69"/>
                    <a:pt x="20" y="69"/>
                    <a:pt x="20" y="68"/>
                  </a:cubicBezTo>
                  <a:cubicBezTo>
                    <a:pt x="22" y="67"/>
                    <a:pt x="22" y="67"/>
                    <a:pt x="22" y="67"/>
                  </a:cubicBezTo>
                  <a:cubicBezTo>
                    <a:pt x="22" y="68"/>
                    <a:pt x="22" y="68"/>
                    <a:pt x="22" y="68"/>
                  </a:cubicBezTo>
                  <a:cubicBezTo>
                    <a:pt x="22" y="68"/>
                    <a:pt x="22" y="68"/>
                    <a:pt x="22" y="68"/>
                  </a:cubicBezTo>
                  <a:cubicBezTo>
                    <a:pt x="22" y="68"/>
                    <a:pt x="22" y="68"/>
                    <a:pt x="22" y="68"/>
                  </a:cubicBezTo>
                  <a:cubicBezTo>
                    <a:pt x="22" y="68"/>
                    <a:pt x="22" y="68"/>
                    <a:pt x="22" y="68"/>
                  </a:cubicBezTo>
                  <a:cubicBezTo>
                    <a:pt x="21" y="69"/>
                    <a:pt x="21" y="69"/>
                    <a:pt x="21" y="69"/>
                  </a:cubicBezTo>
                  <a:cubicBezTo>
                    <a:pt x="20" y="71"/>
                    <a:pt x="20" y="71"/>
                    <a:pt x="20" y="71"/>
                  </a:cubicBezTo>
                  <a:cubicBezTo>
                    <a:pt x="20" y="72"/>
                    <a:pt x="20" y="72"/>
                    <a:pt x="20" y="72"/>
                  </a:cubicBezTo>
                  <a:cubicBezTo>
                    <a:pt x="20" y="74"/>
                    <a:pt x="20" y="74"/>
                    <a:pt x="20" y="74"/>
                  </a:cubicBezTo>
                  <a:cubicBezTo>
                    <a:pt x="22" y="75"/>
                    <a:pt x="22" y="75"/>
                    <a:pt x="22" y="75"/>
                  </a:cubicBezTo>
                  <a:cubicBezTo>
                    <a:pt x="24" y="76"/>
                    <a:pt x="24" y="76"/>
                    <a:pt x="24" y="76"/>
                  </a:cubicBezTo>
                  <a:cubicBezTo>
                    <a:pt x="25" y="78"/>
                    <a:pt x="25" y="78"/>
                    <a:pt x="25" y="78"/>
                  </a:cubicBezTo>
                  <a:cubicBezTo>
                    <a:pt x="27" y="79"/>
                    <a:pt x="27" y="79"/>
                    <a:pt x="27" y="79"/>
                  </a:cubicBezTo>
                  <a:cubicBezTo>
                    <a:pt x="28" y="81"/>
                    <a:pt x="28" y="81"/>
                    <a:pt x="28" y="81"/>
                  </a:cubicBezTo>
                  <a:cubicBezTo>
                    <a:pt x="28" y="82"/>
                    <a:pt x="29" y="83"/>
                    <a:pt x="31" y="83"/>
                  </a:cubicBezTo>
                  <a:cubicBezTo>
                    <a:pt x="32" y="83"/>
                    <a:pt x="34" y="80"/>
                    <a:pt x="34" y="79"/>
                  </a:cubicBezTo>
                  <a:cubicBezTo>
                    <a:pt x="35" y="78"/>
                    <a:pt x="36" y="76"/>
                    <a:pt x="36" y="75"/>
                  </a:cubicBezTo>
                  <a:cubicBezTo>
                    <a:pt x="35" y="72"/>
                    <a:pt x="35" y="72"/>
                    <a:pt x="35" y="72"/>
                  </a:cubicBezTo>
                  <a:cubicBezTo>
                    <a:pt x="35" y="72"/>
                    <a:pt x="35" y="72"/>
                    <a:pt x="35" y="72"/>
                  </a:cubicBezTo>
                  <a:cubicBezTo>
                    <a:pt x="35" y="72"/>
                    <a:pt x="35" y="72"/>
                    <a:pt x="35" y="72"/>
                  </a:cubicBezTo>
                  <a:cubicBezTo>
                    <a:pt x="34" y="73"/>
                    <a:pt x="34" y="73"/>
                    <a:pt x="34" y="73"/>
                  </a:cubicBezTo>
                  <a:cubicBezTo>
                    <a:pt x="33" y="74"/>
                    <a:pt x="33" y="74"/>
                    <a:pt x="33" y="74"/>
                  </a:cubicBezTo>
                  <a:cubicBezTo>
                    <a:pt x="31" y="75"/>
                    <a:pt x="31" y="75"/>
                    <a:pt x="31" y="75"/>
                  </a:cubicBezTo>
                  <a:cubicBezTo>
                    <a:pt x="31" y="77"/>
                    <a:pt x="31" y="77"/>
                    <a:pt x="31" y="77"/>
                  </a:cubicBezTo>
                  <a:cubicBezTo>
                    <a:pt x="31" y="77"/>
                    <a:pt x="31" y="77"/>
                    <a:pt x="31" y="77"/>
                  </a:cubicBezTo>
                  <a:cubicBezTo>
                    <a:pt x="30" y="76"/>
                    <a:pt x="30" y="76"/>
                    <a:pt x="30" y="76"/>
                  </a:cubicBezTo>
                  <a:cubicBezTo>
                    <a:pt x="29" y="76"/>
                    <a:pt x="27" y="74"/>
                    <a:pt x="27" y="73"/>
                  </a:cubicBezTo>
                  <a:cubicBezTo>
                    <a:pt x="26" y="72"/>
                    <a:pt x="25" y="71"/>
                    <a:pt x="25" y="70"/>
                  </a:cubicBezTo>
                  <a:cubicBezTo>
                    <a:pt x="26" y="69"/>
                    <a:pt x="26" y="69"/>
                    <a:pt x="26" y="69"/>
                  </a:cubicBezTo>
                  <a:cubicBezTo>
                    <a:pt x="27" y="68"/>
                    <a:pt x="29" y="66"/>
                    <a:pt x="30" y="65"/>
                  </a:cubicBezTo>
                  <a:cubicBezTo>
                    <a:pt x="31" y="64"/>
                    <a:pt x="31" y="64"/>
                    <a:pt x="31" y="64"/>
                  </a:cubicBezTo>
                  <a:cubicBezTo>
                    <a:pt x="31" y="63"/>
                    <a:pt x="31" y="63"/>
                    <a:pt x="31" y="63"/>
                  </a:cubicBezTo>
                  <a:cubicBezTo>
                    <a:pt x="31" y="62"/>
                    <a:pt x="32" y="61"/>
                    <a:pt x="32" y="61"/>
                  </a:cubicBezTo>
                  <a:cubicBezTo>
                    <a:pt x="31" y="57"/>
                    <a:pt x="29" y="56"/>
                    <a:pt x="27" y="56"/>
                  </a:cubicBezTo>
                  <a:cubicBezTo>
                    <a:pt x="25" y="56"/>
                    <a:pt x="25" y="56"/>
                    <a:pt x="25" y="56"/>
                  </a:cubicBezTo>
                  <a:cubicBezTo>
                    <a:pt x="25" y="56"/>
                    <a:pt x="25" y="56"/>
                    <a:pt x="25" y="56"/>
                  </a:cubicBezTo>
                  <a:cubicBezTo>
                    <a:pt x="27" y="54"/>
                    <a:pt x="27" y="54"/>
                    <a:pt x="27" y="54"/>
                  </a:cubicBezTo>
                  <a:cubicBezTo>
                    <a:pt x="28" y="53"/>
                    <a:pt x="28" y="53"/>
                    <a:pt x="28" y="53"/>
                  </a:cubicBezTo>
                  <a:cubicBezTo>
                    <a:pt x="29" y="52"/>
                    <a:pt x="29" y="52"/>
                    <a:pt x="29" y="52"/>
                  </a:cubicBezTo>
                  <a:cubicBezTo>
                    <a:pt x="29" y="52"/>
                    <a:pt x="29" y="52"/>
                    <a:pt x="29" y="52"/>
                  </a:cubicBezTo>
                  <a:cubicBezTo>
                    <a:pt x="29" y="52"/>
                    <a:pt x="29" y="52"/>
                    <a:pt x="29" y="52"/>
                  </a:cubicBezTo>
                  <a:cubicBezTo>
                    <a:pt x="29" y="51"/>
                    <a:pt x="29" y="51"/>
                    <a:pt x="29" y="51"/>
                  </a:cubicBezTo>
                  <a:cubicBezTo>
                    <a:pt x="31" y="52"/>
                    <a:pt x="32" y="56"/>
                    <a:pt x="32" y="56"/>
                  </a:cubicBezTo>
                  <a:cubicBezTo>
                    <a:pt x="32" y="57"/>
                    <a:pt x="32" y="57"/>
                    <a:pt x="32" y="57"/>
                  </a:cubicBezTo>
                  <a:cubicBezTo>
                    <a:pt x="33" y="56"/>
                    <a:pt x="33" y="56"/>
                    <a:pt x="33" y="56"/>
                  </a:cubicBezTo>
                  <a:cubicBezTo>
                    <a:pt x="33" y="55"/>
                    <a:pt x="34" y="54"/>
                    <a:pt x="34" y="53"/>
                  </a:cubicBezTo>
                  <a:cubicBezTo>
                    <a:pt x="35" y="54"/>
                    <a:pt x="35" y="54"/>
                    <a:pt x="35" y="54"/>
                  </a:cubicBezTo>
                  <a:cubicBezTo>
                    <a:pt x="36" y="54"/>
                    <a:pt x="37" y="54"/>
                    <a:pt x="38" y="55"/>
                  </a:cubicBezTo>
                  <a:cubicBezTo>
                    <a:pt x="39" y="55"/>
                    <a:pt x="39" y="55"/>
                    <a:pt x="39" y="56"/>
                  </a:cubicBezTo>
                  <a:cubicBezTo>
                    <a:pt x="39" y="57"/>
                    <a:pt x="39" y="57"/>
                    <a:pt x="39" y="57"/>
                  </a:cubicBezTo>
                  <a:cubicBezTo>
                    <a:pt x="38" y="58"/>
                    <a:pt x="38" y="58"/>
                    <a:pt x="38" y="58"/>
                  </a:cubicBezTo>
                  <a:cubicBezTo>
                    <a:pt x="37" y="60"/>
                    <a:pt x="37" y="60"/>
                    <a:pt x="37" y="60"/>
                  </a:cubicBezTo>
                  <a:cubicBezTo>
                    <a:pt x="37" y="60"/>
                    <a:pt x="37" y="60"/>
                    <a:pt x="37" y="60"/>
                  </a:cubicBezTo>
                  <a:cubicBezTo>
                    <a:pt x="37" y="61"/>
                    <a:pt x="37" y="61"/>
                    <a:pt x="37" y="61"/>
                  </a:cubicBezTo>
                  <a:cubicBezTo>
                    <a:pt x="38" y="62"/>
                    <a:pt x="38" y="62"/>
                    <a:pt x="38" y="62"/>
                  </a:cubicBezTo>
                  <a:cubicBezTo>
                    <a:pt x="38" y="63"/>
                    <a:pt x="38" y="63"/>
                    <a:pt x="38" y="63"/>
                  </a:cubicBezTo>
                  <a:cubicBezTo>
                    <a:pt x="39" y="63"/>
                    <a:pt x="39" y="63"/>
                    <a:pt x="39" y="63"/>
                  </a:cubicBezTo>
                  <a:cubicBezTo>
                    <a:pt x="39" y="63"/>
                    <a:pt x="39" y="63"/>
                    <a:pt x="39" y="63"/>
                  </a:cubicBezTo>
                  <a:cubicBezTo>
                    <a:pt x="39" y="62"/>
                    <a:pt x="39" y="62"/>
                    <a:pt x="39" y="62"/>
                  </a:cubicBezTo>
                  <a:cubicBezTo>
                    <a:pt x="39" y="62"/>
                    <a:pt x="39" y="62"/>
                    <a:pt x="39" y="62"/>
                  </a:cubicBezTo>
                  <a:cubicBezTo>
                    <a:pt x="39" y="61"/>
                    <a:pt x="39" y="61"/>
                    <a:pt x="39" y="61"/>
                  </a:cubicBezTo>
                  <a:cubicBezTo>
                    <a:pt x="39" y="61"/>
                    <a:pt x="39" y="61"/>
                    <a:pt x="39" y="61"/>
                  </a:cubicBezTo>
                  <a:cubicBezTo>
                    <a:pt x="40" y="61"/>
                    <a:pt x="40" y="61"/>
                    <a:pt x="40" y="61"/>
                  </a:cubicBezTo>
                  <a:cubicBezTo>
                    <a:pt x="40" y="58"/>
                    <a:pt x="40" y="58"/>
                    <a:pt x="40" y="58"/>
                  </a:cubicBezTo>
                  <a:cubicBezTo>
                    <a:pt x="41" y="55"/>
                    <a:pt x="41" y="55"/>
                    <a:pt x="41" y="55"/>
                  </a:cubicBezTo>
                  <a:cubicBezTo>
                    <a:pt x="42" y="54"/>
                    <a:pt x="43" y="52"/>
                    <a:pt x="43" y="52"/>
                  </a:cubicBezTo>
                  <a:cubicBezTo>
                    <a:pt x="43" y="49"/>
                    <a:pt x="43" y="49"/>
                    <a:pt x="43" y="49"/>
                  </a:cubicBezTo>
                  <a:cubicBezTo>
                    <a:pt x="44" y="47"/>
                    <a:pt x="44" y="47"/>
                    <a:pt x="44" y="47"/>
                  </a:cubicBezTo>
                  <a:cubicBezTo>
                    <a:pt x="44" y="46"/>
                    <a:pt x="44" y="46"/>
                    <a:pt x="44" y="46"/>
                  </a:cubicBezTo>
                  <a:cubicBezTo>
                    <a:pt x="44" y="46"/>
                    <a:pt x="44" y="46"/>
                    <a:pt x="44" y="46"/>
                  </a:cubicBezTo>
                  <a:cubicBezTo>
                    <a:pt x="44" y="46"/>
                    <a:pt x="44" y="46"/>
                    <a:pt x="44" y="46"/>
                  </a:cubicBezTo>
                  <a:cubicBezTo>
                    <a:pt x="44" y="46"/>
                    <a:pt x="44" y="46"/>
                    <a:pt x="44" y="46"/>
                  </a:cubicBezTo>
                  <a:cubicBezTo>
                    <a:pt x="45" y="46"/>
                    <a:pt x="45" y="46"/>
                    <a:pt x="45" y="46"/>
                  </a:cubicBezTo>
                  <a:cubicBezTo>
                    <a:pt x="44" y="45"/>
                    <a:pt x="44" y="45"/>
                    <a:pt x="44" y="45"/>
                  </a:cubicBezTo>
                  <a:cubicBezTo>
                    <a:pt x="43" y="45"/>
                    <a:pt x="43" y="45"/>
                    <a:pt x="43" y="45"/>
                  </a:cubicBezTo>
                  <a:cubicBezTo>
                    <a:pt x="43" y="45"/>
                    <a:pt x="43" y="45"/>
                    <a:pt x="43" y="45"/>
                  </a:cubicBezTo>
                  <a:cubicBezTo>
                    <a:pt x="43" y="45"/>
                    <a:pt x="43" y="45"/>
                    <a:pt x="43" y="45"/>
                  </a:cubicBezTo>
                  <a:cubicBezTo>
                    <a:pt x="41" y="45"/>
                    <a:pt x="41" y="45"/>
                    <a:pt x="41" y="45"/>
                  </a:cubicBezTo>
                  <a:cubicBezTo>
                    <a:pt x="41" y="45"/>
                    <a:pt x="41" y="45"/>
                    <a:pt x="41" y="45"/>
                  </a:cubicBezTo>
                  <a:cubicBezTo>
                    <a:pt x="40" y="47"/>
                    <a:pt x="40" y="47"/>
                    <a:pt x="40" y="47"/>
                  </a:cubicBezTo>
                  <a:cubicBezTo>
                    <a:pt x="40" y="47"/>
                    <a:pt x="40" y="47"/>
                    <a:pt x="40"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9" y="49"/>
                    <a:pt x="39" y="49"/>
                    <a:pt x="39" y="49"/>
                  </a:cubicBezTo>
                  <a:cubicBezTo>
                    <a:pt x="40" y="50"/>
                    <a:pt x="40" y="50"/>
                    <a:pt x="40" y="50"/>
                  </a:cubicBezTo>
                  <a:cubicBezTo>
                    <a:pt x="40" y="52"/>
                    <a:pt x="40" y="52"/>
                    <a:pt x="40" y="52"/>
                  </a:cubicBezTo>
                  <a:cubicBezTo>
                    <a:pt x="40" y="52"/>
                    <a:pt x="40" y="52"/>
                    <a:pt x="40" y="52"/>
                  </a:cubicBezTo>
                  <a:cubicBezTo>
                    <a:pt x="39" y="52"/>
                    <a:pt x="39" y="52"/>
                    <a:pt x="39" y="52"/>
                  </a:cubicBezTo>
                  <a:cubicBezTo>
                    <a:pt x="39" y="52"/>
                    <a:pt x="39" y="52"/>
                    <a:pt x="39" y="52"/>
                  </a:cubicBezTo>
                  <a:cubicBezTo>
                    <a:pt x="39" y="52"/>
                    <a:pt x="39" y="52"/>
                    <a:pt x="39" y="52"/>
                  </a:cubicBezTo>
                  <a:cubicBezTo>
                    <a:pt x="38" y="52"/>
                    <a:pt x="38" y="52"/>
                    <a:pt x="38" y="52"/>
                  </a:cubicBezTo>
                  <a:cubicBezTo>
                    <a:pt x="38" y="52"/>
                    <a:pt x="36" y="51"/>
                    <a:pt x="35" y="50"/>
                  </a:cubicBezTo>
                  <a:cubicBezTo>
                    <a:pt x="35" y="49"/>
                    <a:pt x="35" y="49"/>
                    <a:pt x="35" y="49"/>
                  </a:cubicBezTo>
                  <a:cubicBezTo>
                    <a:pt x="36" y="47"/>
                    <a:pt x="36" y="47"/>
                    <a:pt x="36" y="47"/>
                  </a:cubicBezTo>
                  <a:cubicBezTo>
                    <a:pt x="37" y="47"/>
                    <a:pt x="37" y="47"/>
                    <a:pt x="37" y="47"/>
                  </a:cubicBezTo>
                  <a:cubicBezTo>
                    <a:pt x="36" y="47"/>
                    <a:pt x="36" y="47"/>
                    <a:pt x="36" y="47"/>
                  </a:cubicBezTo>
                  <a:cubicBezTo>
                    <a:pt x="36" y="47"/>
                    <a:pt x="36" y="47"/>
                    <a:pt x="36" y="47"/>
                  </a:cubicBezTo>
                  <a:cubicBezTo>
                    <a:pt x="35" y="47"/>
                    <a:pt x="34" y="47"/>
                    <a:pt x="33" y="47"/>
                  </a:cubicBezTo>
                  <a:cubicBezTo>
                    <a:pt x="34" y="46"/>
                    <a:pt x="35" y="45"/>
                    <a:pt x="36" y="43"/>
                  </a:cubicBezTo>
                  <a:cubicBezTo>
                    <a:pt x="37" y="40"/>
                    <a:pt x="37" y="40"/>
                    <a:pt x="37" y="40"/>
                  </a:cubicBezTo>
                  <a:cubicBezTo>
                    <a:pt x="40" y="38"/>
                    <a:pt x="40" y="38"/>
                    <a:pt x="40" y="38"/>
                  </a:cubicBezTo>
                  <a:cubicBezTo>
                    <a:pt x="41" y="38"/>
                    <a:pt x="41" y="37"/>
                    <a:pt x="41" y="36"/>
                  </a:cubicBezTo>
                  <a:cubicBezTo>
                    <a:pt x="41" y="35"/>
                    <a:pt x="41" y="33"/>
                    <a:pt x="42" y="33"/>
                  </a:cubicBezTo>
                  <a:cubicBezTo>
                    <a:pt x="43" y="32"/>
                    <a:pt x="43" y="32"/>
                    <a:pt x="43" y="32"/>
                  </a:cubicBezTo>
                  <a:cubicBezTo>
                    <a:pt x="44" y="32"/>
                    <a:pt x="45" y="34"/>
                    <a:pt x="45" y="34"/>
                  </a:cubicBezTo>
                  <a:cubicBezTo>
                    <a:pt x="45" y="34"/>
                    <a:pt x="45" y="34"/>
                    <a:pt x="45" y="34"/>
                  </a:cubicBezTo>
                  <a:cubicBezTo>
                    <a:pt x="45" y="31"/>
                    <a:pt x="44" y="30"/>
                    <a:pt x="43" y="30"/>
                  </a:cubicBezTo>
                  <a:cubicBezTo>
                    <a:pt x="43" y="29"/>
                    <a:pt x="43" y="29"/>
                    <a:pt x="43" y="29"/>
                  </a:cubicBezTo>
                  <a:cubicBezTo>
                    <a:pt x="43" y="28"/>
                    <a:pt x="44" y="27"/>
                    <a:pt x="44" y="26"/>
                  </a:cubicBezTo>
                  <a:cubicBezTo>
                    <a:pt x="45" y="24"/>
                    <a:pt x="45" y="24"/>
                    <a:pt x="45" y="24"/>
                  </a:cubicBezTo>
                  <a:cubicBezTo>
                    <a:pt x="45" y="24"/>
                    <a:pt x="45" y="24"/>
                    <a:pt x="45" y="24"/>
                  </a:cubicBezTo>
                  <a:cubicBezTo>
                    <a:pt x="45" y="26"/>
                    <a:pt x="45" y="26"/>
                    <a:pt x="45" y="26"/>
                  </a:cubicBezTo>
                  <a:cubicBezTo>
                    <a:pt x="46" y="28"/>
                    <a:pt x="46" y="28"/>
                    <a:pt x="46" y="28"/>
                  </a:cubicBezTo>
                  <a:cubicBezTo>
                    <a:pt x="46" y="28"/>
                    <a:pt x="46" y="28"/>
                    <a:pt x="46" y="28"/>
                  </a:cubicBezTo>
                  <a:cubicBezTo>
                    <a:pt x="48" y="29"/>
                    <a:pt x="48" y="29"/>
                    <a:pt x="48" y="29"/>
                  </a:cubicBezTo>
                  <a:cubicBezTo>
                    <a:pt x="48" y="29"/>
                    <a:pt x="48" y="29"/>
                    <a:pt x="48" y="29"/>
                  </a:cubicBezTo>
                  <a:cubicBezTo>
                    <a:pt x="48" y="29"/>
                    <a:pt x="48" y="29"/>
                    <a:pt x="48" y="29"/>
                  </a:cubicBezTo>
                  <a:cubicBezTo>
                    <a:pt x="48" y="28"/>
                    <a:pt x="48" y="28"/>
                    <a:pt x="48" y="28"/>
                  </a:cubicBezTo>
                  <a:cubicBezTo>
                    <a:pt x="48" y="28"/>
                    <a:pt x="48" y="28"/>
                    <a:pt x="48" y="28"/>
                  </a:cubicBezTo>
                  <a:cubicBezTo>
                    <a:pt x="48" y="28"/>
                    <a:pt x="48" y="28"/>
                    <a:pt x="48" y="28"/>
                  </a:cubicBezTo>
                  <a:cubicBezTo>
                    <a:pt x="48" y="27"/>
                    <a:pt x="48" y="27"/>
                    <a:pt x="48" y="27"/>
                  </a:cubicBezTo>
                  <a:cubicBezTo>
                    <a:pt x="48" y="27"/>
                    <a:pt x="48" y="27"/>
                    <a:pt x="48" y="27"/>
                  </a:cubicBezTo>
                  <a:cubicBezTo>
                    <a:pt x="47" y="25"/>
                    <a:pt x="47" y="25"/>
                    <a:pt x="47" y="25"/>
                  </a:cubicBezTo>
                  <a:cubicBezTo>
                    <a:pt x="46" y="21"/>
                    <a:pt x="46" y="21"/>
                    <a:pt x="46" y="21"/>
                  </a:cubicBezTo>
                  <a:cubicBezTo>
                    <a:pt x="46" y="20"/>
                    <a:pt x="46" y="20"/>
                    <a:pt x="46" y="20"/>
                  </a:cubicBezTo>
                  <a:cubicBezTo>
                    <a:pt x="46" y="19"/>
                    <a:pt x="47" y="18"/>
                    <a:pt x="47" y="18"/>
                  </a:cubicBezTo>
                  <a:cubicBezTo>
                    <a:pt x="48" y="15"/>
                    <a:pt x="48" y="15"/>
                    <a:pt x="48" y="15"/>
                  </a:cubicBezTo>
                  <a:cubicBezTo>
                    <a:pt x="48" y="14"/>
                    <a:pt x="48" y="14"/>
                    <a:pt x="48" y="14"/>
                  </a:cubicBezTo>
                  <a:cubicBezTo>
                    <a:pt x="48" y="13"/>
                    <a:pt x="48" y="13"/>
                    <a:pt x="48" y="13"/>
                  </a:cubicBezTo>
                  <a:cubicBezTo>
                    <a:pt x="48" y="13"/>
                    <a:pt x="48" y="13"/>
                    <a:pt x="48" y="13"/>
                  </a:cubicBezTo>
                  <a:lnTo>
                    <a:pt x="49" y="12"/>
                  </a:lnTo>
                  <a:close/>
                  <a:moveTo>
                    <a:pt x="35" y="21"/>
                  </a:moveTo>
                  <a:cubicBezTo>
                    <a:pt x="35" y="21"/>
                    <a:pt x="35" y="21"/>
                    <a:pt x="35" y="21"/>
                  </a:cubicBezTo>
                  <a:cubicBezTo>
                    <a:pt x="35" y="22"/>
                    <a:pt x="35" y="22"/>
                    <a:pt x="35" y="22"/>
                  </a:cubicBezTo>
                  <a:lnTo>
                    <a:pt x="35" y="21"/>
                  </a:lnTo>
                  <a:close/>
                  <a:moveTo>
                    <a:pt x="44" y="10"/>
                  </a:moveTo>
                  <a:cubicBezTo>
                    <a:pt x="45" y="10"/>
                    <a:pt x="45" y="10"/>
                    <a:pt x="45" y="10"/>
                  </a:cubicBezTo>
                  <a:cubicBezTo>
                    <a:pt x="44" y="12"/>
                    <a:pt x="44" y="12"/>
                    <a:pt x="44" y="12"/>
                  </a:cubicBezTo>
                  <a:cubicBezTo>
                    <a:pt x="44" y="12"/>
                    <a:pt x="44" y="12"/>
                    <a:pt x="44" y="12"/>
                  </a:cubicBezTo>
                  <a:cubicBezTo>
                    <a:pt x="44" y="12"/>
                    <a:pt x="44" y="12"/>
                    <a:pt x="44" y="12"/>
                  </a:cubicBezTo>
                  <a:cubicBezTo>
                    <a:pt x="43" y="12"/>
                    <a:pt x="43" y="12"/>
                    <a:pt x="43" y="12"/>
                  </a:cubicBezTo>
                  <a:cubicBezTo>
                    <a:pt x="43" y="12"/>
                    <a:pt x="43" y="12"/>
                    <a:pt x="43" y="12"/>
                  </a:cubicBezTo>
                  <a:lnTo>
                    <a:pt x="44" y="10"/>
                  </a:lnTo>
                  <a:close/>
                  <a:moveTo>
                    <a:pt x="42" y="12"/>
                  </a:moveTo>
                  <a:cubicBezTo>
                    <a:pt x="42" y="12"/>
                    <a:pt x="42" y="12"/>
                    <a:pt x="42" y="12"/>
                  </a:cubicBezTo>
                  <a:cubicBezTo>
                    <a:pt x="42" y="13"/>
                    <a:pt x="42" y="13"/>
                    <a:pt x="42" y="13"/>
                  </a:cubicBezTo>
                  <a:cubicBezTo>
                    <a:pt x="42" y="13"/>
                    <a:pt x="42" y="13"/>
                    <a:pt x="42" y="13"/>
                  </a:cubicBezTo>
                  <a:cubicBezTo>
                    <a:pt x="41" y="13"/>
                    <a:pt x="41" y="13"/>
                    <a:pt x="41" y="13"/>
                  </a:cubicBezTo>
                  <a:lnTo>
                    <a:pt x="42" y="12"/>
                  </a:lnTo>
                  <a:close/>
                  <a:moveTo>
                    <a:pt x="43" y="17"/>
                  </a:moveTo>
                  <a:cubicBezTo>
                    <a:pt x="42" y="16"/>
                    <a:pt x="41" y="15"/>
                    <a:pt x="41" y="15"/>
                  </a:cubicBezTo>
                  <a:cubicBezTo>
                    <a:pt x="41" y="15"/>
                    <a:pt x="41" y="15"/>
                    <a:pt x="41" y="15"/>
                  </a:cubicBezTo>
                  <a:cubicBezTo>
                    <a:pt x="42" y="13"/>
                    <a:pt x="42" y="13"/>
                    <a:pt x="42" y="13"/>
                  </a:cubicBezTo>
                  <a:cubicBezTo>
                    <a:pt x="42" y="13"/>
                    <a:pt x="42" y="13"/>
                    <a:pt x="42" y="13"/>
                  </a:cubicBezTo>
                  <a:cubicBezTo>
                    <a:pt x="42" y="13"/>
                    <a:pt x="42" y="13"/>
                    <a:pt x="42" y="13"/>
                  </a:cubicBezTo>
                  <a:cubicBezTo>
                    <a:pt x="42" y="13"/>
                    <a:pt x="42" y="13"/>
                    <a:pt x="42" y="13"/>
                  </a:cubicBezTo>
                  <a:cubicBezTo>
                    <a:pt x="42" y="14"/>
                    <a:pt x="42" y="14"/>
                    <a:pt x="42" y="14"/>
                  </a:cubicBezTo>
                  <a:cubicBezTo>
                    <a:pt x="42" y="14"/>
                    <a:pt x="42" y="14"/>
                    <a:pt x="42" y="14"/>
                  </a:cubicBezTo>
                  <a:cubicBezTo>
                    <a:pt x="42" y="15"/>
                    <a:pt x="43" y="15"/>
                    <a:pt x="43" y="16"/>
                  </a:cubicBezTo>
                  <a:cubicBezTo>
                    <a:pt x="43" y="18"/>
                    <a:pt x="43" y="18"/>
                    <a:pt x="43" y="18"/>
                  </a:cubicBezTo>
                  <a:cubicBezTo>
                    <a:pt x="43" y="18"/>
                    <a:pt x="43" y="18"/>
                    <a:pt x="43" y="18"/>
                  </a:cubicBezTo>
                  <a:lnTo>
                    <a:pt x="43" y="17"/>
                  </a:lnTo>
                  <a:close/>
                  <a:moveTo>
                    <a:pt x="29" y="21"/>
                  </a:moveTo>
                  <a:cubicBezTo>
                    <a:pt x="29" y="21"/>
                    <a:pt x="29" y="21"/>
                    <a:pt x="29" y="21"/>
                  </a:cubicBezTo>
                  <a:cubicBezTo>
                    <a:pt x="27" y="22"/>
                    <a:pt x="27" y="22"/>
                    <a:pt x="27" y="22"/>
                  </a:cubicBezTo>
                  <a:cubicBezTo>
                    <a:pt x="27" y="21"/>
                    <a:pt x="27" y="21"/>
                    <a:pt x="27" y="21"/>
                  </a:cubicBezTo>
                  <a:cubicBezTo>
                    <a:pt x="27" y="20"/>
                    <a:pt x="27" y="20"/>
                    <a:pt x="27" y="20"/>
                  </a:cubicBezTo>
                  <a:cubicBezTo>
                    <a:pt x="27" y="20"/>
                    <a:pt x="27" y="20"/>
                    <a:pt x="27" y="20"/>
                  </a:cubicBezTo>
                  <a:cubicBezTo>
                    <a:pt x="27" y="20"/>
                    <a:pt x="27" y="20"/>
                    <a:pt x="27" y="20"/>
                  </a:cubicBezTo>
                  <a:cubicBezTo>
                    <a:pt x="29" y="20"/>
                    <a:pt x="29" y="20"/>
                    <a:pt x="29" y="20"/>
                  </a:cubicBezTo>
                  <a:cubicBezTo>
                    <a:pt x="29" y="21"/>
                    <a:pt x="29" y="21"/>
                    <a:pt x="29" y="21"/>
                  </a:cubicBezTo>
                  <a:cubicBezTo>
                    <a:pt x="30" y="22"/>
                    <a:pt x="30" y="22"/>
                    <a:pt x="30" y="22"/>
                  </a:cubicBezTo>
                  <a:cubicBezTo>
                    <a:pt x="31" y="22"/>
                    <a:pt x="31" y="22"/>
                    <a:pt x="31" y="22"/>
                  </a:cubicBezTo>
                  <a:lnTo>
                    <a:pt x="29" y="21"/>
                  </a:lnTo>
                  <a:close/>
                  <a:moveTo>
                    <a:pt x="27" y="20"/>
                  </a:moveTo>
                  <a:cubicBezTo>
                    <a:pt x="27" y="20"/>
                    <a:pt x="27" y="20"/>
                    <a:pt x="27" y="20"/>
                  </a:cubicBezTo>
                  <a:cubicBezTo>
                    <a:pt x="28" y="19"/>
                    <a:pt x="28" y="19"/>
                    <a:pt x="28" y="19"/>
                  </a:cubicBezTo>
                  <a:cubicBezTo>
                    <a:pt x="29" y="19"/>
                    <a:pt x="29" y="19"/>
                    <a:pt x="29" y="19"/>
                  </a:cubicBezTo>
                  <a:cubicBezTo>
                    <a:pt x="30" y="20"/>
                    <a:pt x="30" y="20"/>
                    <a:pt x="30" y="20"/>
                  </a:cubicBezTo>
                  <a:cubicBezTo>
                    <a:pt x="30" y="20"/>
                    <a:pt x="30" y="20"/>
                    <a:pt x="30" y="20"/>
                  </a:cubicBezTo>
                  <a:cubicBezTo>
                    <a:pt x="29" y="20"/>
                    <a:pt x="29" y="20"/>
                    <a:pt x="29" y="20"/>
                  </a:cubicBezTo>
                  <a:cubicBezTo>
                    <a:pt x="27" y="20"/>
                    <a:pt x="27" y="20"/>
                    <a:pt x="27" y="20"/>
                  </a:cubicBezTo>
                  <a:close/>
                  <a:moveTo>
                    <a:pt x="32" y="21"/>
                  </a:moveTo>
                  <a:cubicBezTo>
                    <a:pt x="34" y="22"/>
                    <a:pt x="34" y="22"/>
                    <a:pt x="34" y="22"/>
                  </a:cubicBezTo>
                  <a:cubicBezTo>
                    <a:pt x="34" y="22"/>
                    <a:pt x="34" y="22"/>
                    <a:pt x="34" y="22"/>
                  </a:cubicBezTo>
                  <a:cubicBezTo>
                    <a:pt x="33" y="22"/>
                    <a:pt x="33" y="22"/>
                    <a:pt x="33" y="22"/>
                  </a:cubicBezTo>
                  <a:cubicBezTo>
                    <a:pt x="33" y="22"/>
                    <a:pt x="33" y="22"/>
                    <a:pt x="33" y="22"/>
                  </a:cubicBezTo>
                  <a:cubicBezTo>
                    <a:pt x="33" y="22"/>
                    <a:pt x="33" y="22"/>
                    <a:pt x="33" y="22"/>
                  </a:cubicBezTo>
                  <a:cubicBezTo>
                    <a:pt x="31" y="21"/>
                    <a:pt x="31" y="21"/>
                    <a:pt x="31" y="21"/>
                  </a:cubicBezTo>
                  <a:cubicBezTo>
                    <a:pt x="30" y="20"/>
                    <a:pt x="30" y="20"/>
                    <a:pt x="30" y="20"/>
                  </a:cubicBezTo>
                  <a:cubicBezTo>
                    <a:pt x="30" y="20"/>
                    <a:pt x="30" y="20"/>
                    <a:pt x="30" y="20"/>
                  </a:cubicBezTo>
                  <a:cubicBezTo>
                    <a:pt x="31" y="20"/>
                    <a:pt x="31" y="20"/>
                    <a:pt x="31" y="20"/>
                  </a:cubicBezTo>
                  <a:cubicBezTo>
                    <a:pt x="31" y="20"/>
                    <a:pt x="31" y="20"/>
                    <a:pt x="31" y="20"/>
                  </a:cubicBezTo>
                  <a:lnTo>
                    <a:pt x="32" y="21"/>
                  </a:lnTo>
                  <a:close/>
                  <a:moveTo>
                    <a:pt x="32" y="15"/>
                  </a:moveTo>
                  <a:cubicBezTo>
                    <a:pt x="33" y="15"/>
                    <a:pt x="34" y="15"/>
                    <a:pt x="34" y="16"/>
                  </a:cubicBezTo>
                  <a:cubicBezTo>
                    <a:pt x="34" y="18"/>
                    <a:pt x="34" y="18"/>
                    <a:pt x="34" y="18"/>
                  </a:cubicBezTo>
                  <a:cubicBezTo>
                    <a:pt x="33" y="17"/>
                    <a:pt x="33" y="17"/>
                    <a:pt x="33" y="17"/>
                  </a:cubicBezTo>
                  <a:cubicBezTo>
                    <a:pt x="33" y="17"/>
                    <a:pt x="33" y="17"/>
                    <a:pt x="33" y="17"/>
                  </a:cubicBezTo>
                  <a:cubicBezTo>
                    <a:pt x="31" y="18"/>
                    <a:pt x="31" y="18"/>
                    <a:pt x="31" y="18"/>
                  </a:cubicBezTo>
                  <a:cubicBezTo>
                    <a:pt x="31" y="19"/>
                    <a:pt x="31" y="19"/>
                    <a:pt x="31" y="19"/>
                  </a:cubicBezTo>
                  <a:cubicBezTo>
                    <a:pt x="29" y="19"/>
                    <a:pt x="29" y="19"/>
                    <a:pt x="29" y="19"/>
                  </a:cubicBezTo>
                  <a:cubicBezTo>
                    <a:pt x="28" y="19"/>
                    <a:pt x="28" y="19"/>
                    <a:pt x="28" y="19"/>
                  </a:cubicBezTo>
                  <a:cubicBezTo>
                    <a:pt x="28" y="17"/>
                    <a:pt x="28" y="17"/>
                    <a:pt x="28" y="17"/>
                  </a:cubicBezTo>
                  <a:cubicBezTo>
                    <a:pt x="29" y="15"/>
                    <a:pt x="29" y="15"/>
                    <a:pt x="29" y="15"/>
                  </a:cubicBezTo>
                  <a:lnTo>
                    <a:pt x="32" y="15"/>
                  </a:lnTo>
                  <a:close/>
                  <a:moveTo>
                    <a:pt x="28" y="15"/>
                  </a:moveTo>
                  <a:cubicBezTo>
                    <a:pt x="28" y="15"/>
                    <a:pt x="28" y="15"/>
                    <a:pt x="28" y="15"/>
                  </a:cubicBezTo>
                  <a:cubicBezTo>
                    <a:pt x="28" y="15"/>
                    <a:pt x="28" y="15"/>
                    <a:pt x="28" y="15"/>
                  </a:cubicBezTo>
                  <a:close/>
                  <a:moveTo>
                    <a:pt x="22" y="13"/>
                  </a:moveTo>
                  <a:cubicBezTo>
                    <a:pt x="23" y="14"/>
                    <a:pt x="23" y="14"/>
                    <a:pt x="23" y="14"/>
                  </a:cubicBezTo>
                  <a:cubicBezTo>
                    <a:pt x="22" y="14"/>
                    <a:pt x="22" y="14"/>
                    <a:pt x="22" y="14"/>
                  </a:cubicBezTo>
                  <a:lnTo>
                    <a:pt x="22" y="13"/>
                  </a:lnTo>
                  <a:close/>
                  <a:moveTo>
                    <a:pt x="21" y="16"/>
                  </a:moveTo>
                  <a:cubicBezTo>
                    <a:pt x="21" y="16"/>
                    <a:pt x="21" y="16"/>
                    <a:pt x="21" y="16"/>
                  </a:cubicBezTo>
                  <a:cubicBezTo>
                    <a:pt x="20" y="16"/>
                    <a:pt x="20" y="16"/>
                    <a:pt x="20" y="16"/>
                  </a:cubicBezTo>
                  <a:cubicBezTo>
                    <a:pt x="21" y="14"/>
                    <a:pt x="21" y="14"/>
                    <a:pt x="21" y="14"/>
                  </a:cubicBezTo>
                  <a:cubicBezTo>
                    <a:pt x="21" y="14"/>
                    <a:pt x="21" y="14"/>
                    <a:pt x="21" y="14"/>
                  </a:cubicBezTo>
                  <a:cubicBezTo>
                    <a:pt x="22" y="14"/>
                    <a:pt x="22" y="14"/>
                    <a:pt x="22" y="14"/>
                  </a:cubicBezTo>
                  <a:cubicBezTo>
                    <a:pt x="22" y="14"/>
                    <a:pt x="22" y="14"/>
                    <a:pt x="22" y="14"/>
                  </a:cubicBezTo>
                  <a:cubicBezTo>
                    <a:pt x="24" y="14"/>
                    <a:pt x="24" y="14"/>
                    <a:pt x="24" y="14"/>
                  </a:cubicBezTo>
                  <a:cubicBezTo>
                    <a:pt x="25" y="14"/>
                    <a:pt x="25" y="14"/>
                    <a:pt x="25" y="14"/>
                  </a:cubicBezTo>
                  <a:cubicBezTo>
                    <a:pt x="26" y="14"/>
                    <a:pt x="26" y="13"/>
                    <a:pt x="27" y="13"/>
                  </a:cubicBezTo>
                  <a:cubicBezTo>
                    <a:pt x="29" y="15"/>
                    <a:pt x="29" y="15"/>
                    <a:pt x="29" y="15"/>
                  </a:cubicBezTo>
                  <a:cubicBezTo>
                    <a:pt x="29" y="15"/>
                    <a:pt x="29" y="15"/>
                    <a:pt x="29" y="15"/>
                  </a:cubicBezTo>
                  <a:cubicBezTo>
                    <a:pt x="27" y="14"/>
                    <a:pt x="27" y="14"/>
                    <a:pt x="27" y="14"/>
                  </a:cubicBezTo>
                  <a:cubicBezTo>
                    <a:pt x="27" y="14"/>
                    <a:pt x="27" y="14"/>
                    <a:pt x="27" y="14"/>
                  </a:cubicBezTo>
                  <a:cubicBezTo>
                    <a:pt x="26" y="14"/>
                    <a:pt x="26" y="14"/>
                    <a:pt x="26" y="14"/>
                  </a:cubicBezTo>
                  <a:cubicBezTo>
                    <a:pt x="25" y="15"/>
                    <a:pt x="25" y="15"/>
                    <a:pt x="25" y="15"/>
                  </a:cubicBezTo>
                  <a:cubicBezTo>
                    <a:pt x="24" y="15"/>
                    <a:pt x="24" y="15"/>
                    <a:pt x="24" y="15"/>
                  </a:cubicBezTo>
                  <a:cubicBezTo>
                    <a:pt x="23" y="15"/>
                    <a:pt x="23" y="15"/>
                    <a:pt x="23" y="15"/>
                  </a:cubicBezTo>
                  <a:cubicBezTo>
                    <a:pt x="25" y="16"/>
                    <a:pt x="25" y="16"/>
                    <a:pt x="25" y="16"/>
                  </a:cubicBezTo>
                  <a:cubicBezTo>
                    <a:pt x="25" y="16"/>
                    <a:pt x="25" y="16"/>
                    <a:pt x="25" y="16"/>
                  </a:cubicBezTo>
                  <a:cubicBezTo>
                    <a:pt x="24" y="17"/>
                    <a:pt x="24" y="17"/>
                    <a:pt x="24" y="17"/>
                  </a:cubicBezTo>
                  <a:cubicBezTo>
                    <a:pt x="24" y="17"/>
                    <a:pt x="24" y="17"/>
                    <a:pt x="24" y="17"/>
                  </a:cubicBezTo>
                  <a:cubicBezTo>
                    <a:pt x="24" y="18"/>
                    <a:pt x="24" y="18"/>
                    <a:pt x="24" y="18"/>
                  </a:cubicBezTo>
                  <a:cubicBezTo>
                    <a:pt x="24" y="18"/>
                    <a:pt x="24" y="18"/>
                    <a:pt x="24" y="18"/>
                  </a:cubicBezTo>
                  <a:cubicBezTo>
                    <a:pt x="26" y="17"/>
                    <a:pt x="26" y="17"/>
                    <a:pt x="26" y="17"/>
                  </a:cubicBezTo>
                  <a:cubicBezTo>
                    <a:pt x="27" y="18"/>
                    <a:pt x="27" y="18"/>
                    <a:pt x="27" y="18"/>
                  </a:cubicBezTo>
                  <a:cubicBezTo>
                    <a:pt x="28" y="17"/>
                    <a:pt x="28" y="17"/>
                    <a:pt x="28" y="17"/>
                  </a:cubicBezTo>
                  <a:cubicBezTo>
                    <a:pt x="27" y="19"/>
                    <a:pt x="27" y="19"/>
                    <a:pt x="27" y="19"/>
                  </a:cubicBezTo>
                  <a:cubicBezTo>
                    <a:pt x="27" y="19"/>
                    <a:pt x="27" y="19"/>
                    <a:pt x="27" y="19"/>
                  </a:cubicBezTo>
                  <a:cubicBezTo>
                    <a:pt x="26" y="20"/>
                    <a:pt x="26" y="20"/>
                    <a:pt x="26" y="20"/>
                  </a:cubicBezTo>
                  <a:cubicBezTo>
                    <a:pt x="27" y="22"/>
                    <a:pt x="27" y="22"/>
                    <a:pt x="27" y="22"/>
                  </a:cubicBezTo>
                  <a:cubicBezTo>
                    <a:pt x="27" y="23"/>
                    <a:pt x="27" y="23"/>
                    <a:pt x="27" y="23"/>
                  </a:cubicBezTo>
                  <a:cubicBezTo>
                    <a:pt x="27" y="23"/>
                    <a:pt x="27" y="23"/>
                    <a:pt x="27" y="23"/>
                  </a:cubicBezTo>
                  <a:cubicBezTo>
                    <a:pt x="27" y="24"/>
                    <a:pt x="28" y="25"/>
                    <a:pt x="29" y="26"/>
                  </a:cubicBezTo>
                  <a:cubicBezTo>
                    <a:pt x="31" y="27"/>
                    <a:pt x="32" y="29"/>
                    <a:pt x="34" y="30"/>
                  </a:cubicBezTo>
                  <a:cubicBezTo>
                    <a:pt x="35" y="32"/>
                    <a:pt x="35" y="34"/>
                    <a:pt x="36" y="35"/>
                  </a:cubicBezTo>
                  <a:cubicBezTo>
                    <a:pt x="38" y="36"/>
                    <a:pt x="38" y="36"/>
                    <a:pt x="38" y="36"/>
                  </a:cubicBezTo>
                  <a:cubicBezTo>
                    <a:pt x="37" y="36"/>
                    <a:pt x="37" y="36"/>
                    <a:pt x="37" y="36"/>
                  </a:cubicBezTo>
                  <a:cubicBezTo>
                    <a:pt x="37" y="36"/>
                    <a:pt x="37" y="36"/>
                    <a:pt x="37" y="36"/>
                  </a:cubicBezTo>
                  <a:cubicBezTo>
                    <a:pt x="35" y="35"/>
                    <a:pt x="35" y="35"/>
                    <a:pt x="35" y="35"/>
                  </a:cubicBezTo>
                  <a:cubicBezTo>
                    <a:pt x="34" y="34"/>
                    <a:pt x="33" y="34"/>
                    <a:pt x="33" y="34"/>
                  </a:cubicBezTo>
                  <a:cubicBezTo>
                    <a:pt x="31" y="35"/>
                    <a:pt x="31" y="35"/>
                    <a:pt x="31" y="35"/>
                  </a:cubicBezTo>
                  <a:cubicBezTo>
                    <a:pt x="31" y="36"/>
                    <a:pt x="31" y="36"/>
                    <a:pt x="31" y="36"/>
                  </a:cubicBezTo>
                  <a:cubicBezTo>
                    <a:pt x="30" y="35"/>
                    <a:pt x="30" y="35"/>
                    <a:pt x="30" y="35"/>
                  </a:cubicBezTo>
                  <a:cubicBezTo>
                    <a:pt x="29" y="33"/>
                    <a:pt x="29" y="33"/>
                    <a:pt x="29" y="33"/>
                  </a:cubicBezTo>
                  <a:cubicBezTo>
                    <a:pt x="29" y="33"/>
                    <a:pt x="29" y="33"/>
                    <a:pt x="29" y="33"/>
                  </a:cubicBezTo>
                  <a:cubicBezTo>
                    <a:pt x="29" y="33"/>
                    <a:pt x="29" y="33"/>
                    <a:pt x="29" y="33"/>
                  </a:cubicBezTo>
                  <a:cubicBezTo>
                    <a:pt x="28" y="34"/>
                    <a:pt x="28" y="34"/>
                    <a:pt x="28" y="34"/>
                  </a:cubicBezTo>
                  <a:cubicBezTo>
                    <a:pt x="27" y="35"/>
                    <a:pt x="27" y="35"/>
                    <a:pt x="27" y="35"/>
                  </a:cubicBezTo>
                  <a:cubicBezTo>
                    <a:pt x="27" y="35"/>
                    <a:pt x="27" y="35"/>
                    <a:pt x="27" y="35"/>
                  </a:cubicBezTo>
                  <a:cubicBezTo>
                    <a:pt x="27" y="35"/>
                    <a:pt x="27" y="35"/>
                    <a:pt x="27" y="35"/>
                  </a:cubicBezTo>
                  <a:cubicBezTo>
                    <a:pt x="25" y="33"/>
                    <a:pt x="25" y="33"/>
                    <a:pt x="25" y="33"/>
                  </a:cubicBezTo>
                  <a:cubicBezTo>
                    <a:pt x="25" y="33"/>
                    <a:pt x="25" y="33"/>
                    <a:pt x="25" y="33"/>
                  </a:cubicBezTo>
                  <a:cubicBezTo>
                    <a:pt x="25" y="33"/>
                    <a:pt x="25" y="33"/>
                    <a:pt x="25" y="33"/>
                  </a:cubicBezTo>
                  <a:cubicBezTo>
                    <a:pt x="24" y="34"/>
                    <a:pt x="24" y="34"/>
                    <a:pt x="24" y="34"/>
                  </a:cubicBezTo>
                  <a:cubicBezTo>
                    <a:pt x="24" y="35"/>
                    <a:pt x="24" y="35"/>
                    <a:pt x="24" y="35"/>
                  </a:cubicBezTo>
                  <a:cubicBezTo>
                    <a:pt x="23" y="35"/>
                    <a:pt x="23" y="35"/>
                    <a:pt x="23" y="35"/>
                  </a:cubicBezTo>
                  <a:cubicBezTo>
                    <a:pt x="20" y="33"/>
                    <a:pt x="20" y="33"/>
                    <a:pt x="20" y="33"/>
                  </a:cubicBezTo>
                  <a:cubicBezTo>
                    <a:pt x="20" y="32"/>
                    <a:pt x="21" y="32"/>
                    <a:pt x="21" y="31"/>
                  </a:cubicBezTo>
                  <a:cubicBezTo>
                    <a:pt x="21" y="30"/>
                    <a:pt x="21" y="30"/>
                    <a:pt x="21" y="30"/>
                  </a:cubicBezTo>
                  <a:cubicBezTo>
                    <a:pt x="21" y="29"/>
                    <a:pt x="20" y="28"/>
                    <a:pt x="20" y="26"/>
                  </a:cubicBezTo>
                  <a:cubicBezTo>
                    <a:pt x="20" y="26"/>
                    <a:pt x="20" y="26"/>
                    <a:pt x="20" y="26"/>
                  </a:cubicBezTo>
                  <a:cubicBezTo>
                    <a:pt x="20" y="26"/>
                    <a:pt x="20" y="26"/>
                    <a:pt x="20" y="26"/>
                  </a:cubicBezTo>
                  <a:cubicBezTo>
                    <a:pt x="20" y="26"/>
                    <a:pt x="20" y="26"/>
                    <a:pt x="20" y="26"/>
                  </a:cubicBezTo>
                  <a:cubicBezTo>
                    <a:pt x="19" y="25"/>
                    <a:pt x="19" y="25"/>
                    <a:pt x="19" y="25"/>
                  </a:cubicBezTo>
                  <a:cubicBezTo>
                    <a:pt x="19" y="23"/>
                    <a:pt x="19" y="23"/>
                    <a:pt x="19" y="23"/>
                  </a:cubicBezTo>
                  <a:cubicBezTo>
                    <a:pt x="19" y="21"/>
                    <a:pt x="19" y="21"/>
                    <a:pt x="19" y="21"/>
                  </a:cubicBezTo>
                  <a:cubicBezTo>
                    <a:pt x="19" y="18"/>
                    <a:pt x="20" y="17"/>
                    <a:pt x="21" y="16"/>
                  </a:cubicBezTo>
                  <a:moveTo>
                    <a:pt x="20" y="31"/>
                  </a:moveTo>
                  <a:cubicBezTo>
                    <a:pt x="20" y="32"/>
                    <a:pt x="20" y="32"/>
                    <a:pt x="20" y="32"/>
                  </a:cubicBezTo>
                  <a:cubicBezTo>
                    <a:pt x="20" y="32"/>
                    <a:pt x="20" y="32"/>
                    <a:pt x="20" y="32"/>
                  </a:cubicBezTo>
                  <a:cubicBezTo>
                    <a:pt x="17" y="32"/>
                    <a:pt x="17" y="31"/>
                    <a:pt x="17" y="29"/>
                  </a:cubicBezTo>
                  <a:cubicBezTo>
                    <a:pt x="17" y="28"/>
                    <a:pt x="17" y="28"/>
                    <a:pt x="17" y="28"/>
                  </a:cubicBezTo>
                  <a:cubicBezTo>
                    <a:pt x="18" y="28"/>
                    <a:pt x="19" y="27"/>
                    <a:pt x="19" y="27"/>
                  </a:cubicBezTo>
                  <a:cubicBezTo>
                    <a:pt x="20" y="28"/>
                    <a:pt x="20" y="30"/>
                    <a:pt x="20" y="30"/>
                  </a:cubicBezTo>
                  <a:lnTo>
                    <a:pt x="20" y="31"/>
                  </a:lnTo>
                  <a:close/>
                  <a:moveTo>
                    <a:pt x="16" y="18"/>
                  </a:moveTo>
                  <a:cubicBezTo>
                    <a:pt x="16" y="18"/>
                    <a:pt x="16" y="18"/>
                    <a:pt x="16" y="18"/>
                  </a:cubicBezTo>
                  <a:cubicBezTo>
                    <a:pt x="16" y="17"/>
                    <a:pt x="16" y="17"/>
                    <a:pt x="16" y="17"/>
                  </a:cubicBezTo>
                  <a:cubicBezTo>
                    <a:pt x="16" y="16"/>
                    <a:pt x="16" y="16"/>
                    <a:pt x="16" y="16"/>
                  </a:cubicBezTo>
                  <a:cubicBezTo>
                    <a:pt x="17" y="18"/>
                    <a:pt x="17" y="18"/>
                    <a:pt x="17" y="18"/>
                  </a:cubicBezTo>
                  <a:cubicBezTo>
                    <a:pt x="17" y="19"/>
                    <a:pt x="18" y="20"/>
                    <a:pt x="18" y="20"/>
                  </a:cubicBezTo>
                  <a:cubicBezTo>
                    <a:pt x="18" y="20"/>
                    <a:pt x="18" y="20"/>
                    <a:pt x="18" y="20"/>
                  </a:cubicBezTo>
                  <a:cubicBezTo>
                    <a:pt x="18" y="21"/>
                    <a:pt x="18" y="21"/>
                    <a:pt x="18" y="21"/>
                  </a:cubicBezTo>
                  <a:cubicBezTo>
                    <a:pt x="18" y="21"/>
                    <a:pt x="18" y="21"/>
                    <a:pt x="18" y="21"/>
                  </a:cubicBezTo>
                  <a:cubicBezTo>
                    <a:pt x="18" y="22"/>
                    <a:pt x="18" y="22"/>
                    <a:pt x="18" y="22"/>
                  </a:cubicBezTo>
                  <a:cubicBezTo>
                    <a:pt x="18" y="23"/>
                    <a:pt x="18" y="23"/>
                    <a:pt x="18" y="23"/>
                  </a:cubicBezTo>
                  <a:cubicBezTo>
                    <a:pt x="19" y="24"/>
                    <a:pt x="19" y="24"/>
                    <a:pt x="19" y="24"/>
                  </a:cubicBezTo>
                  <a:cubicBezTo>
                    <a:pt x="16" y="22"/>
                    <a:pt x="16" y="22"/>
                    <a:pt x="16" y="22"/>
                  </a:cubicBezTo>
                  <a:cubicBezTo>
                    <a:pt x="16" y="21"/>
                    <a:pt x="16" y="21"/>
                    <a:pt x="16" y="21"/>
                  </a:cubicBezTo>
                  <a:cubicBezTo>
                    <a:pt x="16" y="21"/>
                    <a:pt x="16" y="21"/>
                    <a:pt x="16" y="21"/>
                  </a:cubicBezTo>
                  <a:cubicBezTo>
                    <a:pt x="15" y="20"/>
                    <a:pt x="15" y="20"/>
                    <a:pt x="15" y="20"/>
                  </a:cubicBezTo>
                  <a:lnTo>
                    <a:pt x="16" y="18"/>
                  </a:lnTo>
                  <a:close/>
                  <a:moveTo>
                    <a:pt x="13" y="13"/>
                  </a:moveTo>
                  <a:cubicBezTo>
                    <a:pt x="14" y="13"/>
                    <a:pt x="14" y="13"/>
                    <a:pt x="14" y="13"/>
                  </a:cubicBezTo>
                  <a:cubicBezTo>
                    <a:pt x="14" y="13"/>
                    <a:pt x="14" y="13"/>
                    <a:pt x="14" y="13"/>
                  </a:cubicBezTo>
                  <a:cubicBezTo>
                    <a:pt x="14" y="11"/>
                    <a:pt x="14" y="11"/>
                    <a:pt x="14" y="11"/>
                  </a:cubicBezTo>
                  <a:cubicBezTo>
                    <a:pt x="15" y="12"/>
                    <a:pt x="15" y="16"/>
                    <a:pt x="15" y="17"/>
                  </a:cubicBezTo>
                  <a:cubicBezTo>
                    <a:pt x="15" y="18"/>
                    <a:pt x="15" y="19"/>
                    <a:pt x="15" y="20"/>
                  </a:cubicBezTo>
                  <a:cubicBezTo>
                    <a:pt x="15" y="20"/>
                    <a:pt x="15" y="20"/>
                    <a:pt x="15" y="20"/>
                  </a:cubicBezTo>
                  <a:cubicBezTo>
                    <a:pt x="14" y="18"/>
                    <a:pt x="14" y="18"/>
                    <a:pt x="14" y="18"/>
                  </a:cubicBezTo>
                  <a:cubicBezTo>
                    <a:pt x="13" y="16"/>
                    <a:pt x="13" y="16"/>
                    <a:pt x="13" y="16"/>
                  </a:cubicBezTo>
                  <a:cubicBezTo>
                    <a:pt x="13" y="16"/>
                    <a:pt x="13" y="16"/>
                    <a:pt x="13" y="16"/>
                  </a:cubicBezTo>
                  <a:cubicBezTo>
                    <a:pt x="13" y="16"/>
                    <a:pt x="13" y="16"/>
                    <a:pt x="13" y="16"/>
                  </a:cubicBezTo>
                  <a:cubicBezTo>
                    <a:pt x="13" y="15"/>
                    <a:pt x="13" y="14"/>
                    <a:pt x="13" y="13"/>
                  </a:cubicBezTo>
                  <a:moveTo>
                    <a:pt x="13" y="1"/>
                  </a:moveTo>
                  <a:cubicBezTo>
                    <a:pt x="13" y="2"/>
                    <a:pt x="13" y="5"/>
                    <a:pt x="13" y="8"/>
                  </a:cubicBezTo>
                  <a:cubicBezTo>
                    <a:pt x="13" y="9"/>
                    <a:pt x="13" y="11"/>
                    <a:pt x="13" y="12"/>
                  </a:cubicBezTo>
                  <a:cubicBezTo>
                    <a:pt x="13" y="12"/>
                    <a:pt x="13" y="13"/>
                    <a:pt x="13" y="14"/>
                  </a:cubicBezTo>
                  <a:cubicBezTo>
                    <a:pt x="13" y="14"/>
                    <a:pt x="13" y="14"/>
                    <a:pt x="13" y="14"/>
                  </a:cubicBezTo>
                  <a:cubicBezTo>
                    <a:pt x="12" y="14"/>
                    <a:pt x="11" y="10"/>
                    <a:pt x="11" y="7"/>
                  </a:cubicBezTo>
                  <a:cubicBezTo>
                    <a:pt x="11" y="5"/>
                    <a:pt x="11" y="3"/>
                    <a:pt x="13" y="1"/>
                  </a:cubicBezTo>
                  <a:moveTo>
                    <a:pt x="12" y="2"/>
                  </a:moveTo>
                  <a:cubicBezTo>
                    <a:pt x="11" y="4"/>
                    <a:pt x="10" y="5"/>
                    <a:pt x="10" y="7"/>
                  </a:cubicBezTo>
                  <a:cubicBezTo>
                    <a:pt x="10" y="11"/>
                    <a:pt x="12" y="15"/>
                    <a:pt x="12" y="15"/>
                  </a:cubicBezTo>
                  <a:cubicBezTo>
                    <a:pt x="12" y="15"/>
                    <a:pt x="12" y="15"/>
                    <a:pt x="12" y="15"/>
                  </a:cubicBezTo>
                  <a:cubicBezTo>
                    <a:pt x="12" y="16"/>
                    <a:pt x="12" y="16"/>
                    <a:pt x="12" y="16"/>
                  </a:cubicBezTo>
                  <a:cubicBezTo>
                    <a:pt x="11" y="15"/>
                    <a:pt x="11" y="15"/>
                    <a:pt x="11" y="15"/>
                  </a:cubicBezTo>
                  <a:cubicBezTo>
                    <a:pt x="10" y="12"/>
                    <a:pt x="10" y="12"/>
                    <a:pt x="10" y="12"/>
                  </a:cubicBezTo>
                  <a:cubicBezTo>
                    <a:pt x="9" y="10"/>
                    <a:pt x="9" y="10"/>
                    <a:pt x="9" y="10"/>
                  </a:cubicBezTo>
                  <a:cubicBezTo>
                    <a:pt x="9" y="10"/>
                    <a:pt x="9" y="10"/>
                    <a:pt x="9" y="10"/>
                  </a:cubicBezTo>
                  <a:cubicBezTo>
                    <a:pt x="9" y="10"/>
                    <a:pt x="9" y="10"/>
                    <a:pt x="9" y="10"/>
                  </a:cubicBezTo>
                  <a:cubicBezTo>
                    <a:pt x="9" y="10"/>
                    <a:pt x="9" y="10"/>
                    <a:pt x="9" y="10"/>
                  </a:cubicBezTo>
                  <a:cubicBezTo>
                    <a:pt x="9" y="9"/>
                    <a:pt x="9" y="9"/>
                    <a:pt x="9" y="9"/>
                  </a:cubicBezTo>
                  <a:cubicBezTo>
                    <a:pt x="9" y="7"/>
                    <a:pt x="10" y="4"/>
                    <a:pt x="12" y="2"/>
                  </a:cubicBezTo>
                  <a:moveTo>
                    <a:pt x="9" y="12"/>
                  </a:moveTo>
                  <a:cubicBezTo>
                    <a:pt x="9" y="11"/>
                    <a:pt x="9" y="11"/>
                    <a:pt x="9" y="11"/>
                  </a:cubicBezTo>
                  <a:cubicBezTo>
                    <a:pt x="9" y="13"/>
                    <a:pt x="11" y="16"/>
                    <a:pt x="12" y="17"/>
                  </a:cubicBezTo>
                  <a:cubicBezTo>
                    <a:pt x="11" y="18"/>
                    <a:pt x="11" y="18"/>
                    <a:pt x="11" y="18"/>
                  </a:cubicBezTo>
                  <a:cubicBezTo>
                    <a:pt x="12" y="20"/>
                    <a:pt x="12" y="20"/>
                    <a:pt x="12" y="20"/>
                  </a:cubicBezTo>
                  <a:cubicBezTo>
                    <a:pt x="11" y="20"/>
                    <a:pt x="11" y="20"/>
                    <a:pt x="11" y="20"/>
                  </a:cubicBezTo>
                  <a:cubicBezTo>
                    <a:pt x="10" y="20"/>
                    <a:pt x="9" y="16"/>
                    <a:pt x="9" y="12"/>
                  </a:cubicBezTo>
                  <a:close/>
                  <a:moveTo>
                    <a:pt x="22" y="44"/>
                  </a:moveTo>
                  <a:cubicBezTo>
                    <a:pt x="22" y="41"/>
                    <a:pt x="22" y="41"/>
                    <a:pt x="22" y="41"/>
                  </a:cubicBezTo>
                  <a:cubicBezTo>
                    <a:pt x="23" y="41"/>
                    <a:pt x="23" y="41"/>
                    <a:pt x="23" y="41"/>
                  </a:cubicBezTo>
                  <a:cubicBezTo>
                    <a:pt x="25" y="40"/>
                    <a:pt x="25" y="40"/>
                    <a:pt x="25" y="40"/>
                  </a:cubicBezTo>
                  <a:cubicBezTo>
                    <a:pt x="25" y="41"/>
                    <a:pt x="25" y="41"/>
                    <a:pt x="25" y="41"/>
                  </a:cubicBezTo>
                  <a:cubicBezTo>
                    <a:pt x="26" y="41"/>
                    <a:pt x="26" y="41"/>
                    <a:pt x="26" y="41"/>
                  </a:cubicBezTo>
                  <a:cubicBezTo>
                    <a:pt x="26" y="41"/>
                    <a:pt x="26" y="41"/>
                    <a:pt x="26" y="41"/>
                  </a:cubicBezTo>
                  <a:cubicBezTo>
                    <a:pt x="26" y="41"/>
                    <a:pt x="26" y="41"/>
                    <a:pt x="26" y="41"/>
                  </a:cubicBezTo>
                  <a:cubicBezTo>
                    <a:pt x="26" y="41"/>
                    <a:pt x="26" y="41"/>
                    <a:pt x="26" y="41"/>
                  </a:cubicBezTo>
                  <a:cubicBezTo>
                    <a:pt x="25" y="42"/>
                    <a:pt x="24" y="43"/>
                    <a:pt x="22" y="44"/>
                  </a:cubicBezTo>
                  <a:moveTo>
                    <a:pt x="22" y="44"/>
                  </a:moveTo>
                  <a:cubicBezTo>
                    <a:pt x="19" y="48"/>
                    <a:pt x="19" y="48"/>
                    <a:pt x="19" y="48"/>
                  </a:cubicBezTo>
                  <a:cubicBezTo>
                    <a:pt x="20" y="47"/>
                    <a:pt x="20" y="47"/>
                    <a:pt x="20" y="47"/>
                  </a:cubicBezTo>
                  <a:cubicBezTo>
                    <a:pt x="20" y="46"/>
                    <a:pt x="20" y="45"/>
                    <a:pt x="20" y="44"/>
                  </a:cubicBezTo>
                  <a:cubicBezTo>
                    <a:pt x="20" y="44"/>
                    <a:pt x="20" y="44"/>
                    <a:pt x="20" y="44"/>
                  </a:cubicBezTo>
                  <a:cubicBezTo>
                    <a:pt x="21" y="44"/>
                    <a:pt x="21" y="44"/>
                    <a:pt x="21" y="44"/>
                  </a:cubicBezTo>
                  <a:lnTo>
                    <a:pt x="22" y="44"/>
                  </a:lnTo>
                  <a:close/>
                  <a:moveTo>
                    <a:pt x="21" y="44"/>
                  </a:moveTo>
                  <a:cubicBezTo>
                    <a:pt x="20" y="42"/>
                    <a:pt x="20" y="42"/>
                    <a:pt x="20" y="42"/>
                  </a:cubicBezTo>
                  <a:cubicBezTo>
                    <a:pt x="20" y="42"/>
                    <a:pt x="20" y="42"/>
                    <a:pt x="20" y="42"/>
                  </a:cubicBezTo>
                  <a:cubicBezTo>
                    <a:pt x="22" y="41"/>
                    <a:pt x="22" y="41"/>
                    <a:pt x="22" y="41"/>
                  </a:cubicBezTo>
                  <a:lnTo>
                    <a:pt x="21" y="44"/>
                  </a:lnTo>
                  <a:close/>
                  <a:moveTo>
                    <a:pt x="20" y="44"/>
                  </a:moveTo>
                  <a:cubicBezTo>
                    <a:pt x="20" y="44"/>
                    <a:pt x="20" y="44"/>
                    <a:pt x="20" y="44"/>
                  </a:cubicBezTo>
                  <a:cubicBezTo>
                    <a:pt x="20" y="44"/>
                    <a:pt x="18" y="45"/>
                    <a:pt x="16" y="45"/>
                  </a:cubicBezTo>
                  <a:cubicBezTo>
                    <a:pt x="18" y="45"/>
                    <a:pt x="18" y="43"/>
                    <a:pt x="18" y="42"/>
                  </a:cubicBezTo>
                  <a:cubicBezTo>
                    <a:pt x="20" y="42"/>
                    <a:pt x="20" y="42"/>
                    <a:pt x="20" y="42"/>
                  </a:cubicBezTo>
                  <a:lnTo>
                    <a:pt x="20" y="44"/>
                  </a:lnTo>
                  <a:close/>
                  <a:moveTo>
                    <a:pt x="11" y="34"/>
                  </a:moveTo>
                  <a:cubicBezTo>
                    <a:pt x="11" y="34"/>
                    <a:pt x="11" y="34"/>
                    <a:pt x="11" y="34"/>
                  </a:cubicBezTo>
                  <a:cubicBezTo>
                    <a:pt x="11" y="34"/>
                    <a:pt x="11" y="34"/>
                    <a:pt x="11" y="34"/>
                  </a:cubicBezTo>
                  <a:cubicBezTo>
                    <a:pt x="11" y="34"/>
                    <a:pt x="11" y="34"/>
                    <a:pt x="11" y="34"/>
                  </a:cubicBezTo>
                  <a:cubicBezTo>
                    <a:pt x="11" y="34"/>
                    <a:pt x="11" y="34"/>
                    <a:pt x="11" y="34"/>
                  </a:cubicBezTo>
                  <a:cubicBezTo>
                    <a:pt x="10" y="34"/>
                    <a:pt x="10" y="34"/>
                    <a:pt x="10" y="34"/>
                  </a:cubicBezTo>
                  <a:cubicBezTo>
                    <a:pt x="10" y="34"/>
                    <a:pt x="10" y="34"/>
                    <a:pt x="10" y="34"/>
                  </a:cubicBezTo>
                  <a:cubicBezTo>
                    <a:pt x="12" y="32"/>
                    <a:pt x="12" y="32"/>
                    <a:pt x="12" y="32"/>
                  </a:cubicBezTo>
                  <a:cubicBezTo>
                    <a:pt x="11" y="34"/>
                    <a:pt x="11" y="34"/>
                    <a:pt x="11" y="34"/>
                  </a:cubicBezTo>
                  <a:cubicBezTo>
                    <a:pt x="11" y="34"/>
                    <a:pt x="11" y="34"/>
                    <a:pt x="11" y="34"/>
                  </a:cubicBezTo>
                  <a:close/>
                  <a:moveTo>
                    <a:pt x="11" y="38"/>
                  </a:moveTo>
                  <a:cubicBezTo>
                    <a:pt x="12" y="39"/>
                    <a:pt x="13" y="39"/>
                    <a:pt x="14" y="39"/>
                  </a:cubicBezTo>
                  <a:cubicBezTo>
                    <a:pt x="13" y="40"/>
                    <a:pt x="13" y="40"/>
                    <a:pt x="13" y="40"/>
                  </a:cubicBezTo>
                  <a:cubicBezTo>
                    <a:pt x="11" y="42"/>
                    <a:pt x="11" y="42"/>
                    <a:pt x="11" y="42"/>
                  </a:cubicBezTo>
                  <a:cubicBezTo>
                    <a:pt x="11" y="41"/>
                    <a:pt x="11" y="39"/>
                    <a:pt x="11" y="38"/>
                  </a:cubicBezTo>
                  <a:moveTo>
                    <a:pt x="14" y="40"/>
                  </a:moveTo>
                  <a:cubicBezTo>
                    <a:pt x="15" y="41"/>
                    <a:pt x="15" y="42"/>
                    <a:pt x="15" y="42"/>
                  </a:cubicBezTo>
                  <a:cubicBezTo>
                    <a:pt x="15" y="42"/>
                    <a:pt x="15" y="42"/>
                    <a:pt x="15" y="42"/>
                  </a:cubicBezTo>
                  <a:cubicBezTo>
                    <a:pt x="15" y="42"/>
                    <a:pt x="15" y="42"/>
                    <a:pt x="15" y="42"/>
                  </a:cubicBezTo>
                  <a:cubicBezTo>
                    <a:pt x="16" y="42"/>
                    <a:pt x="17" y="42"/>
                    <a:pt x="18" y="42"/>
                  </a:cubicBezTo>
                  <a:cubicBezTo>
                    <a:pt x="18" y="43"/>
                    <a:pt x="17" y="45"/>
                    <a:pt x="15" y="45"/>
                  </a:cubicBezTo>
                  <a:cubicBezTo>
                    <a:pt x="15" y="45"/>
                    <a:pt x="15" y="43"/>
                    <a:pt x="15" y="42"/>
                  </a:cubicBezTo>
                  <a:cubicBezTo>
                    <a:pt x="15" y="42"/>
                    <a:pt x="15" y="42"/>
                    <a:pt x="15" y="42"/>
                  </a:cubicBezTo>
                  <a:cubicBezTo>
                    <a:pt x="14" y="42"/>
                    <a:pt x="14" y="42"/>
                    <a:pt x="14" y="42"/>
                  </a:cubicBezTo>
                  <a:cubicBezTo>
                    <a:pt x="13" y="43"/>
                    <a:pt x="13" y="43"/>
                    <a:pt x="13" y="43"/>
                  </a:cubicBezTo>
                  <a:cubicBezTo>
                    <a:pt x="11" y="42"/>
                    <a:pt x="11" y="42"/>
                    <a:pt x="11" y="42"/>
                  </a:cubicBezTo>
                  <a:cubicBezTo>
                    <a:pt x="13" y="42"/>
                    <a:pt x="14" y="40"/>
                    <a:pt x="14" y="40"/>
                  </a:cubicBezTo>
                  <a:moveTo>
                    <a:pt x="12" y="44"/>
                  </a:moveTo>
                  <a:cubicBezTo>
                    <a:pt x="12" y="43"/>
                    <a:pt x="12" y="43"/>
                    <a:pt x="12" y="43"/>
                  </a:cubicBezTo>
                  <a:cubicBezTo>
                    <a:pt x="13" y="43"/>
                    <a:pt x="13" y="43"/>
                    <a:pt x="13" y="43"/>
                  </a:cubicBezTo>
                  <a:cubicBezTo>
                    <a:pt x="14" y="43"/>
                    <a:pt x="14" y="43"/>
                    <a:pt x="14" y="43"/>
                  </a:cubicBezTo>
                  <a:cubicBezTo>
                    <a:pt x="14" y="44"/>
                    <a:pt x="14" y="45"/>
                    <a:pt x="14" y="46"/>
                  </a:cubicBezTo>
                  <a:cubicBezTo>
                    <a:pt x="14" y="46"/>
                    <a:pt x="14" y="46"/>
                    <a:pt x="14" y="46"/>
                  </a:cubicBezTo>
                  <a:cubicBezTo>
                    <a:pt x="14" y="46"/>
                    <a:pt x="14" y="46"/>
                    <a:pt x="14" y="46"/>
                  </a:cubicBezTo>
                  <a:cubicBezTo>
                    <a:pt x="14" y="46"/>
                    <a:pt x="14" y="46"/>
                    <a:pt x="14" y="46"/>
                  </a:cubicBezTo>
                  <a:cubicBezTo>
                    <a:pt x="15" y="46"/>
                    <a:pt x="15" y="46"/>
                    <a:pt x="15" y="46"/>
                  </a:cubicBezTo>
                  <a:cubicBezTo>
                    <a:pt x="16" y="46"/>
                    <a:pt x="16" y="46"/>
                    <a:pt x="16" y="46"/>
                  </a:cubicBezTo>
                  <a:cubicBezTo>
                    <a:pt x="16" y="47"/>
                    <a:pt x="16" y="47"/>
                    <a:pt x="16" y="47"/>
                  </a:cubicBezTo>
                  <a:cubicBezTo>
                    <a:pt x="16" y="48"/>
                    <a:pt x="16" y="48"/>
                    <a:pt x="15" y="50"/>
                  </a:cubicBezTo>
                  <a:cubicBezTo>
                    <a:pt x="15" y="52"/>
                    <a:pt x="12" y="54"/>
                    <a:pt x="11" y="55"/>
                  </a:cubicBezTo>
                  <a:cubicBezTo>
                    <a:pt x="9" y="57"/>
                    <a:pt x="9" y="58"/>
                    <a:pt x="8" y="60"/>
                  </a:cubicBezTo>
                  <a:cubicBezTo>
                    <a:pt x="7" y="61"/>
                    <a:pt x="7" y="61"/>
                    <a:pt x="7" y="61"/>
                  </a:cubicBezTo>
                  <a:cubicBezTo>
                    <a:pt x="7" y="61"/>
                    <a:pt x="7" y="61"/>
                    <a:pt x="7" y="61"/>
                  </a:cubicBezTo>
                  <a:cubicBezTo>
                    <a:pt x="7" y="61"/>
                    <a:pt x="7" y="61"/>
                    <a:pt x="7" y="61"/>
                  </a:cubicBezTo>
                  <a:cubicBezTo>
                    <a:pt x="5" y="61"/>
                    <a:pt x="5" y="59"/>
                    <a:pt x="5" y="59"/>
                  </a:cubicBezTo>
                  <a:cubicBezTo>
                    <a:pt x="5" y="58"/>
                    <a:pt x="5" y="58"/>
                    <a:pt x="5" y="58"/>
                  </a:cubicBezTo>
                  <a:cubicBezTo>
                    <a:pt x="5" y="54"/>
                    <a:pt x="10" y="52"/>
                    <a:pt x="12" y="44"/>
                  </a:cubicBezTo>
                  <a:moveTo>
                    <a:pt x="18" y="42"/>
                  </a:moveTo>
                  <a:cubicBezTo>
                    <a:pt x="16" y="42"/>
                    <a:pt x="16" y="42"/>
                    <a:pt x="16" y="42"/>
                  </a:cubicBezTo>
                  <a:cubicBezTo>
                    <a:pt x="17" y="41"/>
                    <a:pt x="18" y="40"/>
                    <a:pt x="18" y="39"/>
                  </a:cubicBezTo>
                  <a:cubicBezTo>
                    <a:pt x="18" y="40"/>
                    <a:pt x="18" y="40"/>
                    <a:pt x="18" y="40"/>
                  </a:cubicBezTo>
                  <a:cubicBezTo>
                    <a:pt x="19" y="42"/>
                    <a:pt x="19" y="42"/>
                    <a:pt x="19" y="42"/>
                  </a:cubicBezTo>
                  <a:lnTo>
                    <a:pt x="18" y="42"/>
                  </a:lnTo>
                  <a:close/>
                  <a:moveTo>
                    <a:pt x="15" y="41"/>
                  </a:moveTo>
                  <a:cubicBezTo>
                    <a:pt x="15" y="39"/>
                    <a:pt x="15" y="39"/>
                    <a:pt x="15" y="39"/>
                  </a:cubicBezTo>
                  <a:cubicBezTo>
                    <a:pt x="15" y="39"/>
                    <a:pt x="15" y="39"/>
                    <a:pt x="15" y="39"/>
                  </a:cubicBezTo>
                  <a:cubicBezTo>
                    <a:pt x="15" y="39"/>
                    <a:pt x="15" y="39"/>
                    <a:pt x="15" y="39"/>
                  </a:cubicBezTo>
                  <a:cubicBezTo>
                    <a:pt x="15" y="39"/>
                    <a:pt x="15" y="39"/>
                    <a:pt x="15" y="39"/>
                  </a:cubicBezTo>
                  <a:cubicBezTo>
                    <a:pt x="15" y="39"/>
                    <a:pt x="13" y="39"/>
                    <a:pt x="12" y="38"/>
                  </a:cubicBezTo>
                  <a:cubicBezTo>
                    <a:pt x="14" y="36"/>
                    <a:pt x="14" y="36"/>
                    <a:pt x="14" y="36"/>
                  </a:cubicBezTo>
                  <a:cubicBezTo>
                    <a:pt x="14" y="38"/>
                    <a:pt x="14" y="38"/>
                    <a:pt x="14" y="38"/>
                  </a:cubicBezTo>
                  <a:cubicBezTo>
                    <a:pt x="14" y="38"/>
                    <a:pt x="14" y="38"/>
                    <a:pt x="14" y="38"/>
                  </a:cubicBezTo>
                  <a:cubicBezTo>
                    <a:pt x="14" y="38"/>
                    <a:pt x="14" y="38"/>
                    <a:pt x="14" y="38"/>
                  </a:cubicBezTo>
                  <a:cubicBezTo>
                    <a:pt x="14" y="38"/>
                    <a:pt x="15" y="38"/>
                    <a:pt x="16" y="38"/>
                  </a:cubicBezTo>
                  <a:cubicBezTo>
                    <a:pt x="17" y="39"/>
                    <a:pt x="17" y="39"/>
                    <a:pt x="17" y="39"/>
                  </a:cubicBezTo>
                  <a:cubicBezTo>
                    <a:pt x="17" y="39"/>
                    <a:pt x="17" y="39"/>
                    <a:pt x="17" y="39"/>
                  </a:cubicBezTo>
                  <a:cubicBezTo>
                    <a:pt x="17" y="39"/>
                    <a:pt x="17" y="41"/>
                    <a:pt x="15" y="41"/>
                  </a:cubicBezTo>
                  <a:moveTo>
                    <a:pt x="14" y="35"/>
                  </a:moveTo>
                  <a:cubicBezTo>
                    <a:pt x="14" y="35"/>
                    <a:pt x="14" y="35"/>
                    <a:pt x="14" y="35"/>
                  </a:cubicBezTo>
                  <a:cubicBezTo>
                    <a:pt x="14" y="36"/>
                    <a:pt x="14" y="36"/>
                    <a:pt x="14" y="36"/>
                  </a:cubicBezTo>
                  <a:cubicBezTo>
                    <a:pt x="14" y="36"/>
                    <a:pt x="12" y="37"/>
                    <a:pt x="11" y="38"/>
                  </a:cubicBezTo>
                  <a:cubicBezTo>
                    <a:pt x="11" y="36"/>
                    <a:pt x="11" y="36"/>
                    <a:pt x="11" y="36"/>
                  </a:cubicBezTo>
                  <a:cubicBezTo>
                    <a:pt x="11" y="36"/>
                    <a:pt x="11" y="36"/>
                    <a:pt x="11" y="36"/>
                  </a:cubicBezTo>
                  <a:cubicBezTo>
                    <a:pt x="11" y="34"/>
                    <a:pt x="11" y="34"/>
                    <a:pt x="11" y="34"/>
                  </a:cubicBezTo>
                  <a:cubicBezTo>
                    <a:pt x="11" y="34"/>
                    <a:pt x="11" y="34"/>
                    <a:pt x="11" y="34"/>
                  </a:cubicBezTo>
                  <a:cubicBezTo>
                    <a:pt x="11" y="34"/>
                    <a:pt x="11" y="34"/>
                    <a:pt x="11" y="34"/>
                  </a:cubicBezTo>
                  <a:cubicBezTo>
                    <a:pt x="12" y="34"/>
                    <a:pt x="12" y="34"/>
                    <a:pt x="12" y="34"/>
                  </a:cubicBezTo>
                  <a:cubicBezTo>
                    <a:pt x="12" y="35"/>
                    <a:pt x="12" y="35"/>
                    <a:pt x="12" y="35"/>
                  </a:cubicBezTo>
                  <a:cubicBezTo>
                    <a:pt x="12" y="35"/>
                    <a:pt x="12" y="35"/>
                    <a:pt x="12" y="35"/>
                  </a:cubicBezTo>
                  <a:cubicBezTo>
                    <a:pt x="13" y="35"/>
                    <a:pt x="13" y="35"/>
                    <a:pt x="13" y="35"/>
                  </a:cubicBezTo>
                  <a:cubicBezTo>
                    <a:pt x="14" y="35"/>
                    <a:pt x="14" y="35"/>
                    <a:pt x="14" y="35"/>
                  </a:cubicBezTo>
                  <a:close/>
                  <a:moveTo>
                    <a:pt x="9" y="34"/>
                  </a:moveTo>
                  <a:cubicBezTo>
                    <a:pt x="9" y="32"/>
                    <a:pt x="9" y="32"/>
                    <a:pt x="9" y="32"/>
                  </a:cubicBezTo>
                  <a:cubicBezTo>
                    <a:pt x="10" y="31"/>
                    <a:pt x="10" y="31"/>
                    <a:pt x="10" y="31"/>
                  </a:cubicBezTo>
                  <a:cubicBezTo>
                    <a:pt x="10" y="30"/>
                    <a:pt x="10" y="30"/>
                    <a:pt x="10" y="30"/>
                  </a:cubicBezTo>
                  <a:cubicBezTo>
                    <a:pt x="9" y="30"/>
                    <a:pt x="9" y="30"/>
                    <a:pt x="9" y="30"/>
                  </a:cubicBezTo>
                  <a:cubicBezTo>
                    <a:pt x="8" y="29"/>
                    <a:pt x="8" y="29"/>
                    <a:pt x="8" y="29"/>
                  </a:cubicBezTo>
                  <a:cubicBezTo>
                    <a:pt x="8" y="28"/>
                    <a:pt x="8" y="28"/>
                    <a:pt x="8" y="28"/>
                  </a:cubicBezTo>
                  <a:cubicBezTo>
                    <a:pt x="10" y="28"/>
                    <a:pt x="10" y="28"/>
                    <a:pt x="10" y="28"/>
                  </a:cubicBezTo>
                  <a:cubicBezTo>
                    <a:pt x="10" y="29"/>
                    <a:pt x="10" y="30"/>
                    <a:pt x="10" y="30"/>
                  </a:cubicBezTo>
                  <a:cubicBezTo>
                    <a:pt x="10" y="30"/>
                    <a:pt x="10" y="30"/>
                    <a:pt x="10" y="30"/>
                  </a:cubicBezTo>
                  <a:cubicBezTo>
                    <a:pt x="10" y="30"/>
                    <a:pt x="10" y="30"/>
                    <a:pt x="10" y="30"/>
                  </a:cubicBezTo>
                  <a:cubicBezTo>
                    <a:pt x="12" y="32"/>
                    <a:pt x="12" y="32"/>
                    <a:pt x="12" y="32"/>
                  </a:cubicBezTo>
                  <a:lnTo>
                    <a:pt x="9" y="34"/>
                  </a:lnTo>
                  <a:close/>
                  <a:moveTo>
                    <a:pt x="10" y="27"/>
                  </a:moveTo>
                  <a:cubicBezTo>
                    <a:pt x="10" y="27"/>
                    <a:pt x="8" y="27"/>
                    <a:pt x="7" y="28"/>
                  </a:cubicBezTo>
                  <a:cubicBezTo>
                    <a:pt x="8" y="27"/>
                    <a:pt x="8" y="27"/>
                    <a:pt x="8" y="27"/>
                  </a:cubicBezTo>
                  <a:cubicBezTo>
                    <a:pt x="9" y="25"/>
                    <a:pt x="9" y="25"/>
                    <a:pt x="9" y="25"/>
                  </a:cubicBezTo>
                  <a:cubicBezTo>
                    <a:pt x="9" y="25"/>
                    <a:pt x="9" y="25"/>
                    <a:pt x="9" y="25"/>
                  </a:cubicBezTo>
                  <a:cubicBezTo>
                    <a:pt x="9" y="25"/>
                    <a:pt x="9" y="25"/>
                    <a:pt x="9" y="25"/>
                  </a:cubicBezTo>
                  <a:cubicBezTo>
                    <a:pt x="10" y="27"/>
                    <a:pt x="10" y="27"/>
                    <a:pt x="10" y="27"/>
                  </a:cubicBezTo>
                  <a:close/>
                  <a:moveTo>
                    <a:pt x="9" y="25"/>
                  </a:moveTo>
                  <a:cubicBezTo>
                    <a:pt x="9" y="25"/>
                    <a:pt x="9" y="25"/>
                    <a:pt x="9" y="25"/>
                  </a:cubicBezTo>
                  <a:cubicBezTo>
                    <a:pt x="9" y="25"/>
                    <a:pt x="9" y="25"/>
                    <a:pt x="9" y="25"/>
                  </a:cubicBezTo>
                  <a:cubicBezTo>
                    <a:pt x="9" y="25"/>
                    <a:pt x="9" y="25"/>
                    <a:pt x="9" y="25"/>
                  </a:cubicBezTo>
                  <a:cubicBezTo>
                    <a:pt x="9" y="25"/>
                    <a:pt x="9" y="25"/>
                    <a:pt x="9" y="25"/>
                  </a:cubicBezTo>
                  <a:cubicBezTo>
                    <a:pt x="8" y="25"/>
                    <a:pt x="7" y="24"/>
                    <a:pt x="7" y="23"/>
                  </a:cubicBezTo>
                  <a:cubicBezTo>
                    <a:pt x="8" y="23"/>
                    <a:pt x="8" y="23"/>
                    <a:pt x="8" y="23"/>
                  </a:cubicBezTo>
                  <a:cubicBezTo>
                    <a:pt x="10" y="23"/>
                    <a:pt x="10" y="23"/>
                    <a:pt x="10" y="23"/>
                  </a:cubicBezTo>
                  <a:cubicBezTo>
                    <a:pt x="10" y="23"/>
                    <a:pt x="10" y="23"/>
                    <a:pt x="10" y="23"/>
                  </a:cubicBezTo>
                  <a:cubicBezTo>
                    <a:pt x="9" y="25"/>
                    <a:pt x="9" y="25"/>
                    <a:pt x="9" y="25"/>
                  </a:cubicBezTo>
                  <a:close/>
                  <a:moveTo>
                    <a:pt x="10" y="23"/>
                  </a:moveTo>
                  <a:cubicBezTo>
                    <a:pt x="10" y="22"/>
                    <a:pt x="9" y="22"/>
                    <a:pt x="8" y="22"/>
                  </a:cubicBezTo>
                  <a:cubicBezTo>
                    <a:pt x="10" y="21"/>
                    <a:pt x="10" y="21"/>
                    <a:pt x="10" y="21"/>
                  </a:cubicBezTo>
                  <a:cubicBezTo>
                    <a:pt x="10" y="21"/>
                    <a:pt x="10" y="21"/>
                    <a:pt x="10" y="21"/>
                  </a:cubicBezTo>
                  <a:lnTo>
                    <a:pt x="10" y="23"/>
                  </a:lnTo>
                  <a:close/>
                  <a:moveTo>
                    <a:pt x="3" y="3"/>
                  </a:moveTo>
                  <a:cubicBezTo>
                    <a:pt x="4" y="5"/>
                    <a:pt x="7" y="10"/>
                    <a:pt x="8" y="12"/>
                  </a:cubicBezTo>
                  <a:cubicBezTo>
                    <a:pt x="8" y="13"/>
                    <a:pt x="8" y="14"/>
                    <a:pt x="8" y="15"/>
                  </a:cubicBezTo>
                  <a:cubicBezTo>
                    <a:pt x="7" y="13"/>
                    <a:pt x="3" y="7"/>
                    <a:pt x="3" y="3"/>
                  </a:cubicBezTo>
                  <a:close/>
                  <a:moveTo>
                    <a:pt x="2" y="2"/>
                  </a:moveTo>
                  <a:cubicBezTo>
                    <a:pt x="3" y="3"/>
                    <a:pt x="3" y="3"/>
                    <a:pt x="3" y="3"/>
                  </a:cubicBezTo>
                  <a:cubicBezTo>
                    <a:pt x="2" y="2"/>
                    <a:pt x="2" y="2"/>
                    <a:pt x="2" y="2"/>
                  </a:cubicBezTo>
                  <a:close/>
                  <a:moveTo>
                    <a:pt x="2" y="5"/>
                  </a:moveTo>
                  <a:cubicBezTo>
                    <a:pt x="2" y="3"/>
                    <a:pt x="2" y="3"/>
                    <a:pt x="2" y="3"/>
                  </a:cubicBezTo>
                  <a:cubicBezTo>
                    <a:pt x="2" y="3"/>
                    <a:pt x="2" y="3"/>
                    <a:pt x="2" y="3"/>
                  </a:cubicBezTo>
                  <a:cubicBezTo>
                    <a:pt x="2" y="9"/>
                    <a:pt x="9" y="16"/>
                    <a:pt x="9" y="16"/>
                  </a:cubicBezTo>
                  <a:cubicBezTo>
                    <a:pt x="9" y="17"/>
                    <a:pt x="9" y="19"/>
                    <a:pt x="10" y="20"/>
                  </a:cubicBezTo>
                  <a:cubicBezTo>
                    <a:pt x="9" y="19"/>
                    <a:pt x="8" y="18"/>
                    <a:pt x="7" y="16"/>
                  </a:cubicBezTo>
                  <a:cubicBezTo>
                    <a:pt x="6" y="16"/>
                    <a:pt x="6" y="16"/>
                    <a:pt x="6" y="16"/>
                  </a:cubicBezTo>
                  <a:cubicBezTo>
                    <a:pt x="6" y="16"/>
                    <a:pt x="2" y="10"/>
                    <a:pt x="2" y="5"/>
                  </a:cubicBezTo>
                  <a:moveTo>
                    <a:pt x="6" y="16"/>
                  </a:moveTo>
                  <a:cubicBezTo>
                    <a:pt x="7" y="18"/>
                    <a:pt x="9" y="20"/>
                    <a:pt x="10" y="20"/>
                  </a:cubicBezTo>
                  <a:cubicBezTo>
                    <a:pt x="9" y="21"/>
                    <a:pt x="9" y="21"/>
                    <a:pt x="9" y="21"/>
                  </a:cubicBezTo>
                  <a:cubicBezTo>
                    <a:pt x="8" y="21"/>
                    <a:pt x="7" y="19"/>
                    <a:pt x="6" y="18"/>
                  </a:cubicBezTo>
                  <a:cubicBezTo>
                    <a:pt x="4" y="17"/>
                    <a:pt x="3" y="15"/>
                    <a:pt x="2" y="13"/>
                  </a:cubicBezTo>
                  <a:cubicBezTo>
                    <a:pt x="3" y="14"/>
                    <a:pt x="5" y="16"/>
                    <a:pt x="6" y="16"/>
                  </a:cubicBezTo>
                  <a:moveTo>
                    <a:pt x="6" y="22"/>
                  </a:moveTo>
                  <a:cubicBezTo>
                    <a:pt x="6" y="22"/>
                    <a:pt x="6" y="22"/>
                    <a:pt x="6" y="22"/>
                  </a:cubicBezTo>
                  <a:cubicBezTo>
                    <a:pt x="6" y="22"/>
                    <a:pt x="1" y="18"/>
                    <a:pt x="1" y="14"/>
                  </a:cubicBezTo>
                  <a:cubicBezTo>
                    <a:pt x="2" y="14"/>
                    <a:pt x="2" y="14"/>
                    <a:pt x="2" y="14"/>
                  </a:cubicBezTo>
                  <a:cubicBezTo>
                    <a:pt x="3" y="17"/>
                    <a:pt x="7" y="20"/>
                    <a:pt x="8" y="21"/>
                  </a:cubicBezTo>
                  <a:cubicBezTo>
                    <a:pt x="7" y="22"/>
                    <a:pt x="7" y="22"/>
                    <a:pt x="7" y="22"/>
                  </a:cubicBezTo>
                  <a:cubicBezTo>
                    <a:pt x="6" y="22"/>
                    <a:pt x="6" y="22"/>
                    <a:pt x="6" y="22"/>
                  </a:cubicBezTo>
                  <a:cubicBezTo>
                    <a:pt x="7" y="22"/>
                    <a:pt x="7" y="22"/>
                    <a:pt x="7" y="22"/>
                  </a:cubicBezTo>
                  <a:cubicBezTo>
                    <a:pt x="7" y="24"/>
                    <a:pt x="8" y="25"/>
                    <a:pt x="8" y="25"/>
                  </a:cubicBezTo>
                  <a:cubicBezTo>
                    <a:pt x="8" y="26"/>
                    <a:pt x="8" y="26"/>
                    <a:pt x="8" y="26"/>
                  </a:cubicBezTo>
                  <a:cubicBezTo>
                    <a:pt x="8" y="25"/>
                    <a:pt x="6" y="25"/>
                    <a:pt x="5" y="24"/>
                  </a:cubicBezTo>
                  <a:cubicBezTo>
                    <a:pt x="4" y="23"/>
                    <a:pt x="3" y="22"/>
                    <a:pt x="2" y="21"/>
                  </a:cubicBezTo>
                  <a:cubicBezTo>
                    <a:pt x="3" y="21"/>
                    <a:pt x="5" y="21"/>
                    <a:pt x="6" y="22"/>
                  </a:cubicBezTo>
                  <a:moveTo>
                    <a:pt x="4" y="26"/>
                  </a:moveTo>
                  <a:cubicBezTo>
                    <a:pt x="3" y="25"/>
                    <a:pt x="2" y="23"/>
                    <a:pt x="2" y="22"/>
                  </a:cubicBezTo>
                  <a:cubicBezTo>
                    <a:pt x="3" y="24"/>
                    <a:pt x="7" y="26"/>
                    <a:pt x="8" y="26"/>
                  </a:cubicBezTo>
                  <a:cubicBezTo>
                    <a:pt x="7" y="28"/>
                    <a:pt x="7" y="28"/>
                    <a:pt x="7" y="28"/>
                  </a:cubicBezTo>
                  <a:cubicBezTo>
                    <a:pt x="7" y="28"/>
                    <a:pt x="7" y="28"/>
                    <a:pt x="7" y="28"/>
                  </a:cubicBezTo>
                  <a:cubicBezTo>
                    <a:pt x="6" y="28"/>
                    <a:pt x="6" y="28"/>
                    <a:pt x="6" y="28"/>
                  </a:cubicBezTo>
                  <a:cubicBezTo>
                    <a:pt x="6" y="28"/>
                    <a:pt x="5" y="27"/>
                    <a:pt x="4" y="26"/>
                  </a:cubicBezTo>
                  <a:moveTo>
                    <a:pt x="4" y="29"/>
                  </a:moveTo>
                  <a:cubicBezTo>
                    <a:pt x="4" y="29"/>
                    <a:pt x="5" y="28"/>
                    <a:pt x="6" y="28"/>
                  </a:cubicBezTo>
                  <a:cubicBezTo>
                    <a:pt x="6" y="28"/>
                    <a:pt x="6" y="28"/>
                    <a:pt x="6" y="28"/>
                  </a:cubicBezTo>
                  <a:cubicBezTo>
                    <a:pt x="6" y="28"/>
                    <a:pt x="6" y="28"/>
                    <a:pt x="6" y="28"/>
                  </a:cubicBezTo>
                  <a:cubicBezTo>
                    <a:pt x="6" y="29"/>
                    <a:pt x="6" y="29"/>
                    <a:pt x="6" y="29"/>
                  </a:cubicBezTo>
                  <a:cubicBezTo>
                    <a:pt x="6" y="29"/>
                    <a:pt x="6" y="29"/>
                    <a:pt x="6" y="29"/>
                  </a:cubicBezTo>
                  <a:cubicBezTo>
                    <a:pt x="7" y="29"/>
                    <a:pt x="7" y="29"/>
                    <a:pt x="7" y="29"/>
                  </a:cubicBezTo>
                  <a:cubicBezTo>
                    <a:pt x="9" y="30"/>
                    <a:pt x="9" y="30"/>
                    <a:pt x="9" y="30"/>
                  </a:cubicBezTo>
                  <a:cubicBezTo>
                    <a:pt x="7" y="30"/>
                    <a:pt x="7" y="30"/>
                    <a:pt x="7" y="30"/>
                  </a:cubicBezTo>
                  <a:cubicBezTo>
                    <a:pt x="5" y="30"/>
                    <a:pt x="4" y="29"/>
                    <a:pt x="4" y="29"/>
                  </a:cubicBezTo>
                  <a:close/>
                  <a:moveTo>
                    <a:pt x="4" y="30"/>
                  </a:moveTo>
                  <a:cubicBezTo>
                    <a:pt x="5" y="31"/>
                    <a:pt x="8" y="31"/>
                    <a:pt x="9" y="31"/>
                  </a:cubicBezTo>
                  <a:cubicBezTo>
                    <a:pt x="9" y="32"/>
                    <a:pt x="9" y="32"/>
                    <a:pt x="9" y="32"/>
                  </a:cubicBezTo>
                  <a:cubicBezTo>
                    <a:pt x="9" y="34"/>
                    <a:pt x="9" y="34"/>
                    <a:pt x="9" y="34"/>
                  </a:cubicBezTo>
                  <a:cubicBezTo>
                    <a:pt x="8" y="34"/>
                    <a:pt x="8" y="34"/>
                    <a:pt x="8" y="34"/>
                  </a:cubicBezTo>
                  <a:cubicBezTo>
                    <a:pt x="8" y="34"/>
                    <a:pt x="8" y="34"/>
                    <a:pt x="8" y="34"/>
                  </a:cubicBezTo>
                  <a:cubicBezTo>
                    <a:pt x="7" y="33"/>
                    <a:pt x="7" y="33"/>
                    <a:pt x="7" y="33"/>
                  </a:cubicBezTo>
                  <a:cubicBezTo>
                    <a:pt x="6" y="33"/>
                    <a:pt x="5" y="32"/>
                    <a:pt x="4" y="30"/>
                  </a:cubicBezTo>
                  <a:moveTo>
                    <a:pt x="6" y="35"/>
                  </a:moveTo>
                  <a:cubicBezTo>
                    <a:pt x="5" y="35"/>
                    <a:pt x="5" y="35"/>
                    <a:pt x="5" y="35"/>
                  </a:cubicBezTo>
                  <a:cubicBezTo>
                    <a:pt x="5" y="35"/>
                    <a:pt x="5" y="35"/>
                    <a:pt x="5" y="35"/>
                  </a:cubicBezTo>
                  <a:cubicBezTo>
                    <a:pt x="5" y="35"/>
                    <a:pt x="5" y="35"/>
                    <a:pt x="5" y="35"/>
                  </a:cubicBezTo>
                  <a:cubicBezTo>
                    <a:pt x="4" y="35"/>
                    <a:pt x="2" y="36"/>
                    <a:pt x="2" y="38"/>
                  </a:cubicBezTo>
                  <a:cubicBezTo>
                    <a:pt x="2" y="38"/>
                    <a:pt x="2" y="38"/>
                    <a:pt x="2" y="38"/>
                  </a:cubicBezTo>
                  <a:cubicBezTo>
                    <a:pt x="3" y="40"/>
                    <a:pt x="3" y="40"/>
                    <a:pt x="3" y="40"/>
                  </a:cubicBezTo>
                  <a:cubicBezTo>
                    <a:pt x="3" y="40"/>
                    <a:pt x="3" y="40"/>
                    <a:pt x="3" y="40"/>
                  </a:cubicBezTo>
                  <a:cubicBezTo>
                    <a:pt x="3" y="40"/>
                    <a:pt x="6" y="40"/>
                    <a:pt x="6" y="42"/>
                  </a:cubicBezTo>
                  <a:cubicBezTo>
                    <a:pt x="6" y="43"/>
                    <a:pt x="6" y="43"/>
                    <a:pt x="6" y="43"/>
                  </a:cubicBezTo>
                  <a:cubicBezTo>
                    <a:pt x="5" y="45"/>
                    <a:pt x="3" y="46"/>
                    <a:pt x="3" y="48"/>
                  </a:cubicBezTo>
                  <a:cubicBezTo>
                    <a:pt x="3" y="48"/>
                    <a:pt x="3" y="48"/>
                    <a:pt x="3" y="48"/>
                  </a:cubicBezTo>
                  <a:cubicBezTo>
                    <a:pt x="3" y="49"/>
                    <a:pt x="3" y="50"/>
                    <a:pt x="4" y="51"/>
                  </a:cubicBezTo>
                  <a:cubicBezTo>
                    <a:pt x="4" y="51"/>
                    <a:pt x="4" y="51"/>
                    <a:pt x="4" y="51"/>
                  </a:cubicBezTo>
                  <a:cubicBezTo>
                    <a:pt x="3" y="51"/>
                    <a:pt x="3" y="51"/>
                    <a:pt x="3" y="51"/>
                  </a:cubicBezTo>
                  <a:cubicBezTo>
                    <a:pt x="3" y="51"/>
                    <a:pt x="3" y="50"/>
                    <a:pt x="3" y="49"/>
                  </a:cubicBezTo>
                  <a:cubicBezTo>
                    <a:pt x="2" y="48"/>
                    <a:pt x="2" y="48"/>
                    <a:pt x="2" y="48"/>
                  </a:cubicBezTo>
                  <a:cubicBezTo>
                    <a:pt x="3" y="46"/>
                    <a:pt x="3" y="46"/>
                    <a:pt x="3" y="46"/>
                  </a:cubicBezTo>
                  <a:cubicBezTo>
                    <a:pt x="3" y="45"/>
                    <a:pt x="4" y="44"/>
                    <a:pt x="5" y="43"/>
                  </a:cubicBezTo>
                  <a:cubicBezTo>
                    <a:pt x="5" y="42"/>
                    <a:pt x="5" y="42"/>
                    <a:pt x="5" y="42"/>
                  </a:cubicBezTo>
                  <a:cubicBezTo>
                    <a:pt x="5" y="41"/>
                    <a:pt x="3" y="40"/>
                    <a:pt x="3" y="40"/>
                  </a:cubicBezTo>
                  <a:cubicBezTo>
                    <a:pt x="3" y="40"/>
                    <a:pt x="3" y="40"/>
                    <a:pt x="3" y="40"/>
                  </a:cubicBezTo>
                  <a:cubicBezTo>
                    <a:pt x="3" y="40"/>
                    <a:pt x="4" y="41"/>
                    <a:pt x="4" y="42"/>
                  </a:cubicBezTo>
                  <a:cubicBezTo>
                    <a:pt x="4" y="43"/>
                    <a:pt x="4" y="43"/>
                    <a:pt x="4" y="43"/>
                  </a:cubicBezTo>
                  <a:cubicBezTo>
                    <a:pt x="4" y="44"/>
                    <a:pt x="3" y="45"/>
                    <a:pt x="2" y="46"/>
                  </a:cubicBezTo>
                  <a:cubicBezTo>
                    <a:pt x="2" y="48"/>
                    <a:pt x="2" y="48"/>
                    <a:pt x="2" y="48"/>
                  </a:cubicBezTo>
                  <a:cubicBezTo>
                    <a:pt x="2" y="49"/>
                    <a:pt x="2" y="49"/>
                    <a:pt x="2" y="49"/>
                  </a:cubicBezTo>
                  <a:cubicBezTo>
                    <a:pt x="2" y="50"/>
                    <a:pt x="2" y="50"/>
                    <a:pt x="2" y="50"/>
                  </a:cubicBezTo>
                  <a:cubicBezTo>
                    <a:pt x="2" y="49"/>
                    <a:pt x="2" y="49"/>
                    <a:pt x="2" y="49"/>
                  </a:cubicBezTo>
                  <a:cubicBezTo>
                    <a:pt x="2" y="49"/>
                    <a:pt x="2" y="49"/>
                    <a:pt x="2" y="48"/>
                  </a:cubicBezTo>
                  <a:cubicBezTo>
                    <a:pt x="2" y="48"/>
                    <a:pt x="2" y="48"/>
                    <a:pt x="2" y="48"/>
                  </a:cubicBezTo>
                  <a:cubicBezTo>
                    <a:pt x="2" y="47"/>
                    <a:pt x="3" y="43"/>
                    <a:pt x="3" y="43"/>
                  </a:cubicBezTo>
                  <a:cubicBezTo>
                    <a:pt x="3" y="42"/>
                    <a:pt x="3" y="42"/>
                    <a:pt x="3" y="42"/>
                  </a:cubicBezTo>
                  <a:cubicBezTo>
                    <a:pt x="3" y="41"/>
                    <a:pt x="2" y="40"/>
                    <a:pt x="2" y="40"/>
                  </a:cubicBezTo>
                  <a:cubicBezTo>
                    <a:pt x="1" y="41"/>
                    <a:pt x="1" y="41"/>
                    <a:pt x="1" y="41"/>
                  </a:cubicBezTo>
                  <a:cubicBezTo>
                    <a:pt x="2" y="41"/>
                    <a:pt x="2" y="41"/>
                    <a:pt x="2" y="41"/>
                  </a:cubicBezTo>
                  <a:cubicBezTo>
                    <a:pt x="3" y="42"/>
                    <a:pt x="3" y="42"/>
                    <a:pt x="3" y="42"/>
                  </a:cubicBezTo>
                  <a:cubicBezTo>
                    <a:pt x="3" y="43"/>
                    <a:pt x="3" y="43"/>
                    <a:pt x="3" y="43"/>
                  </a:cubicBezTo>
                  <a:cubicBezTo>
                    <a:pt x="2" y="43"/>
                    <a:pt x="1" y="46"/>
                    <a:pt x="1" y="48"/>
                  </a:cubicBezTo>
                  <a:cubicBezTo>
                    <a:pt x="1" y="48"/>
                    <a:pt x="1" y="48"/>
                    <a:pt x="1" y="48"/>
                  </a:cubicBezTo>
                  <a:cubicBezTo>
                    <a:pt x="2" y="50"/>
                    <a:pt x="2" y="50"/>
                    <a:pt x="2" y="50"/>
                  </a:cubicBezTo>
                  <a:cubicBezTo>
                    <a:pt x="3" y="51"/>
                    <a:pt x="3" y="51"/>
                    <a:pt x="3" y="51"/>
                  </a:cubicBezTo>
                  <a:cubicBezTo>
                    <a:pt x="2" y="51"/>
                    <a:pt x="1" y="50"/>
                    <a:pt x="1" y="49"/>
                  </a:cubicBezTo>
                  <a:cubicBezTo>
                    <a:pt x="1" y="48"/>
                    <a:pt x="1" y="48"/>
                    <a:pt x="1" y="48"/>
                  </a:cubicBezTo>
                  <a:cubicBezTo>
                    <a:pt x="2" y="44"/>
                    <a:pt x="2" y="44"/>
                    <a:pt x="2" y="43"/>
                  </a:cubicBezTo>
                  <a:cubicBezTo>
                    <a:pt x="2" y="43"/>
                    <a:pt x="2" y="43"/>
                    <a:pt x="2" y="43"/>
                  </a:cubicBezTo>
                  <a:cubicBezTo>
                    <a:pt x="2" y="42"/>
                    <a:pt x="1" y="41"/>
                    <a:pt x="1" y="38"/>
                  </a:cubicBezTo>
                  <a:cubicBezTo>
                    <a:pt x="1" y="38"/>
                    <a:pt x="1" y="38"/>
                    <a:pt x="1" y="38"/>
                  </a:cubicBezTo>
                  <a:cubicBezTo>
                    <a:pt x="1" y="35"/>
                    <a:pt x="3" y="34"/>
                    <a:pt x="5" y="34"/>
                  </a:cubicBezTo>
                  <a:cubicBezTo>
                    <a:pt x="6" y="34"/>
                    <a:pt x="6" y="34"/>
                    <a:pt x="6" y="34"/>
                  </a:cubicBezTo>
                  <a:cubicBezTo>
                    <a:pt x="7" y="34"/>
                    <a:pt x="7" y="34"/>
                    <a:pt x="7" y="34"/>
                  </a:cubicBezTo>
                  <a:cubicBezTo>
                    <a:pt x="8" y="34"/>
                    <a:pt x="8" y="34"/>
                    <a:pt x="8" y="34"/>
                  </a:cubicBezTo>
                  <a:cubicBezTo>
                    <a:pt x="7" y="35"/>
                    <a:pt x="7" y="35"/>
                    <a:pt x="7" y="35"/>
                  </a:cubicBezTo>
                  <a:lnTo>
                    <a:pt x="6" y="35"/>
                  </a:lnTo>
                  <a:close/>
                  <a:moveTo>
                    <a:pt x="9" y="34"/>
                  </a:moveTo>
                  <a:cubicBezTo>
                    <a:pt x="9" y="34"/>
                    <a:pt x="9" y="34"/>
                    <a:pt x="9" y="34"/>
                  </a:cubicBezTo>
                  <a:cubicBezTo>
                    <a:pt x="9" y="34"/>
                    <a:pt x="9" y="34"/>
                    <a:pt x="9" y="34"/>
                  </a:cubicBezTo>
                  <a:cubicBezTo>
                    <a:pt x="9" y="34"/>
                    <a:pt x="9" y="34"/>
                    <a:pt x="9" y="34"/>
                  </a:cubicBezTo>
                  <a:cubicBezTo>
                    <a:pt x="9" y="35"/>
                    <a:pt x="9" y="35"/>
                    <a:pt x="9" y="35"/>
                  </a:cubicBezTo>
                  <a:cubicBezTo>
                    <a:pt x="10" y="35"/>
                    <a:pt x="10" y="35"/>
                    <a:pt x="10" y="35"/>
                  </a:cubicBezTo>
                  <a:cubicBezTo>
                    <a:pt x="8" y="37"/>
                    <a:pt x="8" y="37"/>
                    <a:pt x="8" y="37"/>
                  </a:cubicBezTo>
                  <a:lnTo>
                    <a:pt x="9" y="34"/>
                  </a:lnTo>
                  <a:close/>
                  <a:moveTo>
                    <a:pt x="8" y="37"/>
                  </a:moveTo>
                  <a:cubicBezTo>
                    <a:pt x="9" y="37"/>
                    <a:pt x="10" y="36"/>
                    <a:pt x="11" y="35"/>
                  </a:cubicBezTo>
                  <a:cubicBezTo>
                    <a:pt x="11" y="36"/>
                    <a:pt x="11" y="36"/>
                    <a:pt x="11" y="36"/>
                  </a:cubicBezTo>
                  <a:cubicBezTo>
                    <a:pt x="11" y="36"/>
                    <a:pt x="11" y="36"/>
                    <a:pt x="11" y="36"/>
                  </a:cubicBezTo>
                  <a:cubicBezTo>
                    <a:pt x="11" y="38"/>
                    <a:pt x="11" y="38"/>
                    <a:pt x="11" y="38"/>
                  </a:cubicBezTo>
                  <a:cubicBezTo>
                    <a:pt x="10" y="38"/>
                    <a:pt x="9" y="37"/>
                    <a:pt x="8" y="37"/>
                  </a:cubicBezTo>
                  <a:moveTo>
                    <a:pt x="27" y="57"/>
                  </a:moveTo>
                  <a:cubicBezTo>
                    <a:pt x="29" y="57"/>
                    <a:pt x="31" y="57"/>
                    <a:pt x="31" y="61"/>
                  </a:cubicBezTo>
                  <a:cubicBezTo>
                    <a:pt x="30" y="63"/>
                    <a:pt x="30" y="63"/>
                    <a:pt x="30" y="63"/>
                  </a:cubicBezTo>
                  <a:cubicBezTo>
                    <a:pt x="30" y="63"/>
                    <a:pt x="30" y="63"/>
                    <a:pt x="30" y="63"/>
                  </a:cubicBezTo>
                  <a:cubicBezTo>
                    <a:pt x="30" y="64"/>
                    <a:pt x="30" y="64"/>
                    <a:pt x="30" y="64"/>
                  </a:cubicBezTo>
                  <a:cubicBezTo>
                    <a:pt x="30" y="64"/>
                    <a:pt x="30" y="64"/>
                    <a:pt x="30" y="64"/>
                  </a:cubicBezTo>
                  <a:cubicBezTo>
                    <a:pt x="30" y="65"/>
                    <a:pt x="30" y="65"/>
                    <a:pt x="30" y="65"/>
                  </a:cubicBezTo>
                  <a:cubicBezTo>
                    <a:pt x="29" y="66"/>
                    <a:pt x="27" y="68"/>
                    <a:pt x="25" y="69"/>
                  </a:cubicBezTo>
                  <a:cubicBezTo>
                    <a:pt x="25" y="70"/>
                    <a:pt x="25" y="70"/>
                    <a:pt x="25" y="70"/>
                  </a:cubicBezTo>
                  <a:cubicBezTo>
                    <a:pt x="25" y="71"/>
                    <a:pt x="26" y="72"/>
                    <a:pt x="26" y="73"/>
                  </a:cubicBezTo>
                  <a:cubicBezTo>
                    <a:pt x="27" y="74"/>
                    <a:pt x="28" y="76"/>
                    <a:pt x="29" y="77"/>
                  </a:cubicBezTo>
                  <a:cubicBezTo>
                    <a:pt x="30" y="78"/>
                    <a:pt x="30" y="78"/>
                    <a:pt x="30" y="78"/>
                  </a:cubicBezTo>
                  <a:cubicBezTo>
                    <a:pt x="30" y="78"/>
                    <a:pt x="30" y="78"/>
                    <a:pt x="30" y="78"/>
                  </a:cubicBezTo>
                  <a:cubicBezTo>
                    <a:pt x="30" y="78"/>
                    <a:pt x="30" y="78"/>
                    <a:pt x="30" y="78"/>
                  </a:cubicBezTo>
                  <a:cubicBezTo>
                    <a:pt x="30" y="80"/>
                    <a:pt x="30" y="80"/>
                    <a:pt x="30" y="80"/>
                  </a:cubicBezTo>
                  <a:cubicBezTo>
                    <a:pt x="30" y="80"/>
                    <a:pt x="30" y="80"/>
                    <a:pt x="30" y="80"/>
                  </a:cubicBezTo>
                  <a:cubicBezTo>
                    <a:pt x="31" y="79"/>
                    <a:pt x="31" y="79"/>
                    <a:pt x="31" y="79"/>
                  </a:cubicBezTo>
                  <a:cubicBezTo>
                    <a:pt x="31" y="78"/>
                    <a:pt x="31" y="78"/>
                    <a:pt x="31" y="78"/>
                  </a:cubicBezTo>
                  <a:cubicBezTo>
                    <a:pt x="31" y="78"/>
                    <a:pt x="31" y="78"/>
                    <a:pt x="31" y="78"/>
                  </a:cubicBezTo>
                  <a:cubicBezTo>
                    <a:pt x="31" y="78"/>
                    <a:pt x="31" y="78"/>
                    <a:pt x="31" y="78"/>
                  </a:cubicBezTo>
                  <a:cubicBezTo>
                    <a:pt x="32" y="77"/>
                    <a:pt x="32" y="77"/>
                    <a:pt x="32" y="77"/>
                  </a:cubicBezTo>
                  <a:cubicBezTo>
                    <a:pt x="33" y="76"/>
                    <a:pt x="33" y="76"/>
                    <a:pt x="33" y="76"/>
                  </a:cubicBezTo>
                  <a:cubicBezTo>
                    <a:pt x="33" y="76"/>
                    <a:pt x="33" y="76"/>
                    <a:pt x="33" y="76"/>
                  </a:cubicBezTo>
                  <a:cubicBezTo>
                    <a:pt x="34" y="76"/>
                    <a:pt x="34" y="76"/>
                    <a:pt x="34" y="76"/>
                  </a:cubicBezTo>
                  <a:cubicBezTo>
                    <a:pt x="34" y="76"/>
                    <a:pt x="34" y="76"/>
                    <a:pt x="34" y="76"/>
                  </a:cubicBezTo>
                  <a:cubicBezTo>
                    <a:pt x="35" y="76"/>
                    <a:pt x="35" y="76"/>
                    <a:pt x="35" y="76"/>
                  </a:cubicBezTo>
                  <a:cubicBezTo>
                    <a:pt x="33" y="75"/>
                    <a:pt x="33" y="75"/>
                    <a:pt x="33" y="75"/>
                  </a:cubicBezTo>
                  <a:cubicBezTo>
                    <a:pt x="33" y="75"/>
                    <a:pt x="33" y="75"/>
                    <a:pt x="33" y="75"/>
                  </a:cubicBezTo>
                  <a:cubicBezTo>
                    <a:pt x="32" y="76"/>
                    <a:pt x="32" y="76"/>
                    <a:pt x="32" y="76"/>
                  </a:cubicBezTo>
                  <a:cubicBezTo>
                    <a:pt x="31" y="77"/>
                    <a:pt x="31" y="77"/>
                    <a:pt x="31" y="77"/>
                  </a:cubicBezTo>
                  <a:cubicBezTo>
                    <a:pt x="32" y="75"/>
                    <a:pt x="32" y="75"/>
                    <a:pt x="32" y="75"/>
                  </a:cubicBezTo>
                  <a:cubicBezTo>
                    <a:pt x="33" y="74"/>
                    <a:pt x="33" y="74"/>
                    <a:pt x="33" y="74"/>
                  </a:cubicBezTo>
                  <a:cubicBezTo>
                    <a:pt x="33" y="74"/>
                    <a:pt x="33" y="74"/>
                    <a:pt x="33" y="74"/>
                  </a:cubicBezTo>
                  <a:cubicBezTo>
                    <a:pt x="34" y="74"/>
                    <a:pt x="34" y="74"/>
                    <a:pt x="34" y="74"/>
                  </a:cubicBezTo>
                  <a:cubicBezTo>
                    <a:pt x="35" y="75"/>
                    <a:pt x="35" y="75"/>
                    <a:pt x="35" y="75"/>
                  </a:cubicBezTo>
                  <a:cubicBezTo>
                    <a:pt x="35" y="74"/>
                    <a:pt x="35" y="74"/>
                    <a:pt x="35" y="74"/>
                  </a:cubicBezTo>
                  <a:cubicBezTo>
                    <a:pt x="34" y="74"/>
                    <a:pt x="34" y="74"/>
                    <a:pt x="34" y="74"/>
                  </a:cubicBezTo>
                  <a:cubicBezTo>
                    <a:pt x="34" y="74"/>
                    <a:pt x="34" y="74"/>
                    <a:pt x="34" y="74"/>
                  </a:cubicBezTo>
                  <a:cubicBezTo>
                    <a:pt x="34" y="73"/>
                    <a:pt x="34" y="73"/>
                    <a:pt x="34" y="73"/>
                  </a:cubicBezTo>
                  <a:cubicBezTo>
                    <a:pt x="35" y="73"/>
                    <a:pt x="35" y="73"/>
                    <a:pt x="35" y="73"/>
                  </a:cubicBezTo>
                  <a:cubicBezTo>
                    <a:pt x="35" y="75"/>
                    <a:pt x="35" y="75"/>
                    <a:pt x="35" y="75"/>
                  </a:cubicBezTo>
                  <a:cubicBezTo>
                    <a:pt x="34" y="79"/>
                    <a:pt x="34" y="79"/>
                    <a:pt x="34" y="79"/>
                  </a:cubicBezTo>
                  <a:cubicBezTo>
                    <a:pt x="33" y="80"/>
                    <a:pt x="31" y="82"/>
                    <a:pt x="31" y="82"/>
                  </a:cubicBezTo>
                  <a:cubicBezTo>
                    <a:pt x="29" y="82"/>
                    <a:pt x="29" y="82"/>
                    <a:pt x="28" y="81"/>
                  </a:cubicBezTo>
                  <a:cubicBezTo>
                    <a:pt x="28" y="80"/>
                    <a:pt x="27" y="78"/>
                    <a:pt x="27" y="78"/>
                  </a:cubicBezTo>
                  <a:cubicBezTo>
                    <a:pt x="27" y="78"/>
                    <a:pt x="27" y="78"/>
                    <a:pt x="27" y="78"/>
                  </a:cubicBezTo>
                  <a:cubicBezTo>
                    <a:pt x="27" y="78"/>
                    <a:pt x="27" y="78"/>
                    <a:pt x="27" y="78"/>
                  </a:cubicBezTo>
                  <a:cubicBezTo>
                    <a:pt x="26" y="78"/>
                    <a:pt x="26" y="78"/>
                    <a:pt x="26" y="78"/>
                  </a:cubicBezTo>
                  <a:cubicBezTo>
                    <a:pt x="24" y="76"/>
                    <a:pt x="24" y="76"/>
                    <a:pt x="24" y="76"/>
                  </a:cubicBezTo>
                  <a:cubicBezTo>
                    <a:pt x="24" y="75"/>
                    <a:pt x="23" y="75"/>
                    <a:pt x="22" y="74"/>
                  </a:cubicBezTo>
                  <a:cubicBezTo>
                    <a:pt x="21" y="73"/>
                    <a:pt x="21" y="73"/>
                    <a:pt x="21" y="73"/>
                  </a:cubicBezTo>
                  <a:cubicBezTo>
                    <a:pt x="21" y="72"/>
                    <a:pt x="21" y="72"/>
                    <a:pt x="21" y="72"/>
                  </a:cubicBezTo>
                  <a:cubicBezTo>
                    <a:pt x="21" y="72"/>
                    <a:pt x="21" y="72"/>
                    <a:pt x="21" y="72"/>
                  </a:cubicBezTo>
                  <a:cubicBezTo>
                    <a:pt x="22" y="69"/>
                    <a:pt x="22" y="69"/>
                    <a:pt x="22" y="69"/>
                  </a:cubicBezTo>
                  <a:cubicBezTo>
                    <a:pt x="22" y="68"/>
                    <a:pt x="22" y="68"/>
                    <a:pt x="22" y="68"/>
                  </a:cubicBezTo>
                  <a:cubicBezTo>
                    <a:pt x="22" y="68"/>
                    <a:pt x="22" y="68"/>
                    <a:pt x="22" y="68"/>
                  </a:cubicBezTo>
                  <a:cubicBezTo>
                    <a:pt x="22" y="67"/>
                    <a:pt x="22" y="67"/>
                    <a:pt x="22" y="67"/>
                  </a:cubicBezTo>
                  <a:cubicBezTo>
                    <a:pt x="22" y="65"/>
                    <a:pt x="23" y="64"/>
                    <a:pt x="23" y="63"/>
                  </a:cubicBezTo>
                  <a:cubicBezTo>
                    <a:pt x="23" y="62"/>
                    <a:pt x="25" y="62"/>
                    <a:pt x="25" y="62"/>
                  </a:cubicBezTo>
                  <a:cubicBezTo>
                    <a:pt x="25" y="61"/>
                    <a:pt x="25" y="61"/>
                    <a:pt x="25" y="61"/>
                  </a:cubicBezTo>
                  <a:cubicBezTo>
                    <a:pt x="24" y="61"/>
                    <a:pt x="24" y="61"/>
                    <a:pt x="24" y="61"/>
                  </a:cubicBezTo>
                  <a:cubicBezTo>
                    <a:pt x="24" y="62"/>
                    <a:pt x="24" y="62"/>
                    <a:pt x="24" y="62"/>
                  </a:cubicBezTo>
                  <a:cubicBezTo>
                    <a:pt x="23" y="63"/>
                    <a:pt x="23" y="63"/>
                    <a:pt x="23" y="63"/>
                  </a:cubicBezTo>
                  <a:cubicBezTo>
                    <a:pt x="22" y="64"/>
                    <a:pt x="22" y="65"/>
                    <a:pt x="22" y="67"/>
                  </a:cubicBezTo>
                  <a:cubicBezTo>
                    <a:pt x="20" y="68"/>
                    <a:pt x="20" y="68"/>
                    <a:pt x="20" y="68"/>
                  </a:cubicBezTo>
                  <a:cubicBezTo>
                    <a:pt x="19" y="69"/>
                    <a:pt x="19" y="69"/>
                    <a:pt x="19" y="69"/>
                  </a:cubicBezTo>
                  <a:cubicBezTo>
                    <a:pt x="20" y="67"/>
                    <a:pt x="20" y="65"/>
                    <a:pt x="20" y="64"/>
                  </a:cubicBezTo>
                  <a:cubicBezTo>
                    <a:pt x="20" y="64"/>
                    <a:pt x="20" y="64"/>
                    <a:pt x="20" y="64"/>
                  </a:cubicBezTo>
                  <a:cubicBezTo>
                    <a:pt x="20" y="62"/>
                    <a:pt x="20" y="62"/>
                    <a:pt x="20" y="62"/>
                  </a:cubicBezTo>
                  <a:cubicBezTo>
                    <a:pt x="20" y="62"/>
                    <a:pt x="20" y="62"/>
                    <a:pt x="20" y="62"/>
                  </a:cubicBezTo>
                  <a:cubicBezTo>
                    <a:pt x="20" y="62"/>
                    <a:pt x="21" y="61"/>
                    <a:pt x="21" y="61"/>
                  </a:cubicBezTo>
                  <a:cubicBezTo>
                    <a:pt x="23" y="60"/>
                    <a:pt x="23" y="60"/>
                    <a:pt x="23" y="60"/>
                  </a:cubicBezTo>
                  <a:cubicBezTo>
                    <a:pt x="23" y="60"/>
                    <a:pt x="23" y="60"/>
                    <a:pt x="23" y="60"/>
                  </a:cubicBezTo>
                  <a:cubicBezTo>
                    <a:pt x="23" y="60"/>
                    <a:pt x="23" y="60"/>
                    <a:pt x="23" y="60"/>
                  </a:cubicBezTo>
                  <a:cubicBezTo>
                    <a:pt x="24" y="59"/>
                    <a:pt x="24" y="59"/>
                    <a:pt x="24" y="59"/>
                  </a:cubicBezTo>
                  <a:cubicBezTo>
                    <a:pt x="24" y="57"/>
                    <a:pt x="24" y="57"/>
                    <a:pt x="24" y="57"/>
                  </a:cubicBezTo>
                  <a:cubicBezTo>
                    <a:pt x="25" y="57"/>
                    <a:pt x="26" y="57"/>
                    <a:pt x="27" y="57"/>
                  </a:cubicBezTo>
                  <a:moveTo>
                    <a:pt x="28" y="52"/>
                  </a:moveTo>
                  <a:cubicBezTo>
                    <a:pt x="28" y="52"/>
                    <a:pt x="28" y="52"/>
                    <a:pt x="28" y="52"/>
                  </a:cubicBezTo>
                  <a:cubicBezTo>
                    <a:pt x="28" y="53"/>
                    <a:pt x="25" y="54"/>
                    <a:pt x="25" y="55"/>
                  </a:cubicBezTo>
                  <a:cubicBezTo>
                    <a:pt x="24" y="57"/>
                    <a:pt x="24" y="57"/>
                    <a:pt x="24" y="57"/>
                  </a:cubicBezTo>
                  <a:cubicBezTo>
                    <a:pt x="24" y="57"/>
                    <a:pt x="24" y="57"/>
                    <a:pt x="24" y="57"/>
                  </a:cubicBezTo>
                  <a:cubicBezTo>
                    <a:pt x="24" y="57"/>
                    <a:pt x="24" y="57"/>
                    <a:pt x="24" y="57"/>
                  </a:cubicBezTo>
                  <a:cubicBezTo>
                    <a:pt x="24" y="57"/>
                    <a:pt x="24" y="57"/>
                    <a:pt x="24" y="57"/>
                  </a:cubicBezTo>
                  <a:cubicBezTo>
                    <a:pt x="24" y="57"/>
                    <a:pt x="24" y="57"/>
                    <a:pt x="24" y="57"/>
                  </a:cubicBezTo>
                  <a:cubicBezTo>
                    <a:pt x="23" y="59"/>
                    <a:pt x="23" y="59"/>
                    <a:pt x="23" y="59"/>
                  </a:cubicBezTo>
                  <a:cubicBezTo>
                    <a:pt x="23" y="59"/>
                    <a:pt x="23" y="59"/>
                    <a:pt x="23" y="59"/>
                  </a:cubicBezTo>
                  <a:cubicBezTo>
                    <a:pt x="21" y="60"/>
                    <a:pt x="21" y="60"/>
                    <a:pt x="21" y="60"/>
                  </a:cubicBezTo>
                  <a:cubicBezTo>
                    <a:pt x="19" y="62"/>
                    <a:pt x="19" y="62"/>
                    <a:pt x="19" y="62"/>
                  </a:cubicBezTo>
                  <a:cubicBezTo>
                    <a:pt x="19" y="61"/>
                    <a:pt x="18" y="60"/>
                    <a:pt x="18" y="60"/>
                  </a:cubicBezTo>
                  <a:cubicBezTo>
                    <a:pt x="18" y="59"/>
                    <a:pt x="18" y="59"/>
                    <a:pt x="18" y="59"/>
                  </a:cubicBezTo>
                  <a:cubicBezTo>
                    <a:pt x="19" y="57"/>
                    <a:pt x="19" y="57"/>
                    <a:pt x="19" y="57"/>
                  </a:cubicBezTo>
                  <a:cubicBezTo>
                    <a:pt x="18" y="57"/>
                    <a:pt x="18" y="57"/>
                    <a:pt x="18" y="57"/>
                  </a:cubicBezTo>
                  <a:cubicBezTo>
                    <a:pt x="18" y="57"/>
                    <a:pt x="18" y="58"/>
                    <a:pt x="18" y="59"/>
                  </a:cubicBezTo>
                  <a:cubicBezTo>
                    <a:pt x="18" y="60"/>
                    <a:pt x="18" y="60"/>
                    <a:pt x="18" y="60"/>
                  </a:cubicBezTo>
                  <a:cubicBezTo>
                    <a:pt x="18" y="60"/>
                    <a:pt x="19" y="61"/>
                    <a:pt x="19" y="62"/>
                  </a:cubicBezTo>
                  <a:cubicBezTo>
                    <a:pt x="19" y="63"/>
                    <a:pt x="19" y="63"/>
                    <a:pt x="19" y="63"/>
                  </a:cubicBezTo>
                  <a:cubicBezTo>
                    <a:pt x="19" y="63"/>
                    <a:pt x="19" y="63"/>
                    <a:pt x="19" y="63"/>
                  </a:cubicBezTo>
                  <a:cubicBezTo>
                    <a:pt x="19" y="64"/>
                    <a:pt x="19" y="64"/>
                    <a:pt x="19" y="64"/>
                  </a:cubicBezTo>
                  <a:cubicBezTo>
                    <a:pt x="19" y="64"/>
                    <a:pt x="19" y="64"/>
                    <a:pt x="19" y="64"/>
                  </a:cubicBezTo>
                  <a:cubicBezTo>
                    <a:pt x="19" y="66"/>
                    <a:pt x="19" y="68"/>
                    <a:pt x="18" y="70"/>
                  </a:cubicBezTo>
                  <a:cubicBezTo>
                    <a:pt x="17" y="71"/>
                    <a:pt x="17" y="71"/>
                    <a:pt x="17" y="71"/>
                  </a:cubicBezTo>
                  <a:cubicBezTo>
                    <a:pt x="17" y="71"/>
                    <a:pt x="17" y="71"/>
                    <a:pt x="17" y="71"/>
                  </a:cubicBezTo>
                  <a:cubicBezTo>
                    <a:pt x="17" y="71"/>
                    <a:pt x="17" y="71"/>
                    <a:pt x="17" y="71"/>
                  </a:cubicBezTo>
                  <a:cubicBezTo>
                    <a:pt x="16" y="74"/>
                    <a:pt x="16" y="74"/>
                    <a:pt x="16" y="74"/>
                  </a:cubicBezTo>
                  <a:cubicBezTo>
                    <a:pt x="16" y="74"/>
                    <a:pt x="15" y="77"/>
                    <a:pt x="14" y="78"/>
                  </a:cubicBezTo>
                  <a:cubicBezTo>
                    <a:pt x="12" y="79"/>
                    <a:pt x="12" y="80"/>
                    <a:pt x="12" y="81"/>
                  </a:cubicBezTo>
                  <a:cubicBezTo>
                    <a:pt x="12" y="82"/>
                    <a:pt x="12" y="83"/>
                    <a:pt x="11" y="83"/>
                  </a:cubicBezTo>
                  <a:cubicBezTo>
                    <a:pt x="11" y="85"/>
                    <a:pt x="10" y="85"/>
                    <a:pt x="10" y="86"/>
                  </a:cubicBezTo>
                  <a:cubicBezTo>
                    <a:pt x="10" y="87"/>
                    <a:pt x="10" y="87"/>
                    <a:pt x="10" y="87"/>
                  </a:cubicBezTo>
                  <a:cubicBezTo>
                    <a:pt x="10" y="88"/>
                    <a:pt x="10" y="88"/>
                    <a:pt x="10" y="89"/>
                  </a:cubicBezTo>
                  <a:cubicBezTo>
                    <a:pt x="9" y="90"/>
                    <a:pt x="9" y="91"/>
                    <a:pt x="9" y="92"/>
                  </a:cubicBezTo>
                  <a:cubicBezTo>
                    <a:pt x="9" y="93"/>
                    <a:pt x="9" y="93"/>
                    <a:pt x="9" y="93"/>
                  </a:cubicBezTo>
                  <a:cubicBezTo>
                    <a:pt x="9" y="94"/>
                    <a:pt x="9" y="96"/>
                    <a:pt x="11" y="96"/>
                  </a:cubicBezTo>
                  <a:cubicBezTo>
                    <a:pt x="11" y="96"/>
                    <a:pt x="11" y="96"/>
                    <a:pt x="11" y="96"/>
                  </a:cubicBezTo>
                  <a:cubicBezTo>
                    <a:pt x="13" y="96"/>
                    <a:pt x="13" y="96"/>
                    <a:pt x="13" y="96"/>
                  </a:cubicBezTo>
                  <a:cubicBezTo>
                    <a:pt x="13" y="96"/>
                    <a:pt x="13" y="96"/>
                    <a:pt x="13" y="96"/>
                  </a:cubicBezTo>
                  <a:cubicBezTo>
                    <a:pt x="14" y="97"/>
                    <a:pt x="14" y="97"/>
                    <a:pt x="14" y="97"/>
                  </a:cubicBezTo>
                  <a:cubicBezTo>
                    <a:pt x="15" y="98"/>
                    <a:pt x="15" y="98"/>
                    <a:pt x="15" y="98"/>
                  </a:cubicBezTo>
                  <a:cubicBezTo>
                    <a:pt x="15" y="98"/>
                    <a:pt x="15" y="98"/>
                    <a:pt x="15" y="98"/>
                  </a:cubicBezTo>
                  <a:cubicBezTo>
                    <a:pt x="15" y="98"/>
                    <a:pt x="15" y="98"/>
                    <a:pt x="15" y="98"/>
                  </a:cubicBezTo>
                  <a:cubicBezTo>
                    <a:pt x="15" y="98"/>
                    <a:pt x="15" y="98"/>
                    <a:pt x="15" y="98"/>
                  </a:cubicBezTo>
                  <a:cubicBezTo>
                    <a:pt x="15" y="97"/>
                    <a:pt x="15" y="97"/>
                    <a:pt x="15" y="97"/>
                  </a:cubicBezTo>
                  <a:cubicBezTo>
                    <a:pt x="13" y="96"/>
                    <a:pt x="13" y="96"/>
                    <a:pt x="13" y="96"/>
                  </a:cubicBezTo>
                  <a:cubicBezTo>
                    <a:pt x="13" y="96"/>
                    <a:pt x="13" y="96"/>
                    <a:pt x="13" y="96"/>
                  </a:cubicBezTo>
                  <a:cubicBezTo>
                    <a:pt x="14" y="96"/>
                    <a:pt x="14" y="96"/>
                    <a:pt x="14" y="96"/>
                  </a:cubicBezTo>
                  <a:cubicBezTo>
                    <a:pt x="15" y="96"/>
                    <a:pt x="15" y="96"/>
                    <a:pt x="15" y="96"/>
                  </a:cubicBezTo>
                  <a:cubicBezTo>
                    <a:pt x="16" y="96"/>
                    <a:pt x="16" y="96"/>
                    <a:pt x="16" y="96"/>
                  </a:cubicBezTo>
                  <a:cubicBezTo>
                    <a:pt x="17" y="97"/>
                    <a:pt x="17" y="97"/>
                    <a:pt x="17" y="97"/>
                  </a:cubicBezTo>
                  <a:cubicBezTo>
                    <a:pt x="17" y="97"/>
                    <a:pt x="17" y="97"/>
                    <a:pt x="17" y="97"/>
                  </a:cubicBezTo>
                  <a:cubicBezTo>
                    <a:pt x="17" y="96"/>
                    <a:pt x="17" y="96"/>
                    <a:pt x="17" y="96"/>
                  </a:cubicBezTo>
                  <a:cubicBezTo>
                    <a:pt x="18" y="97"/>
                    <a:pt x="18" y="97"/>
                    <a:pt x="18" y="97"/>
                  </a:cubicBezTo>
                  <a:cubicBezTo>
                    <a:pt x="18" y="97"/>
                    <a:pt x="18" y="97"/>
                    <a:pt x="18" y="97"/>
                  </a:cubicBezTo>
                  <a:cubicBezTo>
                    <a:pt x="17" y="98"/>
                    <a:pt x="17" y="98"/>
                    <a:pt x="17" y="98"/>
                  </a:cubicBezTo>
                  <a:cubicBezTo>
                    <a:pt x="16" y="99"/>
                    <a:pt x="14" y="99"/>
                    <a:pt x="13" y="100"/>
                  </a:cubicBezTo>
                  <a:cubicBezTo>
                    <a:pt x="12" y="100"/>
                    <a:pt x="11" y="100"/>
                    <a:pt x="10" y="100"/>
                  </a:cubicBezTo>
                  <a:cubicBezTo>
                    <a:pt x="9" y="100"/>
                    <a:pt x="9" y="100"/>
                    <a:pt x="9" y="100"/>
                  </a:cubicBezTo>
                  <a:cubicBezTo>
                    <a:pt x="7" y="98"/>
                    <a:pt x="7" y="98"/>
                    <a:pt x="7" y="98"/>
                  </a:cubicBezTo>
                  <a:cubicBezTo>
                    <a:pt x="7" y="95"/>
                    <a:pt x="7" y="95"/>
                    <a:pt x="7" y="95"/>
                  </a:cubicBezTo>
                  <a:cubicBezTo>
                    <a:pt x="6" y="93"/>
                    <a:pt x="6" y="93"/>
                    <a:pt x="6" y="93"/>
                  </a:cubicBezTo>
                  <a:cubicBezTo>
                    <a:pt x="7" y="88"/>
                    <a:pt x="7" y="88"/>
                    <a:pt x="7" y="88"/>
                  </a:cubicBezTo>
                  <a:cubicBezTo>
                    <a:pt x="7" y="88"/>
                    <a:pt x="7" y="87"/>
                    <a:pt x="7" y="86"/>
                  </a:cubicBezTo>
                  <a:cubicBezTo>
                    <a:pt x="7" y="84"/>
                    <a:pt x="7" y="83"/>
                    <a:pt x="7" y="82"/>
                  </a:cubicBezTo>
                  <a:cubicBezTo>
                    <a:pt x="8" y="79"/>
                    <a:pt x="8" y="79"/>
                    <a:pt x="8" y="79"/>
                  </a:cubicBezTo>
                  <a:cubicBezTo>
                    <a:pt x="9" y="77"/>
                    <a:pt x="9" y="77"/>
                    <a:pt x="9" y="77"/>
                  </a:cubicBezTo>
                  <a:cubicBezTo>
                    <a:pt x="9" y="78"/>
                    <a:pt x="9" y="78"/>
                    <a:pt x="9" y="78"/>
                  </a:cubicBezTo>
                  <a:cubicBezTo>
                    <a:pt x="10" y="77"/>
                    <a:pt x="10" y="77"/>
                    <a:pt x="10" y="77"/>
                  </a:cubicBezTo>
                  <a:cubicBezTo>
                    <a:pt x="11" y="75"/>
                    <a:pt x="11" y="75"/>
                    <a:pt x="11" y="75"/>
                  </a:cubicBezTo>
                  <a:cubicBezTo>
                    <a:pt x="11" y="75"/>
                    <a:pt x="11" y="75"/>
                    <a:pt x="11" y="75"/>
                  </a:cubicBezTo>
                  <a:cubicBezTo>
                    <a:pt x="11" y="74"/>
                    <a:pt x="10" y="73"/>
                    <a:pt x="9" y="72"/>
                  </a:cubicBezTo>
                  <a:cubicBezTo>
                    <a:pt x="9" y="70"/>
                    <a:pt x="8" y="67"/>
                    <a:pt x="7" y="66"/>
                  </a:cubicBezTo>
                  <a:cubicBezTo>
                    <a:pt x="7" y="66"/>
                    <a:pt x="7" y="66"/>
                    <a:pt x="7" y="66"/>
                  </a:cubicBezTo>
                  <a:cubicBezTo>
                    <a:pt x="7" y="65"/>
                    <a:pt x="9" y="62"/>
                    <a:pt x="9" y="62"/>
                  </a:cubicBezTo>
                  <a:cubicBezTo>
                    <a:pt x="8" y="62"/>
                    <a:pt x="8" y="62"/>
                    <a:pt x="8" y="62"/>
                  </a:cubicBezTo>
                  <a:cubicBezTo>
                    <a:pt x="8" y="62"/>
                    <a:pt x="7" y="64"/>
                    <a:pt x="7" y="66"/>
                  </a:cubicBezTo>
                  <a:cubicBezTo>
                    <a:pt x="7" y="66"/>
                    <a:pt x="7" y="66"/>
                    <a:pt x="7" y="66"/>
                  </a:cubicBezTo>
                  <a:cubicBezTo>
                    <a:pt x="7" y="67"/>
                    <a:pt x="8" y="71"/>
                    <a:pt x="9" y="72"/>
                  </a:cubicBezTo>
                  <a:cubicBezTo>
                    <a:pt x="10" y="73"/>
                    <a:pt x="10" y="75"/>
                    <a:pt x="10" y="75"/>
                  </a:cubicBezTo>
                  <a:cubicBezTo>
                    <a:pt x="10" y="75"/>
                    <a:pt x="10" y="75"/>
                    <a:pt x="10" y="75"/>
                  </a:cubicBezTo>
                  <a:cubicBezTo>
                    <a:pt x="9" y="77"/>
                    <a:pt x="9" y="77"/>
                    <a:pt x="9" y="77"/>
                  </a:cubicBezTo>
                  <a:cubicBezTo>
                    <a:pt x="9" y="77"/>
                    <a:pt x="9" y="77"/>
                    <a:pt x="9" y="77"/>
                  </a:cubicBezTo>
                  <a:cubicBezTo>
                    <a:pt x="9" y="77"/>
                    <a:pt x="9" y="77"/>
                    <a:pt x="9" y="77"/>
                  </a:cubicBezTo>
                  <a:cubicBezTo>
                    <a:pt x="8" y="76"/>
                    <a:pt x="8" y="76"/>
                    <a:pt x="8" y="76"/>
                  </a:cubicBezTo>
                  <a:cubicBezTo>
                    <a:pt x="8" y="76"/>
                    <a:pt x="8" y="76"/>
                    <a:pt x="8" y="76"/>
                  </a:cubicBezTo>
                  <a:cubicBezTo>
                    <a:pt x="9" y="75"/>
                    <a:pt x="9" y="75"/>
                    <a:pt x="9" y="75"/>
                  </a:cubicBezTo>
                  <a:cubicBezTo>
                    <a:pt x="10" y="74"/>
                    <a:pt x="10" y="74"/>
                    <a:pt x="10" y="74"/>
                  </a:cubicBezTo>
                  <a:cubicBezTo>
                    <a:pt x="7" y="74"/>
                    <a:pt x="7" y="74"/>
                    <a:pt x="7" y="74"/>
                  </a:cubicBezTo>
                  <a:cubicBezTo>
                    <a:pt x="8" y="73"/>
                    <a:pt x="8" y="73"/>
                    <a:pt x="8" y="73"/>
                  </a:cubicBezTo>
                  <a:cubicBezTo>
                    <a:pt x="8" y="72"/>
                    <a:pt x="8" y="72"/>
                    <a:pt x="8" y="72"/>
                  </a:cubicBezTo>
                  <a:cubicBezTo>
                    <a:pt x="7" y="72"/>
                    <a:pt x="7" y="72"/>
                    <a:pt x="7" y="72"/>
                  </a:cubicBezTo>
                  <a:cubicBezTo>
                    <a:pt x="7" y="71"/>
                    <a:pt x="7" y="71"/>
                    <a:pt x="7" y="71"/>
                  </a:cubicBezTo>
                  <a:cubicBezTo>
                    <a:pt x="7" y="71"/>
                    <a:pt x="7" y="71"/>
                    <a:pt x="7" y="71"/>
                  </a:cubicBezTo>
                  <a:cubicBezTo>
                    <a:pt x="6" y="71"/>
                    <a:pt x="6" y="71"/>
                    <a:pt x="6" y="71"/>
                  </a:cubicBezTo>
                  <a:cubicBezTo>
                    <a:pt x="6" y="70"/>
                    <a:pt x="6" y="70"/>
                    <a:pt x="6" y="70"/>
                  </a:cubicBezTo>
                  <a:cubicBezTo>
                    <a:pt x="7" y="69"/>
                    <a:pt x="7" y="69"/>
                    <a:pt x="7" y="69"/>
                  </a:cubicBezTo>
                  <a:cubicBezTo>
                    <a:pt x="5" y="70"/>
                    <a:pt x="5" y="70"/>
                    <a:pt x="5" y="70"/>
                  </a:cubicBezTo>
                  <a:cubicBezTo>
                    <a:pt x="6" y="68"/>
                    <a:pt x="6" y="68"/>
                    <a:pt x="6" y="68"/>
                  </a:cubicBezTo>
                  <a:cubicBezTo>
                    <a:pt x="6" y="68"/>
                    <a:pt x="6" y="68"/>
                    <a:pt x="6" y="68"/>
                  </a:cubicBezTo>
                  <a:cubicBezTo>
                    <a:pt x="5" y="68"/>
                    <a:pt x="5" y="68"/>
                    <a:pt x="5" y="68"/>
                  </a:cubicBezTo>
                  <a:cubicBezTo>
                    <a:pt x="6" y="66"/>
                    <a:pt x="6" y="66"/>
                    <a:pt x="6" y="66"/>
                  </a:cubicBezTo>
                  <a:cubicBezTo>
                    <a:pt x="6" y="66"/>
                    <a:pt x="6" y="66"/>
                    <a:pt x="6" y="66"/>
                  </a:cubicBezTo>
                  <a:cubicBezTo>
                    <a:pt x="6" y="65"/>
                    <a:pt x="6" y="65"/>
                    <a:pt x="6" y="65"/>
                  </a:cubicBezTo>
                  <a:cubicBezTo>
                    <a:pt x="6" y="65"/>
                    <a:pt x="2" y="62"/>
                    <a:pt x="2" y="59"/>
                  </a:cubicBezTo>
                  <a:cubicBezTo>
                    <a:pt x="2" y="55"/>
                    <a:pt x="9" y="48"/>
                    <a:pt x="9" y="41"/>
                  </a:cubicBezTo>
                  <a:cubicBezTo>
                    <a:pt x="9" y="41"/>
                    <a:pt x="9" y="41"/>
                    <a:pt x="9" y="41"/>
                  </a:cubicBezTo>
                  <a:cubicBezTo>
                    <a:pt x="9" y="40"/>
                    <a:pt x="9" y="39"/>
                    <a:pt x="9" y="38"/>
                  </a:cubicBezTo>
                  <a:cubicBezTo>
                    <a:pt x="11" y="38"/>
                    <a:pt x="11" y="38"/>
                    <a:pt x="11" y="38"/>
                  </a:cubicBezTo>
                  <a:cubicBezTo>
                    <a:pt x="10" y="40"/>
                    <a:pt x="10" y="42"/>
                    <a:pt x="10" y="42"/>
                  </a:cubicBezTo>
                  <a:cubicBezTo>
                    <a:pt x="10" y="43"/>
                    <a:pt x="10" y="43"/>
                    <a:pt x="10" y="43"/>
                  </a:cubicBezTo>
                  <a:cubicBezTo>
                    <a:pt x="10" y="43"/>
                    <a:pt x="10" y="43"/>
                    <a:pt x="10" y="43"/>
                  </a:cubicBezTo>
                  <a:cubicBezTo>
                    <a:pt x="10" y="43"/>
                    <a:pt x="10" y="43"/>
                    <a:pt x="10" y="43"/>
                  </a:cubicBezTo>
                  <a:cubicBezTo>
                    <a:pt x="10" y="43"/>
                    <a:pt x="10" y="43"/>
                    <a:pt x="10" y="43"/>
                  </a:cubicBezTo>
                  <a:cubicBezTo>
                    <a:pt x="10" y="43"/>
                    <a:pt x="10" y="43"/>
                    <a:pt x="10" y="43"/>
                  </a:cubicBezTo>
                  <a:cubicBezTo>
                    <a:pt x="11" y="43"/>
                    <a:pt x="11" y="43"/>
                    <a:pt x="11" y="43"/>
                  </a:cubicBezTo>
                  <a:cubicBezTo>
                    <a:pt x="11" y="44"/>
                    <a:pt x="11" y="44"/>
                    <a:pt x="11" y="44"/>
                  </a:cubicBezTo>
                  <a:cubicBezTo>
                    <a:pt x="9" y="51"/>
                    <a:pt x="4" y="53"/>
                    <a:pt x="4" y="58"/>
                  </a:cubicBezTo>
                  <a:cubicBezTo>
                    <a:pt x="4" y="59"/>
                    <a:pt x="4" y="59"/>
                    <a:pt x="4" y="59"/>
                  </a:cubicBezTo>
                  <a:cubicBezTo>
                    <a:pt x="4" y="59"/>
                    <a:pt x="5" y="62"/>
                    <a:pt x="6" y="62"/>
                  </a:cubicBezTo>
                  <a:cubicBezTo>
                    <a:pt x="7" y="62"/>
                    <a:pt x="7" y="62"/>
                    <a:pt x="7" y="62"/>
                  </a:cubicBezTo>
                  <a:cubicBezTo>
                    <a:pt x="7" y="62"/>
                    <a:pt x="7" y="62"/>
                    <a:pt x="7" y="62"/>
                  </a:cubicBezTo>
                  <a:cubicBezTo>
                    <a:pt x="8" y="61"/>
                    <a:pt x="8" y="61"/>
                    <a:pt x="8" y="61"/>
                  </a:cubicBezTo>
                  <a:cubicBezTo>
                    <a:pt x="9" y="60"/>
                    <a:pt x="9" y="60"/>
                    <a:pt x="9" y="60"/>
                  </a:cubicBezTo>
                  <a:cubicBezTo>
                    <a:pt x="9" y="58"/>
                    <a:pt x="10" y="57"/>
                    <a:pt x="11" y="56"/>
                  </a:cubicBezTo>
                  <a:cubicBezTo>
                    <a:pt x="13" y="54"/>
                    <a:pt x="15" y="52"/>
                    <a:pt x="16" y="50"/>
                  </a:cubicBezTo>
                  <a:cubicBezTo>
                    <a:pt x="17" y="49"/>
                    <a:pt x="17" y="48"/>
                    <a:pt x="17" y="47"/>
                  </a:cubicBezTo>
                  <a:cubicBezTo>
                    <a:pt x="17" y="46"/>
                    <a:pt x="17" y="46"/>
                    <a:pt x="17" y="46"/>
                  </a:cubicBezTo>
                  <a:cubicBezTo>
                    <a:pt x="18" y="46"/>
                    <a:pt x="19" y="45"/>
                    <a:pt x="19" y="45"/>
                  </a:cubicBezTo>
                  <a:cubicBezTo>
                    <a:pt x="19" y="47"/>
                    <a:pt x="19" y="49"/>
                    <a:pt x="19" y="49"/>
                  </a:cubicBezTo>
                  <a:cubicBezTo>
                    <a:pt x="19" y="49"/>
                    <a:pt x="19" y="49"/>
                    <a:pt x="19" y="49"/>
                  </a:cubicBezTo>
                  <a:cubicBezTo>
                    <a:pt x="19" y="49"/>
                    <a:pt x="19" y="49"/>
                    <a:pt x="19" y="49"/>
                  </a:cubicBezTo>
                  <a:cubicBezTo>
                    <a:pt x="22" y="49"/>
                    <a:pt x="24" y="46"/>
                    <a:pt x="25" y="46"/>
                  </a:cubicBezTo>
                  <a:cubicBezTo>
                    <a:pt x="25" y="46"/>
                    <a:pt x="25" y="46"/>
                    <a:pt x="25" y="46"/>
                  </a:cubicBezTo>
                  <a:cubicBezTo>
                    <a:pt x="27" y="49"/>
                    <a:pt x="27" y="49"/>
                    <a:pt x="27" y="49"/>
                  </a:cubicBezTo>
                  <a:cubicBezTo>
                    <a:pt x="28" y="51"/>
                    <a:pt x="28" y="51"/>
                    <a:pt x="28" y="51"/>
                  </a:cubicBezTo>
                  <a:cubicBezTo>
                    <a:pt x="28" y="51"/>
                    <a:pt x="28" y="51"/>
                    <a:pt x="28" y="51"/>
                  </a:cubicBezTo>
                  <a:cubicBezTo>
                    <a:pt x="28" y="51"/>
                    <a:pt x="28" y="51"/>
                    <a:pt x="28" y="51"/>
                  </a:cubicBezTo>
                  <a:lnTo>
                    <a:pt x="28" y="52"/>
                  </a:lnTo>
                  <a:close/>
                  <a:moveTo>
                    <a:pt x="39" y="62"/>
                  </a:moveTo>
                  <a:cubicBezTo>
                    <a:pt x="38" y="62"/>
                    <a:pt x="38" y="62"/>
                    <a:pt x="38" y="62"/>
                  </a:cubicBezTo>
                  <a:cubicBezTo>
                    <a:pt x="38" y="62"/>
                    <a:pt x="38" y="62"/>
                    <a:pt x="38" y="62"/>
                  </a:cubicBezTo>
                  <a:cubicBezTo>
                    <a:pt x="38" y="62"/>
                    <a:pt x="38" y="62"/>
                    <a:pt x="38" y="62"/>
                  </a:cubicBezTo>
                  <a:cubicBezTo>
                    <a:pt x="38" y="62"/>
                    <a:pt x="38" y="62"/>
                    <a:pt x="38" y="62"/>
                  </a:cubicBezTo>
                  <a:cubicBezTo>
                    <a:pt x="39" y="61"/>
                    <a:pt x="39" y="61"/>
                    <a:pt x="39" y="61"/>
                  </a:cubicBezTo>
                  <a:cubicBezTo>
                    <a:pt x="39" y="62"/>
                    <a:pt x="39" y="62"/>
                    <a:pt x="39" y="62"/>
                  </a:cubicBezTo>
                  <a:close/>
                  <a:moveTo>
                    <a:pt x="44" y="45"/>
                  </a:moveTo>
                  <a:cubicBezTo>
                    <a:pt x="44" y="46"/>
                    <a:pt x="44" y="46"/>
                    <a:pt x="44" y="46"/>
                  </a:cubicBezTo>
                  <a:cubicBezTo>
                    <a:pt x="44" y="46"/>
                    <a:pt x="44" y="46"/>
                    <a:pt x="44" y="46"/>
                  </a:cubicBezTo>
                  <a:cubicBezTo>
                    <a:pt x="44" y="46"/>
                    <a:pt x="44" y="46"/>
                    <a:pt x="44" y="46"/>
                  </a:cubicBezTo>
                  <a:cubicBezTo>
                    <a:pt x="43" y="45"/>
                    <a:pt x="43" y="45"/>
                    <a:pt x="43" y="45"/>
                  </a:cubicBezTo>
                  <a:lnTo>
                    <a:pt x="44" y="45"/>
                  </a:lnTo>
                  <a:close/>
                  <a:moveTo>
                    <a:pt x="40" y="48"/>
                  </a:moveTo>
                  <a:cubicBezTo>
                    <a:pt x="40" y="47"/>
                    <a:pt x="40" y="47"/>
                    <a:pt x="40" y="47"/>
                  </a:cubicBezTo>
                  <a:cubicBezTo>
                    <a:pt x="40" y="47"/>
                    <a:pt x="40" y="47"/>
                    <a:pt x="40" y="47"/>
                  </a:cubicBezTo>
                  <a:cubicBezTo>
                    <a:pt x="40" y="47"/>
                    <a:pt x="40" y="47"/>
                    <a:pt x="40" y="47"/>
                  </a:cubicBezTo>
                  <a:cubicBezTo>
                    <a:pt x="41" y="46"/>
                    <a:pt x="41" y="46"/>
                    <a:pt x="41" y="46"/>
                  </a:cubicBezTo>
                  <a:cubicBezTo>
                    <a:pt x="41" y="46"/>
                    <a:pt x="41" y="46"/>
                    <a:pt x="41" y="46"/>
                  </a:cubicBezTo>
                  <a:cubicBezTo>
                    <a:pt x="41" y="48"/>
                    <a:pt x="41" y="48"/>
                    <a:pt x="41" y="48"/>
                  </a:cubicBezTo>
                  <a:cubicBezTo>
                    <a:pt x="41" y="50"/>
                    <a:pt x="41" y="50"/>
                    <a:pt x="41" y="50"/>
                  </a:cubicBezTo>
                  <a:cubicBezTo>
                    <a:pt x="41" y="50"/>
                    <a:pt x="41" y="50"/>
                    <a:pt x="41" y="50"/>
                  </a:cubicBezTo>
                  <a:cubicBezTo>
                    <a:pt x="41" y="51"/>
                    <a:pt x="41" y="51"/>
                    <a:pt x="41" y="51"/>
                  </a:cubicBezTo>
                  <a:cubicBezTo>
                    <a:pt x="41" y="51"/>
                    <a:pt x="41" y="51"/>
                    <a:pt x="41" y="51"/>
                  </a:cubicBezTo>
                  <a:cubicBezTo>
                    <a:pt x="41" y="50"/>
                    <a:pt x="41" y="50"/>
                    <a:pt x="41" y="50"/>
                  </a:cubicBezTo>
                  <a:cubicBezTo>
                    <a:pt x="40" y="48"/>
                    <a:pt x="40" y="48"/>
                    <a:pt x="40" y="48"/>
                  </a:cubicBezTo>
                  <a:cubicBezTo>
                    <a:pt x="40" y="48"/>
                    <a:pt x="40" y="48"/>
                    <a:pt x="40" y="48"/>
                  </a:cubicBezTo>
                  <a:close/>
                  <a:moveTo>
                    <a:pt x="40" y="49"/>
                  </a:moveTo>
                  <a:cubicBezTo>
                    <a:pt x="40" y="49"/>
                    <a:pt x="40" y="49"/>
                    <a:pt x="40" y="49"/>
                  </a:cubicBezTo>
                  <a:cubicBezTo>
                    <a:pt x="40" y="49"/>
                    <a:pt x="40" y="49"/>
                    <a:pt x="40" y="49"/>
                  </a:cubicBezTo>
                  <a:cubicBezTo>
                    <a:pt x="40" y="48"/>
                    <a:pt x="40" y="48"/>
                    <a:pt x="40" y="48"/>
                  </a:cubicBezTo>
                  <a:cubicBezTo>
                    <a:pt x="40" y="48"/>
                    <a:pt x="40" y="48"/>
                    <a:pt x="40" y="48"/>
                  </a:cubicBezTo>
                  <a:cubicBezTo>
                    <a:pt x="40" y="48"/>
                    <a:pt x="40" y="48"/>
                    <a:pt x="40" y="48"/>
                  </a:cubicBezTo>
                  <a:cubicBezTo>
                    <a:pt x="40" y="50"/>
                    <a:pt x="40" y="50"/>
                    <a:pt x="40" y="50"/>
                  </a:cubicBezTo>
                  <a:cubicBezTo>
                    <a:pt x="40" y="50"/>
                    <a:pt x="40" y="50"/>
                    <a:pt x="40" y="50"/>
                  </a:cubicBezTo>
                  <a:cubicBezTo>
                    <a:pt x="40" y="50"/>
                    <a:pt x="40" y="50"/>
                    <a:pt x="40" y="50"/>
                  </a:cubicBezTo>
                  <a:lnTo>
                    <a:pt x="40" y="49"/>
                  </a:lnTo>
                  <a:close/>
                  <a:moveTo>
                    <a:pt x="36" y="51"/>
                  </a:moveTo>
                  <a:cubicBezTo>
                    <a:pt x="35" y="51"/>
                    <a:pt x="35" y="51"/>
                    <a:pt x="35" y="51"/>
                  </a:cubicBezTo>
                  <a:cubicBezTo>
                    <a:pt x="36" y="52"/>
                    <a:pt x="37" y="52"/>
                    <a:pt x="38" y="52"/>
                  </a:cubicBezTo>
                  <a:cubicBezTo>
                    <a:pt x="39" y="53"/>
                    <a:pt x="39" y="53"/>
                    <a:pt x="39" y="53"/>
                  </a:cubicBezTo>
                  <a:cubicBezTo>
                    <a:pt x="39" y="53"/>
                    <a:pt x="39" y="53"/>
                    <a:pt x="39" y="53"/>
                  </a:cubicBezTo>
                  <a:cubicBezTo>
                    <a:pt x="40" y="53"/>
                    <a:pt x="40" y="53"/>
                    <a:pt x="40" y="53"/>
                  </a:cubicBezTo>
                  <a:cubicBezTo>
                    <a:pt x="40" y="52"/>
                    <a:pt x="40" y="52"/>
                    <a:pt x="40" y="52"/>
                  </a:cubicBezTo>
                  <a:cubicBezTo>
                    <a:pt x="41" y="52"/>
                    <a:pt x="41" y="52"/>
                    <a:pt x="41" y="52"/>
                  </a:cubicBezTo>
                  <a:cubicBezTo>
                    <a:pt x="41" y="51"/>
                    <a:pt x="41" y="51"/>
                    <a:pt x="41" y="51"/>
                  </a:cubicBezTo>
                  <a:cubicBezTo>
                    <a:pt x="42" y="50"/>
                    <a:pt x="42" y="50"/>
                    <a:pt x="42" y="50"/>
                  </a:cubicBezTo>
                  <a:cubicBezTo>
                    <a:pt x="42" y="50"/>
                    <a:pt x="42" y="50"/>
                    <a:pt x="42" y="50"/>
                  </a:cubicBezTo>
                  <a:cubicBezTo>
                    <a:pt x="42" y="48"/>
                    <a:pt x="42" y="48"/>
                    <a:pt x="42" y="48"/>
                  </a:cubicBezTo>
                  <a:cubicBezTo>
                    <a:pt x="42" y="46"/>
                    <a:pt x="42" y="46"/>
                    <a:pt x="42" y="46"/>
                  </a:cubicBezTo>
                  <a:cubicBezTo>
                    <a:pt x="43" y="45"/>
                    <a:pt x="43" y="45"/>
                    <a:pt x="43" y="45"/>
                  </a:cubicBezTo>
                  <a:cubicBezTo>
                    <a:pt x="43" y="45"/>
                    <a:pt x="43" y="45"/>
                    <a:pt x="43" y="45"/>
                  </a:cubicBezTo>
                  <a:cubicBezTo>
                    <a:pt x="44" y="46"/>
                    <a:pt x="44" y="46"/>
                    <a:pt x="44" y="46"/>
                  </a:cubicBezTo>
                  <a:cubicBezTo>
                    <a:pt x="43" y="49"/>
                    <a:pt x="43" y="49"/>
                    <a:pt x="43" y="49"/>
                  </a:cubicBezTo>
                  <a:cubicBezTo>
                    <a:pt x="42" y="52"/>
                    <a:pt x="42" y="52"/>
                    <a:pt x="42" y="52"/>
                  </a:cubicBezTo>
                  <a:cubicBezTo>
                    <a:pt x="41" y="55"/>
                    <a:pt x="41" y="55"/>
                    <a:pt x="41" y="55"/>
                  </a:cubicBezTo>
                  <a:cubicBezTo>
                    <a:pt x="40" y="56"/>
                    <a:pt x="40" y="57"/>
                    <a:pt x="40" y="58"/>
                  </a:cubicBezTo>
                  <a:cubicBezTo>
                    <a:pt x="39" y="60"/>
                    <a:pt x="39" y="60"/>
                    <a:pt x="39" y="60"/>
                  </a:cubicBezTo>
                  <a:cubicBezTo>
                    <a:pt x="38" y="61"/>
                    <a:pt x="38" y="61"/>
                    <a:pt x="38" y="61"/>
                  </a:cubicBezTo>
                  <a:cubicBezTo>
                    <a:pt x="38" y="60"/>
                    <a:pt x="38" y="60"/>
                    <a:pt x="38" y="60"/>
                  </a:cubicBezTo>
                  <a:cubicBezTo>
                    <a:pt x="38" y="60"/>
                    <a:pt x="38" y="60"/>
                    <a:pt x="38" y="60"/>
                  </a:cubicBezTo>
                  <a:cubicBezTo>
                    <a:pt x="38" y="59"/>
                    <a:pt x="38" y="59"/>
                    <a:pt x="38" y="59"/>
                  </a:cubicBezTo>
                  <a:cubicBezTo>
                    <a:pt x="39" y="57"/>
                    <a:pt x="39" y="57"/>
                    <a:pt x="39" y="57"/>
                  </a:cubicBezTo>
                  <a:cubicBezTo>
                    <a:pt x="40" y="56"/>
                    <a:pt x="40" y="56"/>
                    <a:pt x="40" y="56"/>
                  </a:cubicBezTo>
                  <a:cubicBezTo>
                    <a:pt x="40" y="55"/>
                    <a:pt x="40" y="55"/>
                    <a:pt x="40" y="55"/>
                  </a:cubicBezTo>
                  <a:cubicBezTo>
                    <a:pt x="39" y="55"/>
                    <a:pt x="39" y="55"/>
                    <a:pt x="38" y="54"/>
                  </a:cubicBezTo>
                  <a:cubicBezTo>
                    <a:pt x="37" y="54"/>
                    <a:pt x="36" y="53"/>
                    <a:pt x="36" y="53"/>
                  </a:cubicBezTo>
                  <a:cubicBezTo>
                    <a:pt x="34" y="53"/>
                    <a:pt x="34" y="53"/>
                    <a:pt x="34" y="53"/>
                  </a:cubicBezTo>
                  <a:cubicBezTo>
                    <a:pt x="34" y="52"/>
                    <a:pt x="34" y="52"/>
                    <a:pt x="34" y="52"/>
                  </a:cubicBezTo>
                  <a:cubicBezTo>
                    <a:pt x="34" y="52"/>
                    <a:pt x="34" y="52"/>
                    <a:pt x="34" y="52"/>
                  </a:cubicBezTo>
                  <a:cubicBezTo>
                    <a:pt x="34" y="52"/>
                    <a:pt x="34" y="52"/>
                    <a:pt x="34" y="52"/>
                  </a:cubicBezTo>
                  <a:lnTo>
                    <a:pt x="36" y="51"/>
                  </a:lnTo>
                  <a:close/>
                  <a:moveTo>
                    <a:pt x="36" y="47"/>
                  </a:moveTo>
                  <a:cubicBezTo>
                    <a:pt x="34" y="49"/>
                    <a:pt x="34" y="49"/>
                    <a:pt x="34" y="49"/>
                  </a:cubicBezTo>
                  <a:cubicBezTo>
                    <a:pt x="34" y="49"/>
                    <a:pt x="34" y="49"/>
                    <a:pt x="34" y="49"/>
                  </a:cubicBezTo>
                  <a:cubicBezTo>
                    <a:pt x="34" y="49"/>
                    <a:pt x="34" y="49"/>
                    <a:pt x="34" y="49"/>
                  </a:cubicBezTo>
                  <a:cubicBezTo>
                    <a:pt x="35" y="51"/>
                    <a:pt x="35" y="51"/>
                    <a:pt x="35" y="51"/>
                  </a:cubicBezTo>
                  <a:cubicBezTo>
                    <a:pt x="34" y="52"/>
                    <a:pt x="34" y="52"/>
                    <a:pt x="34" y="52"/>
                  </a:cubicBezTo>
                  <a:cubicBezTo>
                    <a:pt x="33" y="52"/>
                    <a:pt x="33" y="52"/>
                    <a:pt x="33" y="52"/>
                  </a:cubicBezTo>
                  <a:cubicBezTo>
                    <a:pt x="33" y="52"/>
                    <a:pt x="33" y="52"/>
                    <a:pt x="33" y="52"/>
                  </a:cubicBezTo>
                  <a:cubicBezTo>
                    <a:pt x="33" y="52"/>
                    <a:pt x="33" y="52"/>
                    <a:pt x="33" y="52"/>
                  </a:cubicBezTo>
                  <a:cubicBezTo>
                    <a:pt x="33" y="52"/>
                    <a:pt x="33" y="52"/>
                    <a:pt x="33" y="52"/>
                  </a:cubicBezTo>
                  <a:cubicBezTo>
                    <a:pt x="33" y="53"/>
                    <a:pt x="33" y="54"/>
                    <a:pt x="33" y="55"/>
                  </a:cubicBezTo>
                  <a:cubicBezTo>
                    <a:pt x="32" y="54"/>
                    <a:pt x="31" y="51"/>
                    <a:pt x="28" y="50"/>
                  </a:cubicBezTo>
                  <a:cubicBezTo>
                    <a:pt x="28" y="50"/>
                    <a:pt x="28" y="50"/>
                    <a:pt x="28" y="50"/>
                  </a:cubicBezTo>
                  <a:cubicBezTo>
                    <a:pt x="28" y="50"/>
                    <a:pt x="28" y="50"/>
                    <a:pt x="28" y="50"/>
                  </a:cubicBezTo>
                  <a:cubicBezTo>
                    <a:pt x="28" y="48"/>
                    <a:pt x="28" y="48"/>
                    <a:pt x="28" y="48"/>
                  </a:cubicBezTo>
                  <a:cubicBezTo>
                    <a:pt x="28" y="47"/>
                    <a:pt x="28" y="47"/>
                    <a:pt x="28" y="47"/>
                  </a:cubicBezTo>
                  <a:cubicBezTo>
                    <a:pt x="27" y="45"/>
                    <a:pt x="27" y="45"/>
                    <a:pt x="27" y="45"/>
                  </a:cubicBezTo>
                  <a:cubicBezTo>
                    <a:pt x="27" y="45"/>
                    <a:pt x="27" y="45"/>
                    <a:pt x="27" y="45"/>
                  </a:cubicBezTo>
                  <a:cubicBezTo>
                    <a:pt x="27" y="47"/>
                    <a:pt x="27" y="47"/>
                    <a:pt x="27" y="47"/>
                  </a:cubicBezTo>
                  <a:cubicBezTo>
                    <a:pt x="27" y="48"/>
                    <a:pt x="27" y="48"/>
                    <a:pt x="27" y="48"/>
                  </a:cubicBezTo>
                  <a:cubicBezTo>
                    <a:pt x="26" y="46"/>
                    <a:pt x="26" y="46"/>
                    <a:pt x="26" y="46"/>
                  </a:cubicBezTo>
                  <a:cubicBezTo>
                    <a:pt x="25" y="45"/>
                    <a:pt x="25" y="45"/>
                    <a:pt x="25" y="45"/>
                  </a:cubicBezTo>
                  <a:cubicBezTo>
                    <a:pt x="25" y="45"/>
                    <a:pt x="25" y="45"/>
                    <a:pt x="25" y="45"/>
                  </a:cubicBezTo>
                  <a:cubicBezTo>
                    <a:pt x="24" y="45"/>
                    <a:pt x="24" y="45"/>
                    <a:pt x="24" y="45"/>
                  </a:cubicBezTo>
                  <a:cubicBezTo>
                    <a:pt x="24" y="45"/>
                    <a:pt x="22" y="47"/>
                    <a:pt x="20" y="48"/>
                  </a:cubicBezTo>
                  <a:cubicBezTo>
                    <a:pt x="23" y="44"/>
                    <a:pt x="23" y="44"/>
                    <a:pt x="23" y="44"/>
                  </a:cubicBezTo>
                  <a:cubicBezTo>
                    <a:pt x="25" y="43"/>
                    <a:pt x="27" y="41"/>
                    <a:pt x="27" y="41"/>
                  </a:cubicBezTo>
                  <a:cubicBezTo>
                    <a:pt x="27" y="41"/>
                    <a:pt x="27" y="41"/>
                    <a:pt x="27" y="41"/>
                  </a:cubicBezTo>
                  <a:cubicBezTo>
                    <a:pt x="27" y="41"/>
                    <a:pt x="27" y="41"/>
                    <a:pt x="27" y="41"/>
                  </a:cubicBezTo>
                  <a:cubicBezTo>
                    <a:pt x="27" y="41"/>
                    <a:pt x="27" y="41"/>
                    <a:pt x="27" y="41"/>
                  </a:cubicBezTo>
                  <a:cubicBezTo>
                    <a:pt x="26" y="41"/>
                    <a:pt x="26" y="41"/>
                    <a:pt x="26" y="41"/>
                  </a:cubicBezTo>
                  <a:cubicBezTo>
                    <a:pt x="26" y="41"/>
                    <a:pt x="26" y="41"/>
                    <a:pt x="26" y="41"/>
                  </a:cubicBezTo>
                  <a:cubicBezTo>
                    <a:pt x="25" y="40"/>
                    <a:pt x="25" y="40"/>
                    <a:pt x="25" y="40"/>
                  </a:cubicBezTo>
                  <a:cubicBezTo>
                    <a:pt x="25" y="40"/>
                    <a:pt x="25" y="40"/>
                    <a:pt x="25" y="40"/>
                  </a:cubicBezTo>
                  <a:cubicBezTo>
                    <a:pt x="25" y="40"/>
                    <a:pt x="25" y="40"/>
                    <a:pt x="25" y="40"/>
                  </a:cubicBezTo>
                  <a:cubicBezTo>
                    <a:pt x="24" y="40"/>
                    <a:pt x="24" y="40"/>
                    <a:pt x="24" y="40"/>
                  </a:cubicBezTo>
                  <a:cubicBezTo>
                    <a:pt x="24" y="40"/>
                    <a:pt x="24" y="40"/>
                    <a:pt x="24" y="40"/>
                  </a:cubicBezTo>
                  <a:cubicBezTo>
                    <a:pt x="23" y="41"/>
                    <a:pt x="23" y="41"/>
                    <a:pt x="23" y="41"/>
                  </a:cubicBezTo>
                  <a:cubicBezTo>
                    <a:pt x="22" y="41"/>
                    <a:pt x="21" y="41"/>
                    <a:pt x="20" y="41"/>
                  </a:cubicBezTo>
                  <a:cubicBezTo>
                    <a:pt x="20" y="41"/>
                    <a:pt x="20" y="41"/>
                    <a:pt x="20" y="41"/>
                  </a:cubicBezTo>
                  <a:cubicBezTo>
                    <a:pt x="20" y="41"/>
                    <a:pt x="20" y="41"/>
                    <a:pt x="20" y="41"/>
                  </a:cubicBezTo>
                  <a:cubicBezTo>
                    <a:pt x="20" y="41"/>
                    <a:pt x="20" y="41"/>
                    <a:pt x="20" y="41"/>
                  </a:cubicBezTo>
                  <a:cubicBezTo>
                    <a:pt x="19" y="40"/>
                    <a:pt x="19" y="40"/>
                    <a:pt x="19" y="40"/>
                  </a:cubicBezTo>
                  <a:cubicBezTo>
                    <a:pt x="18" y="38"/>
                    <a:pt x="18" y="38"/>
                    <a:pt x="18" y="38"/>
                  </a:cubicBezTo>
                  <a:cubicBezTo>
                    <a:pt x="18" y="38"/>
                    <a:pt x="18" y="38"/>
                    <a:pt x="18" y="38"/>
                  </a:cubicBezTo>
                  <a:cubicBezTo>
                    <a:pt x="18" y="38"/>
                    <a:pt x="18" y="38"/>
                    <a:pt x="18" y="38"/>
                  </a:cubicBezTo>
                  <a:cubicBezTo>
                    <a:pt x="17" y="38"/>
                    <a:pt x="17" y="38"/>
                    <a:pt x="17" y="38"/>
                  </a:cubicBezTo>
                  <a:cubicBezTo>
                    <a:pt x="16" y="38"/>
                    <a:pt x="16" y="38"/>
                    <a:pt x="16" y="38"/>
                  </a:cubicBezTo>
                  <a:cubicBezTo>
                    <a:pt x="15" y="38"/>
                    <a:pt x="15" y="38"/>
                    <a:pt x="15" y="38"/>
                  </a:cubicBezTo>
                  <a:cubicBezTo>
                    <a:pt x="15" y="38"/>
                    <a:pt x="15" y="38"/>
                    <a:pt x="15" y="38"/>
                  </a:cubicBezTo>
                  <a:cubicBezTo>
                    <a:pt x="15" y="35"/>
                    <a:pt x="15" y="35"/>
                    <a:pt x="15" y="35"/>
                  </a:cubicBezTo>
                  <a:cubicBezTo>
                    <a:pt x="15" y="35"/>
                    <a:pt x="15" y="35"/>
                    <a:pt x="15" y="35"/>
                  </a:cubicBezTo>
                  <a:cubicBezTo>
                    <a:pt x="15" y="34"/>
                    <a:pt x="15" y="34"/>
                    <a:pt x="15" y="34"/>
                  </a:cubicBezTo>
                  <a:cubicBezTo>
                    <a:pt x="15" y="34"/>
                    <a:pt x="15" y="34"/>
                    <a:pt x="15" y="34"/>
                  </a:cubicBezTo>
                  <a:cubicBezTo>
                    <a:pt x="14" y="34"/>
                    <a:pt x="14" y="34"/>
                    <a:pt x="14" y="34"/>
                  </a:cubicBezTo>
                  <a:cubicBezTo>
                    <a:pt x="13" y="34"/>
                    <a:pt x="13" y="34"/>
                    <a:pt x="13" y="34"/>
                  </a:cubicBezTo>
                  <a:cubicBezTo>
                    <a:pt x="12" y="34"/>
                    <a:pt x="12" y="34"/>
                    <a:pt x="12" y="34"/>
                  </a:cubicBezTo>
                  <a:cubicBezTo>
                    <a:pt x="12" y="34"/>
                    <a:pt x="12" y="34"/>
                    <a:pt x="12" y="34"/>
                  </a:cubicBezTo>
                  <a:cubicBezTo>
                    <a:pt x="12" y="32"/>
                    <a:pt x="12" y="32"/>
                    <a:pt x="12" y="32"/>
                  </a:cubicBezTo>
                  <a:cubicBezTo>
                    <a:pt x="12" y="32"/>
                    <a:pt x="12" y="32"/>
                    <a:pt x="12" y="32"/>
                  </a:cubicBezTo>
                  <a:cubicBezTo>
                    <a:pt x="13" y="32"/>
                    <a:pt x="13" y="32"/>
                    <a:pt x="13" y="32"/>
                  </a:cubicBezTo>
                  <a:cubicBezTo>
                    <a:pt x="13" y="32"/>
                    <a:pt x="13" y="32"/>
                    <a:pt x="13" y="32"/>
                  </a:cubicBezTo>
                  <a:cubicBezTo>
                    <a:pt x="13" y="31"/>
                    <a:pt x="13" y="31"/>
                    <a:pt x="13" y="31"/>
                  </a:cubicBezTo>
                  <a:cubicBezTo>
                    <a:pt x="12" y="31"/>
                    <a:pt x="12" y="31"/>
                    <a:pt x="12" y="31"/>
                  </a:cubicBezTo>
                  <a:cubicBezTo>
                    <a:pt x="12" y="31"/>
                    <a:pt x="12" y="31"/>
                    <a:pt x="12" y="31"/>
                  </a:cubicBezTo>
                  <a:cubicBezTo>
                    <a:pt x="10" y="30"/>
                    <a:pt x="10" y="30"/>
                    <a:pt x="10" y="30"/>
                  </a:cubicBezTo>
                  <a:cubicBezTo>
                    <a:pt x="11" y="28"/>
                    <a:pt x="11" y="28"/>
                    <a:pt x="11" y="28"/>
                  </a:cubicBezTo>
                  <a:cubicBezTo>
                    <a:pt x="11" y="28"/>
                    <a:pt x="11" y="28"/>
                    <a:pt x="11" y="28"/>
                  </a:cubicBezTo>
                  <a:cubicBezTo>
                    <a:pt x="12" y="28"/>
                    <a:pt x="12" y="28"/>
                    <a:pt x="12" y="28"/>
                  </a:cubicBezTo>
                  <a:cubicBezTo>
                    <a:pt x="12" y="28"/>
                    <a:pt x="12" y="28"/>
                    <a:pt x="12" y="28"/>
                  </a:cubicBezTo>
                  <a:cubicBezTo>
                    <a:pt x="11" y="26"/>
                    <a:pt x="11" y="26"/>
                    <a:pt x="11" y="26"/>
                  </a:cubicBezTo>
                  <a:cubicBezTo>
                    <a:pt x="11" y="26"/>
                    <a:pt x="11" y="26"/>
                    <a:pt x="11" y="26"/>
                  </a:cubicBezTo>
                  <a:cubicBezTo>
                    <a:pt x="11" y="27"/>
                    <a:pt x="11" y="27"/>
                    <a:pt x="11" y="27"/>
                  </a:cubicBezTo>
                  <a:cubicBezTo>
                    <a:pt x="9" y="25"/>
                    <a:pt x="9" y="25"/>
                    <a:pt x="9" y="25"/>
                  </a:cubicBezTo>
                  <a:cubicBezTo>
                    <a:pt x="11" y="24"/>
                    <a:pt x="11" y="24"/>
                    <a:pt x="11" y="24"/>
                  </a:cubicBezTo>
                  <a:cubicBezTo>
                    <a:pt x="11" y="24"/>
                    <a:pt x="11" y="24"/>
                    <a:pt x="11" y="24"/>
                  </a:cubicBezTo>
                  <a:cubicBezTo>
                    <a:pt x="12" y="25"/>
                    <a:pt x="12" y="25"/>
                    <a:pt x="12" y="25"/>
                  </a:cubicBezTo>
                  <a:cubicBezTo>
                    <a:pt x="12" y="23"/>
                    <a:pt x="12" y="23"/>
                    <a:pt x="12" y="23"/>
                  </a:cubicBezTo>
                  <a:cubicBezTo>
                    <a:pt x="11" y="23"/>
                    <a:pt x="11" y="23"/>
                    <a:pt x="11" y="23"/>
                  </a:cubicBezTo>
                  <a:cubicBezTo>
                    <a:pt x="11" y="23"/>
                    <a:pt x="11" y="23"/>
                    <a:pt x="11" y="23"/>
                  </a:cubicBezTo>
                  <a:cubicBezTo>
                    <a:pt x="11" y="21"/>
                    <a:pt x="11" y="21"/>
                    <a:pt x="11" y="21"/>
                  </a:cubicBezTo>
                  <a:cubicBezTo>
                    <a:pt x="11" y="21"/>
                    <a:pt x="11" y="21"/>
                    <a:pt x="11" y="21"/>
                  </a:cubicBezTo>
                  <a:cubicBezTo>
                    <a:pt x="10" y="21"/>
                    <a:pt x="10" y="21"/>
                    <a:pt x="10" y="21"/>
                  </a:cubicBezTo>
                  <a:cubicBezTo>
                    <a:pt x="11" y="21"/>
                    <a:pt x="11" y="21"/>
                    <a:pt x="11" y="21"/>
                  </a:cubicBezTo>
                  <a:cubicBezTo>
                    <a:pt x="11" y="21"/>
                    <a:pt x="11" y="21"/>
                    <a:pt x="11" y="21"/>
                  </a:cubicBezTo>
                  <a:cubicBezTo>
                    <a:pt x="11" y="21"/>
                    <a:pt x="11" y="21"/>
                    <a:pt x="11" y="21"/>
                  </a:cubicBezTo>
                  <a:cubicBezTo>
                    <a:pt x="12" y="20"/>
                    <a:pt x="12" y="20"/>
                    <a:pt x="12" y="20"/>
                  </a:cubicBezTo>
                  <a:cubicBezTo>
                    <a:pt x="12" y="20"/>
                    <a:pt x="12" y="20"/>
                    <a:pt x="12" y="20"/>
                  </a:cubicBezTo>
                  <a:cubicBezTo>
                    <a:pt x="12" y="20"/>
                    <a:pt x="12" y="19"/>
                    <a:pt x="12" y="18"/>
                  </a:cubicBezTo>
                  <a:cubicBezTo>
                    <a:pt x="12" y="16"/>
                    <a:pt x="12" y="16"/>
                    <a:pt x="12" y="16"/>
                  </a:cubicBezTo>
                  <a:cubicBezTo>
                    <a:pt x="12" y="16"/>
                    <a:pt x="12" y="16"/>
                    <a:pt x="12" y="16"/>
                  </a:cubicBezTo>
                  <a:cubicBezTo>
                    <a:pt x="12" y="17"/>
                    <a:pt x="13" y="18"/>
                    <a:pt x="13" y="19"/>
                  </a:cubicBezTo>
                  <a:cubicBezTo>
                    <a:pt x="14" y="20"/>
                    <a:pt x="14" y="21"/>
                    <a:pt x="16" y="22"/>
                  </a:cubicBezTo>
                  <a:cubicBezTo>
                    <a:pt x="17" y="23"/>
                    <a:pt x="18" y="24"/>
                    <a:pt x="19" y="25"/>
                  </a:cubicBezTo>
                  <a:cubicBezTo>
                    <a:pt x="19" y="25"/>
                    <a:pt x="19" y="25"/>
                    <a:pt x="19" y="25"/>
                  </a:cubicBezTo>
                  <a:cubicBezTo>
                    <a:pt x="19" y="26"/>
                    <a:pt x="19" y="26"/>
                    <a:pt x="19" y="26"/>
                  </a:cubicBezTo>
                  <a:cubicBezTo>
                    <a:pt x="19" y="26"/>
                    <a:pt x="18" y="28"/>
                    <a:pt x="17" y="28"/>
                  </a:cubicBezTo>
                  <a:cubicBezTo>
                    <a:pt x="17" y="28"/>
                    <a:pt x="17" y="28"/>
                    <a:pt x="17" y="28"/>
                  </a:cubicBezTo>
                  <a:cubicBezTo>
                    <a:pt x="17" y="28"/>
                    <a:pt x="17" y="28"/>
                    <a:pt x="17" y="28"/>
                  </a:cubicBezTo>
                  <a:cubicBezTo>
                    <a:pt x="16" y="28"/>
                    <a:pt x="16" y="28"/>
                    <a:pt x="16" y="28"/>
                  </a:cubicBezTo>
                  <a:cubicBezTo>
                    <a:pt x="16" y="29"/>
                    <a:pt x="16" y="29"/>
                    <a:pt x="16" y="29"/>
                  </a:cubicBezTo>
                  <a:cubicBezTo>
                    <a:pt x="16" y="31"/>
                    <a:pt x="17" y="33"/>
                    <a:pt x="19" y="33"/>
                  </a:cubicBezTo>
                  <a:cubicBezTo>
                    <a:pt x="20" y="33"/>
                    <a:pt x="20" y="33"/>
                    <a:pt x="20" y="33"/>
                  </a:cubicBezTo>
                  <a:cubicBezTo>
                    <a:pt x="20" y="33"/>
                    <a:pt x="22" y="35"/>
                    <a:pt x="23" y="35"/>
                  </a:cubicBezTo>
                  <a:cubicBezTo>
                    <a:pt x="24" y="35"/>
                    <a:pt x="24" y="35"/>
                    <a:pt x="24" y="35"/>
                  </a:cubicBezTo>
                  <a:cubicBezTo>
                    <a:pt x="25" y="35"/>
                    <a:pt x="25" y="35"/>
                    <a:pt x="25" y="35"/>
                  </a:cubicBezTo>
                  <a:cubicBezTo>
                    <a:pt x="25" y="34"/>
                    <a:pt x="25" y="34"/>
                    <a:pt x="25" y="34"/>
                  </a:cubicBezTo>
                  <a:cubicBezTo>
                    <a:pt x="27" y="36"/>
                    <a:pt x="27" y="36"/>
                    <a:pt x="27" y="36"/>
                  </a:cubicBezTo>
                  <a:cubicBezTo>
                    <a:pt x="27" y="36"/>
                    <a:pt x="27" y="36"/>
                    <a:pt x="27" y="36"/>
                  </a:cubicBezTo>
                  <a:cubicBezTo>
                    <a:pt x="28" y="34"/>
                    <a:pt x="28" y="34"/>
                    <a:pt x="28" y="34"/>
                  </a:cubicBezTo>
                  <a:cubicBezTo>
                    <a:pt x="28" y="34"/>
                    <a:pt x="28" y="34"/>
                    <a:pt x="28" y="34"/>
                  </a:cubicBezTo>
                  <a:cubicBezTo>
                    <a:pt x="29" y="33"/>
                    <a:pt x="29" y="33"/>
                    <a:pt x="29" y="33"/>
                  </a:cubicBezTo>
                  <a:cubicBezTo>
                    <a:pt x="29" y="35"/>
                    <a:pt x="29" y="35"/>
                    <a:pt x="29" y="35"/>
                  </a:cubicBezTo>
                  <a:cubicBezTo>
                    <a:pt x="31" y="36"/>
                    <a:pt x="31" y="36"/>
                    <a:pt x="31" y="36"/>
                  </a:cubicBezTo>
                  <a:cubicBezTo>
                    <a:pt x="31" y="38"/>
                    <a:pt x="31" y="38"/>
                    <a:pt x="31" y="38"/>
                  </a:cubicBezTo>
                  <a:cubicBezTo>
                    <a:pt x="31" y="39"/>
                    <a:pt x="31" y="39"/>
                    <a:pt x="31" y="39"/>
                  </a:cubicBezTo>
                  <a:cubicBezTo>
                    <a:pt x="31" y="41"/>
                    <a:pt x="31" y="43"/>
                    <a:pt x="30" y="44"/>
                  </a:cubicBezTo>
                  <a:cubicBezTo>
                    <a:pt x="30" y="45"/>
                    <a:pt x="30" y="45"/>
                    <a:pt x="30" y="45"/>
                  </a:cubicBezTo>
                  <a:cubicBezTo>
                    <a:pt x="30" y="46"/>
                    <a:pt x="32" y="48"/>
                    <a:pt x="32" y="48"/>
                  </a:cubicBezTo>
                  <a:cubicBezTo>
                    <a:pt x="32" y="49"/>
                    <a:pt x="32" y="49"/>
                    <a:pt x="32" y="49"/>
                  </a:cubicBezTo>
                  <a:cubicBezTo>
                    <a:pt x="32" y="48"/>
                    <a:pt x="32" y="48"/>
                    <a:pt x="32" y="48"/>
                  </a:cubicBezTo>
                  <a:cubicBezTo>
                    <a:pt x="32" y="48"/>
                    <a:pt x="32" y="48"/>
                    <a:pt x="32" y="48"/>
                  </a:cubicBezTo>
                  <a:cubicBezTo>
                    <a:pt x="33" y="48"/>
                    <a:pt x="34" y="48"/>
                    <a:pt x="36" y="47"/>
                  </a:cubicBezTo>
                  <a:moveTo>
                    <a:pt x="11" y="27"/>
                  </a:moveTo>
                  <a:cubicBezTo>
                    <a:pt x="11" y="27"/>
                    <a:pt x="11" y="27"/>
                    <a:pt x="11" y="27"/>
                  </a:cubicBezTo>
                  <a:cubicBezTo>
                    <a:pt x="11" y="27"/>
                    <a:pt x="11" y="27"/>
                    <a:pt x="11" y="27"/>
                  </a:cubicBezTo>
                  <a:close/>
                  <a:moveTo>
                    <a:pt x="36" y="42"/>
                  </a:moveTo>
                  <a:cubicBezTo>
                    <a:pt x="34" y="45"/>
                    <a:pt x="33" y="47"/>
                    <a:pt x="32" y="48"/>
                  </a:cubicBezTo>
                  <a:cubicBezTo>
                    <a:pt x="32" y="47"/>
                    <a:pt x="31" y="46"/>
                    <a:pt x="31" y="45"/>
                  </a:cubicBezTo>
                  <a:cubicBezTo>
                    <a:pt x="31" y="44"/>
                    <a:pt x="31" y="44"/>
                    <a:pt x="31" y="44"/>
                  </a:cubicBezTo>
                  <a:cubicBezTo>
                    <a:pt x="31" y="43"/>
                    <a:pt x="32" y="41"/>
                    <a:pt x="32" y="39"/>
                  </a:cubicBezTo>
                  <a:cubicBezTo>
                    <a:pt x="32" y="38"/>
                    <a:pt x="32" y="38"/>
                    <a:pt x="32" y="38"/>
                  </a:cubicBezTo>
                  <a:cubicBezTo>
                    <a:pt x="31" y="37"/>
                    <a:pt x="31" y="37"/>
                    <a:pt x="31" y="37"/>
                  </a:cubicBezTo>
                  <a:cubicBezTo>
                    <a:pt x="31" y="36"/>
                    <a:pt x="31" y="36"/>
                    <a:pt x="31" y="36"/>
                  </a:cubicBezTo>
                  <a:cubicBezTo>
                    <a:pt x="32" y="35"/>
                    <a:pt x="32" y="35"/>
                    <a:pt x="32" y="35"/>
                  </a:cubicBezTo>
                  <a:cubicBezTo>
                    <a:pt x="33" y="34"/>
                    <a:pt x="33" y="34"/>
                    <a:pt x="33" y="34"/>
                  </a:cubicBezTo>
                  <a:cubicBezTo>
                    <a:pt x="34" y="36"/>
                    <a:pt x="34" y="36"/>
                    <a:pt x="34" y="36"/>
                  </a:cubicBezTo>
                  <a:cubicBezTo>
                    <a:pt x="36" y="37"/>
                    <a:pt x="36" y="37"/>
                    <a:pt x="36" y="37"/>
                  </a:cubicBezTo>
                  <a:cubicBezTo>
                    <a:pt x="37" y="39"/>
                    <a:pt x="37" y="39"/>
                    <a:pt x="37" y="39"/>
                  </a:cubicBezTo>
                  <a:cubicBezTo>
                    <a:pt x="37" y="40"/>
                    <a:pt x="36" y="41"/>
                    <a:pt x="36" y="42"/>
                  </a:cubicBezTo>
                  <a:moveTo>
                    <a:pt x="44" y="32"/>
                  </a:moveTo>
                  <a:cubicBezTo>
                    <a:pt x="43" y="32"/>
                    <a:pt x="43" y="32"/>
                    <a:pt x="43" y="32"/>
                  </a:cubicBezTo>
                  <a:cubicBezTo>
                    <a:pt x="42" y="32"/>
                    <a:pt x="42" y="32"/>
                    <a:pt x="42" y="32"/>
                  </a:cubicBezTo>
                  <a:cubicBezTo>
                    <a:pt x="41" y="33"/>
                    <a:pt x="40" y="35"/>
                    <a:pt x="40" y="36"/>
                  </a:cubicBezTo>
                  <a:cubicBezTo>
                    <a:pt x="40" y="37"/>
                    <a:pt x="40" y="37"/>
                    <a:pt x="40" y="37"/>
                  </a:cubicBezTo>
                  <a:cubicBezTo>
                    <a:pt x="40" y="38"/>
                    <a:pt x="40" y="38"/>
                    <a:pt x="40" y="38"/>
                  </a:cubicBezTo>
                  <a:cubicBezTo>
                    <a:pt x="37" y="39"/>
                    <a:pt x="37" y="39"/>
                    <a:pt x="37" y="39"/>
                  </a:cubicBezTo>
                  <a:cubicBezTo>
                    <a:pt x="37" y="39"/>
                    <a:pt x="37" y="39"/>
                    <a:pt x="37" y="39"/>
                  </a:cubicBezTo>
                  <a:cubicBezTo>
                    <a:pt x="37" y="37"/>
                    <a:pt x="37" y="37"/>
                    <a:pt x="37" y="37"/>
                  </a:cubicBezTo>
                  <a:cubicBezTo>
                    <a:pt x="37" y="37"/>
                    <a:pt x="37" y="37"/>
                    <a:pt x="37" y="37"/>
                  </a:cubicBezTo>
                  <a:cubicBezTo>
                    <a:pt x="38" y="37"/>
                    <a:pt x="38" y="37"/>
                    <a:pt x="38" y="37"/>
                  </a:cubicBezTo>
                  <a:cubicBezTo>
                    <a:pt x="38" y="37"/>
                    <a:pt x="38" y="37"/>
                    <a:pt x="38" y="37"/>
                  </a:cubicBezTo>
                  <a:cubicBezTo>
                    <a:pt x="39" y="37"/>
                    <a:pt x="39" y="37"/>
                    <a:pt x="39" y="37"/>
                  </a:cubicBezTo>
                  <a:cubicBezTo>
                    <a:pt x="38" y="36"/>
                    <a:pt x="38" y="36"/>
                    <a:pt x="38" y="36"/>
                  </a:cubicBezTo>
                  <a:cubicBezTo>
                    <a:pt x="36" y="34"/>
                    <a:pt x="36" y="34"/>
                    <a:pt x="36" y="34"/>
                  </a:cubicBezTo>
                  <a:cubicBezTo>
                    <a:pt x="36" y="34"/>
                    <a:pt x="36" y="34"/>
                    <a:pt x="36" y="34"/>
                  </a:cubicBezTo>
                  <a:cubicBezTo>
                    <a:pt x="37" y="31"/>
                    <a:pt x="37" y="31"/>
                    <a:pt x="37" y="31"/>
                  </a:cubicBezTo>
                  <a:cubicBezTo>
                    <a:pt x="38" y="31"/>
                    <a:pt x="38" y="30"/>
                    <a:pt x="38" y="29"/>
                  </a:cubicBezTo>
                  <a:cubicBezTo>
                    <a:pt x="39" y="28"/>
                    <a:pt x="39" y="27"/>
                    <a:pt x="39" y="26"/>
                  </a:cubicBezTo>
                  <a:cubicBezTo>
                    <a:pt x="39" y="27"/>
                    <a:pt x="40" y="28"/>
                    <a:pt x="40" y="29"/>
                  </a:cubicBezTo>
                  <a:cubicBezTo>
                    <a:pt x="40" y="29"/>
                    <a:pt x="40" y="29"/>
                    <a:pt x="40" y="29"/>
                  </a:cubicBezTo>
                  <a:cubicBezTo>
                    <a:pt x="40" y="30"/>
                    <a:pt x="40" y="30"/>
                    <a:pt x="40" y="30"/>
                  </a:cubicBezTo>
                  <a:cubicBezTo>
                    <a:pt x="41" y="29"/>
                    <a:pt x="41" y="29"/>
                    <a:pt x="41" y="29"/>
                  </a:cubicBezTo>
                  <a:cubicBezTo>
                    <a:pt x="42" y="28"/>
                    <a:pt x="42" y="28"/>
                    <a:pt x="42" y="28"/>
                  </a:cubicBezTo>
                  <a:cubicBezTo>
                    <a:pt x="42" y="30"/>
                    <a:pt x="42" y="30"/>
                    <a:pt x="42" y="30"/>
                  </a:cubicBezTo>
                  <a:cubicBezTo>
                    <a:pt x="42" y="30"/>
                    <a:pt x="42" y="30"/>
                    <a:pt x="42" y="30"/>
                  </a:cubicBezTo>
                  <a:cubicBezTo>
                    <a:pt x="42" y="31"/>
                    <a:pt x="42" y="31"/>
                    <a:pt x="42" y="31"/>
                  </a:cubicBezTo>
                  <a:cubicBezTo>
                    <a:pt x="42" y="31"/>
                    <a:pt x="42" y="31"/>
                    <a:pt x="42" y="31"/>
                  </a:cubicBezTo>
                  <a:cubicBezTo>
                    <a:pt x="43" y="30"/>
                    <a:pt x="43" y="30"/>
                    <a:pt x="43" y="30"/>
                  </a:cubicBezTo>
                  <a:cubicBezTo>
                    <a:pt x="43" y="30"/>
                    <a:pt x="44" y="31"/>
                    <a:pt x="44" y="32"/>
                  </a:cubicBezTo>
                  <a:moveTo>
                    <a:pt x="48" y="29"/>
                  </a:moveTo>
                  <a:cubicBezTo>
                    <a:pt x="48" y="29"/>
                    <a:pt x="48" y="29"/>
                    <a:pt x="48" y="29"/>
                  </a:cubicBezTo>
                  <a:cubicBezTo>
                    <a:pt x="48" y="29"/>
                    <a:pt x="48" y="29"/>
                    <a:pt x="48" y="29"/>
                  </a:cubicBezTo>
                  <a:cubicBezTo>
                    <a:pt x="47" y="28"/>
                    <a:pt x="47" y="28"/>
                    <a:pt x="47" y="28"/>
                  </a:cubicBezTo>
                  <a:cubicBezTo>
                    <a:pt x="47" y="28"/>
                    <a:pt x="47" y="28"/>
                    <a:pt x="47" y="28"/>
                  </a:cubicBezTo>
                  <a:cubicBezTo>
                    <a:pt x="47" y="28"/>
                    <a:pt x="47" y="28"/>
                    <a:pt x="47" y="28"/>
                  </a:cubicBezTo>
                  <a:lnTo>
                    <a:pt x="48" y="29"/>
                  </a:lnTo>
                  <a:close/>
                  <a:moveTo>
                    <a:pt x="47" y="15"/>
                  </a:moveTo>
                  <a:cubicBezTo>
                    <a:pt x="46" y="18"/>
                    <a:pt x="46" y="18"/>
                    <a:pt x="46" y="18"/>
                  </a:cubicBezTo>
                  <a:cubicBezTo>
                    <a:pt x="46" y="18"/>
                    <a:pt x="46" y="19"/>
                    <a:pt x="46" y="20"/>
                  </a:cubicBezTo>
                  <a:cubicBezTo>
                    <a:pt x="46" y="21"/>
                    <a:pt x="46" y="21"/>
                    <a:pt x="46" y="21"/>
                  </a:cubicBezTo>
                  <a:cubicBezTo>
                    <a:pt x="47" y="25"/>
                    <a:pt x="47" y="25"/>
                    <a:pt x="47" y="25"/>
                  </a:cubicBezTo>
                  <a:cubicBezTo>
                    <a:pt x="47" y="27"/>
                    <a:pt x="47" y="27"/>
                    <a:pt x="47" y="27"/>
                  </a:cubicBezTo>
                  <a:cubicBezTo>
                    <a:pt x="47" y="27"/>
                    <a:pt x="47" y="27"/>
                    <a:pt x="47" y="27"/>
                  </a:cubicBezTo>
                  <a:cubicBezTo>
                    <a:pt x="47" y="28"/>
                    <a:pt x="47" y="28"/>
                    <a:pt x="47" y="28"/>
                  </a:cubicBezTo>
                  <a:cubicBezTo>
                    <a:pt x="47" y="28"/>
                    <a:pt x="47" y="28"/>
                    <a:pt x="47" y="28"/>
                  </a:cubicBezTo>
                  <a:cubicBezTo>
                    <a:pt x="46" y="27"/>
                    <a:pt x="46" y="27"/>
                    <a:pt x="46" y="27"/>
                  </a:cubicBezTo>
                  <a:cubicBezTo>
                    <a:pt x="46" y="26"/>
                    <a:pt x="46" y="26"/>
                    <a:pt x="46" y="26"/>
                  </a:cubicBezTo>
                  <a:cubicBezTo>
                    <a:pt x="46" y="24"/>
                    <a:pt x="46" y="24"/>
                    <a:pt x="46" y="24"/>
                  </a:cubicBezTo>
                  <a:cubicBezTo>
                    <a:pt x="45" y="23"/>
                    <a:pt x="45" y="23"/>
                    <a:pt x="45" y="23"/>
                  </a:cubicBezTo>
                  <a:cubicBezTo>
                    <a:pt x="45" y="23"/>
                    <a:pt x="45" y="23"/>
                    <a:pt x="45" y="23"/>
                  </a:cubicBezTo>
                  <a:cubicBezTo>
                    <a:pt x="45" y="23"/>
                    <a:pt x="45" y="23"/>
                    <a:pt x="45" y="23"/>
                  </a:cubicBezTo>
                  <a:cubicBezTo>
                    <a:pt x="45" y="22"/>
                    <a:pt x="45" y="22"/>
                    <a:pt x="45" y="22"/>
                  </a:cubicBezTo>
                  <a:cubicBezTo>
                    <a:pt x="45" y="23"/>
                    <a:pt x="45" y="23"/>
                    <a:pt x="45" y="23"/>
                  </a:cubicBezTo>
                  <a:cubicBezTo>
                    <a:pt x="45" y="23"/>
                    <a:pt x="45" y="23"/>
                    <a:pt x="45" y="23"/>
                  </a:cubicBezTo>
                  <a:cubicBezTo>
                    <a:pt x="45" y="23"/>
                    <a:pt x="45" y="23"/>
                    <a:pt x="45" y="23"/>
                  </a:cubicBezTo>
                  <a:cubicBezTo>
                    <a:pt x="45" y="23"/>
                    <a:pt x="45" y="23"/>
                    <a:pt x="45" y="23"/>
                  </a:cubicBezTo>
                  <a:cubicBezTo>
                    <a:pt x="45" y="23"/>
                    <a:pt x="44" y="25"/>
                    <a:pt x="44" y="26"/>
                  </a:cubicBezTo>
                  <a:cubicBezTo>
                    <a:pt x="43" y="28"/>
                    <a:pt x="43" y="28"/>
                    <a:pt x="43" y="28"/>
                  </a:cubicBezTo>
                  <a:cubicBezTo>
                    <a:pt x="43" y="30"/>
                    <a:pt x="43" y="30"/>
                    <a:pt x="43" y="30"/>
                  </a:cubicBezTo>
                  <a:cubicBezTo>
                    <a:pt x="42" y="28"/>
                    <a:pt x="42" y="28"/>
                    <a:pt x="42" y="28"/>
                  </a:cubicBezTo>
                  <a:cubicBezTo>
                    <a:pt x="42" y="27"/>
                    <a:pt x="42" y="27"/>
                    <a:pt x="42" y="27"/>
                  </a:cubicBezTo>
                  <a:cubicBezTo>
                    <a:pt x="42" y="27"/>
                    <a:pt x="42" y="27"/>
                    <a:pt x="42" y="27"/>
                  </a:cubicBezTo>
                  <a:cubicBezTo>
                    <a:pt x="42" y="26"/>
                    <a:pt x="42" y="26"/>
                    <a:pt x="42" y="26"/>
                  </a:cubicBezTo>
                  <a:cubicBezTo>
                    <a:pt x="43" y="24"/>
                    <a:pt x="43" y="22"/>
                    <a:pt x="43" y="21"/>
                  </a:cubicBezTo>
                  <a:cubicBezTo>
                    <a:pt x="43" y="20"/>
                    <a:pt x="43" y="20"/>
                    <a:pt x="43" y="20"/>
                  </a:cubicBezTo>
                  <a:cubicBezTo>
                    <a:pt x="43" y="18"/>
                    <a:pt x="43" y="18"/>
                    <a:pt x="43" y="18"/>
                  </a:cubicBezTo>
                  <a:cubicBezTo>
                    <a:pt x="44" y="19"/>
                    <a:pt x="44" y="19"/>
                    <a:pt x="44" y="19"/>
                  </a:cubicBezTo>
                  <a:cubicBezTo>
                    <a:pt x="44" y="18"/>
                    <a:pt x="44" y="18"/>
                    <a:pt x="44" y="18"/>
                  </a:cubicBezTo>
                  <a:cubicBezTo>
                    <a:pt x="44" y="16"/>
                    <a:pt x="44" y="16"/>
                    <a:pt x="44" y="16"/>
                  </a:cubicBezTo>
                  <a:cubicBezTo>
                    <a:pt x="44" y="15"/>
                    <a:pt x="43" y="14"/>
                    <a:pt x="43" y="14"/>
                  </a:cubicBezTo>
                  <a:cubicBezTo>
                    <a:pt x="43" y="14"/>
                    <a:pt x="43" y="14"/>
                    <a:pt x="43" y="14"/>
                  </a:cubicBezTo>
                  <a:cubicBezTo>
                    <a:pt x="43" y="13"/>
                    <a:pt x="43" y="13"/>
                    <a:pt x="43" y="13"/>
                  </a:cubicBezTo>
                  <a:cubicBezTo>
                    <a:pt x="43" y="12"/>
                    <a:pt x="43" y="12"/>
                    <a:pt x="43" y="12"/>
                  </a:cubicBezTo>
                  <a:cubicBezTo>
                    <a:pt x="44" y="12"/>
                    <a:pt x="44" y="12"/>
                    <a:pt x="44" y="12"/>
                  </a:cubicBezTo>
                  <a:cubicBezTo>
                    <a:pt x="44" y="12"/>
                    <a:pt x="44" y="12"/>
                    <a:pt x="44" y="12"/>
                  </a:cubicBezTo>
                  <a:cubicBezTo>
                    <a:pt x="45" y="14"/>
                    <a:pt x="45" y="14"/>
                    <a:pt x="45" y="14"/>
                  </a:cubicBezTo>
                  <a:cubicBezTo>
                    <a:pt x="45" y="14"/>
                    <a:pt x="45" y="14"/>
                    <a:pt x="45" y="14"/>
                  </a:cubicBezTo>
                  <a:cubicBezTo>
                    <a:pt x="45" y="14"/>
                    <a:pt x="45" y="14"/>
                    <a:pt x="45" y="14"/>
                  </a:cubicBezTo>
                  <a:cubicBezTo>
                    <a:pt x="45" y="15"/>
                    <a:pt x="45" y="15"/>
                    <a:pt x="45" y="15"/>
                  </a:cubicBezTo>
                  <a:cubicBezTo>
                    <a:pt x="44" y="16"/>
                    <a:pt x="44" y="16"/>
                    <a:pt x="44" y="16"/>
                  </a:cubicBezTo>
                  <a:cubicBezTo>
                    <a:pt x="44" y="16"/>
                    <a:pt x="44" y="16"/>
                    <a:pt x="44" y="16"/>
                  </a:cubicBezTo>
                  <a:cubicBezTo>
                    <a:pt x="44" y="17"/>
                    <a:pt x="44" y="17"/>
                    <a:pt x="44" y="17"/>
                  </a:cubicBezTo>
                  <a:cubicBezTo>
                    <a:pt x="44" y="19"/>
                    <a:pt x="44" y="19"/>
                    <a:pt x="44" y="19"/>
                  </a:cubicBezTo>
                  <a:cubicBezTo>
                    <a:pt x="45" y="19"/>
                    <a:pt x="45" y="19"/>
                    <a:pt x="45" y="19"/>
                  </a:cubicBezTo>
                  <a:cubicBezTo>
                    <a:pt x="45" y="17"/>
                    <a:pt x="45" y="17"/>
                    <a:pt x="45" y="17"/>
                  </a:cubicBezTo>
                  <a:cubicBezTo>
                    <a:pt x="45" y="16"/>
                    <a:pt x="45" y="16"/>
                    <a:pt x="45" y="16"/>
                  </a:cubicBezTo>
                  <a:cubicBezTo>
                    <a:pt x="45" y="16"/>
                    <a:pt x="45" y="16"/>
                    <a:pt x="45" y="16"/>
                  </a:cubicBezTo>
                  <a:cubicBezTo>
                    <a:pt x="45" y="15"/>
                    <a:pt x="45" y="15"/>
                    <a:pt x="45" y="15"/>
                  </a:cubicBezTo>
                  <a:cubicBezTo>
                    <a:pt x="45" y="15"/>
                    <a:pt x="45" y="15"/>
                    <a:pt x="45" y="15"/>
                  </a:cubicBezTo>
                  <a:cubicBezTo>
                    <a:pt x="47" y="13"/>
                    <a:pt x="47" y="13"/>
                    <a:pt x="47" y="13"/>
                  </a:cubicBezTo>
                  <a:cubicBezTo>
                    <a:pt x="47" y="13"/>
                    <a:pt x="47" y="13"/>
                    <a:pt x="47" y="13"/>
                  </a:cubicBezTo>
                  <a:cubicBezTo>
                    <a:pt x="47" y="13"/>
                    <a:pt x="47" y="13"/>
                    <a:pt x="47" y="13"/>
                  </a:cubicBezTo>
                  <a:cubicBezTo>
                    <a:pt x="48" y="14"/>
                    <a:pt x="48" y="14"/>
                    <a:pt x="48" y="14"/>
                  </a:cubicBezTo>
                  <a:lnTo>
                    <a:pt x="47" y="15"/>
                  </a:lnTo>
                  <a:close/>
                  <a:moveTo>
                    <a:pt x="48" y="13"/>
                  </a:moveTo>
                  <a:cubicBezTo>
                    <a:pt x="47" y="13"/>
                    <a:pt x="47" y="13"/>
                    <a:pt x="47" y="13"/>
                  </a:cubicBezTo>
                  <a:cubicBezTo>
                    <a:pt x="47" y="13"/>
                    <a:pt x="47" y="13"/>
                    <a:pt x="47" y="13"/>
                  </a:cubicBezTo>
                  <a:cubicBezTo>
                    <a:pt x="48" y="12"/>
                    <a:pt x="48" y="12"/>
                    <a:pt x="48" y="12"/>
                  </a:cubicBezTo>
                  <a:cubicBezTo>
                    <a:pt x="48" y="12"/>
                    <a:pt x="48" y="12"/>
                    <a:pt x="48" y="12"/>
                  </a:cubicBezTo>
                  <a:lnTo>
                    <a:pt x="48" y="13"/>
                  </a:lnTo>
                  <a:close/>
                  <a:moveTo>
                    <a:pt x="11" y="78"/>
                  </a:moveTo>
                  <a:cubicBezTo>
                    <a:pt x="11" y="79"/>
                    <a:pt x="11" y="79"/>
                    <a:pt x="11" y="79"/>
                  </a:cubicBezTo>
                  <a:cubicBezTo>
                    <a:pt x="10" y="80"/>
                    <a:pt x="10" y="80"/>
                    <a:pt x="10" y="80"/>
                  </a:cubicBezTo>
                  <a:cubicBezTo>
                    <a:pt x="10" y="81"/>
                    <a:pt x="10" y="81"/>
                    <a:pt x="10" y="81"/>
                  </a:cubicBezTo>
                  <a:cubicBezTo>
                    <a:pt x="11" y="81"/>
                    <a:pt x="11" y="81"/>
                    <a:pt x="11" y="81"/>
                  </a:cubicBezTo>
                  <a:cubicBezTo>
                    <a:pt x="11" y="80"/>
                    <a:pt x="11" y="80"/>
                    <a:pt x="11" y="80"/>
                  </a:cubicBezTo>
                  <a:cubicBezTo>
                    <a:pt x="11" y="80"/>
                    <a:pt x="11" y="80"/>
                    <a:pt x="11" y="80"/>
                  </a:cubicBezTo>
                  <a:cubicBezTo>
                    <a:pt x="12" y="78"/>
                    <a:pt x="12" y="78"/>
                    <a:pt x="12" y="78"/>
                  </a:cubicBezTo>
                  <a:lnTo>
                    <a:pt x="11" y="78"/>
                  </a:lnTo>
                  <a:close/>
                  <a:moveTo>
                    <a:pt x="26" y="52"/>
                  </a:moveTo>
                  <a:cubicBezTo>
                    <a:pt x="26" y="52"/>
                    <a:pt x="24" y="53"/>
                    <a:pt x="23" y="54"/>
                  </a:cubicBezTo>
                  <a:cubicBezTo>
                    <a:pt x="21" y="55"/>
                    <a:pt x="20" y="55"/>
                    <a:pt x="20" y="56"/>
                  </a:cubicBezTo>
                  <a:cubicBezTo>
                    <a:pt x="19" y="57"/>
                    <a:pt x="19" y="57"/>
                    <a:pt x="19" y="57"/>
                  </a:cubicBezTo>
                  <a:cubicBezTo>
                    <a:pt x="20" y="57"/>
                    <a:pt x="20" y="57"/>
                    <a:pt x="20" y="57"/>
                  </a:cubicBezTo>
                  <a:cubicBezTo>
                    <a:pt x="20" y="56"/>
                    <a:pt x="20" y="56"/>
                    <a:pt x="20" y="56"/>
                  </a:cubicBezTo>
                  <a:cubicBezTo>
                    <a:pt x="20" y="55"/>
                    <a:pt x="21" y="55"/>
                    <a:pt x="23" y="54"/>
                  </a:cubicBezTo>
                  <a:cubicBezTo>
                    <a:pt x="25" y="54"/>
                    <a:pt x="26" y="52"/>
                    <a:pt x="26" y="52"/>
                  </a:cubicBezTo>
                  <a:close/>
                  <a:moveTo>
                    <a:pt x="8" y="82"/>
                  </a:moveTo>
                  <a:cubicBezTo>
                    <a:pt x="8" y="83"/>
                    <a:pt x="8" y="83"/>
                    <a:pt x="8" y="83"/>
                  </a:cubicBezTo>
                  <a:cubicBezTo>
                    <a:pt x="8" y="83"/>
                    <a:pt x="8" y="83"/>
                    <a:pt x="8" y="83"/>
                  </a:cubicBezTo>
                  <a:cubicBezTo>
                    <a:pt x="8" y="83"/>
                    <a:pt x="8" y="83"/>
                    <a:pt x="8" y="83"/>
                  </a:cubicBezTo>
                  <a:cubicBezTo>
                    <a:pt x="9" y="84"/>
                    <a:pt x="9" y="84"/>
                    <a:pt x="9" y="84"/>
                  </a:cubicBezTo>
                  <a:cubicBezTo>
                    <a:pt x="9" y="85"/>
                    <a:pt x="9" y="85"/>
                    <a:pt x="9" y="85"/>
                  </a:cubicBezTo>
                  <a:cubicBezTo>
                    <a:pt x="8" y="85"/>
                    <a:pt x="9" y="86"/>
                    <a:pt x="8" y="86"/>
                  </a:cubicBezTo>
                  <a:cubicBezTo>
                    <a:pt x="7" y="88"/>
                    <a:pt x="7" y="88"/>
                    <a:pt x="7" y="88"/>
                  </a:cubicBezTo>
                  <a:cubicBezTo>
                    <a:pt x="7" y="89"/>
                    <a:pt x="7" y="89"/>
                    <a:pt x="7" y="89"/>
                  </a:cubicBezTo>
                  <a:cubicBezTo>
                    <a:pt x="7" y="90"/>
                    <a:pt x="7" y="91"/>
                    <a:pt x="7" y="92"/>
                  </a:cubicBezTo>
                  <a:cubicBezTo>
                    <a:pt x="7" y="95"/>
                    <a:pt x="7" y="95"/>
                    <a:pt x="7" y="95"/>
                  </a:cubicBezTo>
                  <a:cubicBezTo>
                    <a:pt x="7" y="95"/>
                    <a:pt x="7" y="95"/>
                    <a:pt x="7" y="95"/>
                  </a:cubicBezTo>
                  <a:cubicBezTo>
                    <a:pt x="8" y="96"/>
                    <a:pt x="8" y="96"/>
                    <a:pt x="8" y="96"/>
                  </a:cubicBezTo>
                  <a:cubicBezTo>
                    <a:pt x="8" y="96"/>
                    <a:pt x="8" y="96"/>
                    <a:pt x="8" y="96"/>
                  </a:cubicBezTo>
                  <a:cubicBezTo>
                    <a:pt x="8" y="95"/>
                    <a:pt x="8" y="95"/>
                    <a:pt x="8" y="95"/>
                  </a:cubicBezTo>
                  <a:cubicBezTo>
                    <a:pt x="8" y="95"/>
                    <a:pt x="8" y="95"/>
                    <a:pt x="8" y="95"/>
                  </a:cubicBezTo>
                  <a:cubicBezTo>
                    <a:pt x="8" y="92"/>
                    <a:pt x="8" y="92"/>
                    <a:pt x="8" y="92"/>
                  </a:cubicBezTo>
                  <a:cubicBezTo>
                    <a:pt x="8" y="91"/>
                    <a:pt x="8" y="90"/>
                    <a:pt x="8" y="89"/>
                  </a:cubicBezTo>
                  <a:cubicBezTo>
                    <a:pt x="8" y="89"/>
                    <a:pt x="8" y="89"/>
                    <a:pt x="8" y="89"/>
                  </a:cubicBezTo>
                  <a:cubicBezTo>
                    <a:pt x="9" y="87"/>
                    <a:pt x="9" y="87"/>
                    <a:pt x="9" y="87"/>
                  </a:cubicBezTo>
                  <a:cubicBezTo>
                    <a:pt x="9" y="85"/>
                    <a:pt x="9" y="85"/>
                    <a:pt x="9" y="85"/>
                  </a:cubicBezTo>
                  <a:cubicBezTo>
                    <a:pt x="9" y="84"/>
                    <a:pt x="9" y="84"/>
                    <a:pt x="9" y="84"/>
                  </a:cubicBezTo>
                  <a:cubicBezTo>
                    <a:pt x="9" y="83"/>
                    <a:pt x="8" y="83"/>
                    <a:pt x="8" y="82"/>
                  </a:cubicBezTo>
                  <a:close/>
                  <a:moveTo>
                    <a:pt x="21" y="34"/>
                  </a:moveTo>
                  <a:cubicBezTo>
                    <a:pt x="20" y="34"/>
                    <a:pt x="20" y="34"/>
                    <a:pt x="20" y="34"/>
                  </a:cubicBezTo>
                  <a:cubicBezTo>
                    <a:pt x="19" y="34"/>
                    <a:pt x="19" y="34"/>
                    <a:pt x="19" y="34"/>
                  </a:cubicBezTo>
                  <a:cubicBezTo>
                    <a:pt x="18" y="34"/>
                    <a:pt x="18" y="34"/>
                    <a:pt x="18" y="34"/>
                  </a:cubicBezTo>
                  <a:cubicBezTo>
                    <a:pt x="18" y="33"/>
                    <a:pt x="18" y="33"/>
                    <a:pt x="18" y="33"/>
                  </a:cubicBezTo>
                  <a:cubicBezTo>
                    <a:pt x="18" y="32"/>
                    <a:pt x="17" y="32"/>
                    <a:pt x="16" y="32"/>
                  </a:cubicBezTo>
                  <a:cubicBezTo>
                    <a:pt x="15" y="31"/>
                    <a:pt x="15" y="31"/>
                    <a:pt x="15" y="30"/>
                  </a:cubicBezTo>
                  <a:cubicBezTo>
                    <a:pt x="15" y="30"/>
                    <a:pt x="15" y="30"/>
                    <a:pt x="15" y="30"/>
                  </a:cubicBezTo>
                  <a:cubicBezTo>
                    <a:pt x="15" y="29"/>
                    <a:pt x="15" y="29"/>
                    <a:pt x="15" y="29"/>
                  </a:cubicBezTo>
                  <a:cubicBezTo>
                    <a:pt x="15" y="29"/>
                    <a:pt x="15" y="29"/>
                    <a:pt x="15" y="29"/>
                  </a:cubicBezTo>
                  <a:cubicBezTo>
                    <a:pt x="15" y="27"/>
                    <a:pt x="15" y="27"/>
                    <a:pt x="15" y="27"/>
                  </a:cubicBezTo>
                  <a:cubicBezTo>
                    <a:pt x="14" y="25"/>
                    <a:pt x="14" y="25"/>
                    <a:pt x="14" y="25"/>
                  </a:cubicBezTo>
                  <a:cubicBezTo>
                    <a:pt x="15" y="26"/>
                    <a:pt x="15" y="26"/>
                    <a:pt x="15" y="26"/>
                  </a:cubicBezTo>
                  <a:cubicBezTo>
                    <a:pt x="15" y="26"/>
                    <a:pt x="15" y="26"/>
                    <a:pt x="15" y="26"/>
                  </a:cubicBezTo>
                  <a:cubicBezTo>
                    <a:pt x="16" y="25"/>
                    <a:pt x="16" y="25"/>
                    <a:pt x="16" y="25"/>
                  </a:cubicBezTo>
                  <a:cubicBezTo>
                    <a:pt x="16" y="25"/>
                    <a:pt x="16" y="25"/>
                    <a:pt x="16" y="25"/>
                  </a:cubicBezTo>
                  <a:cubicBezTo>
                    <a:pt x="16" y="23"/>
                    <a:pt x="16" y="23"/>
                    <a:pt x="16" y="23"/>
                  </a:cubicBezTo>
                  <a:cubicBezTo>
                    <a:pt x="14" y="22"/>
                    <a:pt x="14" y="22"/>
                    <a:pt x="14" y="22"/>
                  </a:cubicBezTo>
                  <a:cubicBezTo>
                    <a:pt x="14" y="22"/>
                    <a:pt x="14" y="22"/>
                    <a:pt x="14" y="22"/>
                  </a:cubicBezTo>
                  <a:cubicBezTo>
                    <a:pt x="15" y="23"/>
                    <a:pt x="15" y="23"/>
                    <a:pt x="15" y="23"/>
                  </a:cubicBezTo>
                  <a:cubicBezTo>
                    <a:pt x="15" y="23"/>
                    <a:pt x="15" y="23"/>
                    <a:pt x="15" y="23"/>
                  </a:cubicBezTo>
                  <a:cubicBezTo>
                    <a:pt x="16" y="25"/>
                    <a:pt x="16" y="25"/>
                    <a:pt x="16" y="25"/>
                  </a:cubicBezTo>
                  <a:cubicBezTo>
                    <a:pt x="16" y="25"/>
                    <a:pt x="16" y="25"/>
                    <a:pt x="16" y="25"/>
                  </a:cubicBezTo>
                  <a:cubicBezTo>
                    <a:pt x="15" y="25"/>
                    <a:pt x="15" y="25"/>
                    <a:pt x="15" y="25"/>
                  </a:cubicBezTo>
                  <a:cubicBezTo>
                    <a:pt x="15" y="25"/>
                    <a:pt x="15" y="25"/>
                    <a:pt x="15" y="25"/>
                  </a:cubicBezTo>
                  <a:cubicBezTo>
                    <a:pt x="14" y="25"/>
                    <a:pt x="14" y="25"/>
                    <a:pt x="14" y="25"/>
                  </a:cubicBezTo>
                  <a:cubicBezTo>
                    <a:pt x="14" y="24"/>
                    <a:pt x="14" y="24"/>
                    <a:pt x="14" y="24"/>
                  </a:cubicBezTo>
                  <a:cubicBezTo>
                    <a:pt x="14" y="25"/>
                    <a:pt x="14" y="25"/>
                    <a:pt x="14" y="25"/>
                  </a:cubicBezTo>
                  <a:cubicBezTo>
                    <a:pt x="14" y="27"/>
                    <a:pt x="14" y="27"/>
                    <a:pt x="14" y="27"/>
                  </a:cubicBezTo>
                  <a:cubicBezTo>
                    <a:pt x="15" y="29"/>
                    <a:pt x="15" y="29"/>
                    <a:pt x="15" y="29"/>
                  </a:cubicBezTo>
                  <a:cubicBezTo>
                    <a:pt x="15" y="29"/>
                    <a:pt x="15" y="29"/>
                    <a:pt x="15" y="29"/>
                  </a:cubicBezTo>
                  <a:cubicBezTo>
                    <a:pt x="14" y="30"/>
                    <a:pt x="14" y="30"/>
                    <a:pt x="14" y="30"/>
                  </a:cubicBezTo>
                  <a:cubicBezTo>
                    <a:pt x="14" y="31"/>
                    <a:pt x="14" y="31"/>
                    <a:pt x="14" y="31"/>
                  </a:cubicBezTo>
                  <a:cubicBezTo>
                    <a:pt x="14" y="31"/>
                    <a:pt x="14" y="32"/>
                    <a:pt x="16" y="32"/>
                  </a:cubicBezTo>
                  <a:cubicBezTo>
                    <a:pt x="17" y="33"/>
                    <a:pt x="18" y="33"/>
                    <a:pt x="18" y="33"/>
                  </a:cubicBezTo>
                  <a:cubicBezTo>
                    <a:pt x="18" y="34"/>
                    <a:pt x="18" y="34"/>
                    <a:pt x="18" y="34"/>
                  </a:cubicBezTo>
                  <a:cubicBezTo>
                    <a:pt x="19" y="35"/>
                    <a:pt x="19" y="35"/>
                    <a:pt x="19" y="35"/>
                  </a:cubicBezTo>
                  <a:cubicBezTo>
                    <a:pt x="20" y="34"/>
                    <a:pt x="20" y="34"/>
                    <a:pt x="20" y="34"/>
                  </a:cubicBezTo>
                  <a:cubicBezTo>
                    <a:pt x="20" y="34"/>
                    <a:pt x="20" y="34"/>
                    <a:pt x="20" y="34"/>
                  </a:cubicBezTo>
                  <a:cubicBezTo>
                    <a:pt x="21" y="35"/>
                    <a:pt x="22" y="36"/>
                    <a:pt x="22" y="37"/>
                  </a:cubicBezTo>
                  <a:cubicBezTo>
                    <a:pt x="22" y="37"/>
                    <a:pt x="22" y="37"/>
                    <a:pt x="22" y="37"/>
                  </a:cubicBezTo>
                  <a:cubicBezTo>
                    <a:pt x="23" y="37"/>
                    <a:pt x="23" y="37"/>
                    <a:pt x="23" y="37"/>
                  </a:cubicBezTo>
                  <a:cubicBezTo>
                    <a:pt x="23" y="37"/>
                    <a:pt x="23" y="37"/>
                    <a:pt x="23" y="37"/>
                  </a:cubicBezTo>
                  <a:cubicBezTo>
                    <a:pt x="23" y="36"/>
                    <a:pt x="22" y="34"/>
                    <a:pt x="21" y="34"/>
                  </a:cubicBezTo>
                  <a:moveTo>
                    <a:pt x="26" y="23"/>
                  </a:moveTo>
                  <a:cubicBezTo>
                    <a:pt x="26" y="20"/>
                    <a:pt x="26" y="20"/>
                    <a:pt x="26" y="20"/>
                  </a:cubicBezTo>
                  <a:cubicBezTo>
                    <a:pt x="27" y="19"/>
                    <a:pt x="27" y="19"/>
                    <a:pt x="27" y="19"/>
                  </a:cubicBezTo>
                  <a:cubicBezTo>
                    <a:pt x="26" y="19"/>
                    <a:pt x="26" y="19"/>
                    <a:pt x="26" y="19"/>
                  </a:cubicBezTo>
                  <a:cubicBezTo>
                    <a:pt x="26" y="20"/>
                    <a:pt x="26" y="20"/>
                    <a:pt x="26" y="20"/>
                  </a:cubicBezTo>
                  <a:cubicBezTo>
                    <a:pt x="25" y="20"/>
                    <a:pt x="25" y="20"/>
                    <a:pt x="25" y="20"/>
                  </a:cubicBezTo>
                  <a:cubicBezTo>
                    <a:pt x="25" y="20"/>
                    <a:pt x="25" y="20"/>
                    <a:pt x="25" y="20"/>
                  </a:cubicBezTo>
                  <a:cubicBezTo>
                    <a:pt x="25" y="22"/>
                    <a:pt x="25" y="22"/>
                    <a:pt x="25" y="22"/>
                  </a:cubicBezTo>
                  <a:lnTo>
                    <a:pt x="26" y="23"/>
                  </a:lnTo>
                  <a:close/>
                  <a:moveTo>
                    <a:pt x="23" y="73"/>
                  </a:moveTo>
                  <a:cubicBezTo>
                    <a:pt x="23" y="73"/>
                    <a:pt x="23" y="73"/>
                    <a:pt x="23" y="73"/>
                  </a:cubicBezTo>
                  <a:cubicBezTo>
                    <a:pt x="23" y="74"/>
                    <a:pt x="23" y="74"/>
                    <a:pt x="23" y="74"/>
                  </a:cubicBezTo>
                  <a:cubicBezTo>
                    <a:pt x="23" y="74"/>
                    <a:pt x="23" y="74"/>
                    <a:pt x="23" y="74"/>
                  </a:cubicBezTo>
                  <a:cubicBezTo>
                    <a:pt x="23" y="74"/>
                    <a:pt x="23" y="74"/>
                    <a:pt x="23" y="74"/>
                  </a:cubicBezTo>
                  <a:cubicBezTo>
                    <a:pt x="23" y="74"/>
                    <a:pt x="23" y="74"/>
                    <a:pt x="23" y="74"/>
                  </a:cubicBezTo>
                  <a:cubicBezTo>
                    <a:pt x="24" y="74"/>
                    <a:pt x="24" y="74"/>
                    <a:pt x="24" y="74"/>
                  </a:cubicBezTo>
                  <a:cubicBezTo>
                    <a:pt x="25" y="75"/>
                    <a:pt x="25" y="75"/>
                    <a:pt x="25" y="75"/>
                  </a:cubicBezTo>
                  <a:cubicBezTo>
                    <a:pt x="25" y="75"/>
                    <a:pt x="26" y="77"/>
                    <a:pt x="27" y="78"/>
                  </a:cubicBezTo>
                  <a:cubicBezTo>
                    <a:pt x="28" y="79"/>
                    <a:pt x="28" y="79"/>
                    <a:pt x="28" y="79"/>
                  </a:cubicBezTo>
                  <a:cubicBezTo>
                    <a:pt x="28" y="79"/>
                    <a:pt x="28" y="79"/>
                    <a:pt x="28" y="79"/>
                  </a:cubicBezTo>
                  <a:cubicBezTo>
                    <a:pt x="29" y="79"/>
                    <a:pt x="29" y="79"/>
                    <a:pt x="29" y="79"/>
                  </a:cubicBezTo>
                  <a:cubicBezTo>
                    <a:pt x="28" y="78"/>
                    <a:pt x="28" y="78"/>
                    <a:pt x="28" y="78"/>
                  </a:cubicBezTo>
                  <a:cubicBezTo>
                    <a:pt x="27" y="77"/>
                    <a:pt x="27" y="77"/>
                    <a:pt x="27" y="77"/>
                  </a:cubicBezTo>
                  <a:cubicBezTo>
                    <a:pt x="25" y="74"/>
                    <a:pt x="25" y="74"/>
                    <a:pt x="25" y="74"/>
                  </a:cubicBezTo>
                  <a:cubicBezTo>
                    <a:pt x="24" y="73"/>
                    <a:pt x="24" y="73"/>
                    <a:pt x="24" y="73"/>
                  </a:cubicBezTo>
                  <a:cubicBezTo>
                    <a:pt x="25" y="72"/>
                    <a:pt x="25" y="72"/>
                    <a:pt x="25" y="72"/>
                  </a:cubicBezTo>
                  <a:cubicBezTo>
                    <a:pt x="24" y="72"/>
                    <a:pt x="24" y="72"/>
                    <a:pt x="24" y="72"/>
                  </a:cubicBezTo>
                  <a:cubicBezTo>
                    <a:pt x="24" y="72"/>
                    <a:pt x="24" y="72"/>
                    <a:pt x="23"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9" name="Freeform 33">
              <a:extLst>
                <a:ext uri="{FF2B5EF4-FFF2-40B4-BE49-F238E27FC236}">
                  <a16:creationId xmlns:a16="http://schemas.microsoft.com/office/drawing/2014/main" id="{A8557DB8-AF22-41E9-B3DC-E4265A9156BD}"/>
                </a:ext>
              </a:extLst>
            </p:cNvPr>
            <p:cNvSpPr>
              <a:spLocks noEditPoints="1"/>
            </p:cNvSpPr>
            <p:nvPr/>
          </p:nvSpPr>
          <p:spPr bwMode="auto">
            <a:xfrm>
              <a:off x="6288088" y="2517775"/>
              <a:ext cx="104775" cy="215900"/>
            </a:xfrm>
            <a:custGeom>
              <a:avLst/>
              <a:gdLst>
                <a:gd name="T0" fmla="*/ 4 w 48"/>
                <a:gd name="T1" fmla="*/ 10 h 100"/>
                <a:gd name="T2" fmla="*/ 10 w 48"/>
                <a:gd name="T3" fmla="*/ 26 h 100"/>
                <a:gd name="T4" fmla="*/ 14 w 48"/>
                <a:gd name="T5" fmla="*/ 21 h 100"/>
                <a:gd name="T6" fmla="*/ 28 w 48"/>
                <a:gd name="T7" fmla="*/ 13 h 100"/>
                <a:gd name="T8" fmla="*/ 43 w 48"/>
                <a:gd name="T9" fmla="*/ 6 h 100"/>
                <a:gd name="T10" fmla="*/ 47 w 48"/>
                <a:gd name="T11" fmla="*/ 43 h 100"/>
                <a:gd name="T12" fmla="*/ 42 w 48"/>
                <a:gd name="T13" fmla="*/ 38 h 100"/>
                <a:gd name="T14" fmla="*/ 41 w 48"/>
                <a:gd name="T15" fmla="*/ 79 h 100"/>
                <a:gd name="T16" fmla="*/ 38 w 48"/>
                <a:gd name="T17" fmla="*/ 87 h 100"/>
                <a:gd name="T18" fmla="*/ 18 w 48"/>
                <a:gd name="T19" fmla="*/ 83 h 100"/>
                <a:gd name="T20" fmla="*/ 20 w 48"/>
                <a:gd name="T21" fmla="*/ 52 h 100"/>
                <a:gd name="T22" fmla="*/ 10 w 48"/>
                <a:gd name="T23" fmla="*/ 61 h 100"/>
                <a:gd name="T24" fmla="*/ 9 w 48"/>
                <a:gd name="T25" fmla="*/ 49 h 100"/>
                <a:gd name="T26" fmla="*/ 5 w 48"/>
                <a:gd name="T27" fmla="*/ 30 h 100"/>
                <a:gd name="T28" fmla="*/ 0 w 48"/>
                <a:gd name="T29" fmla="*/ 12 h 100"/>
                <a:gd name="T30" fmla="*/ 6 w 48"/>
                <a:gd name="T31" fmla="*/ 13 h 100"/>
                <a:gd name="T32" fmla="*/ 19 w 48"/>
                <a:gd name="T33" fmla="*/ 20 h 100"/>
                <a:gd name="T34" fmla="*/ 21 w 48"/>
                <a:gd name="T35" fmla="*/ 19 h 100"/>
                <a:gd name="T36" fmla="*/ 22 w 48"/>
                <a:gd name="T37" fmla="*/ 14 h 100"/>
                <a:gd name="T38" fmla="*/ 11 w 48"/>
                <a:gd name="T39" fmla="*/ 36 h 100"/>
                <a:gd name="T40" fmla="*/ 29 w 48"/>
                <a:gd name="T41" fmla="*/ 26 h 100"/>
                <a:gd name="T42" fmla="*/ 30 w 48"/>
                <a:gd name="T43" fmla="*/ 22 h 100"/>
                <a:gd name="T44" fmla="*/ 38 w 48"/>
                <a:gd name="T45" fmla="*/ 7 h 100"/>
                <a:gd name="T46" fmla="*/ 26 w 48"/>
                <a:gd name="T47" fmla="*/ 41 h 100"/>
                <a:gd name="T48" fmla="*/ 29 w 48"/>
                <a:gd name="T49" fmla="*/ 42 h 100"/>
                <a:gd name="T50" fmla="*/ 34 w 48"/>
                <a:gd name="T51" fmla="*/ 42 h 100"/>
                <a:gd name="T52" fmla="*/ 37 w 48"/>
                <a:gd name="T53" fmla="*/ 44 h 100"/>
                <a:gd name="T54" fmla="*/ 37 w 48"/>
                <a:gd name="T55" fmla="*/ 38 h 100"/>
                <a:gd name="T56" fmla="*/ 39 w 48"/>
                <a:gd name="T57" fmla="*/ 34 h 100"/>
                <a:gd name="T58" fmla="*/ 38 w 48"/>
                <a:gd name="T59" fmla="*/ 23 h 100"/>
                <a:gd name="T60" fmla="*/ 47 w 48"/>
                <a:gd name="T61" fmla="*/ 14 h 100"/>
                <a:gd name="T62" fmla="*/ 42 w 48"/>
                <a:gd name="T63" fmla="*/ 29 h 100"/>
                <a:gd name="T64" fmla="*/ 45 w 48"/>
                <a:gd name="T65" fmla="*/ 51 h 100"/>
                <a:gd name="T66" fmla="*/ 46 w 48"/>
                <a:gd name="T67" fmla="*/ 43 h 100"/>
                <a:gd name="T68" fmla="*/ 40 w 48"/>
                <a:gd name="T69" fmla="*/ 34 h 100"/>
                <a:gd name="T70" fmla="*/ 18 w 48"/>
                <a:gd name="T71" fmla="*/ 78 h 100"/>
                <a:gd name="T72" fmla="*/ 18 w 48"/>
                <a:gd name="T73" fmla="*/ 82 h 100"/>
                <a:gd name="T74" fmla="*/ 29 w 48"/>
                <a:gd name="T75" fmla="*/ 64 h 100"/>
                <a:gd name="T76" fmla="*/ 30 w 48"/>
                <a:gd name="T77" fmla="*/ 59 h 100"/>
                <a:gd name="T78" fmla="*/ 37 w 48"/>
                <a:gd name="T79" fmla="*/ 96 h 100"/>
                <a:gd name="T80" fmla="*/ 42 w 48"/>
                <a:gd name="T81" fmla="*/ 98 h 100"/>
                <a:gd name="T82" fmla="*/ 40 w 48"/>
                <a:gd name="T83" fmla="*/ 77 h 100"/>
                <a:gd name="T84" fmla="*/ 40 w 48"/>
                <a:gd name="T85" fmla="*/ 38 h 100"/>
                <a:gd name="T86" fmla="*/ 29 w 48"/>
                <a:gd name="T87" fmla="*/ 49 h 100"/>
                <a:gd name="T88" fmla="*/ 8 w 48"/>
                <a:gd name="T89" fmla="*/ 47 h 100"/>
                <a:gd name="T90" fmla="*/ 11 w 48"/>
                <a:gd name="T91" fmla="*/ 52 h 100"/>
                <a:gd name="T92" fmla="*/ 9 w 48"/>
                <a:gd name="T93" fmla="*/ 57 h 100"/>
                <a:gd name="T94" fmla="*/ 20 w 48"/>
                <a:gd name="T95" fmla="*/ 48 h 100"/>
                <a:gd name="T96" fmla="*/ 28 w 48"/>
                <a:gd name="T97" fmla="*/ 41 h 100"/>
                <a:gd name="T98" fmla="*/ 36 w 48"/>
                <a:gd name="T99" fmla="*/ 31 h 100"/>
                <a:gd name="T100" fmla="*/ 36 w 48"/>
                <a:gd name="T101" fmla="*/ 20 h 100"/>
                <a:gd name="T102" fmla="*/ 20 w 48"/>
                <a:gd name="T103" fmla="*/ 34 h 100"/>
                <a:gd name="T104" fmla="*/ 17 w 48"/>
                <a:gd name="T105" fmla="*/ 35 h 100"/>
                <a:gd name="T106" fmla="*/ 10 w 48"/>
                <a:gd name="T107" fmla="*/ 26 h 100"/>
                <a:gd name="T108" fmla="*/ 1 w 48"/>
                <a:gd name="T109" fmla="*/ 27 h 100"/>
                <a:gd name="T110" fmla="*/ 5 w 48"/>
                <a:gd name="T111" fmla="*/ 18 h 100"/>
                <a:gd name="T112" fmla="*/ 2 w 48"/>
                <a:gd name="T113" fmla="*/ 13 h 100"/>
                <a:gd name="T114" fmla="*/ 28 w 48"/>
                <a:gd name="T115" fmla="*/ 56 h 100"/>
                <a:gd name="T116" fmla="*/ 39 w 48"/>
                <a:gd name="T117" fmla="*/ 85 h 100"/>
                <a:gd name="T118" fmla="*/ 33 w 48"/>
                <a:gd name="T119" fmla="*/ 23 h 100"/>
                <a:gd name="T120" fmla="*/ 23 w 48"/>
                <a:gd name="T121" fmla="*/ 23 h 100"/>
                <a:gd name="T122" fmla="*/ 24 w 48"/>
                <a:gd name="T123" fmla="*/ 7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 h="100">
                  <a:moveTo>
                    <a:pt x="35" y="22"/>
                  </a:moveTo>
                  <a:cubicBezTo>
                    <a:pt x="35" y="22"/>
                    <a:pt x="35" y="22"/>
                    <a:pt x="35" y="22"/>
                  </a:cubicBezTo>
                  <a:close/>
                  <a:moveTo>
                    <a:pt x="37" y="71"/>
                  </a:moveTo>
                  <a:cubicBezTo>
                    <a:pt x="37" y="72"/>
                    <a:pt x="37" y="72"/>
                    <a:pt x="37" y="72"/>
                  </a:cubicBezTo>
                  <a:cubicBezTo>
                    <a:pt x="37" y="73"/>
                    <a:pt x="37" y="73"/>
                    <a:pt x="37" y="73"/>
                  </a:cubicBezTo>
                  <a:cubicBezTo>
                    <a:pt x="37" y="73"/>
                    <a:pt x="37" y="73"/>
                    <a:pt x="37" y="73"/>
                  </a:cubicBezTo>
                  <a:cubicBezTo>
                    <a:pt x="37" y="72"/>
                    <a:pt x="37" y="72"/>
                    <a:pt x="37" y="72"/>
                  </a:cubicBezTo>
                  <a:cubicBezTo>
                    <a:pt x="37" y="71"/>
                    <a:pt x="37" y="71"/>
                    <a:pt x="37" y="71"/>
                  </a:cubicBezTo>
                  <a:close/>
                  <a:moveTo>
                    <a:pt x="0" y="12"/>
                  </a:moveTo>
                  <a:cubicBezTo>
                    <a:pt x="0" y="12"/>
                    <a:pt x="0" y="12"/>
                    <a:pt x="0" y="12"/>
                  </a:cubicBezTo>
                  <a:cubicBezTo>
                    <a:pt x="0" y="12"/>
                    <a:pt x="0" y="12"/>
                    <a:pt x="0" y="12"/>
                  </a:cubicBezTo>
                  <a:cubicBezTo>
                    <a:pt x="1" y="12"/>
                    <a:pt x="1" y="12"/>
                    <a:pt x="1" y="12"/>
                  </a:cubicBezTo>
                  <a:cubicBezTo>
                    <a:pt x="2" y="13"/>
                    <a:pt x="2" y="13"/>
                    <a:pt x="2" y="13"/>
                  </a:cubicBezTo>
                  <a:cubicBezTo>
                    <a:pt x="2" y="13"/>
                    <a:pt x="2" y="13"/>
                    <a:pt x="2" y="13"/>
                  </a:cubicBezTo>
                  <a:cubicBezTo>
                    <a:pt x="2" y="13"/>
                    <a:pt x="2" y="13"/>
                    <a:pt x="2" y="13"/>
                  </a:cubicBezTo>
                  <a:cubicBezTo>
                    <a:pt x="3" y="14"/>
                    <a:pt x="3" y="14"/>
                    <a:pt x="3" y="14"/>
                  </a:cubicBezTo>
                  <a:cubicBezTo>
                    <a:pt x="3" y="14"/>
                    <a:pt x="3" y="14"/>
                    <a:pt x="3" y="14"/>
                  </a:cubicBezTo>
                  <a:cubicBezTo>
                    <a:pt x="3" y="14"/>
                    <a:pt x="3" y="14"/>
                    <a:pt x="3" y="14"/>
                  </a:cubicBezTo>
                  <a:cubicBezTo>
                    <a:pt x="4" y="12"/>
                    <a:pt x="4" y="12"/>
                    <a:pt x="4" y="12"/>
                  </a:cubicBezTo>
                  <a:cubicBezTo>
                    <a:pt x="4" y="12"/>
                    <a:pt x="4" y="12"/>
                    <a:pt x="4" y="12"/>
                  </a:cubicBezTo>
                  <a:cubicBezTo>
                    <a:pt x="4" y="12"/>
                    <a:pt x="4" y="12"/>
                    <a:pt x="4" y="12"/>
                  </a:cubicBezTo>
                  <a:cubicBezTo>
                    <a:pt x="4" y="11"/>
                    <a:pt x="3" y="10"/>
                    <a:pt x="3" y="10"/>
                  </a:cubicBezTo>
                  <a:cubicBezTo>
                    <a:pt x="3" y="10"/>
                    <a:pt x="3" y="10"/>
                    <a:pt x="3" y="10"/>
                  </a:cubicBezTo>
                  <a:cubicBezTo>
                    <a:pt x="4" y="10"/>
                    <a:pt x="4" y="10"/>
                    <a:pt x="4" y="10"/>
                  </a:cubicBezTo>
                  <a:cubicBezTo>
                    <a:pt x="4" y="10"/>
                    <a:pt x="4" y="10"/>
                    <a:pt x="4" y="10"/>
                  </a:cubicBezTo>
                  <a:cubicBezTo>
                    <a:pt x="5" y="10"/>
                    <a:pt x="5" y="11"/>
                    <a:pt x="5" y="12"/>
                  </a:cubicBezTo>
                  <a:cubicBezTo>
                    <a:pt x="5" y="12"/>
                    <a:pt x="5" y="12"/>
                    <a:pt x="5" y="12"/>
                  </a:cubicBezTo>
                  <a:cubicBezTo>
                    <a:pt x="6" y="13"/>
                    <a:pt x="6" y="13"/>
                    <a:pt x="6" y="13"/>
                  </a:cubicBezTo>
                  <a:cubicBezTo>
                    <a:pt x="6" y="12"/>
                    <a:pt x="6" y="12"/>
                    <a:pt x="6" y="12"/>
                  </a:cubicBezTo>
                  <a:cubicBezTo>
                    <a:pt x="6" y="12"/>
                    <a:pt x="6" y="12"/>
                    <a:pt x="6" y="12"/>
                  </a:cubicBezTo>
                  <a:cubicBezTo>
                    <a:pt x="6" y="11"/>
                    <a:pt x="6" y="11"/>
                    <a:pt x="6" y="11"/>
                  </a:cubicBezTo>
                  <a:cubicBezTo>
                    <a:pt x="6" y="11"/>
                    <a:pt x="6" y="11"/>
                    <a:pt x="6" y="11"/>
                  </a:cubicBezTo>
                  <a:cubicBezTo>
                    <a:pt x="6" y="11"/>
                    <a:pt x="6" y="11"/>
                    <a:pt x="6" y="11"/>
                  </a:cubicBezTo>
                  <a:cubicBezTo>
                    <a:pt x="6" y="11"/>
                    <a:pt x="6" y="11"/>
                    <a:pt x="6" y="11"/>
                  </a:cubicBezTo>
                  <a:cubicBezTo>
                    <a:pt x="7" y="13"/>
                    <a:pt x="7" y="13"/>
                    <a:pt x="7" y="13"/>
                  </a:cubicBezTo>
                  <a:cubicBezTo>
                    <a:pt x="7" y="13"/>
                    <a:pt x="7" y="13"/>
                    <a:pt x="7" y="13"/>
                  </a:cubicBezTo>
                  <a:cubicBezTo>
                    <a:pt x="8" y="15"/>
                    <a:pt x="8" y="15"/>
                    <a:pt x="8" y="15"/>
                  </a:cubicBezTo>
                  <a:cubicBezTo>
                    <a:pt x="8" y="15"/>
                    <a:pt x="8" y="15"/>
                    <a:pt x="8" y="15"/>
                  </a:cubicBezTo>
                  <a:cubicBezTo>
                    <a:pt x="8" y="16"/>
                    <a:pt x="7" y="17"/>
                    <a:pt x="6" y="17"/>
                  </a:cubicBezTo>
                  <a:cubicBezTo>
                    <a:pt x="6" y="18"/>
                    <a:pt x="6" y="19"/>
                    <a:pt x="6" y="20"/>
                  </a:cubicBezTo>
                  <a:cubicBezTo>
                    <a:pt x="6" y="21"/>
                    <a:pt x="6" y="21"/>
                    <a:pt x="6" y="21"/>
                  </a:cubicBezTo>
                  <a:cubicBezTo>
                    <a:pt x="6" y="22"/>
                    <a:pt x="6" y="24"/>
                    <a:pt x="7" y="25"/>
                  </a:cubicBezTo>
                  <a:cubicBezTo>
                    <a:pt x="7" y="27"/>
                    <a:pt x="7" y="27"/>
                    <a:pt x="7" y="27"/>
                  </a:cubicBezTo>
                  <a:cubicBezTo>
                    <a:pt x="7" y="27"/>
                    <a:pt x="7" y="27"/>
                    <a:pt x="7" y="27"/>
                  </a:cubicBezTo>
                  <a:cubicBezTo>
                    <a:pt x="8" y="28"/>
                    <a:pt x="8" y="28"/>
                    <a:pt x="8" y="28"/>
                  </a:cubicBezTo>
                  <a:cubicBezTo>
                    <a:pt x="8" y="26"/>
                    <a:pt x="10" y="25"/>
                    <a:pt x="10" y="25"/>
                  </a:cubicBezTo>
                  <a:cubicBezTo>
                    <a:pt x="10" y="25"/>
                    <a:pt x="10" y="25"/>
                    <a:pt x="10" y="25"/>
                  </a:cubicBezTo>
                  <a:cubicBezTo>
                    <a:pt x="10" y="26"/>
                    <a:pt x="10" y="26"/>
                    <a:pt x="10" y="26"/>
                  </a:cubicBezTo>
                  <a:cubicBezTo>
                    <a:pt x="10" y="26"/>
                    <a:pt x="10" y="26"/>
                    <a:pt x="10" y="26"/>
                  </a:cubicBezTo>
                  <a:cubicBezTo>
                    <a:pt x="10" y="27"/>
                    <a:pt x="11" y="28"/>
                    <a:pt x="11" y="29"/>
                  </a:cubicBezTo>
                  <a:cubicBezTo>
                    <a:pt x="11" y="30"/>
                    <a:pt x="11" y="30"/>
                    <a:pt x="12" y="31"/>
                  </a:cubicBezTo>
                  <a:cubicBezTo>
                    <a:pt x="13" y="33"/>
                    <a:pt x="13" y="33"/>
                    <a:pt x="13" y="33"/>
                  </a:cubicBezTo>
                  <a:cubicBezTo>
                    <a:pt x="13" y="32"/>
                    <a:pt x="14" y="31"/>
                    <a:pt x="14" y="30"/>
                  </a:cubicBezTo>
                  <a:cubicBezTo>
                    <a:pt x="16" y="28"/>
                    <a:pt x="18" y="27"/>
                    <a:pt x="19" y="26"/>
                  </a:cubicBezTo>
                  <a:cubicBezTo>
                    <a:pt x="20" y="25"/>
                    <a:pt x="21" y="24"/>
                    <a:pt x="21" y="23"/>
                  </a:cubicBezTo>
                  <a:cubicBezTo>
                    <a:pt x="21" y="23"/>
                    <a:pt x="21" y="23"/>
                    <a:pt x="21" y="23"/>
                  </a:cubicBezTo>
                  <a:cubicBezTo>
                    <a:pt x="21" y="22"/>
                    <a:pt x="21" y="22"/>
                    <a:pt x="21" y="22"/>
                  </a:cubicBezTo>
                  <a:cubicBezTo>
                    <a:pt x="20" y="22"/>
                    <a:pt x="20" y="22"/>
                    <a:pt x="20" y="22"/>
                  </a:cubicBezTo>
                  <a:cubicBezTo>
                    <a:pt x="19" y="22"/>
                    <a:pt x="19" y="22"/>
                    <a:pt x="19" y="22"/>
                  </a:cubicBezTo>
                  <a:cubicBezTo>
                    <a:pt x="19" y="22"/>
                    <a:pt x="18" y="23"/>
                    <a:pt x="17" y="23"/>
                  </a:cubicBezTo>
                  <a:cubicBezTo>
                    <a:pt x="17" y="23"/>
                    <a:pt x="17" y="23"/>
                    <a:pt x="17" y="23"/>
                  </a:cubicBezTo>
                  <a:cubicBezTo>
                    <a:pt x="15" y="23"/>
                    <a:pt x="15" y="23"/>
                    <a:pt x="15" y="23"/>
                  </a:cubicBezTo>
                  <a:cubicBezTo>
                    <a:pt x="15" y="23"/>
                    <a:pt x="15" y="23"/>
                    <a:pt x="15" y="23"/>
                  </a:cubicBezTo>
                  <a:cubicBezTo>
                    <a:pt x="14" y="22"/>
                    <a:pt x="14" y="22"/>
                    <a:pt x="14" y="22"/>
                  </a:cubicBezTo>
                  <a:cubicBezTo>
                    <a:pt x="14" y="22"/>
                    <a:pt x="14" y="22"/>
                    <a:pt x="14" y="22"/>
                  </a:cubicBezTo>
                  <a:cubicBezTo>
                    <a:pt x="14" y="22"/>
                    <a:pt x="14" y="22"/>
                    <a:pt x="14" y="22"/>
                  </a:cubicBezTo>
                  <a:cubicBezTo>
                    <a:pt x="13" y="22"/>
                    <a:pt x="13" y="22"/>
                    <a:pt x="13" y="22"/>
                  </a:cubicBezTo>
                  <a:cubicBezTo>
                    <a:pt x="13" y="21"/>
                    <a:pt x="13" y="21"/>
                    <a:pt x="13" y="21"/>
                  </a:cubicBezTo>
                  <a:cubicBezTo>
                    <a:pt x="14" y="21"/>
                    <a:pt x="14" y="21"/>
                    <a:pt x="14" y="21"/>
                  </a:cubicBezTo>
                  <a:cubicBezTo>
                    <a:pt x="14" y="21"/>
                    <a:pt x="14" y="21"/>
                    <a:pt x="14" y="21"/>
                  </a:cubicBezTo>
                  <a:cubicBezTo>
                    <a:pt x="14" y="21"/>
                    <a:pt x="14" y="21"/>
                    <a:pt x="14" y="21"/>
                  </a:cubicBezTo>
                  <a:cubicBezTo>
                    <a:pt x="14" y="21"/>
                    <a:pt x="14" y="21"/>
                    <a:pt x="14" y="21"/>
                  </a:cubicBezTo>
                  <a:cubicBezTo>
                    <a:pt x="16" y="21"/>
                    <a:pt x="16" y="21"/>
                    <a:pt x="16" y="21"/>
                  </a:cubicBezTo>
                  <a:cubicBezTo>
                    <a:pt x="17" y="20"/>
                    <a:pt x="17" y="20"/>
                    <a:pt x="17" y="20"/>
                  </a:cubicBezTo>
                  <a:cubicBezTo>
                    <a:pt x="17" y="19"/>
                    <a:pt x="17" y="19"/>
                    <a:pt x="17" y="19"/>
                  </a:cubicBezTo>
                  <a:cubicBezTo>
                    <a:pt x="17" y="19"/>
                    <a:pt x="17" y="19"/>
                    <a:pt x="17" y="19"/>
                  </a:cubicBezTo>
                  <a:cubicBezTo>
                    <a:pt x="16" y="18"/>
                    <a:pt x="16" y="18"/>
                    <a:pt x="16" y="18"/>
                  </a:cubicBezTo>
                  <a:cubicBezTo>
                    <a:pt x="16" y="18"/>
                    <a:pt x="16" y="18"/>
                    <a:pt x="16" y="18"/>
                  </a:cubicBezTo>
                  <a:cubicBezTo>
                    <a:pt x="14" y="19"/>
                    <a:pt x="14" y="19"/>
                    <a:pt x="14" y="19"/>
                  </a:cubicBezTo>
                  <a:cubicBezTo>
                    <a:pt x="14" y="19"/>
                    <a:pt x="14" y="19"/>
                    <a:pt x="14" y="19"/>
                  </a:cubicBezTo>
                  <a:cubicBezTo>
                    <a:pt x="14" y="19"/>
                    <a:pt x="14" y="19"/>
                    <a:pt x="14" y="19"/>
                  </a:cubicBezTo>
                  <a:cubicBezTo>
                    <a:pt x="14" y="18"/>
                    <a:pt x="14" y="18"/>
                    <a:pt x="14" y="18"/>
                  </a:cubicBezTo>
                  <a:cubicBezTo>
                    <a:pt x="14" y="17"/>
                    <a:pt x="14" y="14"/>
                    <a:pt x="16" y="14"/>
                  </a:cubicBezTo>
                  <a:cubicBezTo>
                    <a:pt x="19" y="14"/>
                    <a:pt x="19" y="14"/>
                    <a:pt x="19" y="14"/>
                  </a:cubicBezTo>
                  <a:cubicBezTo>
                    <a:pt x="19" y="14"/>
                    <a:pt x="20" y="13"/>
                    <a:pt x="21" y="13"/>
                  </a:cubicBezTo>
                  <a:cubicBezTo>
                    <a:pt x="22" y="13"/>
                    <a:pt x="23" y="13"/>
                    <a:pt x="24" y="13"/>
                  </a:cubicBezTo>
                  <a:cubicBezTo>
                    <a:pt x="24" y="13"/>
                    <a:pt x="24" y="13"/>
                    <a:pt x="24" y="13"/>
                  </a:cubicBezTo>
                  <a:cubicBezTo>
                    <a:pt x="24" y="13"/>
                    <a:pt x="24" y="13"/>
                    <a:pt x="24" y="13"/>
                  </a:cubicBezTo>
                  <a:cubicBezTo>
                    <a:pt x="26" y="13"/>
                    <a:pt x="26" y="13"/>
                    <a:pt x="26" y="13"/>
                  </a:cubicBezTo>
                  <a:cubicBezTo>
                    <a:pt x="26" y="13"/>
                    <a:pt x="26" y="13"/>
                    <a:pt x="26" y="13"/>
                  </a:cubicBezTo>
                  <a:cubicBezTo>
                    <a:pt x="27" y="13"/>
                    <a:pt x="27" y="13"/>
                    <a:pt x="27" y="13"/>
                  </a:cubicBezTo>
                  <a:cubicBezTo>
                    <a:pt x="27" y="14"/>
                    <a:pt x="27" y="14"/>
                    <a:pt x="27" y="14"/>
                  </a:cubicBezTo>
                  <a:cubicBezTo>
                    <a:pt x="27" y="14"/>
                    <a:pt x="27" y="14"/>
                    <a:pt x="27" y="14"/>
                  </a:cubicBezTo>
                  <a:cubicBezTo>
                    <a:pt x="28" y="13"/>
                    <a:pt x="28" y="13"/>
                    <a:pt x="28" y="13"/>
                  </a:cubicBezTo>
                  <a:cubicBezTo>
                    <a:pt x="28" y="12"/>
                    <a:pt x="28" y="12"/>
                    <a:pt x="28" y="12"/>
                  </a:cubicBezTo>
                  <a:cubicBezTo>
                    <a:pt x="28" y="13"/>
                    <a:pt x="28" y="13"/>
                    <a:pt x="28" y="13"/>
                  </a:cubicBezTo>
                  <a:cubicBezTo>
                    <a:pt x="29" y="15"/>
                    <a:pt x="29" y="15"/>
                    <a:pt x="29" y="15"/>
                  </a:cubicBezTo>
                  <a:cubicBezTo>
                    <a:pt x="29" y="16"/>
                    <a:pt x="29" y="16"/>
                    <a:pt x="29" y="16"/>
                  </a:cubicBezTo>
                  <a:cubicBezTo>
                    <a:pt x="29" y="16"/>
                    <a:pt x="29" y="16"/>
                    <a:pt x="29" y="16"/>
                  </a:cubicBezTo>
                  <a:cubicBezTo>
                    <a:pt x="28" y="16"/>
                    <a:pt x="28" y="16"/>
                    <a:pt x="28" y="16"/>
                  </a:cubicBezTo>
                  <a:cubicBezTo>
                    <a:pt x="28" y="16"/>
                    <a:pt x="28" y="16"/>
                    <a:pt x="28" y="16"/>
                  </a:cubicBezTo>
                  <a:cubicBezTo>
                    <a:pt x="28" y="16"/>
                    <a:pt x="29" y="17"/>
                    <a:pt x="30" y="19"/>
                  </a:cubicBezTo>
                  <a:cubicBezTo>
                    <a:pt x="31" y="18"/>
                    <a:pt x="31" y="18"/>
                    <a:pt x="31" y="18"/>
                  </a:cubicBezTo>
                  <a:cubicBezTo>
                    <a:pt x="31" y="17"/>
                    <a:pt x="32" y="16"/>
                    <a:pt x="32" y="16"/>
                  </a:cubicBezTo>
                  <a:cubicBezTo>
                    <a:pt x="32" y="15"/>
                    <a:pt x="32" y="15"/>
                    <a:pt x="32" y="15"/>
                  </a:cubicBezTo>
                  <a:cubicBezTo>
                    <a:pt x="32" y="15"/>
                    <a:pt x="32" y="15"/>
                    <a:pt x="32" y="15"/>
                  </a:cubicBezTo>
                  <a:cubicBezTo>
                    <a:pt x="33" y="16"/>
                    <a:pt x="33" y="16"/>
                    <a:pt x="33" y="16"/>
                  </a:cubicBezTo>
                  <a:cubicBezTo>
                    <a:pt x="33" y="14"/>
                    <a:pt x="34" y="11"/>
                    <a:pt x="34" y="11"/>
                  </a:cubicBezTo>
                  <a:cubicBezTo>
                    <a:pt x="34" y="10"/>
                    <a:pt x="34" y="10"/>
                    <a:pt x="34" y="10"/>
                  </a:cubicBezTo>
                  <a:cubicBezTo>
                    <a:pt x="34" y="10"/>
                    <a:pt x="34" y="10"/>
                    <a:pt x="34" y="10"/>
                  </a:cubicBezTo>
                  <a:cubicBezTo>
                    <a:pt x="35" y="12"/>
                    <a:pt x="35" y="12"/>
                    <a:pt x="35" y="12"/>
                  </a:cubicBezTo>
                  <a:cubicBezTo>
                    <a:pt x="35" y="11"/>
                    <a:pt x="35" y="9"/>
                    <a:pt x="35" y="8"/>
                  </a:cubicBezTo>
                  <a:cubicBezTo>
                    <a:pt x="35" y="4"/>
                    <a:pt x="35" y="0"/>
                    <a:pt x="35" y="0"/>
                  </a:cubicBezTo>
                  <a:cubicBezTo>
                    <a:pt x="35" y="0"/>
                    <a:pt x="35" y="0"/>
                    <a:pt x="35" y="0"/>
                  </a:cubicBezTo>
                  <a:cubicBezTo>
                    <a:pt x="35" y="0"/>
                    <a:pt x="35" y="0"/>
                    <a:pt x="35" y="0"/>
                  </a:cubicBezTo>
                  <a:cubicBezTo>
                    <a:pt x="38" y="0"/>
                    <a:pt x="40" y="6"/>
                    <a:pt x="40" y="9"/>
                  </a:cubicBezTo>
                  <a:cubicBezTo>
                    <a:pt x="40" y="9"/>
                    <a:pt x="40" y="9"/>
                    <a:pt x="40" y="9"/>
                  </a:cubicBezTo>
                  <a:cubicBezTo>
                    <a:pt x="40" y="10"/>
                    <a:pt x="40" y="10"/>
                    <a:pt x="40" y="10"/>
                  </a:cubicBezTo>
                  <a:cubicBezTo>
                    <a:pt x="40" y="11"/>
                    <a:pt x="40" y="11"/>
                    <a:pt x="40" y="11"/>
                  </a:cubicBezTo>
                  <a:cubicBezTo>
                    <a:pt x="41" y="10"/>
                    <a:pt x="42" y="8"/>
                    <a:pt x="43" y="6"/>
                  </a:cubicBezTo>
                  <a:cubicBezTo>
                    <a:pt x="45" y="4"/>
                    <a:pt x="46" y="2"/>
                    <a:pt x="46" y="2"/>
                  </a:cubicBezTo>
                  <a:cubicBezTo>
                    <a:pt x="46" y="1"/>
                    <a:pt x="46" y="1"/>
                    <a:pt x="46" y="1"/>
                  </a:cubicBezTo>
                  <a:cubicBezTo>
                    <a:pt x="46" y="2"/>
                    <a:pt x="46" y="2"/>
                    <a:pt x="46" y="2"/>
                  </a:cubicBezTo>
                  <a:cubicBezTo>
                    <a:pt x="47" y="3"/>
                    <a:pt x="48" y="4"/>
                    <a:pt x="48" y="5"/>
                  </a:cubicBezTo>
                  <a:cubicBezTo>
                    <a:pt x="47" y="9"/>
                    <a:pt x="45" y="13"/>
                    <a:pt x="44" y="15"/>
                  </a:cubicBezTo>
                  <a:cubicBezTo>
                    <a:pt x="45" y="14"/>
                    <a:pt x="47" y="12"/>
                    <a:pt x="47" y="12"/>
                  </a:cubicBezTo>
                  <a:cubicBezTo>
                    <a:pt x="47" y="12"/>
                    <a:pt x="47" y="12"/>
                    <a:pt x="47" y="12"/>
                  </a:cubicBezTo>
                  <a:cubicBezTo>
                    <a:pt x="47" y="12"/>
                    <a:pt x="47" y="12"/>
                    <a:pt x="47" y="12"/>
                  </a:cubicBezTo>
                  <a:cubicBezTo>
                    <a:pt x="48" y="14"/>
                    <a:pt x="48" y="14"/>
                    <a:pt x="48" y="14"/>
                  </a:cubicBezTo>
                  <a:cubicBezTo>
                    <a:pt x="48" y="17"/>
                    <a:pt x="45" y="20"/>
                    <a:pt x="44" y="21"/>
                  </a:cubicBezTo>
                  <a:cubicBezTo>
                    <a:pt x="45" y="21"/>
                    <a:pt x="47" y="20"/>
                    <a:pt x="47" y="20"/>
                  </a:cubicBezTo>
                  <a:cubicBezTo>
                    <a:pt x="47" y="20"/>
                    <a:pt x="47" y="20"/>
                    <a:pt x="47" y="20"/>
                  </a:cubicBezTo>
                  <a:cubicBezTo>
                    <a:pt x="47" y="21"/>
                    <a:pt x="47" y="21"/>
                    <a:pt x="47" y="21"/>
                  </a:cubicBezTo>
                  <a:cubicBezTo>
                    <a:pt x="47" y="21"/>
                    <a:pt x="47" y="21"/>
                    <a:pt x="47" y="21"/>
                  </a:cubicBezTo>
                  <a:cubicBezTo>
                    <a:pt x="47" y="24"/>
                    <a:pt x="44" y="27"/>
                    <a:pt x="43" y="28"/>
                  </a:cubicBezTo>
                  <a:cubicBezTo>
                    <a:pt x="45" y="28"/>
                    <a:pt x="46" y="29"/>
                    <a:pt x="46" y="29"/>
                  </a:cubicBezTo>
                  <a:cubicBezTo>
                    <a:pt x="46" y="29"/>
                    <a:pt x="46" y="29"/>
                    <a:pt x="46" y="29"/>
                  </a:cubicBezTo>
                  <a:cubicBezTo>
                    <a:pt x="46" y="29"/>
                    <a:pt x="46" y="29"/>
                    <a:pt x="46" y="29"/>
                  </a:cubicBezTo>
                  <a:cubicBezTo>
                    <a:pt x="45" y="31"/>
                    <a:pt x="44" y="32"/>
                    <a:pt x="43" y="33"/>
                  </a:cubicBezTo>
                  <a:cubicBezTo>
                    <a:pt x="43" y="33"/>
                    <a:pt x="43" y="33"/>
                    <a:pt x="43" y="33"/>
                  </a:cubicBezTo>
                  <a:cubicBezTo>
                    <a:pt x="43" y="33"/>
                    <a:pt x="43" y="33"/>
                    <a:pt x="43" y="33"/>
                  </a:cubicBezTo>
                  <a:cubicBezTo>
                    <a:pt x="46" y="33"/>
                    <a:pt x="48" y="35"/>
                    <a:pt x="48" y="38"/>
                  </a:cubicBezTo>
                  <a:cubicBezTo>
                    <a:pt x="48" y="38"/>
                    <a:pt x="48" y="38"/>
                    <a:pt x="48" y="38"/>
                  </a:cubicBezTo>
                  <a:cubicBezTo>
                    <a:pt x="48" y="41"/>
                    <a:pt x="47" y="42"/>
                    <a:pt x="47" y="43"/>
                  </a:cubicBezTo>
                  <a:cubicBezTo>
                    <a:pt x="47" y="43"/>
                    <a:pt x="47" y="43"/>
                    <a:pt x="47" y="43"/>
                  </a:cubicBezTo>
                  <a:cubicBezTo>
                    <a:pt x="47" y="44"/>
                    <a:pt x="48" y="44"/>
                    <a:pt x="48" y="48"/>
                  </a:cubicBezTo>
                  <a:cubicBezTo>
                    <a:pt x="48" y="49"/>
                    <a:pt x="48" y="49"/>
                    <a:pt x="48" y="49"/>
                  </a:cubicBezTo>
                  <a:cubicBezTo>
                    <a:pt x="48" y="51"/>
                    <a:pt x="46" y="51"/>
                    <a:pt x="45" y="51"/>
                  </a:cubicBezTo>
                  <a:cubicBezTo>
                    <a:pt x="45" y="51"/>
                    <a:pt x="45" y="51"/>
                    <a:pt x="45" y="51"/>
                  </a:cubicBezTo>
                  <a:cubicBezTo>
                    <a:pt x="44" y="51"/>
                    <a:pt x="44" y="51"/>
                    <a:pt x="44" y="51"/>
                  </a:cubicBezTo>
                  <a:cubicBezTo>
                    <a:pt x="44" y="51"/>
                    <a:pt x="44" y="51"/>
                    <a:pt x="44" y="51"/>
                  </a:cubicBezTo>
                  <a:cubicBezTo>
                    <a:pt x="44" y="51"/>
                    <a:pt x="44" y="51"/>
                    <a:pt x="44" y="51"/>
                  </a:cubicBezTo>
                  <a:cubicBezTo>
                    <a:pt x="45" y="51"/>
                    <a:pt x="45" y="49"/>
                    <a:pt x="45" y="48"/>
                  </a:cubicBezTo>
                  <a:cubicBezTo>
                    <a:pt x="45" y="48"/>
                    <a:pt x="45" y="48"/>
                    <a:pt x="45" y="48"/>
                  </a:cubicBezTo>
                  <a:cubicBezTo>
                    <a:pt x="46" y="47"/>
                    <a:pt x="43" y="45"/>
                    <a:pt x="43" y="43"/>
                  </a:cubicBezTo>
                  <a:cubicBezTo>
                    <a:pt x="42" y="42"/>
                    <a:pt x="42" y="42"/>
                    <a:pt x="42" y="42"/>
                  </a:cubicBezTo>
                  <a:cubicBezTo>
                    <a:pt x="42" y="40"/>
                    <a:pt x="45" y="39"/>
                    <a:pt x="45" y="39"/>
                  </a:cubicBezTo>
                  <a:cubicBezTo>
                    <a:pt x="46" y="38"/>
                    <a:pt x="46" y="38"/>
                    <a:pt x="46" y="38"/>
                  </a:cubicBezTo>
                  <a:cubicBezTo>
                    <a:pt x="46" y="38"/>
                    <a:pt x="46" y="38"/>
                    <a:pt x="46" y="38"/>
                  </a:cubicBezTo>
                  <a:cubicBezTo>
                    <a:pt x="46" y="36"/>
                    <a:pt x="44" y="36"/>
                    <a:pt x="44" y="36"/>
                  </a:cubicBezTo>
                  <a:cubicBezTo>
                    <a:pt x="44" y="36"/>
                    <a:pt x="44" y="36"/>
                    <a:pt x="44" y="36"/>
                  </a:cubicBezTo>
                  <a:cubicBezTo>
                    <a:pt x="43" y="36"/>
                    <a:pt x="43" y="36"/>
                    <a:pt x="43" y="36"/>
                  </a:cubicBezTo>
                  <a:cubicBezTo>
                    <a:pt x="43" y="36"/>
                    <a:pt x="43" y="36"/>
                    <a:pt x="43" y="36"/>
                  </a:cubicBezTo>
                  <a:cubicBezTo>
                    <a:pt x="43" y="36"/>
                    <a:pt x="43" y="36"/>
                    <a:pt x="43" y="36"/>
                  </a:cubicBezTo>
                  <a:cubicBezTo>
                    <a:pt x="43" y="36"/>
                    <a:pt x="43" y="36"/>
                    <a:pt x="43" y="36"/>
                  </a:cubicBezTo>
                  <a:cubicBezTo>
                    <a:pt x="41" y="36"/>
                    <a:pt x="41" y="36"/>
                    <a:pt x="41" y="36"/>
                  </a:cubicBezTo>
                  <a:cubicBezTo>
                    <a:pt x="42" y="37"/>
                    <a:pt x="42" y="37"/>
                    <a:pt x="42" y="37"/>
                  </a:cubicBezTo>
                  <a:cubicBezTo>
                    <a:pt x="42" y="38"/>
                    <a:pt x="42" y="38"/>
                    <a:pt x="42" y="38"/>
                  </a:cubicBezTo>
                  <a:cubicBezTo>
                    <a:pt x="41" y="38"/>
                    <a:pt x="41" y="38"/>
                    <a:pt x="41" y="38"/>
                  </a:cubicBezTo>
                  <a:cubicBezTo>
                    <a:pt x="40" y="38"/>
                    <a:pt x="40" y="38"/>
                    <a:pt x="40" y="38"/>
                  </a:cubicBezTo>
                  <a:cubicBezTo>
                    <a:pt x="40" y="39"/>
                    <a:pt x="40" y="40"/>
                    <a:pt x="40" y="41"/>
                  </a:cubicBezTo>
                  <a:cubicBezTo>
                    <a:pt x="40" y="41"/>
                    <a:pt x="40" y="41"/>
                    <a:pt x="40" y="41"/>
                  </a:cubicBezTo>
                  <a:cubicBezTo>
                    <a:pt x="40" y="48"/>
                    <a:pt x="47" y="54"/>
                    <a:pt x="47" y="59"/>
                  </a:cubicBezTo>
                  <a:cubicBezTo>
                    <a:pt x="47" y="62"/>
                    <a:pt x="44" y="65"/>
                    <a:pt x="43" y="66"/>
                  </a:cubicBezTo>
                  <a:cubicBezTo>
                    <a:pt x="44" y="68"/>
                    <a:pt x="44" y="68"/>
                    <a:pt x="44" y="68"/>
                  </a:cubicBezTo>
                  <a:cubicBezTo>
                    <a:pt x="45" y="68"/>
                    <a:pt x="45" y="68"/>
                    <a:pt x="45" y="68"/>
                  </a:cubicBezTo>
                  <a:cubicBezTo>
                    <a:pt x="43" y="69"/>
                    <a:pt x="43" y="69"/>
                    <a:pt x="43" y="69"/>
                  </a:cubicBezTo>
                  <a:cubicBezTo>
                    <a:pt x="44" y="70"/>
                    <a:pt x="44" y="70"/>
                    <a:pt x="44" y="70"/>
                  </a:cubicBezTo>
                  <a:cubicBezTo>
                    <a:pt x="43" y="70"/>
                    <a:pt x="43" y="70"/>
                    <a:pt x="43" y="70"/>
                  </a:cubicBezTo>
                  <a:cubicBezTo>
                    <a:pt x="43" y="71"/>
                    <a:pt x="43" y="71"/>
                    <a:pt x="43" y="71"/>
                  </a:cubicBezTo>
                  <a:cubicBezTo>
                    <a:pt x="43" y="72"/>
                    <a:pt x="43" y="72"/>
                    <a:pt x="43" y="72"/>
                  </a:cubicBezTo>
                  <a:cubicBezTo>
                    <a:pt x="42" y="72"/>
                    <a:pt x="42" y="72"/>
                    <a:pt x="42" y="72"/>
                  </a:cubicBezTo>
                  <a:cubicBezTo>
                    <a:pt x="43" y="73"/>
                    <a:pt x="43" y="73"/>
                    <a:pt x="43" y="73"/>
                  </a:cubicBezTo>
                  <a:cubicBezTo>
                    <a:pt x="43" y="73"/>
                    <a:pt x="43" y="73"/>
                    <a:pt x="43" y="73"/>
                  </a:cubicBezTo>
                  <a:cubicBezTo>
                    <a:pt x="42" y="73"/>
                    <a:pt x="42" y="73"/>
                    <a:pt x="42" y="73"/>
                  </a:cubicBezTo>
                  <a:cubicBezTo>
                    <a:pt x="42" y="74"/>
                    <a:pt x="42" y="74"/>
                    <a:pt x="42" y="74"/>
                  </a:cubicBezTo>
                  <a:cubicBezTo>
                    <a:pt x="42" y="75"/>
                    <a:pt x="42" y="75"/>
                    <a:pt x="42" y="75"/>
                  </a:cubicBezTo>
                  <a:cubicBezTo>
                    <a:pt x="41" y="75"/>
                    <a:pt x="41" y="75"/>
                    <a:pt x="41" y="75"/>
                  </a:cubicBezTo>
                  <a:cubicBezTo>
                    <a:pt x="41" y="77"/>
                    <a:pt x="41" y="77"/>
                    <a:pt x="41" y="77"/>
                  </a:cubicBezTo>
                  <a:cubicBezTo>
                    <a:pt x="42" y="77"/>
                    <a:pt x="42" y="77"/>
                    <a:pt x="42" y="77"/>
                  </a:cubicBezTo>
                  <a:cubicBezTo>
                    <a:pt x="40" y="77"/>
                    <a:pt x="40" y="77"/>
                    <a:pt x="40" y="77"/>
                  </a:cubicBezTo>
                  <a:cubicBezTo>
                    <a:pt x="41" y="79"/>
                    <a:pt x="41" y="79"/>
                    <a:pt x="41" y="79"/>
                  </a:cubicBezTo>
                  <a:cubicBezTo>
                    <a:pt x="43" y="82"/>
                    <a:pt x="43" y="82"/>
                    <a:pt x="43" y="82"/>
                  </a:cubicBezTo>
                  <a:cubicBezTo>
                    <a:pt x="43" y="83"/>
                    <a:pt x="42" y="84"/>
                    <a:pt x="42" y="86"/>
                  </a:cubicBezTo>
                  <a:cubicBezTo>
                    <a:pt x="42" y="87"/>
                    <a:pt x="42" y="88"/>
                    <a:pt x="42" y="88"/>
                  </a:cubicBezTo>
                  <a:cubicBezTo>
                    <a:pt x="43" y="93"/>
                    <a:pt x="43" y="93"/>
                    <a:pt x="43" y="93"/>
                  </a:cubicBezTo>
                  <a:cubicBezTo>
                    <a:pt x="43" y="95"/>
                    <a:pt x="43" y="95"/>
                    <a:pt x="43" y="95"/>
                  </a:cubicBezTo>
                  <a:cubicBezTo>
                    <a:pt x="42" y="99"/>
                    <a:pt x="42" y="99"/>
                    <a:pt x="42" y="99"/>
                  </a:cubicBezTo>
                  <a:cubicBezTo>
                    <a:pt x="42" y="100"/>
                    <a:pt x="41" y="100"/>
                    <a:pt x="40" y="100"/>
                  </a:cubicBezTo>
                  <a:cubicBezTo>
                    <a:pt x="39" y="100"/>
                    <a:pt x="39" y="100"/>
                    <a:pt x="39" y="100"/>
                  </a:cubicBezTo>
                  <a:cubicBezTo>
                    <a:pt x="38" y="100"/>
                    <a:pt x="36" y="100"/>
                    <a:pt x="35" y="100"/>
                  </a:cubicBezTo>
                  <a:cubicBezTo>
                    <a:pt x="34" y="100"/>
                    <a:pt x="32" y="99"/>
                    <a:pt x="31" y="98"/>
                  </a:cubicBezTo>
                  <a:cubicBezTo>
                    <a:pt x="30" y="97"/>
                    <a:pt x="30" y="97"/>
                    <a:pt x="30" y="97"/>
                  </a:cubicBezTo>
                  <a:cubicBezTo>
                    <a:pt x="30" y="97"/>
                    <a:pt x="30" y="97"/>
                    <a:pt x="30" y="97"/>
                  </a:cubicBezTo>
                  <a:cubicBezTo>
                    <a:pt x="32" y="95"/>
                    <a:pt x="32" y="95"/>
                    <a:pt x="32" y="95"/>
                  </a:cubicBezTo>
                  <a:cubicBezTo>
                    <a:pt x="33" y="95"/>
                    <a:pt x="33" y="95"/>
                    <a:pt x="33" y="95"/>
                  </a:cubicBezTo>
                  <a:cubicBezTo>
                    <a:pt x="34" y="95"/>
                    <a:pt x="34" y="95"/>
                    <a:pt x="34" y="95"/>
                  </a:cubicBezTo>
                  <a:cubicBezTo>
                    <a:pt x="34" y="95"/>
                    <a:pt x="34" y="95"/>
                    <a:pt x="34" y="95"/>
                  </a:cubicBezTo>
                  <a:cubicBezTo>
                    <a:pt x="34" y="95"/>
                    <a:pt x="34" y="95"/>
                    <a:pt x="34" y="95"/>
                  </a:cubicBezTo>
                  <a:cubicBezTo>
                    <a:pt x="35" y="95"/>
                    <a:pt x="35" y="95"/>
                    <a:pt x="35" y="95"/>
                  </a:cubicBezTo>
                  <a:cubicBezTo>
                    <a:pt x="36" y="95"/>
                    <a:pt x="36" y="96"/>
                    <a:pt x="37" y="96"/>
                  </a:cubicBezTo>
                  <a:cubicBezTo>
                    <a:pt x="37" y="96"/>
                    <a:pt x="37" y="96"/>
                    <a:pt x="37" y="96"/>
                  </a:cubicBezTo>
                  <a:cubicBezTo>
                    <a:pt x="39" y="96"/>
                    <a:pt x="39" y="94"/>
                    <a:pt x="39" y="93"/>
                  </a:cubicBezTo>
                  <a:cubicBezTo>
                    <a:pt x="39" y="92"/>
                    <a:pt x="39" y="92"/>
                    <a:pt x="39" y="92"/>
                  </a:cubicBezTo>
                  <a:cubicBezTo>
                    <a:pt x="39" y="91"/>
                    <a:pt x="39" y="91"/>
                    <a:pt x="38" y="90"/>
                  </a:cubicBezTo>
                  <a:cubicBezTo>
                    <a:pt x="38" y="89"/>
                    <a:pt x="38" y="88"/>
                    <a:pt x="38" y="87"/>
                  </a:cubicBezTo>
                  <a:cubicBezTo>
                    <a:pt x="38" y="86"/>
                    <a:pt x="38" y="86"/>
                    <a:pt x="38" y="86"/>
                  </a:cubicBezTo>
                  <a:cubicBezTo>
                    <a:pt x="38" y="85"/>
                    <a:pt x="38" y="85"/>
                    <a:pt x="37" y="84"/>
                  </a:cubicBezTo>
                  <a:cubicBezTo>
                    <a:pt x="36" y="83"/>
                    <a:pt x="36" y="82"/>
                    <a:pt x="36" y="81"/>
                  </a:cubicBezTo>
                  <a:cubicBezTo>
                    <a:pt x="36" y="80"/>
                    <a:pt x="36" y="79"/>
                    <a:pt x="35" y="78"/>
                  </a:cubicBezTo>
                  <a:cubicBezTo>
                    <a:pt x="33" y="77"/>
                    <a:pt x="32" y="75"/>
                    <a:pt x="32" y="74"/>
                  </a:cubicBezTo>
                  <a:cubicBezTo>
                    <a:pt x="31" y="72"/>
                    <a:pt x="31" y="72"/>
                    <a:pt x="31" y="72"/>
                  </a:cubicBezTo>
                  <a:cubicBezTo>
                    <a:pt x="30" y="70"/>
                    <a:pt x="30" y="70"/>
                    <a:pt x="30" y="70"/>
                  </a:cubicBezTo>
                  <a:cubicBezTo>
                    <a:pt x="30" y="70"/>
                    <a:pt x="30" y="70"/>
                    <a:pt x="30" y="70"/>
                  </a:cubicBezTo>
                  <a:cubicBezTo>
                    <a:pt x="29" y="69"/>
                    <a:pt x="29" y="69"/>
                    <a:pt x="28" y="68"/>
                  </a:cubicBezTo>
                  <a:cubicBezTo>
                    <a:pt x="27" y="67"/>
                    <a:pt x="27" y="67"/>
                    <a:pt x="27" y="67"/>
                  </a:cubicBezTo>
                  <a:cubicBezTo>
                    <a:pt x="27" y="68"/>
                    <a:pt x="27" y="68"/>
                    <a:pt x="27" y="68"/>
                  </a:cubicBezTo>
                  <a:cubicBezTo>
                    <a:pt x="27" y="68"/>
                    <a:pt x="27" y="68"/>
                    <a:pt x="27" y="68"/>
                  </a:cubicBezTo>
                  <a:cubicBezTo>
                    <a:pt x="27" y="68"/>
                    <a:pt x="27" y="68"/>
                    <a:pt x="27" y="68"/>
                  </a:cubicBezTo>
                  <a:cubicBezTo>
                    <a:pt x="27" y="68"/>
                    <a:pt x="27" y="68"/>
                    <a:pt x="27" y="68"/>
                  </a:cubicBezTo>
                  <a:cubicBezTo>
                    <a:pt x="27" y="69"/>
                    <a:pt x="27" y="69"/>
                    <a:pt x="27" y="69"/>
                  </a:cubicBezTo>
                  <a:cubicBezTo>
                    <a:pt x="28" y="71"/>
                    <a:pt x="28" y="71"/>
                    <a:pt x="28" y="71"/>
                  </a:cubicBezTo>
                  <a:cubicBezTo>
                    <a:pt x="28" y="72"/>
                    <a:pt x="28" y="72"/>
                    <a:pt x="28" y="72"/>
                  </a:cubicBezTo>
                  <a:cubicBezTo>
                    <a:pt x="28" y="74"/>
                    <a:pt x="28" y="74"/>
                    <a:pt x="28" y="74"/>
                  </a:cubicBezTo>
                  <a:cubicBezTo>
                    <a:pt x="26" y="75"/>
                    <a:pt x="26" y="75"/>
                    <a:pt x="26" y="75"/>
                  </a:cubicBezTo>
                  <a:cubicBezTo>
                    <a:pt x="25" y="76"/>
                    <a:pt x="25" y="76"/>
                    <a:pt x="25" y="76"/>
                  </a:cubicBezTo>
                  <a:cubicBezTo>
                    <a:pt x="23" y="78"/>
                    <a:pt x="23" y="78"/>
                    <a:pt x="23" y="78"/>
                  </a:cubicBezTo>
                  <a:cubicBezTo>
                    <a:pt x="22" y="79"/>
                    <a:pt x="22" y="79"/>
                    <a:pt x="22" y="79"/>
                  </a:cubicBezTo>
                  <a:cubicBezTo>
                    <a:pt x="21" y="81"/>
                    <a:pt x="21" y="81"/>
                    <a:pt x="21" y="81"/>
                  </a:cubicBezTo>
                  <a:cubicBezTo>
                    <a:pt x="20" y="82"/>
                    <a:pt x="19" y="83"/>
                    <a:pt x="18" y="83"/>
                  </a:cubicBezTo>
                  <a:cubicBezTo>
                    <a:pt x="16" y="83"/>
                    <a:pt x="15" y="80"/>
                    <a:pt x="14" y="79"/>
                  </a:cubicBezTo>
                  <a:cubicBezTo>
                    <a:pt x="14" y="78"/>
                    <a:pt x="13" y="76"/>
                    <a:pt x="13" y="75"/>
                  </a:cubicBezTo>
                  <a:cubicBezTo>
                    <a:pt x="13" y="72"/>
                    <a:pt x="13" y="72"/>
                    <a:pt x="13" y="72"/>
                  </a:cubicBezTo>
                  <a:cubicBezTo>
                    <a:pt x="13" y="72"/>
                    <a:pt x="13" y="72"/>
                    <a:pt x="13" y="72"/>
                  </a:cubicBezTo>
                  <a:cubicBezTo>
                    <a:pt x="14" y="72"/>
                    <a:pt x="14" y="72"/>
                    <a:pt x="14" y="72"/>
                  </a:cubicBezTo>
                  <a:cubicBezTo>
                    <a:pt x="15" y="73"/>
                    <a:pt x="15" y="73"/>
                    <a:pt x="15" y="73"/>
                  </a:cubicBezTo>
                  <a:cubicBezTo>
                    <a:pt x="16" y="74"/>
                    <a:pt x="16" y="74"/>
                    <a:pt x="16" y="74"/>
                  </a:cubicBezTo>
                  <a:cubicBezTo>
                    <a:pt x="17" y="75"/>
                    <a:pt x="17" y="75"/>
                    <a:pt x="17" y="75"/>
                  </a:cubicBezTo>
                  <a:cubicBezTo>
                    <a:pt x="18" y="77"/>
                    <a:pt x="18" y="77"/>
                    <a:pt x="18" y="77"/>
                  </a:cubicBezTo>
                  <a:cubicBezTo>
                    <a:pt x="18" y="77"/>
                    <a:pt x="18" y="77"/>
                    <a:pt x="18" y="77"/>
                  </a:cubicBezTo>
                  <a:cubicBezTo>
                    <a:pt x="19" y="76"/>
                    <a:pt x="19" y="76"/>
                    <a:pt x="19" y="76"/>
                  </a:cubicBezTo>
                  <a:cubicBezTo>
                    <a:pt x="20" y="76"/>
                    <a:pt x="21" y="74"/>
                    <a:pt x="22" y="73"/>
                  </a:cubicBezTo>
                  <a:cubicBezTo>
                    <a:pt x="22" y="72"/>
                    <a:pt x="23" y="71"/>
                    <a:pt x="23" y="70"/>
                  </a:cubicBezTo>
                  <a:cubicBezTo>
                    <a:pt x="23" y="69"/>
                    <a:pt x="23" y="69"/>
                    <a:pt x="23" y="69"/>
                  </a:cubicBezTo>
                  <a:cubicBezTo>
                    <a:pt x="22" y="68"/>
                    <a:pt x="19" y="66"/>
                    <a:pt x="18" y="65"/>
                  </a:cubicBezTo>
                  <a:cubicBezTo>
                    <a:pt x="18" y="64"/>
                    <a:pt x="18" y="64"/>
                    <a:pt x="18" y="64"/>
                  </a:cubicBezTo>
                  <a:cubicBezTo>
                    <a:pt x="18" y="63"/>
                    <a:pt x="18" y="63"/>
                    <a:pt x="18" y="63"/>
                  </a:cubicBezTo>
                  <a:cubicBezTo>
                    <a:pt x="17" y="62"/>
                    <a:pt x="17" y="61"/>
                    <a:pt x="17" y="61"/>
                  </a:cubicBezTo>
                  <a:cubicBezTo>
                    <a:pt x="17" y="57"/>
                    <a:pt x="20" y="56"/>
                    <a:pt x="22" y="56"/>
                  </a:cubicBezTo>
                  <a:cubicBezTo>
                    <a:pt x="24" y="56"/>
                    <a:pt x="24" y="56"/>
                    <a:pt x="24" y="56"/>
                  </a:cubicBezTo>
                  <a:cubicBezTo>
                    <a:pt x="23" y="56"/>
                    <a:pt x="23" y="56"/>
                    <a:pt x="23" y="56"/>
                  </a:cubicBezTo>
                  <a:cubicBezTo>
                    <a:pt x="22" y="54"/>
                    <a:pt x="22" y="54"/>
                    <a:pt x="22" y="54"/>
                  </a:cubicBezTo>
                  <a:cubicBezTo>
                    <a:pt x="20" y="53"/>
                    <a:pt x="20" y="53"/>
                    <a:pt x="20" y="53"/>
                  </a:cubicBezTo>
                  <a:cubicBezTo>
                    <a:pt x="20" y="52"/>
                    <a:pt x="20" y="52"/>
                    <a:pt x="20" y="52"/>
                  </a:cubicBezTo>
                  <a:cubicBezTo>
                    <a:pt x="20" y="52"/>
                    <a:pt x="20" y="52"/>
                    <a:pt x="20" y="52"/>
                  </a:cubicBezTo>
                  <a:cubicBezTo>
                    <a:pt x="20" y="52"/>
                    <a:pt x="20" y="52"/>
                    <a:pt x="20" y="52"/>
                  </a:cubicBezTo>
                  <a:cubicBezTo>
                    <a:pt x="20" y="51"/>
                    <a:pt x="20" y="51"/>
                    <a:pt x="20" y="51"/>
                  </a:cubicBezTo>
                  <a:cubicBezTo>
                    <a:pt x="17" y="52"/>
                    <a:pt x="16" y="56"/>
                    <a:pt x="16" y="56"/>
                  </a:cubicBezTo>
                  <a:cubicBezTo>
                    <a:pt x="16" y="57"/>
                    <a:pt x="16" y="57"/>
                    <a:pt x="16" y="57"/>
                  </a:cubicBezTo>
                  <a:cubicBezTo>
                    <a:pt x="16" y="56"/>
                    <a:pt x="16" y="56"/>
                    <a:pt x="16" y="56"/>
                  </a:cubicBezTo>
                  <a:cubicBezTo>
                    <a:pt x="15" y="55"/>
                    <a:pt x="15" y="54"/>
                    <a:pt x="15" y="53"/>
                  </a:cubicBezTo>
                  <a:cubicBezTo>
                    <a:pt x="13" y="54"/>
                    <a:pt x="13" y="54"/>
                    <a:pt x="13" y="54"/>
                  </a:cubicBezTo>
                  <a:cubicBezTo>
                    <a:pt x="12" y="54"/>
                    <a:pt x="12" y="54"/>
                    <a:pt x="11" y="55"/>
                  </a:cubicBezTo>
                  <a:cubicBezTo>
                    <a:pt x="10" y="55"/>
                    <a:pt x="10" y="55"/>
                    <a:pt x="9" y="56"/>
                  </a:cubicBezTo>
                  <a:cubicBezTo>
                    <a:pt x="9" y="56"/>
                    <a:pt x="9" y="56"/>
                    <a:pt x="9" y="56"/>
                  </a:cubicBezTo>
                  <a:cubicBezTo>
                    <a:pt x="10" y="57"/>
                    <a:pt x="10" y="57"/>
                    <a:pt x="10" y="57"/>
                  </a:cubicBezTo>
                  <a:cubicBezTo>
                    <a:pt x="11" y="58"/>
                    <a:pt x="11" y="58"/>
                    <a:pt x="11" y="58"/>
                  </a:cubicBezTo>
                  <a:cubicBezTo>
                    <a:pt x="12" y="60"/>
                    <a:pt x="12" y="60"/>
                    <a:pt x="12" y="60"/>
                  </a:cubicBezTo>
                  <a:cubicBezTo>
                    <a:pt x="12" y="60"/>
                    <a:pt x="12" y="60"/>
                    <a:pt x="12" y="60"/>
                  </a:cubicBezTo>
                  <a:cubicBezTo>
                    <a:pt x="11" y="61"/>
                    <a:pt x="11" y="61"/>
                    <a:pt x="11" y="61"/>
                  </a:cubicBezTo>
                  <a:cubicBezTo>
                    <a:pt x="11" y="62"/>
                    <a:pt x="11" y="62"/>
                    <a:pt x="11" y="62"/>
                  </a:cubicBezTo>
                  <a:cubicBezTo>
                    <a:pt x="10" y="63"/>
                    <a:pt x="10" y="63"/>
                    <a:pt x="10" y="63"/>
                  </a:cubicBezTo>
                  <a:cubicBezTo>
                    <a:pt x="9" y="63"/>
                    <a:pt x="9" y="63"/>
                    <a:pt x="9" y="63"/>
                  </a:cubicBezTo>
                  <a:cubicBezTo>
                    <a:pt x="9" y="63"/>
                    <a:pt x="9" y="63"/>
                    <a:pt x="9" y="63"/>
                  </a:cubicBezTo>
                  <a:cubicBezTo>
                    <a:pt x="9" y="62"/>
                    <a:pt x="9" y="62"/>
                    <a:pt x="9" y="62"/>
                  </a:cubicBezTo>
                  <a:cubicBezTo>
                    <a:pt x="10" y="62"/>
                    <a:pt x="10" y="62"/>
                    <a:pt x="10" y="62"/>
                  </a:cubicBezTo>
                  <a:cubicBezTo>
                    <a:pt x="10" y="61"/>
                    <a:pt x="10" y="61"/>
                    <a:pt x="10" y="61"/>
                  </a:cubicBezTo>
                  <a:cubicBezTo>
                    <a:pt x="10" y="61"/>
                    <a:pt x="10" y="61"/>
                    <a:pt x="10" y="61"/>
                  </a:cubicBezTo>
                  <a:cubicBezTo>
                    <a:pt x="9" y="61"/>
                    <a:pt x="9" y="61"/>
                    <a:pt x="9" y="61"/>
                  </a:cubicBezTo>
                  <a:cubicBezTo>
                    <a:pt x="8" y="58"/>
                    <a:pt x="8" y="58"/>
                    <a:pt x="8" y="58"/>
                  </a:cubicBezTo>
                  <a:cubicBezTo>
                    <a:pt x="7" y="55"/>
                    <a:pt x="7" y="55"/>
                    <a:pt x="7" y="55"/>
                  </a:cubicBezTo>
                  <a:cubicBezTo>
                    <a:pt x="6" y="54"/>
                    <a:pt x="6" y="52"/>
                    <a:pt x="6" y="52"/>
                  </a:cubicBezTo>
                  <a:cubicBezTo>
                    <a:pt x="5" y="49"/>
                    <a:pt x="5" y="49"/>
                    <a:pt x="5" y="49"/>
                  </a:cubicBezTo>
                  <a:cubicBezTo>
                    <a:pt x="4" y="47"/>
                    <a:pt x="4" y="47"/>
                    <a:pt x="4" y="47"/>
                  </a:cubicBezTo>
                  <a:cubicBezTo>
                    <a:pt x="4" y="46"/>
                    <a:pt x="4" y="46"/>
                    <a:pt x="4" y="46"/>
                  </a:cubicBezTo>
                  <a:cubicBezTo>
                    <a:pt x="5" y="46"/>
                    <a:pt x="5" y="46"/>
                    <a:pt x="5" y="46"/>
                  </a:cubicBezTo>
                  <a:cubicBezTo>
                    <a:pt x="4" y="46"/>
                    <a:pt x="4" y="46"/>
                    <a:pt x="4" y="46"/>
                  </a:cubicBezTo>
                  <a:cubicBezTo>
                    <a:pt x="4" y="46"/>
                    <a:pt x="4" y="46"/>
                    <a:pt x="4" y="46"/>
                  </a:cubicBezTo>
                  <a:cubicBezTo>
                    <a:pt x="4" y="46"/>
                    <a:pt x="4" y="46"/>
                    <a:pt x="4" y="46"/>
                  </a:cubicBezTo>
                  <a:cubicBezTo>
                    <a:pt x="5" y="45"/>
                    <a:pt x="5" y="45"/>
                    <a:pt x="5" y="45"/>
                  </a:cubicBezTo>
                  <a:cubicBezTo>
                    <a:pt x="5" y="45"/>
                    <a:pt x="5" y="45"/>
                    <a:pt x="5" y="45"/>
                  </a:cubicBezTo>
                  <a:cubicBezTo>
                    <a:pt x="5" y="45"/>
                    <a:pt x="5" y="45"/>
                    <a:pt x="5" y="45"/>
                  </a:cubicBezTo>
                  <a:cubicBezTo>
                    <a:pt x="6" y="45"/>
                    <a:pt x="6" y="45"/>
                    <a:pt x="6" y="45"/>
                  </a:cubicBezTo>
                  <a:cubicBezTo>
                    <a:pt x="7" y="45"/>
                    <a:pt x="7" y="45"/>
                    <a:pt x="7" y="45"/>
                  </a:cubicBezTo>
                  <a:cubicBezTo>
                    <a:pt x="8" y="45"/>
                    <a:pt x="8" y="45"/>
                    <a:pt x="8" y="45"/>
                  </a:cubicBezTo>
                  <a:cubicBezTo>
                    <a:pt x="9" y="47"/>
                    <a:pt x="9" y="47"/>
                    <a:pt x="9" y="47"/>
                  </a:cubicBezTo>
                  <a:cubicBezTo>
                    <a:pt x="9" y="47"/>
                    <a:pt x="9" y="47"/>
                    <a:pt x="9" y="47"/>
                  </a:cubicBezTo>
                  <a:cubicBezTo>
                    <a:pt x="9" y="47"/>
                    <a:pt x="9" y="47"/>
                    <a:pt x="9" y="47"/>
                  </a:cubicBezTo>
                  <a:cubicBezTo>
                    <a:pt x="9" y="47"/>
                    <a:pt x="9" y="47"/>
                    <a:pt x="9" y="47"/>
                  </a:cubicBezTo>
                  <a:cubicBezTo>
                    <a:pt x="10" y="48"/>
                    <a:pt x="10" y="48"/>
                    <a:pt x="10" y="48"/>
                  </a:cubicBezTo>
                  <a:cubicBezTo>
                    <a:pt x="9" y="49"/>
                    <a:pt x="9" y="49"/>
                    <a:pt x="9" y="49"/>
                  </a:cubicBezTo>
                  <a:cubicBezTo>
                    <a:pt x="9" y="49"/>
                    <a:pt x="9" y="49"/>
                    <a:pt x="9" y="49"/>
                  </a:cubicBezTo>
                  <a:cubicBezTo>
                    <a:pt x="9" y="49"/>
                    <a:pt x="9" y="49"/>
                    <a:pt x="9" y="49"/>
                  </a:cubicBezTo>
                  <a:cubicBezTo>
                    <a:pt x="9" y="50"/>
                    <a:pt x="9" y="50"/>
                    <a:pt x="9" y="50"/>
                  </a:cubicBezTo>
                  <a:cubicBezTo>
                    <a:pt x="9" y="52"/>
                    <a:pt x="9" y="52"/>
                    <a:pt x="9" y="52"/>
                  </a:cubicBezTo>
                  <a:cubicBezTo>
                    <a:pt x="9" y="52"/>
                    <a:pt x="9" y="52"/>
                    <a:pt x="9" y="52"/>
                  </a:cubicBezTo>
                  <a:cubicBezTo>
                    <a:pt x="9" y="52"/>
                    <a:pt x="9" y="52"/>
                    <a:pt x="9" y="52"/>
                  </a:cubicBezTo>
                  <a:cubicBezTo>
                    <a:pt x="9" y="52"/>
                    <a:pt x="9" y="52"/>
                    <a:pt x="9" y="52"/>
                  </a:cubicBezTo>
                  <a:cubicBezTo>
                    <a:pt x="9" y="52"/>
                    <a:pt x="9" y="52"/>
                    <a:pt x="9" y="52"/>
                  </a:cubicBezTo>
                  <a:cubicBezTo>
                    <a:pt x="11" y="52"/>
                    <a:pt x="11" y="52"/>
                    <a:pt x="11" y="52"/>
                  </a:cubicBezTo>
                  <a:cubicBezTo>
                    <a:pt x="11" y="52"/>
                    <a:pt x="13" y="51"/>
                    <a:pt x="14" y="50"/>
                  </a:cubicBezTo>
                  <a:cubicBezTo>
                    <a:pt x="14" y="49"/>
                    <a:pt x="14" y="49"/>
                    <a:pt x="14" y="49"/>
                  </a:cubicBezTo>
                  <a:cubicBezTo>
                    <a:pt x="12" y="47"/>
                    <a:pt x="12" y="47"/>
                    <a:pt x="12" y="47"/>
                  </a:cubicBezTo>
                  <a:cubicBezTo>
                    <a:pt x="12" y="47"/>
                    <a:pt x="12" y="47"/>
                    <a:pt x="12" y="47"/>
                  </a:cubicBezTo>
                  <a:cubicBezTo>
                    <a:pt x="12" y="47"/>
                    <a:pt x="12" y="47"/>
                    <a:pt x="12" y="47"/>
                  </a:cubicBezTo>
                  <a:cubicBezTo>
                    <a:pt x="13" y="47"/>
                    <a:pt x="13" y="47"/>
                    <a:pt x="13" y="47"/>
                  </a:cubicBezTo>
                  <a:cubicBezTo>
                    <a:pt x="14" y="47"/>
                    <a:pt x="15" y="47"/>
                    <a:pt x="16" y="47"/>
                  </a:cubicBezTo>
                  <a:cubicBezTo>
                    <a:pt x="15" y="46"/>
                    <a:pt x="14" y="45"/>
                    <a:pt x="12" y="43"/>
                  </a:cubicBezTo>
                  <a:cubicBezTo>
                    <a:pt x="11" y="40"/>
                    <a:pt x="11" y="40"/>
                    <a:pt x="11" y="40"/>
                  </a:cubicBezTo>
                  <a:cubicBezTo>
                    <a:pt x="8" y="38"/>
                    <a:pt x="8" y="38"/>
                    <a:pt x="8" y="38"/>
                  </a:cubicBezTo>
                  <a:cubicBezTo>
                    <a:pt x="8" y="38"/>
                    <a:pt x="8" y="37"/>
                    <a:pt x="8" y="36"/>
                  </a:cubicBezTo>
                  <a:cubicBezTo>
                    <a:pt x="8" y="35"/>
                    <a:pt x="7" y="33"/>
                    <a:pt x="6" y="33"/>
                  </a:cubicBezTo>
                  <a:cubicBezTo>
                    <a:pt x="5" y="32"/>
                    <a:pt x="5" y="32"/>
                    <a:pt x="5" y="32"/>
                  </a:cubicBezTo>
                  <a:cubicBezTo>
                    <a:pt x="4" y="32"/>
                    <a:pt x="4" y="34"/>
                    <a:pt x="4" y="34"/>
                  </a:cubicBezTo>
                  <a:cubicBezTo>
                    <a:pt x="3" y="34"/>
                    <a:pt x="3" y="34"/>
                    <a:pt x="3" y="34"/>
                  </a:cubicBezTo>
                  <a:cubicBezTo>
                    <a:pt x="4" y="31"/>
                    <a:pt x="5" y="30"/>
                    <a:pt x="5" y="30"/>
                  </a:cubicBezTo>
                  <a:cubicBezTo>
                    <a:pt x="5" y="29"/>
                    <a:pt x="5" y="29"/>
                    <a:pt x="5" y="29"/>
                  </a:cubicBezTo>
                  <a:cubicBezTo>
                    <a:pt x="5" y="28"/>
                    <a:pt x="4" y="27"/>
                    <a:pt x="4" y="26"/>
                  </a:cubicBezTo>
                  <a:cubicBezTo>
                    <a:pt x="4" y="24"/>
                    <a:pt x="4" y="24"/>
                    <a:pt x="4" y="24"/>
                  </a:cubicBezTo>
                  <a:cubicBezTo>
                    <a:pt x="3" y="24"/>
                    <a:pt x="3" y="24"/>
                    <a:pt x="3" y="24"/>
                  </a:cubicBezTo>
                  <a:cubicBezTo>
                    <a:pt x="3" y="26"/>
                    <a:pt x="3" y="26"/>
                    <a:pt x="3" y="26"/>
                  </a:cubicBezTo>
                  <a:cubicBezTo>
                    <a:pt x="3" y="28"/>
                    <a:pt x="3" y="28"/>
                    <a:pt x="3" y="28"/>
                  </a:cubicBezTo>
                  <a:cubicBezTo>
                    <a:pt x="2" y="28"/>
                    <a:pt x="2" y="28"/>
                    <a:pt x="2" y="28"/>
                  </a:cubicBezTo>
                  <a:cubicBezTo>
                    <a:pt x="1" y="29"/>
                    <a:pt x="1" y="29"/>
                    <a:pt x="1" y="29"/>
                  </a:cubicBezTo>
                  <a:cubicBezTo>
                    <a:pt x="1" y="29"/>
                    <a:pt x="1" y="29"/>
                    <a:pt x="1" y="29"/>
                  </a:cubicBezTo>
                  <a:cubicBezTo>
                    <a:pt x="0" y="29"/>
                    <a:pt x="0" y="29"/>
                    <a:pt x="0" y="29"/>
                  </a:cubicBezTo>
                  <a:cubicBezTo>
                    <a:pt x="0" y="28"/>
                    <a:pt x="0" y="28"/>
                    <a:pt x="0" y="28"/>
                  </a:cubicBezTo>
                  <a:cubicBezTo>
                    <a:pt x="0" y="28"/>
                    <a:pt x="0" y="28"/>
                    <a:pt x="0" y="28"/>
                  </a:cubicBezTo>
                  <a:cubicBezTo>
                    <a:pt x="1" y="28"/>
                    <a:pt x="1" y="28"/>
                    <a:pt x="1" y="28"/>
                  </a:cubicBezTo>
                  <a:cubicBezTo>
                    <a:pt x="1" y="27"/>
                    <a:pt x="1" y="27"/>
                    <a:pt x="1" y="27"/>
                  </a:cubicBezTo>
                  <a:cubicBezTo>
                    <a:pt x="1" y="27"/>
                    <a:pt x="1" y="27"/>
                    <a:pt x="1" y="27"/>
                  </a:cubicBezTo>
                  <a:cubicBezTo>
                    <a:pt x="1" y="25"/>
                    <a:pt x="1" y="25"/>
                    <a:pt x="1" y="25"/>
                  </a:cubicBezTo>
                  <a:cubicBezTo>
                    <a:pt x="2" y="21"/>
                    <a:pt x="2" y="21"/>
                    <a:pt x="2" y="21"/>
                  </a:cubicBezTo>
                  <a:cubicBezTo>
                    <a:pt x="2" y="20"/>
                    <a:pt x="2" y="20"/>
                    <a:pt x="2" y="20"/>
                  </a:cubicBezTo>
                  <a:cubicBezTo>
                    <a:pt x="2" y="19"/>
                    <a:pt x="2" y="18"/>
                    <a:pt x="2" y="18"/>
                  </a:cubicBezTo>
                  <a:cubicBezTo>
                    <a:pt x="1" y="15"/>
                    <a:pt x="1" y="15"/>
                    <a:pt x="1" y="15"/>
                  </a:cubicBezTo>
                  <a:cubicBezTo>
                    <a:pt x="0" y="14"/>
                    <a:pt x="0" y="14"/>
                    <a:pt x="0" y="14"/>
                  </a:cubicBezTo>
                  <a:cubicBezTo>
                    <a:pt x="1" y="13"/>
                    <a:pt x="1" y="13"/>
                    <a:pt x="1" y="13"/>
                  </a:cubicBezTo>
                  <a:cubicBezTo>
                    <a:pt x="1" y="13"/>
                    <a:pt x="1" y="13"/>
                    <a:pt x="1" y="13"/>
                  </a:cubicBezTo>
                  <a:lnTo>
                    <a:pt x="0" y="12"/>
                  </a:lnTo>
                  <a:close/>
                  <a:moveTo>
                    <a:pt x="13" y="21"/>
                  </a:moveTo>
                  <a:cubicBezTo>
                    <a:pt x="13" y="21"/>
                    <a:pt x="13" y="21"/>
                    <a:pt x="13" y="21"/>
                  </a:cubicBezTo>
                  <a:cubicBezTo>
                    <a:pt x="14" y="22"/>
                    <a:pt x="14" y="22"/>
                    <a:pt x="14" y="22"/>
                  </a:cubicBezTo>
                  <a:lnTo>
                    <a:pt x="13" y="21"/>
                  </a:lnTo>
                  <a:close/>
                  <a:moveTo>
                    <a:pt x="4" y="10"/>
                  </a:moveTo>
                  <a:cubicBezTo>
                    <a:pt x="4" y="10"/>
                    <a:pt x="4" y="10"/>
                    <a:pt x="4" y="10"/>
                  </a:cubicBezTo>
                  <a:cubicBezTo>
                    <a:pt x="5" y="12"/>
                    <a:pt x="5" y="12"/>
                    <a:pt x="5" y="12"/>
                  </a:cubicBezTo>
                  <a:cubicBezTo>
                    <a:pt x="5" y="12"/>
                    <a:pt x="5" y="12"/>
                    <a:pt x="5" y="12"/>
                  </a:cubicBezTo>
                  <a:cubicBezTo>
                    <a:pt x="5" y="12"/>
                    <a:pt x="5" y="12"/>
                    <a:pt x="5" y="12"/>
                  </a:cubicBezTo>
                  <a:cubicBezTo>
                    <a:pt x="5" y="12"/>
                    <a:pt x="5" y="12"/>
                    <a:pt x="5" y="12"/>
                  </a:cubicBezTo>
                  <a:lnTo>
                    <a:pt x="4" y="10"/>
                  </a:lnTo>
                  <a:close/>
                  <a:moveTo>
                    <a:pt x="6" y="12"/>
                  </a:moveTo>
                  <a:cubicBezTo>
                    <a:pt x="6" y="12"/>
                    <a:pt x="6" y="12"/>
                    <a:pt x="6" y="12"/>
                  </a:cubicBezTo>
                  <a:cubicBezTo>
                    <a:pt x="6" y="13"/>
                    <a:pt x="6" y="13"/>
                    <a:pt x="6" y="13"/>
                  </a:cubicBezTo>
                  <a:cubicBezTo>
                    <a:pt x="7" y="13"/>
                    <a:pt x="7" y="13"/>
                    <a:pt x="7" y="13"/>
                  </a:cubicBezTo>
                  <a:cubicBezTo>
                    <a:pt x="7" y="13"/>
                    <a:pt x="7" y="13"/>
                    <a:pt x="7" y="13"/>
                  </a:cubicBezTo>
                  <a:lnTo>
                    <a:pt x="6" y="12"/>
                  </a:lnTo>
                  <a:close/>
                  <a:moveTo>
                    <a:pt x="6" y="17"/>
                  </a:moveTo>
                  <a:cubicBezTo>
                    <a:pt x="7" y="16"/>
                    <a:pt x="7" y="15"/>
                    <a:pt x="7" y="15"/>
                  </a:cubicBezTo>
                  <a:cubicBezTo>
                    <a:pt x="7" y="15"/>
                    <a:pt x="7" y="15"/>
                    <a:pt x="7" y="15"/>
                  </a:cubicBezTo>
                  <a:cubicBezTo>
                    <a:pt x="7" y="13"/>
                    <a:pt x="7" y="13"/>
                    <a:pt x="7" y="13"/>
                  </a:cubicBezTo>
                  <a:cubicBezTo>
                    <a:pt x="7" y="13"/>
                    <a:pt x="7" y="13"/>
                    <a:pt x="7" y="13"/>
                  </a:cubicBezTo>
                  <a:cubicBezTo>
                    <a:pt x="7" y="13"/>
                    <a:pt x="7" y="13"/>
                    <a:pt x="7" y="13"/>
                  </a:cubicBezTo>
                  <a:cubicBezTo>
                    <a:pt x="6" y="13"/>
                    <a:pt x="6" y="13"/>
                    <a:pt x="6" y="13"/>
                  </a:cubicBezTo>
                  <a:cubicBezTo>
                    <a:pt x="6" y="14"/>
                    <a:pt x="6" y="14"/>
                    <a:pt x="6" y="14"/>
                  </a:cubicBezTo>
                  <a:cubicBezTo>
                    <a:pt x="6" y="14"/>
                    <a:pt x="6" y="14"/>
                    <a:pt x="6" y="14"/>
                  </a:cubicBezTo>
                  <a:cubicBezTo>
                    <a:pt x="6" y="15"/>
                    <a:pt x="6" y="15"/>
                    <a:pt x="5" y="16"/>
                  </a:cubicBezTo>
                  <a:cubicBezTo>
                    <a:pt x="5" y="18"/>
                    <a:pt x="5" y="18"/>
                    <a:pt x="5" y="18"/>
                  </a:cubicBezTo>
                  <a:cubicBezTo>
                    <a:pt x="5" y="18"/>
                    <a:pt x="5" y="18"/>
                    <a:pt x="5" y="18"/>
                  </a:cubicBezTo>
                  <a:lnTo>
                    <a:pt x="6" y="17"/>
                  </a:lnTo>
                  <a:close/>
                  <a:moveTo>
                    <a:pt x="19" y="21"/>
                  </a:moveTo>
                  <a:cubicBezTo>
                    <a:pt x="20" y="21"/>
                    <a:pt x="20" y="21"/>
                    <a:pt x="20" y="21"/>
                  </a:cubicBezTo>
                  <a:cubicBezTo>
                    <a:pt x="21" y="22"/>
                    <a:pt x="21" y="22"/>
                    <a:pt x="21" y="22"/>
                  </a:cubicBezTo>
                  <a:cubicBezTo>
                    <a:pt x="21" y="21"/>
                    <a:pt x="21" y="21"/>
                    <a:pt x="21" y="21"/>
                  </a:cubicBezTo>
                  <a:cubicBezTo>
                    <a:pt x="21" y="20"/>
                    <a:pt x="21" y="20"/>
                    <a:pt x="21" y="20"/>
                  </a:cubicBezTo>
                  <a:cubicBezTo>
                    <a:pt x="21" y="20"/>
                    <a:pt x="21" y="20"/>
                    <a:pt x="21" y="20"/>
                  </a:cubicBezTo>
                  <a:cubicBezTo>
                    <a:pt x="21" y="20"/>
                    <a:pt x="21" y="20"/>
                    <a:pt x="21" y="20"/>
                  </a:cubicBezTo>
                  <a:cubicBezTo>
                    <a:pt x="20" y="20"/>
                    <a:pt x="20" y="20"/>
                    <a:pt x="20" y="20"/>
                  </a:cubicBezTo>
                  <a:cubicBezTo>
                    <a:pt x="19" y="21"/>
                    <a:pt x="19" y="21"/>
                    <a:pt x="19" y="21"/>
                  </a:cubicBezTo>
                  <a:cubicBezTo>
                    <a:pt x="18" y="22"/>
                    <a:pt x="18" y="22"/>
                    <a:pt x="18" y="22"/>
                  </a:cubicBezTo>
                  <a:cubicBezTo>
                    <a:pt x="17" y="22"/>
                    <a:pt x="17" y="22"/>
                    <a:pt x="17" y="22"/>
                  </a:cubicBezTo>
                  <a:lnTo>
                    <a:pt x="19" y="21"/>
                  </a:lnTo>
                  <a:close/>
                  <a:moveTo>
                    <a:pt x="21" y="20"/>
                  </a:moveTo>
                  <a:cubicBezTo>
                    <a:pt x="21" y="20"/>
                    <a:pt x="21" y="20"/>
                    <a:pt x="21" y="20"/>
                  </a:cubicBezTo>
                  <a:cubicBezTo>
                    <a:pt x="21" y="19"/>
                    <a:pt x="21" y="19"/>
                    <a:pt x="21" y="19"/>
                  </a:cubicBezTo>
                  <a:cubicBezTo>
                    <a:pt x="20" y="19"/>
                    <a:pt x="20" y="19"/>
                    <a:pt x="20" y="19"/>
                  </a:cubicBezTo>
                  <a:cubicBezTo>
                    <a:pt x="19" y="20"/>
                    <a:pt x="19" y="20"/>
                    <a:pt x="19" y="20"/>
                  </a:cubicBezTo>
                  <a:cubicBezTo>
                    <a:pt x="19" y="20"/>
                    <a:pt x="19" y="20"/>
                    <a:pt x="19" y="20"/>
                  </a:cubicBezTo>
                  <a:cubicBezTo>
                    <a:pt x="20" y="20"/>
                    <a:pt x="20" y="20"/>
                    <a:pt x="20" y="20"/>
                  </a:cubicBezTo>
                  <a:cubicBezTo>
                    <a:pt x="20" y="20"/>
                    <a:pt x="20" y="20"/>
                    <a:pt x="20" y="20"/>
                  </a:cubicBezTo>
                  <a:cubicBezTo>
                    <a:pt x="21" y="20"/>
                    <a:pt x="21" y="20"/>
                    <a:pt x="21" y="20"/>
                  </a:cubicBezTo>
                  <a:close/>
                  <a:moveTo>
                    <a:pt x="16" y="21"/>
                  </a:moveTo>
                  <a:cubicBezTo>
                    <a:pt x="14" y="22"/>
                    <a:pt x="14" y="22"/>
                    <a:pt x="14" y="22"/>
                  </a:cubicBezTo>
                  <a:cubicBezTo>
                    <a:pt x="14" y="22"/>
                    <a:pt x="14" y="22"/>
                    <a:pt x="14" y="22"/>
                  </a:cubicBezTo>
                  <a:cubicBezTo>
                    <a:pt x="15" y="22"/>
                    <a:pt x="15" y="22"/>
                    <a:pt x="15" y="22"/>
                  </a:cubicBezTo>
                  <a:cubicBezTo>
                    <a:pt x="15" y="22"/>
                    <a:pt x="15" y="22"/>
                    <a:pt x="15" y="22"/>
                  </a:cubicBezTo>
                  <a:cubicBezTo>
                    <a:pt x="16" y="22"/>
                    <a:pt x="16" y="22"/>
                    <a:pt x="16" y="22"/>
                  </a:cubicBezTo>
                  <a:cubicBezTo>
                    <a:pt x="18" y="21"/>
                    <a:pt x="18" y="21"/>
                    <a:pt x="18" y="21"/>
                  </a:cubicBezTo>
                  <a:cubicBezTo>
                    <a:pt x="19" y="20"/>
                    <a:pt x="19" y="20"/>
                    <a:pt x="19" y="20"/>
                  </a:cubicBezTo>
                  <a:cubicBezTo>
                    <a:pt x="19" y="20"/>
                    <a:pt x="19" y="20"/>
                    <a:pt x="19" y="20"/>
                  </a:cubicBezTo>
                  <a:cubicBezTo>
                    <a:pt x="18" y="20"/>
                    <a:pt x="18" y="20"/>
                    <a:pt x="18" y="20"/>
                  </a:cubicBezTo>
                  <a:cubicBezTo>
                    <a:pt x="17" y="20"/>
                    <a:pt x="17" y="20"/>
                    <a:pt x="17" y="20"/>
                  </a:cubicBezTo>
                  <a:lnTo>
                    <a:pt x="16" y="21"/>
                  </a:lnTo>
                  <a:close/>
                  <a:moveTo>
                    <a:pt x="16" y="15"/>
                  </a:moveTo>
                  <a:cubicBezTo>
                    <a:pt x="15" y="15"/>
                    <a:pt x="15" y="15"/>
                    <a:pt x="15" y="16"/>
                  </a:cubicBezTo>
                  <a:cubicBezTo>
                    <a:pt x="14" y="18"/>
                    <a:pt x="14" y="18"/>
                    <a:pt x="14" y="18"/>
                  </a:cubicBezTo>
                  <a:cubicBezTo>
                    <a:pt x="16" y="17"/>
                    <a:pt x="16" y="17"/>
                    <a:pt x="16" y="17"/>
                  </a:cubicBezTo>
                  <a:cubicBezTo>
                    <a:pt x="16" y="17"/>
                    <a:pt x="16" y="17"/>
                    <a:pt x="16" y="17"/>
                  </a:cubicBezTo>
                  <a:cubicBezTo>
                    <a:pt x="17" y="18"/>
                    <a:pt x="17" y="18"/>
                    <a:pt x="17" y="18"/>
                  </a:cubicBezTo>
                  <a:cubicBezTo>
                    <a:pt x="18" y="19"/>
                    <a:pt x="18" y="19"/>
                    <a:pt x="18" y="19"/>
                  </a:cubicBezTo>
                  <a:cubicBezTo>
                    <a:pt x="20" y="19"/>
                    <a:pt x="20" y="19"/>
                    <a:pt x="20" y="19"/>
                  </a:cubicBezTo>
                  <a:cubicBezTo>
                    <a:pt x="21" y="19"/>
                    <a:pt x="21" y="19"/>
                    <a:pt x="21" y="19"/>
                  </a:cubicBezTo>
                  <a:cubicBezTo>
                    <a:pt x="20" y="17"/>
                    <a:pt x="20" y="17"/>
                    <a:pt x="20" y="17"/>
                  </a:cubicBezTo>
                  <a:cubicBezTo>
                    <a:pt x="19" y="15"/>
                    <a:pt x="19" y="15"/>
                    <a:pt x="19" y="15"/>
                  </a:cubicBezTo>
                  <a:lnTo>
                    <a:pt x="16" y="15"/>
                  </a:lnTo>
                  <a:close/>
                  <a:moveTo>
                    <a:pt x="20" y="15"/>
                  </a:moveTo>
                  <a:cubicBezTo>
                    <a:pt x="20" y="15"/>
                    <a:pt x="20" y="15"/>
                    <a:pt x="20" y="15"/>
                  </a:cubicBezTo>
                  <a:cubicBezTo>
                    <a:pt x="20" y="15"/>
                    <a:pt x="20" y="15"/>
                    <a:pt x="20" y="15"/>
                  </a:cubicBezTo>
                  <a:close/>
                  <a:moveTo>
                    <a:pt x="26" y="13"/>
                  </a:moveTo>
                  <a:cubicBezTo>
                    <a:pt x="26" y="14"/>
                    <a:pt x="26" y="14"/>
                    <a:pt x="26" y="14"/>
                  </a:cubicBezTo>
                  <a:cubicBezTo>
                    <a:pt x="26" y="14"/>
                    <a:pt x="26" y="14"/>
                    <a:pt x="26" y="14"/>
                  </a:cubicBezTo>
                  <a:lnTo>
                    <a:pt x="26" y="13"/>
                  </a:lnTo>
                  <a:close/>
                  <a:moveTo>
                    <a:pt x="28" y="16"/>
                  </a:moveTo>
                  <a:cubicBezTo>
                    <a:pt x="28" y="16"/>
                    <a:pt x="28" y="16"/>
                    <a:pt x="28" y="16"/>
                  </a:cubicBezTo>
                  <a:cubicBezTo>
                    <a:pt x="28" y="16"/>
                    <a:pt x="28" y="16"/>
                    <a:pt x="28" y="16"/>
                  </a:cubicBezTo>
                  <a:cubicBezTo>
                    <a:pt x="28" y="14"/>
                    <a:pt x="28" y="14"/>
                    <a:pt x="28" y="14"/>
                  </a:cubicBezTo>
                  <a:cubicBezTo>
                    <a:pt x="27" y="14"/>
                    <a:pt x="27" y="14"/>
                    <a:pt x="27" y="14"/>
                  </a:cubicBezTo>
                  <a:cubicBezTo>
                    <a:pt x="27" y="14"/>
                    <a:pt x="27" y="14"/>
                    <a:pt x="27" y="14"/>
                  </a:cubicBezTo>
                  <a:cubicBezTo>
                    <a:pt x="26" y="14"/>
                    <a:pt x="26" y="14"/>
                    <a:pt x="26" y="14"/>
                  </a:cubicBezTo>
                  <a:cubicBezTo>
                    <a:pt x="25" y="14"/>
                    <a:pt x="25" y="14"/>
                    <a:pt x="25" y="14"/>
                  </a:cubicBezTo>
                  <a:cubicBezTo>
                    <a:pt x="24" y="14"/>
                    <a:pt x="24" y="14"/>
                    <a:pt x="24" y="14"/>
                  </a:cubicBezTo>
                  <a:cubicBezTo>
                    <a:pt x="22" y="14"/>
                    <a:pt x="22" y="13"/>
                    <a:pt x="21" y="13"/>
                  </a:cubicBezTo>
                  <a:cubicBezTo>
                    <a:pt x="20" y="15"/>
                    <a:pt x="20" y="15"/>
                    <a:pt x="20" y="15"/>
                  </a:cubicBezTo>
                  <a:cubicBezTo>
                    <a:pt x="20" y="15"/>
                    <a:pt x="20" y="15"/>
                    <a:pt x="20" y="15"/>
                  </a:cubicBezTo>
                  <a:cubicBezTo>
                    <a:pt x="21" y="14"/>
                    <a:pt x="21" y="14"/>
                    <a:pt x="21" y="14"/>
                  </a:cubicBezTo>
                  <a:cubicBezTo>
                    <a:pt x="22" y="14"/>
                    <a:pt x="22" y="14"/>
                    <a:pt x="22" y="14"/>
                  </a:cubicBezTo>
                  <a:cubicBezTo>
                    <a:pt x="23" y="14"/>
                    <a:pt x="23" y="14"/>
                    <a:pt x="23" y="14"/>
                  </a:cubicBezTo>
                  <a:cubicBezTo>
                    <a:pt x="24" y="15"/>
                    <a:pt x="24" y="15"/>
                    <a:pt x="24" y="15"/>
                  </a:cubicBezTo>
                  <a:cubicBezTo>
                    <a:pt x="24" y="15"/>
                    <a:pt x="24" y="15"/>
                    <a:pt x="24" y="15"/>
                  </a:cubicBezTo>
                  <a:cubicBezTo>
                    <a:pt x="25" y="15"/>
                    <a:pt x="25" y="15"/>
                    <a:pt x="25" y="15"/>
                  </a:cubicBezTo>
                  <a:cubicBezTo>
                    <a:pt x="24" y="16"/>
                    <a:pt x="24" y="16"/>
                    <a:pt x="24" y="16"/>
                  </a:cubicBezTo>
                  <a:cubicBezTo>
                    <a:pt x="24" y="16"/>
                    <a:pt x="24" y="16"/>
                    <a:pt x="24" y="16"/>
                  </a:cubicBezTo>
                  <a:cubicBezTo>
                    <a:pt x="25" y="17"/>
                    <a:pt x="25" y="17"/>
                    <a:pt x="25" y="17"/>
                  </a:cubicBezTo>
                  <a:cubicBezTo>
                    <a:pt x="25" y="17"/>
                    <a:pt x="25" y="17"/>
                    <a:pt x="25" y="17"/>
                  </a:cubicBezTo>
                  <a:cubicBezTo>
                    <a:pt x="25" y="18"/>
                    <a:pt x="25" y="18"/>
                    <a:pt x="25" y="18"/>
                  </a:cubicBezTo>
                  <a:cubicBezTo>
                    <a:pt x="25" y="18"/>
                    <a:pt x="25" y="18"/>
                    <a:pt x="25" y="18"/>
                  </a:cubicBezTo>
                  <a:cubicBezTo>
                    <a:pt x="23" y="17"/>
                    <a:pt x="23" y="17"/>
                    <a:pt x="23" y="17"/>
                  </a:cubicBezTo>
                  <a:cubicBezTo>
                    <a:pt x="22" y="18"/>
                    <a:pt x="22" y="18"/>
                    <a:pt x="22" y="18"/>
                  </a:cubicBezTo>
                  <a:cubicBezTo>
                    <a:pt x="21" y="17"/>
                    <a:pt x="21" y="17"/>
                    <a:pt x="21" y="17"/>
                  </a:cubicBezTo>
                  <a:cubicBezTo>
                    <a:pt x="22" y="19"/>
                    <a:pt x="22" y="19"/>
                    <a:pt x="22" y="19"/>
                  </a:cubicBezTo>
                  <a:cubicBezTo>
                    <a:pt x="22" y="19"/>
                    <a:pt x="22" y="19"/>
                    <a:pt x="22" y="19"/>
                  </a:cubicBezTo>
                  <a:cubicBezTo>
                    <a:pt x="22" y="20"/>
                    <a:pt x="22" y="20"/>
                    <a:pt x="22" y="20"/>
                  </a:cubicBezTo>
                  <a:cubicBezTo>
                    <a:pt x="22" y="22"/>
                    <a:pt x="22" y="22"/>
                    <a:pt x="22" y="22"/>
                  </a:cubicBezTo>
                  <a:cubicBezTo>
                    <a:pt x="22" y="23"/>
                    <a:pt x="22" y="23"/>
                    <a:pt x="22" y="23"/>
                  </a:cubicBezTo>
                  <a:cubicBezTo>
                    <a:pt x="22" y="23"/>
                    <a:pt x="22" y="23"/>
                    <a:pt x="22" y="23"/>
                  </a:cubicBezTo>
                  <a:cubicBezTo>
                    <a:pt x="22" y="24"/>
                    <a:pt x="21" y="25"/>
                    <a:pt x="19" y="26"/>
                  </a:cubicBezTo>
                  <a:cubicBezTo>
                    <a:pt x="18" y="27"/>
                    <a:pt x="16" y="29"/>
                    <a:pt x="15" y="30"/>
                  </a:cubicBezTo>
                  <a:cubicBezTo>
                    <a:pt x="13" y="32"/>
                    <a:pt x="13" y="34"/>
                    <a:pt x="13" y="35"/>
                  </a:cubicBezTo>
                  <a:cubicBezTo>
                    <a:pt x="11" y="36"/>
                    <a:pt x="11" y="36"/>
                    <a:pt x="11" y="36"/>
                  </a:cubicBezTo>
                  <a:cubicBezTo>
                    <a:pt x="11" y="36"/>
                    <a:pt x="11" y="36"/>
                    <a:pt x="11" y="36"/>
                  </a:cubicBezTo>
                  <a:cubicBezTo>
                    <a:pt x="11" y="36"/>
                    <a:pt x="11" y="36"/>
                    <a:pt x="11" y="36"/>
                  </a:cubicBezTo>
                  <a:cubicBezTo>
                    <a:pt x="14" y="35"/>
                    <a:pt x="14" y="35"/>
                    <a:pt x="14" y="35"/>
                  </a:cubicBezTo>
                  <a:cubicBezTo>
                    <a:pt x="16" y="34"/>
                    <a:pt x="16" y="34"/>
                    <a:pt x="16" y="34"/>
                  </a:cubicBezTo>
                  <a:cubicBezTo>
                    <a:pt x="17" y="35"/>
                    <a:pt x="17" y="35"/>
                    <a:pt x="17" y="35"/>
                  </a:cubicBezTo>
                  <a:cubicBezTo>
                    <a:pt x="18" y="36"/>
                    <a:pt x="18" y="36"/>
                    <a:pt x="18" y="36"/>
                  </a:cubicBezTo>
                  <a:cubicBezTo>
                    <a:pt x="19" y="35"/>
                    <a:pt x="19" y="35"/>
                    <a:pt x="19" y="35"/>
                  </a:cubicBezTo>
                  <a:cubicBezTo>
                    <a:pt x="19" y="33"/>
                    <a:pt x="19" y="33"/>
                    <a:pt x="19" y="33"/>
                  </a:cubicBezTo>
                  <a:cubicBezTo>
                    <a:pt x="20" y="33"/>
                    <a:pt x="20" y="33"/>
                    <a:pt x="20" y="33"/>
                  </a:cubicBezTo>
                  <a:cubicBezTo>
                    <a:pt x="20" y="33"/>
                    <a:pt x="20" y="33"/>
                    <a:pt x="20" y="33"/>
                  </a:cubicBezTo>
                  <a:cubicBezTo>
                    <a:pt x="21" y="34"/>
                    <a:pt x="21" y="34"/>
                    <a:pt x="21" y="34"/>
                  </a:cubicBezTo>
                  <a:cubicBezTo>
                    <a:pt x="21" y="35"/>
                    <a:pt x="21" y="35"/>
                    <a:pt x="21" y="35"/>
                  </a:cubicBezTo>
                  <a:cubicBezTo>
                    <a:pt x="22" y="35"/>
                    <a:pt x="22" y="35"/>
                    <a:pt x="22" y="35"/>
                  </a:cubicBezTo>
                  <a:cubicBezTo>
                    <a:pt x="22" y="35"/>
                    <a:pt x="22" y="35"/>
                    <a:pt x="22" y="35"/>
                  </a:cubicBezTo>
                  <a:cubicBezTo>
                    <a:pt x="23" y="33"/>
                    <a:pt x="23" y="33"/>
                    <a:pt x="23" y="33"/>
                  </a:cubicBezTo>
                  <a:cubicBezTo>
                    <a:pt x="24" y="33"/>
                    <a:pt x="24" y="33"/>
                    <a:pt x="24" y="33"/>
                  </a:cubicBezTo>
                  <a:cubicBezTo>
                    <a:pt x="24" y="33"/>
                    <a:pt x="24" y="33"/>
                    <a:pt x="24" y="33"/>
                  </a:cubicBezTo>
                  <a:cubicBezTo>
                    <a:pt x="24" y="34"/>
                    <a:pt x="24" y="34"/>
                    <a:pt x="24" y="34"/>
                  </a:cubicBezTo>
                  <a:cubicBezTo>
                    <a:pt x="25" y="35"/>
                    <a:pt x="25" y="35"/>
                    <a:pt x="25" y="35"/>
                  </a:cubicBezTo>
                  <a:cubicBezTo>
                    <a:pt x="25" y="35"/>
                    <a:pt x="25" y="35"/>
                    <a:pt x="25" y="35"/>
                  </a:cubicBezTo>
                  <a:cubicBezTo>
                    <a:pt x="28" y="33"/>
                    <a:pt x="28" y="33"/>
                    <a:pt x="28" y="33"/>
                  </a:cubicBezTo>
                  <a:cubicBezTo>
                    <a:pt x="28" y="32"/>
                    <a:pt x="28" y="32"/>
                    <a:pt x="28" y="31"/>
                  </a:cubicBezTo>
                  <a:cubicBezTo>
                    <a:pt x="28" y="30"/>
                    <a:pt x="28" y="30"/>
                    <a:pt x="28" y="30"/>
                  </a:cubicBezTo>
                  <a:cubicBezTo>
                    <a:pt x="28" y="29"/>
                    <a:pt x="29" y="28"/>
                    <a:pt x="29" y="26"/>
                  </a:cubicBezTo>
                  <a:cubicBezTo>
                    <a:pt x="29" y="26"/>
                    <a:pt x="29" y="26"/>
                    <a:pt x="29" y="26"/>
                  </a:cubicBezTo>
                  <a:cubicBezTo>
                    <a:pt x="29" y="26"/>
                    <a:pt x="29" y="26"/>
                    <a:pt x="29" y="26"/>
                  </a:cubicBezTo>
                  <a:cubicBezTo>
                    <a:pt x="29" y="26"/>
                    <a:pt x="29" y="26"/>
                    <a:pt x="29" y="26"/>
                  </a:cubicBezTo>
                  <a:cubicBezTo>
                    <a:pt x="29" y="25"/>
                    <a:pt x="29" y="25"/>
                    <a:pt x="29" y="25"/>
                  </a:cubicBezTo>
                  <a:cubicBezTo>
                    <a:pt x="30" y="23"/>
                    <a:pt x="30" y="23"/>
                    <a:pt x="30" y="23"/>
                  </a:cubicBezTo>
                  <a:cubicBezTo>
                    <a:pt x="30" y="21"/>
                    <a:pt x="30" y="21"/>
                    <a:pt x="30" y="21"/>
                  </a:cubicBezTo>
                  <a:cubicBezTo>
                    <a:pt x="30" y="18"/>
                    <a:pt x="28" y="17"/>
                    <a:pt x="28" y="16"/>
                  </a:cubicBezTo>
                  <a:moveTo>
                    <a:pt x="29" y="31"/>
                  </a:moveTo>
                  <a:cubicBezTo>
                    <a:pt x="29" y="32"/>
                    <a:pt x="29" y="32"/>
                    <a:pt x="29" y="32"/>
                  </a:cubicBezTo>
                  <a:cubicBezTo>
                    <a:pt x="29" y="32"/>
                    <a:pt x="29" y="32"/>
                    <a:pt x="29" y="32"/>
                  </a:cubicBezTo>
                  <a:cubicBezTo>
                    <a:pt x="31" y="32"/>
                    <a:pt x="32" y="31"/>
                    <a:pt x="32" y="29"/>
                  </a:cubicBezTo>
                  <a:cubicBezTo>
                    <a:pt x="32" y="28"/>
                    <a:pt x="32" y="28"/>
                    <a:pt x="32" y="28"/>
                  </a:cubicBezTo>
                  <a:cubicBezTo>
                    <a:pt x="31" y="28"/>
                    <a:pt x="30" y="27"/>
                    <a:pt x="29" y="27"/>
                  </a:cubicBezTo>
                  <a:cubicBezTo>
                    <a:pt x="29" y="28"/>
                    <a:pt x="29" y="30"/>
                    <a:pt x="29" y="30"/>
                  </a:cubicBezTo>
                  <a:lnTo>
                    <a:pt x="29" y="31"/>
                  </a:lnTo>
                  <a:close/>
                  <a:moveTo>
                    <a:pt x="33" y="18"/>
                  </a:moveTo>
                  <a:cubicBezTo>
                    <a:pt x="33" y="18"/>
                    <a:pt x="33" y="18"/>
                    <a:pt x="33" y="18"/>
                  </a:cubicBezTo>
                  <a:cubicBezTo>
                    <a:pt x="33" y="17"/>
                    <a:pt x="33" y="17"/>
                    <a:pt x="33" y="17"/>
                  </a:cubicBezTo>
                  <a:cubicBezTo>
                    <a:pt x="32" y="16"/>
                    <a:pt x="32" y="16"/>
                    <a:pt x="32" y="16"/>
                  </a:cubicBezTo>
                  <a:cubicBezTo>
                    <a:pt x="31" y="18"/>
                    <a:pt x="31" y="18"/>
                    <a:pt x="31" y="18"/>
                  </a:cubicBezTo>
                  <a:cubicBezTo>
                    <a:pt x="31" y="19"/>
                    <a:pt x="31" y="20"/>
                    <a:pt x="30" y="20"/>
                  </a:cubicBezTo>
                  <a:cubicBezTo>
                    <a:pt x="30" y="20"/>
                    <a:pt x="30" y="20"/>
                    <a:pt x="30" y="20"/>
                  </a:cubicBezTo>
                  <a:cubicBezTo>
                    <a:pt x="30" y="21"/>
                    <a:pt x="30" y="21"/>
                    <a:pt x="30" y="21"/>
                  </a:cubicBezTo>
                  <a:cubicBezTo>
                    <a:pt x="30" y="21"/>
                    <a:pt x="30" y="21"/>
                    <a:pt x="30" y="21"/>
                  </a:cubicBezTo>
                  <a:cubicBezTo>
                    <a:pt x="30" y="22"/>
                    <a:pt x="30" y="22"/>
                    <a:pt x="30" y="22"/>
                  </a:cubicBezTo>
                  <a:cubicBezTo>
                    <a:pt x="30" y="23"/>
                    <a:pt x="30" y="23"/>
                    <a:pt x="30" y="23"/>
                  </a:cubicBezTo>
                  <a:cubicBezTo>
                    <a:pt x="30" y="24"/>
                    <a:pt x="30" y="24"/>
                    <a:pt x="30" y="24"/>
                  </a:cubicBezTo>
                  <a:cubicBezTo>
                    <a:pt x="32" y="22"/>
                    <a:pt x="32" y="22"/>
                    <a:pt x="32" y="22"/>
                  </a:cubicBezTo>
                  <a:cubicBezTo>
                    <a:pt x="33" y="21"/>
                    <a:pt x="33" y="21"/>
                    <a:pt x="33" y="21"/>
                  </a:cubicBezTo>
                  <a:cubicBezTo>
                    <a:pt x="33" y="21"/>
                    <a:pt x="33" y="21"/>
                    <a:pt x="33" y="21"/>
                  </a:cubicBezTo>
                  <a:cubicBezTo>
                    <a:pt x="33" y="20"/>
                    <a:pt x="33" y="20"/>
                    <a:pt x="33" y="20"/>
                  </a:cubicBezTo>
                  <a:lnTo>
                    <a:pt x="33" y="18"/>
                  </a:lnTo>
                  <a:close/>
                  <a:moveTo>
                    <a:pt x="35" y="13"/>
                  </a:moveTo>
                  <a:cubicBezTo>
                    <a:pt x="35" y="13"/>
                    <a:pt x="35" y="13"/>
                    <a:pt x="35" y="13"/>
                  </a:cubicBezTo>
                  <a:cubicBezTo>
                    <a:pt x="35" y="13"/>
                    <a:pt x="35" y="13"/>
                    <a:pt x="35" y="13"/>
                  </a:cubicBezTo>
                  <a:cubicBezTo>
                    <a:pt x="34" y="11"/>
                    <a:pt x="34" y="11"/>
                    <a:pt x="34" y="11"/>
                  </a:cubicBezTo>
                  <a:cubicBezTo>
                    <a:pt x="34" y="12"/>
                    <a:pt x="34" y="16"/>
                    <a:pt x="33" y="17"/>
                  </a:cubicBezTo>
                  <a:cubicBezTo>
                    <a:pt x="33" y="18"/>
                    <a:pt x="34" y="19"/>
                    <a:pt x="34" y="20"/>
                  </a:cubicBezTo>
                  <a:cubicBezTo>
                    <a:pt x="34" y="20"/>
                    <a:pt x="34" y="20"/>
                    <a:pt x="34" y="20"/>
                  </a:cubicBezTo>
                  <a:cubicBezTo>
                    <a:pt x="35" y="18"/>
                    <a:pt x="35" y="18"/>
                    <a:pt x="35" y="18"/>
                  </a:cubicBezTo>
                  <a:cubicBezTo>
                    <a:pt x="36" y="16"/>
                    <a:pt x="36" y="16"/>
                    <a:pt x="36" y="16"/>
                  </a:cubicBezTo>
                  <a:cubicBezTo>
                    <a:pt x="36" y="16"/>
                    <a:pt x="36" y="16"/>
                    <a:pt x="36" y="16"/>
                  </a:cubicBezTo>
                  <a:cubicBezTo>
                    <a:pt x="36" y="16"/>
                    <a:pt x="36" y="16"/>
                    <a:pt x="36" y="16"/>
                  </a:cubicBezTo>
                  <a:cubicBezTo>
                    <a:pt x="36" y="15"/>
                    <a:pt x="35" y="14"/>
                    <a:pt x="35" y="13"/>
                  </a:cubicBezTo>
                  <a:moveTo>
                    <a:pt x="36" y="1"/>
                  </a:moveTo>
                  <a:cubicBezTo>
                    <a:pt x="36" y="2"/>
                    <a:pt x="36" y="5"/>
                    <a:pt x="36" y="8"/>
                  </a:cubicBezTo>
                  <a:cubicBezTo>
                    <a:pt x="36" y="9"/>
                    <a:pt x="36" y="11"/>
                    <a:pt x="35" y="12"/>
                  </a:cubicBezTo>
                  <a:cubicBezTo>
                    <a:pt x="35" y="12"/>
                    <a:pt x="36" y="13"/>
                    <a:pt x="36" y="14"/>
                  </a:cubicBezTo>
                  <a:cubicBezTo>
                    <a:pt x="36" y="14"/>
                    <a:pt x="38" y="10"/>
                    <a:pt x="38" y="7"/>
                  </a:cubicBezTo>
                  <a:cubicBezTo>
                    <a:pt x="38" y="5"/>
                    <a:pt x="37" y="3"/>
                    <a:pt x="36" y="1"/>
                  </a:cubicBezTo>
                  <a:moveTo>
                    <a:pt x="37" y="2"/>
                  </a:moveTo>
                  <a:cubicBezTo>
                    <a:pt x="38" y="4"/>
                    <a:pt x="38" y="5"/>
                    <a:pt x="38" y="7"/>
                  </a:cubicBezTo>
                  <a:cubicBezTo>
                    <a:pt x="38" y="11"/>
                    <a:pt x="36" y="15"/>
                    <a:pt x="36" y="15"/>
                  </a:cubicBezTo>
                  <a:cubicBezTo>
                    <a:pt x="36" y="15"/>
                    <a:pt x="36" y="15"/>
                    <a:pt x="36" y="15"/>
                  </a:cubicBezTo>
                  <a:cubicBezTo>
                    <a:pt x="37" y="16"/>
                    <a:pt x="37" y="16"/>
                    <a:pt x="37" y="16"/>
                  </a:cubicBezTo>
                  <a:cubicBezTo>
                    <a:pt x="37" y="15"/>
                    <a:pt x="37" y="15"/>
                    <a:pt x="37" y="15"/>
                  </a:cubicBezTo>
                  <a:cubicBezTo>
                    <a:pt x="39" y="12"/>
                    <a:pt x="39" y="12"/>
                    <a:pt x="39" y="12"/>
                  </a:cubicBezTo>
                  <a:cubicBezTo>
                    <a:pt x="39" y="10"/>
                    <a:pt x="39" y="10"/>
                    <a:pt x="39" y="10"/>
                  </a:cubicBezTo>
                  <a:cubicBezTo>
                    <a:pt x="39" y="10"/>
                    <a:pt x="39" y="10"/>
                    <a:pt x="39" y="10"/>
                  </a:cubicBezTo>
                  <a:cubicBezTo>
                    <a:pt x="39" y="10"/>
                    <a:pt x="39" y="10"/>
                    <a:pt x="39" y="10"/>
                  </a:cubicBezTo>
                  <a:cubicBezTo>
                    <a:pt x="39" y="10"/>
                    <a:pt x="39" y="10"/>
                    <a:pt x="39" y="10"/>
                  </a:cubicBezTo>
                  <a:cubicBezTo>
                    <a:pt x="39" y="9"/>
                    <a:pt x="39" y="9"/>
                    <a:pt x="39" y="9"/>
                  </a:cubicBezTo>
                  <a:cubicBezTo>
                    <a:pt x="39" y="7"/>
                    <a:pt x="38" y="4"/>
                    <a:pt x="37" y="2"/>
                  </a:cubicBezTo>
                  <a:moveTo>
                    <a:pt x="40" y="12"/>
                  </a:moveTo>
                  <a:cubicBezTo>
                    <a:pt x="40" y="11"/>
                    <a:pt x="40" y="11"/>
                    <a:pt x="40" y="11"/>
                  </a:cubicBezTo>
                  <a:cubicBezTo>
                    <a:pt x="39" y="13"/>
                    <a:pt x="37" y="16"/>
                    <a:pt x="37" y="17"/>
                  </a:cubicBezTo>
                  <a:cubicBezTo>
                    <a:pt x="37" y="18"/>
                    <a:pt x="37" y="18"/>
                    <a:pt x="37" y="18"/>
                  </a:cubicBezTo>
                  <a:cubicBezTo>
                    <a:pt x="37" y="20"/>
                    <a:pt x="37" y="20"/>
                    <a:pt x="37" y="20"/>
                  </a:cubicBezTo>
                  <a:cubicBezTo>
                    <a:pt x="38" y="20"/>
                    <a:pt x="38" y="20"/>
                    <a:pt x="38" y="20"/>
                  </a:cubicBezTo>
                  <a:cubicBezTo>
                    <a:pt x="38" y="20"/>
                    <a:pt x="40" y="16"/>
                    <a:pt x="40" y="12"/>
                  </a:cubicBezTo>
                  <a:close/>
                  <a:moveTo>
                    <a:pt x="27" y="44"/>
                  </a:moveTo>
                  <a:cubicBezTo>
                    <a:pt x="26" y="41"/>
                    <a:pt x="26" y="41"/>
                    <a:pt x="26" y="41"/>
                  </a:cubicBezTo>
                  <a:cubicBezTo>
                    <a:pt x="26" y="41"/>
                    <a:pt x="26" y="41"/>
                    <a:pt x="26" y="41"/>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1"/>
                    <a:pt x="23" y="41"/>
                    <a:pt x="23" y="41"/>
                  </a:cubicBezTo>
                  <a:cubicBezTo>
                    <a:pt x="23" y="42"/>
                    <a:pt x="25" y="43"/>
                    <a:pt x="27" y="44"/>
                  </a:cubicBezTo>
                  <a:moveTo>
                    <a:pt x="27" y="44"/>
                  </a:moveTo>
                  <a:cubicBezTo>
                    <a:pt x="29" y="48"/>
                    <a:pt x="29" y="48"/>
                    <a:pt x="29" y="48"/>
                  </a:cubicBezTo>
                  <a:cubicBezTo>
                    <a:pt x="29" y="47"/>
                    <a:pt x="29" y="47"/>
                    <a:pt x="29" y="47"/>
                  </a:cubicBezTo>
                  <a:cubicBezTo>
                    <a:pt x="29" y="46"/>
                    <a:pt x="28" y="45"/>
                    <a:pt x="28" y="44"/>
                  </a:cubicBezTo>
                  <a:cubicBezTo>
                    <a:pt x="28" y="44"/>
                    <a:pt x="28" y="44"/>
                    <a:pt x="28" y="44"/>
                  </a:cubicBezTo>
                  <a:cubicBezTo>
                    <a:pt x="28" y="44"/>
                    <a:pt x="28" y="44"/>
                    <a:pt x="28" y="44"/>
                  </a:cubicBezTo>
                  <a:lnTo>
                    <a:pt x="27" y="44"/>
                  </a:lnTo>
                  <a:close/>
                  <a:moveTo>
                    <a:pt x="28" y="44"/>
                  </a:moveTo>
                  <a:cubicBezTo>
                    <a:pt x="28" y="42"/>
                    <a:pt x="28" y="42"/>
                    <a:pt x="28" y="42"/>
                  </a:cubicBezTo>
                  <a:cubicBezTo>
                    <a:pt x="28" y="42"/>
                    <a:pt x="28" y="42"/>
                    <a:pt x="28" y="42"/>
                  </a:cubicBezTo>
                  <a:cubicBezTo>
                    <a:pt x="27" y="41"/>
                    <a:pt x="27" y="41"/>
                    <a:pt x="27" y="41"/>
                  </a:cubicBezTo>
                  <a:lnTo>
                    <a:pt x="28" y="44"/>
                  </a:lnTo>
                  <a:close/>
                  <a:moveTo>
                    <a:pt x="28" y="44"/>
                  </a:moveTo>
                  <a:cubicBezTo>
                    <a:pt x="28" y="44"/>
                    <a:pt x="28" y="44"/>
                    <a:pt x="28" y="44"/>
                  </a:cubicBezTo>
                  <a:cubicBezTo>
                    <a:pt x="29" y="44"/>
                    <a:pt x="30" y="45"/>
                    <a:pt x="33" y="45"/>
                  </a:cubicBezTo>
                  <a:cubicBezTo>
                    <a:pt x="31" y="45"/>
                    <a:pt x="30" y="43"/>
                    <a:pt x="30" y="42"/>
                  </a:cubicBezTo>
                  <a:cubicBezTo>
                    <a:pt x="29" y="42"/>
                    <a:pt x="29" y="42"/>
                    <a:pt x="29" y="42"/>
                  </a:cubicBezTo>
                  <a:lnTo>
                    <a:pt x="28" y="44"/>
                  </a:lnTo>
                  <a:close/>
                  <a:moveTo>
                    <a:pt x="37" y="34"/>
                  </a:moveTo>
                  <a:cubicBezTo>
                    <a:pt x="38" y="34"/>
                    <a:pt x="38" y="34"/>
                    <a:pt x="38" y="34"/>
                  </a:cubicBezTo>
                  <a:cubicBezTo>
                    <a:pt x="38" y="34"/>
                    <a:pt x="38" y="34"/>
                    <a:pt x="38" y="34"/>
                  </a:cubicBezTo>
                  <a:cubicBezTo>
                    <a:pt x="38" y="34"/>
                    <a:pt x="38" y="34"/>
                    <a:pt x="38" y="34"/>
                  </a:cubicBezTo>
                  <a:cubicBezTo>
                    <a:pt x="38" y="34"/>
                    <a:pt x="38" y="34"/>
                    <a:pt x="38" y="34"/>
                  </a:cubicBezTo>
                  <a:cubicBezTo>
                    <a:pt x="38" y="34"/>
                    <a:pt x="38" y="34"/>
                    <a:pt x="38" y="34"/>
                  </a:cubicBezTo>
                  <a:cubicBezTo>
                    <a:pt x="39" y="34"/>
                    <a:pt x="39" y="34"/>
                    <a:pt x="39" y="34"/>
                  </a:cubicBezTo>
                  <a:cubicBezTo>
                    <a:pt x="37" y="32"/>
                    <a:pt x="37" y="32"/>
                    <a:pt x="37" y="32"/>
                  </a:cubicBezTo>
                  <a:cubicBezTo>
                    <a:pt x="37" y="34"/>
                    <a:pt x="37" y="34"/>
                    <a:pt x="37" y="34"/>
                  </a:cubicBezTo>
                  <a:cubicBezTo>
                    <a:pt x="37" y="34"/>
                    <a:pt x="37" y="34"/>
                    <a:pt x="37" y="34"/>
                  </a:cubicBezTo>
                  <a:close/>
                  <a:moveTo>
                    <a:pt x="37" y="38"/>
                  </a:moveTo>
                  <a:cubicBezTo>
                    <a:pt x="36" y="39"/>
                    <a:pt x="35" y="39"/>
                    <a:pt x="35" y="39"/>
                  </a:cubicBezTo>
                  <a:cubicBezTo>
                    <a:pt x="36" y="40"/>
                    <a:pt x="36" y="40"/>
                    <a:pt x="36" y="40"/>
                  </a:cubicBezTo>
                  <a:cubicBezTo>
                    <a:pt x="38" y="42"/>
                    <a:pt x="38" y="42"/>
                    <a:pt x="38" y="42"/>
                  </a:cubicBezTo>
                  <a:cubicBezTo>
                    <a:pt x="38" y="41"/>
                    <a:pt x="38" y="39"/>
                    <a:pt x="37" y="38"/>
                  </a:cubicBezTo>
                  <a:moveTo>
                    <a:pt x="34" y="40"/>
                  </a:moveTo>
                  <a:cubicBezTo>
                    <a:pt x="34" y="41"/>
                    <a:pt x="34" y="42"/>
                    <a:pt x="34" y="42"/>
                  </a:cubicBezTo>
                  <a:cubicBezTo>
                    <a:pt x="33" y="42"/>
                    <a:pt x="33" y="42"/>
                    <a:pt x="33" y="42"/>
                  </a:cubicBezTo>
                  <a:cubicBezTo>
                    <a:pt x="33" y="42"/>
                    <a:pt x="33" y="42"/>
                    <a:pt x="33" y="42"/>
                  </a:cubicBezTo>
                  <a:cubicBezTo>
                    <a:pt x="32" y="42"/>
                    <a:pt x="31" y="42"/>
                    <a:pt x="31" y="42"/>
                  </a:cubicBezTo>
                  <a:cubicBezTo>
                    <a:pt x="31" y="43"/>
                    <a:pt x="32" y="45"/>
                    <a:pt x="34" y="45"/>
                  </a:cubicBezTo>
                  <a:cubicBezTo>
                    <a:pt x="34" y="45"/>
                    <a:pt x="34" y="43"/>
                    <a:pt x="33" y="42"/>
                  </a:cubicBezTo>
                  <a:cubicBezTo>
                    <a:pt x="34" y="42"/>
                    <a:pt x="34" y="42"/>
                    <a:pt x="34" y="42"/>
                  </a:cubicBezTo>
                  <a:cubicBezTo>
                    <a:pt x="34" y="42"/>
                    <a:pt x="34" y="42"/>
                    <a:pt x="34" y="42"/>
                  </a:cubicBezTo>
                  <a:cubicBezTo>
                    <a:pt x="36" y="43"/>
                    <a:pt x="36" y="43"/>
                    <a:pt x="36" y="43"/>
                  </a:cubicBezTo>
                  <a:cubicBezTo>
                    <a:pt x="37" y="42"/>
                    <a:pt x="37" y="42"/>
                    <a:pt x="37" y="42"/>
                  </a:cubicBezTo>
                  <a:cubicBezTo>
                    <a:pt x="36" y="42"/>
                    <a:pt x="35" y="40"/>
                    <a:pt x="34" y="40"/>
                  </a:cubicBezTo>
                  <a:moveTo>
                    <a:pt x="37" y="44"/>
                  </a:moveTo>
                  <a:cubicBezTo>
                    <a:pt x="37" y="43"/>
                    <a:pt x="37" y="43"/>
                    <a:pt x="37" y="43"/>
                  </a:cubicBezTo>
                  <a:cubicBezTo>
                    <a:pt x="36" y="43"/>
                    <a:pt x="36" y="43"/>
                    <a:pt x="36" y="43"/>
                  </a:cubicBezTo>
                  <a:cubicBezTo>
                    <a:pt x="34" y="43"/>
                    <a:pt x="34" y="43"/>
                    <a:pt x="34" y="43"/>
                  </a:cubicBezTo>
                  <a:cubicBezTo>
                    <a:pt x="34" y="44"/>
                    <a:pt x="35" y="45"/>
                    <a:pt x="35" y="46"/>
                  </a:cubicBezTo>
                  <a:cubicBezTo>
                    <a:pt x="35" y="46"/>
                    <a:pt x="35" y="46"/>
                    <a:pt x="35" y="46"/>
                  </a:cubicBezTo>
                  <a:cubicBezTo>
                    <a:pt x="34" y="46"/>
                    <a:pt x="34" y="46"/>
                    <a:pt x="34" y="46"/>
                  </a:cubicBezTo>
                  <a:cubicBezTo>
                    <a:pt x="34" y="46"/>
                    <a:pt x="34" y="46"/>
                    <a:pt x="34" y="46"/>
                  </a:cubicBezTo>
                  <a:cubicBezTo>
                    <a:pt x="33" y="46"/>
                    <a:pt x="33" y="46"/>
                    <a:pt x="33" y="46"/>
                  </a:cubicBezTo>
                  <a:cubicBezTo>
                    <a:pt x="32" y="46"/>
                    <a:pt x="32" y="46"/>
                    <a:pt x="32" y="46"/>
                  </a:cubicBezTo>
                  <a:cubicBezTo>
                    <a:pt x="32" y="47"/>
                    <a:pt x="32" y="47"/>
                    <a:pt x="32" y="47"/>
                  </a:cubicBezTo>
                  <a:cubicBezTo>
                    <a:pt x="32" y="48"/>
                    <a:pt x="33" y="48"/>
                    <a:pt x="33" y="50"/>
                  </a:cubicBezTo>
                  <a:cubicBezTo>
                    <a:pt x="34" y="52"/>
                    <a:pt x="36" y="54"/>
                    <a:pt x="38" y="55"/>
                  </a:cubicBezTo>
                  <a:cubicBezTo>
                    <a:pt x="39" y="57"/>
                    <a:pt x="40" y="58"/>
                    <a:pt x="41" y="60"/>
                  </a:cubicBezTo>
                  <a:cubicBezTo>
                    <a:pt x="41" y="61"/>
                    <a:pt x="41" y="61"/>
                    <a:pt x="41" y="61"/>
                  </a:cubicBezTo>
                  <a:cubicBezTo>
                    <a:pt x="42" y="61"/>
                    <a:pt x="42" y="61"/>
                    <a:pt x="42" y="61"/>
                  </a:cubicBezTo>
                  <a:cubicBezTo>
                    <a:pt x="42" y="61"/>
                    <a:pt x="42" y="61"/>
                    <a:pt x="42" y="61"/>
                  </a:cubicBezTo>
                  <a:cubicBezTo>
                    <a:pt x="43" y="61"/>
                    <a:pt x="44" y="59"/>
                    <a:pt x="44" y="59"/>
                  </a:cubicBezTo>
                  <a:cubicBezTo>
                    <a:pt x="44" y="58"/>
                    <a:pt x="44" y="58"/>
                    <a:pt x="44" y="58"/>
                  </a:cubicBezTo>
                  <a:cubicBezTo>
                    <a:pt x="44" y="54"/>
                    <a:pt x="39" y="52"/>
                    <a:pt x="37" y="44"/>
                  </a:cubicBezTo>
                  <a:moveTo>
                    <a:pt x="31" y="42"/>
                  </a:moveTo>
                  <a:cubicBezTo>
                    <a:pt x="32" y="42"/>
                    <a:pt x="32" y="42"/>
                    <a:pt x="32" y="42"/>
                  </a:cubicBezTo>
                  <a:cubicBezTo>
                    <a:pt x="31" y="41"/>
                    <a:pt x="31" y="40"/>
                    <a:pt x="31" y="39"/>
                  </a:cubicBezTo>
                  <a:cubicBezTo>
                    <a:pt x="30" y="40"/>
                    <a:pt x="30" y="40"/>
                    <a:pt x="30" y="40"/>
                  </a:cubicBezTo>
                  <a:cubicBezTo>
                    <a:pt x="29" y="42"/>
                    <a:pt x="29" y="42"/>
                    <a:pt x="29" y="42"/>
                  </a:cubicBezTo>
                  <a:lnTo>
                    <a:pt x="31" y="42"/>
                  </a:lnTo>
                  <a:close/>
                  <a:moveTo>
                    <a:pt x="33" y="41"/>
                  </a:moveTo>
                  <a:cubicBezTo>
                    <a:pt x="34" y="39"/>
                    <a:pt x="34" y="39"/>
                    <a:pt x="34" y="39"/>
                  </a:cubicBezTo>
                  <a:cubicBezTo>
                    <a:pt x="34" y="39"/>
                    <a:pt x="34" y="39"/>
                    <a:pt x="34" y="39"/>
                  </a:cubicBezTo>
                  <a:cubicBezTo>
                    <a:pt x="34" y="39"/>
                    <a:pt x="34" y="39"/>
                    <a:pt x="34" y="39"/>
                  </a:cubicBezTo>
                  <a:cubicBezTo>
                    <a:pt x="34" y="39"/>
                    <a:pt x="34" y="39"/>
                    <a:pt x="34" y="39"/>
                  </a:cubicBezTo>
                  <a:cubicBezTo>
                    <a:pt x="34" y="39"/>
                    <a:pt x="35" y="39"/>
                    <a:pt x="37" y="38"/>
                  </a:cubicBezTo>
                  <a:cubicBezTo>
                    <a:pt x="36" y="38"/>
                    <a:pt x="35" y="37"/>
                    <a:pt x="35" y="36"/>
                  </a:cubicBezTo>
                  <a:cubicBezTo>
                    <a:pt x="34" y="38"/>
                    <a:pt x="34" y="38"/>
                    <a:pt x="34" y="38"/>
                  </a:cubicBezTo>
                  <a:cubicBezTo>
                    <a:pt x="34" y="38"/>
                    <a:pt x="34" y="38"/>
                    <a:pt x="34" y="38"/>
                  </a:cubicBezTo>
                  <a:cubicBezTo>
                    <a:pt x="34" y="38"/>
                    <a:pt x="34" y="38"/>
                    <a:pt x="34" y="38"/>
                  </a:cubicBezTo>
                  <a:cubicBezTo>
                    <a:pt x="34" y="38"/>
                    <a:pt x="34" y="38"/>
                    <a:pt x="33" y="38"/>
                  </a:cubicBezTo>
                  <a:cubicBezTo>
                    <a:pt x="31" y="39"/>
                    <a:pt x="31" y="39"/>
                    <a:pt x="31" y="39"/>
                  </a:cubicBezTo>
                  <a:cubicBezTo>
                    <a:pt x="31" y="39"/>
                    <a:pt x="31" y="39"/>
                    <a:pt x="31" y="39"/>
                  </a:cubicBezTo>
                  <a:cubicBezTo>
                    <a:pt x="31" y="39"/>
                    <a:pt x="32" y="41"/>
                    <a:pt x="33" y="41"/>
                  </a:cubicBezTo>
                  <a:moveTo>
                    <a:pt x="35" y="35"/>
                  </a:moveTo>
                  <a:cubicBezTo>
                    <a:pt x="35" y="35"/>
                    <a:pt x="35" y="35"/>
                    <a:pt x="35" y="35"/>
                  </a:cubicBezTo>
                  <a:cubicBezTo>
                    <a:pt x="35" y="36"/>
                    <a:pt x="35" y="36"/>
                    <a:pt x="35" y="36"/>
                  </a:cubicBezTo>
                  <a:cubicBezTo>
                    <a:pt x="35" y="36"/>
                    <a:pt x="36" y="37"/>
                    <a:pt x="37" y="38"/>
                  </a:cubicBezTo>
                  <a:cubicBezTo>
                    <a:pt x="37" y="36"/>
                    <a:pt x="37" y="36"/>
                    <a:pt x="37" y="36"/>
                  </a:cubicBezTo>
                  <a:cubicBezTo>
                    <a:pt x="37" y="36"/>
                    <a:pt x="37" y="36"/>
                    <a:pt x="37" y="36"/>
                  </a:cubicBezTo>
                  <a:cubicBezTo>
                    <a:pt x="37" y="34"/>
                    <a:pt x="37" y="34"/>
                    <a:pt x="37" y="34"/>
                  </a:cubicBezTo>
                  <a:cubicBezTo>
                    <a:pt x="37" y="34"/>
                    <a:pt x="37" y="34"/>
                    <a:pt x="37" y="34"/>
                  </a:cubicBezTo>
                  <a:cubicBezTo>
                    <a:pt x="37" y="34"/>
                    <a:pt x="37" y="34"/>
                    <a:pt x="37" y="34"/>
                  </a:cubicBezTo>
                  <a:cubicBezTo>
                    <a:pt x="37" y="34"/>
                    <a:pt x="37" y="34"/>
                    <a:pt x="37" y="34"/>
                  </a:cubicBezTo>
                  <a:cubicBezTo>
                    <a:pt x="37" y="35"/>
                    <a:pt x="37" y="35"/>
                    <a:pt x="37" y="35"/>
                  </a:cubicBezTo>
                  <a:cubicBezTo>
                    <a:pt x="37" y="35"/>
                    <a:pt x="37" y="35"/>
                    <a:pt x="37" y="35"/>
                  </a:cubicBezTo>
                  <a:cubicBezTo>
                    <a:pt x="36" y="35"/>
                    <a:pt x="36" y="35"/>
                    <a:pt x="36" y="35"/>
                  </a:cubicBezTo>
                  <a:cubicBezTo>
                    <a:pt x="35" y="35"/>
                    <a:pt x="35" y="35"/>
                    <a:pt x="35" y="35"/>
                  </a:cubicBezTo>
                  <a:close/>
                  <a:moveTo>
                    <a:pt x="39" y="34"/>
                  </a:moveTo>
                  <a:cubicBezTo>
                    <a:pt x="39" y="32"/>
                    <a:pt x="39" y="32"/>
                    <a:pt x="39" y="32"/>
                  </a:cubicBezTo>
                  <a:cubicBezTo>
                    <a:pt x="39" y="31"/>
                    <a:pt x="39" y="31"/>
                    <a:pt x="39" y="31"/>
                  </a:cubicBezTo>
                  <a:cubicBezTo>
                    <a:pt x="39" y="30"/>
                    <a:pt x="39" y="30"/>
                    <a:pt x="39" y="30"/>
                  </a:cubicBezTo>
                  <a:cubicBezTo>
                    <a:pt x="39" y="30"/>
                    <a:pt x="39" y="30"/>
                    <a:pt x="39" y="30"/>
                  </a:cubicBezTo>
                  <a:cubicBezTo>
                    <a:pt x="41" y="29"/>
                    <a:pt x="41" y="29"/>
                    <a:pt x="41" y="29"/>
                  </a:cubicBezTo>
                  <a:cubicBezTo>
                    <a:pt x="41" y="28"/>
                    <a:pt x="41" y="28"/>
                    <a:pt x="41" y="28"/>
                  </a:cubicBezTo>
                  <a:cubicBezTo>
                    <a:pt x="41" y="28"/>
                    <a:pt x="41" y="28"/>
                    <a:pt x="41" y="28"/>
                  </a:cubicBezTo>
                  <a:cubicBezTo>
                    <a:pt x="38" y="28"/>
                    <a:pt x="38" y="28"/>
                    <a:pt x="38" y="28"/>
                  </a:cubicBezTo>
                  <a:cubicBezTo>
                    <a:pt x="39" y="29"/>
                    <a:pt x="39" y="30"/>
                    <a:pt x="39" y="30"/>
                  </a:cubicBezTo>
                  <a:cubicBezTo>
                    <a:pt x="39" y="30"/>
                    <a:pt x="39" y="30"/>
                    <a:pt x="39" y="30"/>
                  </a:cubicBezTo>
                  <a:cubicBezTo>
                    <a:pt x="39" y="30"/>
                    <a:pt x="39" y="30"/>
                    <a:pt x="39" y="30"/>
                  </a:cubicBezTo>
                  <a:cubicBezTo>
                    <a:pt x="37" y="32"/>
                    <a:pt x="37" y="32"/>
                    <a:pt x="37" y="32"/>
                  </a:cubicBezTo>
                  <a:lnTo>
                    <a:pt x="39" y="34"/>
                  </a:lnTo>
                  <a:close/>
                  <a:moveTo>
                    <a:pt x="38" y="27"/>
                  </a:moveTo>
                  <a:cubicBezTo>
                    <a:pt x="39" y="27"/>
                    <a:pt x="40" y="27"/>
                    <a:pt x="41" y="28"/>
                  </a:cubicBezTo>
                  <a:cubicBezTo>
                    <a:pt x="41" y="27"/>
                    <a:pt x="41" y="27"/>
                    <a:pt x="41" y="27"/>
                  </a:cubicBezTo>
                  <a:cubicBezTo>
                    <a:pt x="40" y="25"/>
                    <a:pt x="40" y="25"/>
                    <a:pt x="40" y="25"/>
                  </a:cubicBezTo>
                  <a:cubicBezTo>
                    <a:pt x="40" y="25"/>
                    <a:pt x="40" y="25"/>
                    <a:pt x="40" y="25"/>
                  </a:cubicBezTo>
                  <a:cubicBezTo>
                    <a:pt x="40" y="25"/>
                    <a:pt x="40" y="25"/>
                    <a:pt x="40" y="25"/>
                  </a:cubicBezTo>
                  <a:cubicBezTo>
                    <a:pt x="38" y="27"/>
                    <a:pt x="38" y="27"/>
                    <a:pt x="38" y="27"/>
                  </a:cubicBezTo>
                  <a:close/>
                  <a:moveTo>
                    <a:pt x="40" y="25"/>
                  </a:move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1" y="24"/>
                    <a:pt x="41" y="23"/>
                  </a:cubicBezTo>
                  <a:cubicBezTo>
                    <a:pt x="41" y="23"/>
                    <a:pt x="41" y="23"/>
                    <a:pt x="41" y="23"/>
                  </a:cubicBezTo>
                  <a:cubicBezTo>
                    <a:pt x="39" y="23"/>
                    <a:pt x="39" y="23"/>
                    <a:pt x="39" y="23"/>
                  </a:cubicBezTo>
                  <a:cubicBezTo>
                    <a:pt x="38" y="23"/>
                    <a:pt x="38" y="23"/>
                    <a:pt x="38" y="23"/>
                  </a:cubicBezTo>
                  <a:cubicBezTo>
                    <a:pt x="39" y="25"/>
                    <a:pt x="39" y="25"/>
                    <a:pt x="39" y="25"/>
                  </a:cubicBezTo>
                  <a:lnTo>
                    <a:pt x="40" y="25"/>
                  </a:lnTo>
                  <a:close/>
                  <a:moveTo>
                    <a:pt x="38" y="23"/>
                  </a:moveTo>
                  <a:cubicBezTo>
                    <a:pt x="39" y="22"/>
                    <a:pt x="40" y="22"/>
                    <a:pt x="41" y="22"/>
                  </a:cubicBezTo>
                  <a:cubicBezTo>
                    <a:pt x="39" y="21"/>
                    <a:pt x="39" y="21"/>
                    <a:pt x="39" y="21"/>
                  </a:cubicBezTo>
                  <a:cubicBezTo>
                    <a:pt x="39" y="21"/>
                    <a:pt x="39" y="21"/>
                    <a:pt x="39" y="21"/>
                  </a:cubicBezTo>
                  <a:lnTo>
                    <a:pt x="38" y="23"/>
                  </a:lnTo>
                  <a:close/>
                  <a:moveTo>
                    <a:pt x="46" y="3"/>
                  </a:moveTo>
                  <a:cubicBezTo>
                    <a:pt x="45" y="5"/>
                    <a:pt x="42" y="10"/>
                    <a:pt x="40" y="12"/>
                  </a:cubicBezTo>
                  <a:cubicBezTo>
                    <a:pt x="40" y="13"/>
                    <a:pt x="40" y="14"/>
                    <a:pt x="40" y="15"/>
                  </a:cubicBezTo>
                  <a:cubicBezTo>
                    <a:pt x="42" y="13"/>
                    <a:pt x="46" y="7"/>
                    <a:pt x="46" y="3"/>
                  </a:cubicBezTo>
                  <a:close/>
                  <a:moveTo>
                    <a:pt x="46" y="2"/>
                  </a:moveTo>
                  <a:cubicBezTo>
                    <a:pt x="46" y="3"/>
                    <a:pt x="46" y="3"/>
                    <a:pt x="46" y="3"/>
                  </a:cubicBezTo>
                  <a:cubicBezTo>
                    <a:pt x="46" y="2"/>
                    <a:pt x="46" y="2"/>
                    <a:pt x="46" y="2"/>
                  </a:cubicBezTo>
                  <a:close/>
                  <a:moveTo>
                    <a:pt x="47" y="5"/>
                  </a:moveTo>
                  <a:cubicBezTo>
                    <a:pt x="47" y="3"/>
                    <a:pt x="47" y="3"/>
                    <a:pt x="47" y="3"/>
                  </a:cubicBezTo>
                  <a:cubicBezTo>
                    <a:pt x="47" y="3"/>
                    <a:pt x="47" y="3"/>
                    <a:pt x="47" y="3"/>
                  </a:cubicBezTo>
                  <a:cubicBezTo>
                    <a:pt x="47" y="9"/>
                    <a:pt x="40" y="16"/>
                    <a:pt x="40" y="16"/>
                  </a:cubicBezTo>
                  <a:cubicBezTo>
                    <a:pt x="40" y="17"/>
                    <a:pt x="39" y="19"/>
                    <a:pt x="39" y="20"/>
                  </a:cubicBezTo>
                  <a:cubicBezTo>
                    <a:pt x="40" y="19"/>
                    <a:pt x="41" y="18"/>
                    <a:pt x="42" y="16"/>
                  </a:cubicBezTo>
                  <a:cubicBezTo>
                    <a:pt x="42" y="16"/>
                    <a:pt x="42" y="16"/>
                    <a:pt x="42" y="16"/>
                  </a:cubicBezTo>
                  <a:cubicBezTo>
                    <a:pt x="42" y="16"/>
                    <a:pt x="47" y="10"/>
                    <a:pt x="47" y="5"/>
                  </a:cubicBezTo>
                  <a:moveTo>
                    <a:pt x="43" y="16"/>
                  </a:moveTo>
                  <a:cubicBezTo>
                    <a:pt x="41" y="18"/>
                    <a:pt x="39" y="20"/>
                    <a:pt x="39" y="20"/>
                  </a:cubicBezTo>
                  <a:cubicBezTo>
                    <a:pt x="40" y="21"/>
                    <a:pt x="40" y="21"/>
                    <a:pt x="40" y="21"/>
                  </a:cubicBezTo>
                  <a:cubicBezTo>
                    <a:pt x="40" y="21"/>
                    <a:pt x="42" y="19"/>
                    <a:pt x="43" y="18"/>
                  </a:cubicBezTo>
                  <a:cubicBezTo>
                    <a:pt x="44" y="17"/>
                    <a:pt x="46" y="15"/>
                    <a:pt x="47" y="13"/>
                  </a:cubicBezTo>
                  <a:cubicBezTo>
                    <a:pt x="46" y="14"/>
                    <a:pt x="44" y="16"/>
                    <a:pt x="43" y="16"/>
                  </a:cubicBezTo>
                  <a:moveTo>
                    <a:pt x="43" y="22"/>
                  </a:moveTo>
                  <a:cubicBezTo>
                    <a:pt x="42" y="22"/>
                    <a:pt x="42" y="22"/>
                    <a:pt x="42" y="22"/>
                  </a:cubicBezTo>
                  <a:cubicBezTo>
                    <a:pt x="42" y="22"/>
                    <a:pt x="47" y="18"/>
                    <a:pt x="47" y="14"/>
                  </a:cubicBezTo>
                  <a:cubicBezTo>
                    <a:pt x="47" y="14"/>
                    <a:pt x="47" y="14"/>
                    <a:pt x="47" y="14"/>
                  </a:cubicBezTo>
                  <a:cubicBezTo>
                    <a:pt x="46" y="17"/>
                    <a:pt x="41" y="20"/>
                    <a:pt x="40" y="21"/>
                  </a:cubicBezTo>
                  <a:cubicBezTo>
                    <a:pt x="42" y="22"/>
                    <a:pt x="42" y="22"/>
                    <a:pt x="42" y="22"/>
                  </a:cubicBezTo>
                  <a:cubicBezTo>
                    <a:pt x="42" y="22"/>
                    <a:pt x="42" y="22"/>
                    <a:pt x="42" y="22"/>
                  </a:cubicBezTo>
                  <a:cubicBezTo>
                    <a:pt x="42" y="22"/>
                    <a:pt x="42" y="22"/>
                    <a:pt x="42" y="22"/>
                  </a:cubicBezTo>
                  <a:cubicBezTo>
                    <a:pt x="42" y="24"/>
                    <a:pt x="41" y="25"/>
                    <a:pt x="40" y="25"/>
                  </a:cubicBezTo>
                  <a:cubicBezTo>
                    <a:pt x="41" y="26"/>
                    <a:pt x="41" y="26"/>
                    <a:pt x="41" y="26"/>
                  </a:cubicBezTo>
                  <a:cubicBezTo>
                    <a:pt x="41" y="25"/>
                    <a:pt x="42" y="25"/>
                    <a:pt x="43" y="24"/>
                  </a:cubicBezTo>
                  <a:cubicBezTo>
                    <a:pt x="45" y="23"/>
                    <a:pt x="46" y="22"/>
                    <a:pt x="46" y="21"/>
                  </a:cubicBezTo>
                  <a:cubicBezTo>
                    <a:pt x="45" y="21"/>
                    <a:pt x="44" y="21"/>
                    <a:pt x="43" y="22"/>
                  </a:cubicBezTo>
                  <a:moveTo>
                    <a:pt x="44" y="26"/>
                  </a:moveTo>
                  <a:cubicBezTo>
                    <a:pt x="45" y="25"/>
                    <a:pt x="46" y="23"/>
                    <a:pt x="47" y="22"/>
                  </a:cubicBezTo>
                  <a:cubicBezTo>
                    <a:pt x="45" y="24"/>
                    <a:pt x="42" y="26"/>
                    <a:pt x="41" y="26"/>
                  </a:cubicBezTo>
                  <a:cubicBezTo>
                    <a:pt x="42" y="28"/>
                    <a:pt x="42" y="28"/>
                    <a:pt x="42" y="28"/>
                  </a:cubicBezTo>
                  <a:cubicBezTo>
                    <a:pt x="42" y="28"/>
                    <a:pt x="42" y="28"/>
                    <a:pt x="42" y="28"/>
                  </a:cubicBezTo>
                  <a:cubicBezTo>
                    <a:pt x="42" y="28"/>
                    <a:pt x="42" y="28"/>
                    <a:pt x="42" y="28"/>
                  </a:cubicBezTo>
                  <a:cubicBezTo>
                    <a:pt x="43" y="28"/>
                    <a:pt x="44" y="27"/>
                    <a:pt x="44" y="26"/>
                  </a:cubicBezTo>
                  <a:moveTo>
                    <a:pt x="45" y="29"/>
                  </a:moveTo>
                  <a:cubicBezTo>
                    <a:pt x="44" y="29"/>
                    <a:pt x="44" y="28"/>
                    <a:pt x="43" y="28"/>
                  </a:cubicBezTo>
                  <a:cubicBezTo>
                    <a:pt x="43" y="28"/>
                    <a:pt x="43" y="28"/>
                    <a:pt x="43" y="28"/>
                  </a:cubicBezTo>
                  <a:cubicBezTo>
                    <a:pt x="43" y="28"/>
                    <a:pt x="43" y="28"/>
                    <a:pt x="43" y="28"/>
                  </a:cubicBezTo>
                  <a:cubicBezTo>
                    <a:pt x="42" y="29"/>
                    <a:pt x="42" y="29"/>
                    <a:pt x="42" y="29"/>
                  </a:cubicBezTo>
                  <a:cubicBezTo>
                    <a:pt x="42" y="29"/>
                    <a:pt x="42" y="29"/>
                    <a:pt x="42" y="29"/>
                  </a:cubicBezTo>
                  <a:cubicBezTo>
                    <a:pt x="42" y="29"/>
                    <a:pt x="42" y="29"/>
                    <a:pt x="42" y="29"/>
                  </a:cubicBezTo>
                  <a:cubicBezTo>
                    <a:pt x="40" y="30"/>
                    <a:pt x="40" y="30"/>
                    <a:pt x="40" y="30"/>
                  </a:cubicBezTo>
                  <a:cubicBezTo>
                    <a:pt x="42" y="30"/>
                    <a:pt x="42" y="30"/>
                    <a:pt x="42" y="30"/>
                  </a:cubicBezTo>
                  <a:cubicBezTo>
                    <a:pt x="43" y="30"/>
                    <a:pt x="45" y="29"/>
                    <a:pt x="45" y="29"/>
                  </a:cubicBezTo>
                  <a:close/>
                  <a:moveTo>
                    <a:pt x="45" y="30"/>
                  </a:moveTo>
                  <a:cubicBezTo>
                    <a:pt x="43" y="31"/>
                    <a:pt x="41" y="31"/>
                    <a:pt x="40" y="31"/>
                  </a:cubicBezTo>
                  <a:cubicBezTo>
                    <a:pt x="40" y="32"/>
                    <a:pt x="40" y="32"/>
                    <a:pt x="40" y="32"/>
                  </a:cubicBezTo>
                  <a:cubicBezTo>
                    <a:pt x="40" y="34"/>
                    <a:pt x="40" y="34"/>
                    <a:pt x="40" y="34"/>
                  </a:cubicBezTo>
                  <a:cubicBezTo>
                    <a:pt x="40" y="34"/>
                    <a:pt x="40" y="34"/>
                    <a:pt x="40" y="34"/>
                  </a:cubicBezTo>
                  <a:cubicBezTo>
                    <a:pt x="40" y="34"/>
                    <a:pt x="40" y="34"/>
                    <a:pt x="40" y="34"/>
                  </a:cubicBezTo>
                  <a:cubicBezTo>
                    <a:pt x="41" y="33"/>
                    <a:pt x="41" y="33"/>
                    <a:pt x="41" y="33"/>
                  </a:cubicBezTo>
                  <a:cubicBezTo>
                    <a:pt x="42" y="33"/>
                    <a:pt x="44" y="32"/>
                    <a:pt x="45" y="30"/>
                  </a:cubicBezTo>
                  <a:moveTo>
                    <a:pt x="43" y="35"/>
                  </a:moveTo>
                  <a:cubicBezTo>
                    <a:pt x="43" y="35"/>
                    <a:pt x="43" y="35"/>
                    <a:pt x="43" y="35"/>
                  </a:cubicBezTo>
                  <a:cubicBezTo>
                    <a:pt x="44" y="35"/>
                    <a:pt x="44" y="35"/>
                    <a:pt x="44" y="35"/>
                  </a:cubicBezTo>
                  <a:cubicBezTo>
                    <a:pt x="44" y="35"/>
                    <a:pt x="46" y="36"/>
                    <a:pt x="46" y="38"/>
                  </a:cubicBezTo>
                  <a:cubicBezTo>
                    <a:pt x="46" y="38"/>
                    <a:pt x="46" y="38"/>
                    <a:pt x="46" y="38"/>
                  </a:cubicBezTo>
                  <a:cubicBezTo>
                    <a:pt x="46" y="40"/>
                    <a:pt x="46" y="40"/>
                    <a:pt x="46" y="40"/>
                  </a:cubicBezTo>
                  <a:cubicBezTo>
                    <a:pt x="45" y="40"/>
                    <a:pt x="45" y="40"/>
                    <a:pt x="45" y="40"/>
                  </a:cubicBezTo>
                  <a:cubicBezTo>
                    <a:pt x="45" y="40"/>
                    <a:pt x="43" y="40"/>
                    <a:pt x="43" y="42"/>
                  </a:cubicBezTo>
                  <a:cubicBezTo>
                    <a:pt x="43" y="43"/>
                    <a:pt x="43" y="43"/>
                    <a:pt x="43" y="43"/>
                  </a:cubicBezTo>
                  <a:cubicBezTo>
                    <a:pt x="44" y="45"/>
                    <a:pt x="46" y="46"/>
                    <a:pt x="46" y="48"/>
                  </a:cubicBezTo>
                  <a:cubicBezTo>
                    <a:pt x="46" y="48"/>
                    <a:pt x="46" y="48"/>
                    <a:pt x="46" y="48"/>
                  </a:cubicBezTo>
                  <a:cubicBezTo>
                    <a:pt x="46" y="49"/>
                    <a:pt x="45" y="50"/>
                    <a:pt x="45" y="51"/>
                  </a:cubicBezTo>
                  <a:cubicBezTo>
                    <a:pt x="45" y="51"/>
                    <a:pt x="45" y="51"/>
                    <a:pt x="45" y="51"/>
                  </a:cubicBezTo>
                  <a:cubicBezTo>
                    <a:pt x="45" y="51"/>
                    <a:pt x="45" y="51"/>
                    <a:pt x="45" y="51"/>
                  </a:cubicBezTo>
                  <a:cubicBezTo>
                    <a:pt x="45" y="51"/>
                    <a:pt x="46" y="50"/>
                    <a:pt x="46" y="49"/>
                  </a:cubicBezTo>
                  <a:cubicBezTo>
                    <a:pt x="46" y="48"/>
                    <a:pt x="46" y="48"/>
                    <a:pt x="46" y="48"/>
                  </a:cubicBezTo>
                  <a:cubicBezTo>
                    <a:pt x="46" y="46"/>
                    <a:pt x="46" y="46"/>
                    <a:pt x="46" y="46"/>
                  </a:cubicBezTo>
                  <a:cubicBezTo>
                    <a:pt x="45" y="45"/>
                    <a:pt x="44" y="44"/>
                    <a:pt x="44" y="43"/>
                  </a:cubicBezTo>
                  <a:cubicBezTo>
                    <a:pt x="44" y="42"/>
                    <a:pt x="44" y="42"/>
                    <a:pt x="44" y="42"/>
                  </a:cubicBezTo>
                  <a:cubicBezTo>
                    <a:pt x="44" y="41"/>
                    <a:pt x="46" y="40"/>
                    <a:pt x="46" y="40"/>
                  </a:cubicBezTo>
                  <a:cubicBezTo>
                    <a:pt x="46" y="40"/>
                    <a:pt x="46" y="40"/>
                    <a:pt x="46" y="40"/>
                  </a:cubicBezTo>
                  <a:cubicBezTo>
                    <a:pt x="46" y="40"/>
                    <a:pt x="45" y="41"/>
                    <a:pt x="45" y="42"/>
                  </a:cubicBezTo>
                  <a:cubicBezTo>
                    <a:pt x="45" y="43"/>
                    <a:pt x="45" y="43"/>
                    <a:pt x="45" y="43"/>
                  </a:cubicBezTo>
                  <a:cubicBezTo>
                    <a:pt x="45" y="44"/>
                    <a:pt x="46" y="45"/>
                    <a:pt x="46" y="46"/>
                  </a:cubicBezTo>
                  <a:cubicBezTo>
                    <a:pt x="47" y="48"/>
                    <a:pt x="47" y="48"/>
                    <a:pt x="47" y="48"/>
                  </a:cubicBezTo>
                  <a:cubicBezTo>
                    <a:pt x="47" y="49"/>
                    <a:pt x="47" y="49"/>
                    <a:pt x="47" y="49"/>
                  </a:cubicBezTo>
                  <a:cubicBezTo>
                    <a:pt x="46" y="50"/>
                    <a:pt x="46" y="50"/>
                    <a:pt x="46" y="50"/>
                  </a:cubicBezTo>
                  <a:cubicBezTo>
                    <a:pt x="47" y="49"/>
                    <a:pt x="47" y="49"/>
                    <a:pt x="47" y="49"/>
                  </a:cubicBezTo>
                  <a:cubicBezTo>
                    <a:pt x="47" y="49"/>
                    <a:pt x="47" y="49"/>
                    <a:pt x="47" y="48"/>
                  </a:cubicBezTo>
                  <a:cubicBezTo>
                    <a:pt x="47" y="48"/>
                    <a:pt x="47" y="48"/>
                    <a:pt x="47" y="48"/>
                  </a:cubicBezTo>
                  <a:cubicBezTo>
                    <a:pt x="47" y="47"/>
                    <a:pt x="46" y="43"/>
                    <a:pt x="45" y="43"/>
                  </a:cubicBezTo>
                  <a:cubicBezTo>
                    <a:pt x="45" y="42"/>
                    <a:pt x="45" y="42"/>
                    <a:pt x="45" y="42"/>
                  </a:cubicBezTo>
                  <a:cubicBezTo>
                    <a:pt x="45" y="41"/>
                    <a:pt x="47" y="40"/>
                    <a:pt x="47" y="40"/>
                  </a:cubicBezTo>
                  <a:cubicBezTo>
                    <a:pt x="47" y="41"/>
                    <a:pt x="47" y="41"/>
                    <a:pt x="47" y="41"/>
                  </a:cubicBezTo>
                  <a:cubicBezTo>
                    <a:pt x="47" y="41"/>
                    <a:pt x="47" y="41"/>
                    <a:pt x="47" y="41"/>
                  </a:cubicBezTo>
                  <a:cubicBezTo>
                    <a:pt x="46" y="42"/>
                    <a:pt x="46" y="42"/>
                    <a:pt x="46" y="42"/>
                  </a:cubicBezTo>
                  <a:cubicBezTo>
                    <a:pt x="46" y="43"/>
                    <a:pt x="46" y="43"/>
                    <a:pt x="46" y="43"/>
                  </a:cubicBezTo>
                  <a:cubicBezTo>
                    <a:pt x="46" y="43"/>
                    <a:pt x="47" y="46"/>
                    <a:pt x="47" y="48"/>
                  </a:cubicBezTo>
                  <a:cubicBezTo>
                    <a:pt x="47" y="48"/>
                    <a:pt x="47" y="48"/>
                    <a:pt x="47" y="48"/>
                  </a:cubicBezTo>
                  <a:cubicBezTo>
                    <a:pt x="47" y="50"/>
                    <a:pt x="47" y="50"/>
                    <a:pt x="47" y="50"/>
                  </a:cubicBezTo>
                  <a:cubicBezTo>
                    <a:pt x="46" y="51"/>
                    <a:pt x="46" y="51"/>
                    <a:pt x="46" y="51"/>
                  </a:cubicBezTo>
                  <a:cubicBezTo>
                    <a:pt x="47" y="51"/>
                    <a:pt x="48" y="50"/>
                    <a:pt x="48" y="49"/>
                  </a:cubicBezTo>
                  <a:cubicBezTo>
                    <a:pt x="48" y="48"/>
                    <a:pt x="48" y="48"/>
                    <a:pt x="48" y="48"/>
                  </a:cubicBezTo>
                  <a:cubicBezTo>
                    <a:pt x="47" y="44"/>
                    <a:pt x="47" y="44"/>
                    <a:pt x="46" y="43"/>
                  </a:cubicBezTo>
                  <a:cubicBezTo>
                    <a:pt x="46" y="43"/>
                    <a:pt x="46" y="43"/>
                    <a:pt x="46" y="43"/>
                  </a:cubicBezTo>
                  <a:cubicBezTo>
                    <a:pt x="47" y="42"/>
                    <a:pt x="48" y="41"/>
                    <a:pt x="48" y="38"/>
                  </a:cubicBezTo>
                  <a:cubicBezTo>
                    <a:pt x="48" y="38"/>
                    <a:pt x="48" y="38"/>
                    <a:pt x="48" y="38"/>
                  </a:cubicBezTo>
                  <a:cubicBezTo>
                    <a:pt x="48" y="35"/>
                    <a:pt x="46" y="34"/>
                    <a:pt x="43" y="34"/>
                  </a:cubicBezTo>
                  <a:cubicBezTo>
                    <a:pt x="43" y="34"/>
                    <a:pt x="43" y="34"/>
                    <a:pt x="43" y="34"/>
                  </a:cubicBezTo>
                  <a:cubicBezTo>
                    <a:pt x="41" y="34"/>
                    <a:pt x="41" y="34"/>
                    <a:pt x="41" y="34"/>
                  </a:cubicBezTo>
                  <a:cubicBezTo>
                    <a:pt x="41" y="34"/>
                    <a:pt x="41" y="34"/>
                    <a:pt x="41" y="34"/>
                  </a:cubicBezTo>
                  <a:cubicBezTo>
                    <a:pt x="41" y="35"/>
                    <a:pt x="41" y="35"/>
                    <a:pt x="41" y="35"/>
                  </a:cubicBezTo>
                  <a:lnTo>
                    <a:pt x="43" y="35"/>
                  </a:lnTo>
                  <a:close/>
                  <a:moveTo>
                    <a:pt x="40" y="34"/>
                  </a:moveTo>
                  <a:cubicBezTo>
                    <a:pt x="40" y="34"/>
                    <a:pt x="40" y="34"/>
                    <a:pt x="40" y="34"/>
                  </a:cubicBezTo>
                  <a:cubicBezTo>
                    <a:pt x="40" y="34"/>
                    <a:pt x="40" y="34"/>
                    <a:pt x="40" y="34"/>
                  </a:cubicBezTo>
                  <a:cubicBezTo>
                    <a:pt x="40" y="34"/>
                    <a:pt x="40" y="34"/>
                    <a:pt x="40" y="34"/>
                  </a:cubicBezTo>
                  <a:cubicBezTo>
                    <a:pt x="40" y="35"/>
                    <a:pt x="40" y="35"/>
                    <a:pt x="40" y="35"/>
                  </a:cubicBezTo>
                  <a:cubicBezTo>
                    <a:pt x="38" y="35"/>
                    <a:pt x="38" y="35"/>
                    <a:pt x="38" y="35"/>
                  </a:cubicBezTo>
                  <a:cubicBezTo>
                    <a:pt x="41" y="37"/>
                    <a:pt x="41" y="37"/>
                    <a:pt x="41" y="37"/>
                  </a:cubicBezTo>
                  <a:lnTo>
                    <a:pt x="40" y="34"/>
                  </a:lnTo>
                  <a:close/>
                  <a:moveTo>
                    <a:pt x="41" y="37"/>
                  </a:moveTo>
                  <a:cubicBezTo>
                    <a:pt x="40" y="37"/>
                    <a:pt x="38" y="36"/>
                    <a:pt x="38" y="35"/>
                  </a:cubicBezTo>
                  <a:cubicBezTo>
                    <a:pt x="38" y="36"/>
                    <a:pt x="38" y="36"/>
                    <a:pt x="38" y="36"/>
                  </a:cubicBezTo>
                  <a:cubicBezTo>
                    <a:pt x="38" y="36"/>
                    <a:pt x="38" y="36"/>
                    <a:pt x="38" y="36"/>
                  </a:cubicBezTo>
                  <a:cubicBezTo>
                    <a:pt x="38" y="38"/>
                    <a:pt x="38" y="38"/>
                    <a:pt x="38" y="38"/>
                  </a:cubicBezTo>
                  <a:cubicBezTo>
                    <a:pt x="38" y="38"/>
                    <a:pt x="40" y="37"/>
                    <a:pt x="41" y="37"/>
                  </a:cubicBezTo>
                  <a:moveTo>
                    <a:pt x="22" y="57"/>
                  </a:moveTo>
                  <a:cubicBezTo>
                    <a:pt x="20" y="57"/>
                    <a:pt x="18" y="57"/>
                    <a:pt x="17" y="61"/>
                  </a:cubicBezTo>
                  <a:cubicBezTo>
                    <a:pt x="19" y="63"/>
                    <a:pt x="19" y="63"/>
                    <a:pt x="19" y="63"/>
                  </a:cubicBezTo>
                  <a:cubicBezTo>
                    <a:pt x="19" y="63"/>
                    <a:pt x="19" y="63"/>
                    <a:pt x="19" y="63"/>
                  </a:cubicBezTo>
                  <a:cubicBezTo>
                    <a:pt x="19" y="64"/>
                    <a:pt x="19" y="64"/>
                    <a:pt x="19" y="64"/>
                  </a:cubicBezTo>
                  <a:cubicBezTo>
                    <a:pt x="18" y="64"/>
                    <a:pt x="18" y="64"/>
                    <a:pt x="18" y="64"/>
                  </a:cubicBezTo>
                  <a:cubicBezTo>
                    <a:pt x="19" y="65"/>
                    <a:pt x="19" y="65"/>
                    <a:pt x="19" y="65"/>
                  </a:cubicBezTo>
                  <a:cubicBezTo>
                    <a:pt x="20" y="66"/>
                    <a:pt x="22" y="68"/>
                    <a:pt x="23" y="69"/>
                  </a:cubicBezTo>
                  <a:cubicBezTo>
                    <a:pt x="24" y="70"/>
                    <a:pt x="24" y="70"/>
                    <a:pt x="24" y="70"/>
                  </a:cubicBezTo>
                  <a:cubicBezTo>
                    <a:pt x="24" y="71"/>
                    <a:pt x="23" y="72"/>
                    <a:pt x="22" y="73"/>
                  </a:cubicBezTo>
                  <a:cubicBezTo>
                    <a:pt x="22" y="74"/>
                    <a:pt x="20" y="76"/>
                    <a:pt x="19" y="77"/>
                  </a:cubicBezTo>
                  <a:cubicBezTo>
                    <a:pt x="18" y="78"/>
                    <a:pt x="18" y="78"/>
                    <a:pt x="18" y="78"/>
                  </a:cubicBezTo>
                  <a:cubicBezTo>
                    <a:pt x="18" y="78"/>
                    <a:pt x="18" y="78"/>
                    <a:pt x="18" y="78"/>
                  </a:cubicBezTo>
                  <a:cubicBezTo>
                    <a:pt x="18" y="78"/>
                    <a:pt x="18" y="78"/>
                    <a:pt x="18" y="78"/>
                  </a:cubicBezTo>
                  <a:cubicBezTo>
                    <a:pt x="19" y="80"/>
                    <a:pt x="19" y="80"/>
                    <a:pt x="19" y="80"/>
                  </a:cubicBezTo>
                  <a:cubicBezTo>
                    <a:pt x="18" y="80"/>
                    <a:pt x="18" y="80"/>
                    <a:pt x="18" y="80"/>
                  </a:cubicBezTo>
                  <a:cubicBezTo>
                    <a:pt x="18" y="79"/>
                    <a:pt x="18" y="79"/>
                    <a:pt x="18" y="79"/>
                  </a:cubicBezTo>
                  <a:cubicBezTo>
                    <a:pt x="18" y="78"/>
                    <a:pt x="18" y="78"/>
                    <a:pt x="18" y="78"/>
                  </a:cubicBezTo>
                  <a:cubicBezTo>
                    <a:pt x="17" y="78"/>
                    <a:pt x="17" y="78"/>
                    <a:pt x="17" y="78"/>
                  </a:cubicBezTo>
                  <a:cubicBezTo>
                    <a:pt x="17" y="77"/>
                    <a:pt x="17" y="77"/>
                    <a:pt x="17" y="77"/>
                  </a:cubicBezTo>
                  <a:cubicBezTo>
                    <a:pt x="16" y="76"/>
                    <a:pt x="16" y="76"/>
                    <a:pt x="16" y="76"/>
                  </a:cubicBezTo>
                  <a:cubicBezTo>
                    <a:pt x="16" y="76"/>
                    <a:pt x="16" y="76"/>
                    <a:pt x="16" y="76"/>
                  </a:cubicBezTo>
                  <a:cubicBezTo>
                    <a:pt x="15" y="76"/>
                    <a:pt x="15" y="76"/>
                    <a:pt x="15" y="76"/>
                  </a:cubicBezTo>
                  <a:cubicBezTo>
                    <a:pt x="14" y="76"/>
                    <a:pt x="14" y="76"/>
                    <a:pt x="14" y="76"/>
                  </a:cubicBezTo>
                  <a:cubicBezTo>
                    <a:pt x="14" y="76"/>
                    <a:pt x="14" y="76"/>
                    <a:pt x="14" y="76"/>
                  </a:cubicBezTo>
                  <a:cubicBezTo>
                    <a:pt x="16" y="75"/>
                    <a:pt x="16" y="75"/>
                    <a:pt x="16" y="75"/>
                  </a:cubicBezTo>
                  <a:cubicBezTo>
                    <a:pt x="16" y="75"/>
                    <a:pt x="16" y="75"/>
                    <a:pt x="16" y="75"/>
                  </a:cubicBezTo>
                  <a:cubicBezTo>
                    <a:pt x="17" y="76"/>
                    <a:pt x="17" y="76"/>
                    <a:pt x="17" y="76"/>
                  </a:cubicBezTo>
                  <a:cubicBezTo>
                    <a:pt x="17" y="77"/>
                    <a:pt x="17" y="77"/>
                    <a:pt x="17" y="77"/>
                  </a:cubicBezTo>
                  <a:cubicBezTo>
                    <a:pt x="17" y="75"/>
                    <a:pt x="17" y="75"/>
                    <a:pt x="17" y="75"/>
                  </a:cubicBezTo>
                  <a:cubicBezTo>
                    <a:pt x="16" y="74"/>
                    <a:pt x="16" y="74"/>
                    <a:pt x="16" y="74"/>
                  </a:cubicBezTo>
                  <a:cubicBezTo>
                    <a:pt x="15" y="74"/>
                    <a:pt x="15" y="74"/>
                    <a:pt x="15" y="74"/>
                  </a:cubicBezTo>
                  <a:cubicBezTo>
                    <a:pt x="15" y="74"/>
                    <a:pt x="15" y="74"/>
                    <a:pt x="15" y="74"/>
                  </a:cubicBezTo>
                  <a:cubicBezTo>
                    <a:pt x="14" y="75"/>
                    <a:pt x="14" y="75"/>
                    <a:pt x="14" y="75"/>
                  </a:cubicBezTo>
                  <a:cubicBezTo>
                    <a:pt x="14" y="74"/>
                    <a:pt x="14" y="74"/>
                    <a:pt x="14" y="74"/>
                  </a:cubicBezTo>
                  <a:cubicBezTo>
                    <a:pt x="14" y="74"/>
                    <a:pt x="14" y="74"/>
                    <a:pt x="14" y="74"/>
                  </a:cubicBezTo>
                  <a:cubicBezTo>
                    <a:pt x="15" y="74"/>
                    <a:pt x="15" y="74"/>
                    <a:pt x="15" y="74"/>
                  </a:cubicBezTo>
                  <a:cubicBezTo>
                    <a:pt x="14" y="73"/>
                    <a:pt x="14" y="73"/>
                    <a:pt x="14" y="73"/>
                  </a:cubicBezTo>
                  <a:cubicBezTo>
                    <a:pt x="14" y="73"/>
                    <a:pt x="14" y="73"/>
                    <a:pt x="14" y="73"/>
                  </a:cubicBezTo>
                  <a:cubicBezTo>
                    <a:pt x="14" y="75"/>
                    <a:pt x="14" y="75"/>
                    <a:pt x="14" y="75"/>
                  </a:cubicBezTo>
                  <a:cubicBezTo>
                    <a:pt x="15" y="79"/>
                    <a:pt x="15" y="79"/>
                    <a:pt x="15" y="79"/>
                  </a:cubicBezTo>
                  <a:cubicBezTo>
                    <a:pt x="15" y="80"/>
                    <a:pt x="17" y="82"/>
                    <a:pt x="18" y="82"/>
                  </a:cubicBezTo>
                  <a:cubicBezTo>
                    <a:pt x="19" y="82"/>
                    <a:pt x="20" y="82"/>
                    <a:pt x="20" y="81"/>
                  </a:cubicBezTo>
                  <a:cubicBezTo>
                    <a:pt x="21" y="80"/>
                    <a:pt x="21" y="78"/>
                    <a:pt x="21" y="78"/>
                  </a:cubicBezTo>
                  <a:cubicBezTo>
                    <a:pt x="21" y="78"/>
                    <a:pt x="21" y="78"/>
                    <a:pt x="21" y="78"/>
                  </a:cubicBezTo>
                  <a:cubicBezTo>
                    <a:pt x="22" y="78"/>
                    <a:pt x="22" y="78"/>
                    <a:pt x="22" y="78"/>
                  </a:cubicBezTo>
                  <a:cubicBezTo>
                    <a:pt x="23" y="78"/>
                    <a:pt x="23" y="78"/>
                    <a:pt x="23" y="78"/>
                  </a:cubicBezTo>
                  <a:cubicBezTo>
                    <a:pt x="24" y="76"/>
                    <a:pt x="24" y="76"/>
                    <a:pt x="24" y="76"/>
                  </a:cubicBezTo>
                  <a:cubicBezTo>
                    <a:pt x="26" y="74"/>
                    <a:pt x="26" y="74"/>
                    <a:pt x="26" y="74"/>
                  </a:cubicBezTo>
                  <a:cubicBezTo>
                    <a:pt x="28" y="73"/>
                    <a:pt x="28" y="73"/>
                    <a:pt x="28" y="73"/>
                  </a:cubicBezTo>
                  <a:cubicBezTo>
                    <a:pt x="28" y="72"/>
                    <a:pt x="28" y="72"/>
                    <a:pt x="28" y="72"/>
                  </a:cubicBezTo>
                  <a:cubicBezTo>
                    <a:pt x="28" y="72"/>
                    <a:pt x="28" y="72"/>
                    <a:pt x="28" y="72"/>
                  </a:cubicBezTo>
                  <a:cubicBezTo>
                    <a:pt x="27" y="69"/>
                    <a:pt x="27" y="69"/>
                    <a:pt x="27" y="69"/>
                  </a:cubicBezTo>
                  <a:cubicBezTo>
                    <a:pt x="26" y="68"/>
                    <a:pt x="26" y="68"/>
                    <a:pt x="26" y="68"/>
                  </a:cubicBezTo>
                  <a:cubicBezTo>
                    <a:pt x="26" y="68"/>
                    <a:pt x="26" y="68"/>
                    <a:pt x="26" y="68"/>
                  </a:cubicBezTo>
                  <a:cubicBezTo>
                    <a:pt x="26" y="67"/>
                    <a:pt x="26" y="67"/>
                    <a:pt x="26" y="67"/>
                  </a:cubicBezTo>
                  <a:cubicBezTo>
                    <a:pt x="26" y="65"/>
                    <a:pt x="26" y="64"/>
                    <a:pt x="25" y="63"/>
                  </a:cubicBezTo>
                  <a:cubicBezTo>
                    <a:pt x="25" y="62"/>
                    <a:pt x="23" y="62"/>
                    <a:pt x="23" y="62"/>
                  </a:cubicBezTo>
                  <a:cubicBezTo>
                    <a:pt x="24" y="61"/>
                    <a:pt x="24" y="61"/>
                    <a:pt x="24" y="61"/>
                  </a:cubicBezTo>
                  <a:cubicBezTo>
                    <a:pt x="25" y="61"/>
                    <a:pt x="25" y="61"/>
                    <a:pt x="25" y="61"/>
                  </a:cubicBezTo>
                  <a:cubicBezTo>
                    <a:pt x="25" y="62"/>
                    <a:pt x="25" y="62"/>
                    <a:pt x="25" y="62"/>
                  </a:cubicBezTo>
                  <a:cubicBezTo>
                    <a:pt x="26" y="63"/>
                    <a:pt x="26" y="63"/>
                    <a:pt x="26" y="63"/>
                  </a:cubicBezTo>
                  <a:cubicBezTo>
                    <a:pt x="26" y="64"/>
                    <a:pt x="27" y="65"/>
                    <a:pt x="27" y="67"/>
                  </a:cubicBezTo>
                  <a:cubicBezTo>
                    <a:pt x="28" y="68"/>
                    <a:pt x="28" y="68"/>
                    <a:pt x="28" y="68"/>
                  </a:cubicBezTo>
                  <a:cubicBezTo>
                    <a:pt x="30" y="69"/>
                    <a:pt x="30" y="69"/>
                    <a:pt x="30" y="69"/>
                  </a:cubicBezTo>
                  <a:cubicBezTo>
                    <a:pt x="29" y="67"/>
                    <a:pt x="29" y="65"/>
                    <a:pt x="29" y="64"/>
                  </a:cubicBezTo>
                  <a:cubicBezTo>
                    <a:pt x="29" y="64"/>
                    <a:pt x="29" y="64"/>
                    <a:pt x="29" y="64"/>
                  </a:cubicBezTo>
                  <a:cubicBezTo>
                    <a:pt x="29" y="62"/>
                    <a:pt x="29" y="62"/>
                    <a:pt x="29" y="62"/>
                  </a:cubicBezTo>
                  <a:cubicBezTo>
                    <a:pt x="29" y="62"/>
                    <a:pt x="29" y="62"/>
                    <a:pt x="29" y="62"/>
                  </a:cubicBezTo>
                  <a:cubicBezTo>
                    <a:pt x="29" y="62"/>
                    <a:pt x="28" y="61"/>
                    <a:pt x="27" y="61"/>
                  </a:cubicBezTo>
                  <a:cubicBezTo>
                    <a:pt x="26" y="60"/>
                    <a:pt x="26" y="60"/>
                    <a:pt x="26" y="60"/>
                  </a:cubicBezTo>
                  <a:cubicBezTo>
                    <a:pt x="25" y="60"/>
                    <a:pt x="25" y="60"/>
                    <a:pt x="25" y="60"/>
                  </a:cubicBezTo>
                  <a:cubicBezTo>
                    <a:pt x="25" y="60"/>
                    <a:pt x="25" y="60"/>
                    <a:pt x="25" y="60"/>
                  </a:cubicBezTo>
                  <a:cubicBezTo>
                    <a:pt x="25" y="59"/>
                    <a:pt x="25" y="59"/>
                    <a:pt x="25" y="59"/>
                  </a:cubicBezTo>
                  <a:cubicBezTo>
                    <a:pt x="25" y="57"/>
                    <a:pt x="25" y="57"/>
                    <a:pt x="25" y="57"/>
                  </a:cubicBezTo>
                  <a:cubicBezTo>
                    <a:pt x="24" y="57"/>
                    <a:pt x="23" y="57"/>
                    <a:pt x="22" y="57"/>
                  </a:cubicBezTo>
                  <a:moveTo>
                    <a:pt x="21" y="52"/>
                  </a:moveTo>
                  <a:cubicBezTo>
                    <a:pt x="21" y="52"/>
                    <a:pt x="21" y="52"/>
                    <a:pt x="21" y="52"/>
                  </a:cubicBezTo>
                  <a:cubicBezTo>
                    <a:pt x="21" y="53"/>
                    <a:pt x="23" y="54"/>
                    <a:pt x="24" y="55"/>
                  </a:cubicBezTo>
                  <a:cubicBezTo>
                    <a:pt x="25" y="57"/>
                    <a:pt x="25" y="57"/>
                    <a:pt x="25" y="57"/>
                  </a:cubicBezTo>
                  <a:cubicBezTo>
                    <a:pt x="25" y="57"/>
                    <a:pt x="25" y="57"/>
                    <a:pt x="25" y="57"/>
                  </a:cubicBezTo>
                  <a:cubicBezTo>
                    <a:pt x="25" y="57"/>
                    <a:pt x="25" y="57"/>
                    <a:pt x="25" y="57"/>
                  </a:cubicBezTo>
                  <a:cubicBezTo>
                    <a:pt x="25" y="57"/>
                    <a:pt x="25" y="57"/>
                    <a:pt x="25" y="57"/>
                  </a:cubicBezTo>
                  <a:cubicBezTo>
                    <a:pt x="25" y="57"/>
                    <a:pt x="25" y="57"/>
                    <a:pt x="25" y="57"/>
                  </a:cubicBezTo>
                  <a:cubicBezTo>
                    <a:pt x="26" y="59"/>
                    <a:pt x="26" y="59"/>
                    <a:pt x="26" y="59"/>
                  </a:cubicBezTo>
                  <a:cubicBezTo>
                    <a:pt x="26" y="59"/>
                    <a:pt x="26" y="59"/>
                    <a:pt x="26" y="59"/>
                  </a:cubicBezTo>
                  <a:cubicBezTo>
                    <a:pt x="28" y="60"/>
                    <a:pt x="28" y="60"/>
                    <a:pt x="28" y="60"/>
                  </a:cubicBezTo>
                  <a:cubicBezTo>
                    <a:pt x="29" y="62"/>
                    <a:pt x="29" y="62"/>
                    <a:pt x="29" y="62"/>
                  </a:cubicBezTo>
                  <a:cubicBezTo>
                    <a:pt x="30" y="61"/>
                    <a:pt x="30" y="60"/>
                    <a:pt x="30" y="60"/>
                  </a:cubicBezTo>
                  <a:cubicBezTo>
                    <a:pt x="30" y="59"/>
                    <a:pt x="30" y="59"/>
                    <a:pt x="30" y="59"/>
                  </a:cubicBezTo>
                  <a:cubicBezTo>
                    <a:pt x="30" y="57"/>
                    <a:pt x="30" y="57"/>
                    <a:pt x="30" y="57"/>
                  </a:cubicBezTo>
                  <a:cubicBezTo>
                    <a:pt x="30" y="57"/>
                    <a:pt x="30" y="57"/>
                    <a:pt x="30" y="57"/>
                  </a:cubicBezTo>
                  <a:cubicBezTo>
                    <a:pt x="30" y="57"/>
                    <a:pt x="31" y="58"/>
                    <a:pt x="31" y="59"/>
                  </a:cubicBezTo>
                  <a:cubicBezTo>
                    <a:pt x="31" y="60"/>
                    <a:pt x="31" y="60"/>
                    <a:pt x="31" y="60"/>
                  </a:cubicBezTo>
                  <a:cubicBezTo>
                    <a:pt x="31" y="60"/>
                    <a:pt x="30" y="61"/>
                    <a:pt x="30" y="62"/>
                  </a:cubicBezTo>
                  <a:cubicBezTo>
                    <a:pt x="30" y="63"/>
                    <a:pt x="30" y="63"/>
                    <a:pt x="30" y="63"/>
                  </a:cubicBezTo>
                  <a:cubicBezTo>
                    <a:pt x="30" y="63"/>
                    <a:pt x="30" y="63"/>
                    <a:pt x="30" y="63"/>
                  </a:cubicBezTo>
                  <a:cubicBezTo>
                    <a:pt x="29" y="64"/>
                    <a:pt x="29" y="64"/>
                    <a:pt x="29" y="64"/>
                  </a:cubicBezTo>
                  <a:cubicBezTo>
                    <a:pt x="29" y="64"/>
                    <a:pt x="29" y="64"/>
                    <a:pt x="29" y="64"/>
                  </a:cubicBezTo>
                  <a:cubicBezTo>
                    <a:pt x="30" y="66"/>
                    <a:pt x="30" y="68"/>
                    <a:pt x="31" y="70"/>
                  </a:cubicBezTo>
                  <a:cubicBezTo>
                    <a:pt x="32" y="71"/>
                    <a:pt x="32" y="71"/>
                    <a:pt x="32" y="71"/>
                  </a:cubicBezTo>
                  <a:cubicBezTo>
                    <a:pt x="32" y="71"/>
                    <a:pt x="32" y="71"/>
                    <a:pt x="32" y="71"/>
                  </a:cubicBezTo>
                  <a:cubicBezTo>
                    <a:pt x="32" y="71"/>
                    <a:pt x="32" y="71"/>
                    <a:pt x="32" y="71"/>
                  </a:cubicBezTo>
                  <a:cubicBezTo>
                    <a:pt x="32" y="74"/>
                    <a:pt x="32" y="74"/>
                    <a:pt x="32" y="74"/>
                  </a:cubicBezTo>
                  <a:cubicBezTo>
                    <a:pt x="33" y="74"/>
                    <a:pt x="34" y="77"/>
                    <a:pt x="35" y="78"/>
                  </a:cubicBezTo>
                  <a:cubicBezTo>
                    <a:pt x="36" y="79"/>
                    <a:pt x="36" y="80"/>
                    <a:pt x="37" y="81"/>
                  </a:cubicBezTo>
                  <a:cubicBezTo>
                    <a:pt x="37" y="82"/>
                    <a:pt x="36" y="83"/>
                    <a:pt x="37" y="83"/>
                  </a:cubicBezTo>
                  <a:cubicBezTo>
                    <a:pt x="38" y="85"/>
                    <a:pt x="38" y="85"/>
                    <a:pt x="38" y="86"/>
                  </a:cubicBezTo>
                  <a:cubicBezTo>
                    <a:pt x="38" y="87"/>
                    <a:pt x="38" y="87"/>
                    <a:pt x="38" y="87"/>
                  </a:cubicBezTo>
                  <a:cubicBezTo>
                    <a:pt x="38" y="88"/>
                    <a:pt x="38" y="88"/>
                    <a:pt x="39" y="89"/>
                  </a:cubicBezTo>
                  <a:cubicBezTo>
                    <a:pt x="39" y="90"/>
                    <a:pt x="40" y="91"/>
                    <a:pt x="40" y="92"/>
                  </a:cubicBezTo>
                  <a:cubicBezTo>
                    <a:pt x="39" y="93"/>
                    <a:pt x="39" y="93"/>
                    <a:pt x="39" y="93"/>
                  </a:cubicBezTo>
                  <a:cubicBezTo>
                    <a:pt x="39" y="94"/>
                    <a:pt x="39" y="96"/>
                    <a:pt x="38" y="96"/>
                  </a:cubicBezTo>
                  <a:cubicBezTo>
                    <a:pt x="37" y="96"/>
                    <a:pt x="37" y="96"/>
                    <a:pt x="37" y="96"/>
                  </a:cubicBezTo>
                  <a:cubicBezTo>
                    <a:pt x="36" y="96"/>
                    <a:pt x="36" y="96"/>
                    <a:pt x="36" y="96"/>
                  </a:cubicBezTo>
                  <a:cubicBezTo>
                    <a:pt x="36" y="96"/>
                    <a:pt x="36" y="96"/>
                    <a:pt x="36" y="96"/>
                  </a:cubicBezTo>
                  <a:cubicBezTo>
                    <a:pt x="35" y="96"/>
                    <a:pt x="35" y="96"/>
                    <a:pt x="35" y="96"/>
                  </a:cubicBezTo>
                  <a:cubicBezTo>
                    <a:pt x="34" y="97"/>
                    <a:pt x="34" y="97"/>
                    <a:pt x="34" y="97"/>
                  </a:cubicBezTo>
                  <a:cubicBezTo>
                    <a:pt x="34" y="98"/>
                    <a:pt x="34" y="98"/>
                    <a:pt x="34" y="98"/>
                  </a:cubicBezTo>
                  <a:cubicBezTo>
                    <a:pt x="34" y="98"/>
                    <a:pt x="34" y="98"/>
                    <a:pt x="34" y="98"/>
                  </a:cubicBezTo>
                  <a:cubicBezTo>
                    <a:pt x="33" y="98"/>
                    <a:pt x="33" y="98"/>
                    <a:pt x="33" y="98"/>
                  </a:cubicBezTo>
                  <a:cubicBezTo>
                    <a:pt x="33" y="98"/>
                    <a:pt x="33" y="98"/>
                    <a:pt x="33" y="98"/>
                  </a:cubicBezTo>
                  <a:cubicBezTo>
                    <a:pt x="34" y="97"/>
                    <a:pt x="34" y="97"/>
                    <a:pt x="34" y="97"/>
                  </a:cubicBezTo>
                  <a:cubicBezTo>
                    <a:pt x="35" y="96"/>
                    <a:pt x="35" y="96"/>
                    <a:pt x="35" y="96"/>
                  </a:cubicBezTo>
                  <a:cubicBezTo>
                    <a:pt x="35" y="96"/>
                    <a:pt x="35" y="96"/>
                    <a:pt x="35" y="96"/>
                  </a:cubicBezTo>
                  <a:cubicBezTo>
                    <a:pt x="35" y="96"/>
                    <a:pt x="35" y="96"/>
                    <a:pt x="35" y="96"/>
                  </a:cubicBezTo>
                  <a:cubicBezTo>
                    <a:pt x="34" y="96"/>
                    <a:pt x="34" y="96"/>
                    <a:pt x="34" y="96"/>
                  </a:cubicBezTo>
                  <a:cubicBezTo>
                    <a:pt x="33" y="96"/>
                    <a:pt x="33" y="96"/>
                    <a:pt x="33" y="96"/>
                  </a:cubicBezTo>
                  <a:cubicBezTo>
                    <a:pt x="32" y="97"/>
                    <a:pt x="32" y="97"/>
                    <a:pt x="32" y="97"/>
                  </a:cubicBezTo>
                  <a:cubicBezTo>
                    <a:pt x="31" y="97"/>
                    <a:pt x="31" y="97"/>
                    <a:pt x="31" y="97"/>
                  </a:cubicBezTo>
                  <a:cubicBezTo>
                    <a:pt x="32" y="96"/>
                    <a:pt x="32" y="96"/>
                    <a:pt x="32" y="96"/>
                  </a:cubicBezTo>
                  <a:cubicBezTo>
                    <a:pt x="31" y="97"/>
                    <a:pt x="31" y="97"/>
                    <a:pt x="31" y="97"/>
                  </a:cubicBezTo>
                  <a:cubicBezTo>
                    <a:pt x="31" y="97"/>
                    <a:pt x="31" y="97"/>
                    <a:pt x="31" y="97"/>
                  </a:cubicBezTo>
                  <a:cubicBezTo>
                    <a:pt x="32" y="98"/>
                    <a:pt x="32" y="98"/>
                    <a:pt x="32" y="98"/>
                  </a:cubicBezTo>
                  <a:cubicBezTo>
                    <a:pt x="33" y="99"/>
                    <a:pt x="34" y="99"/>
                    <a:pt x="35" y="100"/>
                  </a:cubicBezTo>
                  <a:cubicBezTo>
                    <a:pt x="36" y="100"/>
                    <a:pt x="38" y="100"/>
                    <a:pt x="39" y="100"/>
                  </a:cubicBezTo>
                  <a:cubicBezTo>
                    <a:pt x="40" y="100"/>
                    <a:pt x="40" y="100"/>
                    <a:pt x="40" y="100"/>
                  </a:cubicBezTo>
                  <a:cubicBezTo>
                    <a:pt x="42" y="98"/>
                    <a:pt x="42" y="98"/>
                    <a:pt x="42" y="98"/>
                  </a:cubicBezTo>
                  <a:cubicBezTo>
                    <a:pt x="42" y="95"/>
                    <a:pt x="42" y="95"/>
                    <a:pt x="42" y="95"/>
                  </a:cubicBezTo>
                  <a:cubicBezTo>
                    <a:pt x="43" y="93"/>
                    <a:pt x="43" y="93"/>
                    <a:pt x="43" y="93"/>
                  </a:cubicBezTo>
                  <a:cubicBezTo>
                    <a:pt x="42" y="88"/>
                    <a:pt x="42" y="88"/>
                    <a:pt x="42" y="88"/>
                  </a:cubicBezTo>
                  <a:cubicBezTo>
                    <a:pt x="42" y="88"/>
                    <a:pt x="41" y="87"/>
                    <a:pt x="41" y="86"/>
                  </a:cubicBezTo>
                  <a:cubicBezTo>
                    <a:pt x="41" y="84"/>
                    <a:pt x="42" y="83"/>
                    <a:pt x="42" y="82"/>
                  </a:cubicBezTo>
                  <a:cubicBezTo>
                    <a:pt x="40" y="79"/>
                    <a:pt x="40" y="79"/>
                    <a:pt x="40" y="79"/>
                  </a:cubicBezTo>
                  <a:cubicBezTo>
                    <a:pt x="40" y="77"/>
                    <a:pt x="40" y="77"/>
                    <a:pt x="40" y="77"/>
                  </a:cubicBezTo>
                  <a:cubicBezTo>
                    <a:pt x="40" y="78"/>
                    <a:pt x="40" y="78"/>
                    <a:pt x="40" y="78"/>
                  </a:cubicBezTo>
                  <a:cubicBezTo>
                    <a:pt x="39" y="77"/>
                    <a:pt x="39" y="77"/>
                    <a:pt x="39" y="77"/>
                  </a:cubicBezTo>
                  <a:cubicBezTo>
                    <a:pt x="38" y="75"/>
                    <a:pt x="38" y="75"/>
                    <a:pt x="38" y="75"/>
                  </a:cubicBezTo>
                  <a:cubicBezTo>
                    <a:pt x="38" y="75"/>
                    <a:pt x="38" y="75"/>
                    <a:pt x="38" y="75"/>
                  </a:cubicBezTo>
                  <a:cubicBezTo>
                    <a:pt x="38" y="74"/>
                    <a:pt x="38" y="73"/>
                    <a:pt x="39" y="72"/>
                  </a:cubicBezTo>
                  <a:cubicBezTo>
                    <a:pt x="40" y="70"/>
                    <a:pt x="41" y="67"/>
                    <a:pt x="41" y="66"/>
                  </a:cubicBezTo>
                  <a:cubicBezTo>
                    <a:pt x="41" y="66"/>
                    <a:pt x="41" y="66"/>
                    <a:pt x="41" y="66"/>
                  </a:cubicBezTo>
                  <a:cubicBezTo>
                    <a:pt x="41" y="65"/>
                    <a:pt x="40" y="62"/>
                    <a:pt x="40" y="62"/>
                  </a:cubicBezTo>
                  <a:cubicBezTo>
                    <a:pt x="40" y="62"/>
                    <a:pt x="40" y="62"/>
                    <a:pt x="40" y="62"/>
                  </a:cubicBezTo>
                  <a:cubicBezTo>
                    <a:pt x="40" y="62"/>
                    <a:pt x="42" y="64"/>
                    <a:pt x="42" y="66"/>
                  </a:cubicBezTo>
                  <a:cubicBezTo>
                    <a:pt x="42" y="66"/>
                    <a:pt x="42" y="66"/>
                    <a:pt x="42" y="66"/>
                  </a:cubicBezTo>
                  <a:cubicBezTo>
                    <a:pt x="41" y="67"/>
                    <a:pt x="40" y="71"/>
                    <a:pt x="40" y="72"/>
                  </a:cubicBezTo>
                  <a:cubicBezTo>
                    <a:pt x="39" y="73"/>
                    <a:pt x="38" y="75"/>
                    <a:pt x="38" y="75"/>
                  </a:cubicBezTo>
                  <a:cubicBezTo>
                    <a:pt x="38" y="75"/>
                    <a:pt x="38" y="75"/>
                    <a:pt x="38" y="75"/>
                  </a:cubicBezTo>
                  <a:cubicBezTo>
                    <a:pt x="39" y="77"/>
                    <a:pt x="39" y="77"/>
                    <a:pt x="39" y="77"/>
                  </a:cubicBezTo>
                  <a:cubicBezTo>
                    <a:pt x="40" y="77"/>
                    <a:pt x="40" y="77"/>
                    <a:pt x="40" y="77"/>
                  </a:cubicBezTo>
                  <a:cubicBezTo>
                    <a:pt x="40" y="77"/>
                    <a:pt x="40" y="77"/>
                    <a:pt x="40" y="77"/>
                  </a:cubicBezTo>
                  <a:cubicBezTo>
                    <a:pt x="41" y="76"/>
                    <a:pt x="41" y="76"/>
                    <a:pt x="41" y="76"/>
                  </a:cubicBezTo>
                  <a:cubicBezTo>
                    <a:pt x="40" y="76"/>
                    <a:pt x="40" y="76"/>
                    <a:pt x="40" y="76"/>
                  </a:cubicBezTo>
                  <a:cubicBezTo>
                    <a:pt x="40" y="75"/>
                    <a:pt x="40" y="75"/>
                    <a:pt x="40" y="75"/>
                  </a:cubicBezTo>
                  <a:cubicBezTo>
                    <a:pt x="39" y="74"/>
                    <a:pt x="39" y="74"/>
                    <a:pt x="39" y="74"/>
                  </a:cubicBezTo>
                  <a:cubicBezTo>
                    <a:pt x="41" y="74"/>
                    <a:pt x="41" y="74"/>
                    <a:pt x="41" y="74"/>
                  </a:cubicBezTo>
                  <a:cubicBezTo>
                    <a:pt x="41" y="73"/>
                    <a:pt x="41" y="73"/>
                    <a:pt x="41" y="73"/>
                  </a:cubicBezTo>
                  <a:cubicBezTo>
                    <a:pt x="41" y="72"/>
                    <a:pt x="41" y="72"/>
                    <a:pt x="41" y="72"/>
                  </a:cubicBezTo>
                  <a:cubicBezTo>
                    <a:pt x="42" y="72"/>
                    <a:pt x="42" y="72"/>
                    <a:pt x="42" y="72"/>
                  </a:cubicBezTo>
                  <a:cubicBezTo>
                    <a:pt x="42" y="71"/>
                    <a:pt x="42" y="71"/>
                    <a:pt x="42" y="71"/>
                  </a:cubicBezTo>
                  <a:cubicBezTo>
                    <a:pt x="42" y="71"/>
                    <a:pt x="42" y="71"/>
                    <a:pt x="42" y="71"/>
                  </a:cubicBezTo>
                  <a:cubicBezTo>
                    <a:pt x="43" y="71"/>
                    <a:pt x="43" y="71"/>
                    <a:pt x="43" y="71"/>
                  </a:cubicBezTo>
                  <a:cubicBezTo>
                    <a:pt x="42" y="70"/>
                    <a:pt x="42" y="70"/>
                    <a:pt x="42" y="70"/>
                  </a:cubicBezTo>
                  <a:cubicBezTo>
                    <a:pt x="42" y="69"/>
                    <a:pt x="42" y="69"/>
                    <a:pt x="42" y="69"/>
                  </a:cubicBezTo>
                  <a:cubicBezTo>
                    <a:pt x="43" y="70"/>
                    <a:pt x="43" y="70"/>
                    <a:pt x="43" y="70"/>
                  </a:cubicBezTo>
                  <a:cubicBezTo>
                    <a:pt x="43" y="68"/>
                    <a:pt x="43" y="68"/>
                    <a:pt x="43" y="68"/>
                  </a:cubicBezTo>
                  <a:cubicBezTo>
                    <a:pt x="43" y="68"/>
                    <a:pt x="43" y="68"/>
                    <a:pt x="43" y="68"/>
                  </a:cubicBezTo>
                  <a:cubicBezTo>
                    <a:pt x="44" y="68"/>
                    <a:pt x="44" y="68"/>
                    <a:pt x="44" y="68"/>
                  </a:cubicBezTo>
                  <a:cubicBezTo>
                    <a:pt x="43" y="66"/>
                    <a:pt x="43" y="66"/>
                    <a:pt x="43" y="66"/>
                  </a:cubicBezTo>
                  <a:cubicBezTo>
                    <a:pt x="43" y="66"/>
                    <a:pt x="43" y="66"/>
                    <a:pt x="43" y="66"/>
                  </a:cubicBezTo>
                  <a:cubicBezTo>
                    <a:pt x="43" y="65"/>
                    <a:pt x="43" y="65"/>
                    <a:pt x="43" y="65"/>
                  </a:cubicBezTo>
                  <a:cubicBezTo>
                    <a:pt x="43" y="65"/>
                    <a:pt x="47" y="62"/>
                    <a:pt x="47" y="59"/>
                  </a:cubicBezTo>
                  <a:cubicBezTo>
                    <a:pt x="47" y="55"/>
                    <a:pt x="39" y="48"/>
                    <a:pt x="39" y="41"/>
                  </a:cubicBezTo>
                  <a:cubicBezTo>
                    <a:pt x="39" y="41"/>
                    <a:pt x="39" y="41"/>
                    <a:pt x="39" y="41"/>
                  </a:cubicBezTo>
                  <a:cubicBezTo>
                    <a:pt x="39" y="40"/>
                    <a:pt x="39" y="39"/>
                    <a:pt x="40" y="38"/>
                  </a:cubicBezTo>
                  <a:cubicBezTo>
                    <a:pt x="38" y="38"/>
                    <a:pt x="38" y="38"/>
                    <a:pt x="38" y="38"/>
                  </a:cubicBezTo>
                  <a:cubicBezTo>
                    <a:pt x="38" y="40"/>
                    <a:pt x="38" y="42"/>
                    <a:pt x="38" y="42"/>
                  </a:cubicBezTo>
                  <a:cubicBezTo>
                    <a:pt x="38" y="43"/>
                    <a:pt x="38" y="43"/>
                    <a:pt x="38" y="43"/>
                  </a:cubicBezTo>
                  <a:cubicBezTo>
                    <a:pt x="38" y="43"/>
                    <a:pt x="38" y="43"/>
                    <a:pt x="38" y="43"/>
                  </a:cubicBezTo>
                  <a:cubicBezTo>
                    <a:pt x="38" y="43"/>
                    <a:pt x="38" y="43"/>
                    <a:pt x="38" y="43"/>
                  </a:cubicBezTo>
                  <a:cubicBezTo>
                    <a:pt x="38" y="43"/>
                    <a:pt x="38" y="43"/>
                    <a:pt x="38" y="43"/>
                  </a:cubicBezTo>
                  <a:cubicBezTo>
                    <a:pt x="38" y="43"/>
                    <a:pt x="38" y="43"/>
                    <a:pt x="38" y="43"/>
                  </a:cubicBezTo>
                  <a:cubicBezTo>
                    <a:pt x="37" y="43"/>
                    <a:pt x="37" y="43"/>
                    <a:pt x="37" y="43"/>
                  </a:cubicBezTo>
                  <a:cubicBezTo>
                    <a:pt x="38" y="44"/>
                    <a:pt x="38" y="44"/>
                    <a:pt x="38" y="44"/>
                  </a:cubicBezTo>
                  <a:cubicBezTo>
                    <a:pt x="39" y="51"/>
                    <a:pt x="45" y="53"/>
                    <a:pt x="45" y="58"/>
                  </a:cubicBezTo>
                  <a:cubicBezTo>
                    <a:pt x="45" y="59"/>
                    <a:pt x="45" y="59"/>
                    <a:pt x="45" y="59"/>
                  </a:cubicBezTo>
                  <a:cubicBezTo>
                    <a:pt x="45" y="59"/>
                    <a:pt x="44" y="62"/>
                    <a:pt x="42" y="62"/>
                  </a:cubicBezTo>
                  <a:cubicBezTo>
                    <a:pt x="42" y="62"/>
                    <a:pt x="42" y="62"/>
                    <a:pt x="42" y="62"/>
                  </a:cubicBezTo>
                  <a:cubicBezTo>
                    <a:pt x="42" y="62"/>
                    <a:pt x="42" y="62"/>
                    <a:pt x="42" y="62"/>
                  </a:cubicBezTo>
                  <a:cubicBezTo>
                    <a:pt x="41" y="61"/>
                    <a:pt x="41" y="61"/>
                    <a:pt x="41" y="61"/>
                  </a:cubicBezTo>
                  <a:cubicBezTo>
                    <a:pt x="40" y="60"/>
                    <a:pt x="40" y="60"/>
                    <a:pt x="40" y="60"/>
                  </a:cubicBezTo>
                  <a:cubicBezTo>
                    <a:pt x="39" y="58"/>
                    <a:pt x="39" y="57"/>
                    <a:pt x="37" y="56"/>
                  </a:cubicBezTo>
                  <a:cubicBezTo>
                    <a:pt x="36" y="54"/>
                    <a:pt x="33" y="52"/>
                    <a:pt x="33" y="50"/>
                  </a:cubicBezTo>
                  <a:cubicBezTo>
                    <a:pt x="32" y="49"/>
                    <a:pt x="31" y="48"/>
                    <a:pt x="31" y="47"/>
                  </a:cubicBezTo>
                  <a:cubicBezTo>
                    <a:pt x="31" y="46"/>
                    <a:pt x="31" y="46"/>
                    <a:pt x="31" y="46"/>
                  </a:cubicBezTo>
                  <a:cubicBezTo>
                    <a:pt x="30" y="46"/>
                    <a:pt x="30" y="45"/>
                    <a:pt x="29" y="45"/>
                  </a:cubicBezTo>
                  <a:cubicBezTo>
                    <a:pt x="30" y="47"/>
                    <a:pt x="30" y="49"/>
                    <a:pt x="30" y="49"/>
                  </a:cubicBezTo>
                  <a:cubicBezTo>
                    <a:pt x="30" y="49"/>
                    <a:pt x="30" y="49"/>
                    <a:pt x="30" y="49"/>
                  </a:cubicBezTo>
                  <a:cubicBezTo>
                    <a:pt x="29" y="49"/>
                    <a:pt x="29" y="49"/>
                    <a:pt x="29" y="49"/>
                  </a:cubicBezTo>
                  <a:cubicBezTo>
                    <a:pt x="27" y="49"/>
                    <a:pt x="25" y="46"/>
                    <a:pt x="24" y="46"/>
                  </a:cubicBezTo>
                  <a:cubicBezTo>
                    <a:pt x="24" y="46"/>
                    <a:pt x="24" y="46"/>
                    <a:pt x="24" y="46"/>
                  </a:cubicBezTo>
                  <a:cubicBezTo>
                    <a:pt x="21" y="49"/>
                    <a:pt x="21" y="49"/>
                    <a:pt x="21" y="49"/>
                  </a:cubicBezTo>
                  <a:cubicBezTo>
                    <a:pt x="21" y="51"/>
                    <a:pt x="21" y="51"/>
                    <a:pt x="21" y="51"/>
                  </a:cubicBezTo>
                  <a:cubicBezTo>
                    <a:pt x="21" y="51"/>
                    <a:pt x="21" y="51"/>
                    <a:pt x="21" y="51"/>
                  </a:cubicBezTo>
                  <a:cubicBezTo>
                    <a:pt x="20" y="51"/>
                    <a:pt x="20" y="51"/>
                    <a:pt x="20" y="51"/>
                  </a:cubicBezTo>
                  <a:lnTo>
                    <a:pt x="21" y="52"/>
                  </a:lnTo>
                  <a:close/>
                  <a:moveTo>
                    <a:pt x="9" y="62"/>
                  </a:moveTo>
                  <a:cubicBezTo>
                    <a:pt x="10" y="62"/>
                    <a:pt x="10" y="62"/>
                    <a:pt x="10" y="62"/>
                  </a:cubicBezTo>
                  <a:cubicBezTo>
                    <a:pt x="11" y="62"/>
                    <a:pt x="11" y="62"/>
                    <a:pt x="11" y="62"/>
                  </a:cubicBezTo>
                  <a:cubicBezTo>
                    <a:pt x="11" y="62"/>
                    <a:pt x="11" y="62"/>
                    <a:pt x="11" y="62"/>
                  </a:cubicBezTo>
                  <a:cubicBezTo>
                    <a:pt x="11" y="62"/>
                    <a:pt x="11" y="62"/>
                    <a:pt x="11" y="62"/>
                  </a:cubicBezTo>
                  <a:cubicBezTo>
                    <a:pt x="10" y="61"/>
                    <a:pt x="10" y="61"/>
                    <a:pt x="10" y="61"/>
                  </a:cubicBezTo>
                  <a:cubicBezTo>
                    <a:pt x="10" y="62"/>
                    <a:pt x="10" y="62"/>
                    <a:pt x="10" y="62"/>
                  </a:cubicBezTo>
                  <a:lnTo>
                    <a:pt x="9" y="62"/>
                  </a:lnTo>
                  <a:close/>
                  <a:moveTo>
                    <a:pt x="5" y="45"/>
                  </a:moveTo>
                  <a:cubicBezTo>
                    <a:pt x="4" y="46"/>
                    <a:pt x="4" y="46"/>
                    <a:pt x="4" y="46"/>
                  </a:cubicBezTo>
                  <a:cubicBezTo>
                    <a:pt x="5" y="46"/>
                    <a:pt x="5" y="46"/>
                    <a:pt x="5" y="46"/>
                  </a:cubicBezTo>
                  <a:cubicBezTo>
                    <a:pt x="5" y="46"/>
                    <a:pt x="5" y="46"/>
                    <a:pt x="5" y="46"/>
                  </a:cubicBezTo>
                  <a:cubicBezTo>
                    <a:pt x="5" y="46"/>
                    <a:pt x="5" y="46"/>
                    <a:pt x="5" y="46"/>
                  </a:cubicBezTo>
                  <a:cubicBezTo>
                    <a:pt x="5" y="45"/>
                    <a:pt x="5" y="45"/>
                    <a:pt x="5" y="45"/>
                  </a:cubicBezTo>
                  <a:close/>
                  <a:moveTo>
                    <a:pt x="8" y="48"/>
                  </a:moveTo>
                  <a:cubicBezTo>
                    <a:pt x="8" y="47"/>
                    <a:pt x="8" y="47"/>
                    <a:pt x="8" y="47"/>
                  </a:cubicBezTo>
                  <a:cubicBezTo>
                    <a:pt x="8" y="47"/>
                    <a:pt x="8" y="47"/>
                    <a:pt x="8" y="47"/>
                  </a:cubicBezTo>
                  <a:cubicBezTo>
                    <a:pt x="8" y="47"/>
                    <a:pt x="8" y="47"/>
                    <a:pt x="8" y="47"/>
                  </a:cubicBezTo>
                  <a:cubicBezTo>
                    <a:pt x="8" y="46"/>
                    <a:pt x="8" y="46"/>
                    <a:pt x="8" y="46"/>
                  </a:cubicBezTo>
                  <a:cubicBezTo>
                    <a:pt x="7" y="46"/>
                    <a:pt x="7" y="46"/>
                    <a:pt x="7" y="46"/>
                  </a:cubicBezTo>
                  <a:cubicBezTo>
                    <a:pt x="8" y="48"/>
                    <a:pt x="8" y="48"/>
                    <a:pt x="8" y="48"/>
                  </a:cubicBezTo>
                  <a:cubicBezTo>
                    <a:pt x="8" y="50"/>
                    <a:pt x="8" y="50"/>
                    <a:pt x="8" y="50"/>
                  </a:cubicBezTo>
                  <a:cubicBezTo>
                    <a:pt x="8" y="50"/>
                    <a:pt x="8" y="50"/>
                    <a:pt x="8" y="50"/>
                  </a:cubicBezTo>
                  <a:cubicBezTo>
                    <a:pt x="8" y="51"/>
                    <a:pt x="8" y="51"/>
                    <a:pt x="8" y="51"/>
                  </a:cubicBezTo>
                  <a:cubicBezTo>
                    <a:pt x="8" y="51"/>
                    <a:pt x="8" y="51"/>
                    <a:pt x="8" y="51"/>
                  </a:cubicBezTo>
                  <a:cubicBezTo>
                    <a:pt x="8" y="50"/>
                    <a:pt x="8" y="50"/>
                    <a:pt x="8" y="50"/>
                  </a:cubicBezTo>
                  <a:cubicBezTo>
                    <a:pt x="8" y="48"/>
                    <a:pt x="8" y="48"/>
                    <a:pt x="8" y="48"/>
                  </a:cubicBezTo>
                  <a:cubicBezTo>
                    <a:pt x="8" y="48"/>
                    <a:pt x="8" y="48"/>
                    <a:pt x="8" y="48"/>
                  </a:cubicBezTo>
                  <a:close/>
                  <a:moveTo>
                    <a:pt x="9" y="49"/>
                  </a:moveTo>
                  <a:cubicBezTo>
                    <a:pt x="9" y="49"/>
                    <a:pt x="9" y="49"/>
                    <a:pt x="9" y="49"/>
                  </a:cubicBezTo>
                  <a:cubicBezTo>
                    <a:pt x="9" y="49"/>
                    <a:pt x="9" y="49"/>
                    <a:pt x="9" y="49"/>
                  </a:cubicBezTo>
                  <a:cubicBezTo>
                    <a:pt x="9" y="48"/>
                    <a:pt x="9" y="48"/>
                    <a:pt x="9" y="48"/>
                  </a:cubicBezTo>
                  <a:cubicBezTo>
                    <a:pt x="9" y="48"/>
                    <a:pt x="9" y="48"/>
                    <a:pt x="9" y="48"/>
                  </a:cubicBezTo>
                  <a:cubicBezTo>
                    <a:pt x="9" y="48"/>
                    <a:pt x="9" y="48"/>
                    <a:pt x="9" y="48"/>
                  </a:cubicBezTo>
                  <a:cubicBezTo>
                    <a:pt x="8" y="50"/>
                    <a:pt x="8" y="50"/>
                    <a:pt x="8" y="50"/>
                  </a:cubicBezTo>
                  <a:cubicBezTo>
                    <a:pt x="8" y="50"/>
                    <a:pt x="8" y="50"/>
                    <a:pt x="8" y="50"/>
                  </a:cubicBezTo>
                  <a:cubicBezTo>
                    <a:pt x="9" y="50"/>
                    <a:pt x="9" y="50"/>
                    <a:pt x="9" y="50"/>
                  </a:cubicBezTo>
                  <a:lnTo>
                    <a:pt x="9" y="49"/>
                  </a:lnTo>
                  <a:close/>
                  <a:moveTo>
                    <a:pt x="13" y="51"/>
                  </a:moveTo>
                  <a:cubicBezTo>
                    <a:pt x="13" y="51"/>
                    <a:pt x="13" y="51"/>
                    <a:pt x="13" y="51"/>
                  </a:cubicBezTo>
                  <a:cubicBezTo>
                    <a:pt x="12" y="52"/>
                    <a:pt x="11" y="52"/>
                    <a:pt x="11" y="52"/>
                  </a:cubicBezTo>
                  <a:cubicBezTo>
                    <a:pt x="9" y="53"/>
                    <a:pt x="9" y="53"/>
                    <a:pt x="9" y="53"/>
                  </a:cubicBezTo>
                  <a:cubicBezTo>
                    <a:pt x="9" y="53"/>
                    <a:pt x="9" y="53"/>
                    <a:pt x="9" y="53"/>
                  </a:cubicBezTo>
                  <a:cubicBezTo>
                    <a:pt x="9" y="53"/>
                    <a:pt x="9" y="53"/>
                    <a:pt x="9" y="53"/>
                  </a:cubicBezTo>
                  <a:cubicBezTo>
                    <a:pt x="9" y="53"/>
                    <a:pt x="9" y="53"/>
                    <a:pt x="9" y="53"/>
                  </a:cubicBezTo>
                  <a:cubicBezTo>
                    <a:pt x="8" y="52"/>
                    <a:pt x="8" y="52"/>
                    <a:pt x="8" y="52"/>
                  </a:cubicBezTo>
                  <a:cubicBezTo>
                    <a:pt x="8" y="52"/>
                    <a:pt x="8" y="52"/>
                    <a:pt x="8" y="52"/>
                  </a:cubicBezTo>
                  <a:cubicBezTo>
                    <a:pt x="8" y="51"/>
                    <a:pt x="8" y="51"/>
                    <a:pt x="8" y="51"/>
                  </a:cubicBezTo>
                  <a:cubicBezTo>
                    <a:pt x="7" y="50"/>
                    <a:pt x="7" y="50"/>
                    <a:pt x="7" y="50"/>
                  </a:cubicBezTo>
                  <a:cubicBezTo>
                    <a:pt x="7" y="50"/>
                    <a:pt x="7" y="50"/>
                    <a:pt x="7" y="50"/>
                  </a:cubicBezTo>
                  <a:cubicBezTo>
                    <a:pt x="7" y="48"/>
                    <a:pt x="7" y="48"/>
                    <a:pt x="7" y="48"/>
                  </a:cubicBezTo>
                  <a:cubicBezTo>
                    <a:pt x="7" y="46"/>
                    <a:pt x="7" y="46"/>
                    <a:pt x="7" y="46"/>
                  </a:cubicBezTo>
                  <a:cubicBezTo>
                    <a:pt x="6" y="45"/>
                    <a:pt x="6" y="45"/>
                    <a:pt x="6" y="45"/>
                  </a:cubicBezTo>
                  <a:cubicBezTo>
                    <a:pt x="6" y="45"/>
                    <a:pt x="6" y="45"/>
                    <a:pt x="6" y="45"/>
                  </a:cubicBezTo>
                  <a:cubicBezTo>
                    <a:pt x="5" y="46"/>
                    <a:pt x="5" y="46"/>
                    <a:pt x="5" y="46"/>
                  </a:cubicBezTo>
                  <a:cubicBezTo>
                    <a:pt x="6" y="49"/>
                    <a:pt x="6" y="49"/>
                    <a:pt x="6" y="49"/>
                  </a:cubicBezTo>
                  <a:cubicBezTo>
                    <a:pt x="7" y="52"/>
                    <a:pt x="7" y="52"/>
                    <a:pt x="7" y="52"/>
                  </a:cubicBezTo>
                  <a:cubicBezTo>
                    <a:pt x="8" y="55"/>
                    <a:pt x="8" y="55"/>
                    <a:pt x="8" y="55"/>
                  </a:cubicBezTo>
                  <a:cubicBezTo>
                    <a:pt x="8" y="56"/>
                    <a:pt x="9" y="57"/>
                    <a:pt x="9" y="58"/>
                  </a:cubicBezTo>
                  <a:cubicBezTo>
                    <a:pt x="9" y="60"/>
                    <a:pt x="9" y="60"/>
                    <a:pt x="9" y="60"/>
                  </a:cubicBezTo>
                  <a:cubicBezTo>
                    <a:pt x="11" y="61"/>
                    <a:pt x="11" y="61"/>
                    <a:pt x="11" y="61"/>
                  </a:cubicBezTo>
                  <a:cubicBezTo>
                    <a:pt x="11" y="60"/>
                    <a:pt x="11" y="60"/>
                    <a:pt x="11" y="60"/>
                  </a:cubicBezTo>
                  <a:cubicBezTo>
                    <a:pt x="11" y="60"/>
                    <a:pt x="11" y="60"/>
                    <a:pt x="11" y="60"/>
                  </a:cubicBezTo>
                  <a:cubicBezTo>
                    <a:pt x="11" y="59"/>
                    <a:pt x="11" y="59"/>
                    <a:pt x="11" y="59"/>
                  </a:cubicBezTo>
                  <a:cubicBezTo>
                    <a:pt x="9" y="57"/>
                    <a:pt x="9" y="57"/>
                    <a:pt x="9" y="57"/>
                  </a:cubicBezTo>
                  <a:cubicBezTo>
                    <a:pt x="9" y="56"/>
                    <a:pt x="9" y="56"/>
                    <a:pt x="9" y="56"/>
                  </a:cubicBezTo>
                  <a:cubicBezTo>
                    <a:pt x="9" y="55"/>
                    <a:pt x="9" y="55"/>
                    <a:pt x="9" y="55"/>
                  </a:cubicBezTo>
                  <a:cubicBezTo>
                    <a:pt x="9" y="55"/>
                    <a:pt x="10" y="55"/>
                    <a:pt x="11" y="54"/>
                  </a:cubicBezTo>
                  <a:cubicBezTo>
                    <a:pt x="12" y="54"/>
                    <a:pt x="12" y="53"/>
                    <a:pt x="13" y="53"/>
                  </a:cubicBezTo>
                  <a:cubicBezTo>
                    <a:pt x="15" y="53"/>
                    <a:pt x="15" y="53"/>
                    <a:pt x="15" y="53"/>
                  </a:cubicBezTo>
                  <a:cubicBezTo>
                    <a:pt x="15" y="52"/>
                    <a:pt x="15" y="52"/>
                    <a:pt x="15" y="52"/>
                  </a:cubicBezTo>
                  <a:cubicBezTo>
                    <a:pt x="15" y="52"/>
                    <a:pt x="15" y="52"/>
                    <a:pt x="15" y="52"/>
                  </a:cubicBezTo>
                  <a:cubicBezTo>
                    <a:pt x="14" y="52"/>
                    <a:pt x="14" y="52"/>
                    <a:pt x="14" y="52"/>
                  </a:cubicBezTo>
                  <a:lnTo>
                    <a:pt x="13" y="51"/>
                  </a:lnTo>
                  <a:close/>
                  <a:moveTo>
                    <a:pt x="13" y="47"/>
                  </a:moveTo>
                  <a:cubicBezTo>
                    <a:pt x="14" y="49"/>
                    <a:pt x="14" y="49"/>
                    <a:pt x="14" y="49"/>
                  </a:cubicBezTo>
                  <a:cubicBezTo>
                    <a:pt x="15" y="49"/>
                    <a:pt x="15" y="49"/>
                    <a:pt x="15" y="49"/>
                  </a:cubicBezTo>
                  <a:cubicBezTo>
                    <a:pt x="14" y="49"/>
                    <a:pt x="14" y="49"/>
                    <a:pt x="14" y="49"/>
                  </a:cubicBezTo>
                  <a:cubicBezTo>
                    <a:pt x="14" y="51"/>
                    <a:pt x="14" y="51"/>
                    <a:pt x="14" y="51"/>
                  </a:cubicBezTo>
                  <a:cubicBezTo>
                    <a:pt x="14" y="52"/>
                    <a:pt x="14" y="52"/>
                    <a:pt x="14" y="52"/>
                  </a:cubicBezTo>
                  <a:cubicBezTo>
                    <a:pt x="15" y="52"/>
                    <a:pt x="15" y="52"/>
                    <a:pt x="15" y="52"/>
                  </a:cubicBezTo>
                  <a:cubicBezTo>
                    <a:pt x="15" y="52"/>
                    <a:pt x="15" y="52"/>
                    <a:pt x="15" y="52"/>
                  </a:cubicBezTo>
                  <a:cubicBezTo>
                    <a:pt x="15" y="52"/>
                    <a:pt x="15" y="52"/>
                    <a:pt x="15" y="52"/>
                  </a:cubicBezTo>
                  <a:cubicBezTo>
                    <a:pt x="15" y="52"/>
                    <a:pt x="15" y="52"/>
                    <a:pt x="15" y="52"/>
                  </a:cubicBezTo>
                  <a:cubicBezTo>
                    <a:pt x="15" y="53"/>
                    <a:pt x="15" y="54"/>
                    <a:pt x="16" y="55"/>
                  </a:cubicBezTo>
                  <a:cubicBezTo>
                    <a:pt x="16" y="54"/>
                    <a:pt x="18" y="51"/>
                    <a:pt x="20" y="50"/>
                  </a:cubicBezTo>
                  <a:cubicBezTo>
                    <a:pt x="20" y="50"/>
                    <a:pt x="20" y="50"/>
                    <a:pt x="20" y="50"/>
                  </a:cubicBezTo>
                  <a:cubicBezTo>
                    <a:pt x="20" y="50"/>
                    <a:pt x="20" y="50"/>
                    <a:pt x="20" y="50"/>
                  </a:cubicBezTo>
                  <a:cubicBezTo>
                    <a:pt x="20" y="48"/>
                    <a:pt x="20" y="48"/>
                    <a:pt x="20" y="48"/>
                  </a:cubicBezTo>
                  <a:cubicBezTo>
                    <a:pt x="21" y="47"/>
                    <a:pt x="21" y="47"/>
                    <a:pt x="21" y="47"/>
                  </a:cubicBezTo>
                  <a:cubicBezTo>
                    <a:pt x="21" y="45"/>
                    <a:pt x="21" y="45"/>
                    <a:pt x="21" y="45"/>
                  </a:cubicBezTo>
                  <a:cubicBezTo>
                    <a:pt x="22" y="45"/>
                    <a:pt x="22" y="45"/>
                    <a:pt x="22" y="45"/>
                  </a:cubicBezTo>
                  <a:cubicBezTo>
                    <a:pt x="21" y="47"/>
                    <a:pt x="21" y="47"/>
                    <a:pt x="21" y="47"/>
                  </a:cubicBezTo>
                  <a:cubicBezTo>
                    <a:pt x="21" y="48"/>
                    <a:pt x="21" y="48"/>
                    <a:pt x="21" y="48"/>
                  </a:cubicBezTo>
                  <a:cubicBezTo>
                    <a:pt x="23" y="46"/>
                    <a:pt x="23" y="46"/>
                    <a:pt x="23" y="46"/>
                  </a:cubicBezTo>
                  <a:cubicBezTo>
                    <a:pt x="24" y="45"/>
                    <a:pt x="24" y="45"/>
                    <a:pt x="24" y="45"/>
                  </a:cubicBezTo>
                  <a:cubicBezTo>
                    <a:pt x="24" y="45"/>
                    <a:pt x="24" y="45"/>
                    <a:pt x="24" y="45"/>
                  </a:cubicBezTo>
                  <a:cubicBezTo>
                    <a:pt x="24" y="45"/>
                    <a:pt x="24" y="45"/>
                    <a:pt x="24" y="45"/>
                  </a:cubicBezTo>
                  <a:cubicBezTo>
                    <a:pt x="24" y="45"/>
                    <a:pt x="26" y="47"/>
                    <a:pt x="29" y="48"/>
                  </a:cubicBezTo>
                  <a:cubicBezTo>
                    <a:pt x="26" y="44"/>
                    <a:pt x="26" y="44"/>
                    <a:pt x="26" y="44"/>
                  </a:cubicBezTo>
                  <a:cubicBezTo>
                    <a:pt x="23" y="43"/>
                    <a:pt x="22" y="41"/>
                    <a:pt x="22" y="41"/>
                  </a:cubicBezTo>
                  <a:cubicBezTo>
                    <a:pt x="22" y="41"/>
                    <a:pt x="22" y="41"/>
                    <a:pt x="22" y="41"/>
                  </a:cubicBezTo>
                  <a:cubicBezTo>
                    <a:pt x="21" y="41"/>
                    <a:pt x="21" y="41"/>
                    <a:pt x="21" y="41"/>
                  </a:cubicBezTo>
                  <a:cubicBezTo>
                    <a:pt x="21" y="41"/>
                    <a:pt x="21" y="41"/>
                    <a:pt x="21" y="41"/>
                  </a:cubicBezTo>
                  <a:cubicBezTo>
                    <a:pt x="23" y="41"/>
                    <a:pt x="23" y="41"/>
                    <a:pt x="23" y="41"/>
                  </a:cubicBezTo>
                  <a:cubicBezTo>
                    <a:pt x="23" y="41"/>
                    <a:pt x="23" y="41"/>
                    <a:pt x="23" y="41"/>
                  </a:cubicBezTo>
                  <a:cubicBezTo>
                    <a:pt x="23" y="40"/>
                    <a:pt x="23" y="40"/>
                    <a:pt x="23" y="40"/>
                  </a:cubicBezTo>
                  <a:cubicBezTo>
                    <a:pt x="24" y="40"/>
                    <a:pt x="24" y="40"/>
                    <a:pt x="24" y="40"/>
                  </a:cubicBezTo>
                  <a:cubicBezTo>
                    <a:pt x="24" y="40"/>
                    <a:pt x="24" y="40"/>
                    <a:pt x="24" y="40"/>
                  </a:cubicBezTo>
                  <a:cubicBezTo>
                    <a:pt x="24" y="40"/>
                    <a:pt x="24" y="40"/>
                    <a:pt x="24" y="40"/>
                  </a:cubicBezTo>
                  <a:cubicBezTo>
                    <a:pt x="25" y="40"/>
                    <a:pt x="25" y="40"/>
                    <a:pt x="25" y="40"/>
                  </a:cubicBezTo>
                  <a:cubicBezTo>
                    <a:pt x="26" y="41"/>
                    <a:pt x="26" y="41"/>
                    <a:pt x="26" y="41"/>
                  </a:cubicBezTo>
                  <a:cubicBezTo>
                    <a:pt x="27" y="41"/>
                    <a:pt x="28" y="41"/>
                    <a:pt x="28" y="41"/>
                  </a:cubicBezTo>
                  <a:cubicBezTo>
                    <a:pt x="28" y="41"/>
                    <a:pt x="28" y="41"/>
                    <a:pt x="28" y="41"/>
                  </a:cubicBezTo>
                  <a:cubicBezTo>
                    <a:pt x="29" y="41"/>
                    <a:pt x="29" y="41"/>
                    <a:pt x="29" y="41"/>
                  </a:cubicBezTo>
                  <a:cubicBezTo>
                    <a:pt x="29" y="41"/>
                    <a:pt x="29" y="41"/>
                    <a:pt x="29" y="41"/>
                  </a:cubicBezTo>
                  <a:cubicBezTo>
                    <a:pt x="30" y="40"/>
                    <a:pt x="30" y="40"/>
                    <a:pt x="30" y="40"/>
                  </a:cubicBezTo>
                  <a:cubicBezTo>
                    <a:pt x="30" y="38"/>
                    <a:pt x="30" y="38"/>
                    <a:pt x="30" y="38"/>
                  </a:cubicBezTo>
                  <a:cubicBezTo>
                    <a:pt x="31" y="38"/>
                    <a:pt x="31" y="38"/>
                    <a:pt x="31" y="38"/>
                  </a:cubicBezTo>
                  <a:cubicBezTo>
                    <a:pt x="31" y="38"/>
                    <a:pt x="31" y="38"/>
                    <a:pt x="31" y="38"/>
                  </a:cubicBezTo>
                  <a:cubicBezTo>
                    <a:pt x="31" y="38"/>
                    <a:pt x="31" y="38"/>
                    <a:pt x="31" y="38"/>
                  </a:cubicBezTo>
                  <a:cubicBezTo>
                    <a:pt x="33" y="38"/>
                    <a:pt x="33" y="38"/>
                    <a:pt x="33" y="38"/>
                  </a:cubicBezTo>
                  <a:cubicBezTo>
                    <a:pt x="34" y="38"/>
                    <a:pt x="34" y="38"/>
                    <a:pt x="34" y="38"/>
                  </a:cubicBezTo>
                  <a:cubicBezTo>
                    <a:pt x="34" y="38"/>
                    <a:pt x="34" y="38"/>
                    <a:pt x="34" y="38"/>
                  </a:cubicBezTo>
                  <a:cubicBezTo>
                    <a:pt x="34" y="35"/>
                    <a:pt x="34" y="35"/>
                    <a:pt x="34" y="35"/>
                  </a:cubicBezTo>
                  <a:cubicBezTo>
                    <a:pt x="34" y="35"/>
                    <a:pt x="34" y="35"/>
                    <a:pt x="34" y="35"/>
                  </a:cubicBezTo>
                  <a:cubicBezTo>
                    <a:pt x="34" y="34"/>
                    <a:pt x="34" y="34"/>
                    <a:pt x="34" y="34"/>
                  </a:cubicBezTo>
                  <a:cubicBezTo>
                    <a:pt x="34" y="34"/>
                    <a:pt x="34" y="34"/>
                    <a:pt x="34" y="34"/>
                  </a:cubicBezTo>
                  <a:cubicBezTo>
                    <a:pt x="34" y="34"/>
                    <a:pt x="34" y="34"/>
                    <a:pt x="34" y="34"/>
                  </a:cubicBezTo>
                  <a:cubicBezTo>
                    <a:pt x="36" y="34"/>
                    <a:pt x="36" y="34"/>
                    <a:pt x="36" y="34"/>
                  </a:cubicBezTo>
                  <a:cubicBezTo>
                    <a:pt x="36" y="34"/>
                    <a:pt x="36" y="34"/>
                    <a:pt x="36" y="34"/>
                  </a:cubicBezTo>
                  <a:cubicBezTo>
                    <a:pt x="36" y="34"/>
                    <a:pt x="36" y="34"/>
                    <a:pt x="36" y="34"/>
                  </a:cubicBezTo>
                  <a:cubicBezTo>
                    <a:pt x="36" y="32"/>
                    <a:pt x="36" y="32"/>
                    <a:pt x="36" y="32"/>
                  </a:cubicBezTo>
                  <a:cubicBezTo>
                    <a:pt x="36" y="32"/>
                    <a:pt x="36" y="32"/>
                    <a:pt x="36" y="32"/>
                  </a:cubicBezTo>
                  <a:cubicBezTo>
                    <a:pt x="36" y="32"/>
                    <a:pt x="36" y="32"/>
                    <a:pt x="36" y="32"/>
                  </a:cubicBezTo>
                  <a:cubicBezTo>
                    <a:pt x="35" y="32"/>
                    <a:pt x="35" y="32"/>
                    <a:pt x="35" y="32"/>
                  </a:cubicBezTo>
                  <a:cubicBezTo>
                    <a:pt x="36" y="31"/>
                    <a:pt x="36" y="31"/>
                    <a:pt x="36" y="31"/>
                  </a:cubicBezTo>
                  <a:cubicBezTo>
                    <a:pt x="36" y="31"/>
                    <a:pt x="36" y="31"/>
                    <a:pt x="36" y="31"/>
                  </a:cubicBezTo>
                  <a:cubicBezTo>
                    <a:pt x="36" y="31"/>
                    <a:pt x="36" y="31"/>
                    <a:pt x="36" y="31"/>
                  </a:cubicBezTo>
                  <a:cubicBezTo>
                    <a:pt x="38" y="30"/>
                    <a:pt x="38" y="30"/>
                    <a:pt x="38" y="30"/>
                  </a:cubicBezTo>
                  <a:cubicBezTo>
                    <a:pt x="38" y="28"/>
                    <a:pt x="38" y="28"/>
                    <a:pt x="38" y="28"/>
                  </a:cubicBezTo>
                  <a:cubicBezTo>
                    <a:pt x="38" y="28"/>
                    <a:pt x="38" y="28"/>
                    <a:pt x="38" y="28"/>
                  </a:cubicBezTo>
                  <a:cubicBezTo>
                    <a:pt x="37" y="28"/>
                    <a:pt x="37" y="28"/>
                    <a:pt x="37" y="28"/>
                  </a:cubicBezTo>
                  <a:cubicBezTo>
                    <a:pt x="36" y="28"/>
                    <a:pt x="36" y="28"/>
                    <a:pt x="36" y="28"/>
                  </a:cubicBezTo>
                  <a:cubicBezTo>
                    <a:pt x="37" y="26"/>
                    <a:pt x="37" y="26"/>
                    <a:pt x="37" y="26"/>
                  </a:cubicBezTo>
                  <a:cubicBezTo>
                    <a:pt x="37" y="26"/>
                    <a:pt x="37" y="26"/>
                    <a:pt x="37" y="26"/>
                  </a:cubicBezTo>
                  <a:cubicBezTo>
                    <a:pt x="38" y="27"/>
                    <a:pt x="38" y="27"/>
                    <a:pt x="38" y="27"/>
                  </a:cubicBezTo>
                  <a:cubicBezTo>
                    <a:pt x="39" y="25"/>
                    <a:pt x="39" y="25"/>
                    <a:pt x="39" y="25"/>
                  </a:cubicBezTo>
                  <a:cubicBezTo>
                    <a:pt x="38" y="24"/>
                    <a:pt x="38" y="24"/>
                    <a:pt x="38" y="24"/>
                  </a:cubicBezTo>
                  <a:cubicBezTo>
                    <a:pt x="37" y="24"/>
                    <a:pt x="37" y="24"/>
                    <a:pt x="37" y="24"/>
                  </a:cubicBezTo>
                  <a:cubicBezTo>
                    <a:pt x="37" y="25"/>
                    <a:pt x="37" y="25"/>
                    <a:pt x="37" y="25"/>
                  </a:cubicBezTo>
                  <a:cubicBezTo>
                    <a:pt x="37" y="23"/>
                    <a:pt x="37" y="23"/>
                    <a:pt x="37" y="23"/>
                  </a:cubicBezTo>
                  <a:cubicBezTo>
                    <a:pt x="37" y="23"/>
                    <a:pt x="37" y="23"/>
                    <a:pt x="37" y="23"/>
                  </a:cubicBezTo>
                  <a:cubicBezTo>
                    <a:pt x="37" y="23"/>
                    <a:pt x="37" y="23"/>
                    <a:pt x="37" y="23"/>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6" y="20"/>
                    <a:pt x="36" y="20"/>
                    <a:pt x="36" y="20"/>
                  </a:cubicBezTo>
                  <a:cubicBezTo>
                    <a:pt x="36" y="20"/>
                    <a:pt x="36" y="20"/>
                    <a:pt x="36" y="20"/>
                  </a:cubicBezTo>
                  <a:cubicBezTo>
                    <a:pt x="36" y="20"/>
                    <a:pt x="37" y="19"/>
                    <a:pt x="37" y="18"/>
                  </a:cubicBezTo>
                  <a:cubicBezTo>
                    <a:pt x="36" y="16"/>
                    <a:pt x="36" y="16"/>
                    <a:pt x="36" y="16"/>
                  </a:cubicBezTo>
                  <a:cubicBezTo>
                    <a:pt x="36" y="16"/>
                    <a:pt x="36" y="16"/>
                    <a:pt x="36" y="16"/>
                  </a:cubicBezTo>
                  <a:cubicBezTo>
                    <a:pt x="36" y="17"/>
                    <a:pt x="36" y="18"/>
                    <a:pt x="35" y="19"/>
                  </a:cubicBezTo>
                  <a:cubicBezTo>
                    <a:pt x="35" y="20"/>
                    <a:pt x="34" y="21"/>
                    <a:pt x="32" y="22"/>
                  </a:cubicBezTo>
                  <a:cubicBezTo>
                    <a:pt x="31" y="23"/>
                    <a:pt x="30" y="24"/>
                    <a:pt x="30" y="25"/>
                  </a:cubicBezTo>
                  <a:cubicBezTo>
                    <a:pt x="30" y="25"/>
                    <a:pt x="30" y="25"/>
                    <a:pt x="30" y="25"/>
                  </a:cubicBezTo>
                  <a:cubicBezTo>
                    <a:pt x="30" y="26"/>
                    <a:pt x="30" y="26"/>
                    <a:pt x="30" y="26"/>
                  </a:cubicBezTo>
                  <a:cubicBezTo>
                    <a:pt x="30" y="26"/>
                    <a:pt x="31" y="28"/>
                    <a:pt x="32" y="28"/>
                  </a:cubicBezTo>
                  <a:cubicBezTo>
                    <a:pt x="32" y="28"/>
                    <a:pt x="32" y="28"/>
                    <a:pt x="32" y="28"/>
                  </a:cubicBezTo>
                  <a:cubicBezTo>
                    <a:pt x="32" y="28"/>
                    <a:pt x="32" y="28"/>
                    <a:pt x="32" y="28"/>
                  </a:cubicBezTo>
                  <a:cubicBezTo>
                    <a:pt x="32" y="28"/>
                    <a:pt x="32" y="28"/>
                    <a:pt x="32" y="28"/>
                  </a:cubicBezTo>
                  <a:cubicBezTo>
                    <a:pt x="32" y="29"/>
                    <a:pt x="32" y="29"/>
                    <a:pt x="32" y="29"/>
                  </a:cubicBezTo>
                  <a:cubicBezTo>
                    <a:pt x="32" y="31"/>
                    <a:pt x="32" y="33"/>
                    <a:pt x="29" y="33"/>
                  </a:cubicBezTo>
                  <a:cubicBezTo>
                    <a:pt x="29" y="33"/>
                    <a:pt x="29" y="33"/>
                    <a:pt x="29" y="33"/>
                  </a:cubicBezTo>
                  <a:cubicBezTo>
                    <a:pt x="29" y="33"/>
                    <a:pt x="26" y="35"/>
                    <a:pt x="25" y="35"/>
                  </a:cubicBezTo>
                  <a:cubicBezTo>
                    <a:pt x="25" y="35"/>
                    <a:pt x="25" y="35"/>
                    <a:pt x="25" y="35"/>
                  </a:cubicBezTo>
                  <a:cubicBezTo>
                    <a:pt x="24" y="35"/>
                    <a:pt x="24" y="35"/>
                    <a:pt x="24" y="35"/>
                  </a:cubicBezTo>
                  <a:cubicBezTo>
                    <a:pt x="23" y="34"/>
                    <a:pt x="23" y="34"/>
                    <a:pt x="23" y="34"/>
                  </a:cubicBezTo>
                  <a:cubicBezTo>
                    <a:pt x="22" y="36"/>
                    <a:pt x="22" y="36"/>
                    <a:pt x="22" y="36"/>
                  </a:cubicBezTo>
                  <a:cubicBezTo>
                    <a:pt x="21" y="36"/>
                    <a:pt x="21" y="36"/>
                    <a:pt x="21" y="36"/>
                  </a:cubicBezTo>
                  <a:cubicBezTo>
                    <a:pt x="21" y="34"/>
                    <a:pt x="21" y="34"/>
                    <a:pt x="21" y="34"/>
                  </a:cubicBezTo>
                  <a:cubicBezTo>
                    <a:pt x="20" y="34"/>
                    <a:pt x="20" y="34"/>
                    <a:pt x="20" y="34"/>
                  </a:cubicBezTo>
                  <a:cubicBezTo>
                    <a:pt x="20" y="33"/>
                    <a:pt x="20" y="33"/>
                    <a:pt x="20" y="33"/>
                  </a:cubicBezTo>
                  <a:cubicBezTo>
                    <a:pt x="19" y="35"/>
                    <a:pt x="19" y="35"/>
                    <a:pt x="19" y="35"/>
                  </a:cubicBezTo>
                  <a:cubicBezTo>
                    <a:pt x="18" y="36"/>
                    <a:pt x="18" y="36"/>
                    <a:pt x="18" y="36"/>
                  </a:cubicBezTo>
                  <a:cubicBezTo>
                    <a:pt x="18" y="38"/>
                    <a:pt x="18" y="38"/>
                    <a:pt x="18" y="38"/>
                  </a:cubicBezTo>
                  <a:cubicBezTo>
                    <a:pt x="17" y="39"/>
                    <a:pt x="17" y="39"/>
                    <a:pt x="17" y="39"/>
                  </a:cubicBezTo>
                  <a:cubicBezTo>
                    <a:pt x="17" y="41"/>
                    <a:pt x="18" y="43"/>
                    <a:pt x="18" y="44"/>
                  </a:cubicBezTo>
                  <a:cubicBezTo>
                    <a:pt x="18" y="45"/>
                    <a:pt x="18" y="45"/>
                    <a:pt x="18" y="45"/>
                  </a:cubicBezTo>
                  <a:cubicBezTo>
                    <a:pt x="18" y="46"/>
                    <a:pt x="17" y="48"/>
                    <a:pt x="17" y="48"/>
                  </a:cubicBezTo>
                  <a:cubicBezTo>
                    <a:pt x="17" y="49"/>
                    <a:pt x="17" y="49"/>
                    <a:pt x="17" y="49"/>
                  </a:cubicBezTo>
                  <a:cubicBezTo>
                    <a:pt x="16" y="48"/>
                    <a:pt x="16" y="48"/>
                    <a:pt x="16" y="48"/>
                  </a:cubicBezTo>
                  <a:cubicBezTo>
                    <a:pt x="16" y="48"/>
                    <a:pt x="16" y="48"/>
                    <a:pt x="16" y="48"/>
                  </a:cubicBezTo>
                  <a:cubicBezTo>
                    <a:pt x="16" y="48"/>
                    <a:pt x="15" y="48"/>
                    <a:pt x="13" y="47"/>
                  </a:cubicBezTo>
                  <a:moveTo>
                    <a:pt x="37" y="27"/>
                  </a:moveTo>
                  <a:cubicBezTo>
                    <a:pt x="37" y="27"/>
                    <a:pt x="37" y="27"/>
                    <a:pt x="37" y="27"/>
                  </a:cubicBezTo>
                  <a:cubicBezTo>
                    <a:pt x="37" y="27"/>
                    <a:pt x="37" y="27"/>
                    <a:pt x="37" y="27"/>
                  </a:cubicBezTo>
                  <a:close/>
                  <a:moveTo>
                    <a:pt x="13" y="42"/>
                  </a:moveTo>
                  <a:cubicBezTo>
                    <a:pt x="14" y="45"/>
                    <a:pt x="16" y="47"/>
                    <a:pt x="17" y="48"/>
                  </a:cubicBezTo>
                  <a:cubicBezTo>
                    <a:pt x="17" y="47"/>
                    <a:pt x="18" y="46"/>
                    <a:pt x="18" y="45"/>
                  </a:cubicBezTo>
                  <a:cubicBezTo>
                    <a:pt x="18" y="44"/>
                    <a:pt x="18" y="44"/>
                    <a:pt x="18" y="44"/>
                  </a:cubicBezTo>
                  <a:cubicBezTo>
                    <a:pt x="18" y="43"/>
                    <a:pt x="17" y="41"/>
                    <a:pt x="17" y="39"/>
                  </a:cubicBezTo>
                  <a:cubicBezTo>
                    <a:pt x="17" y="38"/>
                    <a:pt x="17" y="38"/>
                    <a:pt x="17" y="38"/>
                  </a:cubicBezTo>
                  <a:cubicBezTo>
                    <a:pt x="17" y="37"/>
                    <a:pt x="17" y="37"/>
                    <a:pt x="17" y="37"/>
                  </a:cubicBezTo>
                  <a:cubicBezTo>
                    <a:pt x="17" y="36"/>
                    <a:pt x="17" y="36"/>
                    <a:pt x="17" y="36"/>
                  </a:cubicBezTo>
                  <a:cubicBezTo>
                    <a:pt x="17" y="35"/>
                    <a:pt x="17" y="35"/>
                    <a:pt x="17" y="35"/>
                  </a:cubicBezTo>
                  <a:cubicBezTo>
                    <a:pt x="16" y="34"/>
                    <a:pt x="16" y="34"/>
                    <a:pt x="16" y="34"/>
                  </a:cubicBezTo>
                  <a:cubicBezTo>
                    <a:pt x="14" y="36"/>
                    <a:pt x="14" y="36"/>
                    <a:pt x="14" y="36"/>
                  </a:cubicBezTo>
                  <a:cubicBezTo>
                    <a:pt x="12" y="37"/>
                    <a:pt x="12" y="37"/>
                    <a:pt x="12" y="37"/>
                  </a:cubicBezTo>
                  <a:cubicBezTo>
                    <a:pt x="12" y="39"/>
                    <a:pt x="12" y="39"/>
                    <a:pt x="12" y="39"/>
                  </a:cubicBezTo>
                  <a:cubicBezTo>
                    <a:pt x="12" y="40"/>
                    <a:pt x="12" y="41"/>
                    <a:pt x="13" y="42"/>
                  </a:cubicBezTo>
                  <a:moveTo>
                    <a:pt x="4" y="32"/>
                  </a:moveTo>
                  <a:cubicBezTo>
                    <a:pt x="5" y="32"/>
                    <a:pt x="5" y="32"/>
                    <a:pt x="5" y="32"/>
                  </a:cubicBezTo>
                  <a:cubicBezTo>
                    <a:pt x="7" y="32"/>
                    <a:pt x="7" y="32"/>
                    <a:pt x="7" y="32"/>
                  </a:cubicBezTo>
                  <a:cubicBezTo>
                    <a:pt x="8" y="33"/>
                    <a:pt x="8" y="35"/>
                    <a:pt x="8" y="36"/>
                  </a:cubicBezTo>
                  <a:cubicBezTo>
                    <a:pt x="8" y="37"/>
                    <a:pt x="8" y="37"/>
                    <a:pt x="8" y="37"/>
                  </a:cubicBezTo>
                  <a:cubicBezTo>
                    <a:pt x="9" y="38"/>
                    <a:pt x="9" y="38"/>
                    <a:pt x="9" y="38"/>
                  </a:cubicBezTo>
                  <a:cubicBezTo>
                    <a:pt x="11" y="39"/>
                    <a:pt x="11" y="39"/>
                    <a:pt x="11" y="39"/>
                  </a:cubicBezTo>
                  <a:cubicBezTo>
                    <a:pt x="11" y="39"/>
                    <a:pt x="11" y="39"/>
                    <a:pt x="11" y="39"/>
                  </a:cubicBezTo>
                  <a:cubicBezTo>
                    <a:pt x="12" y="37"/>
                    <a:pt x="12" y="37"/>
                    <a:pt x="12" y="37"/>
                  </a:cubicBezTo>
                  <a:cubicBezTo>
                    <a:pt x="11" y="37"/>
                    <a:pt x="11" y="37"/>
                    <a:pt x="11" y="37"/>
                  </a:cubicBezTo>
                  <a:cubicBezTo>
                    <a:pt x="11" y="37"/>
                    <a:pt x="11" y="37"/>
                    <a:pt x="11" y="37"/>
                  </a:cubicBezTo>
                  <a:cubicBezTo>
                    <a:pt x="10" y="37"/>
                    <a:pt x="10" y="37"/>
                    <a:pt x="10" y="37"/>
                  </a:cubicBezTo>
                  <a:cubicBezTo>
                    <a:pt x="10" y="37"/>
                    <a:pt x="10" y="37"/>
                    <a:pt x="10" y="37"/>
                  </a:cubicBezTo>
                  <a:cubicBezTo>
                    <a:pt x="10" y="36"/>
                    <a:pt x="10" y="36"/>
                    <a:pt x="10" y="36"/>
                  </a:cubicBezTo>
                  <a:cubicBezTo>
                    <a:pt x="12" y="34"/>
                    <a:pt x="12" y="34"/>
                    <a:pt x="12" y="34"/>
                  </a:cubicBezTo>
                  <a:cubicBezTo>
                    <a:pt x="12" y="34"/>
                    <a:pt x="12" y="34"/>
                    <a:pt x="12" y="34"/>
                  </a:cubicBezTo>
                  <a:cubicBezTo>
                    <a:pt x="11" y="31"/>
                    <a:pt x="11" y="31"/>
                    <a:pt x="11" y="31"/>
                  </a:cubicBezTo>
                  <a:cubicBezTo>
                    <a:pt x="11" y="31"/>
                    <a:pt x="10" y="30"/>
                    <a:pt x="10" y="29"/>
                  </a:cubicBezTo>
                  <a:cubicBezTo>
                    <a:pt x="10" y="28"/>
                    <a:pt x="10" y="27"/>
                    <a:pt x="10" y="26"/>
                  </a:cubicBezTo>
                  <a:cubicBezTo>
                    <a:pt x="9" y="27"/>
                    <a:pt x="8" y="28"/>
                    <a:pt x="8" y="29"/>
                  </a:cubicBezTo>
                  <a:cubicBezTo>
                    <a:pt x="8" y="29"/>
                    <a:pt x="8" y="29"/>
                    <a:pt x="8" y="29"/>
                  </a:cubicBezTo>
                  <a:cubicBezTo>
                    <a:pt x="8" y="30"/>
                    <a:pt x="8" y="30"/>
                    <a:pt x="8" y="30"/>
                  </a:cubicBezTo>
                  <a:cubicBezTo>
                    <a:pt x="8" y="29"/>
                    <a:pt x="8" y="29"/>
                    <a:pt x="8" y="29"/>
                  </a:cubicBezTo>
                  <a:cubicBezTo>
                    <a:pt x="7" y="28"/>
                    <a:pt x="7" y="28"/>
                    <a:pt x="7" y="28"/>
                  </a:cubicBezTo>
                  <a:cubicBezTo>
                    <a:pt x="7" y="30"/>
                    <a:pt x="7" y="30"/>
                    <a:pt x="7" y="30"/>
                  </a:cubicBezTo>
                  <a:cubicBezTo>
                    <a:pt x="7" y="30"/>
                    <a:pt x="7" y="30"/>
                    <a:pt x="7" y="30"/>
                  </a:cubicBezTo>
                  <a:cubicBezTo>
                    <a:pt x="7" y="31"/>
                    <a:pt x="7" y="31"/>
                    <a:pt x="7" y="31"/>
                  </a:cubicBezTo>
                  <a:cubicBezTo>
                    <a:pt x="6" y="31"/>
                    <a:pt x="6" y="31"/>
                    <a:pt x="6" y="31"/>
                  </a:cubicBezTo>
                  <a:cubicBezTo>
                    <a:pt x="5" y="30"/>
                    <a:pt x="5" y="30"/>
                    <a:pt x="5" y="30"/>
                  </a:cubicBezTo>
                  <a:cubicBezTo>
                    <a:pt x="5" y="30"/>
                    <a:pt x="5" y="31"/>
                    <a:pt x="4" y="32"/>
                  </a:cubicBezTo>
                  <a:moveTo>
                    <a:pt x="1" y="29"/>
                  </a:moveTo>
                  <a:cubicBezTo>
                    <a:pt x="1" y="29"/>
                    <a:pt x="1" y="29"/>
                    <a:pt x="1" y="29"/>
                  </a:cubicBezTo>
                  <a:cubicBezTo>
                    <a:pt x="1" y="29"/>
                    <a:pt x="1" y="29"/>
                    <a:pt x="1" y="29"/>
                  </a:cubicBezTo>
                  <a:cubicBezTo>
                    <a:pt x="2" y="28"/>
                    <a:pt x="2" y="28"/>
                    <a:pt x="2" y="28"/>
                  </a:cubicBezTo>
                  <a:cubicBezTo>
                    <a:pt x="1" y="28"/>
                    <a:pt x="1" y="28"/>
                    <a:pt x="1" y="28"/>
                  </a:cubicBezTo>
                  <a:cubicBezTo>
                    <a:pt x="1" y="28"/>
                    <a:pt x="1" y="28"/>
                    <a:pt x="1" y="28"/>
                  </a:cubicBezTo>
                  <a:lnTo>
                    <a:pt x="1" y="29"/>
                  </a:lnTo>
                  <a:close/>
                  <a:moveTo>
                    <a:pt x="1" y="15"/>
                  </a:moveTo>
                  <a:cubicBezTo>
                    <a:pt x="3" y="18"/>
                    <a:pt x="3" y="18"/>
                    <a:pt x="3" y="18"/>
                  </a:cubicBezTo>
                  <a:cubicBezTo>
                    <a:pt x="3" y="18"/>
                    <a:pt x="3" y="19"/>
                    <a:pt x="3" y="20"/>
                  </a:cubicBezTo>
                  <a:cubicBezTo>
                    <a:pt x="3" y="21"/>
                    <a:pt x="3" y="21"/>
                    <a:pt x="3" y="21"/>
                  </a:cubicBezTo>
                  <a:cubicBezTo>
                    <a:pt x="2" y="25"/>
                    <a:pt x="2" y="25"/>
                    <a:pt x="2" y="25"/>
                  </a:cubicBezTo>
                  <a:cubicBezTo>
                    <a:pt x="1" y="27"/>
                    <a:pt x="1" y="27"/>
                    <a:pt x="1" y="27"/>
                  </a:cubicBezTo>
                  <a:cubicBezTo>
                    <a:pt x="1" y="27"/>
                    <a:pt x="1" y="27"/>
                    <a:pt x="1" y="27"/>
                  </a:cubicBezTo>
                  <a:cubicBezTo>
                    <a:pt x="2" y="28"/>
                    <a:pt x="2" y="28"/>
                    <a:pt x="2" y="28"/>
                  </a:cubicBezTo>
                  <a:cubicBezTo>
                    <a:pt x="2" y="28"/>
                    <a:pt x="2" y="28"/>
                    <a:pt x="2" y="28"/>
                  </a:cubicBezTo>
                  <a:cubicBezTo>
                    <a:pt x="2" y="27"/>
                    <a:pt x="2" y="27"/>
                    <a:pt x="2" y="27"/>
                  </a:cubicBezTo>
                  <a:cubicBezTo>
                    <a:pt x="3" y="26"/>
                    <a:pt x="3" y="26"/>
                    <a:pt x="3" y="26"/>
                  </a:cubicBezTo>
                  <a:cubicBezTo>
                    <a:pt x="3" y="24"/>
                    <a:pt x="3" y="24"/>
                    <a:pt x="3" y="24"/>
                  </a:cubicBezTo>
                  <a:cubicBezTo>
                    <a:pt x="3" y="23"/>
                    <a:pt x="3" y="23"/>
                    <a:pt x="3" y="23"/>
                  </a:cubicBezTo>
                  <a:cubicBezTo>
                    <a:pt x="3" y="23"/>
                    <a:pt x="3" y="23"/>
                    <a:pt x="3" y="23"/>
                  </a:cubicBezTo>
                  <a:cubicBezTo>
                    <a:pt x="3" y="23"/>
                    <a:pt x="3" y="23"/>
                    <a:pt x="3" y="23"/>
                  </a:cubicBezTo>
                  <a:cubicBezTo>
                    <a:pt x="3" y="22"/>
                    <a:pt x="3" y="22"/>
                    <a:pt x="3" y="22"/>
                  </a:cubicBezTo>
                  <a:cubicBezTo>
                    <a:pt x="4" y="23"/>
                    <a:pt x="4" y="23"/>
                    <a:pt x="4" y="23"/>
                  </a:cubicBezTo>
                  <a:cubicBezTo>
                    <a:pt x="4" y="23"/>
                    <a:pt x="4" y="23"/>
                    <a:pt x="4" y="23"/>
                  </a:cubicBezTo>
                  <a:cubicBezTo>
                    <a:pt x="4" y="23"/>
                    <a:pt x="4" y="23"/>
                    <a:pt x="4" y="23"/>
                  </a:cubicBezTo>
                  <a:cubicBezTo>
                    <a:pt x="4" y="23"/>
                    <a:pt x="4" y="23"/>
                    <a:pt x="4" y="23"/>
                  </a:cubicBezTo>
                  <a:cubicBezTo>
                    <a:pt x="4" y="23"/>
                    <a:pt x="5" y="25"/>
                    <a:pt x="5" y="26"/>
                  </a:cubicBezTo>
                  <a:cubicBezTo>
                    <a:pt x="6" y="28"/>
                    <a:pt x="6" y="28"/>
                    <a:pt x="6" y="28"/>
                  </a:cubicBezTo>
                  <a:cubicBezTo>
                    <a:pt x="6" y="30"/>
                    <a:pt x="6" y="30"/>
                    <a:pt x="6" y="30"/>
                  </a:cubicBezTo>
                  <a:cubicBezTo>
                    <a:pt x="6" y="28"/>
                    <a:pt x="6" y="28"/>
                    <a:pt x="6" y="28"/>
                  </a:cubicBezTo>
                  <a:cubicBezTo>
                    <a:pt x="7" y="27"/>
                    <a:pt x="7" y="27"/>
                    <a:pt x="7" y="27"/>
                  </a:cubicBezTo>
                  <a:cubicBezTo>
                    <a:pt x="7" y="27"/>
                    <a:pt x="7" y="27"/>
                    <a:pt x="7" y="27"/>
                  </a:cubicBezTo>
                  <a:cubicBezTo>
                    <a:pt x="6" y="26"/>
                    <a:pt x="6" y="26"/>
                    <a:pt x="6" y="26"/>
                  </a:cubicBezTo>
                  <a:cubicBezTo>
                    <a:pt x="6" y="24"/>
                    <a:pt x="5" y="22"/>
                    <a:pt x="5" y="21"/>
                  </a:cubicBezTo>
                  <a:cubicBezTo>
                    <a:pt x="5" y="20"/>
                    <a:pt x="5" y="20"/>
                    <a:pt x="5" y="20"/>
                  </a:cubicBezTo>
                  <a:cubicBezTo>
                    <a:pt x="5" y="18"/>
                    <a:pt x="5" y="18"/>
                    <a:pt x="5" y="18"/>
                  </a:cubicBezTo>
                  <a:cubicBezTo>
                    <a:pt x="5" y="19"/>
                    <a:pt x="5" y="19"/>
                    <a:pt x="5" y="19"/>
                  </a:cubicBezTo>
                  <a:cubicBezTo>
                    <a:pt x="5" y="18"/>
                    <a:pt x="5" y="18"/>
                    <a:pt x="5" y="18"/>
                  </a:cubicBezTo>
                  <a:cubicBezTo>
                    <a:pt x="5" y="16"/>
                    <a:pt x="5" y="16"/>
                    <a:pt x="5" y="16"/>
                  </a:cubicBezTo>
                  <a:cubicBezTo>
                    <a:pt x="5" y="15"/>
                    <a:pt x="6" y="14"/>
                    <a:pt x="6" y="14"/>
                  </a:cubicBezTo>
                  <a:cubicBezTo>
                    <a:pt x="6" y="14"/>
                    <a:pt x="6" y="14"/>
                    <a:pt x="6" y="14"/>
                  </a:cubicBezTo>
                  <a:cubicBezTo>
                    <a:pt x="6" y="13"/>
                    <a:pt x="6" y="13"/>
                    <a:pt x="6" y="13"/>
                  </a:cubicBezTo>
                  <a:cubicBezTo>
                    <a:pt x="5" y="12"/>
                    <a:pt x="5" y="12"/>
                    <a:pt x="5" y="12"/>
                  </a:cubicBezTo>
                  <a:cubicBezTo>
                    <a:pt x="5" y="12"/>
                    <a:pt x="5" y="12"/>
                    <a:pt x="5" y="12"/>
                  </a:cubicBezTo>
                  <a:cubicBezTo>
                    <a:pt x="4" y="12"/>
                    <a:pt x="4" y="12"/>
                    <a:pt x="4" y="12"/>
                  </a:cubicBezTo>
                  <a:cubicBezTo>
                    <a:pt x="4" y="14"/>
                    <a:pt x="4" y="14"/>
                    <a:pt x="4" y="14"/>
                  </a:cubicBezTo>
                  <a:cubicBezTo>
                    <a:pt x="4" y="14"/>
                    <a:pt x="4" y="14"/>
                    <a:pt x="4" y="14"/>
                  </a:cubicBezTo>
                  <a:cubicBezTo>
                    <a:pt x="4" y="14"/>
                    <a:pt x="4" y="14"/>
                    <a:pt x="4" y="14"/>
                  </a:cubicBezTo>
                  <a:cubicBezTo>
                    <a:pt x="4" y="15"/>
                    <a:pt x="4" y="15"/>
                    <a:pt x="4" y="15"/>
                  </a:cubicBezTo>
                  <a:cubicBezTo>
                    <a:pt x="4" y="16"/>
                    <a:pt x="4" y="16"/>
                    <a:pt x="4" y="16"/>
                  </a:cubicBezTo>
                  <a:cubicBezTo>
                    <a:pt x="4" y="16"/>
                    <a:pt x="4" y="16"/>
                    <a:pt x="4" y="16"/>
                  </a:cubicBezTo>
                  <a:cubicBezTo>
                    <a:pt x="4" y="17"/>
                    <a:pt x="4" y="17"/>
                    <a:pt x="4" y="17"/>
                  </a:cubicBezTo>
                  <a:cubicBezTo>
                    <a:pt x="4" y="19"/>
                    <a:pt x="4" y="19"/>
                    <a:pt x="4" y="19"/>
                  </a:cubicBezTo>
                  <a:cubicBezTo>
                    <a:pt x="4" y="19"/>
                    <a:pt x="4" y="19"/>
                    <a:pt x="4" y="19"/>
                  </a:cubicBezTo>
                  <a:cubicBezTo>
                    <a:pt x="4" y="17"/>
                    <a:pt x="4" y="17"/>
                    <a:pt x="4" y="17"/>
                  </a:cubicBezTo>
                  <a:cubicBezTo>
                    <a:pt x="4" y="16"/>
                    <a:pt x="4" y="16"/>
                    <a:pt x="4" y="16"/>
                  </a:cubicBezTo>
                  <a:cubicBezTo>
                    <a:pt x="4" y="16"/>
                    <a:pt x="4" y="16"/>
                    <a:pt x="4" y="16"/>
                  </a:cubicBezTo>
                  <a:cubicBezTo>
                    <a:pt x="3" y="15"/>
                    <a:pt x="3" y="15"/>
                    <a:pt x="3" y="15"/>
                  </a:cubicBezTo>
                  <a:cubicBezTo>
                    <a:pt x="3" y="15"/>
                    <a:pt x="3" y="15"/>
                    <a:pt x="3" y="15"/>
                  </a:cubicBezTo>
                  <a:cubicBezTo>
                    <a:pt x="2" y="13"/>
                    <a:pt x="2" y="13"/>
                    <a:pt x="2" y="13"/>
                  </a:cubicBezTo>
                  <a:cubicBezTo>
                    <a:pt x="1" y="13"/>
                    <a:pt x="1" y="13"/>
                    <a:pt x="1" y="13"/>
                  </a:cubicBezTo>
                  <a:cubicBezTo>
                    <a:pt x="1" y="13"/>
                    <a:pt x="1" y="13"/>
                    <a:pt x="1" y="13"/>
                  </a:cubicBezTo>
                  <a:cubicBezTo>
                    <a:pt x="1" y="14"/>
                    <a:pt x="1" y="14"/>
                    <a:pt x="1" y="14"/>
                  </a:cubicBezTo>
                  <a:lnTo>
                    <a:pt x="1" y="15"/>
                  </a:lnTo>
                  <a:close/>
                  <a:moveTo>
                    <a:pt x="1" y="13"/>
                  </a:moveTo>
                  <a:cubicBezTo>
                    <a:pt x="1" y="13"/>
                    <a:pt x="1" y="13"/>
                    <a:pt x="1" y="13"/>
                  </a:cubicBezTo>
                  <a:cubicBezTo>
                    <a:pt x="2" y="13"/>
                    <a:pt x="2" y="13"/>
                    <a:pt x="2" y="13"/>
                  </a:cubicBezTo>
                  <a:cubicBezTo>
                    <a:pt x="1" y="12"/>
                    <a:pt x="1" y="12"/>
                    <a:pt x="1" y="12"/>
                  </a:cubicBezTo>
                  <a:cubicBezTo>
                    <a:pt x="0" y="12"/>
                    <a:pt x="0" y="12"/>
                    <a:pt x="0" y="12"/>
                  </a:cubicBezTo>
                  <a:lnTo>
                    <a:pt x="1" y="13"/>
                  </a:lnTo>
                  <a:close/>
                  <a:moveTo>
                    <a:pt x="37" y="78"/>
                  </a:moveTo>
                  <a:cubicBezTo>
                    <a:pt x="38" y="79"/>
                    <a:pt x="38" y="79"/>
                    <a:pt x="38" y="79"/>
                  </a:cubicBezTo>
                  <a:cubicBezTo>
                    <a:pt x="38" y="80"/>
                    <a:pt x="38" y="80"/>
                    <a:pt x="38" y="80"/>
                  </a:cubicBezTo>
                  <a:cubicBezTo>
                    <a:pt x="38" y="81"/>
                    <a:pt x="38" y="81"/>
                    <a:pt x="38" y="81"/>
                  </a:cubicBezTo>
                  <a:cubicBezTo>
                    <a:pt x="38" y="81"/>
                    <a:pt x="38" y="81"/>
                    <a:pt x="38" y="81"/>
                  </a:cubicBezTo>
                  <a:cubicBezTo>
                    <a:pt x="38" y="80"/>
                    <a:pt x="38" y="80"/>
                    <a:pt x="38" y="80"/>
                  </a:cubicBezTo>
                  <a:cubicBezTo>
                    <a:pt x="37" y="80"/>
                    <a:pt x="37" y="80"/>
                    <a:pt x="37" y="80"/>
                  </a:cubicBezTo>
                  <a:cubicBezTo>
                    <a:pt x="37" y="78"/>
                    <a:pt x="37" y="78"/>
                    <a:pt x="37" y="78"/>
                  </a:cubicBezTo>
                  <a:close/>
                  <a:moveTo>
                    <a:pt x="23" y="52"/>
                  </a:moveTo>
                  <a:cubicBezTo>
                    <a:pt x="23" y="52"/>
                    <a:pt x="24" y="53"/>
                    <a:pt x="26" y="54"/>
                  </a:cubicBezTo>
                  <a:cubicBezTo>
                    <a:pt x="28" y="55"/>
                    <a:pt x="29" y="55"/>
                    <a:pt x="29" y="56"/>
                  </a:cubicBezTo>
                  <a:cubicBezTo>
                    <a:pt x="29" y="57"/>
                    <a:pt x="29" y="57"/>
                    <a:pt x="29" y="57"/>
                  </a:cubicBezTo>
                  <a:cubicBezTo>
                    <a:pt x="29" y="57"/>
                    <a:pt x="29" y="57"/>
                    <a:pt x="29" y="57"/>
                  </a:cubicBezTo>
                  <a:cubicBezTo>
                    <a:pt x="28" y="56"/>
                    <a:pt x="28" y="56"/>
                    <a:pt x="28" y="56"/>
                  </a:cubicBezTo>
                  <a:cubicBezTo>
                    <a:pt x="28" y="55"/>
                    <a:pt x="28" y="55"/>
                    <a:pt x="26" y="54"/>
                  </a:cubicBezTo>
                  <a:cubicBezTo>
                    <a:pt x="24" y="54"/>
                    <a:pt x="22" y="52"/>
                    <a:pt x="22" y="52"/>
                  </a:cubicBezTo>
                  <a:lnTo>
                    <a:pt x="23" y="52"/>
                  </a:lnTo>
                  <a:close/>
                  <a:moveTo>
                    <a:pt x="41" y="82"/>
                  </a:moveTo>
                  <a:cubicBezTo>
                    <a:pt x="41" y="83"/>
                    <a:pt x="41" y="83"/>
                    <a:pt x="41" y="83"/>
                  </a:cubicBezTo>
                  <a:cubicBezTo>
                    <a:pt x="41" y="83"/>
                    <a:pt x="41" y="83"/>
                    <a:pt x="41" y="83"/>
                  </a:cubicBezTo>
                  <a:cubicBezTo>
                    <a:pt x="41" y="83"/>
                    <a:pt x="41" y="83"/>
                    <a:pt x="41" y="83"/>
                  </a:cubicBezTo>
                  <a:cubicBezTo>
                    <a:pt x="40" y="84"/>
                    <a:pt x="40" y="84"/>
                    <a:pt x="40" y="84"/>
                  </a:cubicBezTo>
                  <a:cubicBezTo>
                    <a:pt x="40" y="85"/>
                    <a:pt x="40" y="85"/>
                    <a:pt x="40" y="85"/>
                  </a:cubicBezTo>
                  <a:cubicBezTo>
                    <a:pt x="40" y="85"/>
                    <a:pt x="40" y="86"/>
                    <a:pt x="40" y="86"/>
                  </a:cubicBezTo>
                  <a:cubicBezTo>
                    <a:pt x="41" y="88"/>
                    <a:pt x="41" y="88"/>
                    <a:pt x="41" y="88"/>
                  </a:cubicBezTo>
                  <a:cubicBezTo>
                    <a:pt x="42" y="89"/>
                    <a:pt x="42" y="89"/>
                    <a:pt x="42" y="89"/>
                  </a:cubicBezTo>
                  <a:cubicBezTo>
                    <a:pt x="42" y="90"/>
                    <a:pt x="41" y="91"/>
                    <a:pt x="41" y="92"/>
                  </a:cubicBezTo>
                  <a:cubicBezTo>
                    <a:pt x="42" y="95"/>
                    <a:pt x="42" y="95"/>
                    <a:pt x="42" y="95"/>
                  </a:cubicBezTo>
                  <a:cubicBezTo>
                    <a:pt x="41" y="95"/>
                    <a:pt x="41" y="95"/>
                    <a:pt x="41" y="95"/>
                  </a:cubicBezTo>
                  <a:cubicBezTo>
                    <a:pt x="41" y="96"/>
                    <a:pt x="41" y="96"/>
                    <a:pt x="41" y="96"/>
                  </a:cubicBezTo>
                  <a:cubicBezTo>
                    <a:pt x="40" y="96"/>
                    <a:pt x="40" y="96"/>
                    <a:pt x="40" y="96"/>
                  </a:cubicBezTo>
                  <a:cubicBezTo>
                    <a:pt x="41" y="95"/>
                    <a:pt x="41" y="95"/>
                    <a:pt x="41" y="95"/>
                  </a:cubicBezTo>
                  <a:cubicBezTo>
                    <a:pt x="41" y="95"/>
                    <a:pt x="41" y="95"/>
                    <a:pt x="41" y="95"/>
                  </a:cubicBezTo>
                  <a:cubicBezTo>
                    <a:pt x="41" y="92"/>
                    <a:pt x="41" y="92"/>
                    <a:pt x="41" y="92"/>
                  </a:cubicBezTo>
                  <a:cubicBezTo>
                    <a:pt x="41" y="91"/>
                    <a:pt x="41" y="90"/>
                    <a:pt x="41" y="89"/>
                  </a:cubicBezTo>
                  <a:cubicBezTo>
                    <a:pt x="41" y="89"/>
                    <a:pt x="41" y="89"/>
                    <a:pt x="41" y="89"/>
                  </a:cubicBezTo>
                  <a:cubicBezTo>
                    <a:pt x="40" y="87"/>
                    <a:pt x="40" y="87"/>
                    <a:pt x="40" y="87"/>
                  </a:cubicBezTo>
                  <a:cubicBezTo>
                    <a:pt x="39" y="85"/>
                    <a:pt x="39" y="85"/>
                    <a:pt x="39" y="85"/>
                  </a:cubicBezTo>
                  <a:cubicBezTo>
                    <a:pt x="39" y="84"/>
                    <a:pt x="39" y="84"/>
                    <a:pt x="39" y="84"/>
                  </a:cubicBezTo>
                  <a:cubicBezTo>
                    <a:pt x="39" y="83"/>
                    <a:pt x="40" y="83"/>
                    <a:pt x="40" y="82"/>
                  </a:cubicBezTo>
                  <a:lnTo>
                    <a:pt x="41" y="82"/>
                  </a:lnTo>
                  <a:close/>
                  <a:moveTo>
                    <a:pt x="28" y="34"/>
                  </a:moveTo>
                  <a:cubicBezTo>
                    <a:pt x="29" y="34"/>
                    <a:pt x="29" y="34"/>
                    <a:pt x="29" y="34"/>
                  </a:cubicBezTo>
                  <a:cubicBezTo>
                    <a:pt x="30" y="34"/>
                    <a:pt x="30" y="34"/>
                    <a:pt x="30" y="34"/>
                  </a:cubicBezTo>
                  <a:cubicBezTo>
                    <a:pt x="30" y="34"/>
                    <a:pt x="30" y="34"/>
                    <a:pt x="30" y="34"/>
                  </a:cubicBezTo>
                  <a:cubicBezTo>
                    <a:pt x="30" y="33"/>
                    <a:pt x="30" y="33"/>
                    <a:pt x="30" y="33"/>
                  </a:cubicBezTo>
                  <a:cubicBezTo>
                    <a:pt x="31" y="32"/>
                    <a:pt x="31" y="32"/>
                    <a:pt x="33" y="32"/>
                  </a:cubicBezTo>
                  <a:cubicBezTo>
                    <a:pt x="34" y="31"/>
                    <a:pt x="34" y="31"/>
                    <a:pt x="34" y="30"/>
                  </a:cubicBezTo>
                  <a:cubicBezTo>
                    <a:pt x="34" y="30"/>
                    <a:pt x="34" y="30"/>
                    <a:pt x="34" y="30"/>
                  </a:cubicBezTo>
                  <a:cubicBezTo>
                    <a:pt x="33" y="29"/>
                    <a:pt x="33" y="29"/>
                    <a:pt x="33" y="29"/>
                  </a:cubicBezTo>
                  <a:cubicBezTo>
                    <a:pt x="33" y="29"/>
                    <a:pt x="33" y="29"/>
                    <a:pt x="33" y="29"/>
                  </a:cubicBezTo>
                  <a:cubicBezTo>
                    <a:pt x="34" y="27"/>
                    <a:pt x="34" y="27"/>
                    <a:pt x="34" y="27"/>
                  </a:cubicBezTo>
                  <a:cubicBezTo>
                    <a:pt x="34" y="25"/>
                    <a:pt x="34" y="25"/>
                    <a:pt x="34" y="25"/>
                  </a:cubicBezTo>
                  <a:cubicBezTo>
                    <a:pt x="34" y="26"/>
                    <a:pt x="34" y="26"/>
                    <a:pt x="34" y="26"/>
                  </a:cubicBezTo>
                  <a:cubicBezTo>
                    <a:pt x="33" y="26"/>
                    <a:pt x="33" y="26"/>
                    <a:pt x="33" y="26"/>
                  </a:cubicBezTo>
                  <a:cubicBezTo>
                    <a:pt x="32" y="25"/>
                    <a:pt x="32" y="25"/>
                    <a:pt x="32" y="25"/>
                  </a:cubicBezTo>
                  <a:cubicBezTo>
                    <a:pt x="32" y="25"/>
                    <a:pt x="32" y="25"/>
                    <a:pt x="32" y="25"/>
                  </a:cubicBezTo>
                  <a:cubicBezTo>
                    <a:pt x="33" y="23"/>
                    <a:pt x="33" y="23"/>
                    <a:pt x="33" y="23"/>
                  </a:cubicBezTo>
                  <a:cubicBezTo>
                    <a:pt x="34" y="22"/>
                    <a:pt x="34" y="22"/>
                    <a:pt x="34" y="22"/>
                  </a:cubicBezTo>
                  <a:cubicBezTo>
                    <a:pt x="35" y="22"/>
                    <a:pt x="35" y="22"/>
                    <a:pt x="35" y="22"/>
                  </a:cubicBezTo>
                  <a:cubicBezTo>
                    <a:pt x="34" y="23"/>
                    <a:pt x="34" y="23"/>
                    <a:pt x="34" y="23"/>
                  </a:cubicBezTo>
                  <a:cubicBezTo>
                    <a:pt x="33" y="23"/>
                    <a:pt x="33" y="23"/>
                    <a:pt x="33" y="23"/>
                  </a:cubicBezTo>
                  <a:cubicBezTo>
                    <a:pt x="33" y="25"/>
                    <a:pt x="33" y="25"/>
                    <a:pt x="33" y="25"/>
                  </a:cubicBezTo>
                  <a:cubicBezTo>
                    <a:pt x="33" y="25"/>
                    <a:pt x="33" y="25"/>
                    <a:pt x="33" y="25"/>
                  </a:cubicBezTo>
                  <a:cubicBezTo>
                    <a:pt x="33" y="25"/>
                    <a:pt x="33" y="25"/>
                    <a:pt x="33" y="25"/>
                  </a:cubicBezTo>
                  <a:cubicBezTo>
                    <a:pt x="33" y="25"/>
                    <a:pt x="33" y="25"/>
                    <a:pt x="33" y="25"/>
                  </a:cubicBezTo>
                  <a:cubicBezTo>
                    <a:pt x="34" y="25"/>
                    <a:pt x="34" y="25"/>
                    <a:pt x="34" y="25"/>
                  </a:cubicBezTo>
                  <a:cubicBezTo>
                    <a:pt x="35" y="24"/>
                    <a:pt x="35" y="24"/>
                    <a:pt x="35" y="24"/>
                  </a:cubicBezTo>
                  <a:cubicBezTo>
                    <a:pt x="35" y="25"/>
                    <a:pt x="35" y="25"/>
                    <a:pt x="35" y="25"/>
                  </a:cubicBezTo>
                  <a:cubicBezTo>
                    <a:pt x="35" y="27"/>
                    <a:pt x="35" y="27"/>
                    <a:pt x="35" y="27"/>
                  </a:cubicBezTo>
                  <a:cubicBezTo>
                    <a:pt x="34" y="29"/>
                    <a:pt x="34" y="29"/>
                    <a:pt x="34" y="29"/>
                  </a:cubicBezTo>
                  <a:cubicBezTo>
                    <a:pt x="34" y="29"/>
                    <a:pt x="34" y="29"/>
                    <a:pt x="34" y="29"/>
                  </a:cubicBezTo>
                  <a:cubicBezTo>
                    <a:pt x="34" y="30"/>
                    <a:pt x="34" y="30"/>
                    <a:pt x="34" y="30"/>
                  </a:cubicBezTo>
                  <a:cubicBezTo>
                    <a:pt x="34" y="31"/>
                    <a:pt x="34" y="31"/>
                    <a:pt x="34" y="31"/>
                  </a:cubicBezTo>
                  <a:cubicBezTo>
                    <a:pt x="34" y="31"/>
                    <a:pt x="34" y="32"/>
                    <a:pt x="33" y="32"/>
                  </a:cubicBezTo>
                  <a:cubicBezTo>
                    <a:pt x="31" y="33"/>
                    <a:pt x="31" y="33"/>
                    <a:pt x="31" y="33"/>
                  </a:cubicBezTo>
                  <a:cubicBezTo>
                    <a:pt x="31" y="34"/>
                    <a:pt x="31" y="34"/>
                    <a:pt x="31" y="34"/>
                  </a:cubicBezTo>
                  <a:cubicBezTo>
                    <a:pt x="30" y="35"/>
                    <a:pt x="30" y="35"/>
                    <a:pt x="30" y="35"/>
                  </a:cubicBezTo>
                  <a:cubicBezTo>
                    <a:pt x="29" y="34"/>
                    <a:pt x="29" y="34"/>
                    <a:pt x="29" y="34"/>
                  </a:cubicBezTo>
                  <a:cubicBezTo>
                    <a:pt x="28" y="34"/>
                    <a:pt x="28" y="34"/>
                    <a:pt x="28" y="34"/>
                  </a:cubicBezTo>
                  <a:cubicBezTo>
                    <a:pt x="27" y="35"/>
                    <a:pt x="26" y="36"/>
                    <a:pt x="26" y="37"/>
                  </a:cubicBezTo>
                  <a:cubicBezTo>
                    <a:pt x="26" y="37"/>
                    <a:pt x="26" y="37"/>
                    <a:pt x="26" y="37"/>
                  </a:cubicBezTo>
                  <a:cubicBezTo>
                    <a:pt x="26" y="37"/>
                    <a:pt x="26" y="37"/>
                    <a:pt x="26" y="37"/>
                  </a:cubicBezTo>
                  <a:cubicBezTo>
                    <a:pt x="26" y="37"/>
                    <a:pt x="26" y="37"/>
                    <a:pt x="26" y="37"/>
                  </a:cubicBezTo>
                  <a:cubicBezTo>
                    <a:pt x="26" y="36"/>
                    <a:pt x="27" y="34"/>
                    <a:pt x="28" y="34"/>
                  </a:cubicBezTo>
                  <a:moveTo>
                    <a:pt x="23" y="23"/>
                  </a:moveTo>
                  <a:cubicBezTo>
                    <a:pt x="23" y="20"/>
                    <a:pt x="23" y="20"/>
                    <a:pt x="23" y="20"/>
                  </a:cubicBezTo>
                  <a:cubicBezTo>
                    <a:pt x="22" y="19"/>
                    <a:pt x="22" y="19"/>
                    <a:pt x="22" y="19"/>
                  </a:cubicBezTo>
                  <a:cubicBezTo>
                    <a:pt x="22" y="19"/>
                    <a:pt x="22" y="19"/>
                    <a:pt x="22" y="19"/>
                  </a:cubicBezTo>
                  <a:cubicBezTo>
                    <a:pt x="23" y="20"/>
                    <a:pt x="23" y="20"/>
                    <a:pt x="23" y="20"/>
                  </a:cubicBezTo>
                  <a:cubicBezTo>
                    <a:pt x="23" y="20"/>
                    <a:pt x="23" y="20"/>
                    <a:pt x="23" y="20"/>
                  </a:cubicBezTo>
                  <a:cubicBezTo>
                    <a:pt x="23" y="20"/>
                    <a:pt x="23" y="20"/>
                    <a:pt x="23" y="20"/>
                  </a:cubicBezTo>
                  <a:cubicBezTo>
                    <a:pt x="23" y="22"/>
                    <a:pt x="23" y="22"/>
                    <a:pt x="23" y="22"/>
                  </a:cubicBezTo>
                  <a:lnTo>
                    <a:pt x="23" y="23"/>
                  </a:lnTo>
                  <a:close/>
                  <a:moveTo>
                    <a:pt x="26" y="73"/>
                  </a:moveTo>
                  <a:cubicBezTo>
                    <a:pt x="26" y="73"/>
                    <a:pt x="26" y="73"/>
                    <a:pt x="26" y="73"/>
                  </a:cubicBezTo>
                  <a:cubicBezTo>
                    <a:pt x="26" y="74"/>
                    <a:pt x="26" y="74"/>
                    <a:pt x="26" y="74"/>
                  </a:cubicBezTo>
                  <a:cubicBezTo>
                    <a:pt x="26" y="74"/>
                    <a:pt x="26" y="74"/>
                    <a:pt x="26" y="74"/>
                  </a:cubicBezTo>
                  <a:cubicBezTo>
                    <a:pt x="26" y="74"/>
                    <a:pt x="26" y="74"/>
                    <a:pt x="26" y="74"/>
                  </a:cubicBezTo>
                  <a:cubicBezTo>
                    <a:pt x="25" y="74"/>
                    <a:pt x="25" y="74"/>
                    <a:pt x="25" y="74"/>
                  </a:cubicBezTo>
                  <a:cubicBezTo>
                    <a:pt x="25" y="74"/>
                    <a:pt x="25" y="74"/>
                    <a:pt x="25" y="74"/>
                  </a:cubicBezTo>
                  <a:cubicBezTo>
                    <a:pt x="24" y="75"/>
                    <a:pt x="24" y="75"/>
                    <a:pt x="24" y="75"/>
                  </a:cubicBezTo>
                  <a:cubicBezTo>
                    <a:pt x="23" y="75"/>
                    <a:pt x="23" y="77"/>
                    <a:pt x="22" y="78"/>
                  </a:cubicBezTo>
                  <a:cubicBezTo>
                    <a:pt x="21" y="78"/>
                    <a:pt x="21" y="79"/>
                    <a:pt x="20" y="79"/>
                  </a:cubicBezTo>
                  <a:cubicBezTo>
                    <a:pt x="20" y="79"/>
                    <a:pt x="20" y="79"/>
                    <a:pt x="20" y="79"/>
                  </a:cubicBezTo>
                  <a:cubicBezTo>
                    <a:pt x="20" y="79"/>
                    <a:pt x="20" y="79"/>
                    <a:pt x="20" y="79"/>
                  </a:cubicBezTo>
                  <a:cubicBezTo>
                    <a:pt x="20" y="78"/>
                    <a:pt x="20" y="78"/>
                    <a:pt x="20" y="78"/>
                  </a:cubicBezTo>
                  <a:cubicBezTo>
                    <a:pt x="21" y="77"/>
                    <a:pt x="21" y="77"/>
                    <a:pt x="21" y="77"/>
                  </a:cubicBezTo>
                  <a:cubicBezTo>
                    <a:pt x="24" y="74"/>
                    <a:pt x="24" y="74"/>
                    <a:pt x="24" y="74"/>
                  </a:cubicBezTo>
                  <a:cubicBezTo>
                    <a:pt x="24" y="74"/>
                    <a:pt x="24" y="74"/>
                    <a:pt x="24" y="74"/>
                  </a:cubicBezTo>
                  <a:cubicBezTo>
                    <a:pt x="25" y="73"/>
                    <a:pt x="25" y="73"/>
                    <a:pt x="25" y="73"/>
                  </a:cubicBezTo>
                  <a:cubicBezTo>
                    <a:pt x="24" y="72"/>
                    <a:pt x="24" y="72"/>
                    <a:pt x="24" y="72"/>
                  </a:cubicBezTo>
                  <a:cubicBezTo>
                    <a:pt x="24" y="72"/>
                    <a:pt x="24" y="72"/>
                    <a:pt x="24" y="72"/>
                  </a:cubicBezTo>
                  <a:cubicBezTo>
                    <a:pt x="24" y="72"/>
                    <a:pt x="25" y="72"/>
                    <a:pt x="26"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0" name="Freeform 34">
              <a:extLst>
                <a:ext uri="{FF2B5EF4-FFF2-40B4-BE49-F238E27FC236}">
                  <a16:creationId xmlns:a16="http://schemas.microsoft.com/office/drawing/2014/main" id="{CDFD3285-82D8-4161-A2C5-8E5A9894FF7D}"/>
                </a:ext>
              </a:extLst>
            </p:cNvPr>
            <p:cNvSpPr>
              <a:spLocks noEditPoints="1"/>
            </p:cNvSpPr>
            <p:nvPr/>
          </p:nvSpPr>
          <p:spPr bwMode="auto">
            <a:xfrm>
              <a:off x="6108700" y="2516188"/>
              <a:ext cx="288925" cy="365125"/>
            </a:xfrm>
            <a:custGeom>
              <a:avLst/>
              <a:gdLst>
                <a:gd name="T0" fmla="*/ 127 w 133"/>
                <a:gd name="T1" fmla="*/ 60 h 169"/>
                <a:gd name="T2" fmla="*/ 60 w 133"/>
                <a:gd name="T3" fmla="*/ 165 h 169"/>
                <a:gd name="T4" fmla="*/ 79 w 133"/>
                <a:gd name="T5" fmla="*/ 158 h 169"/>
                <a:gd name="T6" fmla="*/ 60 w 133"/>
                <a:gd name="T7" fmla="*/ 157 h 169"/>
                <a:gd name="T8" fmla="*/ 79 w 133"/>
                <a:gd name="T9" fmla="*/ 154 h 169"/>
                <a:gd name="T10" fmla="*/ 42 w 133"/>
                <a:gd name="T11" fmla="*/ 151 h 169"/>
                <a:gd name="T12" fmla="*/ 66 w 133"/>
                <a:gd name="T13" fmla="*/ 164 h 169"/>
                <a:gd name="T14" fmla="*/ 123 w 133"/>
                <a:gd name="T15" fmla="*/ 35 h 169"/>
                <a:gd name="T16" fmla="*/ 86 w 133"/>
                <a:gd name="T17" fmla="*/ 152 h 169"/>
                <a:gd name="T18" fmla="*/ 53 w 133"/>
                <a:gd name="T19" fmla="*/ 150 h 169"/>
                <a:gd name="T20" fmla="*/ 85 w 133"/>
                <a:gd name="T21" fmla="*/ 153 h 169"/>
                <a:gd name="T22" fmla="*/ 39 w 133"/>
                <a:gd name="T23" fmla="*/ 62 h 169"/>
                <a:gd name="T24" fmla="*/ 29 w 133"/>
                <a:gd name="T25" fmla="*/ 53 h 169"/>
                <a:gd name="T26" fmla="*/ 32 w 133"/>
                <a:gd name="T27" fmla="*/ 78 h 169"/>
                <a:gd name="T28" fmla="*/ 27 w 133"/>
                <a:gd name="T29" fmla="*/ 79 h 169"/>
                <a:gd name="T30" fmla="*/ 18 w 133"/>
                <a:gd name="T31" fmla="*/ 72 h 169"/>
                <a:gd name="T32" fmla="*/ 17 w 133"/>
                <a:gd name="T33" fmla="*/ 96 h 169"/>
                <a:gd name="T34" fmla="*/ 7 w 133"/>
                <a:gd name="T35" fmla="*/ 83 h 169"/>
                <a:gd name="T36" fmla="*/ 7 w 133"/>
                <a:gd name="T37" fmla="*/ 71 h 169"/>
                <a:gd name="T38" fmla="*/ 6 w 133"/>
                <a:gd name="T39" fmla="*/ 37 h 169"/>
                <a:gd name="T40" fmla="*/ 8 w 133"/>
                <a:gd name="T41" fmla="*/ 35 h 169"/>
                <a:gd name="T42" fmla="*/ 10 w 133"/>
                <a:gd name="T43" fmla="*/ 11 h 169"/>
                <a:gd name="T44" fmla="*/ 21 w 133"/>
                <a:gd name="T45" fmla="*/ 14 h 169"/>
                <a:gd name="T46" fmla="*/ 33 w 133"/>
                <a:gd name="T47" fmla="*/ 16 h 169"/>
                <a:gd name="T48" fmla="*/ 30 w 133"/>
                <a:gd name="T49" fmla="*/ 23 h 169"/>
                <a:gd name="T50" fmla="*/ 41 w 133"/>
                <a:gd name="T51" fmla="*/ 30 h 169"/>
                <a:gd name="T52" fmla="*/ 44 w 133"/>
                <a:gd name="T53" fmla="*/ 12 h 169"/>
                <a:gd name="T54" fmla="*/ 46 w 133"/>
                <a:gd name="T55" fmla="*/ 16 h 169"/>
                <a:gd name="T56" fmla="*/ 47 w 133"/>
                <a:gd name="T57" fmla="*/ 22 h 169"/>
                <a:gd name="T58" fmla="*/ 47 w 133"/>
                <a:gd name="T59" fmla="*/ 27 h 169"/>
                <a:gd name="T60" fmla="*/ 37 w 133"/>
                <a:gd name="T61" fmla="*/ 43 h 169"/>
                <a:gd name="T62" fmla="*/ 40 w 133"/>
                <a:gd name="T63" fmla="*/ 50 h 169"/>
                <a:gd name="T64" fmla="*/ 0 w 133"/>
                <a:gd name="T65" fmla="*/ 82 h 169"/>
                <a:gd name="T66" fmla="*/ 12 w 133"/>
                <a:gd name="T67" fmla="*/ 45 h 169"/>
                <a:gd name="T68" fmla="*/ 12 w 133"/>
                <a:gd name="T69" fmla="*/ 44 h 169"/>
                <a:gd name="T70" fmla="*/ 44 w 133"/>
                <a:gd name="T71" fmla="*/ 50 h 169"/>
                <a:gd name="T72" fmla="*/ 40 w 133"/>
                <a:gd name="T73" fmla="*/ 62 h 169"/>
                <a:gd name="T74" fmla="*/ 132 w 133"/>
                <a:gd name="T75" fmla="*/ 0 h 169"/>
                <a:gd name="T76" fmla="*/ 124 w 133"/>
                <a:gd name="T77" fmla="*/ 38 h 169"/>
                <a:gd name="T78" fmla="*/ 125 w 133"/>
                <a:gd name="T79" fmla="*/ 72 h 169"/>
                <a:gd name="T80" fmla="*/ 125 w 133"/>
                <a:gd name="T81" fmla="*/ 89 h 169"/>
                <a:gd name="T82" fmla="*/ 121 w 133"/>
                <a:gd name="T83" fmla="*/ 97 h 169"/>
                <a:gd name="T84" fmla="*/ 111 w 133"/>
                <a:gd name="T85" fmla="*/ 69 h 169"/>
                <a:gd name="T86" fmla="*/ 103 w 133"/>
                <a:gd name="T87" fmla="*/ 82 h 169"/>
                <a:gd name="T88" fmla="*/ 102 w 133"/>
                <a:gd name="T89" fmla="*/ 78 h 169"/>
                <a:gd name="T90" fmla="*/ 99 w 133"/>
                <a:gd name="T91" fmla="*/ 57 h 169"/>
                <a:gd name="T92" fmla="*/ 92 w 133"/>
                <a:gd name="T93" fmla="*/ 63 h 169"/>
                <a:gd name="T94" fmla="*/ 88 w 133"/>
                <a:gd name="T95" fmla="*/ 47 h 169"/>
                <a:gd name="T96" fmla="*/ 91 w 133"/>
                <a:gd name="T97" fmla="*/ 53 h 169"/>
                <a:gd name="T98" fmla="*/ 92 w 133"/>
                <a:gd name="T99" fmla="*/ 39 h 169"/>
                <a:gd name="T100" fmla="*/ 85 w 133"/>
                <a:gd name="T101" fmla="*/ 29 h 169"/>
                <a:gd name="T102" fmla="*/ 84 w 133"/>
                <a:gd name="T103" fmla="*/ 16 h 169"/>
                <a:gd name="T104" fmla="*/ 87 w 133"/>
                <a:gd name="T105" fmla="*/ 13 h 169"/>
                <a:gd name="T106" fmla="*/ 90 w 133"/>
                <a:gd name="T107" fmla="*/ 14 h 169"/>
                <a:gd name="T108" fmla="*/ 93 w 133"/>
                <a:gd name="T109" fmla="*/ 30 h 169"/>
                <a:gd name="T110" fmla="*/ 97 w 133"/>
                <a:gd name="T111" fmla="*/ 23 h 169"/>
                <a:gd name="T112" fmla="*/ 107 w 133"/>
                <a:gd name="T113" fmla="*/ 14 h 169"/>
                <a:gd name="T114" fmla="*/ 113 w 133"/>
                <a:gd name="T115" fmla="*/ 22 h 169"/>
                <a:gd name="T116" fmla="*/ 129 w 133"/>
                <a:gd name="T117" fmla="*/ 3 h 169"/>
                <a:gd name="T118" fmla="*/ 130 w 133"/>
                <a:gd name="T119" fmla="*/ 44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3" h="169">
                  <a:moveTo>
                    <a:pt x="120" y="44"/>
                  </a:moveTo>
                  <a:cubicBezTo>
                    <a:pt x="118" y="44"/>
                    <a:pt x="117" y="43"/>
                    <a:pt x="117" y="43"/>
                  </a:cubicBezTo>
                  <a:cubicBezTo>
                    <a:pt x="117" y="45"/>
                    <a:pt x="117" y="47"/>
                    <a:pt x="117" y="47"/>
                  </a:cubicBezTo>
                  <a:cubicBezTo>
                    <a:pt x="116" y="47"/>
                    <a:pt x="116" y="47"/>
                    <a:pt x="115" y="47"/>
                  </a:cubicBezTo>
                  <a:cubicBezTo>
                    <a:pt x="115" y="48"/>
                    <a:pt x="115" y="48"/>
                    <a:pt x="115" y="48"/>
                  </a:cubicBezTo>
                  <a:cubicBezTo>
                    <a:pt x="115" y="49"/>
                    <a:pt x="115" y="50"/>
                    <a:pt x="116" y="51"/>
                  </a:cubicBezTo>
                  <a:cubicBezTo>
                    <a:pt x="116" y="53"/>
                    <a:pt x="119" y="55"/>
                    <a:pt x="121" y="56"/>
                  </a:cubicBezTo>
                  <a:cubicBezTo>
                    <a:pt x="122" y="58"/>
                    <a:pt x="123" y="59"/>
                    <a:pt x="123" y="61"/>
                  </a:cubicBezTo>
                  <a:cubicBezTo>
                    <a:pt x="124" y="62"/>
                    <a:pt x="123" y="63"/>
                    <a:pt x="125" y="63"/>
                  </a:cubicBezTo>
                  <a:cubicBezTo>
                    <a:pt x="127" y="62"/>
                    <a:pt x="127" y="60"/>
                    <a:pt x="127" y="60"/>
                  </a:cubicBezTo>
                  <a:cubicBezTo>
                    <a:pt x="128" y="54"/>
                    <a:pt x="122" y="53"/>
                    <a:pt x="120" y="45"/>
                  </a:cubicBezTo>
                  <a:lnTo>
                    <a:pt x="120" y="44"/>
                  </a:lnTo>
                  <a:close/>
                  <a:moveTo>
                    <a:pt x="112" y="26"/>
                  </a:moveTo>
                  <a:cubicBezTo>
                    <a:pt x="113" y="24"/>
                    <a:pt x="113" y="24"/>
                    <a:pt x="113" y="24"/>
                  </a:cubicBezTo>
                  <a:lnTo>
                    <a:pt x="112" y="26"/>
                  </a:lnTo>
                  <a:close/>
                  <a:moveTo>
                    <a:pt x="67" y="169"/>
                  </a:moveTo>
                  <a:cubicBezTo>
                    <a:pt x="67" y="169"/>
                    <a:pt x="72" y="167"/>
                    <a:pt x="79" y="163"/>
                  </a:cubicBezTo>
                  <a:cubicBezTo>
                    <a:pt x="76" y="163"/>
                    <a:pt x="76" y="165"/>
                    <a:pt x="73" y="165"/>
                  </a:cubicBezTo>
                  <a:cubicBezTo>
                    <a:pt x="70" y="165"/>
                    <a:pt x="69" y="163"/>
                    <a:pt x="66" y="163"/>
                  </a:cubicBezTo>
                  <a:cubicBezTo>
                    <a:pt x="62" y="163"/>
                    <a:pt x="62" y="165"/>
                    <a:pt x="60" y="165"/>
                  </a:cubicBezTo>
                  <a:cubicBezTo>
                    <a:pt x="57" y="165"/>
                    <a:pt x="56" y="164"/>
                    <a:pt x="55" y="163"/>
                  </a:cubicBezTo>
                  <a:cubicBezTo>
                    <a:pt x="49" y="160"/>
                    <a:pt x="49" y="160"/>
                    <a:pt x="49" y="160"/>
                  </a:cubicBezTo>
                  <a:cubicBezTo>
                    <a:pt x="50" y="160"/>
                    <a:pt x="51" y="159"/>
                    <a:pt x="53" y="159"/>
                  </a:cubicBezTo>
                  <a:cubicBezTo>
                    <a:pt x="56" y="159"/>
                    <a:pt x="57" y="161"/>
                    <a:pt x="60" y="161"/>
                  </a:cubicBezTo>
                  <a:cubicBezTo>
                    <a:pt x="62" y="161"/>
                    <a:pt x="62" y="159"/>
                    <a:pt x="66" y="159"/>
                  </a:cubicBezTo>
                  <a:cubicBezTo>
                    <a:pt x="69" y="159"/>
                    <a:pt x="70" y="161"/>
                    <a:pt x="73" y="161"/>
                  </a:cubicBezTo>
                  <a:cubicBezTo>
                    <a:pt x="76" y="161"/>
                    <a:pt x="76" y="159"/>
                    <a:pt x="79" y="159"/>
                  </a:cubicBezTo>
                  <a:cubicBezTo>
                    <a:pt x="82" y="159"/>
                    <a:pt x="82" y="160"/>
                    <a:pt x="84" y="161"/>
                  </a:cubicBezTo>
                  <a:cubicBezTo>
                    <a:pt x="85" y="160"/>
                    <a:pt x="85" y="160"/>
                    <a:pt x="85" y="160"/>
                  </a:cubicBezTo>
                  <a:cubicBezTo>
                    <a:pt x="83" y="160"/>
                    <a:pt x="82" y="158"/>
                    <a:pt x="79" y="158"/>
                  </a:cubicBezTo>
                  <a:cubicBezTo>
                    <a:pt x="76" y="158"/>
                    <a:pt x="76" y="160"/>
                    <a:pt x="73" y="160"/>
                  </a:cubicBezTo>
                  <a:cubicBezTo>
                    <a:pt x="70" y="160"/>
                    <a:pt x="69" y="158"/>
                    <a:pt x="66" y="158"/>
                  </a:cubicBezTo>
                  <a:cubicBezTo>
                    <a:pt x="62" y="158"/>
                    <a:pt x="62" y="160"/>
                    <a:pt x="60" y="160"/>
                  </a:cubicBezTo>
                  <a:cubicBezTo>
                    <a:pt x="57" y="160"/>
                    <a:pt x="56" y="158"/>
                    <a:pt x="53" y="158"/>
                  </a:cubicBezTo>
                  <a:cubicBezTo>
                    <a:pt x="50" y="158"/>
                    <a:pt x="50" y="159"/>
                    <a:pt x="48" y="160"/>
                  </a:cubicBezTo>
                  <a:cubicBezTo>
                    <a:pt x="41" y="155"/>
                    <a:pt x="41" y="155"/>
                    <a:pt x="41" y="155"/>
                  </a:cubicBezTo>
                  <a:cubicBezTo>
                    <a:pt x="42" y="155"/>
                    <a:pt x="42" y="155"/>
                    <a:pt x="42" y="155"/>
                  </a:cubicBezTo>
                  <a:cubicBezTo>
                    <a:pt x="46" y="155"/>
                    <a:pt x="47" y="157"/>
                    <a:pt x="47" y="157"/>
                  </a:cubicBezTo>
                  <a:cubicBezTo>
                    <a:pt x="50" y="157"/>
                    <a:pt x="50" y="155"/>
                    <a:pt x="53" y="155"/>
                  </a:cubicBezTo>
                  <a:cubicBezTo>
                    <a:pt x="56" y="155"/>
                    <a:pt x="57" y="157"/>
                    <a:pt x="60" y="157"/>
                  </a:cubicBezTo>
                  <a:cubicBezTo>
                    <a:pt x="62" y="157"/>
                    <a:pt x="62" y="155"/>
                    <a:pt x="66" y="155"/>
                  </a:cubicBezTo>
                  <a:cubicBezTo>
                    <a:pt x="69" y="155"/>
                    <a:pt x="70" y="157"/>
                    <a:pt x="73" y="157"/>
                  </a:cubicBezTo>
                  <a:cubicBezTo>
                    <a:pt x="76" y="156"/>
                    <a:pt x="76" y="155"/>
                    <a:pt x="79" y="155"/>
                  </a:cubicBezTo>
                  <a:cubicBezTo>
                    <a:pt x="82" y="155"/>
                    <a:pt x="83" y="157"/>
                    <a:pt x="85" y="157"/>
                  </a:cubicBezTo>
                  <a:cubicBezTo>
                    <a:pt x="88" y="157"/>
                    <a:pt x="88" y="155"/>
                    <a:pt x="92" y="155"/>
                  </a:cubicBezTo>
                  <a:cubicBezTo>
                    <a:pt x="92" y="155"/>
                    <a:pt x="92" y="155"/>
                    <a:pt x="92" y="155"/>
                  </a:cubicBezTo>
                  <a:cubicBezTo>
                    <a:pt x="94" y="154"/>
                    <a:pt x="94" y="154"/>
                    <a:pt x="94" y="154"/>
                  </a:cubicBezTo>
                  <a:cubicBezTo>
                    <a:pt x="93" y="154"/>
                    <a:pt x="93" y="154"/>
                    <a:pt x="92" y="154"/>
                  </a:cubicBezTo>
                  <a:cubicBezTo>
                    <a:pt x="88" y="154"/>
                    <a:pt x="88" y="156"/>
                    <a:pt x="85" y="156"/>
                  </a:cubicBezTo>
                  <a:cubicBezTo>
                    <a:pt x="83" y="156"/>
                    <a:pt x="82" y="154"/>
                    <a:pt x="79" y="154"/>
                  </a:cubicBezTo>
                  <a:cubicBezTo>
                    <a:pt x="76" y="154"/>
                    <a:pt x="76" y="156"/>
                    <a:pt x="73" y="156"/>
                  </a:cubicBezTo>
                  <a:cubicBezTo>
                    <a:pt x="70" y="156"/>
                    <a:pt x="69" y="154"/>
                    <a:pt x="66" y="154"/>
                  </a:cubicBezTo>
                  <a:cubicBezTo>
                    <a:pt x="62" y="154"/>
                    <a:pt x="62" y="156"/>
                    <a:pt x="60" y="156"/>
                  </a:cubicBezTo>
                  <a:cubicBezTo>
                    <a:pt x="57" y="156"/>
                    <a:pt x="56" y="154"/>
                    <a:pt x="53" y="154"/>
                  </a:cubicBezTo>
                  <a:cubicBezTo>
                    <a:pt x="50" y="154"/>
                    <a:pt x="50" y="155"/>
                    <a:pt x="47" y="156"/>
                  </a:cubicBezTo>
                  <a:cubicBezTo>
                    <a:pt x="47" y="156"/>
                    <a:pt x="46" y="154"/>
                    <a:pt x="42" y="154"/>
                  </a:cubicBezTo>
                  <a:cubicBezTo>
                    <a:pt x="41" y="154"/>
                    <a:pt x="40" y="154"/>
                    <a:pt x="40" y="154"/>
                  </a:cubicBezTo>
                  <a:cubicBezTo>
                    <a:pt x="37" y="152"/>
                    <a:pt x="37" y="152"/>
                    <a:pt x="37" y="152"/>
                  </a:cubicBezTo>
                  <a:cubicBezTo>
                    <a:pt x="39" y="152"/>
                    <a:pt x="39" y="151"/>
                    <a:pt x="42" y="151"/>
                  </a:cubicBezTo>
                  <a:cubicBezTo>
                    <a:pt x="42" y="151"/>
                    <a:pt x="42" y="151"/>
                    <a:pt x="42" y="151"/>
                  </a:cubicBezTo>
                  <a:cubicBezTo>
                    <a:pt x="41" y="150"/>
                    <a:pt x="41" y="149"/>
                    <a:pt x="41" y="149"/>
                  </a:cubicBezTo>
                  <a:cubicBezTo>
                    <a:pt x="41" y="149"/>
                    <a:pt x="41" y="149"/>
                    <a:pt x="41" y="149"/>
                  </a:cubicBezTo>
                  <a:cubicBezTo>
                    <a:pt x="41" y="149"/>
                    <a:pt x="41" y="149"/>
                    <a:pt x="41" y="149"/>
                  </a:cubicBezTo>
                  <a:cubicBezTo>
                    <a:pt x="41" y="149"/>
                    <a:pt x="42" y="147"/>
                    <a:pt x="44" y="146"/>
                  </a:cubicBezTo>
                  <a:cubicBezTo>
                    <a:pt x="45" y="145"/>
                    <a:pt x="45" y="144"/>
                    <a:pt x="46" y="144"/>
                  </a:cubicBezTo>
                  <a:cubicBezTo>
                    <a:pt x="48" y="142"/>
                    <a:pt x="48" y="142"/>
                    <a:pt x="48" y="142"/>
                  </a:cubicBezTo>
                  <a:cubicBezTo>
                    <a:pt x="49" y="135"/>
                    <a:pt x="49" y="135"/>
                    <a:pt x="49" y="135"/>
                  </a:cubicBezTo>
                  <a:cubicBezTo>
                    <a:pt x="19" y="135"/>
                    <a:pt x="19" y="135"/>
                    <a:pt x="19" y="135"/>
                  </a:cubicBezTo>
                  <a:cubicBezTo>
                    <a:pt x="39" y="160"/>
                    <a:pt x="67" y="169"/>
                    <a:pt x="67" y="169"/>
                  </a:cubicBezTo>
                  <a:moveTo>
                    <a:pt x="66" y="164"/>
                  </a:moveTo>
                  <a:cubicBezTo>
                    <a:pt x="69" y="164"/>
                    <a:pt x="70" y="166"/>
                    <a:pt x="73" y="166"/>
                  </a:cubicBezTo>
                  <a:cubicBezTo>
                    <a:pt x="67" y="169"/>
                    <a:pt x="67" y="169"/>
                    <a:pt x="67" y="169"/>
                  </a:cubicBezTo>
                  <a:cubicBezTo>
                    <a:pt x="60" y="166"/>
                    <a:pt x="60" y="166"/>
                    <a:pt x="60" y="166"/>
                  </a:cubicBezTo>
                  <a:cubicBezTo>
                    <a:pt x="62" y="166"/>
                    <a:pt x="62" y="164"/>
                    <a:pt x="66" y="164"/>
                  </a:cubicBezTo>
                  <a:moveTo>
                    <a:pt x="59" y="0"/>
                  </a:moveTo>
                  <a:cubicBezTo>
                    <a:pt x="72" y="0"/>
                    <a:pt x="72" y="0"/>
                    <a:pt x="72" y="0"/>
                  </a:cubicBezTo>
                  <a:cubicBezTo>
                    <a:pt x="72" y="0"/>
                    <a:pt x="72" y="0"/>
                    <a:pt x="72" y="0"/>
                  </a:cubicBezTo>
                  <a:cubicBezTo>
                    <a:pt x="59" y="0"/>
                    <a:pt x="59" y="0"/>
                    <a:pt x="59" y="0"/>
                  </a:cubicBezTo>
                  <a:close/>
                  <a:moveTo>
                    <a:pt x="123" y="35"/>
                  </a:moveTo>
                  <a:cubicBezTo>
                    <a:pt x="123" y="35"/>
                    <a:pt x="123" y="35"/>
                    <a:pt x="123" y="35"/>
                  </a:cubicBezTo>
                  <a:cubicBezTo>
                    <a:pt x="123" y="35"/>
                    <a:pt x="123" y="35"/>
                    <a:pt x="123" y="35"/>
                  </a:cubicBezTo>
                  <a:close/>
                  <a:moveTo>
                    <a:pt x="85" y="142"/>
                  </a:moveTo>
                  <a:cubicBezTo>
                    <a:pt x="85" y="143"/>
                    <a:pt x="85" y="143"/>
                    <a:pt x="85" y="143"/>
                  </a:cubicBezTo>
                  <a:cubicBezTo>
                    <a:pt x="87" y="144"/>
                    <a:pt x="87" y="144"/>
                    <a:pt x="87" y="144"/>
                  </a:cubicBezTo>
                  <a:cubicBezTo>
                    <a:pt x="88" y="146"/>
                    <a:pt x="88" y="146"/>
                    <a:pt x="88" y="146"/>
                  </a:cubicBezTo>
                  <a:cubicBezTo>
                    <a:pt x="91" y="150"/>
                    <a:pt x="91" y="150"/>
                    <a:pt x="91" y="150"/>
                  </a:cubicBezTo>
                  <a:cubicBezTo>
                    <a:pt x="92" y="150"/>
                    <a:pt x="92" y="150"/>
                    <a:pt x="92" y="150"/>
                  </a:cubicBezTo>
                  <a:cubicBezTo>
                    <a:pt x="91" y="151"/>
                    <a:pt x="91" y="151"/>
                    <a:pt x="91" y="151"/>
                  </a:cubicBezTo>
                  <a:cubicBezTo>
                    <a:pt x="91" y="151"/>
                    <a:pt x="89" y="151"/>
                    <a:pt x="87" y="151"/>
                  </a:cubicBezTo>
                  <a:cubicBezTo>
                    <a:pt x="86" y="152"/>
                    <a:pt x="86" y="152"/>
                    <a:pt x="86" y="152"/>
                  </a:cubicBezTo>
                  <a:cubicBezTo>
                    <a:pt x="85" y="152"/>
                    <a:pt x="84" y="151"/>
                    <a:pt x="83" y="151"/>
                  </a:cubicBezTo>
                  <a:cubicBezTo>
                    <a:pt x="81" y="151"/>
                    <a:pt x="80" y="150"/>
                    <a:pt x="78" y="150"/>
                  </a:cubicBezTo>
                  <a:cubicBezTo>
                    <a:pt x="76" y="150"/>
                    <a:pt x="75" y="151"/>
                    <a:pt x="73" y="152"/>
                  </a:cubicBezTo>
                  <a:cubicBezTo>
                    <a:pt x="72" y="152"/>
                    <a:pt x="72" y="152"/>
                    <a:pt x="72" y="152"/>
                  </a:cubicBezTo>
                  <a:cubicBezTo>
                    <a:pt x="70" y="152"/>
                    <a:pt x="67" y="150"/>
                    <a:pt x="66" y="150"/>
                  </a:cubicBezTo>
                  <a:cubicBezTo>
                    <a:pt x="66" y="150"/>
                    <a:pt x="66" y="150"/>
                    <a:pt x="66" y="150"/>
                  </a:cubicBezTo>
                  <a:cubicBezTo>
                    <a:pt x="64" y="150"/>
                    <a:pt x="61" y="152"/>
                    <a:pt x="60" y="152"/>
                  </a:cubicBezTo>
                  <a:cubicBezTo>
                    <a:pt x="60" y="152"/>
                    <a:pt x="60" y="152"/>
                    <a:pt x="60" y="152"/>
                  </a:cubicBezTo>
                  <a:cubicBezTo>
                    <a:pt x="59" y="152"/>
                    <a:pt x="58" y="152"/>
                    <a:pt x="57" y="151"/>
                  </a:cubicBezTo>
                  <a:cubicBezTo>
                    <a:pt x="56" y="151"/>
                    <a:pt x="54" y="150"/>
                    <a:pt x="53" y="150"/>
                  </a:cubicBezTo>
                  <a:cubicBezTo>
                    <a:pt x="53" y="150"/>
                    <a:pt x="53" y="150"/>
                    <a:pt x="53" y="150"/>
                  </a:cubicBezTo>
                  <a:cubicBezTo>
                    <a:pt x="52" y="150"/>
                    <a:pt x="50" y="151"/>
                    <a:pt x="49" y="152"/>
                  </a:cubicBezTo>
                  <a:cubicBezTo>
                    <a:pt x="49" y="152"/>
                    <a:pt x="48" y="152"/>
                    <a:pt x="47" y="152"/>
                  </a:cubicBezTo>
                  <a:cubicBezTo>
                    <a:pt x="47" y="153"/>
                    <a:pt x="47" y="153"/>
                    <a:pt x="47" y="153"/>
                  </a:cubicBezTo>
                  <a:cubicBezTo>
                    <a:pt x="50" y="152"/>
                    <a:pt x="50" y="151"/>
                    <a:pt x="53" y="151"/>
                  </a:cubicBezTo>
                  <a:cubicBezTo>
                    <a:pt x="56" y="151"/>
                    <a:pt x="57" y="153"/>
                    <a:pt x="60" y="153"/>
                  </a:cubicBezTo>
                  <a:cubicBezTo>
                    <a:pt x="62" y="153"/>
                    <a:pt x="62" y="151"/>
                    <a:pt x="66" y="151"/>
                  </a:cubicBezTo>
                  <a:cubicBezTo>
                    <a:pt x="69" y="151"/>
                    <a:pt x="70" y="153"/>
                    <a:pt x="73" y="153"/>
                  </a:cubicBezTo>
                  <a:cubicBezTo>
                    <a:pt x="76" y="153"/>
                    <a:pt x="76" y="151"/>
                    <a:pt x="79" y="151"/>
                  </a:cubicBezTo>
                  <a:cubicBezTo>
                    <a:pt x="82" y="151"/>
                    <a:pt x="83" y="153"/>
                    <a:pt x="85" y="153"/>
                  </a:cubicBezTo>
                  <a:cubicBezTo>
                    <a:pt x="88" y="153"/>
                    <a:pt x="88" y="151"/>
                    <a:pt x="92" y="151"/>
                  </a:cubicBezTo>
                  <a:cubicBezTo>
                    <a:pt x="95" y="151"/>
                    <a:pt x="94" y="152"/>
                    <a:pt x="96" y="152"/>
                  </a:cubicBezTo>
                  <a:cubicBezTo>
                    <a:pt x="102" y="148"/>
                    <a:pt x="108" y="142"/>
                    <a:pt x="113" y="136"/>
                  </a:cubicBezTo>
                  <a:cubicBezTo>
                    <a:pt x="84" y="136"/>
                    <a:pt x="84" y="136"/>
                    <a:pt x="84" y="136"/>
                  </a:cubicBezTo>
                  <a:lnTo>
                    <a:pt x="85" y="142"/>
                  </a:lnTo>
                  <a:close/>
                  <a:moveTo>
                    <a:pt x="0" y="82"/>
                  </a:moveTo>
                  <a:cubicBezTo>
                    <a:pt x="0" y="105"/>
                    <a:pt x="9" y="122"/>
                    <a:pt x="19" y="135"/>
                  </a:cubicBezTo>
                  <a:cubicBezTo>
                    <a:pt x="40" y="63"/>
                    <a:pt x="40" y="63"/>
                    <a:pt x="40" y="63"/>
                  </a:cubicBezTo>
                  <a:cubicBezTo>
                    <a:pt x="39" y="63"/>
                    <a:pt x="39" y="63"/>
                    <a:pt x="39" y="63"/>
                  </a:cubicBezTo>
                  <a:cubicBezTo>
                    <a:pt x="39" y="62"/>
                    <a:pt x="39" y="62"/>
                    <a:pt x="39" y="62"/>
                  </a:cubicBezTo>
                  <a:cubicBezTo>
                    <a:pt x="38" y="61"/>
                    <a:pt x="38" y="61"/>
                    <a:pt x="38" y="61"/>
                  </a:cubicBezTo>
                  <a:cubicBezTo>
                    <a:pt x="39" y="59"/>
                    <a:pt x="39" y="59"/>
                    <a:pt x="39" y="59"/>
                  </a:cubicBezTo>
                  <a:cubicBezTo>
                    <a:pt x="40" y="58"/>
                    <a:pt x="40" y="58"/>
                    <a:pt x="40" y="58"/>
                  </a:cubicBezTo>
                  <a:cubicBezTo>
                    <a:pt x="40" y="57"/>
                    <a:pt x="40" y="57"/>
                    <a:pt x="40" y="57"/>
                  </a:cubicBezTo>
                  <a:cubicBezTo>
                    <a:pt x="40" y="56"/>
                    <a:pt x="40" y="56"/>
                    <a:pt x="39" y="55"/>
                  </a:cubicBezTo>
                  <a:cubicBezTo>
                    <a:pt x="38" y="55"/>
                    <a:pt x="37" y="54"/>
                    <a:pt x="37" y="54"/>
                  </a:cubicBezTo>
                  <a:cubicBezTo>
                    <a:pt x="34" y="54"/>
                    <a:pt x="34" y="54"/>
                    <a:pt x="34" y="54"/>
                  </a:cubicBezTo>
                  <a:cubicBezTo>
                    <a:pt x="34" y="55"/>
                    <a:pt x="34" y="56"/>
                    <a:pt x="34" y="57"/>
                  </a:cubicBezTo>
                  <a:cubicBezTo>
                    <a:pt x="34" y="57"/>
                    <a:pt x="32" y="53"/>
                    <a:pt x="30" y="52"/>
                  </a:cubicBezTo>
                  <a:cubicBezTo>
                    <a:pt x="29" y="53"/>
                    <a:pt x="29" y="53"/>
                    <a:pt x="29" y="53"/>
                  </a:cubicBezTo>
                  <a:cubicBezTo>
                    <a:pt x="30" y="54"/>
                    <a:pt x="27" y="55"/>
                    <a:pt x="26" y="56"/>
                  </a:cubicBezTo>
                  <a:cubicBezTo>
                    <a:pt x="25" y="57"/>
                    <a:pt x="25" y="58"/>
                    <a:pt x="25" y="58"/>
                  </a:cubicBezTo>
                  <a:cubicBezTo>
                    <a:pt x="26" y="58"/>
                    <a:pt x="32" y="56"/>
                    <a:pt x="32" y="62"/>
                  </a:cubicBezTo>
                  <a:cubicBezTo>
                    <a:pt x="32" y="62"/>
                    <a:pt x="32" y="64"/>
                    <a:pt x="31" y="64"/>
                  </a:cubicBezTo>
                  <a:cubicBezTo>
                    <a:pt x="31" y="64"/>
                    <a:pt x="32" y="65"/>
                    <a:pt x="31" y="66"/>
                  </a:cubicBezTo>
                  <a:cubicBezTo>
                    <a:pt x="30" y="67"/>
                    <a:pt x="28" y="69"/>
                    <a:pt x="27" y="70"/>
                  </a:cubicBezTo>
                  <a:cubicBezTo>
                    <a:pt x="25" y="72"/>
                    <a:pt x="27" y="73"/>
                    <a:pt x="28" y="74"/>
                  </a:cubicBezTo>
                  <a:cubicBezTo>
                    <a:pt x="28" y="75"/>
                    <a:pt x="30" y="77"/>
                    <a:pt x="30" y="78"/>
                  </a:cubicBezTo>
                  <a:cubicBezTo>
                    <a:pt x="32" y="79"/>
                    <a:pt x="32" y="79"/>
                    <a:pt x="32" y="79"/>
                  </a:cubicBezTo>
                  <a:cubicBezTo>
                    <a:pt x="32" y="78"/>
                    <a:pt x="32" y="78"/>
                    <a:pt x="32" y="78"/>
                  </a:cubicBezTo>
                  <a:cubicBezTo>
                    <a:pt x="33" y="76"/>
                    <a:pt x="33" y="76"/>
                    <a:pt x="33" y="76"/>
                  </a:cubicBezTo>
                  <a:cubicBezTo>
                    <a:pt x="34" y="75"/>
                    <a:pt x="34" y="75"/>
                    <a:pt x="34" y="75"/>
                  </a:cubicBezTo>
                  <a:cubicBezTo>
                    <a:pt x="35" y="74"/>
                    <a:pt x="35" y="74"/>
                    <a:pt x="35" y="74"/>
                  </a:cubicBezTo>
                  <a:cubicBezTo>
                    <a:pt x="36" y="73"/>
                    <a:pt x="36" y="73"/>
                    <a:pt x="36" y="73"/>
                  </a:cubicBezTo>
                  <a:cubicBezTo>
                    <a:pt x="36" y="76"/>
                    <a:pt x="36" y="76"/>
                    <a:pt x="36" y="76"/>
                  </a:cubicBezTo>
                  <a:cubicBezTo>
                    <a:pt x="36" y="76"/>
                    <a:pt x="36" y="79"/>
                    <a:pt x="35" y="80"/>
                  </a:cubicBezTo>
                  <a:cubicBezTo>
                    <a:pt x="34" y="81"/>
                    <a:pt x="33" y="83"/>
                    <a:pt x="32" y="83"/>
                  </a:cubicBezTo>
                  <a:cubicBezTo>
                    <a:pt x="30" y="83"/>
                    <a:pt x="30" y="83"/>
                    <a:pt x="29" y="82"/>
                  </a:cubicBezTo>
                  <a:cubicBezTo>
                    <a:pt x="29" y="81"/>
                    <a:pt x="28" y="79"/>
                    <a:pt x="28" y="79"/>
                  </a:cubicBezTo>
                  <a:cubicBezTo>
                    <a:pt x="27" y="79"/>
                    <a:pt x="27" y="79"/>
                    <a:pt x="27" y="79"/>
                  </a:cubicBezTo>
                  <a:cubicBezTo>
                    <a:pt x="25" y="77"/>
                    <a:pt x="25" y="77"/>
                    <a:pt x="25" y="77"/>
                  </a:cubicBezTo>
                  <a:cubicBezTo>
                    <a:pt x="23" y="75"/>
                    <a:pt x="23" y="75"/>
                    <a:pt x="23" y="75"/>
                  </a:cubicBezTo>
                  <a:cubicBezTo>
                    <a:pt x="22" y="74"/>
                    <a:pt x="22" y="74"/>
                    <a:pt x="22" y="74"/>
                  </a:cubicBezTo>
                  <a:cubicBezTo>
                    <a:pt x="22" y="72"/>
                    <a:pt x="22" y="72"/>
                    <a:pt x="22" y="72"/>
                  </a:cubicBezTo>
                  <a:cubicBezTo>
                    <a:pt x="23" y="70"/>
                    <a:pt x="23" y="70"/>
                    <a:pt x="23" y="70"/>
                  </a:cubicBezTo>
                  <a:cubicBezTo>
                    <a:pt x="23" y="69"/>
                    <a:pt x="23" y="69"/>
                    <a:pt x="23" y="69"/>
                  </a:cubicBezTo>
                  <a:cubicBezTo>
                    <a:pt x="23" y="68"/>
                    <a:pt x="23" y="68"/>
                    <a:pt x="23" y="68"/>
                  </a:cubicBezTo>
                  <a:cubicBezTo>
                    <a:pt x="23" y="68"/>
                    <a:pt x="22" y="69"/>
                    <a:pt x="21" y="69"/>
                  </a:cubicBezTo>
                  <a:cubicBezTo>
                    <a:pt x="20" y="70"/>
                    <a:pt x="20" y="70"/>
                    <a:pt x="20" y="70"/>
                  </a:cubicBezTo>
                  <a:cubicBezTo>
                    <a:pt x="18" y="72"/>
                    <a:pt x="18" y="72"/>
                    <a:pt x="18" y="72"/>
                  </a:cubicBezTo>
                  <a:cubicBezTo>
                    <a:pt x="18" y="72"/>
                    <a:pt x="18" y="74"/>
                    <a:pt x="18" y="75"/>
                  </a:cubicBezTo>
                  <a:cubicBezTo>
                    <a:pt x="17" y="75"/>
                    <a:pt x="16" y="78"/>
                    <a:pt x="15" y="79"/>
                  </a:cubicBezTo>
                  <a:cubicBezTo>
                    <a:pt x="14" y="80"/>
                    <a:pt x="13" y="81"/>
                    <a:pt x="13" y="82"/>
                  </a:cubicBezTo>
                  <a:cubicBezTo>
                    <a:pt x="13" y="83"/>
                    <a:pt x="13" y="84"/>
                    <a:pt x="13" y="85"/>
                  </a:cubicBezTo>
                  <a:cubicBezTo>
                    <a:pt x="12" y="86"/>
                    <a:pt x="12" y="86"/>
                    <a:pt x="12" y="87"/>
                  </a:cubicBezTo>
                  <a:cubicBezTo>
                    <a:pt x="12" y="88"/>
                    <a:pt x="12" y="89"/>
                    <a:pt x="11" y="91"/>
                  </a:cubicBezTo>
                  <a:cubicBezTo>
                    <a:pt x="10" y="92"/>
                    <a:pt x="10" y="93"/>
                    <a:pt x="10" y="94"/>
                  </a:cubicBezTo>
                  <a:cubicBezTo>
                    <a:pt x="11" y="95"/>
                    <a:pt x="11" y="97"/>
                    <a:pt x="12" y="97"/>
                  </a:cubicBezTo>
                  <a:cubicBezTo>
                    <a:pt x="13" y="97"/>
                    <a:pt x="14" y="96"/>
                    <a:pt x="15" y="96"/>
                  </a:cubicBezTo>
                  <a:cubicBezTo>
                    <a:pt x="16" y="96"/>
                    <a:pt x="17" y="96"/>
                    <a:pt x="17" y="96"/>
                  </a:cubicBezTo>
                  <a:cubicBezTo>
                    <a:pt x="19" y="98"/>
                    <a:pt x="19" y="98"/>
                    <a:pt x="19" y="98"/>
                  </a:cubicBezTo>
                  <a:cubicBezTo>
                    <a:pt x="19" y="99"/>
                    <a:pt x="19" y="98"/>
                    <a:pt x="18" y="99"/>
                  </a:cubicBezTo>
                  <a:cubicBezTo>
                    <a:pt x="17" y="100"/>
                    <a:pt x="16" y="101"/>
                    <a:pt x="14" y="101"/>
                  </a:cubicBezTo>
                  <a:cubicBezTo>
                    <a:pt x="13" y="101"/>
                    <a:pt x="11" y="101"/>
                    <a:pt x="10" y="101"/>
                  </a:cubicBezTo>
                  <a:cubicBezTo>
                    <a:pt x="8" y="100"/>
                    <a:pt x="8" y="100"/>
                    <a:pt x="8" y="100"/>
                  </a:cubicBezTo>
                  <a:cubicBezTo>
                    <a:pt x="7" y="96"/>
                    <a:pt x="7" y="96"/>
                    <a:pt x="7" y="96"/>
                  </a:cubicBezTo>
                  <a:cubicBezTo>
                    <a:pt x="7" y="94"/>
                    <a:pt x="7" y="94"/>
                    <a:pt x="7" y="94"/>
                  </a:cubicBezTo>
                  <a:cubicBezTo>
                    <a:pt x="7" y="89"/>
                    <a:pt x="7" y="89"/>
                    <a:pt x="7" y="89"/>
                  </a:cubicBezTo>
                  <a:cubicBezTo>
                    <a:pt x="8" y="89"/>
                    <a:pt x="8" y="88"/>
                    <a:pt x="8" y="87"/>
                  </a:cubicBezTo>
                  <a:cubicBezTo>
                    <a:pt x="8" y="85"/>
                    <a:pt x="7" y="84"/>
                    <a:pt x="7" y="83"/>
                  </a:cubicBezTo>
                  <a:cubicBezTo>
                    <a:pt x="9" y="80"/>
                    <a:pt x="9" y="80"/>
                    <a:pt x="9" y="80"/>
                  </a:cubicBezTo>
                  <a:cubicBezTo>
                    <a:pt x="9" y="78"/>
                    <a:pt x="9" y="78"/>
                    <a:pt x="9" y="78"/>
                  </a:cubicBezTo>
                  <a:cubicBezTo>
                    <a:pt x="8" y="78"/>
                    <a:pt x="8" y="78"/>
                    <a:pt x="8" y="78"/>
                  </a:cubicBezTo>
                  <a:cubicBezTo>
                    <a:pt x="10" y="75"/>
                    <a:pt x="10" y="75"/>
                    <a:pt x="10" y="75"/>
                  </a:cubicBezTo>
                  <a:cubicBezTo>
                    <a:pt x="8" y="75"/>
                    <a:pt x="8" y="75"/>
                    <a:pt x="8" y="75"/>
                  </a:cubicBezTo>
                  <a:cubicBezTo>
                    <a:pt x="8" y="74"/>
                    <a:pt x="8" y="74"/>
                    <a:pt x="8" y="74"/>
                  </a:cubicBezTo>
                  <a:cubicBezTo>
                    <a:pt x="7" y="74"/>
                    <a:pt x="7" y="74"/>
                    <a:pt x="7" y="74"/>
                  </a:cubicBezTo>
                  <a:cubicBezTo>
                    <a:pt x="7" y="72"/>
                    <a:pt x="7" y="72"/>
                    <a:pt x="7" y="72"/>
                  </a:cubicBezTo>
                  <a:cubicBezTo>
                    <a:pt x="7" y="72"/>
                    <a:pt x="7" y="72"/>
                    <a:pt x="7" y="72"/>
                  </a:cubicBezTo>
                  <a:cubicBezTo>
                    <a:pt x="7" y="71"/>
                    <a:pt x="7" y="71"/>
                    <a:pt x="7" y="71"/>
                  </a:cubicBezTo>
                  <a:cubicBezTo>
                    <a:pt x="6" y="71"/>
                    <a:pt x="6" y="71"/>
                    <a:pt x="6" y="71"/>
                  </a:cubicBezTo>
                  <a:cubicBezTo>
                    <a:pt x="7" y="69"/>
                    <a:pt x="7" y="69"/>
                    <a:pt x="7" y="69"/>
                  </a:cubicBezTo>
                  <a:cubicBezTo>
                    <a:pt x="5" y="69"/>
                    <a:pt x="5" y="69"/>
                    <a:pt x="5" y="69"/>
                  </a:cubicBezTo>
                  <a:cubicBezTo>
                    <a:pt x="7" y="67"/>
                    <a:pt x="7" y="67"/>
                    <a:pt x="7" y="67"/>
                  </a:cubicBezTo>
                  <a:cubicBezTo>
                    <a:pt x="7" y="67"/>
                    <a:pt x="3" y="64"/>
                    <a:pt x="3" y="60"/>
                  </a:cubicBezTo>
                  <a:cubicBezTo>
                    <a:pt x="3" y="55"/>
                    <a:pt x="10" y="49"/>
                    <a:pt x="10" y="42"/>
                  </a:cubicBezTo>
                  <a:cubicBezTo>
                    <a:pt x="10" y="41"/>
                    <a:pt x="10" y="39"/>
                    <a:pt x="10" y="39"/>
                  </a:cubicBezTo>
                  <a:cubicBezTo>
                    <a:pt x="8" y="38"/>
                    <a:pt x="8" y="38"/>
                    <a:pt x="8" y="38"/>
                  </a:cubicBezTo>
                  <a:cubicBezTo>
                    <a:pt x="8" y="37"/>
                    <a:pt x="8" y="37"/>
                    <a:pt x="8" y="37"/>
                  </a:cubicBezTo>
                  <a:cubicBezTo>
                    <a:pt x="8" y="36"/>
                    <a:pt x="6" y="37"/>
                    <a:pt x="6" y="37"/>
                  </a:cubicBezTo>
                  <a:cubicBezTo>
                    <a:pt x="6" y="36"/>
                    <a:pt x="4" y="37"/>
                    <a:pt x="4" y="39"/>
                  </a:cubicBezTo>
                  <a:cubicBezTo>
                    <a:pt x="4" y="40"/>
                    <a:pt x="4" y="40"/>
                    <a:pt x="4" y="40"/>
                  </a:cubicBezTo>
                  <a:cubicBezTo>
                    <a:pt x="4" y="40"/>
                    <a:pt x="8" y="41"/>
                    <a:pt x="7" y="44"/>
                  </a:cubicBezTo>
                  <a:cubicBezTo>
                    <a:pt x="6" y="46"/>
                    <a:pt x="4" y="48"/>
                    <a:pt x="4" y="49"/>
                  </a:cubicBezTo>
                  <a:cubicBezTo>
                    <a:pt x="4" y="50"/>
                    <a:pt x="5" y="52"/>
                    <a:pt x="5" y="52"/>
                  </a:cubicBezTo>
                  <a:cubicBezTo>
                    <a:pt x="6" y="52"/>
                    <a:pt x="1" y="53"/>
                    <a:pt x="2" y="49"/>
                  </a:cubicBezTo>
                  <a:cubicBezTo>
                    <a:pt x="2" y="45"/>
                    <a:pt x="3" y="45"/>
                    <a:pt x="3" y="44"/>
                  </a:cubicBezTo>
                  <a:cubicBezTo>
                    <a:pt x="3" y="43"/>
                    <a:pt x="1" y="42"/>
                    <a:pt x="1" y="39"/>
                  </a:cubicBezTo>
                  <a:cubicBezTo>
                    <a:pt x="2" y="36"/>
                    <a:pt x="4" y="35"/>
                    <a:pt x="6" y="34"/>
                  </a:cubicBezTo>
                  <a:cubicBezTo>
                    <a:pt x="8" y="35"/>
                    <a:pt x="8" y="35"/>
                    <a:pt x="8" y="35"/>
                  </a:cubicBezTo>
                  <a:cubicBezTo>
                    <a:pt x="7" y="34"/>
                    <a:pt x="5" y="33"/>
                    <a:pt x="4" y="30"/>
                  </a:cubicBezTo>
                  <a:cubicBezTo>
                    <a:pt x="4" y="30"/>
                    <a:pt x="5" y="29"/>
                    <a:pt x="7" y="29"/>
                  </a:cubicBezTo>
                  <a:cubicBezTo>
                    <a:pt x="6" y="29"/>
                    <a:pt x="2" y="24"/>
                    <a:pt x="3" y="22"/>
                  </a:cubicBezTo>
                  <a:cubicBezTo>
                    <a:pt x="3" y="22"/>
                    <a:pt x="6" y="22"/>
                    <a:pt x="7" y="23"/>
                  </a:cubicBezTo>
                  <a:cubicBezTo>
                    <a:pt x="7" y="23"/>
                    <a:pt x="1" y="18"/>
                    <a:pt x="2" y="14"/>
                  </a:cubicBezTo>
                  <a:cubicBezTo>
                    <a:pt x="2" y="14"/>
                    <a:pt x="6" y="17"/>
                    <a:pt x="7" y="17"/>
                  </a:cubicBezTo>
                  <a:cubicBezTo>
                    <a:pt x="7" y="17"/>
                    <a:pt x="0" y="7"/>
                    <a:pt x="4" y="3"/>
                  </a:cubicBezTo>
                  <a:cubicBezTo>
                    <a:pt x="4" y="3"/>
                    <a:pt x="8" y="12"/>
                    <a:pt x="9" y="13"/>
                  </a:cubicBezTo>
                  <a:cubicBezTo>
                    <a:pt x="9" y="13"/>
                    <a:pt x="10" y="12"/>
                    <a:pt x="10" y="11"/>
                  </a:cubicBezTo>
                  <a:cubicBezTo>
                    <a:pt x="10" y="11"/>
                    <a:pt x="10" y="11"/>
                    <a:pt x="10" y="11"/>
                  </a:cubicBezTo>
                  <a:cubicBezTo>
                    <a:pt x="10" y="8"/>
                    <a:pt x="12" y="2"/>
                    <a:pt x="14" y="1"/>
                  </a:cubicBezTo>
                  <a:cubicBezTo>
                    <a:pt x="14" y="1"/>
                    <a:pt x="13" y="11"/>
                    <a:pt x="15" y="13"/>
                  </a:cubicBezTo>
                  <a:cubicBezTo>
                    <a:pt x="15" y="13"/>
                    <a:pt x="15" y="12"/>
                    <a:pt x="16" y="12"/>
                  </a:cubicBezTo>
                  <a:cubicBezTo>
                    <a:pt x="16" y="12"/>
                    <a:pt x="16" y="17"/>
                    <a:pt x="17" y="18"/>
                  </a:cubicBezTo>
                  <a:cubicBezTo>
                    <a:pt x="18" y="17"/>
                    <a:pt x="18" y="17"/>
                    <a:pt x="18" y="17"/>
                  </a:cubicBezTo>
                  <a:cubicBezTo>
                    <a:pt x="18" y="17"/>
                    <a:pt x="19" y="20"/>
                    <a:pt x="20" y="21"/>
                  </a:cubicBezTo>
                  <a:cubicBezTo>
                    <a:pt x="20" y="21"/>
                    <a:pt x="20" y="21"/>
                    <a:pt x="20" y="22"/>
                  </a:cubicBezTo>
                  <a:cubicBezTo>
                    <a:pt x="20" y="19"/>
                    <a:pt x="21" y="18"/>
                    <a:pt x="21" y="17"/>
                  </a:cubicBezTo>
                  <a:cubicBezTo>
                    <a:pt x="21" y="17"/>
                    <a:pt x="21" y="17"/>
                    <a:pt x="21" y="17"/>
                  </a:cubicBezTo>
                  <a:cubicBezTo>
                    <a:pt x="21" y="14"/>
                    <a:pt x="21" y="14"/>
                    <a:pt x="21" y="14"/>
                  </a:cubicBezTo>
                  <a:cubicBezTo>
                    <a:pt x="22" y="15"/>
                    <a:pt x="22" y="15"/>
                    <a:pt x="22" y="15"/>
                  </a:cubicBezTo>
                  <a:cubicBezTo>
                    <a:pt x="23" y="15"/>
                    <a:pt x="23" y="15"/>
                    <a:pt x="23" y="15"/>
                  </a:cubicBezTo>
                  <a:cubicBezTo>
                    <a:pt x="23" y="15"/>
                    <a:pt x="23" y="15"/>
                    <a:pt x="23" y="15"/>
                  </a:cubicBezTo>
                  <a:cubicBezTo>
                    <a:pt x="23" y="14"/>
                    <a:pt x="23" y="14"/>
                    <a:pt x="23" y="14"/>
                  </a:cubicBezTo>
                  <a:cubicBezTo>
                    <a:pt x="26" y="14"/>
                    <a:pt x="26" y="14"/>
                    <a:pt x="26" y="14"/>
                  </a:cubicBezTo>
                  <a:cubicBezTo>
                    <a:pt x="25" y="15"/>
                    <a:pt x="25" y="15"/>
                    <a:pt x="25" y="15"/>
                  </a:cubicBezTo>
                  <a:cubicBezTo>
                    <a:pt x="26" y="14"/>
                    <a:pt x="26" y="14"/>
                    <a:pt x="26" y="14"/>
                  </a:cubicBezTo>
                  <a:cubicBezTo>
                    <a:pt x="27" y="14"/>
                    <a:pt x="27" y="14"/>
                    <a:pt x="28" y="14"/>
                  </a:cubicBezTo>
                  <a:cubicBezTo>
                    <a:pt x="30" y="14"/>
                    <a:pt x="30" y="16"/>
                    <a:pt x="30" y="16"/>
                  </a:cubicBezTo>
                  <a:cubicBezTo>
                    <a:pt x="33" y="16"/>
                    <a:pt x="33" y="16"/>
                    <a:pt x="33" y="16"/>
                  </a:cubicBezTo>
                  <a:cubicBezTo>
                    <a:pt x="36" y="16"/>
                    <a:pt x="36" y="19"/>
                    <a:pt x="36" y="19"/>
                  </a:cubicBezTo>
                  <a:cubicBezTo>
                    <a:pt x="34" y="18"/>
                    <a:pt x="34" y="18"/>
                    <a:pt x="34" y="18"/>
                  </a:cubicBezTo>
                  <a:cubicBezTo>
                    <a:pt x="32" y="20"/>
                    <a:pt x="32" y="20"/>
                    <a:pt x="32" y="20"/>
                  </a:cubicBezTo>
                  <a:cubicBezTo>
                    <a:pt x="32" y="20"/>
                    <a:pt x="32" y="20"/>
                    <a:pt x="32" y="20"/>
                  </a:cubicBezTo>
                  <a:cubicBezTo>
                    <a:pt x="32" y="21"/>
                    <a:pt x="32" y="21"/>
                    <a:pt x="32" y="21"/>
                  </a:cubicBezTo>
                  <a:cubicBezTo>
                    <a:pt x="34" y="22"/>
                    <a:pt x="34" y="22"/>
                    <a:pt x="34" y="22"/>
                  </a:cubicBezTo>
                  <a:cubicBezTo>
                    <a:pt x="36" y="22"/>
                    <a:pt x="36" y="22"/>
                    <a:pt x="36" y="22"/>
                  </a:cubicBezTo>
                  <a:cubicBezTo>
                    <a:pt x="35" y="23"/>
                    <a:pt x="35" y="23"/>
                    <a:pt x="35" y="23"/>
                  </a:cubicBezTo>
                  <a:cubicBezTo>
                    <a:pt x="35" y="23"/>
                    <a:pt x="34" y="24"/>
                    <a:pt x="33" y="24"/>
                  </a:cubicBezTo>
                  <a:cubicBezTo>
                    <a:pt x="32" y="24"/>
                    <a:pt x="31" y="23"/>
                    <a:pt x="30" y="23"/>
                  </a:cubicBezTo>
                  <a:cubicBezTo>
                    <a:pt x="28" y="23"/>
                    <a:pt x="28" y="23"/>
                    <a:pt x="28" y="23"/>
                  </a:cubicBezTo>
                  <a:cubicBezTo>
                    <a:pt x="28" y="23"/>
                    <a:pt x="28" y="23"/>
                    <a:pt x="28" y="23"/>
                  </a:cubicBezTo>
                  <a:cubicBezTo>
                    <a:pt x="28" y="24"/>
                    <a:pt x="28" y="24"/>
                    <a:pt x="28" y="24"/>
                  </a:cubicBezTo>
                  <a:cubicBezTo>
                    <a:pt x="28" y="25"/>
                    <a:pt x="29" y="26"/>
                    <a:pt x="30" y="27"/>
                  </a:cubicBezTo>
                  <a:cubicBezTo>
                    <a:pt x="32" y="28"/>
                    <a:pt x="34" y="30"/>
                    <a:pt x="35" y="31"/>
                  </a:cubicBezTo>
                  <a:cubicBezTo>
                    <a:pt x="36" y="32"/>
                    <a:pt x="36" y="34"/>
                    <a:pt x="37" y="35"/>
                  </a:cubicBezTo>
                  <a:cubicBezTo>
                    <a:pt x="38" y="32"/>
                    <a:pt x="38" y="32"/>
                    <a:pt x="38" y="32"/>
                  </a:cubicBezTo>
                  <a:cubicBezTo>
                    <a:pt x="39" y="31"/>
                    <a:pt x="39" y="31"/>
                    <a:pt x="39" y="30"/>
                  </a:cubicBezTo>
                  <a:cubicBezTo>
                    <a:pt x="39" y="29"/>
                    <a:pt x="40" y="27"/>
                    <a:pt x="40" y="27"/>
                  </a:cubicBezTo>
                  <a:cubicBezTo>
                    <a:pt x="40" y="27"/>
                    <a:pt x="42" y="28"/>
                    <a:pt x="41" y="30"/>
                  </a:cubicBezTo>
                  <a:cubicBezTo>
                    <a:pt x="42" y="28"/>
                    <a:pt x="42" y="28"/>
                    <a:pt x="42" y="28"/>
                  </a:cubicBezTo>
                  <a:cubicBezTo>
                    <a:pt x="43" y="28"/>
                    <a:pt x="43" y="28"/>
                    <a:pt x="43" y="28"/>
                  </a:cubicBezTo>
                  <a:cubicBezTo>
                    <a:pt x="43" y="27"/>
                    <a:pt x="43" y="27"/>
                    <a:pt x="43" y="27"/>
                  </a:cubicBezTo>
                  <a:cubicBezTo>
                    <a:pt x="44" y="25"/>
                    <a:pt x="44" y="23"/>
                    <a:pt x="44" y="21"/>
                  </a:cubicBezTo>
                  <a:cubicBezTo>
                    <a:pt x="44" y="20"/>
                    <a:pt x="44" y="19"/>
                    <a:pt x="43" y="18"/>
                  </a:cubicBezTo>
                  <a:cubicBezTo>
                    <a:pt x="43" y="17"/>
                    <a:pt x="42" y="16"/>
                    <a:pt x="42" y="16"/>
                  </a:cubicBezTo>
                  <a:cubicBezTo>
                    <a:pt x="42" y="14"/>
                    <a:pt x="42" y="14"/>
                    <a:pt x="42" y="14"/>
                  </a:cubicBezTo>
                  <a:cubicBezTo>
                    <a:pt x="42" y="14"/>
                    <a:pt x="42" y="14"/>
                    <a:pt x="42" y="14"/>
                  </a:cubicBezTo>
                  <a:cubicBezTo>
                    <a:pt x="43" y="12"/>
                    <a:pt x="43" y="12"/>
                    <a:pt x="43" y="12"/>
                  </a:cubicBezTo>
                  <a:cubicBezTo>
                    <a:pt x="44" y="12"/>
                    <a:pt x="44" y="12"/>
                    <a:pt x="44" y="12"/>
                  </a:cubicBezTo>
                  <a:cubicBezTo>
                    <a:pt x="43" y="14"/>
                    <a:pt x="43" y="14"/>
                    <a:pt x="43" y="14"/>
                  </a:cubicBezTo>
                  <a:cubicBezTo>
                    <a:pt x="43" y="14"/>
                    <a:pt x="43" y="14"/>
                    <a:pt x="43" y="14"/>
                  </a:cubicBezTo>
                  <a:cubicBezTo>
                    <a:pt x="44" y="14"/>
                    <a:pt x="44" y="14"/>
                    <a:pt x="44" y="14"/>
                  </a:cubicBezTo>
                  <a:cubicBezTo>
                    <a:pt x="44" y="13"/>
                    <a:pt x="44" y="13"/>
                    <a:pt x="44" y="13"/>
                  </a:cubicBezTo>
                  <a:cubicBezTo>
                    <a:pt x="44" y="13"/>
                    <a:pt x="44" y="11"/>
                    <a:pt x="46" y="11"/>
                  </a:cubicBezTo>
                  <a:cubicBezTo>
                    <a:pt x="46" y="11"/>
                    <a:pt x="46" y="11"/>
                    <a:pt x="46" y="11"/>
                  </a:cubicBezTo>
                  <a:cubicBezTo>
                    <a:pt x="46" y="11"/>
                    <a:pt x="45" y="12"/>
                    <a:pt x="45" y="13"/>
                  </a:cubicBezTo>
                  <a:cubicBezTo>
                    <a:pt x="45" y="13"/>
                    <a:pt x="45" y="13"/>
                    <a:pt x="45" y="13"/>
                  </a:cubicBezTo>
                  <a:cubicBezTo>
                    <a:pt x="46" y="15"/>
                    <a:pt x="46" y="15"/>
                    <a:pt x="46" y="15"/>
                  </a:cubicBezTo>
                  <a:cubicBezTo>
                    <a:pt x="46" y="16"/>
                    <a:pt x="46" y="16"/>
                    <a:pt x="46" y="16"/>
                  </a:cubicBezTo>
                  <a:cubicBezTo>
                    <a:pt x="47" y="14"/>
                    <a:pt x="47" y="14"/>
                    <a:pt x="47" y="14"/>
                  </a:cubicBezTo>
                  <a:cubicBezTo>
                    <a:pt x="48" y="14"/>
                    <a:pt x="48" y="14"/>
                    <a:pt x="48" y="14"/>
                  </a:cubicBezTo>
                  <a:cubicBezTo>
                    <a:pt x="48" y="14"/>
                    <a:pt x="48" y="14"/>
                    <a:pt x="48" y="14"/>
                  </a:cubicBezTo>
                  <a:cubicBezTo>
                    <a:pt x="48" y="14"/>
                    <a:pt x="47" y="12"/>
                    <a:pt x="50" y="13"/>
                  </a:cubicBezTo>
                  <a:cubicBezTo>
                    <a:pt x="49" y="14"/>
                    <a:pt x="49" y="14"/>
                    <a:pt x="49" y="14"/>
                  </a:cubicBezTo>
                  <a:cubicBezTo>
                    <a:pt x="49" y="14"/>
                    <a:pt x="49" y="14"/>
                    <a:pt x="49" y="14"/>
                  </a:cubicBezTo>
                  <a:cubicBezTo>
                    <a:pt x="49" y="14"/>
                    <a:pt x="49" y="14"/>
                    <a:pt x="49" y="14"/>
                  </a:cubicBezTo>
                  <a:cubicBezTo>
                    <a:pt x="48" y="16"/>
                    <a:pt x="48" y="16"/>
                    <a:pt x="48" y="16"/>
                  </a:cubicBezTo>
                  <a:cubicBezTo>
                    <a:pt x="47" y="19"/>
                    <a:pt x="47" y="19"/>
                    <a:pt x="47" y="19"/>
                  </a:cubicBezTo>
                  <a:cubicBezTo>
                    <a:pt x="47" y="22"/>
                    <a:pt x="47" y="22"/>
                    <a:pt x="47" y="22"/>
                  </a:cubicBezTo>
                  <a:cubicBezTo>
                    <a:pt x="48" y="26"/>
                    <a:pt x="48" y="26"/>
                    <a:pt x="48" y="26"/>
                  </a:cubicBezTo>
                  <a:cubicBezTo>
                    <a:pt x="49" y="28"/>
                    <a:pt x="49" y="28"/>
                    <a:pt x="49" y="28"/>
                  </a:cubicBezTo>
                  <a:cubicBezTo>
                    <a:pt x="48" y="29"/>
                    <a:pt x="48" y="29"/>
                    <a:pt x="48" y="29"/>
                  </a:cubicBezTo>
                  <a:cubicBezTo>
                    <a:pt x="48" y="29"/>
                    <a:pt x="48" y="29"/>
                    <a:pt x="48" y="29"/>
                  </a:cubicBezTo>
                  <a:cubicBezTo>
                    <a:pt x="49" y="30"/>
                    <a:pt x="49" y="30"/>
                    <a:pt x="49" y="30"/>
                  </a:cubicBezTo>
                  <a:cubicBezTo>
                    <a:pt x="49" y="30"/>
                    <a:pt x="49" y="30"/>
                    <a:pt x="49" y="30"/>
                  </a:cubicBezTo>
                  <a:cubicBezTo>
                    <a:pt x="47" y="29"/>
                    <a:pt x="47" y="29"/>
                    <a:pt x="47" y="29"/>
                  </a:cubicBezTo>
                  <a:cubicBezTo>
                    <a:pt x="48" y="29"/>
                    <a:pt x="48" y="29"/>
                    <a:pt x="48" y="29"/>
                  </a:cubicBezTo>
                  <a:cubicBezTo>
                    <a:pt x="47" y="29"/>
                    <a:pt x="47" y="29"/>
                    <a:pt x="47" y="29"/>
                  </a:cubicBezTo>
                  <a:cubicBezTo>
                    <a:pt x="47" y="27"/>
                    <a:pt x="47" y="27"/>
                    <a:pt x="47" y="27"/>
                  </a:cubicBezTo>
                  <a:cubicBezTo>
                    <a:pt x="46" y="25"/>
                    <a:pt x="46" y="25"/>
                    <a:pt x="46" y="25"/>
                  </a:cubicBezTo>
                  <a:cubicBezTo>
                    <a:pt x="46" y="25"/>
                    <a:pt x="46" y="25"/>
                    <a:pt x="46" y="25"/>
                  </a:cubicBezTo>
                  <a:cubicBezTo>
                    <a:pt x="46" y="25"/>
                    <a:pt x="45" y="26"/>
                    <a:pt x="45" y="27"/>
                  </a:cubicBezTo>
                  <a:cubicBezTo>
                    <a:pt x="45" y="28"/>
                    <a:pt x="44" y="29"/>
                    <a:pt x="44" y="30"/>
                  </a:cubicBezTo>
                  <a:cubicBezTo>
                    <a:pt x="44" y="31"/>
                    <a:pt x="44" y="31"/>
                    <a:pt x="44" y="31"/>
                  </a:cubicBezTo>
                  <a:cubicBezTo>
                    <a:pt x="44" y="31"/>
                    <a:pt x="46" y="31"/>
                    <a:pt x="46" y="35"/>
                  </a:cubicBezTo>
                  <a:cubicBezTo>
                    <a:pt x="46" y="35"/>
                    <a:pt x="45" y="32"/>
                    <a:pt x="43" y="33"/>
                  </a:cubicBezTo>
                  <a:cubicBezTo>
                    <a:pt x="41" y="35"/>
                    <a:pt x="42" y="39"/>
                    <a:pt x="41" y="39"/>
                  </a:cubicBezTo>
                  <a:cubicBezTo>
                    <a:pt x="40" y="39"/>
                    <a:pt x="38" y="40"/>
                    <a:pt x="38" y="41"/>
                  </a:cubicBezTo>
                  <a:cubicBezTo>
                    <a:pt x="37" y="43"/>
                    <a:pt x="37" y="43"/>
                    <a:pt x="37" y="43"/>
                  </a:cubicBezTo>
                  <a:cubicBezTo>
                    <a:pt x="35" y="46"/>
                    <a:pt x="34" y="48"/>
                    <a:pt x="33" y="49"/>
                  </a:cubicBezTo>
                  <a:cubicBezTo>
                    <a:pt x="33" y="49"/>
                    <a:pt x="33" y="49"/>
                    <a:pt x="33" y="49"/>
                  </a:cubicBezTo>
                  <a:cubicBezTo>
                    <a:pt x="33" y="49"/>
                    <a:pt x="35" y="48"/>
                    <a:pt x="37" y="48"/>
                  </a:cubicBezTo>
                  <a:cubicBezTo>
                    <a:pt x="35" y="50"/>
                    <a:pt x="35" y="50"/>
                    <a:pt x="35" y="50"/>
                  </a:cubicBezTo>
                  <a:cubicBezTo>
                    <a:pt x="36" y="51"/>
                    <a:pt x="36" y="51"/>
                    <a:pt x="36" y="51"/>
                  </a:cubicBezTo>
                  <a:cubicBezTo>
                    <a:pt x="37" y="52"/>
                    <a:pt x="38" y="53"/>
                    <a:pt x="39" y="53"/>
                  </a:cubicBezTo>
                  <a:cubicBezTo>
                    <a:pt x="40" y="54"/>
                    <a:pt x="40" y="54"/>
                    <a:pt x="40" y="54"/>
                  </a:cubicBezTo>
                  <a:cubicBezTo>
                    <a:pt x="41" y="53"/>
                    <a:pt x="41" y="53"/>
                    <a:pt x="41" y="53"/>
                  </a:cubicBezTo>
                  <a:cubicBezTo>
                    <a:pt x="41" y="51"/>
                    <a:pt x="41" y="51"/>
                    <a:pt x="41" y="51"/>
                  </a:cubicBezTo>
                  <a:cubicBezTo>
                    <a:pt x="40" y="50"/>
                    <a:pt x="40" y="50"/>
                    <a:pt x="40" y="50"/>
                  </a:cubicBezTo>
                  <a:cubicBezTo>
                    <a:pt x="41" y="49"/>
                    <a:pt x="41" y="49"/>
                    <a:pt x="41" y="49"/>
                  </a:cubicBezTo>
                  <a:cubicBezTo>
                    <a:pt x="41" y="48"/>
                    <a:pt x="41" y="48"/>
                    <a:pt x="41" y="48"/>
                  </a:cubicBezTo>
                  <a:cubicBezTo>
                    <a:pt x="42" y="47"/>
                    <a:pt x="42" y="47"/>
                    <a:pt x="42" y="47"/>
                  </a:cubicBezTo>
                  <a:cubicBezTo>
                    <a:pt x="43" y="47"/>
                    <a:pt x="43" y="47"/>
                    <a:pt x="43" y="47"/>
                  </a:cubicBezTo>
                  <a:cubicBezTo>
                    <a:pt x="44" y="46"/>
                    <a:pt x="44" y="46"/>
                    <a:pt x="44" y="46"/>
                  </a:cubicBezTo>
                  <a:cubicBezTo>
                    <a:pt x="45" y="46"/>
                    <a:pt x="45" y="46"/>
                    <a:pt x="45" y="46"/>
                  </a:cubicBezTo>
                  <a:cubicBezTo>
                    <a:pt x="45" y="47"/>
                    <a:pt x="45" y="47"/>
                    <a:pt x="45" y="47"/>
                  </a:cubicBezTo>
                  <a:cubicBezTo>
                    <a:pt x="59" y="0"/>
                    <a:pt x="59" y="0"/>
                    <a:pt x="59" y="0"/>
                  </a:cubicBezTo>
                  <a:cubicBezTo>
                    <a:pt x="0" y="0"/>
                    <a:pt x="0" y="0"/>
                    <a:pt x="0" y="0"/>
                  </a:cubicBezTo>
                  <a:lnTo>
                    <a:pt x="0" y="82"/>
                  </a:lnTo>
                  <a:close/>
                  <a:moveTo>
                    <a:pt x="115" y="29"/>
                  </a:moveTo>
                  <a:cubicBezTo>
                    <a:pt x="113" y="29"/>
                    <a:pt x="113" y="27"/>
                    <a:pt x="112" y="27"/>
                  </a:cubicBezTo>
                  <a:cubicBezTo>
                    <a:pt x="112" y="29"/>
                    <a:pt x="111" y="31"/>
                    <a:pt x="111" y="31"/>
                  </a:cubicBezTo>
                  <a:cubicBezTo>
                    <a:pt x="111" y="33"/>
                    <a:pt x="112" y="33"/>
                    <a:pt x="112" y="34"/>
                  </a:cubicBezTo>
                  <a:cubicBezTo>
                    <a:pt x="116" y="33"/>
                    <a:pt x="115" y="29"/>
                    <a:pt x="115" y="29"/>
                  </a:cubicBezTo>
                  <a:moveTo>
                    <a:pt x="20" y="26"/>
                  </a:moveTo>
                  <a:cubicBezTo>
                    <a:pt x="20" y="24"/>
                    <a:pt x="20" y="24"/>
                    <a:pt x="20" y="24"/>
                  </a:cubicBezTo>
                  <a:lnTo>
                    <a:pt x="20" y="26"/>
                  </a:lnTo>
                  <a:close/>
                  <a:moveTo>
                    <a:pt x="12" y="44"/>
                  </a:moveTo>
                  <a:cubicBezTo>
                    <a:pt x="12" y="45"/>
                    <a:pt x="12" y="45"/>
                    <a:pt x="12" y="45"/>
                  </a:cubicBezTo>
                  <a:cubicBezTo>
                    <a:pt x="10" y="53"/>
                    <a:pt x="5" y="54"/>
                    <a:pt x="5" y="60"/>
                  </a:cubicBezTo>
                  <a:cubicBezTo>
                    <a:pt x="5" y="60"/>
                    <a:pt x="6" y="62"/>
                    <a:pt x="7" y="63"/>
                  </a:cubicBezTo>
                  <a:cubicBezTo>
                    <a:pt x="9" y="63"/>
                    <a:pt x="8" y="62"/>
                    <a:pt x="9" y="61"/>
                  </a:cubicBezTo>
                  <a:cubicBezTo>
                    <a:pt x="10" y="59"/>
                    <a:pt x="10" y="58"/>
                    <a:pt x="12" y="56"/>
                  </a:cubicBezTo>
                  <a:cubicBezTo>
                    <a:pt x="14" y="55"/>
                    <a:pt x="16" y="53"/>
                    <a:pt x="17" y="51"/>
                  </a:cubicBezTo>
                  <a:cubicBezTo>
                    <a:pt x="17" y="50"/>
                    <a:pt x="18" y="49"/>
                    <a:pt x="18" y="48"/>
                  </a:cubicBezTo>
                  <a:cubicBezTo>
                    <a:pt x="18" y="47"/>
                    <a:pt x="18" y="47"/>
                    <a:pt x="18" y="47"/>
                  </a:cubicBezTo>
                  <a:cubicBezTo>
                    <a:pt x="17" y="47"/>
                    <a:pt x="16" y="47"/>
                    <a:pt x="15" y="47"/>
                  </a:cubicBezTo>
                  <a:cubicBezTo>
                    <a:pt x="15" y="47"/>
                    <a:pt x="15" y="45"/>
                    <a:pt x="16" y="43"/>
                  </a:cubicBezTo>
                  <a:cubicBezTo>
                    <a:pt x="16" y="43"/>
                    <a:pt x="15" y="44"/>
                    <a:pt x="12" y="44"/>
                  </a:cubicBezTo>
                  <a:moveTo>
                    <a:pt x="21" y="34"/>
                  </a:moveTo>
                  <a:cubicBezTo>
                    <a:pt x="21" y="33"/>
                    <a:pt x="21" y="33"/>
                    <a:pt x="21" y="31"/>
                  </a:cubicBezTo>
                  <a:cubicBezTo>
                    <a:pt x="21" y="31"/>
                    <a:pt x="21" y="29"/>
                    <a:pt x="20" y="27"/>
                  </a:cubicBezTo>
                  <a:cubicBezTo>
                    <a:pt x="20" y="27"/>
                    <a:pt x="19" y="29"/>
                    <a:pt x="18" y="29"/>
                  </a:cubicBezTo>
                  <a:cubicBezTo>
                    <a:pt x="18" y="29"/>
                    <a:pt x="16" y="33"/>
                    <a:pt x="21" y="34"/>
                  </a:cubicBezTo>
                  <a:moveTo>
                    <a:pt x="9" y="35"/>
                  </a:moveTo>
                  <a:cubicBezTo>
                    <a:pt x="9" y="35"/>
                    <a:pt x="9" y="35"/>
                    <a:pt x="9" y="35"/>
                  </a:cubicBezTo>
                  <a:cubicBezTo>
                    <a:pt x="9" y="35"/>
                    <a:pt x="9" y="35"/>
                    <a:pt x="9" y="35"/>
                  </a:cubicBezTo>
                  <a:close/>
                  <a:moveTo>
                    <a:pt x="44" y="50"/>
                  </a:moveTo>
                  <a:cubicBezTo>
                    <a:pt x="44" y="50"/>
                    <a:pt x="44" y="50"/>
                    <a:pt x="44" y="50"/>
                  </a:cubicBezTo>
                  <a:cubicBezTo>
                    <a:pt x="43" y="52"/>
                    <a:pt x="43" y="52"/>
                    <a:pt x="43" y="52"/>
                  </a:cubicBezTo>
                  <a:lnTo>
                    <a:pt x="44" y="50"/>
                  </a:lnTo>
                  <a:close/>
                  <a:moveTo>
                    <a:pt x="45" y="47"/>
                  </a:moveTo>
                  <a:cubicBezTo>
                    <a:pt x="45" y="47"/>
                    <a:pt x="45" y="47"/>
                    <a:pt x="45" y="47"/>
                  </a:cubicBezTo>
                  <a:cubicBezTo>
                    <a:pt x="45" y="47"/>
                    <a:pt x="45" y="47"/>
                    <a:pt x="45" y="47"/>
                  </a:cubicBezTo>
                  <a:cubicBezTo>
                    <a:pt x="45" y="48"/>
                    <a:pt x="45" y="48"/>
                    <a:pt x="45" y="48"/>
                  </a:cubicBezTo>
                  <a:cubicBezTo>
                    <a:pt x="45" y="48"/>
                    <a:pt x="45" y="48"/>
                    <a:pt x="45" y="48"/>
                  </a:cubicBezTo>
                  <a:lnTo>
                    <a:pt x="45" y="47"/>
                  </a:lnTo>
                  <a:close/>
                  <a:moveTo>
                    <a:pt x="40" y="61"/>
                  </a:moveTo>
                  <a:cubicBezTo>
                    <a:pt x="40" y="62"/>
                    <a:pt x="40" y="62"/>
                    <a:pt x="40" y="62"/>
                  </a:cubicBezTo>
                  <a:cubicBezTo>
                    <a:pt x="40" y="63"/>
                    <a:pt x="40" y="63"/>
                    <a:pt x="40" y="63"/>
                  </a:cubicBezTo>
                  <a:cubicBezTo>
                    <a:pt x="40" y="63"/>
                    <a:pt x="40" y="63"/>
                    <a:pt x="40" y="63"/>
                  </a:cubicBezTo>
                  <a:cubicBezTo>
                    <a:pt x="42" y="56"/>
                    <a:pt x="42" y="56"/>
                    <a:pt x="42" y="56"/>
                  </a:cubicBezTo>
                  <a:cubicBezTo>
                    <a:pt x="42" y="56"/>
                    <a:pt x="42" y="56"/>
                    <a:pt x="42" y="56"/>
                  </a:cubicBezTo>
                  <a:cubicBezTo>
                    <a:pt x="42" y="57"/>
                    <a:pt x="41" y="58"/>
                    <a:pt x="41" y="59"/>
                  </a:cubicBezTo>
                  <a:lnTo>
                    <a:pt x="40" y="61"/>
                  </a:lnTo>
                  <a:close/>
                  <a:moveTo>
                    <a:pt x="72" y="0"/>
                  </a:moveTo>
                  <a:cubicBezTo>
                    <a:pt x="113" y="136"/>
                    <a:pt x="113" y="136"/>
                    <a:pt x="113" y="136"/>
                  </a:cubicBezTo>
                  <a:cubicBezTo>
                    <a:pt x="124" y="123"/>
                    <a:pt x="132" y="105"/>
                    <a:pt x="132" y="82"/>
                  </a:cubicBezTo>
                  <a:cubicBezTo>
                    <a:pt x="132" y="0"/>
                    <a:pt x="132" y="0"/>
                    <a:pt x="132" y="0"/>
                  </a:cubicBezTo>
                  <a:lnTo>
                    <a:pt x="72" y="0"/>
                  </a:lnTo>
                  <a:close/>
                  <a:moveTo>
                    <a:pt x="131" y="49"/>
                  </a:moveTo>
                  <a:cubicBezTo>
                    <a:pt x="132" y="53"/>
                    <a:pt x="127" y="52"/>
                    <a:pt x="127" y="52"/>
                  </a:cubicBezTo>
                  <a:cubicBezTo>
                    <a:pt x="128" y="52"/>
                    <a:pt x="129" y="50"/>
                    <a:pt x="129" y="49"/>
                  </a:cubicBezTo>
                  <a:cubicBezTo>
                    <a:pt x="129" y="48"/>
                    <a:pt x="127" y="46"/>
                    <a:pt x="126" y="44"/>
                  </a:cubicBezTo>
                  <a:cubicBezTo>
                    <a:pt x="125" y="41"/>
                    <a:pt x="128" y="40"/>
                    <a:pt x="128" y="40"/>
                  </a:cubicBezTo>
                  <a:cubicBezTo>
                    <a:pt x="129" y="39"/>
                    <a:pt x="129" y="39"/>
                    <a:pt x="129" y="39"/>
                  </a:cubicBezTo>
                  <a:cubicBezTo>
                    <a:pt x="129" y="37"/>
                    <a:pt x="127" y="36"/>
                    <a:pt x="126" y="37"/>
                  </a:cubicBezTo>
                  <a:cubicBezTo>
                    <a:pt x="126" y="37"/>
                    <a:pt x="125" y="36"/>
                    <a:pt x="124" y="37"/>
                  </a:cubicBezTo>
                  <a:cubicBezTo>
                    <a:pt x="124" y="38"/>
                    <a:pt x="124" y="38"/>
                    <a:pt x="124" y="38"/>
                  </a:cubicBezTo>
                  <a:cubicBezTo>
                    <a:pt x="123" y="39"/>
                    <a:pt x="123" y="39"/>
                    <a:pt x="123" y="39"/>
                  </a:cubicBezTo>
                  <a:cubicBezTo>
                    <a:pt x="123" y="39"/>
                    <a:pt x="123" y="41"/>
                    <a:pt x="123" y="42"/>
                  </a:cubicBezTo>
                  <a:cubicBezTo>
                    <a:pt x="123" y="49"/>
                    <a:pt x="130" y="55"/>
                    <a:pt x="130" y="60"/>
                  </a:cubicBezTo>
                  <a:cubicBezTo>
                    <a:pt x="130" y="64"/>
                    <a:pt x="126" y="67"/>
                    <a:pt x="126" y="67"/>
                  </a:cubicBezTo>
                  <a:cubicBezTo>
                    <a:pt x="127" y="69"/>
                    <a:pt x="127" y="69"/>
                    <a:pt x="127" y="69"/>
                  </a:cubicBezTo>
                  <a:cubicBezTo>
                    <a:pt x="126" y="69"/>
                    <a:pt x="126" y="69"/>
                    <a:pt x="126" y="69"/>
                  </a:cubicBezTo>
                  <a:cubicBezTo>
                    <a:pt x="127" y="71"/>
                    <a:pt x="127" y="71"/>
                    <a:pt x="127" y="71"/>
                  </a:cubicBezTo>
                  <a:cubicBezTo>
                    <a:pt x="125" y="71"/>
                    <a:pt x="125" y="71"/>
                    <a:pt x="125" y="71"/>
                  </a:cubicBezTo>
                  <a:cubicBezTo>
                    <a:pt x="126" y="72"/>
                    <a:pt x="126" y="72"/>
                    <a:pt x="126" y="72"/>
                  </a:cubicBezTo>
                  <a:cubicBezTo>
                    <a:pt x="125" y="72"/>
                    <a:pt x="125" y="72"/>
                    <a:pt x="125" y="72"/>
                  </a:cubicBezTo>
                  <a:cubicBezTo>
                    <a:pt x="125" y="74"/>
                    <a:pt x="125" y="74"/>
                    <a:pt x="125" y="74"/>
                  </a:cubicBezTo>
                  <a:cubicBezTo>
                    <a:pt x="124" y="74"/>
                    <a:pt x="124" y="74"/>
                    <a:pt x="124" y="74"/>
                  </a:cubicBezTo>
                  <a:cubicBezTo>
                    <a:pt x="125" y="75"/>
                    <a:pt x="125" y="75"/>
                    <a:pt x="125" y="75"/>
                  </a:cubicBezTo>
                  <a:cubicBezTo>
                    <a:pt x="123" y="75"/>
                    <a:pt x="123" y="75"/>
                    <a:pt x="123" y="75"/>
                  </a:cubicBezTo>
                  <a:cubicBezTo>
                    <a:pt x="124" y="78"/>
                    <a:pt x="124" y="78"/>
                    <a:pt x="124" y="78"/>
                  </a:cubicBezTo>
                  <a:cubicBezTo>
                    <a:pt x="123" y="78"/>
                    <a:pt x="123" y="78"/>
                    <a:pt x="123" y="78"/>
                  </a:cubicBezTo>
                  <a:cubicBezTo>
                    <a:pt x="124" y="80"/>
                    <a:pt x="124" y="80"/>
                    <a:pt x="124" y="80"/>
                  </a:cubicBezTo>
                  <a:cubicBezTo>
                    <a:pt x="125" y="83"/>
                    <a:pt x="125" y="83"/>
                    <a:pt x="125" y="83"/>
                  </a:cubicBezTo>
                  <a:cubicBezTo>
                    <a:pt x="125" y="84"/>
                    <a:pt x="125" y="85"/>
                    <a:pt x="125" y="87"/>
                  </a:cubicBezTo>
                  <a:cubicBezTo>
                    <a:pt x="125" y="88"/>
                    <a:pt x="125" y="89"/>
                    <a:pt x="125" y="89"/>
                  </a:cubicBezTo>
                  <a:cubicBezTo>
                    <a:pt x="126" y="94"/>
                    <a:pt x="126" y="94"/>
                    <a:pt x="126" y="94"/>
                  </a:cubicBezTo>
                  <a:cubicBezTo>
                    <a:pt x="125" y="96"/>
                    <a:pt x="125" y="96"/>
                    <a:pt x="125" y="96"/>
                  </a:cubicBezTo>
                  <a:cubicBezTo>
                    <a:pt x="125" y="100"/>
                    <a:pt x="125" y="100"/>
                    <a:pt x="125" y="100"/>
                  </a:cubicBezTo>
                  <a:cubicBezTo>
                    <a:pt x="123" y="101"/>
                    <a:pt x="123" y="101"/>
                    <a:pt x="123" y="101"/>
                  </a:cubicBezTo>
                  <a:cubicBezTo>
                    <a:pt x="122" y="101"/>
                    <a:pt x="120" y="101"/>
                    <a:pt x="118" y="101"/>
                  </a:cubicBezTo>
                  <a:cubicBezTo>
                    <a:pt x="117" y="101"/>
                    <a:pt x="116" y="100"/>
                    <a:pt x="114" y="99"/>
                  </a:cubicBezTo>
                  <a:cubicBezTo>
                    <a:pt x="113" y="98"/>
                    <a:pt x="113" y="99"/>
                    <a:pt x="113" y="98"/>
                  </a:cubicBezTo>
                  <a:cubicBezTo>
                    <a:pt x="115" y="96"/>
                    <a:pt x="115" y="96"/>
                    <a:pt x="115" y="96"/>
                  </a:cubicBezTo>
                  <a:cubicBezTo>
                    <a:pt x="116" y="96"/>
                    <a:pt x="117" y="96"/>
                    <a:pt x="118" y="96"/>
                  </a:cubicBezTo>
                  <a:cubicBezTo>
                    <a:pt x="119" y="96"/>
                    <a:pt x="119" y="97"/>
                    <a:pt x="121" y="97"/>
                  </a:cubicBezTo>
                  <a:cubicBezTo>
                    <a:pt x="122" y="97"/>
                    <a:pt x="122" y="95"/>
                    <a:pt x="122" y="94"/>
                  </a:cubicBezTo>
                  <a:cubicBezTo>
                    <a:pt x="122" y="93"/>
                    <a:pt x="123" y="92"/>
                    <a:pt x="122" y="91"/>
                  </a:cubicBezTo>
                  <a:cubicBezTo>
                    <a:pt x="121" y="89"/>
                    <a:pt x="121" y="88"/>
                    <a:pt x="121" y="87"/>
                  </a:cubicBezTo>
                  <a:cubicBezTo>
                    <a:pt x="121" y="86"/>
                    <a:pt x="121" y="86"/>
                    <a:pt x="120" y="85"/>
                  </a:cubicBezTo>
                  <a:cubicBezTo>
                    <a:pt x="119" y="84"/>
                    <a:pt x="119" y="83"/>
                    <a:pt x="119" y="82"/>
                  </a:cubicBezTo>
                  <a:cubicBezTo>
                    <a:pt x="119" y="81"/>
                    <a:pt x="119" y="80"/>
                    <a:pt x="118" y="79"/>
                  </a:cubicBezTo>
                  <a:cubicBezTo>
                    <a:pt x="117" y="78"/>
                    <a:pt x="116" y="75"/>
                    <a:pt x="115" y="75"/>
                  </a:cubicBezTo>
                  <a:cubicBezTo>
                    <a:pt x="115" y="74"/>
                    <a:pt x="114" y="72"/>
                    <a:pt x="114" y="72"/>
                  </a:cubicBezTo>
                  <a:cubicBezTo>
                    <a:pt x="113" y="70"/>
                    <a:pt x="113" y="70"/>
                    <a:pt x="113" y="70"/>
                  </a:cubicBezTo>
                  <a:cubicBezTo>
                    <a:pt x="111" y="69"/>
                    <a:pt x="111" y="69"/>
                    <a:pt x="111" y="69"/>
                  </a:cubicBezTo>
                  <a:cubicBezTo>
                    <a:pt x="110" y="68"/>
                    <a:pt x="110" y="68"/>
                    <a:pt x="110" y="68"/>
                  </a:cubicBezTo>
                  <a:cubicBezTo>
                    <a:pt x="110" y="69"/>
                    <a:pt x="110" y="69"/>
                    <a:pt x="110" y="69"/>
                  </a:cubicBezTo>
                  <a:cubicBezTo>
                    <a:pt x="110" y="70"/>
                    <a:pt x="110" y="70"/>
                    <a:pt x="110" y="70"/>
                  </a:cubicBezTo>
                  <a:cubicBezTo>
                    <a:pt x="111" y="72"/>
                    <a:pt x="111" y="72"/>
                    <a:pt x="111" y="72"/>
                  </a:cubicBezTo>
                  <a:cubicBezTo>
                    <a:pt x="111" y="74"/>
                    <a:pt x="111" y="74"/>
                    <a:pt x="111" y="74"/>
                  </a:cubicBezTo>
                  <a:cubicBezTo>
                    <a:pt x="109" y="75"/>
                    <a:pt x="109" y="75"/>
                    <a:pt x="109" y="75"/>
                  </a:cubicBezTo>
                  <a:cubicBezTo>
                    <a:pt x="107" y="77"/>
                    <a:pt x="107" y="77"/>
                    <a:pt x="107" y="77"/>
                  </a:cubicBezTo>
                  <a:cubicBezTo>
                    <a:pt x="106" y="79"/>
                    <a:pt x="106" y="79"/>
                    <a:pt x="106" y="79"/>
                  </a:cubicBezTo>
                  <a:cubicBezTo>
                    <a:pt x="105" y="79"/>
                    <a:pt x="105" y="79"/>
                    <a:pt x="105" y="79"/>
                  </a:cubicBezTo>
                  <a:cubicBezTo>
                    <a:pt x="105" y="79"/>
                    <a:pt x="104" y="81"/>
                    <a:pt x="103" y="82"/>
                  </a:cubicBezTo>
                  <a:cubicBezTo>
                    <a:pt x="103" y="83"/>
                    <a:pt x="102" y="83"/>
                    <a:pt x="101" y="83"/>
                  </a:cubicBezTo>
                  <a:cubicBezTo>
                    <a:pt x="100" y="83"/>
                    <a:pt x="98" y="81"/>
                    <a:pt x="98" y="80"/>
                  </a:cubicBezTo>
                  <a:cubicBezTo>
                    <a:pt x="97" y="79"/>
                    <a:pt x="96" y="76"/>
                    <a:pt x="96" y="76"/>
                  </a:cubicBezTo>
                  <a:cubicBezTo>
                    <a:pt x="96" y="73"/>
                    <a:pt x="96" y="73"/>
                    <a:pt x="96" y="73"/>
                  </a:cubicBezTo>
                  <a:cubicBezTo>
                    <a:pt x="98" y="74"/>
                    <a:pt x="98" y="74"/>
                    <a:pt x="98" y="74"/>
                  </a:cubicBezTo>
                  <a:cubicBezTo>
                    <a:pt x="99" y="75"/>
                    <a:pt x="99" y="75"/>
                    <a:pt x="99" y="75"/>
                  </a:cubicBezTo>
                  <a:cubicBezTo>
                    <a:pt x="100" y="76"/>
                    <a:pt x="100" y="76"/>
                    <a:pt x="100" y="76"/>
                  </a:cubicBezTo>
                  <a:cubicBezTo>
                    <a:pt x="100" y="78"/>
                    <a:pt x="100" y="78"/>
                    <a:pt x="100" y="78"/>
                  </a:cubicBezTo>
                  <a:cubicBezTo>
                    <a:pt x="101" y="79"/>
                    <a:pt x="101" y="79"/>
                    <a:pt x="101" y="79"/>
                  </a:cubicBezTo>
                  <a:cubicBezTo>
                    <a:pt x="101" y="78"/>
                    <a:pt x="101" y="78"/>
                    <a:pt x="102" y="78"/>
                  </a:cubicBezTo>
                  <a:cubicBezTo>
                    <a:pt x="103" y="77"/>
                    <a:pt x="105" y="75"/>
                    <a:pt x="105" y="74"/>
                  </a:cubicBezTo>
                  <a:cubicBezTo>
                    <a:pt x="106" y="73"/>
                    <a:pt x="107" y="72"/>
                    <a:pt x="106" y="70"/>
                  </a:cubicBezTo>
                  <a:cubicBezTo>
                    <a:pt x="105" y="69"/>
                    <a:pt x="103" y="67"/>
                    <a:pt x="102" y="66"/>
                  </a:cubicBezTo>
                  <a:cubicBezTo>
                    <a:pt x="100" y="65"/>
                    <a:pt x="102" y="64"/>
                    <a:pt x="102" y="64"/>
                  </a:cubicBezTo>
                  <a:cubicBezTo>
                    <a:pt x="100" y="64"/>
                    <a:pt x="100" y="62"/>
                    <a:pt x="100" y="62"/>
                  </a:cubicBezTo>
                  <a:cubicBezTo>
                    <a:pt x="101" y="56"/>
                    <a:pt x="107" y="58"/>
                    <a:pt x="108" y="58"/>
                  </a:cubicBezTo>
                  <a:cubicBezTo>
                    <a:pt x="108" y="58"/>
                    <a:pt x="107" y="57"/>
                    <a:pt x="107" y="56"/>
                  </a:cubicBezTo>
                  <a:cubicBezTo>
                    <a:pt x="106" y="55"/>
                    <a:pt x="103" y="54"/>
                    <a:pt x="103" y="53"/>
                  </a:cubicBezTo>
                  <a:cubicBezTo>
                    <a:pt x="103" y="52"/>
                    <a:pt x="103" y="52"/>
                    <a:pt x="103" y="52"/>
                  </a:cubicBezTo>
                  <a:cubicBezTo>
                    <a:pt x="100" y="53"/>
                    <a:pt x="99" y="57"/>
                    <a:pt x="99" y="57"/>
                  </a:cubicBezTo>
                  <a:cubicBezTo>
                    <a:pt x="98" y="56"/>
                    <a:pt x="98" y="55"/>
                    <a:pt x="98" y="54"/>
                  </a:cubicBezTo>
                  <a:cubicBezTo>
                    <a:pt x="96" y="54"/>
                    <a:pt x="96" y="54"/>
                    <a:pt x="96" y="54"/>
                  </a:cubicBezTo>
                  <a:cubicBezTo>
                    <a:pt x="95" y="54"/>
                    <a:pt x="95" y="55"/>
                    <a:pt x="94" y="55"/>
                  </a:cubicBezTo>
                  <a:cubicBezTo>
                    <a:pt x="93" y="56"/>
                    <a:pt x="93" y="56"/>
                    <a:pt x="92" y="57"/>
                  </a:cubicBezTo>
                  <a:cubicBezTo>
                    <a:pt x="93" y="58"/>
                    <a:pt x="93" y="58"/>
                    <a:pt x="93" y="58"/>
                  </a:cubicBezTo>
                  <a:cubicBezTo>
                    <a:pt x="94" y="59"/>
                    <a:pt x="94" y="59"/>
                    <a:pt x="94" y="59"/>
                  </a:cubicBezTo>
                  <a:cubicBezTo>
                    <a:pt x="94" y="61"/>
                    <a:pt x="94" y="61"/>
                    <a:pt x="94" y="61"/>
                  </a:cubicBezTo>
                  <a:cubicBezTo>
                    <a:pt x="94" y="62"/>
                    <a:pt x="94" y="62"/>
                    <a:pt x="94" y="62"/>
                  </a:cubicBezTo>
                  <a:cubicBezTo>
                    <a:pt x="94" y="63"/>
                    <a:pt x="94" y="63"/>
                    <a:pt x="94" y="63"/>
                  </a:cubicBezTo>
                  <a:cubicBezTo>
                    <a:pt x="92" y="63"/>
                    <a:pt x="92" y="63"/>
                    <a:pt x="92" y="63"/>
                  </a:cubicBezTo>
                  <a:cubicBezTo>
                    <a:pt x="93" y="63"/>
                    <a:pt x="93" y="63"/>
                    <a:pt x="93" y="63"/>
                  </a:cubicBezTo>
                  <a:cubicBezTo>
                    <a:pt x="93" y="62"/>
                    <a:pt x="93" y="62"/>
                    <a:pt x="93" y="62"/>
                  </a:cubicBezTo>
                  <a:cubicBezTo>
                    <a:pt x="92" y="61"/>
                    <a:pt x="92" y="61"/>
                    <a:pt x="92" y="61"/>
                  </a:cubicBezTo>
                  <a:cubicBezTo>
                    <a:pt x="91" y="59"/>
                    <a:pt x="91" y="59"/>
                    <a:pt x="91" y="59"/>
                  </a:cubicBezTo>
                  <a:cubicBezTo>
                    <a:pt x="91" y="58"/>
                    <a:pt x="91" y="57"/>
                    <a:pt x="90" y="56"/>
                  </a:cubicBezTo>
                  <a:cubicBezTo>
                    <a:pt x="89" y="53"/>
                    <a:pt x="89" y="53"/>
                    <a:pt x="89" y="53"/>
                  </a:cubicBezTo>
                  <a:cubicBezTo>
                    <a:pt x="88" y="50"/>
                    <a:pt x="88" y="50"/>
                    <a:pt x="88" y="50"/>
                  </a:cubicBezTo>
                  <a:cubicBezTo>
                    <a:pt x="88" y="48"/>
                    <a:pt x="88" y="48"/>
                    <a:pt x="88" y="48"/>
                  </a:cubicBezTo>
                  <a:cubicBezTo>
                    <a:pt x="88" y="47"/>
                    <a:pt x="88" y="47"/>
                    <a:pt x="88" y="47"/>
                  </a:cubicBezTo>
                  <a:cubicBezTo>
                    <a:pt x="88" y="47"/>
                    <a:pt x="88" y="47"/>
                    <a:pt x="88" y="47"/>
                  </a:cubicBezTo>
                  <a:cubicBezTo>
                    <a:pt x="87" y="47"/>
                    <a:pt x="87" y="47"/>
                    <a:pt x="87" y="47"/>
                  </a:cubicBezTo>
                  <a:cubicBezTo>
                    <a:pt x="88" y="46"/>
                    <a:pt x="88" y="46"/>
                    <a:pt x="88" y="46"/>
                  </a:cubicBezTo>
                  <a:cubicBezTo>
                    <a:pt x="89" y="46"/>
                    <a:pt x="89" y="46"/>
                    <a:pt x="89" y="46"/>
                  </a:cubicBezTo>
                  <a:cubicBezTo>
                    <a:pt x="90" y="47"/>
                    <a:pt x="90" y="47"/>
                    <a:pt x="90" y="47"/>
                  </a:cubicBezTo>
                  <a:cubicBezTo>
                    <a:pt x="91" y="47"/>
                    <a:pt x="91" y="47"/>
                    <a:pt x="91" y="47"/>
                  </a:cubicBezTo>
                  <a:cubicBezTo>
                    <a:pt x="92" y="48"/>
                    <a:pt x="92" y="48"/>
                    <a:pt x="92" y="48"/>
                  </a:cubicBezTo>
                  <a:cubicBezTo>
                    <a:pt x="92" y="49"/>
                    <a:pt x="92" y="49"/>
                    <a:pt x="92" y="49"/>
                  </a:cubicBezTo>
                  <a:cubicBezTo>
                    <a:pt x="92" y="50"/>
                    <a:pt x="92" y="50"/>
                    <a:pt x="92" y="50"/>
                  </a:cubicBezTo>
                  <a:cubicBezTo>
                    <a:pt x="92" y="51"/>
                    <a:pt x="92" y="51"/>
                    <a:pt x="92" y="51"/>
                  </a:cubicBezTo>
                  <a:cubicBezTo>
                    <a:pt x="91" y="53"/>
                    <a:pt x="91" y="53"/>
                    <a:pt x="91" y="53"/>
                  </a:cubicBezTo>
                  <a:cubicBezTo>
                    <a:pt x="92" y="54"/>
                    <a:pt x="92" y="54"/>
                    <a:pt x="92" y="54"/>
                  </a:cubicBezTo>
                  <a:cubicBezTo>
                    <a:pt x="94" y="53"/>
                    <a:pt x="94" y="53"/>
                    <a:pt x="94" y="53"/>
                  </a:cubicBezTo>
                  <a:cubicBezTo>
                    <a:pt x="94" y="53"/>
                    <a:pt x="96" y="52"/>
                    <a:pt x="97" y="51"/>
                  </a:cubicBezTo>
                  <a:cubicBezTo>
                    <a:pt x="97" y="50"/>
                    <a:pt x="97" y="50"/>
                    <a:pt x="97" y="50"/>
                  </a:cubicBezTo>
                  <a:cubicBezTo>
                    <a:pt x="95" y="48"/>
                    <a:pt x="95" y="48"/>
                    <a:pt x="95" y="48"/>
                  </a:cubicBezTo>
                  <a:cubicBezTo>
                    <a:pt x="98" y="48"/>
                    <a:pt x="99" y="49"/>
                    <a:pt x="99" y="49"/>
                  </a:cubicBezTo>
                  <a:cubicBezTo>
                    <a:pt x="99" y="49"/>
                    <a:pt x="99" y="49"/>
                    <a:pt x="99" y="49"/>
                  </a:cubicBezTo>
                  <a:cubicBezTo>
                    <a:pt x="99" y="48"/>
                    <a:pt x="97" y="46"/>
                    <a:pt x="95" y="43"/>
                  </a:cubicBezTo>
                  <a:cubicBezTo>
                    <a:pt x="95" y="41"/>
                    <a:pt x="95" y="41"/>
                    <a:pt x="95" y="41"/>
                  </a:cubicBezTo>
                  <a:cubicBezTo>
                    <a:pt x="94" y="40"/>
                    <a:pt x="92" y="39"/>
                    <a:pt x="92" y="39"/>
                  </a:cubicBezTo>
                  <a:cubicBezTo>
                    <a:pt x="91" y="39"/>
                    <a:pt x="92" y="35"/>
                    <a:pt x="90" y="33"/>
                  </a:cubicBezTo>
                  <a:cubicBezTo>
                    <a:pt x="87" y="32"/>
                    <a:pt x="87" y="35"/>
                    <a:pt x="87" y="35"/>
                  </a:cubicBezTo>
                  <a:cubicBezTo>
                    <a:pt x="87" y="31"/>
                    <a:pt x="88" y="31"/>
                    <a:pt x="89" y="31"/>
                  </a:cubicBezTo>
                  <a:cubicBezTo>
                    <a:pt x="88" y="30"/>
                    <a:pt x="88" y="30"/>
                    <a:pt x="88" y="30"/>
                  </a:cubicBezTo>
                  <a:cubicBezTo>
                    <a:pt x="88" y="29"/>
                    <a:pt x="88" y="28"/>
                    <a:pt x="88" y="27"/>
                  </a:cubicBezTo>
                  <a:cubicBezTo>
                    <a:pt x="87" y="26"/>
                    <a:pt x="86" y="25"/>
                    <a:pt x="86" y="25"/>
                  </a:cubicBezTo>
                  <a:cubicBezTo>
                    <a:pt x="86" y="25"/>
                    <a:pt x="86" y="25"/>
                    <a:pt x="86" y="25"/>
                  </a:cubicBezTo>
                  <a:cubicBezTo>
                    <a:pt x="86" y="27"/>
                    <a:pt x="86" y="27"/>
                    <a:pt x="86" y="27"/>
                  </a:cubicBezTo>
                  <a:cubicBezTo>
                    <a:pt x="86" y="29"/>
                    <a:pt x="86" y="29"/>
                    <a:pt x="86" y="29"/>
                  </a:cubicBezTo>
                  <a:cubicBezTo>
                    <a:pt x="85" y="29"/>
                    <a:pt x="85" y="29"/>
                    <a:pt x="85" y="29"/>
                  </a:cubicBezTo>
                  <a:cubicBezTo>
                    <a:pt x="85" y="29"/>
                    <a:pt x="85" y="29"/>
                    <a:pt x="85" y="29"/>
                  </a:cubicBezTo>
                  <a:cubicBezTo>
                    <a:pt x="84" y="30"/>
                    <a:pt x="84" y="30"/>
                    <a:pt x="84" y="30"/>
                  </a:cubicBezTo>
                  <a:cubicBezTo>
                    <a:pt x="83" y="30"/>
                    <a:pt x="83" y="30"/>
                    <a:pt x="83" y="30"/>
                  </a:cubicBezTo>
                  <a:cubicBezTo>
                    <a:pt x="84" y="29"/>
                    <a:pt x="84" y="29"/>
                    <a:pt x="84" y="29"/>
                  </a:cubicBezTo>
                  <a:cubicBezTo>
                    <a:pt x="84" y="29"/>
                    <a:pt x="84" y="29"/>
                    <a:pt x="84" y="29"/>
                  </a:cubicBezTo>
                  <a:cubicBezTo>
                    <a:pt x="84" y="28"/>
                    <a:pt x="84" y="28"/>
                    <a:pt x="84" y="28"/>
                  </a:cubicBezTo>
                  <a:cubicBezTo>
                    <a:pt x="85" y="26"/>
                    <a:pt x="85" y="26"/>
                    <a:pt x="85" y="26"/>
                  </a:cubicBezTo>
                  <a:cubicBezTo>
                    <a:pt x="86" y="22"/>
                    <a:pt x="86" y="22"/>
                    <a:pt x="86" y="22"/>
                  </a:cubicBezTo>
                  <a:cubicBezTo>
                    <a:pt x="85" y="19"/>
                    <a:pt x="85" y="19"/>
                    <a:pt x="85" y="19"/>
                  </a:cubicBezTo>
                  <a:cubicBezTo>
                    <a:pt x="84" y="16"/>
                    <a:pt x="84" y="16"/>
                    <a:pt x="84" y="16"/>
                  </a:cubicBezTo>
                  <a:cubicBezTo>
                    <a:pt x="84" y="14"/>
                    <a:pt x="84" y="14"/>
                    <a:pt x="84" y="14"/>
                  </a:cubicBezTo>
                  <a:cubicBezTo>
                    <a:pt x="84" y="14"/>
                    <a:pt x="84" y="14"/>
                    <a:pt x="84" y="14"/>
                  </a:cubicBezTo>
                  <a:cubicBezTo>
                    <a:pt x="84" y="14"/>
                    <a:pt x="84" y="14"/>
                    <a:pt x="84" y="14"/>
                  </a:cubicBezTo>
                  <a:cubicBezTo>
                    <a:pt x="83" y="13"/>
                    <a:pt x="83" y="13"/>
                    <a:pt x="83" y="13"/>
                  </a:cubicBezTo>
                  <a:cubicBezTo>
                    <a:pt x="85" y="12"/>
                    <a:pt x="85" y="14"/>
                    <a:pt x="85" y="14"/>
                  </a:cubicBezTo>
                  <a:cubicBezTo>
                    <a:pt x="85" y="14"/>
                    <a:pt x="85" y="14"/>
                    <a:pt x="85" y="14"/>
                  </a:cubicBezTo>
                  <a:cubicBezTo>
                    <a:pt x="85" y="14"/>
                    <a:pt x="85" y="14"/>
                    <a:pt x="85" y="14"/>
                  </a:cubicBezTo>
                  <a:cubicBezTo>
                    <a:pt x="87" y="16"/>
                    <a:pt x="87" y="16"/>
                    <a:pt x="87" y="16"/>
                  </a:cubicBezTo>
                  <a:cubicBezTo>
                    <a:pt x="87" y="15"/>
                    <a:pt x="87" y="15"/>
                    <a:pt x="87" y="15"/>
                  </a:cubicBezTo>
                  <a:cubicBezTo>
                    <a:pt x="87" y="13"/>
                    <a:pt x="87" y="13"/>
                    <a:pt x="87" y="13"/>
                  </a:cubicBezTo>
                  <a:cubicBezTo>
                    <a:pt x="87" y="13"/>
                    <a:pt x="87" y="13"/>
                    <a:pt x="87" y="13"/>
                  </a:cubicBezTo>
                  <a:cubicBezTo>
                    <a:pt x="88" y="12"/>
                    <a:pt x="87" y="11"/>
                    <a:pt x="87" y="11"/>
                  </a:cubicBezTo>
                  <a:cubicBezTo>
                    <a:pt x="87" y="11"/>
                    <a:pt x="87" y="11"/>
                    <a:pt x="87" y="11"/>
                  </a:cubicBezTo>
                  <a:cubicBezTo>
                    <a:pt x="88" y="11"/>
                    <a:pt x="88" y="13"/>
                    <a:pt x="88" y="13"/>
                  </a:cubicBezTo>
                  <a:cubicBezTo>
                    <a:pt x="89" y="14"/>
                    <a:pt x="89" y="14"/>
                    <a:pt x="89" y="14"/>
                  </a:cubicBezTo>
                  <a:cubicBezTo>
                    <a:pt x="89" y="14"/>
                    <a:pt x="89" y="14"/>
                    <a:pt x="89" y="14"/>
                  </a:cubicBezTo>
                  <a:cubicBezTo>
                    <a:pt x="89" y="14"/>
                    <a:pt x="89" y="14"/>
                    <a:pt x="89" y="14"/>
                  </a:cubicBezTo>
                  <a:cubicBezTo>
                    <a:pt x="89" y="12"/>
                    <a:pt x="89" y="12"/>
                    <a:pt x="89" y="12"/>
                  </a:cubicBezTo>
                  <a:cubicBezTo>
                    <a:pt x="89" y="12"/>
                    <a:pt x="89" y="12"/>
                    <a:pt x="89" y="12"/>
                  </a:cubicBezTo>
                  <a:cubicBezTo>
                    <a:pt x="90" y="13"/>
                    <a:pt x="90" y="14"/>
                    <a:pt x="90" y="14"/>
                  </a:cubicBezTo>
                  <a:cubicBezTo>
                    <a:pt x="90" y="14"/>
                    <a:pt x="90" y="14"/>
                    <a:pt x="90" y="14"/>
                  </a:cubicBezTo>
                  <a:cubicBezTo>
                    <a:pt x="91" y="16"/>
                    <a:pt x="91" y="16"/>
                    <a:pt x="91" y="16"/>
                  </a:cubicBezTo>
                  <a:cubicBezTo>
                    <a:pt x="91" y="16"/>
                    <a:pt x="90" y="17"/>
                    <a:pt x="89" y="18"/>
                  </a:cubicBezTo>
                  <a:cubicBezTo>
                    <a:pt x="89" y="19"/>
                    <a:pt x="89" y="20"/>
                    <a:pt x="88" y="21"/>
                  </a:cubicBezTo>
                  <a:cubicBezTo>
                    <a:pt x="88" y="23"/>
                    <a:pt x="89" y="25"/>
                    <a:pt x="90" y="27"/>
                  </a:cubicBezTo>
                  <a:cubicBezTo>
                    <a:pt x="90" y="28"/>
                    <a:pt x="90" y="28"/>
                    <a:pt x="90" y="28"/>
                  </a:cubicBezTo>
                  <a:cubicBezTo>
                    <a:pt x="90" y="28"/>
                    <a:pt x="90" y="28"/>
                    <a:pt x="90" y="28"/>
                  </a:cubicBezTo>
                  <a:cubicBezTo>
                    <a:pt x="91" y="30"/>
                    <a:pt x="91" y="30"/>
                    <a:pt x="91" y="30"/>
                  </a:cubicBezTo>
                  <a:cubicBezTo>
                    <a:pt x="91" y="28"/>
                    <a:pt x="93" y="27"/>
                    <a:pt x="93" y="27"/>
                  </a:cubicBezTo>
                  <a:cubicBezTo>
                    <a:pt x="93" y="27"/>
                    <a:pt x="93" y="29"/>
                    <a:pt x="93" y="30"/>
                  </a:cubicBezTo>
                  <a:cubicBezTo>
                    <a:pt x="94" y="31"/>
                    <a:pt x="94" y="31"/>
                    <a:pt x="94" y="32"/>
                  </a:cubicBezTo>
                  <a:cubicBezTo>
                    <a:pt x="96" y="35"/>
                    <a:pt x="96" y="35"/>
                    <a:pt x="96" y="35"/>
                  </a:cubicBezTo>
                  <a:cubicBezTo>
                    <a:pt x="96" y="34"/>
                    <a:pt x="97" y="32"/>
                    <a:pt x="98" y="31"/>
                  </a:cubicBezTo>
                  <a:cubicBezTo>
                    <a:pt x="99" y="30"/>
                    <a:pt x="101" y="28"/>
                    <a:pt x="102" y="27"/>
                  </a:cubicBezTo>
                  <a:cubicBezTo>
                    <a:pt x="103" y="26"/>
                    <a:pt x="105" y="25"/>
                    <a:pt x="105" y="24"/>
                  </a:cubicBezTo>
                  <a:cubicBezTo>
                    <a:pt x="105" y="23"/>
                    <a:pt x="105" y="23"/>
                    <a:pt x="105" y="23"/>
                  </a:cubicBezTo>
                  <a:cubicBezTo>
                    <a:pt x="105" y="23"/>
                    <a:pt x="105" y="23"/>
                    <a:pt x="105" y="23"/>
                  </a:cubicBezTo>
                  <a:cubicBezTo>
                    <a:pt x="102" y="23"/>
                    <a:pt x="102" y="23"/>
                    <a:pt x="102" y="23"/>
                  </a:cubicBezTo>
                  <a:cubicBezTo>
                    <a:pt x="102" y="23"/>
                    <a:pt x="101" y="24"/>
                    <a:pt x="100" y="24"/>
                  </a:cubicBezTo>
                  <a:cubicBezTo>
                    <a:pt x="98" y="24"/>
                    <a:pt x="98" y="23"/>
                    <a:pt x="97" y="23"/>
                  </a:cubicBezTo>
                  <a:cubicBezTo>
                    <a:pt x="97" y="22"/>
                    <a:pt x="97" y="22"/>
                    <a:pt x="97" y="22"/>
                  </a:cubicBezTo>
                  <a:cubicBezTo>
                    <a:pt x="99" y="22"/>
                    <a:pt x="99" y="22"/>
                    <a:pt x="99" y="22"/>
                  </a:cubicBezTo>
                  <a:cubicBezTo>
                    <a:pt x="100" y="21"/>
                    <a:pt x="100" y="21"/>
                    <a:pt x="100" y="21"/>
                  </a:cubicBezTo>
                  <a:cubicBezTo>
                    <a:pt x="101" y="20"/>
                    <a:pt x="101" y="20"/>
                    <a:pt x="101" y="20"/>
                  </a:cubicBezTo>
                  <a:cubicBezTo>
                    <a:pt x="99" y="18"/>
                    <a:pt x="99" y="18"/>
                    <a:pt x="99" y="18"/>
                  </a:cubicBezTo>
                  <a:cubicBezTo>
                    <a:pt x="97" y="19"/>
                    <a:pt x="97" y="19"/>
                    <a:pt x="97" y="19"/>
                  </a:cubicBezTo>
                  <a:cubicBezTo>
                    <a:pt x="97" y="19"/>
                    <a:pt x="97" y="16"/>
                    <a:pt x="99" y="16"/>
                  </a:cubicBezTo>
                  <a:cubicBezTo>
                    <a:pt x="102" y="16"/>
                    <a:pt x="102" y="16"/>
                    <a:pt x="102" y="16"/>
                  </a:cubicBezTo>
                  <a:cubicBezTo>
                    <a:pt x="102" y="16"/>
                    <a:pt x="103" y="14"/>
                    <a:pt x="104" y="14"/>
                  </a:cubicBezTo>
                  <a:cubicBezTo>
                    <a:pt x="105" y="14"/>
                    <a:pt x="106" y="14"/>
                    <a:pt x="107" y="14"/>
                  </a:cubicBezTo>
                  <a:cubicBezTo>
                    <a:pt x="108" y="15"/>
                    <a:pt x="108" y="15"/>
                    <a:pt x="108" y="15"/>
                  </a:cubicBezTo>
                  <a:cubicBezTo>
                    <a:pt x="107" y="14"/>
                    <a:pt x="107" y="14"/>
                    <a:pt x="107" y="14"/>
                  </a:cubicBezTo>
                  <a:cubicBezTo>
                    <a:pt x="109" y="14"/>
                    <a:pt x="109" y="14"/>
                    <a:pt x="109" y="14"/>
                  </a:cubicBezTo>
                  <a:cubicBezTo>
                    <a:pt x="110" y="15"/>
                    <a:pt x="110" y="15"/>
                    <a:pt x="110" y="15"/>
                  </a:cubicBezTo>
                  <a:cubicBezTo>
                    <a:pt x="109" y="15"/>
                    <a:pt x="109" y="15"/>
                    <a:pt x="109" y="15"/>
                  </a:cubicBezTo>
                  <a:cubicBezTo>
                    <a:pt x="110" y="15"/>
                    <a:pt x="110" y="15"/>
                    <a:pt x="110" y="15"/>
                  </a:cubicBezTo>
                  <a:cubicBezTo>
                    <a:pt x="111" y="14"/>
                    <a:pt x="111" y="14"/>
                    <a:pt x="111" y="14"/>
                  </a:cubicBezTo>
                  <a:cubicBezTo>
                    <a:pt x="112" y="17"/>
                    <a:pt x="112" y="17"/>
                    <a:pt x="112" y="17"/>
                  </a:cubicBezTo>
                  <a:cubicBezTo>
                    <a:pt x="111" y="17"/>
                    <a:pt x="111" y="17"/>
                    <a:pt x="111" y="17"/>
                  </a:cubicBezTo>
                  <a:cubicBezTo>
                    <a:pt x="111" y="18"/>
                    <a:pt x="113" y="19"/>
                    <a:pt x="113" y="22"/>
                  </a:cubicBezTo>
                  <a:cubicBezTo>
                    <a:pt x="113" y="21"/>
                    <a:pt x="113" y="21"/>
                    <a:pt x="113" y="21"/>
                  </a:cubicBezTo>
                  <a:cubicBezTo>
                    <a:pt x="114" y="20"/>
                    <a:pt x="115" y="17"/>
                    <a:pt x="115" y="17"/>
                  </a:cubicBezTo>
                  <a:cubicBezTo>
                    <a:pt x="116" y="18"/>
                    <a:pt x="116" y="18"/>
                    <a:pt x="116" y="18"/>
                  </a:cubicBezTo>
                  <a:cubicBezTo>
                    <a:pt x="116" y="17"/>
                    <a:pt x="117" y="12"/>
                    <a:pt x="117" y="12"/>
                  </a:cubicBezTo>
                  <a:cubicBezTo>
                    <a:pt x="118" y="12"/>
                    <a:pt x="118" y="13"/>
                    <a:pt x="118" y="13"/>
                  </a:cubicBezTo>
                  <a:cubicBezTo>
                    <a:pt x="119" y="11"/>
                    <a:pt x="118" y="1"/>
                    <a:pt x="118" y="1"/>
                  </a:cubicBezTo>
                  <a:cubicBezTo>
                    <a:pt x="121" y="2"/>
                    <a:pt x="123" y="8"/>
                    <a:pt x="122" y="11"/>
                  </a:cubicBezTo>
                  <a:cubicBezTo>
                    <a:pt x="123" y="11"/>
                    <a:pt x="123" y="11"/>
                    <a:pt x="123" y="11"/>
                  </a:cubicBezTo>
                  <a:cubicBezTo>
                    <a:pt x="123" y="12"/>
                    <a:pt x="123" y="13"/>
                    <a:pt x="123" y="13"/>
                  </a:cubicBezTo>
                  <a:cubicBezTo>
                    <a:pt x="125" y="12"/>
                    <a:pt x="129" y="3"/>
                    <a:pt x="129" y="3"/>
                  </a:cubicBezTo>
                  <a:cubicBezTo>
                    <a:pt x="133" y="7"/>
                    <a:pt x="126" y="17"/>
                    <a:pt x="126" y="17"/>
                  </a:cubicBezTo>
                  <a:cubicBezTo>
                    <a:pt x="127" y="17"/>
                    <a:pt x="130" y="14"/>
                    <a:pt x="130" y="14"/>
                  </a:cubicBezTo>
                  <a:cubicBezTo>
                    <a:pt x="132" y="18"/>
                    <a:pt x="125" y="23"/>
                    <a:pt x="125" y="23"/>
                  </a:cubicBezTo>
                  <a:cubicBezTo>
                    <a:pt x="127" y="22"/>
                    <a:pt x="130" y="22"/>
                    <a:pt x="130" y="22"/>
                  </a:cubicBezTo>
                  <a:cubicBezTo>
                    <a:pt x="130" y="24"/>
                    <a:pt x="126" y="29"/>
                    <a:pt x="125" y="29"/>
                  </a:cubicBezTo>
                  <a:cubicBezTo>
                    <a:pt x="128" y="29"/>
                    <a:pt x="129" y="30"/>
                    <a:pt x="129" y="30"/>
                  </a:cubicBezTo>
                  <a:cubicBezTo>
                    <a:pt x="128" y="33"/>
                    <a:pt x="126" y="34"/>
                    <a:pt x="124" y="35"/>
                  </a:cubicBezTo>
                  <a:cubicBezTo>
                    <a:pt x="126" y="34"/>
                    <a:pt x="126" y="34"/>
                    <a:pt x="126" y="34"/>
                  </a:cubicBezTo>
                  <a:cubicBezTo>
                    <a:pt x="129" y="35"/>
                    <a:pt x="131" y="36"/>
                    <a:pt x="131" y="39"/>
                  </a:cubicBezTo>
                  <a:cubicBezTo>
                    <a:pt x="131" y="42"/>
                    <a:pt x="130" y="43"/>
                    <a:pt x="130" y="44"/>
                  </a:cubicBezTo>
                  <a:cubicBezTo>
                    <a:pt x="130" y="45"/>
                    <a:pt x="130" y="45"/>
                    <a:pt x="131" y="4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1" name="Freeform 35">
              <a:extLst>
                <a:ext uri="{FF2B5EF4-FFF2-40B4-BE49-F238E27FC236}">
                  <a16:creationId xmlns:a16="http://schemas.microsoft.com/office/drawing/2014/main" id="{3383C400-1E64-4778-9239-E84B63B3DA16}"/>
                </a:ext>
              </a:extLst>
            </p:cNvPr>
            <p:cNvSpPr>
              <a:spLocks noEditPoints="1"/>
            </p:cNvSpPr>
            <p:nvPr/>
          </p:nvSpPr>
          <p:spPr bwMode="auto">
            <a:xfrm>
              <a:off x="6200775" y="2614613"/>
              <a:ext cx="103188" cy="122238"/>
            </a:xfrm>
            <a:custGeom>
              <a:avLst/>
              <a:gdLst>
                <a:gd name="T0" fmla="*/ 21 w 48"/>
                <a:gd name="T1" fmla="*/ 19 h 56"/>
                <a:gd name="T2" fmla="*/ 23 w 48"/>
                <a:gd name="T3" fmla="*/ 4 h 56"/>
                <a:gd name="T4" fmla="*/ 19 w 48"/>
                <a:gd name="T5" fmla="*/ 21 h 56"/>
                <a:gd name="T6" fmla="*/ 7 w 48"/>
                <a:gd name="T7" fmla="*/ 22 h 56"/>
                <a:gd name="T8" fmla="*/ 25 w 48"/>
                <a:gd name="T9" fmla="*/ 24 h 56"/>
                <a:gd name="T10" fmla="*/ 42 w 48"/>
                <a:gd name="T11" fmla="*/ 23 h 56"/>
                <a:gd name="T12" fmla="*/ 43 w 48"/>
                <a:gd name="T13" fmla="*/ 23 h 56"/>
                <a:gd name="T14" fmla="*/ 25 w 48"/>
                <a:gd name="T15" fmla="*/ 23 h 56"/>
                <a:gd name="T16" fmla="*/ 31 w 48"/>
                <a:gd name="T17" fmla="*/ 17 h 56"/>
                <a:gd name="T18" fmla="*/ 24 w 48"/>
                <a:gd name="T19" fmla="*/ 22 h 56"/>
                <a:gd name="T20" fmla="*/ 24 w 48"/>
                <a:gd name="T21" fmla="*/ 4 h 56"/>
                <a:gd name="T22" fmla="*/ 24 w 48"/>
                <a:gd name="T23" fmla="*/ 4 h 56"/>
                <a:gd name="T24" fmla="*/ 24 w 48"/>
                <a:gd name="T25" fmla="*/ 22 h 56"/>
                <a:gd name="T26" fmla="*/ 17 w 48"/>
                <a:gd name="T27" fmla="*/ 17 h 56"/>
                <a:gd name="T28" fmla="*/ 23 w 48"/>
                <a:gd name="T29" fmla="*/ 23 h 56"/>
                <a:gd name="T30" fmla="*/ 7 w 48"/>
                <a:gd name="T31" fmla="*/ 23 h 56"/>
                <a:gd name="T32" fmla="*/ 5 w 48"/>
                <a:gd name="T33" fmla="*/ 23 h 56"/>
                <a:gd name="T34" fmla="*/ 6 w 48"/>
                <a:gd name="T35" fmla="*/ 23 h 56"/>
                <a:gd name="T36" fmla="*/ 18 w 48"/>
                <a:gd name="T37" fmla="*/ 28 h 56"/>
                <a:gd name="T38" fmla="*/ 19 w 48"/>
                <a:gd name="T39" fmla="*/ 29 h 56"/>
                <a:gd name="T40" fmla="*/ 24 w 48"/>
                <a:gd name="T41" fmla="*/ 49 h 56"/>
                <a:gd name="T42" fmla="*/ 24 w 48"/>
                <a:gd name="T43" fmla="*/ 50 h 56"/>
                <a:gd name="T44" fmla="*/ 24 w 48"/>
                <a:gd name="T45" fmla="*/ 25 h 56"/>
                <a:gd name="T46" fmla="*/ 29 w 48"/>
                <a:gd name="T47" fmla="*/ 29 h 56"/>
                <a:gd name="T48" fmla="*/ 30 w 48"/>
                <a:gd name="T49" fmla="*/ 28 h 56"/>
                <a:gd name="T50" fmla="*/ 44 w 48"/>
                <a:gd name="T51" fmla="*/ 23 h 56"/>
                <a:gd name="T52" fmla="*/ 26 w 48"/>
                <a:gd name="T53" fmla="*/ 24 h 56"/>
                <a:gd name="T54" fmla="*/ 48 w 48"/>
                <a:gd name="T55" fmla="*/ 23 h 56"/>
                <a:gd name="T56" fmla="*/ 43 w 48"/>
                <a:gd name="T57" fmla="*/ 22 h 56"/>
                <a:gd name="T58" fmla="*/ 44 w 48"/>
                <a:gd name="T59" fmla="*/ 23 h 56"/>
                <a:gd name="T60" fmla="*/ 24 w 48"/>
                <a:gd name="T61" fmla="*/ 50 h 56"/>
                <a:gd name="T62" fmla="*/ 23 w 48"/>
                <a:gd name="T63" fmla="*/ 25 h 56"/>
                <a:gd name="T64" fmla="*/ 24 w 48"/>
                <a:gd name="T65" fmla="*/ 56 h 56"/>
                <a:gd name="T66" fmla="*/ 28 w 48"/>
                <a:gd name="T67" fmla="*/ 29 h 56"/>
                <a:gd name="T68" fmla="*/ 25 w 48"/>
                <a:gd name="T69" fmla="*/ 49 h 56"/>
                <a:gd name="T70" fmla="*/ 6 w 48"/>
                <a:gd name="T71" fmla="*/ 24 h 56"/>
                <a:gd name="T72" fmla="*/ 6 w 48"/>
                <a:gd name="T73" fmla="*/ 22 h 56"/>
                <a:gd name="T74" fmla="*/ 0 w 48"/>
                <a:gd name="T75" fmla="*/ 23 h 56"/>
                <a:gd name="T76" fmla="*/ 22 w 48"/>
                <a:gd name="T77" fmla="*/ 24 h 56"/>
                <a:gd name="T78" fmla="*/ 43 w 48"/>
                <a:gd name="T79" fmla="*/ 22 h 56"/>
                <a:gd name="T80" fmla="*/ 26 w 48"/>
                <a:gd name="T81" fmla="*/ 22 h 56"/>
                <a:gd name="T82" fmla="*/ 25 w 48"/>
                <a:gd name="T83" fmla="*/ 4 h 56"/>
                <a:gd name="T84" fmla="*/ 25 w 48"/>
                <a:gd name="T85" fmla="*/ 21 h 56"/>
                <a:gd name="T86" fmla="*/ 24 w 48"/>
                <a:gd name="T87" fmla="*/ 0 h 56"/>
                <a:gd name="T88" fmla="*/ 23 w 48"/>
                <a:gd name="T89" fmla="*/ 4 h 56"/>
                <a:gd name="T90" fmla="*/ 24 w 48"/>
                <a:gd name="T91" fmla="*/ 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8" h="56">
                  <a:moveTo>
                    <a:pt x="23" y="4"/>
                  </a:moveTo>
                  <a:cubicBezTo>
                    <a:pt x="21" y="19"/>
                    <a:pt x="21" y="19"/>
                    <a:pt x="21" y="19"/>
                  </a:cubicBezTo>
                  <a:cubicBezTo>
                    <a:pt x="23" y="21"/>
                    <a:pt x="23" y="21"/>
                    <a:pt x="23" y="21"/>
                  </a:cubicBezTo>
                  <a:lnTo>
                    <a:pt x="23" y="4"/>
                  </a:lnTo>
                  <a:close/>
                  <a:moveTo>
                    <a:pt x="22" y="22"/>
                  </a:moveTo>
                  <a:cubicBezTo>
                    <a:pt x="19" y="21"/>
                    <a:pt x="19" y="21"/>
                    <a:pt x="19" y="21"/>
                  </a:cubicBezTo>
                  <a:cubicBezTo>
                    <a:pt x="7" y="22"/>
                    <a:pt x="7" y="22"/>
                    <a:pt x="7" y="22"/>
                  </a:cubicBezTo>
                  <a:cubicBezTo>
                    <a:pt x="7" y="22"/>
                    <a:pt x="7" y="22"/>
                    <a:pt x="7" y="22"/>
                  </a:cubicBezTo>
                  <a:cubicBezTo>
                    <a:pt x="10" y="22"/>
                    <a:pt x="19" y="22"/>
                    <a:pt x="22" y="22"/>
                  </a:cubicBezTo>
                  <a:moveTo>
                    <a:pt x="25" y="24"/>
                  </a:moveTo>
                  <a:cubicBezTo>
                    <a:pt x="26" y="24"/>
                    <a:pt x="26" y="24"/>
                    <a:pt x="26" y="24"/>
                  </a:cubicBezTo>
                  <a:cubicBezTo>
                    <a:pt x="26" y="24"/>
                    <a:pt x="40" y="23"/>
                    <a:pt x="42" y="23"/>
                  </a:cubicBezTo>
                  <a:cubicBezTo>
                    <a:pt x="43" y="23"/>
                    <a:pt x="43" y="23"/>
                    <a:pt x="43" y="23"/>
                  </a:cubicBezTo>
                  <a:cubicBezTo>
                    <a:pt x="43" y="23"/>
                    <a:pt x="43" y="23"/>
                    <a:pt x="43" y="23"/>
                  </a:cubicBezTo>
                  <a:cubicBezTo>
                    <a:pt x="43" y="23"/>
                    <a:pt x="43" y="23"/>
                    <a:pt x="43" y="23"/>
                  </a:cubicBezTo>
                  <a:cubicBezTo>
                    <a:pt x="25" y="23"/>
                    <a:pt x="25" y="23"/>
                    <a:pt x="25" y="23"/>
                  </a:cubicBezTo>
                  <a:cubicBezTo>
                    <a:pt x="30" y="18"/>
                    <a:pt x="30" y="18"/>
                    <a:pt x="30" y="18"/>
                  </a:cubicBezTo>
                  <a:cubicBezTo>
                    <a:pt x="31" y="17"/>
                    <a:pt x="31" y="17"/>
                    <a:pt x="31" y="17"/>
                  </a:cubicBezTo>
                  <a:cubicBezTo>
                    <a:pt x="29" y="17"/>
                    <a:pt x="29" y="17"/>
                    <a:pt x="29" y="17"/>
                  </a:cubicBezTo>
                  <a:cubicBezTo>
                    <a:pt x="24" y="22"/>
                    <a:pt x="24" y="22"/>
                    <a:pt x="24" y="22"/>
                  </a:cubicBezTo>
                  <a:cubicBezTo>
                    <a:pt x="24" y="22"/>
                    <a:pt x="24" y="22"/>
                    <a:pt x="24" y="22"/>
                  </a:cubicBezTo>
                  <a:cubicBezTo>
                    <a:pt x="24" y="4"/>
                    <a:pt x="24" y="4"/>
                    <a:pt x="24" y="4"/>
                  </a:cubicBezTo>
                  <a:cubicBezTo>
                    <a:pt x="24" y="4"/>
                    <a:pt x="24" y="4"/>
                    <a:pt x="24" y="4"/>
                  </a:cubicBezTo>
                  <a:cubicBezTo>
                    <a:pt x="24" y="4"/>
                    <a:pt x="24" y="4"/>
                    <a:pt x="24" y="4"/>
                  </a:cubicBezTo>
                  <a:cubicBezTo>
                    <a:pt x="24" y="4"/>
                    <a:pt x="24" y="4"/>
                    <a:pt x="24" y="4"/>
                  </a:cubicBezTo>
                  <a:cubicBezTo>
                    <a:pt x="24" y="22"/>
                    <a:pt x="24" y="22"/>
                    <a:pt x="24" y="22"/>
                  </a:cubicBezTo>
                  <a:cubicBezTo>
                    <a:pt x="19" y="18"/>
                    <a:pt x="19" y="18"/>
                    <a:pt x="19" y="18"/>
                  </a:cubicBezTo>
                  <a:cubicBezTo>
                    <a:pt x="17" y="17"/>
                    <a:pt x="17" y="17"/>
                    <a:pt x="17" y="17"/>
                  </a:cubicBezTo>
                  <a:cubicBezTo>
                    <a:pt x="18" y="18"/>
                    <a:pt x="18" y="18"/>
                    <a:pt x="18" y="18"/>
                  </a:cubicBezTo>
                  <a:cubicBezTo>
                    <a:pt x="23" y="23"/>
                    <a:pt x="23" y="23"/>
                    <a:pt x="23" y="23"/>
                  </a:cubicBezTo>
                  <a:cubicBezTo>
                    <a:pt x="22" y="23"/>
                    <a:pt x="22" y="23"/>
                    <a:pt x="22" y="23"/>
                  </a:cubicBezTo>
                  <a:cubicBezTo>
                    <a:pt x="22" y="23"/>
                    <a:pt x="10" y="23"/>
                    <a:pt x="7" y="23"/>
                  </a:cubicBezTo>
                  <a:cubicBezTo>
                    <a:pt x="6" y="23"/>
                    <a:pt x="6" y="23"/>
                    <a:pt x="6" y="23"/>
                  </a:cubicBezTo>
                  <a:cubicBezTo>
                    <a:pt x="5" y="23"/>
                    <a:pt x="5" y="23"/>
                    <a:pt x="5" y="23"/>
                  </a:cubicBezTo>
                  <a:cubicBezTo>
                    <a:pt x="6" y="23"/>
                    <a:pt x="6" y="23"/>
                    <a:pt x="6" y="23"/>
                  </a:cubicBezTo>
                  <a:cubicBezTo>
                    <a:pt x="6" y="23"/>
                    <a:pt x="6" y="23"/>
                    <a:pt x="6" y="23"/>
                  </a:cubicBezTo>
                  <a:cubicBezTo>
                    <a:pt x="23" y="23"/>
                    <a:pt x="23" y="23"/>
                    <a:pt x="23" y="23"/>
                  </a:cubicBezTo>
                  <a:cubicBezTo>
                    <a:pt x="18" y="28"/>
                    <a:pt x="18" y="28"/>
                    <a:pt x="18" y="28"/>
                  </a:cubicBezTo>
                  <a:cubicBezTo>
                    <a:pt x="17" y="30"/>
                    <a:pt x="17" y="30"/>
                    <a:pt x="17" y="30"/>
                  </a:cubicBezTo>
                  <a:cubicBezTo>
                    <a:pt x="19" y="29"/>
                    <a:pt x="19" y="29"/>
                    <a:pt x="19" y="29"/>
                  </a:cubicBezTo>
                  <a:cubicBezTo>
                    <a:pt x="24" y="24"/>
                    <a:pt x="24" y="24"/>
                    <a:pt x="24" y="24"/>
                  </a:cubicBezTo>
                  <a:cubicBezTo>
                    <a:pt x="24" y="49"/>
                    <a:pt x="24" y="49"/>
                    <a:pt x="24" y="49"/>
                  </a:cubicBezTo>
                  <a:cubicBezTo>
                    <a:pt x="24" y="50"/>
                    <a:pt x="24" y="50"/>
                    <a:pt x="24" y="50"/>
                  </a:cubicBezTo>
                  <a:cubicBezTo>
                    <a:pt x="24" y="50"/>
                    <a:pt x="24" y="50"/>
                    <a:pt x="24" y="50"/>
                  </a:cubicBezTo>
                  <a:cubicBezTo>
                    <a:pt x="24" y="49"/>
                    <a:pt x="24" y="49"/>
                    <a:pt x="24" y="49"/>
                  </a:cubicBezTo>
                  <a:cubicBezTo>
                    <a:pt x="24" y="25"/>
                    <a:pt x="24" y="25"/>
                    <a:pt x="24" y="25"/>
                  </a:cubicBezTo>
                  <a:cubicBezTo>
                    <a:pt x="24" y="24"/>
                    <a:pt x="24" y="24"/>
                    <a:pt x="24" y="24"/>
                  </a:cubicBezTo>
                  <a:cubicBezTo>
                    <a:pt x="29" y="29"/>
                    <a:pt x="29" y="29"/>
                    <a:pt x="29" y="29"/>
                  </a:cubicBezTo>
                  <a:cubicBezTo>
                    <a:pt x="30" y="30"/>
                    <a:pt x="30" y="30"/>
                    <a:pt x="30" y="30"/>
                  </a:cubicBezTo>
                  <a:cubicBezTo>
                    <a:pt x="30" y="28"/>
                    <a:pt x="30" y="28"/>
                    <a:pt x="30" y="28"/>
                  </a:cubicBezTo>
                  <a:lnTo>
                    <a:pt x="25" y="24"/>
                  </a:lnTo>
                  <a:close/>
                  <a:moveTo>
                    <a:pt x="44" y="23"/>
                  </a:moveTo>
                  <a:cubicBezTo>
                    <a:pt x="42" y="24"/>
                    <a:pt x="42" y="24"/>
                    <a:pt x="42" y="24"/>
                  </a:cubicBezTo>
                  <a:cubicBezTo>
                    <a:pt x="41" y="24"/>
                    <a:pt x="29" y="24"/>
                    <a:pt x="26" y="24"/>
                  </a:cubicBezTo>
                  <a:cubicBezTo>
                    <a:pt x="28" y="26"/>
                    <a:pt x="28" y="26"/>
                    <a:pt x="28" y="26"/>
                  </a:cubicBezTo>
                  <a:cubicBezTo>
                    <a:pt x="48" y="23"/>
                    <a:pt x="48" y="23"/>
                    <a:pt x="48" y="23"/>
                  </a:cubicBezTo>
                  <a:cubicBezTo>
                    <a:pt x="48" y="23"/>
                    <a:pt x="48" y="23"/>
                    <a:pt x="48" y="23"/>
                  </a:cubicBezTo>
                  <a:cubicBezTo>
                    <a:pt x="43" y="22"/>
                    <a:pt x="43" y="22"/>
                    <a:pt x="43" y="22"/>
                  </a:cubicBezTo>
                  <a:cubicBezTo>
                    <a:pt x="43" y="22"/>
                    <a:pt x="43" y="22"/>
                    <a:pt x="43" y="22"/>
                  </a:cubicBezTo>
                  <a:lnTo>
                    <a:pt x="44" y="23"/>
                  </a:lnTo>
                  <a:close/>
                  <a:moveTo>
                    <a:pt x="25" y="49"/>
                  </a:moveTo>
                  <a:cubicBezTo>
                    <a:pt x="25" y="50"/>
                    <a:pt x="25" y="50"/>
                    <a:pt x="24" y="50"/>
                  </a:cubicBezTo>
                  <a:cubicBezTo>
                    <a:pt x="23" y="49"/>
                    <a:pt x="23" y="49"/>
                    <a:pt x="23" y="49"/>
                  </a:cubicBezTo>
                  <a:cubicBezTo>
                    <a:pt x="23" y="25"/>
                    <a:pt x="23" y="25"/>
                    <a:pt x="23" y="25"/>
                  </a:cubicBezTo>
                  <a:cubicBezTo>
                    <a:pt x="20" y="28"/>
                    <a:pt x="20" y="28"/>
                    <a:pt x="20" y="28"/>
                  </a:cubicBezTo>
                  <a:cubicBezTo>
                    <a:pt x="24" y="56"/>
                    <a:pt x="24" y="56"/>
                    <a:pt x="24" y="56"/>
                  </a:cubicBezTo>
                  <a:cubicBezTo>
                    <a:pt x="24" y="56"/>
                    <a:pt x="24" y="56"/>
                    <a:pt x="24" y="56"/>
                  </a:cubicBezTo>
                  <a:cubicBezTo>
                    <a:pt x="28" y="29"/>
                    <a:pt x="28" y="29"/>
                    <a:pt x="28" y="29"/>
                  </a:cubicBezTo>
                  <a:cubicBezTo>
                    <a:pt x="25" y="25"/>
                    <a:pt x="25" y="25"/>
                    <a:pt x="25" y="25"/>
                  </a:cubicBezTo>
                  <a:lnTo>
                    <a:pt x="25" y="49"/>
                  </a:lnTo>
                  <a:close/>
                  <a:moveTo>
                    <a:pt x="22" y="24"/>
                  </a:moveTo>
                  <a:cubicBezTo>
                    <a:pt x="6" y="24"/>
                    <a:pt x="6" y="24"/>
                    <a:pt x="6" y="24"/>
                  </a:cubicBezTo>
                  <a:cubicBezTo>
                    <a:pt x="6" y="24"/>
                    <a:pt x="5" y="24"/>
                    <a:pt x="5" y="23"/>
                  </a:cubicBezTo>
                  <a:cubicBezTo>
                    <a:pt x="6" y="22"/>
                    <a:pt x="6" y="22"/>
                    <a:pt x="6" y="22"/>
                  </a:cubicBezTo>
                  <a:cubicBezTo>
                    <a:pt x="0" y="23"/>
                    <a:pt x="0" y="23"/>
                    <a:pt x="0" y="23"/>
                  </a:cubicBezTo>
                  <a:cubicBezTo>
                    <a:pt x="0" y="23"/>
                    <a:pt x="0" y="23"/>
                    <a:pt x="0" y="23"/>
                  </a:cubicBezTo>
                  <a:cubicBezTo>
                    <a:pt x="19" y="26"/>
                    <a:pt x="19" y="26"/>
                    <a:pt x="19" y="26"/>
                  </a:cubicBezTo>
                  <a:lnTo>
                    <a:pt x="22" y="24"/>
                  </a:lnTo>
                  <a:close/>
                  <a:moveTo>
                    <a:pt x="26" y="22"/>
                  </a:moveTo>
                  <a:cubicBezTo>
                    <a:pt x="43" y="22"/>
                    <a:pt x="43" y="22"/>
                    <a:pt x="43" y="22"/>
                  </a:cubicBezTo>
                  <a:cubicBezTo>
                    <a:pt x="28" y="20"/>
                    <a:pt x="28" y="20"/>
                    <a:pt x="28" y="20"/>
                  </a:cubicBezTo>
                  <a:lnTo>
                    <a:pt x="26" y="22"/>
                  </a:lnTo>
                  <a:close/>
                  <a:moveTo>
                    <a:pt x="24" y="4"/>
                  </a:moveTo>
                  <a:cubicBezTo>
                    <a:pt x="25" y="4"/>
                    <a:pt x="25" y="4"/>
                    <a:pt x="25" y="4"/>
                  </a:cubicBezTo>
                  <a:cubicBezTo>
                    <a:pt x="25" y="4"/>
                    <a:pt x="25" y="4"/>
                    <a:pt x="25" y="4"/>
                  </a:cubicBezTo>
                  <a:cubicBezTo>
                    <a:pt x="25" y="21"/>
                    <a:pt x="25" y="21"/>
                    <a:pt x="25" y="21"/>
                  </a:cubicBezTo>
                  <a:cubicBezTo>
                    <a:pt x="28" y="18"/>
                    <a:pt x="28" y="18"/>
                    <a:pt x="28" y="18"/>
                  </a:cubicBezTo>
                  <a:cubicBezTo>
                    <a:pt x="24" y="0"/>
                    <a:pt x="24" y="0"/>
                    <a:pt x="24" y="0"/>
                  </a:cubicBezTo>
                  <a:cubicBezTo>
                    <a:pt x="24" y="0"/>
                    <a:pt x="24" y="0"/>
                    <a:pt x="24" y="0"/>
                  </a:cubicBezTo>
                  <a:cubicBezTo>
                    <a:pt x="23" y="4"/>
                    <a:pt x="23" y="4"/>
                    <a:pt x="23" y="4"/>
                  </a:cubicBezTo>
                  <a:cubicBezTo>
                    <a:pt x="23" y="4"/>
                    <a:pt x="23" y="4"/>
                    <a:pt x="23" y="4"/>
                  </a:cubicBezTo>
                  <a:lnTo>
                    <a:pt x="2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2" name="Freeform 36">
              <a:extLst>
                <a:ext uri="{FF2B5EF4-FFF2-40B4-BE49-F238E27FC236}">
                  <a16:creationId xmlns:a16="http://schemas.microsoft.com/office/drawing/2014/main" id="{947AFB73-AB62-44F6-8BA5-C52B743801FD}"/>
                </a:ext>
              </a:extLst>
            </p:cNvPr>
            <p:cNvSpPr>
              <a:spLocks noEditPoints="1"/>
            </p:cNvSpPr>
            <p:nvPr/>
          </p:nvSpPr>
          <p:spPr bwMode="auto">
            <a:xfrm>
              <a:off x="6197600" y="2746375"/>
              <a:ext cx="107950" cy="98425"/>
            </a:xfrm>
            <a:custGeom>
              <a:avLst/>
              <a:gdLst>
                <a:gd name="T0" fmla="*/ 14 w 50"/>
                <a:gd name="T1" fmla="*/ 20 h 45"/>
                <a:gd name="T2" fmla="*/ 15 w 50"/>
                <a:gd name="T3" fmla="*/ 11 h 45"/>
                <a:gd name="T4" fmla="*/ 13 w 50"/>
                <a:gd name="T5" fmla="*/ 27 h 45"/>
                <a:gd name="T6" fmla="*/ 22 w 50"/>
                <a:gd name="T7" fmla="*/ 14 h 45"/>
                <a:gd name="T8" fmla="*/ 37 w 50"/>
                <a:gd name="T9" fmla="*/ 24 h 45"/>
                <a:gd name="T10" fmla="*/ 25 w 50"/>
                <a:gd name="T11" fmla="*/ 24 h 45"/>
                <a:gd name="T12" fmla="*/ 43 w 50"/>
                <a:gd name="T13" fmla="*/ 31 h 45"/>
                <a:gd name="T14" fmla="*/ 25 w 50"/>
                <a:gd name="T15" fmla="*/ 22 h 45"/>
                <a:gd name="T16" fmla="*/ 38 w 50"/>
                <a:gd name="T17" fmla="*/ 3 h 45"/>
                <a:gd name="T18" fmla="*/ 19 w 50"/>
                <a:gd name="T19" fmla="*/ 3 h 45"/>
                <a:gd name="T20" fmla="*/ 40 w 50"/>
                <a:gd name="T21" fmla="*/ 0 h 45"/>
                <a:gd name="T22" fmla="*/ 43 w 50"/>
                <a:gd name="T23" fmla="*/ 39 h 45"/>
                <a:gd name="T24" fmla="*/ 46 w 50"/>
                <a:gd name="T25" fmla="*/ 41 h 45"/>
                <a:gd name="T26" fmla="*/ 47 w 50"/>
                <a:gd name="T27" fmla="*/ 44 h 45"/>
                <a:gd name="T28" fmla="*/ 7 w 50"/>
                <a:gd name="T29" fmla="*/ 39 h 45"/>
                <a:gd name="T30" fmla="*/ 10 w 50"/>
                <a:gd name="T31" fmla="*/ 41 h 45"/>
                <a:gd name="T32" fmla="*/ 14 w 50"/>
                <a:gd name="T33" fmla="*/ 41 h 45"/>
                <a:gd name="T34" fmla="*/ 17 w 50"/>
                <a:gd name="T35" fmla="*/ 43 h 45"/>
                <a:gd name="T36" fmla="*/ 20 w 50"/>
                <a:gd name="T37" fmla="*/ 42 h 45"/>
                <a:gd name="T38" fmla="*/ 18 w 50"/>
                <a:gd name="T39" fmla="*/ 38 h 45"/>
                <a:gd name="T40" fmla="*/ 10 w 50"/>
                <a:gd name="T41" fmla="*/ 38 h 45"/>
                <a:gd name="T42" fmla="*/ 5 w 50"/>
                <a:gd name="T43" fmla="*/ 37 h 45"/>
                <a:gd name="T44" fmla="*/ 32 w 50"/>
                <a:gd name="T45" fmla="*/ 10 h 45"/>
                <a:gd name="T46" fmla="*/ 26 w 50"/>
                <a:gd name="T47" fmla="*/ 17 h 45"/>
                <a:gd name="T48" fmla="*/ 37 w 50"/>
                <a:gd name="T49" fmla="*/ 17 h 45"/>
                <a:gd name="T50" fmla="*/ 33 w 50"/>
                <a:gd name="T51" fmla="*/ 21 h 45"/>
                <a:gd name="T52" fmla="*/ 42 w 50"/>
                <a:gd name="T53" fmla="*/ 43 h 45"/>
                <a:gd name="T54" fmla="*/ 42 w 50"/>
                <a:gd name="T55" fmla="*/ 42 h 45"/>
                <a:gd name="T56" fmla="*/ 38 w 50"/>
                <a:gd name="T57" fmla="*/ 27 h 45"/>
                <a:gd name="T58" fmla="*/ 12 w 50"/>
                <a:gd name="T59" fmla="*/ 24 h 45"/>
                <a:gd name="T60" fmla="*/ 10 w 50"/>
                <a:gd name="T61" fmla="*/ 37 h 45"/>
                <a:gd name="T62" fmla="*/ 18 w 50"/>
                <a:gd name="T63" fmla="*/ 38 h 45"/>
                <a:gd name="T64" fmla="*/ 32 w 50"/>
                <a:gd name="T65" fmla="*/ 38 h 45"/>
                <a:gd name="T66" fmla="*/ 45 w 50"/>
                <a:gd name="T67" fmla="*/ 38 h 45"/>
                <a:gd name="T68" fmla="*/ 43 w 50"/>
                <a:gd name="T69" fmla="*/ 40 h 45"/>
                <a:gd name="T70" fmla="*/ 38 w 50"/>
                <a:gd name="T71" fmla="*/ 39 h 45"/>
                <a:gd name="T72" fmla="*/ 40 w 50"/>
                <a:gd name="T73" fmla="*/ 42 h 45"/>
                <a:gd name="T74" fmla="*/ 42 w 50"/>
                <a:gd name="T75" fmla="*/ 41 h 45"/>
                <a:gd name="T76" fmla="*/ 31 w 50"/>
                <a:gd name="T77" fmla="*/ 40 h 45"/>
                <a:gd name="T78" fmla="*/ 28 w 50"/>
                <a:gd name="T79" fmla="*/ 39 h 45"/>
                <a:gd name="T80" fmla="*/ 23 w 50"/>
                <a:gd name="T81" fmla="*/ 40 h 45"/>
                <a:gd name="T82" fmla="*/ 20 w 50"/>
                <a:gd name="T83" fmla="*/ 41 h 45"/>
                <a:gd name="T84" fmla="*/ 44 w 50"/>
                <a:gd name="T85" fmla="*/ 42 h 45"/>
                <a:gd name="T86" fmla="*/ 41 w 50"/>
                <a:gd name="T87" fmla="*/ 43 h 45"/>
                <a:gd name="T88" fmla="*/ 34 w 50"/>
                <a:gd name="T89" fmla="*/ 43 h 45"/>
                <a:gd name="T90" fmla="*/ 27 w 50"/>
                <a:gd name="T91" fmla="*/ 43 h 45"/>
                <a:gd name="T92" fmla="*/ 46 w 50"/>
                <a:gd name="T93" fmla="*/ 44 h 45"/>
                <a:gd name="T94" fmla="*/ 18 w 50"/>
                <a:gd name="T95" fmla="*/ 44 h 45"/>
                <a:gd name="T96" fmla="*/ 14 w 50"/>
                <a:gd name="T97" fmla="*/ 42 h 45"/>
                <a:gd name="T98" fmla="*/ 11 w 50"/>
                <a:gd name="T99" fmla="*/ 42 h 45"/>
                <a:gd name="T100" fmla="*/ 1 w 50"/>
                <a:gd name="T101" fmla="*/ 44 h 45"/>
                <a:gd name="T102" fmla="*/ 19 w 50"/>
                <a:gd name="T103" fmla="*/ 45 h 45"/>
                <a:gd name="T104" fmla="*/ 38 w 50"/>
                <a:gd name="T105" fmla="*/ 40 h 45"/>
                <a:gd name="T106" fmla="*/ 35 w 50"/>
                <a:gd name="T107" fmla="*/ 40 h 45"/>
                <a:gd name="T108" fmla="*/ 17 w 50"/>
                <a:gd name="T109" fmla="*/ 24 h 45"/>
                <a:gd name="T110" fmla="*/ 36 w 50"/>
                <a:gd name="T111" fmla="*/ 11 h 45"/>
                <a:gd name="T112" fmla="*/ 41 w 50"/>
                <a:gd name="T113" fmla="*/ 24 h 45"/>
                <a:gd name="T114" fmla="*/ 13 w 50"/>
                <a:gd name="T115" fmla="*/ 17 h 45"/>
                <a:gd name="T116" fmla="*/ 11 w 50"/>
                <a:gd name="T117" fmla="*/ 14 h 45"/>
                <a:gd name="T118" fmla="*/ 38 w 50"/>
                <a:gd name="T119" fmla="*/ 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45">
                  <a:moveTo>
                    <a:pt x="20" y="24"/>
                  </a:moveTo>
                  <a:cubicBezTo>
                    <a:pt x="21" y="23"/>
                    <a:pt x="22" y="22"/>
                    <a:pt x="25" y="22"/>
                  </a:cubicBezTo>
                  <a:cubicBezTo>
                    <a:pt x="25" y="21"/>
                    <a:pt x="25" y="21"/>
                    <a:pt x="25" y="21"/>
                  </a:cubicBezTo>
                  <a:cubicBezTo>
                    <a:pt x="17" y="21"/>
                    <a:pt x="17" y="21"/>
                    <a:pt x="17" y="21"/>
                  </a:cubicBezTo>
                  <a:cubicBezTo>
                    <a:pt x="17" y="24"/>
                    <a:pt x="17" y="24"/>
                    <a:pt x="17" y="24"/>
                  </a:cubicBezTo>
                  <a:cubicBezTo>
                    <a:pt x="20" y="24"/>
                    <a:pt x="20" y="24"/>
                    <a:pt x="20" y="24"/>
                  </a:cubicBezTo>
                  <a:close/>
                  <a:moveTo>
                    <a:pt x="21" y="17"/>
                  </a:moveTo>
                  <a:cubicBezTo>
                    <a:pt x="14" y="17"/>
                    <a:pt x="14" y="17"/>
                    <a:pt x="14" y="17"/>
                  </a:cubicBezTo>
                  <a:cubicBezTo>
                    <a:pt x="14" y="20"/>
                    <a:pt x="14" y="20"/>
                    <a:pt x="14" y="20"/>
                  </a:cubicBezTo>
                  <a:cubicBezTo>
                    <a:pt x="21" y="20"/>
                    <a:pt x="21" y="20"/>
                    <a:pt x="21" y="20"/>
                  </a:cubicBezTo>
                  <a:lnTo>
                    <a:pt x="21" y="17"/>
                  </a:lnTo>
                  <a:close/>
                  <a:moveTo>
                    <a:pt x="25" y="15"/>
                  </a:moveTo>
                  <a:cubicBezTo>
                    <a:pt x="18" y="15"/>
                    <a:pt x="18" y="15"/>
                    <a:pt x="18" y="15"/>
                  </a:cubicBezTo>
                  <a:cubicBezTo>
                    <a:pt x="18" y="17"/>
                    <a:pt x="18" y="17"/>
                    <a:pt x="18" y="17"/>
                  </a:cubicBezTo>
                  <a:cubicBezTo>
                    <a:pt x="25" y="17"/>
                    <a:pt x="25" y="17"/>
                    <a:pt x="25" y="17"/>
                  </a:cubicBezTo>
                  <a:lnTo>
                    <a:pt x="25" y="15"/>
                  </a:lnTo>
                  <a:close/>
                  <a:moveTo>
                    <a:pt x="21" y="11"/>
                  </a:moveTo>
                  <a:cubicBezTo>
                    <a:pt x="15" y="11"/>
                    <a:pt x="15" y="11"/>
                    <a:pt x="15" y="11"/>
                  </a:cubicBezTo>
                  <a:cubicBezTo>
                    <a:pt x="15" y="14"/>
                    <a:pt x="15" y="14"/>
                    <a:pt x="15" y="14"/>
                  </a:cubicBezTo>
                  <a:cubicBezTo>
                    <a:pt x="21" y="14"/>
                    <a:pt x="21" y="14"/>
                    <a:pt x="21" y="14"/>
                  </a:cubicBezTo>
                  <a:lnTo>
                    <a:pt x="21" y="11"/>
                  </a:lnTo>
                  <a:close/>
                  <a:moveTo>
                    <a:pt x="13" y="27"/>
                  </a:moveTo>
                  <a:cubicBezTo>
                    <a:pt x="19" y="27"/>
                    <a:pt x="19" y="27"/>
                    <a:pt x="19" y="27"/>
                  </a:cubicBezTo>
                  <a:cubicBezTo>
                    <a:pt x="20" y="24"/>
                    <a:pt x="20" y="24"/>
                    <a:pt x="20" y="24"/>
                  </a:cubicBezTo>
                  <a:cubicBezTo>
                    <a:pt x="20" y="24"/>
                    <a:pt x="20" y="24"/>
                    <a:pt x="20" y="24"/>
                  </a:cubicBezTo>
                  <a:cubicBezTo>
                    <a:pt x="13" y="24"/>
                    <a:pt x="13" y="24"/>
                    <a:pt x="13" y="24"/>
                  </a:cubicBezTo>
                  <a:lnTo>
                    <a:pt x="13" y="27"/>
                  </a:lnTo>
                  <a:close/>
                  <a:moveTo>
                    <a:pt x="30" y="30"/>
                  </a:moveTo>
                  <a:cubicBezTo>
                    <a:pt x="34" y="30"/>
                    <a:pt x="34" y="30"/>
                    <a:pt x="34" y="30"/>
                  </a:cubicBezTo>
                  <a:cubicBezTo>
                    <a:pt x="34" y="27"/>
                    <a:pt x="34" y="27"/>
                    <a:pt x="34" y="27"/>
                  </a:cubicBezTo>
                  <a:cubicBezTo>
                    <a:pt x="32" y="27"/>
                    <a:pt x="32" y="27"/>
                    <a:pt x="32" y="27"/>
                  </a:cubicBezTo>
                  <a:cubicBezTo>
                    <a:pt x="32" y="29"/>
                    <a:pt x="32" y="29"/>
                    <a:pt x="32" y="29"/>
                  </a:cubicBezTo>
                  <a:cubicBezTo>
                    <a:pt x="32" y="29"/>
                    <a:pt x="32" y="29"/>
                    <a:pt x="32" y="29"/>
                  </a:cubicBezTo>
                  <a:cubicBezTo>
                    <a:pt x="30" y="29"/>
                    <a:pt x="30" y="29"/>
                    <a:pt x="30" y="29"/>
                  </a:cubicBezTo>
                  <a:lnTo>
                    <a:pt x="30" y="30"/>
                  </a:lnTo>
                  <a:close/>
                  <a:moveTo>
                    <a:pt x="22" y="14"/>
                  </a:moveTo>
                  <a:cubicBezTo>
                    <a:pt x="28" y="14"/>
                    <a:pt x="28" y="14"/>
                    <a:pt x="28" y="14"/>
                  </a:cubicBezTo>
                  <a:cubicBezTo>
                    <a:pt x="28" y="11"/>
                    <a:pt x="28" y="11"/>
                    <a:pt x="28" y="11"/>
                  </a:cubicBezTo>
                  <a:cubicBezTo>
                    <a:pt x="22" y="11"/>
                    <a:pt x="22" y="11"/>
                    <a:pt x="22" y="11"/>
                  </a:cubicBezTo>
                  <a:lnTo>
                    <a:pt x="22" y="14"/>
                  </a:lnTo>
                  <a:close/>
                  <a:moveTo>
                    <a:pt x="37" y="24"/>
                  </a:moveTo>
                  <a:cubicBezTo>
                    <a:pt x="31" y="24"/>
                    <a:pt x="31" y="24"/>
                    <a:pt x="31" y="24"/>
                  </a:cubicBezTo>
                  <a:cubicBezTo>
                    <a:pt x="32" y="27"/>
                    <a:pt x="32" y="27"/>
                    <a:pt x="32" y="27"/>
                  </a:cubicBezTo>
                  <a:cubicBezTo>
                    <a:pt x="37" y="27"/>
                    <a:pt x="37" y="27"/>
                    <a:pt x="37" y="27"/>
                  </a:cubicBezTo>
                  <a:lnTo>
                    <a:pt x="37" y="24"/>
                  </a:lnTo>
                  <a:close/>
                  <a:moveTo>
                    <a:pt x="20" y="29"/>
                  </a:moveTo>
                  <a:cubicBezTo>
                    <a:pt x="18" y="29"/>
                    <a:pt x="18" y="29"/>
                    <a:pt x="18" y="29"/>
                  </a:cubicBezTo>
                  <a:cubicBezTo>
                    <a:pt x="18" y="29"/>
                    <a:pt x="18" y="29"/>
                    <a:pt x="18" y="29"/>
                  </a:cubicBezTo>
                  <a:cubicBezTo>
                    <a:pt x="18" y="27"/>
                    <a:pt x="18" y="27"/>
                    <a:pt x="18" y="27"/>
                  </a:cubicBezTo>
                  <a:cubicBezTo>
                    <a:pt x="17" y="27"/>
                    <a:pt x="17" y="27"/>
                    <a:pt x="17" y="27"/>
                  </a:cubicBezTo>
                  <a:cubicBezTo>
                    <a:pt x="17" y="30"/>
                    <a:pt x="17" y="30"/>
                    <a:pt x="17" y="30"/>
                  </a:cubicBezTo>
                  <a:cubicBezTo>
                    <a:pt x="20" y="30"/>
                    <a:pt x="20" y="30"/>
                    <a:pt x="20" y="30"/>
                  </a:cubicBezTo>
                  <a:lnTo>
                    <a:pt x="20" y="29"/>
                  </a:lnTo>
                  <a:close/>
                  <a:moveTo>
                    <a:pt x="25" y="24"/>
                  </a:moveTo>
                  <a:cubicBezTo>
                    <a:pt x="21" y="24"/>
                    <a:pt x="21" y="27"/>
                    <a:pt x="21" y="29"/>
                  </a:cubicBezTo>
                  <a:cubicBezTo>
                    <a:pt x="21" y="35"/>
                    <a:pt x="21" y="35"/>
                    <a:pt x="21" y="35"/>
                  </a:cubicBezTo>
                  <a:cubicBezTo>
                    <a:pt x="30" y="35"/>
                    <a:pt x="30" y="35"/>
                    <a:pt x="30" y="35"/>
                  </a:cubicBezTo>
                  <a:cubicBezTo>
                    <a:pt x="30" y="29"/>
                    <a:pt x="30" y="29"/>
                    <a:pt x="30" y="29"/>
                  </a:cubicBezTo>
                  <a:cubicBezTo>
                    <a:pt x="30" y="28"/>
                    <a:pt x="29" y="24"/>
                    <a:pt x="25" y="24"/>
                  </a:cubicBezTo>
                  <a:moveTo>
                    <a:pt x="30" y="35"/>
                  </a:moveTo>
                  <a:cubicBezTo>
                    <a:pt x="32" y="35"/>
                    <a:pt x="32" y="35"/>
                    <a:pt x="32" y="35"/>
                  </a:cubicBezTo>
                  <a:cubicBezTo>
                    <a:pt x="43" y="35"/>
                    <a:pt x="43" y="35"/>
                    <a:pt x="43" y="35"/>
                  </a:cubicBezTo>
                  <a:cubicBezTo>
                    <a:pt x="43" y="31"/>
                    <a:pt x="43" y="31"/>
                    <a:pt x="43" y="31"/>
                  </a:cubicBezTo>
                  <a:cubicBezTo>
                    <a:pt x="30" y="31"/>
                    <a:pt x="30" y="31"/>
                    <a:pt x="30" y="31"/>
                  </a:cubicBezTo>
                  <a:lnTo>
                    <a:pt x="30" y="35"/>
                  </a:lnTo>
                  <a:close/>
                  <a:moveTo>
                    <a:pt x="34" y="30"/>
                  </a:moveTo>
                  <a:cubicBezTo>
                    <a:pt x="43" y="30"/>
                    <a:pt x="43" y="30"/>
                    <a:pt x="43" y="30"/>
                  </a:cubicBezTo>
                  <a:cubicBezTo>
                    <a:pt x="42" y="27"/>
                    <a:pt x="42" y="27"/>
                    <a:pt x="42" y="27"/>
                  </a:cubicBezTo>
                  <a:cubicBezTo>
                    <a:pt x="34" y="27"/>
                    <a:pt x="34" y="27"/>
                    <a:pt x="34" y="27"/>
                  </a:cubicBezTo>
                  <a:lnTo>
                    <a:pt x="34" y="30"/>
                  </a:lnTo>
                  <a:close/>
                  <a:moveTo>
                    <a:pt x="32" y="28"/>
                  </a:moveTo>
                  <a:cubicBezTo>
                    <a:pt x="32" y="27"/>
                    <a:pt x="31" y="22"/>
                    <a:pt x="25" y="22"/>
                  </a:cubicBezTo>
                  <a:cubicBezTo>
                    <a:pt x="20" y="22"/>
                    <a:pt x="19" y="27"/>
                    <a:pt x="19" y="28"/>
                  </a:cubicBezTo>
                  <a:cubicBezTo>
                    <a:pt x="20" y="28"/>
                    <a:pt x="20" y="28"/>
                    <a:pt x="20" y="28"/>
                  </a:cubicBezTo>
                  <a:cubicBezTo>
                    <a:pt x="20" y="27"/>
                    <a:pt x="21" y="26"/>
                    <a:pt x="21" y="25"/>
                  </a:cubicBezTo>
                  <a:cubicBezTo>
                    <a:pt x="22" y="24"/>
                    <a:pt x="23" y="23"/>
                    <a:pt x="25" y="23"/>
                  </a:cubicBezTo>
                  <a:cubicBezTo>
                    <a:pt x="30" y="23"/>
                    <a:pt x="30" y="27"/>
                    <a:pt x="30" y="29"/>
                  </a:cubicBezTo>
                  <a:lnTo>
                    <a:pt x="32" y="28"/>
                  </a:lnTo>
                  <a:close/>
                  <a:moveTo>
                    <a:pt x="40" y="0"/>
                  </a:moveTo>
                  <a:cubicBezTo>
                    <a:pt x="38" y="0"/>
                    <a:pt x="38" y="0"/>
                    <a:pt x="38" y="0"/>
                  </a:cubicBezTo>
                  <a:cubicBezTo>
                    <a:pt x="38" y="3"/>
                    <a:pt x="38" y="3"/>
                    <a:pt x="38" y="3"/>
                  </a:cubicBezTo>
                  <a:cubicBezTo>
                    <a:pt x="35" y="3"/>
                    <a:pt x="35" y="3"/>
                    <a:pt x="35" y="3"/>
                  </a:cubicBezTo>
                  <a:cubicBezTo>
                    <a:pt x="35" y="0"/>
                    <a:pt x="35" y="0"/>
                    <a:pt x="35" y="0"/>
                  </a:cubicBezTo>
                  <a:cubicBezTo>
                    <a:pt x="31" y="0"/>
                    <a:pt x="31" y="0"/>
                    <a:pt x="31" y="0"/>
                  </a:cubicBezTo>
                  <a:cubicBezTo>
                    <a:pt x="31" y="3"/>
                    <a:pt x="31" y="3"/>
                    <a:pt x="31" y="3"/>
                  </a:cubicBezTo>
                  <a:cubicBezTo>
                    <a:pt x="28" y="3"/>
                    <a:pt x="28" y="3"/>
                    <a:pt x="28" y="3"/>
                  </a:cubicBezTo>
                  <a:cubicBezTo>
                    <a:pt x="28" y="0"/>
                    <a:pt x="28" y="0"/>
                    <a:pt x="28" y="0"/>
                  </a:cubicBezTo>
                  <a:cubicBezTo>
                    <a:pt x="22" y="0"/>
                    <a:pt x="22" y="0"/>
                    <a:pt x="22" y="0"/>
                  </a:cubicBezTo>
                  <a:cubicBezTo>
                    <a:pt x="22" y="3"/>
                    <a:pt x="22" y="3"/>
                    <a:pt x="22" y="3"/>
                  </a:cubicBezTo>
                  <a:cubicBezTo>
                    <a:pt x="19" y="3"/>
                    <a:pt x="19" y="3"/>
                    <a:pt x="19" y="3"/>
                  </a:cubicBezTo>
                  <a:cubicBezTo>
                    <a:pt x="19" y="0"/>
                    <a:pt x="19" y="0"/>
                    <a:pt x="19" y="0"/>
                  </a:cubicBezTo>
                  <a:cubicBezTo>
                    <a:pt x="15" y="0"/>
                    <a:pt x="15" y="0"/>
                    <a:pt x="15" y="0"/>
                  </a:cubicBezTo>
                  <a:cubicBezTo>
                    <a:pt x="15" y="3"/>
                    <a:pt x="15" y="3"/>
                    <a:pt x="15" y="3"/>
                  </a:cubicBezTo>
                  <a:cubicBezTo>
                    <a:pt x="12" y="3"/>
                    <a:pt x="12" y="3"/>
                    <a:pt x="12" y="3"/>
                  </a:cubicBezTo>
                  <a:cubicBezTo>
                    <a:pt x="12" y="0"/>
                    <a:pt x="12" y="0"/>
                    <a:pt x="12" y="0"/>
                  </a:cubicBezTo>
                  <a:cubicBezTo>
                    <a:pt x="10" y="0"/>
                    <a:pt x="10" y="0"/>
                    <a:pt x="10" y="0"/>
                  </a:cubicBezTo>
                  <a:cubicBezTo>
                    <a:pt x="10" y="5"/>
                    <a:pt x="10" y="5"/>
                    <a:pt x="10" y="5"/>
                  </a:cubicBezTo>
                  <a:cubicBezTo>
                    <a:pt x="40" y="5"/>
                    <a:pt x="40" y="5"/>
                    <a:pt x="40" y="5"/>
                  </a:cubicBezTo>
                  <a:lnTo>
                    <a:pt x="40" y="0"/>
                  </a:lnTo>
                  <a:close/>
                  <a:moveTo>
                    <a:pt x="47" y="39"/>
                  </a:moveTo>
                  <a:cubicBezTo>
                    <a:pt x="46" y="37"/>
                    <a:pt x="46" y="37"/>
                    <a:pt x="46" y="37"/>
                  </a:cubicBezTo>
                  <a:cubicBezTo>
                    <a:pt x="45" y="37"/>
                    <a:pt x="45" y="37"/>
                    <a:pt x="45" y="37"/>
                  </a:cubicBezTo>
                  <a:cubicBezTo>
                    <a:pt x="46" y="38"/>
                    <a:pt x="46" y="38"/>
                    <a:pt x="46" y="38"/>
                  </a:cubicBezTo>
                  <a:cubicBezTo>
                    <a:pt x="45" y="38"/>
                    <a:pt x="45" y="38"/>
                    <a:pt x="45" y="38"/>
                  </a:cubicBezTo>
                  <a:cubicBezTo>
                    <a:pt x="45" y="38"/>
                    <a:pt x="45" y="38"/>
                    <a:pt x="45" y="38"/>
                  </a:cubicBezTo>
                  <a:cubicBezTo>
                    <a:pt x="43" y="38"/>
                    <a:pt x="43" y="38"/>
                    <a:pt x="43" y="38"/>
                  </a:cubicBezTo>
                  <a:cubicBezTo>
                    <a:pt x="43" y="38"/>
                    <a:pt x="43" y="38"/>
                    <a:pt x="43" y="38"/>
                  </a:cubicBezTo>
                  <a:cubicBezTo>
                    <a:pt x="43" y="39"/>
                    <a:pt x="43" y="39"/>
                    <a:pt x="43" y="39"/>
                  </a:cubicBezTo>
                  <a:cubicBezTo>
                    <a:pt x="43" y="39"/>
                    <a:pt x="43" y="39"/>
                    <a:pt x="43" y="39"/>
                  </a:cubicBezTo>
                  <a:cubicBezTo>
                    <a:pt x="43" y="39"/>
                    <a:pt x="43" y="39"/>
                    <a:pt x="43" y="39"/>
                  </a:cubicBezTo>
                  <a:cubicBezTo>
                    <a:pt x="43" y="39"/>
                    <a:pt x="43" y="39"/>
                    <a:pt x="43" y="39"/>
                  </a:cubicBezTo>
                  <a:cubicBezTo>
                    <a:pt x="43" y="40"/>
                    <a:pt x="43" y="40"/>
                    <a:pt x="43" y="40"/>
                  </a:cubicBezTo>
                  <a:cubicBezTo>
                    <a:pt x="43" y="40"/>
                    <a:pt x="43" y="40"/>
                    <a:pt x="43" y="40"/>
                  </a:cubicBezTo>
                  <a:cubicBezTo>
                    <a:pt x="45" y="41"/>
                    <a:pt x="45" y="41"/>
                    <a:pt x="45" y="41"/>
                  </a:cubicBezTo>
                  <a:cubicBezTo>
                    <a:pt x="44" y="41"/>
                    <a:pt x="44" y="41"/>
                    <a:pt x="44" y="41"/>
                  </a:cubicBezTo>
                  <a:cubicBezTo>
                    <a:pt x="45" y="41"/>
                    <a:pt x="45" y="41"/>
                    <a:pt x="45" y="41"/>
                  </a:cubicBezTo>
                  <a:cubicBezTo>
                    <a:pt x="46" y="41"/>
                    <a:pt x="46" y="41"/>
                    <a:pt x="46" y="41"/>
                  </a:cubicBezTo>
                  <a:cubicBezTo>
                    <a:pt x="46" y="41"/>
                    <a:pt x="46" y="41"/>
                    <a:pt x="46" y="41"/>
                  </a:cubicBezTo>
                  <a:cubicBezTo>
                    <a:pt x="46" y="41"/>
                    <a:pt x="46" y="41"/>
                    <a:pt x="46" y="41"/>
                  </a:cubicBezTo>
                  <a:cubicBezTo>
                    <a:pt x="46" y="42"/>
                    <a:pt x="46" y="42"/>
                    <a:pt x="46" y="42"/>
                  </a:cubicBezTo>
                  <a:cubicBezTo>
                    <a:pt x="46" y="42"/>
                    <a:pt x="46" y="42"/>
                    <a:pt x="46" y="42"/>
                  </a:cubicBezTo>
                  <a:cubicBezTo>
                    <a:pt x="46" y="42"/>
                    <a:pt x="46" y="42"/>
                    <a:pt x="46" y="42"/>
                  </a:cubicBezTo>
                  <a:cubicBezTo>
                    <a:pt x="47" y="43"/>
                    <a:pt x="47" y="43"/>
                    <a:pt x="47" y="43"/>
                  </a:cubicBezTo>
                  <a:cubicBezTo>
                    <a:pt x="47" y="43"/>
                    <a:pt x="47" y="43"/>
                    <a:pt x="47" y="43"/>
                  </a:cubicBezTo>
                  <a:cubicBezTo>
                    <a:pt x="47" y="43"/>
                    <a:pt x="47" y="43"/>
                    <a:pt x="47" y="43"/>
                  </a:cubicBezTo>
                  <a:cubicBezTo>
                    <a:pt x="47" y="44"/>
                    <a:pt x="47" y="44"/>
                    <a:pt x="47" y="44"/>
                  </a:cubicBezTo>
                  <a:cubicBezTo>
                    <a:pt x="47" y="44"/>
                    <a:pt x="47" y="44"/>
                    <a:pt x="47" y="44"/>
                  </a:cubicBezTo>
                  <a:cubicBezTo>
                    <a:pt x="47" y="44"/>
                    <a:pt x="47" y="44"/>
                    <a:pt x="47" y="44"/>
                  </a:cubicBezTo>
                  <a:cubicBezTo>
                    <a:pt x="48" y="44"/>
                    <a:pt x="49" y="43"/>
                    <a:pt x="50" y="43"/>
                  </a:cubicBezTo>
                  <a:cubicBezTo>
                    <a:pt x="49" y="42"/>
                    <a:pt x="47" y="39"/>
                    <a:pt x="47" y="39"/>
                  </a:cubicBezTo>
                  <a:moveTo>
                    <a:pt x="6" y="39"/>
                  </a:moveTo>
                  <a:cubicBezTo>
                    <a:pt x="7" y="38"/>
                    <a:pt x="7" y="38"/>
                    <a:pt x="7" y="38"/>
                  </a:cubicBezTo>
                  <a:cubicBezTo>
                    <a:pt x="7" y="38"/>
                    <a:pt x="7" y="38"/>
                    <a:pt x="7" y="38"/>
                  </a:cubicBezTo>
                  <a:cubicBezTo>
                    <a:pt x="7" y="39"/>
                    <a:pt x="7" y="39"/>
                    <a:pt x="7" y="39"/>
                  </a:cubicBezTo>
                  <a:cubicBezTo>
                    <a:pt x="7" y="39"/>
                    <a:pt x="7" y="39"/>
                    <a:pt x="7" y="39"/>
                  </a:cubicBezTo>
                  <a:cubicBezTo>
                    <a:pt x="7" y="39"/>
                    <a:pt x="7" y="39"/>
                    <a:pt x="7" y="39"/>
                  </a:cubicBezTo>
                  <a:cubicBezTo>
                    <a:pt x="5" y="41"/>
                    <a:pt x="5" y="41"/>
                    <a:pt x="5" y="41"/>
                  </a:cubicBezTo>
                  <a:cubicBezTo>
                    <a:pt x="6" y="44"/>
                    <a:pt x="6" y="44"/>
                    <a:pt x="6" y="44"/>
                  </a:cubicBezTo>
                  <a:cubicBezTo>
                    <a:pt x="7" y="44"/>
                    <a:pt x="7" y="44"/>
                    <a:pt x="7" y="44"/>
                  </a:cubicBezTo>
                  <a:cubicBezTo>
                    <a:pt x="10" y="42"/>
                    <a:pt x="10" y="42"/>
                    <a:pt x="10" y="42"/>
                  </a:cubicBezTo>
                  <a:cubicBezTo>
                    <a:pt x="10" y="42"/>
                    <a:pt x="10" y="42"/>
                    <a:pt x="10" y="42"/>
                  </a:cubicBezTo>
                  <a:cubicBezTo>
                    <a:pt x="10" y="42"/>
                    <a:pt x="10" y="42"/>
                    <a:pt x="10" y="42"/>
                  </a:cubicBezTo>
                  <a:cubicBezTo>
                    <a:pt x="10" y="42"/>
                    <a:pt x="10" y="42"/>
                    <a:pt x="10" y="42"/>
                  </a:cubicBezTo>
                  <a:cubicBezTo>
                    <a:pt x="10" y="41"/>
                    <a:pt x="10" y="41"/>
                    <a:pt x="10" y="41"/>
                  </a:cubicBezTo>
                  <a:cubicBezTo>
                    <a:pt x="11" y="41"/>
                    <a:pt x="11" y="41"/>
                    <a:pt x="11" y="41"/>
                  </a:cubicBezTo>
                  <a:cubicBezTo>
                    <a:pt x="12" y="40"/>
                    <a:pt x="12" y="40"/>
                    <a:pt x="12" y="40"/>
                  </a:cubicBezTo>
                  <a:cubicBezTo>
                    <a:pt x="13" y="39"/>
                    <a:pt x="13" y="39"/>
                    <a:pt x="13" y="39"/>
                  </a:cubicBezTo>
                  <a:cubicBezTo>
                    <a:pt x="13" y="39"/>
                    <a:pt x="13" y="39"/>
                    <a:pt x="13" y="39"/>
                  </a:cubicBezTo>
                  <a:cubicBezTo>
                    <a:pt x="13" y="38"/>
                    <a:pt x="13" y="38"/>
                    <a:pt x="13" y="38"/>
                  </a:cubicBezTo>
                  <a:cubicBezTo>
                    <a:pt x="13" y="39"/>
                    <a:pt x="13" y="39"/>
                    <a:pt x="13" y="39"/>
                  </a:cubicBezTo>
                  <a:cubicBezTo>
                    <a:pt x="13" y="40"/>
                    <a:pt x="13" y="40"/>
                    <a:pt x="13" y="40"/>
                  </a:cubicBezTo>
                  <a:cubicBezTo>
                    <a:pt x="14" y="41"/>
                    <a:pt x="14" y="41"/>
                    <a:pt x="14" y="41"/>
                  </a:cubicBezTo>
                  <a:cubicBezTo>
                    <a:pt x="14" y="41"/>
                    <a:pt x="14" y="41"/>
                    <a:pt x="14" y="41"/>
                  </a:cubicBezTo>
                  <a:cubicBezTo>
                    <a:pt x="14" y="41"/>
                    <a:pt x="14" y="41"/>
                    <a:pt x="14" y="41"/>
                  </a:cubicBezTo>
                  <a:cubicBezTo>
                    <a:pt x="14" y="42"/>
                    <a:pt x="14" y="42"/>
                    <a:pt x="14" y="42"/>
                  </a:cubicBezTo>
                  <a:cubicBezTo>
                    <a:pt x="14" y="42"/>
                    <a:pt x="14" y="42"/>
                    <a:pt x="14" y="42"/>
                  </a:cubicBezTo>
                  <a:cubicBezTo>
                    <a:pt x="14" y="42"/>
                    <a:pt x="14" y="42"/>
                    <a:pt x="14" y="42"/>
                  </a:cubicBezTo>
                  <a:cubicBezTo>
                    <a:pt x="15" y="43"/>
                    <a:pt x="15" y="43"/>
                    <a:pt x="15" y="43"/>
                  </a:cubicBezTo>
                  <a:cubicBezTo>
                    <a:pt x="16" y="43"/>
                    <a:pt x="16" y="43"/>
                    <a:pt x="16" y="43"/>
                  </a:cubicBezTo>
                  <a:cubicBezTo>
                    <a:pt x="17" y="43"/>
                    <a:pt x="17" y="43"/>
                    <a:pt x="17" y="43"/>
                  </a:cubicBezTo>
                  <a:cubicBezTo>
                    <a:pt x="17" y="43"/>
                    <a:pt x="17" y="43"/>
                    <a:pt x="17" y="43"/>
                  </a:cubicBezTo>
                  <a:cubicBezTo>
                    <a:pt x="17" y="43"/>
                    <a:pt x="17" y="43"/>
                    <a:pt x="17" y="43"/>
                  </a:cubicBezTo>
                  <a:cubicBezTo>
                    <a:pt x="18" y="44"/>
                    <a:pt x="18" y="44"/>
                    <a:pt x="18" y="44"/>
                  </a:cubicBezTo>
                  <a:cubicBezTo>
                    <a:pt x="18" y="44"/>
                    <a:pt x="18" y="44"/>
                    <a:pt x="18" y="44"/>
                  </a:cubicBezTo>
                  <a:cubicBezTo>
                    <a:pt x="18" y="44"/>
                    <a:pt x="18" y="44"/>
                    <a:pt x="18" y="44"/>
                  </a:cubicBezTo>
                  <a:cubicBezTo>
                    <a:pt x="18" y="44"/>
                    <a:pt x="18" y="44"/>
                    <a:pt x="18" y="44"/>
                  </a:cubicBezTo>
                  <a:cubicBezTo>
                    <a:pt x="19" y="44"/>
                    <a:pt x="19" y="44"/>
                    <a:pt x="19" y="44"/>
                  </a:cubicBezTo>
                  <a:cubicBezTo>
                    <a:pt x="19" y="44"/>
                    <a:pt x="19" y="44"/>
                    <a:pt x="19" y="44"/>
                  </a:cubicBezTo>
                  <a:cubicBezTo>
                    <a:pt x="19" y="43"/>
                    <a:pt x="19" y="43"/>
                    <a:pt x="19" y="43"/>
                  </a:cubicBezTo>
                  <a:cubicBezTo>
                    <a:pt x="19" y="43"/>
                    <a:pt x="19" y="43"/>
                    <a:pt x="19" y="43"/>
                  </a:cubicBezTo>
                  <a:cubicBezTo>
                    <a:pt x="20" y="42"/>
                    <a:pt x="20" y="42"/>
                    <a:pt x="20" y="42"/>
                  </a:cubicBezTo>
                  <a:cubicBezTo>
                    <a:pt x="19" y="41"/>
                    <a:pt x="19" y="41"/>
                    <a:pt x="19" y="41"/>
                  </a:cubicBezTo>
                  <a:cubicBezTo>
                    <a:pt x="19" y="41"/>
                    <a:pt x="19" y="41"/>
                    <a:pt x="19" y="41"/>
                  </a:cubicBezTo>
                  <a:cubicBezTo>
                    <a:pt x="19" y="41"/>
                    <a:pt x="19" y="41"/>
                    <a:pt x="19" y="41"/>
                  </a:cubicBezTo>
                  <a:cubicBezTo>
                    <a:pt x="20" y="39"/>
                    <a:pt x="20" y="39"/>
                    <a:pt x="20" y="39"/>
                  </a:cubicBezTo>
                  <a:cubicBezTo>
                    <a:pt x="20" y="38"/>
                    <a:pt x="20" y="38"/>
                    <a:pt x="20" y="38"/>
                  </a:cubicBezTo>
                  <a:cubicBezTo>
                    <a:pt x="20" y="38"/>
                    <a:pt x="20" y="38"/>
                    <a:pt x="20" y="38"/>
                  </a:cubicBezTo>
                  <a:cubicBezTo>
                    <a:pt x="19" y="38"/>
                    <a:pt x="19" y="38"/>
                    <a:pt x="19" y="38"/>
                  </a:cubicBezTo>
                  <a:cubicBezTo>
                    <a:pt x="18" y="38"/>
                    <a:pt x="18" y="38"/>
                    <a:pt x="18" y="38"/>
                  </a:cubicBezTo>
                  <a:cubicBezTo>
                    <a:pt x="18" y="38"/>
                    <a:pt x="18" y="38"/>
                    <a:pt x="18" y="38"/>
                  </a:cubicBezTo>
                  <a:cubicBezTo>
                    <a:pt x="18" y="39"/>
                    <a:pt x="18" y="39"/>
                    <a:pt x="18" y="39"/>
                  </a:cubicBezTo>
                  <a:cubicBezTo>
                    <a:pt x="18" y="39"/>
                    <a:pt x="18" y="39"/>
                    <a:pt x="18" y="39"/>
                  </a:cubicBezTo>
                  <a:cubicBezTo>
                    <a:pt x="17" y="39"/>
                    <a:pt x="16" y="39"/>
                    <a:pt x="15" y="39"/>
                  </a:cubicBezTo>
                  <a:cubicBezTo>
                    <a:pt x="14" y="39"/>
                    <a:pt x="14" y="39"/>
                    <a:pt x="14" y="39"/>
                  </a:cubicBezTo>
                  <a:cubicBezTo>
                    <a:pt x="14" y="39"/>
                    <a:pt x="14" y="39"/>
                    <a:pt x="14" y="39"/>
                  </a:cubicBezTo>
                  <a:cubicBezTo>
                    <a:pt x="14" y="39"/>
                    <a:pt x="14" y="39"/>
                    <a:pt x="14" y="39"/>
                  </a:cubicBezTo>
                  <a:cubicBezTo>
                    <a:pt x="13" y="38"/>
                    <a:pt x="12" y="38"/>
                    <a:pt x="11"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9" y="38"/>
                    <a:pt x="8" y="37"/>
                    <a:pt x="7" y="37"/>
                  </a:cubicBezTo>
                  <a:cubicBezTo>
                    <a:pt x="7" y="37"/>
                    <a:pt x="7" y="37"/>
                    <a:pt x="7" y="37"/>
                  </a:cubicBezTo>
                  <a:cubicBezTo>
                    <a:pt x="7" y="37"/>
                    <a:pt x="7" y="37"/>
                    <a:pt x="7" y="37"/>
                  </a:cubicBezTo>
                  <a:cubicBezTo>
                    <a:pt x="6" y="37"/>
                    <a:pt x="6" y="37"/>
                    <a:pt x="6" y="37"/>
                  </a:cubicBezTo>
                  <a:cubicBezTo>
                    <a:pt x="5" y="37"/>
                    <a:pt x="5" y="37"/>
                    <a:pt x="5" y="37"/>
                  </a:cubicBezTo>
                  <a:cubicBezTo>
                    <a:pt x="5" y="37"/>
                    <a:pt x="5" y="37"/>
                    <a:pt x="5" y="37"/>
                  </a:cubicBezTo>
                  <a:cubicBezTo>
                    <a:pt x="5" y="37"/>
                    <a:pt x="5" y="37"/>
                    <a:pt x="5" y="37"/>
                  </a:cubicBezTo>
                  <a:cubicBezTo>
                    <a:pt x="5" y="37"/>
                    <a:pt x="4" y="38"/>
                    <a:pt x="3" y="39"/>
                  </a:cubicBezTo>
                  <a:cubicBezTo>
                    <a:pt x="2" y="40"/>
                    <a:pt x="1" y="42"/>
                    <a:pt x="0" y="42"/>
                  </a:cubicBezTo>
                  <a:cubicBezTo>
                    <a:pt x="1" y="43"/>
                    <a:pt x="1" y="43"/>
                    <a:pt x="1" y="43"/>
                  </a:cubicBezTo>
                  <a:cubicBezTo>
                    <a:pt x="1" y="43"/>
                    <a:pt x="1" y="43"/>
                    <a:pt x="1" y="43"/>
                  </a:cubicBezTo>
                  <a:cubicBezTo>
                    <a:pt x="2" y="43"/>
                    <a:pt x="3" y="42"/>
                    <a:pt x="4" y="41"/>
                  </a:cubicBezTo>
                  <a:lnTo>
                    <a:pt x="6" y="39"/>
                  </a:lnTo>
                  <a:close/>
                  <a:moveTo>
                    <a:pt x="26" y="10"/>
                  </a:moveTo>
                  <a:cubicBezTo>
                    <a:pt x="32" y="10"/>
                    <a:pt x="32" y="10"/>
                    <a:pt x="32" y="10"/>
                  </a:cubicBezTo>
                  <a:cubicBezTo>
                    <a:pt x="32" y="9"/>
                    <a:pt x="32" y="9"/>
                    <a:pt x="32" y="9"/>
                  </a:cubicBezTo>
                  <a:cubicBezTo>
                    <a:pt x="26" y="9"/>
                    <a:pt x="26" y="9"/>
                    <a:pt x="26" y="9"/>
                  </a:cubicBezTo>
                  <a:lnTo>
                    <a:pt x="26" y="10"/>
                  </a:lnTo>
                  <a:close/>
                  <a:moveTo>
                    <a:pt x="29" y="14"/>
                  </a:moveTo>
                  <a:cubicBezTo>
                    <a:pt x="36" y="14"/>
                    <a:pt x="36" y="14"/>
                    <a:pt x="36" y="14"/>
                  </a:cubicBezTo>
                  <a:cubicBezTo>
                    <a:pt x="36" y="11"/>
                    <a:pt x="36" y="11"/>
                    <a:pt x="36" y="11"/>
                  </a:cubicBezTo>
                  <a:cubicBezTo>
                    <a:pt x="29" y="11"/>
                    <a:pt x="29" y="11"/>
                    <a:pt x="29" y="11"/>
                  </a:cubicBezTo>
                  <a:lnTo>
                    <a:pt x="29" y="14"/>
                  </a:lnTo>
                  <a:close/>
                  <a:moveTo>
                    <a:pt x="26" y="17"/>
                  </a:moveTo>
                  <a:cubicBezTo>
                    <a:pt x="32" y="17"/>
                    <a:pt x="32" y="17"/>
                    <a:pt x="32" y="17"/>
                  </a:cubicBezTo>
                  <a:cubicBezTo>
                    <a:pt x="32" y="15"/>
                    <a:pt x="32" y="15"/>
                    <a:pt x="32" y="15"/>
                  </a:cubicBezTo>
                  <a:cubicBezTo>
                    <a:pt x="26" y="15"/>
                    <a:pt x="26" y="15"/>
                    <a:pt x="26" y="15"/>
                  </a:cubicBezTo>
                  <a:lnTo>
                    <a:pt x="26" y="17"/>
                  </a:lnTo>
                  <a:close/>
                  <a:moveTo>
                    <a:pt x="37" y="17"/>
                  </a:moveTo>
                  <a:cubicBezTo>
                    <a:pt x="29" y="17"/>
                    <a:pt x="29" y="17"/>
                    <a:pt x="29" y="17"/>
                  </a:cubicBezTo>
                  <a:cubicBezTo>
                    <a:pt x="29" y="20"/>
                    <a:pt x="29" y="20"/>
                    <a:pt x="29" y="20"/>
                  </a:cubicBezTo>
                  <a:cubicBezTo>
                    <a:pt x="37" y="20"/>
                    <a:pt x="37" y="20"/>
                    <a:pt x="37" y="20"/>
                  </a:cubicBezTo>
                  <a:lnTo>
                    <a:pt x="37" y="17"/>
                  </a:lnTo>
                  <a:close/>
                  <a:moveTo>
                    <a:pt x="29" y="17"/>
                  </a:moveTo>
                  <a:cubicBezTo>
                    <a:pt x="22" y="17"/>
                    <a:pt x="22" y="17"/>
                    <a:pt x="22" y="17"/>
                  </a:cubicBezTo>
                  <a:cubicBezTo>
                    <a:pt x="22" y="20"/>
                    <a:pt x="22" y="20"/>
                    <a:pt x="22" y="20"/>
                  </a:cubicBezTo>
                  <a:cubicBezTo>
                    <a:pt x="29" y="20"/>
                    <a:pt x="29" y="20"/>
                    <a:pt x="29" y="20"/>
                  </a:cubicBezTo>
                  <a:lnTo>
                    <a:pt x="29" y="17"/>
                  </a:lnTo>
                  <a:close/>
                  <a:moveTo>
                    <a:pt x="26" y="22"/>
                  </a:moveTo>
                  <a:cubicBezTo>
                    <a:pt x="28" y="22"/>
                    <a:pt x="29" y="23"/>
                    <a:pt x="30" y="24"/>
                  </a:cubicBezTo>
                  <a:cubicBezTo>
                    <a:pt x="33" y="24"/>
                    <a:pt x="33" y="24"/>
                    <a:pt x="33" y="24"/>
                  </a:cubicBezTo>
                  <a:cubicBezTo>
                    <a:pt x="33" y="21"/>
                    <a:pt x="33" y="21"/>
                    <a:pt x="33" y="21"/>
                  </a:cubicBezTo>
                  <a:cubicBezTo>
                    <a:pt x="26" y="21"/>
                    <a:pt x="26" y="21"/>
                    <a:pt x="26" y="21"/>
                  </a:cubicBezTo>
                  <a:lnTo>
                    <a:pt x="26" y="22"/>
                  </a:lnTo>
                  <a:close/>
                  <a:moveTo>
                    <a:pt x="19" y="10"/>
                  </a:moveTo>
                  <a:cubicBezTo>
                    <a:pt x="25" y="10"/>
                    <a:pt x="25" y="10"/>
                    <a:pt x="25" y="10"/>
                  </a:cubicBezTo>
                  <a:cubicBezTo>
                    <a:pt x="25" y="9"/>
                    <a:pt x="25" y="9"/>
                    <a:pt x="25" y="9"/>
                  </a:cubicBezTo>
                  <a:cubicBezTo>
                    <a:pt x="19" y="9"/>
                    <a:pt x="19" y="9"/>
                    <a:pt x="19" y="9"/>
                  </a:cubicBezTo>
                  <a:lnTo>
                    <a:pt x="19" y="10"/>
                  </a:lnTo>
                  <a:close/>
                  <a:moveTo>
                    <a:pt x="42" y="43"/>
                  </a:moveTo>
                  <a:cubicBezTo>
                    <a:pt x="42" y="43"/>
                    <a:pt x="42" y="43"/>
                    <a:pt x="42" y="43"/>
                  </a:cubicBezTo>
                  <a:cubicBezTo>
                    <a:pt x="43" y="43"/>
                    <a:pt x="43" y="43"/>
                    <a:pt x="43" y="43"/>
                  </a:cubicBezTo>
                  <a:cubicBezTo>
                    <a:pt x="44" y="41"/>
                    <a:pt x="44" y="41"/>
                    <a:pt x="44" y="41"/>
                  </a:cubicBezTo>
                  <a:cubicBezTo>
                    <a:pt x="44" y="41"/>
                    <a:pt x="44" y="41"/>
                    <a:pt x="44" y="41"/>
                  </a:cubicBezTo>
                  <a:cubicBezTo>
                    <a:pt x="44" y="41"/>
                    <a:pt x="44" y="41"/>
                    <a:pt x="44" y="41"/>
                  </a:cubicBezTo>
                  <a:cubicBezTo>
                    <a:pt x="43" y="41"/>
                    <a:pt x="43" y="41"/>
                    <a:pt x="43" y="41"/>
                  </a:cubicBezTo>
                  <a:cubicBezTo>
                    <a:pt x="43" y="41"/>
                    <a:pt x="43" y="41"/>
                    <a:pt x="43" y="41"/>
                  </a:cubicBezTo>
                  <a:cubicBezTo>
                    <a:pt x="43" y="41"/>
                    <a:pt x="43" y="41"/>
                    <a:pt x="43" y="41"/>
                  </a:cubicBezTo>
                  <a:cubicBezTo>
                    <a:pt x="43" y="41"/>
                    <a:pt x="43" y="41"/>
                    <a:pt x="43" y="41"/>
                  </a:cubicBezTo>
                  <a:cubicBezTo>
                    <a:pt x="42" y="42"/>
                    <a:pt x="42" y="42"/>
                    <a:pt x="42" y="42"/>
                  </a:cubicBezTo>
                  <a:cubicBezTo>
                    <a:pt x="42" y="42"/>
                    <a:pt x="42" y="42"/>
                    <a:pt x="42" y="42"/>
                  </a:cubicBezTo>
                  <a:cubicBezTo>
                    <a:pt x="42" y="42"/>
                    <a:pt x="42" y="42"/>
                    <a:pt x="42" y="42"/>
                  </a:cubicBezTo>
                  <a:cubicBezTo>
                    <a:pt x="42" y="43"/>
                    <a:pt x="42" y="43"/>
                    <a:pt x="42" y="43"/>
                  </a:cubicBezTo>
                  <a:close/>
                  <a:moveTo>
                    <a:pt x="20" y="31"/>
                  </a:moveTo>
                  <a:cubicBezTo>
                    <a:pt x="8" y="31"/>
                    <a:pt x="8" y="31"/>
                    <a:pt x="8" y="31"/>
                  </a:cubicBezTo>
                  <a:cubicBezTo>
                    <a:pt x="7" y="35"/>
                    <a:pt x="7" y="35"/>
                    <a:pt x="7" y="35"/>
                  </a:cubicBezTo>
                  <a:cubicBezTo>
                    <a:pt x="20" y="35"/>
                    <a:pt x="20" y="35"/>
                    <a:pt x="20" y="35"/>
                  </a:cubicBezTo>
                  <a:lnTo>
                    <a:pt x="20" y="31"/>
                  </a:lnTo>
                  <a:close/>
                  <a:moveTo>
                    <a:pt x="38" y="27"/>
                  </a:moveTo>
                  <a:cubicBezTo>
                    <a:pt x="42" y="27"/>
                    <a:pt x="42" y="27"/>
                    <a:pt x="42" y="27"/>
                  </a:cubicBezTo>
                  <a:cubicBezTo>
                    <a:pt x="41" y="24"/>
                    <a:pt x="41" y="24"/>
                    <a:pt x="41" y="24"/>
                  </a:cubicBezTo>
                  <a:cubicBezTo>
                    <a:pt x="38" y="24"/>
                    <a:pt x="38" y="24"/>
                    <a:pt x="38" y="24"/>
                  </a:cubicBezTo>
                  <a:lnTo>
                    <a:pt x="38" y="27"/>
                  </a:lnTo>
                  <a:close/>
                  <a:moveTo>
                    <a:pt x="12" y="24"/>
                  </a:moveTo>
                  <a:cubicBezTo>
                    <a:pt x="9" y="24"/>
                    <a:pt x="9" y="24"/>
                    <a:pt x="9" y="24"/>
                  </a:cubicBezTo>
                  <a:cubicBezTo>
                    <a:pt x="9" y="27"/>
                    <a:pt x="9" y="27"/>
                    <a:pt x="9" y="27"/>
                  </a:cubicBezTo>
                  <a:cubicBezTo>
                    <a:pt x="12" y="27"/>
                    <a:pt x="12" y="27"/>
                    <a:pt x="12" y="27"/>
                  </a:cubicBezTo>
                  <a:lnTo>
                    <a:pt x="12" y="24"/>
                  </a:lnTo>
                  <a:close/>
                  <a:moveTo>
                    <a:pt x="16" y="27"/>
                  </a:moveTo>
                  <a:cubicBezTo>
                    <a:pt x="9" y="27"/>
                    <a:pt x="9" y="27"/>
                    <a:pt x="9" y="27"/>
                  </a:cubicBezTo>
                  <a:cubicBezTo>
                    <a:pt x="8" y="30"/>
                    <a:pt x="8" y="30"/>
                    <a:pt x="8" y="30"/>
                  </a:cubicBezTo>
                  <a:cubicBezTo>
                    <a:pt x="16" y="30"/>
                    <a:pt x="16" y="30"/>
                    <a:pt x="16" y="30"/>
                  </a:cubicBezTo>
                  <a:lnTo>
                    <a:pt x="16" y="27"/>
                  </a:lnTo>
                  <a:close/>
                  <a:moveTo>
                    <a:pt x="7" y="37"/>
                  </a:moveTo>
                  <a:cubicBezTo>
                    <a:pt x="7" y="37"/>
                    <a:pt x="7" y="37"/>
                    <a:pt x="7" y="37"/>
                  </a:cubicBezTo>
                  <a:cubicBezTo>
                    <a:pt x="7" y="37"/>
                    <a:pt x="7" y="37"/>
                    <a:pt x="7" y="37"/>
                  </a:cubicBezTo>
                  <a:cubicBezTo>
                    <a:pt x="8" y="37"/>
                    <a:pt x="9" y="37"/>
                    <a:pt x="10" y="37"/>
                  </a:cubicBezTo>
                  <a:cubicBezTo>
                    <a:pt x="10" y="37"/>
                    <a:pt x="10" y="37"/>
                    <a:pt x="10" y="37"/>
                  </a:cubicBezTo>
                  <a:cubicBezTo>
                    <a:pt x="10" y="37"/>
                    <a:pt x="10" y="37"/>
                    <a:pt x="10" y="37"/>
                  </a:cubicBezTo>
                  <a:cubicBezTo>
                    <a:pt x="10" y="37"/>
                    <a:pt x="10" y="37"/>
                    <a:pt x="10" y="37"/>
                  </a:cubicBezTo>
                  <a:cubicBezTo>
                    <a:pt x="10" y="38"/>
                    <a:pt x="10" y="38"/>
                    <a:pt x="10" y="38"/>
                  </a:cubicBezTo>
                  <a:cubicBezTo>
                    <a:pt x="11" y="38"/>
                    <a:pt x="11" y="38"/>
                    <a:pt x="11" y="38"/>
                  </a:cubicBezTo>
                  <a:cubicBezTo>
                    <a:pt x="12" y="38"/>
                    <a:pt x="13" y="38"/>
                    <a:pt x="14" y="38"/>
                  </a:cubicBezTo>
                  <a:cubicBezTo>
                    <a:pt x="15" y="38"/>
                    <a:pt x="15" y="38"/>
                    <a:pt x="15" y="38"/>
                  </a:cubicBezTo>
                  <a:cubicBezTo>
                    <a:pt x="16" y="38"/>
                    <a:pt x="17" y="38"/>
                    <a:pt x="18" y="38"/>
                  </a:cubicBezTo>
                  <a:cubicBezTo>
                    <a:pt x="18" y="38"/>
                    <a:pt x="18" y="38"/>
                    <a:pt x="18" y="38"/>
                  </a:cubicBezTo>
                  <a:cubicBezTo>
                    <a:pt x="19" y="38"/>
                    <a:pt x="19" y="38"/>
                    <a:pt x="19" y="38"/>
                  </a:cubicBezTo>
                  <a:cubicBezTo>
                    <a:pt x="19" y="38"/>
                    <a:pt x="19" y="38"/>
                    <a:pt x="19" y="38"/>
                  </a:cubicBezTo>
                  <a:cubicBezTo>
                    <a:pt x="19" y="37"/>
                    <a:pt x="19" y="37"/>
                    <a:pt x="19" y="37"/>
                  </a:cubicBezTo>
                  <a:cubicBezTo>
                    <a:pt x="20" y="37"/>
                    <a:pt x="20" y="37"/>
                    <a:pt x="20" y="37"/>
                  </a:cubicBezTo>
                  <a:cubicBezTo>
                    <a:pt x="22" y="38"/>
                    <a:pt x="24" y="38"/>
                    <a:pt x="27" y="38"/>
                  </a:cubicBezTo>
                  <a:cubicBezTo>
                    <a:pt x="28" y="38"/>
                    <a:pt x="28" y="38"/>
                    <a:pt x="28" y="38"/>
                  </a:cubicBezTo>
                  <a:cubicBezTo>
                    <a:pt x="29" y="38"/>
                    <a:pt x="30" y="38"/>
                    <a:pt x="32" y="38"/>
                  </a:cubicBezTo>
                  <a:cubicBezTo>
                    <a:pt x="32" y="38"/>
                    <a:pt x="32" y="38"/>
                    <a:pt x="32" y="38"/>
                  </a:cubicBezTo>
                  <a:cubicBezTo>
                    <a:pt x="32" y="38"/>
                    <a:pt x="32" y="38"/>
                    <a:pt x="32" y="38"/>
                  </a:cubicBezTo>
                  <a:cubicBezTo>
                    <a:pt x="33" y="38"/>
                    <a:pt x="33" y="38"/>
                    <a:pt x="33" y="38"/>
                  </a:cubicBezTo>
                  <a:cubicBezTo>
                    <a:pt x="33" y="38"/>
                    <a:pt x="33" y="38"/>
                    <a:pt x="33" y="38"/>
                  </a:cubicBezTo>
                  <a:cubicBezTo>
                    <a:pt x="33" y="38"/>
                    <a:pt x="33" y="38"/>
                    <a:pt x="33" y="38"/>
                  </a:cubicBezTo>
                  <a:cubicBezTo>
                    <a:pt x="34" y="38"/>
                    <a:pt x="34" y="38"/>
                    <a:pt x="34" y="38"/>
                  </a:cubicBezTo>
                  <a:cubicBezTo>
                    <a:pt x="36" y="38"/>
                    <a:pt x="36" y="38"/>
                    <a:pt x="36" y="38"/>
                  </a:cubicBezTo>
                  <a:cubicBezTo>
                    <a:pt x="36" y="38"/>
                    <a:pt x="36" y="38"/>
                    <a:pt x="36" y="38"/>
                  </a:cubicBezTo>
                  <a:cubicBezTo>
                    <a:pt x="36" y="38"/>
                    <a:pt x="36" y="38"/>
                    <a:pt x="36" y="38"/>
                  </a:cubicBezTo>
                  <a:cubicBezTo>
                    <a:pt x="39" y="38"/>
                    <a:pt x="39" y="38"/>
                    <a:pt x="39" y="38"/>
                  </a:cubicBezTo>
                  <a:cubicBezTo>
                    <a:pt x="45" y="38"/>
                    <a:pt x="45" y="38"/>
                    <a:pt x="45" y="38"/>
                  </a:cubicBezTo>
                  <a:cubicBezTo>
                    <a:pt x="45" y="37"/>
                    <a:pt x="45" y="37"/>
                    <a:pt x="45" y="37"/>
                  </a:cubicBezTo>
                  <a:cubicBezTo>
                    <a:pt x="44" y="36"/>
                    <a:pt x="44" y="36"/>
                    <a:pt x="44" y="36"/>
                  </a:cubicBezTo>
                  <a:cubicBezTo>
                    <a:pt x="44" y="36"/>
                    <a:pt x="44" y="36"/>
                    <a:pt x="44" y="36"/>
                  </a:cubicBezTo>
                  <a:cubicBezTo>
                    <a:pt x="33" y="36"/>
                    <a:pt x="33" y="36"/>
                    <a:pt x="33" y="36"/>
                  </a:cubicBezTo>
                  <a:cubicBezTo>
                    <a:pt x="7" y="36"/>
                    <a:pt x="7" y="36"/>
                    <a:pt x="7" y="36"/>
                  </a:cubicBezTo>
                  <a:cubicBezTo>
                    <a:pt x="6" y="36"/>
                    <a:pt x="6" y="36"/>
                    <a:pt x="6" y="36"/>
                  </a:cubicBezTo>
                  <a:cubicBezTo>
                    <a:pt x="7" y="36"/>
                    <a:pt x="7" y="36"/>
                    <a:pt x="7" y="36"/>
                  </a:cubicBezTo>
                  <a:lnTo>
                    <a:pt x="7" y="37"/>
                  </a:lnTo>
                  <a:close/>
                  <a:moveTo>
                    <a:pt x="43" y="40"/>
                  </a:moveTo>
                  <a:cubicBezTo>
                    <a:pt x="42" y="39"/>
                    <a:pt x="42" y="39"/>
                    <a:pt x="42" y="39"/>
                  </a:cubicBezTo>
                  <a:cubicBezTo>
                    <a:pt x="42" y="39"/>
                    <a:pt x="42" y="39"/>
                    <a:pt x="42" y="39"/>
                  </a:cubicBezTo>
                  <a:cubicBezTo>
                    <a:pt x="42" y="38"/>
                    <a:pt x="42" y="38"/>
                    <a:pt x="42" y="38"/>
                  </a:cubicBezTo>
                  <a:cubicBezTo>
                    <a:pt x="42" y="38"/>
                    <a:pt x="42" y="38"/>
                    <a:pt x="42" y="38"/>
                  </a:cubicBezTo>
                  <a:cubicBezTo>
                    <a:pt x="39" y="38"/>
                    <a:pt x="39" y="38"/>
                    <a:pt x="39" y="38"/>
                  </a:cubicBezTo>
                  <a:cubicBezTo>
                    <a:pt x="36" y="38"/>
                    <a:pt x="36" y="38"/>
                    <a:pt x="36" y="38"/>
                  </a:cubicBezTo>
                  <a:cubicBezTo>
                    <a:pt x="37" y="39"/>
                    <a:pt x="37" y="39"/>
                    <a:pt x="37" y="39"/>
                  </a:cubicBezTo>
                  <a:cubicBezTo>
                    <a:pt x="38" y="39"/>
                    <a:pt x="38" y="39"/>
                    <a:pt x="38" y="39"/>
                  </a:cubicBezTo>
                  <a:cubicBezTo>
                    <a:pt x="38" y="39"/>
                    <a:pt x="38" y="39"/>
                    <a:pt x="38" y="39"/>
                  </a:cubicBezTo>
                  <a:cubicBezTo>
                    <a:pt x="38" y="39"/>
                    <a:pt x="38" y="39"/>
                    <a:pt x="38" y="39"/>
                  </a:cubicBezTo>
                  <a:cubicBezTo>
                    <a:pt x="38" y="40"/>
                    <a:pt x="38" y="40"/>
                    <a:pt x="38" y="40"/>
                  </a:cubicBezTo>
                  <a:cubicBezTo>
                    <a:pt x="38" y="40"/>
                    <a:pt x="38" y="40"/>
                    <a:pt x="38" y="40"/>
                  </a:cubicBezTo>
                  <a:cubicBezTo>
                    <a:pt x="38" y="40"/>
                    <a:pt x="38" y="40"/>
                    <a:pt x="38" y="40"/>
                  </a:cubicBezTo>
                  <a:cubicBezTo>
                    <a:pt x="39" y="41"/>
                    <a:pt x="39" y="41"/>
                    <a:pt x="39" y="41"/>
                  </a:cubicBezTo>
                  <a:cubicBezTo>
                    <a:pt x="39" y="41"/>
                    <a:pt x="39" y="41"/>
                    <a:pt x="39" y="41"/>
                  </a:cubicBezTo>
                  <a:cubicBezTo>
                    <a:pt x="39" y="42"/>
                    <a:pt x="39" y="42"/>
                    <a:pt x="39" y="42"/>
                  </a:cubicBezTo>
                  <a:cubicBezTo>
                    <a:pt x="39" y="42"/>
                    <a:pt x="39" y="42"/>
                    <a:pt x="39" y="42"/>
                  </a:cubicBezTo>
                  <a:cubicBezTo>
                    <a:pt x="40" y="42"/>
                    <a:pt x="40" y="42"/>
                    <a:pt x="40" y="42"/>
                  </a:cubicBezTo>
                  <a:cubicBezTo>
                    <a:pt x="40" y="42"/>
                    <a:pt x="40" y="42"/>
                    <a:pt x="40" y="42"/>
                  </a:cubicBezTo>
                  <a:cubicBezTo>
                    <a:pt x="40" y="42"/>
                    <a:pt x="40" y="42"/>
                    <a:pt x="40" y="42"/>
                  </a:cubicBezTo>
                  <a:cubicBezTo>
                    <a:pt x="40" y="42"/>
                    <a:pt x="40" y="42"/>
                    <a:pt x="40" y="42"/>
                  </a:cubicBezTo>
                  <a:cubicBezTo>
                    <a:pt x="40" y="42"/>
                    <a:pt x="40" y="42"/>
                    <a:pt x="40" y="42"/>
                  </a:cubicBezTo>
                  <a:cubicBezTo>
                    <a:pt x="41" y="42"/>
                    <a:pt x="41" y="42"/>
                    <a:pt x="41" y="42"/>
                  </a:cubicBezTo>
                  <a:cubicBezTo>
                    <a:pt x="41" y="42"/>
                    <a:pt x="41" y="42"/>
                    <a:pt x="41" y="42"/>
                  </a:cubicBezTo>
                  <a:cubicBezTo>
                    <a:pt x="41" y="42"/>
                    <a:pt x="41" y="42"/>
                    <a:pt x="41" y="42"/>
                  </a:cubicBezTo>
                  <a:cubicBezTo>
                    <a:pt x="41" y="42"/>
                    <a:pt x="41" y="42"/>
                    <a:pt x="41" y="42"/>
                  </a:cubicBezTo>
                  <a:cubicBezTo>
                    <a:pt x="42" y="41"/>
                    <a:pt x="42" y="41"/>
                    <a:pt x="42" y="41"/>
                  </a:cubicBezTo>
                  <a:cubicBezTo>
                    <a:pt x="42" y="41"/>
                    <a:pt x="42" y="41"/>
                    <a:pt x="42" y="41"/>
                  </a:cubicBezTo>
                  <a:cubicBezTo>
                    <a:pt x="42" y="41"/>
                    <a:pt x="42" y="41"/>
                    <a:pt x="42" y="41"/>
                  </a:cubicBezTo>
                  <a:cubicBezTo>
                    <a:pt x="43" y="41"/>
                    <a:pt x="43" y="41"/>
                    <a:pt x="43" y="41"/>
                  </a:cubicBezTo>
                  <a:cubicBezTo>
                    <a:pt x="43" y="40"/>
                    <a:pt x="43" y="40"/>
                    <a:pt x="43" y="40"/>
                  </a:cubicBezTo>
                  <a:close/>
                  <a:moveTo>
                    <a:pt x="29" y="40"/>
                  </a:moveTo>
                  <a:cubicBezTo>
                    <a:pt x="30" y="40"/>
                    <a:pt x="30" y="40"/>
                    <a:pt x="30" y="40"/>
                  </a:cubicBezTo>
                  <a:cubicBezTo>
                    <a:pt x="30" y="40"/>
                    <a:pt x="30" y="40"/>
                    <a:pt x="30" y="40"/>
                  </a:cubicBezTo>
                  <a:cubicBezTo>
                    <a:pt x="31" y="40"/>
                    <a:pt x="31" y="40"/>
                    <a:pt x="31" y="40"/>
                  </a:cubicBezTo>
                  <a:cubicBezTo>
                    <a:pt x="31" y="40"/>
                    <a:pt x="31" y="40"/>
                    <a:pt x="31" y="40"/>
                  </a:cubicBezTo>
                  <a:cubicBezTo>
                    <a:pt x="31" y="40"/>
                    <a:pt x="31" y="40"/>
                    <a:pt x="31" y="40"/>
                  </a:cubicBezTo>
                  <a:cubicBezTo>
                    <a:pt x="32" y="41"/>
                    <a:pt x="33" y="43"/>
                    <a:pt x="34" y="43"/>
                  </a:cubicBezTo>
                  <a:cubicBezTo>
                    <a:pt x="34" y="42"/>
                    <a:pt x="34" y="41"/>
                    <a:pt x="34" y="40"/>
                  </a:cubicBezTo>
                  <a:cubicBezTo>
                    <a:pt x="33" y="39"/>
                    <a:pt x="33" y="39"/>
                    <a:pt x="33" y="39"/>
                  </a:cubicBezTo>
                  <a:cubicBezTo>
                    <a:pt x="33" y="39"/>
                    <a:pt x="33" y="39"/>
                    <a:pt x="33" y="39"/>
                  </a:cubicBezTo>
                  <a:cubicBezTo>
                    <a:pt x="33" y="39"/>
                    <a:pt x="33" y="39"/>
                    <a:pt x="33" y="39"/>
                  </a:cubicBezTo>
                  <a:cubicBezTo>
                    <a:pt x="33" y="39"/>
                    <a:pt x="33" y="39"/>
                    <a:pt x="33" y="39"/>
                  </a:cubicBezTo>
                  <a:cubicBezTo>
                    <a:pt x="32" y="39"/>
                    <a:pt x="32" y="39"/>
                    <a:pt x="32" y="39"/>
                  </a:cubicBezTo>
                  <a:cubicBezTo>
                    <a:pt x="30" y="39"/>
                    <a:pt x="29" y="39"/>
                    <a:pt x="28" y="39"/>
                  </a:cubicBezTo>
                  <a:cubicBezTo>
                    <a:pt x="27" y="39"/>
                    <a:pt x="27" y="39"/>
                    <a:pt x="27" y="39"/>
                  </a:cubicBezTo>
                  <a:cubicBezTo>
                    <a:pt x="25" y="38"/>
                    <a:pt x="25" y="38"/>
                    <a:pt x="25" y="38"/>
                  </a:cubicBezTo>
                  <a:cubicBezTo>
                    <a:pt x="25" y="39"/>
                    <a:pt x="25" y="39"/>
                    <a:pt x="25" y="39"/>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0"/>
                    <a:pt x="23" y="40"/>
                    <a:pt x="23" y="40"/>
                  </a:cubicBezTo>
                  <a:cubicBezTo>
                    <a:pt x="25" y="38"/>
                    <a:pt x="25" y="38"/>
                    <a:pt x="25" y="38"/>
                  </a:cubicBezTo>
                  <a:cubicBezTo>
                    <a:pt x="23" y="38"/>
                    <a:pt x="22" y="38"/>
                    <a:pt x="21" y="38"/>
                  </a:cubicBezTo>
                  <a:cubicBezTo>
                    <a:pt x="21" y="39"/>
                    <a:pt x="21" y="39"/>
                    <a:pt x="21" y="39"/>
                  </a:cubicBezTo>
                  <a:cubicBezTo>
                    <a:pt x="21" y="39"/>
                    <a:pt x="21" y="39"/>
                    <a:pt x="21" y="39"/>
                  </a:cubicBezTo>
                  <a:cubicBezTo>
                    <a:pt x="20" y="39"/>
                    <a:pt x="20" y="39"/>
                    <a:pt x="20" y="39"/>
                  </a:cubicBezTo>
                  <a:cubicBezTo>
                    <a:pt x="20" y="41"/>
                    <a:pt x="20" y="41"/>
                    <a:pt x="20" y="41"/>
                  </a:cubicBezTo>
                  <a:cubicBezTo>
                    <a:pt x="20" y="41"/>
                    <a:pt x="20" y="41"/>
                    <a:pt x="20" y="41"/>
                  </a:cubicBezTo>
                  <a:cubicBezTo>
                    <a:pt x="20" y="41"/>
                    <a:pt x="20" y="41"/>
                    <a:pt x="20" y="41"/>
                  </a:cubicBezTo>
                  <a:cubicBezTo>
                    <a:pt x="20" y="41"/>
                    <a:pt x="20" y="41"/>
                    <a:pt x="20" y="41"/>
                  </a:cubicBezTo>
                  <a:cubicBezTo>
                    <a:pt x="23" y="41"/>
                    <a:pt x="23" y="41"/>
                    <a:pt x="23" y="41"/>
                  </a:cubicBezTo>
                  <a:cubicBezTo>
                    <a:pt x="23" y="41"/>
                    <a:pt x="23" y="41"/>
                    <a:pt x="23" y="41"/>
                  </a:cubicBezTo>
                  <a:cubicBezTo>
                    <a:pt x="23" y="42"/>
                    <a:pt x="24" y="42"/>
                    <a:pt x="26" y="42"/>
                  </a:cubicBezTo>
                  <a:cubicBezTo>
                    <a:pt x="27" y="42"/>
                    <a:pt x="27" y="42"/>
                    <a:pt x="27" y="42"/>
                  </a:cubicBezTo>
                  <a:cubicBezTo>
                    <a:pt x="27" y="42"/>
                    <a:pt x="28" y="41"/>
                    <a:pt x="29" y="40"/>
                  </a:cubicBezTo>
                  <a:moveTo>
                    <a:pt x="46" y="42"/>
                  </a:moveTo>
                  <a:cubicBezTo>
                    <a:pt x="46" y="42"/>
                    <a:pt x="46" y="42"/>
                    <a:pt x="46" y="42"/>
                  </a:cubicBezTo>
                  <a:cubicBezTo>
                    <a:pt x="45" y="42"/>
                    <a:pt x="45" y="42"/>
                    <a:pt x="45" y="42"/>
                  </a:cubicBezTo>
                  <a:cubicBezTo>
                    <a:pt x="44" y="42"/>
                    <a:pt x="44" y="42"/>
                    <a:pt x="44" y="42"/>
                  </a:cubicBezTo>
                  <a:cubicBezTo>
                    <a:pt x="44" y="42"/>
                    <a:pt x="43" y="43"/>
                    <a:pt x="43" y="43"/>
                  </a:cubicBezTo>
                  <a:cubicBezTo>
                    <a:pt x="42" y="43"/>
                    <a:pt x="42" y="43"/>
                    <a:pt x="42" y="43"/>
                  </a:cubicBezTo>
                  <a:cubicBezTo>
                    <a:pt x="42" y="43"/>
                    <a:pt x="42" y="43"/>
                    <a:pt x="42" y="43"/>
                  </a:cubicBezTo>
                  <a:cubicBezTo>
                    <a:pt x="42" y="43"/>
                    <a:pt x="42" y="43"/>
                    <a:pt x="42" y="43"/>
                  </a:cubicBezTo>
                  <a:cubicBezTo>
                    <a:pt x="42" y="43"/>
                    <a:pt x="42" y="43"/>
                    <a:pt x="42" y="43"/>
                  </a:cubicBezTo>
                  <a:cubicBezTo>
                    <a:pt x="42" y="42"/>
                    <a:pt x="42" y="42"/>
                    <a:pt x="42" y="42"/>
                  </a:cubicBezTo>
                  <a:cubicBezTo>
                    <a:pt x="42" y="42"/>
                    <a:pt x="42" y="42"/>
                    <a:pt x="42" y="42"/>
                  </a:cubicBezTo>
                  <a:cubicBezTo>
                    <a:pt x="41" y="43"/>
                    <a:pt x="41" y="43"/>
                    <a:pt x="41" y="43"/>
                  </a:cubicBezTo>
                  <a:cubicBezTo>
                    <a:pt x="41" y="43"/>
                    <a:pt x="41" y="43"/>
                    <a:pt x="41" y="43"/>
                  </a:cubicBezTo>
                  <a:cubicBezTo>
                    <a:pt x="40" y="43"/>
                    <a:pt x="40" y="43"/>
                    <a:pt x="40" y="43"/>
                  </a:cubicBezTo>
                  <a:cubicBezTo>
                    <a:pt x="39" y="42"/>
                    <a:pt x="39" y="42"/>
                    <a:pt x="39" y="42"/>
                  </a:cubicBezTo>
                  <a:cubicBezTo>
                    <a:pt x="37" y="42"/>
                    <a:pt x="37" y="42"/>
                    <a:pt x="37" y="42"/>
                  </a:cubicBezTo>
                  <a:cubicBezTo>
                    <a:pt x="37" y="42"/>
                    <a:pt x="37" y="42"/>
                    <a:pt x="37" y="42"/>
                  </a:cubicBezTo>
                  <a:cubicBezTo>
                    <a:pt x="35" y="41"/>
                    <a:pt x="35" y="41"/>
                    <a:pt x="35" y="41"/>
                  </a:cubicBezTo>
                  <a:cubicBezTo>
                    <a:pt x="35" y="41"/>
                    <a:pt x="35" y="41"/>
                    <a:pt x="35" y="41"/>
                  </a:cubicBezTo>
                  <a:cubicBezTo>
                    <a:pt x="35" y="41"/>
                    <a:pt x="35" y="41"/>
                    <a:pt x="35" y="41"/>
                  </a:cubicBezTo>
                  <a:cubicBezTo>
                    <a:pt x="35" y="40"/>
                    <a:pt x="35" y="40"/>
                    <a:pt x="35" y="40"/>
                  </a:cubicBezTo>
                  <a:cubicBezTo>
                    <a:pt x="35" y="41"/>
                    <a:pt x="35" y="42"/>
                    <a:pt x="34" y="43"/>
                  </a:cubicBezTo>
                  <a:cubicBezTo>
                    <a:pt x="34" y="43"/>
                    <a:pt x="34" y="43"/>
                    <a:pt x="34" y="43"/>
                  </a:cubicBezTo>
                  <a:cubicBezTo>
                    <a:pt x="34" y="43"/>
                    <a:pt x="34" y="43"/>
                    <a:pt x="34" y="43"/>
                  </a:cubicBezTo>
                  <a:cubicBezTo>
                    <a:pt x="34" y="43"/>
                    <a:pt x="34" y="43"/>
                    <a:pt x="34" y="43"/>
                  </a:cubicBezTo>
                  <a:cubicBezTo>
                    <a:pt x="32" y="43"/>
                    <a:pt x="31" y="41"/>
                    <a:pt x="31" y="40"/>
                  </a:cubicBezTo>
                  <a:cubicBezTo>
                    <a:pt x="30" y="40"/>
                    <a:pt x="30" y="40"/>
                    <a:pt x="30" y="40"/>
                  </a:cubicBezTo>
                  <a:cubicBezTo>
                    <a:pt x="30" y="40"/>
                    <a:pt x="30" y="40"/>
                    <a:pt x="30" y="40"/>
                  </a:cubicBezTo>
                  <a:cubicBezTo>
                    <a:pt x="29" y="40"/>
                    <a:pt x="29" y="40"/>
                    <a:pt x="29" y="40"/>
                  </a:cubicBezTo>
                  <a:cubicBezTo>
                    <a:pt x="27" y="43"/>
                    <a:pt x="27" y="43"/>
                    <a:pt x="27" y="43"/>
                  </a:cubicBezTo>
                  <a:cubicBezTo>
                    <a:pt x="27" y="43"/>
                    <a:pt x="27" y="43"/>
                    <a:pt x="27" y="43"/>
                  </a:cubicBezTo>
                  <a:cubicBezTo>
                    <a:pt x="27" y="43"/>
                    <a:pt x="27" y="43"/>
                    <a:pt x="27" y="43"/>
                  </a:cubicBezTo>
                  <a:cubicBezTo>
                    <a:pt x="26" y="43"/>
                    <a:pt x="26" y="43"/>
                    <a:pt x="26" y="43"/>
                  </a:cubicBezTo>
                  <a:cubicBezTo>
                    <a:pt x="27" y="43"/>
                    <a:pt x="30" y="44"/>
                    <a:pt x="31" y="44"/>
                  </a:cubicBezTo>
                  <a:cubicBezTo>
                    <a:pt x="34" y="44"/>
                    <a:pt x="35" y="43"/>
                    <a:pt x="37" y="43"/>
                  </a:cubicBezTo>
                  <a:cubicBezTo>
                    <a:pt x="39" y="43"/>
                    <a:pt x="40" y="43"/>
                    <a:pt x="42" y="44"/>
                  </a:cubicBezTo>
                  <a:cubicBezTo>
                    <a:pt x="43" y="44"/>
                    <a:pt x="44" y="44"/>
                    <a:pt x="45" y="44"/>
                  </a:cubicBezTo>
                  <a:cubicBezTo>
                    <a:pt x="46" y="44"/>
                    <a:pt x="46" y="44"/>
                    <a:pt x="46" y="44"/>
                  </a:cubicBezTo>
                  <a:cubicBezTo>
                    <a:pt x="46" y="44"/>
                    <a:pt x="46" y="44"/>
                    <a:pt x="46" y="44"/>
                  </a:cubicBezTo>
                  <a:cubicBezTo>
                    <a:pt x="46" y="44"/>
                    <a:pt x="46" y="44"/>
                    <a:pt x="46" y="44"/>
                  </a:cubicBezTo>
                  <a:lnTo>
                    <a:pt x="46" y="42"/>
                  </a:lnTo>
                  <a:close/>
                  <a:moveTo>
                    <a:pt x="22" y="42"/>
                  </a:moveTo>
                  <a:cubicBezTo>
                    <a:pt x="20" y="42"/>
                    <a:pt x="20" y="42"/>
                    <a:pt x="20" y="42"/>
                  </a:cubicBezTo>
                  <a:cubicBezTo>
                    <a:pt x="20" y="42"/>
                    <a:pt x="20" y="42"/>
                    <a:pt x="20" y="42"/>
                  </a:cubicBezTo>
                  <a:cubicBezTo>
                    <a:pt x="20" y="44"/>
                    <a:pt x="20" y="44"/>
                    <a:pt x="20" y="44"/>
                  </a:cubicBezTo>
                  <a:cubicBezTo>
                    <a:pt x="20" y="44"/>
                    <a:pt x="20" y="44"/>
                    <a:pt x="20" y="44"/>
                  </a:cubicBezTo>
                  <a:cubicBezTo>
                    <a:pt x="19" y="44"/>
                    <a:pt x="19" y="44"/>
                    <a:pt x="19" y="44"/>
                  </a:cubicBezTo>
                  <a:cubicBezTo>
                    <a:pt x="19" y="44"/>
                    <a:pt x="19" y="44"/>
                    <a:pt x="19" y="44"/>
                  </a:cubicBezTo>
                  <a:cubicBezTo>
                    <a:pt x="18" y="44"/>
                    <a:pt x="18" y="44"/>
                    <a:pt x="18" y="44"/>
                  </a:cubicBezTo>
                  <a:cubicBezTo>
                    <a:pt x="18" y="44"/>
                    <a:pt x="18" y="44"/>
                    <a:pt x="18" y="44"/>
                  </a:cubicBezTo>
                  <a:cubicBezTo>
                    <a:pt x="17" y="44"/>
                    <a:pt x="17" y="44"/>
                    <a:pt x="17" y="44"/>
                  </a:cubicBezTo>
                  <a:cubicBezTo>
                    <a:pt x="16" y="44"/>
                    <a:pt x="16" y="44"/>
                    <a:pt x="16" y="44"/>
                  </a:cubicBezTo>
                  <a:cubicBezTo>
                    <a:pt x="16" y="44"/>
                    <a:pt x="16" y="44"/>
                    <a:pt x="16" y="44"/>
                  </a:cubicBezTo>
                  <a:cubicBezTo>
                    <a:pt x="16" y="44"/>
                    <a:pt x="16" y="44"/>
                    <a:pt x="16" y="44"/>
                  </a:cubicBezTo>
                  <a:cubicBezTo>
                    <a:pt x="15" y="43"/>
                    <a:pt x="15" y="43"/>
                    <a:pt x="15" y="43"/>
                  </a:cubicBezTo>
                  <a:cubicBezTo>
                    <a:pt x="15" y="43"/>
                    <a:pt x="15" y="43"/>
                    <a:pt x="15" y="43"/>
                  </a:cubicBezTo>
                  <a:cubicBezTo>
                    <a:pt x="15" y="43"/>
                    <a:pt x="15" y="43"/>
                    <a:pt x="15" y="43"/>
                  </a:cubicBezTo>
                  <a:cubicBezTo>
                    <a:pt x="14" y="42"/>
                    <a:pt x="14" y="42"/>
                    <a:pt x="14" y="42"/>
                  </a:cubicBezTo>
                  <a:cubicBezTo>
                    <a:pt x="14" y="42"/>
                    <a:pt x="14" y="42"/>
                    <a:pt x="14" y="42"/>
                  </a:cubicBezTo>
                  <a:cubicBezTo>
                    <a:pt x="14" y="42"/>
                    <a:pt x="14" y="42"/>
                    <a:pt x="14" y="42"/>
                  </a:cubicBezTo>
                  <a:cubicBezTo>
                    <a:pt x="13" y="42"/>
                    <a:pt x="13" y="42"/>
                    <a:pt x="13" y="42"/>
                  </a:cubicBezTo>
                  <a:cubicBezTo>
                    <a:pt x="13" y="41"/>
                    <a:pt x="13" y="41"/>
                    <a:pt x="13" y="41"/>
                  </a:cubicBezTo>
                  <a:cubicBezTo>
                    <a:pt x="13" y="41"/>
                    <a:pt x="13" y="41"/>
                    <a:pt x="13" y="41"/>
                  </a:cubicBezTo>
                  <a:cubicBezTo>
                    <a:pt x="13" y="40"/>
                    <a:pt x="13" y="40"/>
                    <a:pt x="13" y="40"/>
                  </a:cubicBezTo>
                  <a:cubicBezTo>
                    <a:pt x="11" y="42"/>
                    <a:pt x="11" y="42"/>
                    <a:pt x="11" y="42"/>
                  </a:cubicBezTo>
                  <a:cubicBezTo>
                    <a:pt x="11" y="42"/>
                    <a:pt x="11" y="42"/>
                    <a:pt x="11" y="42"/>
                  </a:cubicBezTo>
                  <a:cubicBezTo>
                    <a:pt x="11" y="42"/>
                    <a:pt x="11" y="42"/>
                    <a:pt x="11" y="42"/>
                  </a:cubicBezTo>
                  <a:cubicBezTo>
                    <a:pt x="10" y="42"/>
                    <a:pt x="10" y="42"/>
                    <a:pt x="10" y="42"/>
                  </a:cubicBezTo>
                  <a:cubicBezTo>
                    <a:pt x="8" y="44"/>
                    <a:pt x="8" y="44"/>
                    <a:pt x="8" y="44"/>
                  </a:cubicBezTo>
                  <a:cubicBezTo>
                    <a:pt x="8" y="44"/>
                    <a:pt x="8" y="44"/>
                    <a:pt x="8" y="44"/>
                  </a:cubicBezTo>
                  <a:cubicBezTo>
                    <a:pt x="7" y="44"/>
                    <a:pt x="7" y="44"/>
                    <a:pt x="7" y="44"/>
                  </a:cubicBezTo>
                  <a:cubicBezTo>
                    <a:pt x="6" y="44"/>
                    <a:pt x="6" y="44"/>
                    <a:pt x="6" y="44"/>
                  </a:cubicBezTo>
                  <a:cubicBezTo>
                    <a:pt x="6" y="44"/>
                    <a:pt x="6" y="44"/>
                    <a:pt x="6" y="44"/>
                  </a:cubicBezTo>
                  <a:cubicBezTo>
                    <a:pt x="6" y="44"/>
                    <a:pt x="6" y="44"/>
                    <a:pt x="6" y="44"/>
                  </a:cubicBezTo>
                  <a:cubicBezTo>
                    <a:pt x="5" y="43"/>
                    <a:pt x="5" y="43"/>
                    <a:pt x="4" y="42"/>
                  </a:cubicBezTo>
                  <a:cubicBezTo>
                    <a:pt x="4" y="42"/>
                    <a:pt x="3" y="43"/>
                    <a:pt x="1" y="44"/>
                  </a:cubicBezTo>
                  <a:cubicBezTo>
                    <a:pt x="2" y="44"/>
                    <a:pt x="2" y="44"/>
                    <a:pt x="2" y="44"/>
                  </a:cubicBezTo>
                  <a:cubicBezTo>
                    <a:pt x="3" y="44"/>
                    <a:pt x="3" y="44"/>
                    <a:pt x="5" y="45"/>
                  </a:cubicBezTo>
                  <a:cubicBezTo>
                    <a:pt x="5" y="45"/>
                    <a:pt x="5" y="45"/>
                    <a:pt x="5" y="45"/>
                  </a:cubicBezTo>
                  <a:cubicBezTo>
                    <a:pt x="7" y="45"/>
                    <a:pt x="8" y="44"/>
                    <a:pt x="8" y="44"/>
                  </a:cubicBezTo>
                  <a:cubicBezTo>
                    <a:pt x="9" y="44"/>
                    <a:pt x="11" y="42"/>
                    <a:pt x="12" y="42"/>
                  </a:cubicBezTo>
                  <a:cubicBezTo>
                    <a:pt x="12" y="42"/>
                    <a:pt x="12" y="42"/>
                    <a:pt x="12" y="42"/>
                  </a:cubicBezTo>
                  <a:cubicBezTo>
                    <a:pt x="13" y="42"/>
                    <a:pt x="15" y="43"/>
                    <a:pt x="16" y="44"/>
                  </a:cubicBezTo>
                  <a:cubicBezTo>
                    <a:pt x="17" y="44"/>
                    <a:pt x="18" y="45"/>
                    <a:pt x="19" y="45"/>
                  </a:cubicBezTo>
                  <a:cubicBezTo>
                    <a:pt x="19" y="45"/>
                    <a:pt x="19" y="45"/>
                    <a:pt x="19" y="45"/>
                  </a:cubicBezTo>
                  <a:cubicBezTo>
                    <a:pt x="20" y="45"/>
                    <a:pt x="22" y="43"/>
                    <a:pt x="24" y="43"/>
                  </a:cubicBezTo>
                  <a:lnTo>
                    <a:pt x="22" y="42"/>
                  </a:lnTo>
                  <a:close/>
                  <a:moveTo>
                    <a:pt x="37" y="42"/>
                  </a:moveTo>
                  <a:cubicBezTo>
                    <a:pt x="39" y="42"/>
                    <a:pt x="39" y="42"/>
                    <a:pt x="39" y="42"/>
                  </a:cubicBezTo>
                  <a:cubicBezTo>
                    <a:pt x="39" y="42"/>
                    <a:pt x="39" y="42"/>
                    <a:pt x="39" y="42"/>
                  </a:cubicBezTo>
                  <a:cubicBezTo>
                    <a:pt x="38" y="41"/>
                    <a:pt x="38" y="41"/>
                    <a:pt x="38" y="41"/>
                  </a:cubicBezTo>
                  <a:cubicBezTo>
                    <a:pt x="38" y="41"/>
                    <a:pt x="38" y="41"/>
                    <a:pt x="38" y="41"/>
                  </a:cubicBezTo>
                  <a:cubicBezTo>
                    <a:pt x="38" y="41"/>
                    <a:pt x="38" y="41"/>
                    <a:pt x="38" y="41"/>
                  </a:cubicBezTo>
                  <a:cubicBezTo>
                    <a:pt x="38" y="40"/>
                    <a:pt x="38" y="40"/>
                    <a:pt x="38" y="40"/>
                  </a:cubicBezTo>
                  <a:cubicBezTo>
                    <a:pt x="37" y="40"/>
                    <a:pt x="37" y="40"/>
                    <a:pt x="37" y="40"/>
                  </a:cubicBezTo>
                  <a:cubicBezTo>
                    <a:pt x="37" y="40"/>
                    <a:pt x="37" y="40"/>
                    <a:pt x="37" y="40"/>
                  </a:cubicBezTo>
                  <a:cubicBezTo>
                    <a:pt x="36" y="38"/>
                    <a:pt x="36" y="38"/>
                    <a:pt x="36" y="38"/>
                  </a:cubicBezTo>
                  <a:cubicBezTo>
                    <a:pt x="34" y="39"/>
                    <a:pt x="34" y="39"/>
                    <a:pt x="34" y="39"/>
                  </a:cubicBezTo>
                  <a:cubicBezTo>
                    <a:pt x="34" y="39"/>
                    <a:pt x="34" y="39"/>
                    <a:pt x="34" y="39"/>
                  </a:cubicBezTo>
                  <a:cubicBezTo>
                    <a:pt x="35" y="39"/>
                    <a:pt x="35" y="39"/>
                    <a:pt x="35" y="39"/>
                  </a:cubicBezTo>
                  <a:cubicBezTo>
                    <a:pt x="35" y="40"/>
                    <a:pt x="35" y="40"/>
                    <a:pt x="35" y="40"/>
                  </a:cubicBezTo>
                  <a:cubicBezTo>
                    <a:pt x="35" y="40"/>
                    <a:pt x="35" y="40"/>
                    <a:pt x="35" y="40"/>
                  </a:cubicBezTo>
                  <a:cubicBezTo>
                    <a:pt x="35" y="40"/>
                    <a:pt x="35" y="40"/>
                    <a:pt x="35" y="40"/>
                  </a:cubicBezTo>
                  <a:cubicBezTo>
                    <a:pt x="35" y="40"/>
                    <a:pt x="35" y="40"/>
                    <a:pt x="35" y="40"/>
                  </a:cubicBezTo>
                  <a:cubicBezTo>
                    <a:pt x="36" y="40"/>
                    <a:pt x="36" y="40"/>
                    <a:pt x="36" y="40"/>
                  </a:cubicBezTo>
                  <a:cubicBezTo>
                    <a:pt x="36" y="40"/>
                    <a:pt x="36" y="40"/>
                    <a:pt x="36" y="40"/>
                  </a:cubicBezTo>
                  <a:cubicBezTo>
                    <a:pt x="36" y="41"/>
                    <a:pt x="36" y="41"/>
                    <a:pt x="36" y="41"/>
                  </a:cubicBezTo>
                  <a:lnTo>
                    <a:pt x="37" y="42"/>
                  </a:lnTo>
                  <a:close/>
                  <a:moveTo>
                    <a:pt x="17" y="21"/>
                  </a:moveTo>
                  <a:cubicBezTo>
                    <a:pt x="10" y="21"/>
                    <a:pt x="10" y="21"/>
                    <a:pt x="10" y="21"/>
                  </a:cubicBezTo>
                  <a:cubicBezTo>
                    <a:pt x="9" y="24"/>
                    <a:pt x="9" y="24"/>
                    <a:pt x="9" y="24"/>
                  </a:cubicBezTo>
                  <a:cubicBezTo>
                    <a:pt x="17" y="24"/>
                    <a:pt x="17" y="24"/>
                    <a:pt x="17" y="24"/>
                  </a:cubicBezTo>
                  <a:lnTo>
                    <a:pt x="17" y="21"/>
                  </a:lnTo>
                  <a:close/>
                  <a:moveTo>
                    <a:pt x="32" y="9"/>
                  </a:moveTo>
                  <a:cubicBezTo>
                    <a:pt x="32" y="10"/>
                    <a:pt x="32" y="10"/>
                    <a:pt x="32" y="10"/>
                  </a:cubicBezTo>
                  <a:cubicBezTo>
                    <a:pt x="39" y="10"/>
                    <a:pt x="39" y="10"/>
                    <a:pt x="39" y="10"/>
                  </a:cubicBezTo>
                  <a:cubicBezTo>
                    <a:pt x="38" y="9"/>
                    <a:pt x="38" y="9"/>
                    <a:pt x="38" y="9"/>
                  </a:cubicBezTo>
                  <a:lnTo>
                    <a:pt x="32" y="9"/>
                  </a:lnTo>
                  <a:close/>
                  <a:moveTo>
                    <a:pt x="39" y="14"/>
                  </a:moveTo>
                  <a:cubicBezTo>
                    <a:pt x="39" y="11"/>
                    <a:pt x="39" y="11"/>
                    <a:pt x="39" y="11"/>
                  </a:cubicBezTo>
                  <a:cubicBezTo>
                    <a:pt x="36" y="11"/>
                    <a:pt x="36" y="11"/>
                    <a:pt x="36" y="11"/>
                  </a:cubicBezTo>
                  <a:cubicBezTo>
                    <a:pt x="36" y="14"/>
                    <a:pt x="36" y="14"/>
                    <a:pt x="36" y="14"/>
                  </a:cubicBezTo>
                  <a:lnTo>
                    <a:pt x="39" y="14"/>
                  </a:lnTo>
                  <a:close/>
                  <a:moveTo>
                    <a:pt x="40" y="15"/>
                  </a:moveTo>
                  <a:cubicBezTo>
                    <a:pt x="33" y="15"/>
                    <a:pt x="33" y="15"/>
                    <a:pt x="33" y="15"/>
                  </a:cubicBezTo>
                  <a:cubicBezTo>
                    <a:pt x="33" y="17"/>
                    <a:pt x="33" y="17"/>
                    <a:pt x="33" y="17"/>
                  </a:cubicBezTo>
                  <a:cubicBezTo>
                    <a:pt x="40" y="17"/>
                    <a:pt x="40" y="17"/>
                    <a:pt x="40" y="17"/>
                  </a:cubicBezTo>
                  <a:lnTo>
                    <a:pt x="40" y="15"/>
                  </a:lnTo>
                  <a:close/>
                  <a:moveTo>
                    <a:pt x="34" y="24"/>
                  </a:moveTo>
                  <a:cubicBezTo>
                    <a:pt x="41" y="24"/>
                    <a:pt x="41" y="24"/>
                    <a:pt x="41" y="24"/>
                  </a:cubicBezTo>
                  <a:cubicBezTo>
                    <a:pt x="41" y="21"/>
                    <a:pt x="41" y="21"/>
                    <a:pt x="41" y="21"/>
                  </a:cubicBezTo>
                  <a:cubicBezTo>
                    <a:pt x="34" y="21"/>
                    <a:pt x="34" y="21"/>
                    <a:pt x="34" y="21"/>
                  </a:cubicBezTo>
                  <a:lnTo>
                    <a:pt x="34" y="24"/>
                  </a:lnTo>
                  <a:close/>
                  <a:moveTo>
                    <a:pt x="37" y="17"/>
                  </a:moveTo>
                  <a:cubicBezTo>
                    <a:pt x="37" y="20"/>
                    <a:pt x="37" y="20"/>
                    <a:pt x="37" y="20"/>
                  </a:cubicBezTo>
                  <a:cubicBezTo>
                    <a:pt x="41" y="20"/>
                    <a:pt x="41" y="20"/>
                    <a:pt x="41" y="20"/>
                  </a:cubicBezTo>
                  <a:cubicBezTo>
                    <a:pt x="40" y="17"/>
                    <a:pt x="40" y="17"/>
                    <a:pt x="40" y="17"/>
                  </a:cubicBezTo>
                  <a:lnTo>
                    <a:pt x="37" y="17"/>
                  </a:lnTo>
                  <a:close/>
                  <a:moveTo>
                    <a:pt x="13" y="17"/>
                  </a:moveTo>
                  <a:cubicBezTo>
                    <a:pt x="10" y="17"/>
                    <a:pt x="10" y="17"/>
                    <a:pt x="10" y="17"/>
                  </a:cubicBezTo>
                  <a:cubicBezTo>
                    <a:pt x="10" y="20"/>
                    <a:pt x="10" y="20"/>
                    <a:pt x="10" y="20"/>
                  </a:cubicBezTo>
                  <a:cubicBezTo>
                    <a:pt x="13" y="20"/>
                    <a:pt x="13" y="20"/>
                    <a:pt x="13" y="20"/>
                  </a:cubicBezTo>
                  <a:lnTo>
                    <a:pt x="13" y="17"/>
                  </a:lnTo>
                  <a:close/>
                  <a:moveTo>
                    <a:pt x="11" y="14"/>
                  </a:moveTo>
                  <a:cubicBezTo>
                    <a:pt x="14" y="14"/>
                    <a:pt x="14" y="14"/>
                    <a:pt x="14" y="14"/>
                  </a:cubicBezTo>
                  <a:cubicBezTo>
                    <a:pt x="14" y="11"/>
                    <a:pt x="14" y="11"/>
                    <a:pt x="14" y="11"/>
                  </a:cubicBezTo>
                  <a:cubicBezTo>
                    <a:pt x="12" y="11"/>
                    <a:pt x="12" y="11"/>
                    <a:pt x="12" y="11"/>
                  </a:cubicBezTo>
                  <a:lnTo>
                    <a:pt x="11" y="14"/>
                  </a:lnTo>
                  <a:close/>
                  <a:moveTo>
                    <a:pt x="18" y="15"/>
                  </a:moveTo>
                  <a:cubicBezTo>
                    <a:pt x="11" y="15"/>
                    <a:pt x="11" y="15"/>
                    <a:pt x="11" y="15"/>
                  </a:cubicBezTo>
                  <a:cubicBezTo>
                    <a:pt x="10" y="17"/>
                    <a:pt x="10" y="17"/>
                    <a:pt x="10" y="17"/>
                  </a:cubicBezTo>
                  <a:cubicBezTo>
                    <a:pt x="18" y="17"/>
                    <a:pt x="18" y="17"/>
                    <a:pt x="18" y="17"/>
                  </a:cubicBezTo>
                  <a:lnTo>
                    <a:pt x="18" y="15"/>
                  </a:lnTo>
                  <a:close/>
                  <a:moveTo>
                    <a:pt x="10" y="6"/>
                  </a:moveTo>
                  <a:cubicBezTo>
                    <a:pt x="12" y="8"/>
                    <a:pt x="12" y="8"/>
                    <a:pt x="12" y="8"/>
                  </a:cubicBezTo>
                  <a:cubicBezTo>
                    <a:pt x="38" y="8"/>
                    <a:pt x="38" y="8"/>
                    <a:pt x="38" y="8"/>
                  </a:cubicBezTo>
                  <a:cubicBezTo>
                    <a:pt x="38" y="8"/>
                    <a:pt x="38" y="8"/>
                    <a:pt x="38" y="8"/>
                  </a:cubicBezTo>
                  <a:cubicBezTo>
                    <a:pt x="40" y="6"/>
                    <a:pt x="40" y="6"/>
                    <a:pt x="40" y="6"/>
                  </a:cubicBezTo>
                  <a:lnTo>
                    <a:pt x="10" y="6"/>
                  </a:lnTo>
                  <a:close/>
                  <a:moveTo>
                    <a:pt x="18" y="9"/>
                  </a:moveTo>
                  <a:cubicBezTo>
                    <a:pt x="12" y="9"/>
                    <a:pt x="12" y="9"/>
                    <a:pt x="12" y="9"/>
                  </a:cubicBezTo>
                  <a:cubicBezTo>
                    <a:pt x="12" y="10"/>
                    <a:pt x="12" y="10"/>
                    <a:pt x="12" y="10"/>
                  </a:cubicBezTo>
                  <a:cubicBezTo>
                    <a:pt x="18" y="10"/>
                    <a:pt x="18" y="10"/>
                    <a:pt x="18" y="10"/>
                  </a:cubicBezTo>
                  <a:lnTo>
                    <a:pt x="18"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nvGrpSpPr>
          <p:cNvPr id="133" name="Grupo 132">
            <a:extLst>
              <a:ext uri="{FF2B5EF4-FFF2-40B4-BE49-F238E27FC236}">
                <a16:creationId xmlns:a16="http://schemas.microsoft.com/office/drawing/2014/main" id="{84DC7DC9-C120-4F82-95FA-47B939E0633B}"/>
              </a:ext>
            </a:extLst>
          </p:cNvPr>
          <p:cNvGrpSpPr/>
          <p:nvPr userDrawn="1"/>
        </p:nvGrpSpPr>
        <p:grpSpPr>
          <a:xfrm>
            <a:off x="9269672" y="352811"/>
            <a:ext cx="1108652" cy="538385"/>
            <a:chOff x="3838575" y="2246313"/>
            <a:chExt cx="1931988" cy="938213"/>
          </a:xfrm>
        </p:grpSpPr>
        <p:sp>
          <p:nvSpPr>
            <p:cNvPr id="134" name="Rectangle 5">
              <a:extLst>
                <a:ext uri="{FF2B5EF4-FFF2-40B4-BE49-F238E27FC236}">
                  <a16:creationId xmlns:a16="http://schemas.microsoft.com/office/drawing/2014/main" id="{66C3A7FE-F708-4826-87B8-5D87ED9BE37A}"/>
                </a:ext>
              </a:extLst>
            </p:cNvPr>
            <p:cNvSpPr>
              <a:spLocks noChangeArrowheads="1"/>
            </p:cNvSpPr>
            <p:nvPr/>
          </p:nvSpPr>
          <p:spPr bwMode="auto">
            <a:xfrm>
              <a:off x="3838575" y="2246313"/>
              <a:ext cx="1931988" cy="938213"/>
            </a:xfrm>
            <a:prstGeom prst="rect">
              <a:avLst/>
            </a:prstGeom>
            <a:solidFill>
              <a:srgbClr val="00B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5" name="Freeform 37">
              <a:extLst>
                <a:ext uri="{FF2B5EF4-FFF2-40B4-BE49-F238E27FC236}">
                  <a16:creationId xmlns:a16="http://schemas.microsoft.com/office/drawing/2014/main" id="{70F7B806-0AE0-46BE-9F12-FA7EA2DE2A2E}"/>
                </a:ext>
              </a:extLst>
            </p:cNvPr>
            <p:cNvSpPr>
              <a:spLocks noEditPoints="1"/>
            </p:cNvSpPr>
            <p:nvPr/>
          </p:nvSpPr>
          <p:spPr bwMode="auto">
            <a:xfrm>
              <a:off x="3968750" y="2727325"/>
              <a:ext cx="1668463" cy="123825"/>
            </a:xfrm>
            <a:custGeom>
              <a:avLst/>
              <a:gdLst>
                <a:gd name="T0" fmla="*/ 768 w 770"/>
                <a:gd name="T1" fmla="*/ 17 h 57"/>
                <a:gd name="T2" fmla="*/ 743 w 770"/>
                <a:gd name="T3" fmla="*/ 44 h 57"/>
                <a:gd name="T4" fmla="*/ 715 w 770"/>
                <a:gd name="T5" fmla="*/ 22 h 57"/>
                <a:gd name="T6" fmla="*/ 720 w 770"/>
                <a:gd name="T7" fmla="*/ 17 h 57"/>
                <a:gd name="T8" fmla="*/ 704 w 770"/>
                <a:gd name="T9" fmla="*/ 51 h 57"/>
                <a:gd name="T10" fmla="*/ 689 w 770"/>
                <a:gd name="T11" fmla="*/ 56 h 57"/>
                <a:gd name="T12" fmla="*/ 669 w 770"/>
                <a:gd name="T13" fmla="*/ 20 h 57"/>
                <a:gd name="T14" fmla="*/ 662 w 770"/>
                <a:gd name="T15" fmla="*/ 48 h 57"/>
                <a:gd name="T16" fmla="*/ 662 w 770"/>
                <a:gd name="T17" fmla="*/ 17 h 57"/>
                <a:gd name="T18" fmla="*/ 607 w 770"/>
                <a:gd name="T19" fmla="*/ 17 h 57"/>
                <a:gd name="T20" fmla="*/ 593 w 770"/>
                <a:gd name="T21" fmla="*/ 17 h 57"/>
                <a:gd name="T22" fmla="*/ 597 w 770"/>
                <a:gd name="T23" fmla="*/ 56 h 57"/>
                <a:gd name="T24" fmla="*/ 610 w 770"/>
                <a:gd name="T25" fmla="*/ 56 h 57"/>
                <a:gd name="T26" fmla="*/ 563 w 770"/>
                <a:gd name="T27" fmla="*/ 51 h 57"/>
                <a:gd name="T28" fmla="*/ 560 w 770"/>
                <a:gd name="T29" fmla="*/ 29 h 57"/>
                <a:gd name="T30" fmla="*/ 568 w 770"/>
                <a:gd name="T31" fmla="*/ 17 h 57"/>
                <a:gd name="T32" fmla="*/ 569 w 770"/>
                <a:gd name="T33" fmla="*/ 56 h 57"/>
                <a:gd name="T34" fmla="*/ 511 w 770"/>
                <a:gd name="T35" fmla="*/ 17 h 57"/>
                <a:gd name="T36" fmla="*/ 504 w 770"/>
                <a:gd name="T37" fmla="*/ 54 h 57"/>
                <a:gd name="T38" fmla="*/ 504 w 770"/>
                <a:gd name="T39" fmla="*/ 29 h 57"/>
                <a:gd name="T40" fmla="*/ 453 w 770"/>
                <a:gd name="T41" fmla="*/ 17 h 57"/>
                <a:gd name="T42" fmla="*/ 430 w 770"/>
                <a:gd name="T43" fmla="*/ 17 h 57"/>
                <a:gd name="T44" fmla="*/ 422 w 770"/>
                <a:gd name="T45" fmla="*/ 56 h 57"/>
                <a:gd name="T46" fmla="*/ 379 w 770"/>
                <a:gd name="T47" fmla="*/ 41 h 57"/>
                <a:gd name="T48" fmla="*/ 395 w 770"/>
                <a:gd name="T49" fmla="*/ 56 h 57"/>
                <a:gd name="T50" fmla="*/ 350 w 770"/>
                <a:gd name="T51" fmla="*/ 56 h 57"/>
                <a:gd name="T52" fmla="*/ 377 w 770"/>
                <a:gd name="T53" fmla="*/ 52 h 57"/>
                <a:gd name="T54" fmla="*/ 347 w 770"/>
                <a:gd name="T55" fmla="*/ 20 h 57"/>
                <a:gd name="T56" fmla="*/ 327 w 770"/>
                <a:gd name="T57" fmla="*/ 56 h 57"/>
                <a:gd name="T58" fmla="*/ 310 w 770"/>
                <a:gd name="T59" fmla="*/ 28 h 57"/>
                <a:gd name="T60" fmla="*/ 320 w 770"/>
                <a:gd name="T61" fmla="*/ 52 h 57"/>
                <a:gd name="T62" fmla="*/ 284 w 770"/>
                <a:gd name="T63" fmla="*/ 17 h 57"/>
                <a:gd name="T64" fmla="*/ 303 w 770"/>
                <a:gd name="T65" fmla="*/ 52 h 57"/>
                <a:gd name="T66" fmla="*/ 275 w 770"/>
                <a:gd name="T67" fmla="*/ 45 h 57"/>
                <a:gd name="T68" fmla="*/ 271 w 770"/>
                <a:gd name="T69" fmla="*/ 42 h 57"/>
                <a:gd name="T70" fmla="*/ 270 w 770"/>
                <a:gd name="T71" fmla="*/ 27 h 57"/>
                <a:gd name="T72" fmla="*/ 245 w 770"/>
                <a:gd name="T73" fmla="*/ 52 h 57"/>
                <a:gd name="T74" fmla="*/ 238 w 770"/>
                <a:gd name="T75" fmla="*/ 20 h 57"/>
                <a:gd name="T76" fmla="*/ 218 w 770"/>
                <a:gd name="T77" fmla="*/ 56 h 57"/>
                <a:gd name="T78" fmla="*/ 199 w 770"/>
                <a:gd name="T79" fmla="*/ 35 h 57"/>
                <a:gd name="T80" fmla="*/ 171 w 770"/>
                <a:gd name="T81" fmla="*/ 21 h 57"/>
                <a:gd name="T82" fmla="*/ 177 w 770"/>
                <a:gd name="T83" fmla="*/ 34 h 57"/>
                <a:gd name="T84" fmla="*/ 211 w 770"/>
                <a:gd name="T85" fmla="*/ 20 h 57"/>
                <a:gd name="T86" fmla="*/ 145 w 770"/>
                <a:gd name="T87" fmla="*/ 38 h 57"/>
                <a:gd name="T88" fmla="*/ 138 w 770"/>
                <a:gd name="T89" fmla="*/ 21 h 57"/>
                <a:gd name="T90" fmla="*/ 131 w 770"/>
                <a:gd name="T91" fmla="*/ 21 h 57"/>
                <a:gd name="T92" fmla="*/ 102 w 770"/>
                <a:gd name="T93" fmla="*/ 35 h 57"/>
                <a:gd name="T94" fmla="*/ 108 w 770"/>
                <a:gd name="T95" fmla="*/ 22 h 57"/>
                <a:gd name="T96" fmla="*/ 115 w 770"/>
                <a:gd name="T97" fmla="*/ 54 h 57"/>
                <a:gd name="T98" fmla="*/ 62 w 770"/>
                <a:gd name="T99" fmla="*/ 21 h 57"/>
                <a:gd name="T100" fmla="*/ 27 w 770"/>
                <a:gd name="T101" fmla="*/ 20 h 57"/>
                <a:gd name="T102" fmla="*/ 40 w 770"/>
                <a:gd name="T103" fmla="*/ 51 h 57"/>
                <a:gd name="T104" fmla="*/ 69 w 770"/>
                <a:gd name="T105" fmla="*/ 21 h 57"/>
                <a:gd name="T106" fmla="*/ 20 w 770"/>
                <a:gd name="T107" fmla="*/ 17 h 57"/>
                <a:gd name="T108" fmla="*/ 20 w 770"/>
                <a:gd name="T109" fmla="*/ 5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70" h="57">
                  <a:moveTo>
                    <a:pt x="770" y="44"/>
                  </a:moveTo>
                  <a:cubicBezTo>
                    <a:pt x="770" y="31"/>
                    <a:pt x="750" y="35"/>
                    <a:pt x="750" y="27"/>
                  </a:cubicBezTo>
                  <a:cubicBezTo>
                    <a:pt x="750" y="23"/>
                    <a:pt x="752" y="21"/>
                    <a:pt x="758" y="21"/>
                  </a:cubicBezTo>
                  <a:cubicBezTo>
                    <a:pt x="759" y="21"/>
                    <a:pt x="761" y="21"/>
                    <a:pt x="762" y="21"/>
                  </a:cubicBezTo>
                  <a:cubicBezTo>
                    <a:pt x="763" y="23"/>
                    <a:pt x="763" y="25"/>
                    <a:pt x="763" y="28"/>
                  </a:cubicBezTo>
                  <a:cubicBezTo>
                    <a:pt x="768" y="28"/>
                    <a:pt x="768" y="28"/>
                    <a:pt x="768" y="28"/>
                  </a:cubicBezTo>
                  <a:cubicBezTo>
                    <a:pt x="768" y="17"/>
                    <a:pt x="768" y="17"/>
                    <a:pt x="768" y="17"/>
                  </a:cubicBezTo>
                  <a:cubicBezTo>
                    <a:pt x="765" y="16"/>
                    <a:pt x="761" y="16"/>
                    <a:pt x="758" y="16"/>
                  </a:cubicBezTo>
                  <a:cubicBezTo>
                    <a:pt x="748" y="16"/>
                    <a:pt x="742" y="21"/>
                    <a:pt x="742" y="28"/>
                  </a:cubicBezTo>
                  <a:cubicBezTo>
                    <a:pt x="742" y="40"/>
                    <a:pt x="763" y="36"/>
                    <a:pt x="763" y="45"/>
                  </a:cubicBezTo>
                  <a:cubicBezTo>
                    <a:pt x="763" y="50"/>
                    <a:pt x="758" y="51"/>
                    <a:pt x="754" y="51"/>
                  </a:cubicBezTo>
                  <a:cubicBezTo>
                    <a:pt x="752" y="51"/>
                    <a:pt x="750" y="51"/>
                    <a:pt x="749" y="51"/>
                  </a:cubicBezTo>
                  <a:cubicBezTo>
                    <a:pt x="748" y="49"/>
                    <a:pt x="748" y="47"/>
                    <a:pt x="748" y="44"/>
                  </a:cubicBezTo>
                  <a:cubicBezTo>
                    <a:pt x="743" y="44"/>
                    <a:pt x="743" y="44"/>
                    <a:pt x="743" y="44"/>
                  </a:cubicBezTo>
                  <a:cubicBezTo>
                    <a:pt x="743" y="55"/>
                    <a:pt x="743" y="55"/>
                    <a:pt x="743" y="55"/>
                  </a:cubicBezTo>
                  <a:cubicBezTo>
                    <a:pt x="746" y="56"/>
                    <a:pt x="750" y="57"/>
                    <a:pt x="753" y="57"/>
                  </a:cubicBezTo>
                  <a:cubicBezTo>
                    <a:pt x="763" y="57"/>
                    <a:pt x="770" y="52"/>
                    <a:pt x="770" y="44"/>
                  </a:cubicBezTo>
                  <a:moveTo>
                    <a:pt x="722" y="41"/>
                  </a:moveTo>
                  <a:cubicBezTo>
                    <a:pt x="708" y="41"/>
                    <a:pt x="708" y="41"/>
                    <a:pt x="708" y="41"/>
                  </a:cubicBezTo>
                  <a:cubicBezTo>
                    <a:pt x="713" y="29"/>
                    <a:pt x="713" y="29"/>
                    <a:pt x="713" y="29"/>
                  </a:cubicBezTo>
                  <a:cubicBezTo>
                    <a:pt x="713" y="27"/>
                    <a:pt x="714" y="24"/>
                    <a:pt x="715" y="22"/>
                  </a:cubicBezTo>
                  <a:cubicBezTo>
                    <a:pt x="715" y="22"/>
                    <a:pt x="715" y="22"/>
                    <a:pt x="715" y="22"/>
                  </a:cubicBezTo>
                  <a:cubicBezTo>
                    <a:pt x="715" y="24"/>
                    <a:pt x="716" y="27"/>
                    <a:pt x="717" y="29"/>
                  </a:cubicBezTo>
                  <a:lnTo>
                    <a:pt x="722" y="41"/>
                  </a:lnTo>
                  <a:close/>
                  <a:moveTo>
                    <a:pt x="737" y="56"/>
                  </a:moveTo>
                  <a:cubicBezTo>
                    <a:pt x="737" y="52"/>
                    <a:pt x="737" y="52"/>
                    <a:pt x="737" y="52"/>
                  </a:cubicBezTo>
                  <a:cubicBezTo>
                    <a:pt x="736" y="52"/>
                    <a:pt x="734" y="51"/>
                    <a:pt x="733" y="51"/>
                  </a:cubicBezTo>
                  <a:cubicBezTo>
                    <a:pt x="720" y="17"/>
                    <a:pt x="720" y="17"/>
                    <a:pt x="720" y="17"/>
                  </a:cubicBezTo>
                  <a:cubicBezTo>
                    <a:pt x="711" y="17"/>
                    <a:pt x="711" y="17"/>
                    <a:pt x="711" y="17"/>
                  </a:cubicBezTo>
                  <a:cubicBezTo>
                    <a:pt x="697" y="51"/>
                    <a:pt x="697" y="51"/>
                    <a:pt x="697" y="51"/>
                  </a:cubicBezTo>
                  <a:cubicBezTo>
                    <a:pt x="696" y="51"/>
                    <a:pt x="694" y="52"/>
                    <a:pt x="693" y="52"/>
                  </a:cubicBezTo>
                  <a:cubicBezTo>
                    <a:pt x="693" y="56"/>
                    <a:pt x="693" y="56"/>
                    <a:pt x="693" y="56"/>
                  </a:cubicBezTo>
                  <a:cubicBezTo>
                    <a:pt x="710" y="56"/>
                    <a:pt x="710" y="56"/>
                    <a:pt x="710" y="56"/>
                  </a:cubicBezTo>
                  <a:cubicBezTo>
                    <a:pt x="710" y="52"/>
                    <a:pt x="710" y="52"/>
                    <a:pt x="710" y="52"/>
                  </a:cubicBezTo>
                  <a:cubicBezTo>
                    <a:pt x="708" y="52"/>
                    <a:pt x="706" y="51"/>
                    <a:pt x="704" y="51"/>
                  </a:cubicBezTo>
                  <a:cubicBezTo>
                    <a:pt x="706" y="46"/>
                    <a:pt x="706" y="46"/>
                    <a:pt x="706" y="46"/>
                  </a:cubicBezTo>
                  <a:cubicBezTo>
                    <a:pt x="723" y="46"/>
                    <a:pt x="723" y="46"/>
                    <a:pt x="723" y="46"/>
                  </a:cubicBezTo>
                  <a:cubicBezTo>
                    <a:pt x="725" y="51"/>
                    <a:pt x="725" y="51"/>
                    <a:pt x="725" y="51"/>
                  </a:cubicBezTo>
                  <a:cubicBezTo>
                    <a:pt x="723" y="51"/>
                    <a:pt x="721" y="52"/>
                    <a:pt x="719" y="52"/>
                  </a:cubicBezTo>
                  <a:cubicBezTo>
                    <a:pt x="719" y="56"/>
                    <a:pt x="719" y="56"/>
                    <a:pt x="719" y="56"/>
                  </a:cubicBezTo>
                  <a:lnTo>
                    <a:pt x="737" y="56"/>
                  </a:lnTo>
                  <a:close/>
                  <a:moveTo>
                    <a:pt x="689" y="56"/>
                  </a:moveTo>
                  <a:cubicBezTo>
                    <a:pt x="689" y="52"/>
                    <a:pt x="689" y="52"/>
                    <a:pt x="689" y="52"/>
                  </a:cubicBezTo>
                  <a:cubicBezTo>
                    <a:pt x="687" y="52"/>
                    <a:pt x="685" y="51"/>
                    <a:pt x="683" y="51"/>
                  </a:cubicBezTo>
                  <a:cubicBezTo>
                    <a:pt x="683" y="21"/>
                    <a:pt x="683" y="21"/>
                    <a:pt x="683" y="21"/>
                  </a:cubicBezTo>
                  <a:cubicBezTo>
                    <a:pt x="685" y="21"/>
                    <a:pt x="687" y="21"/>
                    <a:pt x="689" y="20"/>
                  </a:cubicBezTo>
                  <a:cubicBezTo>
                    <a:pt x="689" y="17"/>
                    <a:pt x="689" y="17"/>
                    <a:pt x="689" y="17"/>
                  </a:cubicBezTo>
                  <a:cubicBezTo>
                    <a:pt x="669" y="17"/>
                    <a:pt x="669" y="17"/>
                    <a:pt x="669" y="17"/>
                  </a:cubicBezTo>
                  <a:cubicBezTo>
                    <a:pt x="669" y="20"/>
                    <a:pt x="669" y="20"/>
                    <a:pt x="669" y="20"/>
                  </a:cubicBezTo>
                  <a:cubicBezTo>
                    <a:pt x="671" y="21"/>
                    <a:pt x="674" y="21"/>
                    <a:pt x="676" y="21"/>
                  </a:cubicBezTo>
                  <a:cubicBezTo>
                    <a:pt x="676" y="51"/>
                    <a:pt x="676" y="51"/>
                    <a:pt x="676" y="51"/>
                  </a:cubicBezTo>
                  <a:cubicBezTo>
                    <a:pt x="674" y="51"/>
                    <a:pt x="671" y="52"/>
                    <a:pt x="669" y="52"/>
                  </a:cubicBezTo>
                  <a:cubicBezTo>
                    <a:pt x="669" y="56"/>
                    <a:pt x="669" y="56"/>
                    <a:pt x="669" y="56"/>
                  </a:cubicBezTo>
                  <a:lnTo>
                    <a:pt x="689" y="56"/>
                  </a:lnTo>
                  <a:close/>
                  <a:moveTo>
                    <a:pt x="662" y="54"/>
                  </a:moveTo>
                  <a:cubicBezTo>
                    <a:pt x="662" y="48"/>
                    <a:pt x="662" y="48"/>
                    <a:pt x="662" y="48"/>
                  </a:cubicBezTo>
                  <a:cubicBezTo>
                    <a:pt x="659" y="49"/>
                    <a:pt x="655" y="50"/>
                    <a:pt x="652" y="50"/>
                  </a:cubicBezTo>
                  <a:cubicBezTo>
                    <a:pt x="643" y="50"/>
                    <a:pt x="638" y="45"/>
                    <a:pt x="638" y="36"/>
                  </a:cubicBezTo>
                  <a:cubicBezTo>
                    <a:pt x="638" y="28"/>
                    <a:pt x="643" y="22"/>
                    <a:pt x="651" y="22"/>
                  </a:cubicBezTo>
                  <a:cubicBezTo>
                    <a:pt x="653" y="22"/>
                    <a:pt x="654" y="22"/>
                    <a:pt x="656" y="23"/>
                  </a:cubicBezTo>
                  <a:cubicBezTo>
                    <a:pt x="656" y="25"/>
                    <a:pt x="656" y="27"/>
                    <a:pt x="657" y="29"/>
                  </a:cubicBezTo>
                  <a:cubicBezTo>
                    <a:pt x="662" y="29"/>
                    <a:pt x="662" y="29"/>
                    <a:pt x="662" y="29"/>
                  </a:cubicBezTo>
                  <a:cubicBezTo>
                    <a:pt x="662" y="17"/>
                    <a:pt x="662" y="17"/>
                    <a:pt x="662" y="17"/>
                  </a:cubicBezTo>
                  <a:cubicBezTo>
                    <a:pt x="659" y="17"/>
                    <a:pt x="655" y="16"/>
                    <a:pt x="652" y="16"/>
                  </a:cubicBezTo>
                  <a:cubicBezTo>
                    <a:pt x="638" y="16"/>
                    <a:pt x="631" y="26"/>
                    <a:pt x="631" y="37"/>
                  </a:cubicBezTo>
                  <a:cubicBezTo>
                    <a:pt x="631" y="49"/>
                    <a:pt x="638" y="56"/>
                    <a:pt x="651" y="56"/>
                  </a:cubicBezTo>
                  <a:cubicBezTo>
                    <a:pt x="655" y="56"/>
                    <a:pt x="659" y="56"/>
                    <a:pt x="662" y="54"/>
                  </a:cubicBezTo>
                  <a:moveTo>
                    <a:pt x="625" y="20"/>
                  </a:moveTo>
                  <a:cubicBezTo>
                    <a:pt x="625" y="17"/>
                    <a:pt x="625" y="17"/>
                    <a:pt x="625" y="17"/>
                  </a:cubicBezTo>
                  <a:cubicBezTo>
                    <a:pt x="607" y="17"/>
                    <a:pt x="607" y="17"/>
                    <a:pt x="607" y="17"/>
                  </a:cubicBezTo>
                  <a:cubicBezTo>
                    <a:pt x="607" y="20"/>
                    <a:pt x="607" y="20"/>
                    <a:pt x="607" y="20"/>
                  </a:cubicBezTo>
                  <a:cubicBezTo>
                    <a:pt x="608" y="21"/>
                    <a:pt x="611" y="21"/>
                    <a:pt x="613" y="21"/>
                  </a:cubicBezTo>
                  <a:cubicBezTo>
                    <a:pt x="613" y="35"/>
                    <a:pt x="613" y="35"/>
                    <a:pt x="613" y="35"/>
                  </a:cubicBezTo>
                  <a:cubicBezTo>
                    <a:pt x="613" y="41"/>
                    <a:pt x="613" y="45"/>
                    <a:pt x="613" y="48"/>
                  </a:cubicBezTo>
                  <a:cubicBezTo>
                    <a:pt x="613" y="48"/>
                    <a:pt x="613" y="48"/>
                    <a:pt x="613" y="48"/>
                  </a:cubicBezTo>
                  <a:cubicBezTo>
                    <a:pt x="612" y="45"/>
                    <a:pt x="610" y="42"/>
                    <a:pt x="608" y="40"/>
                  </a:cubicBezTo>
                  <a:cubicBezTo>
                    <a:pt x="593" y="17"/>
                    <a:pt x="593" y="17"/>
                    <a:pt x="593" y="17"/>
                  </a:cubicBezTo>
                  <a:cubicBezTo>
                    <a:pt x="577" y="17"/>
                    <a:pt x="577" y="17"/>
                    <a:pt x="577" y="17"/>
                  </a:cubicBezTo>
                  <a:cubicBezTo>
                    <a:pt x="577" y="20"/>
                    <a:pt x="577" y="20"/>
                    <a:pt x="577" y="20"/>
                  </a:cubicBezTo>
                  <a:cubicBezTo>
                    <a:pt x="579" y="21"/>
                    <a:pt x="582" y="21"/>
                    <a:pt x="584" y="21"/>
                  </a:cubicBezTo>
                  <a:cubicBezTo>
                    <a:pt x="584" y="51"/>
                    <a:pt x="584" y="51"/>
                    <a:pt x="584" y="51"/>
                  </a:cubicBezTo>
                  <a:cubicBezTo>
                    <a:pt x="582" y="51"/>
                    <a:pt x="579" y="52"/>
                    <a:pt x="577" y="52"/>
                  </a:cubicBezTo>
                  <a:cubicBezTo>
                    <a:pt x="577" y="56"/>
                    <a:pt x="577" y="56"/>
                    <a:pt x="577" y="56"/>
                  </a:cubicBezTo>
                  <a:cubicBezTo>
                    <a:pt x="597" y="56"/>
                    <a:pt x="597" y="56"/>
                    <a:pt x="597" y="56"/>
                  </a:cubicBezTo>
                  <a:cubicBezTo>
                    <a:pt x="597" y="52"/>
                    <a:pt x="597" y="52"/>
                    <a:pt x="597" y="52"/>
                  </a:cubicBezTo>
                  <a:cubicBezTo>
                    <a:pt x="595" y="52"/>
                    <a:pt x="593" y="51"/>
                    <a:pt x="591" y="51"/>
                  </a:cubicBezTo>
                  <a:cubicBezTo>
                    <a:pt x="591" y="34"/>
                    <a:pt x="591" y="34"/>
                    <a:pt x="591" y="34"/>
                  </a:cubicBezTo>
                  <a:cubicBezTo>
                    <a:pt x="591" y="30"/>
                    <a:pt x="590" y="27"/>
                    <a:pt x="590" y="25"/>
                  </a:cubicBezTo>
                  <a:cubicBezTo>
                    <a:pt x="590" y="25"/>
                    <a:pt x="590" y="25"/>
                    <a:pt x="590" y="25"/>
                  </a:cubicBezTo>
                  <a:cubicBezTo>
                    <a:pt x="592" y="27"/>
                    <a:pt x="593" y="30"/>
                    <a:pt x="595" y="32"/>
                  </a:cubicBezTo>
                  <a:cubicBezTo>
                    <a:pt x="610" y="56"/>
                    <a:pt x="610" y="56"/>
                    <a:pt x="610" y="56"/>
                  </a:cubicBezTo>
                  <a:cubicBezTo>
                    <a:pt x="619" y="56"/>
                    <a:pt x="619" y="56"/>
                    <a:pt x="619" y="56"/>
                  </a:cubicBezTo>
                  <a:cubicBezTo>
                    <a:pt x="619" y="21"/>
                    <a:pt x="619" y="21"/>
                    <a:pt x="619" y="21"/>
                  </a:cubicBezTo>
                  <a:cubicBezTo>
                    <a:pt x="621" y="21"/>
                    <a:pt x="623" y="21"/>
                    <a:pt x="625" y="20"/>
                  </a:cubicBezTo>
                  <a:moveTo>
                    <a:pt x="569" y="56"/>
                  </a:moveTo>
                  <a:cubicBezTo>
                    <a:pt x="569" y="45"/>
                    <a:pt x="569" y="45"/>
                    <a:pt x="569" y="45"/>
                  </a:cubicBezTo>
                  <a:cubicBezTo>
                    <a:pt x="564" y="45"/>
                    <a:pt x="564" y="45"/>
                    <a:pt x="564" y="45"/>
                  </a:cubicBezTo>
                  <a:cubicBezTo>
                    <a:pt x="563" y="47"/>
                    <a:pt x="563" y="49"/>
                    <a:pt x="563" y="51"/>
                  </a:cubicBezTo>
                  <a:cubicBezTo>
                    <a:pt x="552" y="51"/>
                    <a:pt x="552" y="51"/>
                    <a:pt x="552" y="51"/>
                  </a:cubicBezTo>
                  <a:cubicBezTo>
                    <a:pt x="552" y="38"/>
                    <a:pt x="552" y="38"/>
                    <a:pt x="552" y="38"/>
                  </a:cubicBezTo>
                  <a:cubicBezTo>
                    <a:pt x="559" y="38"/>
                    <a:pt x="559" y="38"/>
                    <a:pt x="559" y="38"/>
                  </a:cubicBezTo>
                  <a:cubicBezTo>
                    <a:pt x="559" y="40"/>
                    <a:pt x="559" y="41"/>
                    <a:pt x="560" y="42"/>
                  </a:cubicBezTo>
                  <a:cubicBezTo>
                    <a:pt x="564" y="42"/>
                    <a:pt x="564" y="42"/>
                    <a:pt x="564" y="42"/>
                  </a:cubicBezTo>
                  <a:cubicBezTo>
                    <a:pt x="564" y="29"/>
                    <a:pt x="564" y="29"/>
                    <a:pt x="564" y="29"/>
                  </a:cubicBezTo>
                  <a:cubicBezTo>
                    <a:pt x="560" y="29"/>
                    <a:pt x="560" y="29"/>
                    <a:pt x="560" y="29"/>
                  </a:cubicBezTo>
                  <a:cubicBezTo>
                    <a:pt x="559" y="30"/>
                    <a:pt x="559" y="32"/>
                    <a:pt x="559" y="33"/>
                  </a:cubicBezTo>
                  <a:cubicBezTo>
                    <a:pt x="552" y="33"/>
                    <a:pt x="552" y="33"/>
                    <a:pt x="552" y="33"/>
                  </a:cubicBezTo>
                  <a:cubicBezTo>
                    <a:pt x="552" y="21"/>
                    <a:pt x="552" y="21"/>
                    <a:pt x="552" y="21"/>
                  </a:cubicBezTo>
                  <a:cubicBezTo>
                    <a:pt x="563" y="21"/>
                    <a:pt x="563" y="21"/>
                    <a:pt x="563" y="21"/>
                  </a:cubicBezTo>
                  <a:cubicBezTo>
                    <a:pt x="563" y="23"/>
                    <a:pt x="563" y="25"/>
                    <a:pt x="564" y="27"/>
                  </a:cubicBezTo>
                  <a:cubicBezTo>
                    <a:pt x="568" y="27"/>
                    <a:pt x="568" y="27"/>
                    <a:pt x="568" y="27"/>
                  </a:cubicBezTo>
                  <a:cubicBezTo>
                    <a:pt x="568" y="17"/>
                    <a:pt x="568" y="17"/>
                    <a:pt x="568" y="17"/>
                  </a:cubicBezTo>
                  <a:cubicBezTo>
                    <a:pt x="538" y="17"/>
                    <a:pt x="538" y="17"/>
                    <a:pt x="538" y="17"/>
                  </a:cubicBezTo>
                  <a:cubicBezTo>
                    <a:pt x="538" y="20"/>
                    <a:pt x="538" y="20"/>
                    <a:pt x="538" y="20"/>
                  </a:cubicBezTo>
                  <a:cubicBezTo>
                    <a:pt x="540" y="21"/>
                    <a:pt x="543" y="21"/>
                    <a:pt x="545" y="21"/>
                  </a:cubicBezTo>
                  <a:cubicBezTo>
                    <a:pt x="545" y="51"/>
                    <a:pt x="545" y="51"/>
                    <a:pt x="545" y="51"/>
                  </a:cubicBezTo>
                  <a:cubicBezTo>
                    <a:pt x="543" y="51"/>
                    <a:pt x="540" y="52"/>
                    <a:pt x="538" y="52"/>
                  </a:cubicBezTo>
                  <a:cubicBezTo>
                    <a:pt x="538" y="56"/>
                    <a:pt x="538" y="56"/>
                    <a:pt x="538" y="56"/>
                  </a:cubicBezTo>
                  <a:lnTo>
                    <a:pt x="569" y="56"/>
                  </a:lnTo>
                  <a:close/>
                  <a:moveTo>
                    <a:pt x="531" y="56"/>
                  </a:moveTo>
                  <a:cubicBezTo>
                    <a:pt x="531" y="52"/>
                    <a:pt x="531" y="52"/>
                    <a:pt x="531" y="52"/>
                  </a:cubicBezTo>
                  <a:cubicBezTo>
                    <a:pt x="529" y="52"/>
                    <a:pt x="527" y="51"/>
                    <a:pt x="525" y="51"/>
                  </a:cubicBezTo>
                  <a:cubicBezTo>
                    <a:pt x="525" y="21"/>
                    <a:pt x="525" y="21"/>
                    <a:pt x="525" y="21"/>
                  </a:cubicBezTo>
                  <a:cubicBezTo>
                    <a:pt x="527" y="21"/>
                    <a:pt x="529" y="21"/>
                    <a:pt x="531" y="20"/>
                  </a:cubicBezTo>
                  <a:cubicBezTo>
                    <a:pt x="531" y="17"/>
                    <a:pt x="531" y="17"/>
                    <a:pt x="531" y="17"/>
                  </a:cubicBezTo>
                  <a:cubicBezTo>
                    <a:pt x="511" y="17"/>
                    <a:pt x="511" y="17"/>
                    <a:pt x="511" y="17"/>
                  </a:cubicBezTo>
                  <a:cubicBezTo>
                    <a:pt x="511" y="20"/>
                    <a:pt x="511" y="20"/>
                    <a:pt x="511" y="20"/>
                  </a:cubicBezTo>
                  <a:cubicBezTo>
                    <a:pt x="513" y="21"/>
                    <a:pt x="516" y="21"/>
                    <a:pt x="518" y="21"/>
                  </a:cubicBezTo>
                  <a:cubicBezTo>
                    <a:pt x="518" y="51"/>
                    <a:pt x="518" y="51"/>
                    <a:pt x="518" y="51"/>
                  </a:cubicBezTo>
                  <a:cubicBezTo>
                    <a:pt x="516" y="51"/>
                    <a:pt x="513" y="52"/>
                    <a:pt x="511" y="52"/>
                  </a:cubicBezTo>
                  <a:cubicBezTo>
                    <a:pt x="511" y="56"/>
                    <a:pt x="511" y="56"/>
                    <a:pt x="511" y="56"/>
                  </a:cubicBezTo>
                  <a:lnTo>
                    <a:pt x="531" y="56"/>
                  </a:lnTo>
                  <a:close/>
                  <a:moveTo>
                    <a:pt x="504" y="54"/>
                  </a:moveTo>
                  <a:cubicBezTo>
                    <a:pt x="504" y="48"/>
                    <a:pt x="504" y="48"/>
                    <a:pt x="504" y="48"/>
                  </a:cubicBezTo>
                  <a:cubicBezTo>
                    <a:pt x="501" y="49"/>
                    <a:pt x="497" y="50"/>
                    <a:pt x="494" y="50"/>
                  </a:cubicBezTo>
                  <a:cubicBezTo>
                    <a:pt x="485" y="50"/>
                    <a:pt x="481" y="45"/>
                    <a:pt x="481" y="36"/>
                  </a:cubicBezTo>
                  <a:cubicBezTo>
                    <a:pt x="481" y="28"/>
                    <a:pt x="485" y="22"/>
                    <a:pt x="493" y="22"/>
                  </a:cubicBezTo>
                  <a:cubicBezTo>
                    <a:pt x="495" y="22"/>
                    <a:pt x="496" y="22"/>
                    <a:pt x="498" y="23"/>
                  </a:cubicBezTo>
                  <a:cubicBezTo>
                    <a:pt x="498" y="25"/>
                    <a:pt x="499" y="27"/>
                    <a:pt x="499" y="29"/>
                  </a:cubicBezTo>
                  <a:cubicBezTo>
                    <a:pt x="504" y="29"/>
                    <a:pt x="504" y="29"/>
                    <a:pt x="504" y="29"/>
                  </a:cubicBezTo>
                  <a:cubicBezTo>
                    <a:pt x="504" y="17"/>
                    <a:pt x="504" y="17"/>
                    <a:pt x="504" y="17"/>
                  </a:cubicBezTo>
                  <a:cubicBezTo>
                    <a:pt x="501" y="17"/>
                    <a:pt x="497" y="16"/>
                    <a:pt x="494" y="16"/>
                  </a:cubicBezTo>
                  <a:cubicBezTo>
                    <a:pt x="480" y="16"/>
                    <a:pt x="473" y="26"/>
                    <a:pt x="473" y="37"/>
                  </a:cubicBezTo>
                  <a:cubicBezTo>
                    <a:pt x="473" y="49"/>
                    <a:pt x="480" y="56"/>
                    <a:pt x="493" y="56"/>
                  </a:cubicBezTo>
                  <a:cubicBezTo>
                    <a:pt x="497" y="56"/>
                    <a:pt x="501" y="56"/>
                    <a:pt x="504" y="54"/>
                  </a:cubicBezTo>
                  <a:moveTo>
                    <a:pt x="453" y="20"/>
                  </a:moveTo>
                  <a:cubicBezTo>
                    <a:pt x="453" y="17"/>
                    <a:pt x="453" y="17"/>
                    <a:pt x="453" y="17"/>
                  </a:cubicBezTo>
                  <a:cubicBezTo>
                    <a:pt x="436" y="17"/>
                    <a:pt x="436" y="17"/>
                    <a:pt x="436" y="17"/>
                  </a:cubicBezTo>
                  <a:cubicBezTo>
                    <a:pt x="436" y="20"/>
                    <a:pt x="436" y="20"/>
                    <a:pt x="436" y="20"/>
                  </a:cubicBezTo>
                  <a:cubicBezTo>
                    <a:pt x="437" y="21"/>
                    <a:pt x="439" y="21"/>
                    <a:pt x="440" y="21"/>
                  </a:cubicBezTo>
                  <a:cubicBezTo>
                    <a:pt x="433" y="36"/>
                    <a:pt x="433" y="36"/>
                    <a:pt x="433" y="36"/>
                  </a:cubicBezTo>
                  <a:cubicBezTo>
                    <a:pt x="425" y="21"/>
                    <a:pt x="425" y="21"/>
                    <a:pt x="425" y="21"/>
                  </a:cubicBezTo>
                  <a:cubicBezTo>
                    <a:pt x="426" y="21"/>
                    <a:pt x="428" y="21"/>
                    <a:pt x="430" y="20"/>
                  </a:cubicBezTo>
                  <a:cubicBezTo>
                    <a:pt x="430" y="17"/>
                    <a:pt x="430" y="17"/>
                    <a:pt x="430" y="17"/>
                  </a:cubicBezTo>
                  <a:cubicBezTo>
                    <a:pt x="412" y="17"/>
                    <a:pt x="412" y="17"/>
                    <a:pt x="412" y="17"/>
                  </a:cubicBezTo>
                  <a:cubicBezTo>
                    <a:pt x="412" y="20"/>
                    <a:pt x="412" y="20"/>
                    <a:pt x="412" y="20"/>
                  </a:cubicBezTo>
                  <a:cubicBezTo>
                    <a:pt x="414" y="21"/>
                    <a:pt x="415" y="21"/>
                    <a:pt x="417" y="21"/>
                  </a:cubicBezTo>
                  <a:cubicBezTo>
                    <a:pt x="429" y="42"/>
                    <a:pt x="429" y="42"/>
                    <a:pt x="429" y="42"/>
                  </a:cubicBezTo>
                  <a:cubicBezTo>
                    <a:pt x="429" y="51"/>
                    <a:pt x="429" y="51"/>
                    <a:pt x="429" y="51"/>
                  </a:cubicBezTo>
                  <a:cubicBezTo>
                    <a:pt x="427" y="51"/>
                    <a:pt x="424" y="52"/>
                    <a:pt x="422" y="52"/>
                  </a:cubicBezTo>
                  <a:cubicBezTo>
                    <a:pt x="422" y="56"/>
                    <a:pt x="422" y="56"/>
                    <a:pt x="422" y="56"/>
                  </a:cubicBezTo>
                  <a:cubicBezTo>
                    <a:pt x="442" y="56"/>
                    <a:pt x="442" y="56"/>
                    <a:pt x="442" y="56"/>
                  </a:cubicBezTo>
                  <a:cubicBezTo>
                    <a:pt x="442" y="52"/>
                    <a:pt x="442" y="52"/>
                    <a:pt x="442" y="52"/>
                  </a:cubicBezTo>
                  <a:cubicBezTo>
                    <a:pt x="440" y="52"/>
                    <a:pt x="438" y="51"/>
                    <a:pt x="436" y="51"/>
                  </a:cubicBezTo>
                  <a:cubicBezTo>
                    <a:pt x="436" y="42"/>
                    <a:pt x="436" y="42"/>
                    <a:pt x="436" y="42"/>
                  </a:cubicBezTo>
                  <a:cubicBezTo>
                    <a:pt x="448" y="21"/>
                    <a:pt x="448" y="21"/>
                    <a:pt x="448" y="21"/>
                  </a:cubicBezTo>
                  <a:cubicBezTo>
                    <a:pt x="449" y="21"/>
                    <a:pt x="451" y="21"/>
                    <a:pt x="453" y="20"/>
                  </a:cubicBezTo>
                  <a:moveTo>
                    <a:pt x="379" y="41"/>
                  </a:moveTo>
                  <a:cubicBezTo>
                    <a:pt x="365" y="41"/>
                    <a:pt x="365" y="41"/>
                    <a:pt x="365" y="41"/>
                  </a:cubicBezTo>
                  <a:cubicBezTo>
                    <a:pt x="370" y="29"/>
                    <a:pt x="370" y="29"/>
                    <a:pt x="370" y="29"/>
                  </a:cubicBezTo>
                  <a:cubicBezTo>
                    <a:pt x="371" y="27"/>
                    <a:pt x="372" y="24"/>
                    <a:pt x="372" y="22"/>
                  </a:cubicBezTo>
                  <a:cubicBezTo>
                    <a:pt x="372" y="22"/>
                    <a:pt x="372" y="22"/>
                    <a:pt x="372" y="22"/>
                  </a:cubicBezTo>
                  <a:cubicBezTo>
                    <a:pt x="373" y="24"/>
                    <a:pt x="373" y="27"/>
                    <a:pt x="374" y="29"/>
                  </a:cubicBezTo>
                  <a:lnTo>
                    <a:pt x="379" y="41"/>
                  </a:lnTo>
                  <a:close/>
                  <a:moveTo>
                    <a:pt x="395" y="56"/>
                  </a:moveTo>
                  <a:cubicBezTo>
                    <a:pt x="395" y="52"/>
                    <a:pt x="395" y="52"/>
                    <a:pt x="395" y="52"/>
                  </a:cubicBezTo>
                  <a:cubicBezTo>
                    <a:pt x="393" y="52"/>
                    <a:pt x="392" y="51"/>
                    <a:pt x="390" y="51"/>
                  </a:cubicBezTo>
                  <a:cubicBezTo>
                    <a:pt x="377" y="17"/>
                    <a:pt x="377" y="17"/>
                    <a:pt x="377" y="17"/>
                  </a:cubicBezTo>
                  <a:cubicBezTo>
                    <a:pt x="368" y="17"/>
                    <a:pt x="368" y="17"/>
                    <a:pt x="368" y="17"/>
                  </a:cubicBezTo>
                  <a:cubicBezTo>
                    <a:pt x="355" y="51"/>
                    <a:pt x="355" y="51"/>
                    <a:pt x="355" y="51"/>
                  </a:cubicBezTo>
                  <a:cubicBezTo>
                    <a:pt x="353" y="51"/>
                    <a:pt x="351" y="52"/>
                    <a:pt x="350" y="52"/>
                  </a:cubicBezTo>
                  <a:cubicBezTo>
                    <a:pt x="350" y="56"/>
                    <a:pt x="350" y="56"/>
                    <a:pt x="350" y="56"/>
                  </a:cubicBezTo>
                  <a:cubicBezTo>
                    <a:pt x="367" y="56"/>
                    <a:pt x="367" y="56"/>
                    <a:pt x="367" y="56"/>
                  </a:cubicBezTo>
                  <a:cubicBezTo>
                    <a:pt x="367" y="52"/>
                    <a:pt x="367" y="52"/>
                    <a:pt x="367" y="52"/>
                  </a:cubicBezTo>
                  <a:cubicBezTo>
                    <a:pt x="366" y="52"/>
                    <a:pt x="363" y="51"/>
                    <a:pt x="362" y="51"/>
                  </a:cubicBezTo>
                  <a:cubicBezTo>
                    <a:pt x="364" y="46"/>
                    <a:pt x="364" y="46"/>
                    <a:pt x="364" y="46"/>
                  </a:cubicBezTo>
                  <a:cubicBezTo>
                    <a:pt x="381" y="46"/>
                    <a:pt x="381" y="46"/>
                    <a:pt x="381" y="46"/>
                  </a:cubicBezTo>
                  <a:cubicBezTo>
                    <a:pt x="383" y="51"/>
                    <a:pt x="383" y="51"/>
                    <a:pt x="383" y="51"/>
                  </a:cubicBezTo>
                  <a:cubicBezTo>
                    <a:pt x="381" y="51"/>
                    <a:pt x="379" y="52"/>
                    <a:pt x="377" y="52"/>
                  </a:cubicBezTo>
                  <a:cubicBezTo>
                    <a:pt x="377" y="56"/>
                    <a:pt x="377" y="56"/>
                    <a:pt x="377" y="56"/>
                  </a:cubicBezTo>
                  <a:lnTo>
                    <a:pt x="395" y="56"/>
                  </a:lnTo>
                  <a:close/>
                  <a:moveTo>
                    <a:pt x="347" y="56"/>
                  </a:moveTo>
                  <a:cubicBezTo>
                    <a:pt x="347" y="52"/>
                    <a:pt x="347" y="52"/>
                    <a:pt x="347" y="52"/>
                  </a:cubicBezTo>
                  <a:cubicBezTo>
                    <a:pt x="345" y="52"/>
                    <a:pt x="342" y="51"/>
                    <a:pt x="340" y="51"/>
                  </a:cubicBezTo>
                  <a:cubicBezTo>
                    <a:pt x="340" y="21"/>
                    <a:pt x="340" y="21"/>
                    <a:pt x="340" y="21"/>
                  </a:cubicBezTo>
                  <a:cubicBezTo>
                    <a:pt x="342" y="21"/>
                    <a:pt x="345" y="21"/>
                    <a:pt x="347" y="20"/>
                  </a:cubicBezTo>
                  <a:cubicBezTo>
                    <a:pt x="347" y="17"/>
                    <a:pt x="347" y="17"/>
                    <a:pt x="347" y="17"/>
                  </a:cubicBezTo>
                  <a:cubicBezTo>
                    <a:pt x="327" y="17"/>
                    <a:pt x="327" y="17"/>
                    <a:pt x="327" y="17"/>
                  </a:cubicBezTo>
                  <a:cubicBezTo>
                    <a:pt x="327" y="20"/>
                    <a:pt x="327" y="20"/>
                    <a:pt x="327" y="20"/>
                  </a:cubicBezTo>
                  <a:cubicBezTo>
                    <a:pt x="329" y="21"/>
                    <a:pt x="331" y="21"/>
                    <a:pt x="333" y="21"/>
                  </a:cubicBezTo>
                  <a:cubicBezTo>
                    <a:pt x="333" y="51"/>
                    <a:pt x="333" y="51"/>
                    <a:pt x="333" y="51"/>
                  </a:cubicBezTo>
                  <a:cubicBezTo>
                    <a:pt x="331" y="51"/>
                    <a:pt x="329" y="52"/>
                    <a:pt x="327" y="52"/>
                  </a:cubicBezTo>
                  <a:cubicBezTo>
                    <a:pt x="327" y="56"/>
                    <a:pt x="327" y="56"/>
                    <a:pt x="327" y="56"/>
                  </a:cubicBezTo>
                  <a:lnTo>
                    <a:pt x="347" y="56"/>
                  </a:lnTo>
                  <a:close/>
                  <a:moveTo>
                    <a:pt x="346" y="5"/>
                  </a:moveTo>
                  <a:cubicBezTo>
                    <a:pt x="343" y="0"/>
                    <a:pt x="343" y="0"/>
                    <a:pt x="343" y="0"/>
                  </a:cubicBezTo>
                  <a:cubicBezTo>
                    <a:pt x="332" y="9"/>
                    <a:pt x="332" y="9"/>
                    <a:pt x="332" y="9"/>
                  </a:cubicBezTo>
                  <a:cubicBezTo>
                    <a:pt x="335" y="12"/>
                    <a:pt x="335" y="12"/>
                    <a:pt x="335" y="12"/>
                  </a:cubicBezTo>
                  <a:lnTo>
                    <a:pt x="346" y="5"/>
                  </a:lnTo>
                  <a:close/>
                  <a:moveTo>
                    <a:pt x="310" y="28"/>
                  </a:moveTo>
                  <a:cubicBezTo>
                    <a:pt x="310" y="32"/>
                    <a:pt x="307" y="34"/>
                    <a:pt x="302" y="34"/>
                  </a:cubicBezTo>
                  <a:cubicBezTo>
                    <a:pt x="300" y="34"/>
                    <a:pt x="299" y="34"/>
                    <a:pt x="298" y="34"/>
                  </a:cubicBezTo>
                  <a:cubicBezTo>
                    <a:pt x="298" y="22"/>
                    <a:pt x="298" y="22"/>
                    <a:pt x="298" y="22"/>
                  </a:cubicBezTo>
                  <a:cubicBezTo>
                    <a:pt x="299" y="22"/>
                    <a:pt x="300" y="21"/>
                    <a:pt x="302" y="21"/>
                  </a:cubicBezTo>
                  <a:cubicBezTo>
                    <a:pt x="307" y="21"/>
                    <a:pt x="310" y="23"/>
                    <a:pt x="310" y="28"/>
                  </a:cubicBezTo>
                  <a:moveTo>
                    <a:pt x="320" y="56"/>
                  </a:moveTo>
                  <a:cubicBezTo>
                    <a:pt x="320" y="52"/>
                    <a:pt x="320" y="52"/>
                    <a:pt x="320" y="52"/>
                  </a:cubicBezTo>
                  <a:cubicBezTo>
                    <a:pt x="319" y="52"/>
                    <a:pt x="317" y="51"/>
                    <a:pt x="315" y="51"/>
                  </a:cubicBezTo>
                  <a:cubicBezTo>
                    <a:pt x="309" y="42"/>
                    <a:pt x="309" y="42"/>
                    <a:pt x="309" y="42"/>
                  </a:cubicBezTo>
                  <a:cubicBezTo>
                    <a:pt x="308" y="40"/>
                    <a:pt x="307" y="39"/>
                    <a:pt x="306" y="38"/>
                  </a:cubicBezTo>
                  <a:cubicBezTo>
                    <a:pt x="313" y="37"/>
                    <a:pt x="317" y="33"/>
                    <a:pt x="317" y="27"/>
                  </a:cubicBezTo>
                  <a:cubicBezTo>
                    <a:pt x="317" y="20"/>
                    <a:pt x="312" y="16"/>
                    <a:pt x="303" y="16"/>
                  </a:cubicBezTo>
                  <a:cubicBezTo>
                    <a:pt x="298" y="16"/>
                    <a:pt x="293" y="17"/>
                    <a:pt x="290" y="17"/>
                  </a:cubicBezTo>
                  <a:cubicBezTo>
                    <a:pt x="284" y="17"/>
                    <a:pt x="284" y="17"/>
                    <a:pt x="284" y="17"/>
                  </a:cubicBezTo>
                  <a:cubicBezTo>
                    <a:pt x="284" y="20"/>
                    <a:pt x="284" y="20"/>
                    <a:pt x="284" y="20"/>
                  </a:cubicBezTo>
                  <a:cubicBezTo>
                    <a:pt x="286" y="21"/>
                    <a:pt x="288" y="21"/>
                    <a:pt x="291" y="21"/>
                  </a:cubicBezTo>
                  <a:cubicBezTo>
                    <a:pt x="291" y="51"/>
                    <a:pt x="291" y="51"/>
                    <a:pt x="291" y="51"/>
                  </a:cubicBezTo>
                  <a:cubicBezTo>
                    <a:pt x="288" y="51"/>
                    <a:pt x="286" y="52"/>
                    <a:pt x="284" y="52"/>
                  </a:cubicBezTo>
                  <a:cubicBezTo>
                    <a:pt x="284" y="56"/>
                    <a:pt x="284" y="56"/>
                    <a:pt x="284" y="56"/>
                  </a:cubicBezTo>
                  <a:cubicBezTo>
                    <a:pt x="303" y="56"/>
                    <a:pt x="303" y="56"/>
                    <a:pt x="303" y="56"/>
                  </a:cubicBezTo>
                  <a:cubicBezTo>
                    <a:pt x="303" y="52"/>
                    <a:pt x="303" y="52"/>
                    <a:pt x="303" y="52"/>
                  </a:cubicBezTo>
                  <a:cubicBezTo>
                    <a:pt x="301" y="52"/>
                    <a:pt x="299" y="51"/>
                    <a:pt x="298" y="51"/>
                  </a:cubicBezTo>
                  <a:cubicBezTo>
                    <a:pt x="298" y="39"/>
                    <a:pt x="298" y="39"/>
                    <a:pt x="298" y="39"/>
                  </a:cubicBezTo>
                  <a:cubicBezTo>
                    <a:pt x="299" y="39"/>
                    <a:pt x="299" y="39"/>
                    <a:pt x="299" y="39"/>
                  </a:cubicBezTo>
                  <a:cubicBezTo>
                    <a:pt x="310" y="56"/>
                    <a:pt x="310" y="56"/>
                    <a:pt x="310" y="56"/>
                  </a:cubicBezTo>
                  <a:lnTo>
                    <a:pt x="320" y="56"/>
                  </a:lnTo>
                  <a:close/>
                  <a:moveTo>
                    <a:pt x="275" y="56"/>
                  </a:moveTo>
                  <a:cubicBezTo>
                    <a:pt x="275" y="45"/>
                    <a:pt x="275" y="45"/>
                    <a:pt x="275" y="45"/>
                  </a:cubicBezTo>
                  <a:cubicBezTo>
                    <a:pt x="270" y="45"/>
                    <a:pt x="270" y="45"/>
                    <a:pt x="270" y="45"/>
                  </a:cubicBezTo>
                  <a:cubicBezTo>
                    <a:pt x="270" y="47"/>
                    <a:pt x="270" y="49"/>
                    <a:pt x="269" y="51"/>
                  </a:cubicBezTo>
                  <a:cubicBezTo>
                    <a:pt x="258" y="51"/>
                    <a:pt x="258" y="51"/>
                    <a:pt x="258" y="51"/>
                  </a:cubicBezTo>
                  <a:cubicBezTo>
                    <a:pt x="258" y="38"/>
                    <a:pt x="258" y="38"/>
                    <a:pt x="258" y="38"/>
                  </a:cubicBezTo>
                  <a:cubicBezTo>
                    <a:pt x="266" y="38"/>
                    <a:pt x="266" y="38"/>
                    <a:pt x="266" y="38"/>
                  </a:cubicBezTo>
                  <a:cubicBezTo>
                    <a:pt x="266" y="40"/>
                    <a:pt x="266" y="41"/>
                    <a:pt x="266" y="42"/>
                  </a:cubicBezTo>
                  <a:cubicBezTo>
                    <a:pt x="271" y="42"/>
                    <a:pt x="271" y="42"/>
                    <a:pt x="271" y="42"/>
                  </a:cubicBezTo>
                  <a:cubicBezTo>
                    <a:pt x="271" y="29"/>
                    <a:pt x="271" y="29"/>
                    <a:pt x="271" y="29"/>
                  </a:cubicBezTo>
                  <a:cubicBezTo>
                    <a:pt x="266" y="29"/>
                    <a:pt x="266" y="29"/>
                    <a:pt x="266" y="29"/>
                  </a:cubicBezTo>
                  <a:cubicBezTo>
                    <a:pt x="266" y="30"/>
                    <a:pt x="266" y="32"/>
                    <a:pt x="266" y="33"/>
                  </a:cubicBezTo>
                  <a:cubicBezTo>
                    <a:pt x="258" y="33"/>
                    <a:pt x="258" y="33"/>
                    <a:pt x="258" y="33"/>
                  </a:cubicBezTo>
                  <a:cubicBezTo>
                    <a:pt x="258" y="21"/>
                    <a:pt x="258" y="21"/>
                    <a:pt x="258" y="21"/>
                  </a:cubicBezTo>
                  <a:cubicBezTo>
                    <a:pt x="269" y="21"/>
                    <a:pt x="269" y="21"/>
                    <a:pt x="269" y="21"/>
                  </a:cubicBezTo>
                  <a:cubicBezTo>
                    <a:pt x="269" y="23"/>
                    <a:pt x="270" y="25"/>
                    <a:pt x="270" y="27"/>
                  </a:cubicBezTo>
                  <a:cubicBezTo>
                    <a:pt x="275" y="27"/>
                    <a:pt x="275" y="27"/>
                    <a:pt x="275" y="27"/>
                  </a:cubicBezTo>
                  <a:cubicBezTo>
                    <a:pt x="275" y="17"/>
                    <a:pt x="275" y="17"/>
                    <a:pt x="275" y="17"/>
                  </a:cubicBezTo>
                  <a:cubicBezTo>
                    <a:pt x="245" y="17"/>
                    <a:pt x="245" y="17"/>
                    <a:pt x="245" y="17"/>
                  </a:cubicBezTo>
                  <a:cubicBezTo>
                    <a:pt x="245" y="20"/>
                    <a:pt x="245" y="20"/>
                    <a:pt x="245" y="20"/>
                  </a:cubicBezTo>
                  <a:cubicBezTo>
                    <a:pt x="247" y="21"/>
                    <a:pt x="249" y="21"/>
                    <a:pt x="252" y="21"/>
                  </a:cubicBezTo>
                  <a:cubicBezTo>
                    <a:pt x="252" y="51"/>
                    <a:pt x="252" y="51"/>
                    <a:pt x="252" y="51"/>
                  </a:cubicBezTo>
                  <a:cubicBezTo>
                    <a:pt x="249" y="51"/>
                    <a:pt x="247" y="52"/>
                    <a:pt x="245" y="52"/>
                  </a:cubicBezTo>
                  <a:cubicBezTo>
                    <a:pt x="245" y="56"/>
                    <a:pt x="245" y="56"/>
                    <a:pt x="245" y="56"/>
                  </a:cubicBezTo>
                  <a:lnTo>
                    <a:pt x="275" y="56"/>
                  </a:lnTo>
                  <a:close/>
                  <a:moveTo>
                    <a:pt x="238" y="56"/>
                  </a:moveTo>
                  <a:cubicBezTo>
                    <a:pt x="238" y="52"/>
                    <a:pt x="238" y="52"/>
                    <a:pt x="238" y="52"/>
                  </a:cubicBezTo>
                  <a:cubicBezTo>
                    <a:pt x="236" y="52"/>
                    <a:pt x="234" y="51"/>
                    <a:pt x="232" y="51"/>
                  </a:cubicBezTo>
                  <a:cubicBezTo>
                    <a:pt x="232" y="21"/>
                    <a:pt x="232" y="21"/>
                    <a:pt x="232" y="21"/>
                  </a:cubicBezTo>
                  <a:cubicBezTo>
                    <a:pt x="234" y="21"/>
                    <a:pt x="236" y="21"/>
                    <a:pt x="238" y="20"/>
                  </a:cubicBezTo>
                  <a:cubicBezTo>
                    <a:pt x="238" y="17"/>
                    <a:pt x="238" y="17"/>
                    <a:pt x="238" y="17"/>
                  </a:cubicBezTo>
                  <a:cubicBezTo>
                    <a:pt x="218" y="17"/>
                    <a:pt x="218" y="17"/>
                    <a:pt x="218" y="17"/>
                  </a:cubicBezTo>
                  <a:cubicBezTo>
                    <a:pt x="218" y="20"/>
                    <a:pt x="218" y="20"/>
                    <a:pt x="218" y="20"/>
                  </a:cubicBezTo>
                  <a:cubicBezTo>
                    <a:pt x="220" y="21"/>
                    <a:pt x="222" y="21"/>
                    <a:pt x="225" y="21"/>
                  </a:cubicBezTo>
                  <a:cubicBezTo>
                    <a:pt x="225" y="51"/>
                    <a:pt x="225" y="51"/>
                    <a:pt x="225" y="51"/>
                  </a:cubicBezTo>
                  <a:cubicBezTo>
                    <a:pt x="222" y="51"/>
                    <a:pt x="220" y="52"/>
                    <a:pt x="218" y="52"/>
                  </a:cubicBezTo>
                  <a:cubicBezTo>
                    <a:pt x="218" y="56"/>
                    <a:pt x="218" y="56"/>
                    <a:pt x="218" y="56"/>
                  </a:cubicBezTo>
                  <a:lnTo>
                    <a:pt x="238" y="56"/>
                  </a:lnTo>
                  <a:close/>
                  <a:moveTo>
                    <a:pt x="211" y="20"/>
                  </a:moveTo>
                  <a:cubicBezTo>
                    <a:pt x="211" y="17"/>
                    <a:pt x="211" y="17"/>
                    <a:pt x="211" y="17"/>
                  </a:cubicBezTo>
                  <a:cubicBezTo>
                    <a:pt x="193" y="17"/>
                    <a:pt x="193" y="17"/>
                    <a:pt x="193" y="17"/>
                  </a:cubicBezTo>
                  <a:cubicBezTo>
                    <a:pt x="193" y="20"/>
                    <a:pt x="193" y="20"/>
                    <a:pt x="193" y="20"/>
                  </a:cubicBezTo>
                  <a:cubicBezTo>
                    <a:pt x="195" y="21"/>
                    <a:pt x="197" y="21"/>
                    <a:pt x="199" y="21"/>
                  </a:cubicBezTo>
                  <a:cubicBezTo>
                    <a:pt x="199" y="35"/>
                    <a:pt x="199" y="35"/>
                    <a:pt x="199" y="35"/>
                  </a:cubicBezTo>
                  <a:cubicBezTo>
                    <a:pt x="199" y="41"/>
                    <a:pt x="199" y="45"/>
                    <a:pt x="200" y="48"/>
                  </a:cubicBezTo>
                  <a:cubicBezTo>
                    <a:pt x="199" y="48"/>
                    <a:pt x="199" y="48"/>
                    <a:pt x="199" y="48"/>
                  </a:cubicBezTo>
                  <a:cubicBezTo>
                    <a:pt x="198" y="45"/>
                    <a:pt x="196" y="42"/>
                    <a:pt x="195" y="40"/>
                  </a:cubicBezTo>
                  <a:cubicBezTo>
                    <a:pt x="180" y="17"/>
                    <a:pt x="180" y="17"/>
                    <a:pt x="180" y="17"/>
                  </a:cubicBezTo>
                  <a:cubicBezTo>
                    <a:pt x="164" y="17"/>
                    <a:pt x="164" y="17"/>
                    <a:pt x="164" y="17"/>
                  </a:cubicBezTo>
                  <a:cubicBezTo>
                    <a:pt x="164" y="20"/>
                    <a:pt x="164" y="20"/>
                    <a:pt x="164" y="20"/>
                  </a:cubicBezTo>
                  <a:cubicBezTo>
                    <a:pt x="166" y="21"/>
                    <a:pt x="168" y="21"/>
                    <a:pt x="171" y="21"/>
                  </a:cubicBezTo>
                  <a:cubicBezTo>
                    <a:pt x="171" y="51"/>
                    <a:pt x="171" y="51"/>
                    <a:pt x="171" y="51"/>
                  </a:cubicBezTo>
                  <a:cubicBezTo>
                    <a:pt x="168" y="51"/>
                    <a:pt x="166" y="52"/>
                    <a:pt x="164" y="52"/>
                  </a:cubicBezTo>
                  <a:cubicBezTo>
                    <a:pt x="164" y="56"/>
                    <a:pt x="164" y="56"/>
                    <a:pt x="164" y="56"/>
                  </a:cubicBezTo>
                  <a:cubicBezTo>
                    <a:pt x="183" y="56"/>
                    <a:pt x="183" y="56"/>
                    <a:pt x="183" y="56"/>
                  </a:cubicBezTo>
                  <a:cubicBezTo>
                    <a:pt x="183" y="52"/>
                    <a:pt x="183" y="52"/>
                    <a:pt x="183" y="52"/>
                  </a:cubicBezTo>
                  <a:cubicBezTo>
                    <a:pt x="182" y="52"/>
                    <a:pt x="179" y="51"/>
                    <a:pt x="177" y="51"/>
                  </a:cubicBezTo>
                  <a:cubicBezTo>
                    <a:pt x="177" y="34"/>
                    <a:pt x="177" y="34"/>
                    <a:pt x="177" y="34"/>
                  </a:cubicBezTo>
                  <a:cubicBezTo>
                    <a:pt x="177" y="30"/>
                    <a:pt x="177" y="27"/>
                    <a:pt x="177" y="25"/>
                  </a:cubicBezTo>
                  <a:cubicBezTo>
                    <a:pt x="177" y="25"/>
                    <a:pt x="177" y="25"/>
                    <a:pt x="177" y="25"/>
                  </a:cubicBezTo>
                  <a:cubicBezTo>
                    <a:pt x="178" y="27"/>
                    <a:pt x="180" y="30"/>
                    <a:pt x="181" y="32"/>
                  </a:cubicBezTo>
                  <a:cubicBezTo>
                    <a:pt x="197" y="56"/>
                    <a:pt x="197" y="56"/>
                    <a:pt x="197" y="56"/>
                  </a:cubicBezTo>
                  <a:cubicBezTo>
                    <a:pt x="206" y="56"/>
                    <a:pt x="206" y="56"/>
                    <a:pt x="206" y="56"/>
                  </a:cubicBezTo>
                  <a:cubicBezTo>
                    <a:pt x="206" y="21"/>
                    <a:pt x="206" y="21"/>
                    <a:pt x="206" y="21"/>
                  </a:cubicBezTo>
                  <a:cubicBezTo>
                    <a:pt x="208" y="21"/>
                    <a:pt x="210" y="21"/>
                    <a:pt x="211" y="20"/>
                  </a:cubicBezTo>
                  <a:moveTo>
                    <a:pt x="155" y="56"/>
                  </a:moveTo>
                  <a:cubicBezTo>
                    <a:pt x="155" y="45"/>
                    <a:pt x="155" y="45"/>
                    <a:pt x="155" y="45"/>
                  </a:cubicBezTo>
                  <a:cubicBezTo>
                    <a:pt x="150" y="45"/>
                    <a:pt x="150" y="45"/>
                    <a:pt x="150" y="45"/>
                  </a:cubicBezTo>
                  <a:cubicBezTo>
                    <a:pt x="150" y="47"/>
                    <a:pt x="149" y="49"/>
                    <a:pt x="149" y="51"/>
                  </a:cubicBezTo>
                  <a:cubicBezTo>
                    <a:pt x="138" y="51"/>
                    <a:pt x="138" y="51"/>
                    <a:pt x="138" y="51"/>
                  </a:cubicBezTo>
                  <a:cubicBezTo>
                    <a:pt x="138" y="38"/>
                    <a:pt x="138" y="38"/>
                    <a:pt x="138" y="38"/>
                  </a:cubicBezTo>
                  <a:cubicBezTo>
                    <a:pt x="145" y="38"/>
                    <a:pt x="145" y="38"/>
                    <a:pt x="145" y="38"/>
                  </a:cubicBezTo>
                  <a:cubicBezTo>
                    <a:pt x="145" y="40"/>
                    <a:pt x="146" y="41"/>
                    <a:pt x="146" y="42"/>
                  </a:cubicBezTo>
                  <a:cubicBezTo>
                    <a:pt x="151" y="42"/>
                    <a:pt x="151" y="42"/>
                    <a:pt x="151" y="42"/>
                  </a:cubicBezTo>
                  <a:cubicBezTo>
                    <a:pt x="151" y="29"/>
                    <a:pt x="151" y="29"/>
                    <a:pt x="151" y="29"/>
                  </a:cubicBezTo>
                  <a:cubicBezTo>
                    <a:pt x="146" y="29"/>
                    <a:pt x="146" y="29"/>
                    <a:pt x="146" y="29"/>
                  </a:cubicBezTo>
                  <a:cubicBezTo>
                    <a:pt x="146" y="30"/>
                    <a:pt x="146" y="32"/>
                    <a:pt x="145" y="33"/>
                  </a:cubicBezTo>
                  <a:cubicBezTo>
                    <a:pt x="138" y="33"/>
                    <a:pt x="138" y="33"/>
                    <a:pt x="138" y="33"/>
                  </a:cubicBezTo>
                  <a:cubicBezTo>
                    <a:pt x="138" y="21"/>
                    <a:pt x="138" y="21"/>
                    <a:pt x="138" y="21"/>
                  </a:cubicBezTo>
                  <a:cubicBezTo>
                    <a:pt x="149" y="21"/>
                    <a:pt x="149" y="21"/>
                    <a:pt x="149" y="21"/>
                  </a:cubicBezTo>
                  <a:cubicBezTo>
                    <a:pt x="149" y="23"/>
                    <a:pt x="150" y="25"/>
                    <a:pt x="150" y="27"/>
                  </a:cubicBezTo>
                  <a:cubicBezTo>
                    <a:pt x="155" y="27"/>
                    <a:pt x="155" y="27"/>
                    <a:pt x="155" y="27"/>
                  </a:cubicBezTo>
                  <a:cubicBezTo>
                    <a:pt x="155" y="17"/>
                    <a:pt x="155" y="17"/>
                    <a:pt x="155" y="17"/>
                  </a:cubicBezTo>
                  <a:cubicBezTo>
                    <a:pt x="125" y="17"/>
                    <a:pt x="125" y="17"/>
                    <a:pt x="125" y="17"/>
                  </a:cubicBezTo>
                  <a:cubicBezTo>
                    <a:pt x="125" y="20"/>
                    <a:pt x="125" y="20"/>
                    <a:pt x="125" y="20"/>
                  </a:cubicBezTo>
                  <a:cubicBezTo>
                    <a:pt x="127" y="21"/>
                    <a:pt x="129" y="21"/>
                    <a:pt x="131" y="21"/>
                  </a:cubicBezTo>
                  <a:cubicBezTo>
                    <a:pt x="131" y="51"/>
                    <a:pt x="131" y="51"/>
                    <a:pt x="131" y="51"/>
                  </a:cubicBezTo>
                  <a:cubicBezTo>
                    <a:pt x="129" y="51"/>
                    <a:pt x="127" y="52"/>
                    <a:pt x="125" y="52"/>
                  </a:cubicBezTo>
                  <a:cubicBezTo>
                    <a:pt x="125" y="56"/>
                    <a:pt x="125" y="56"/>
                    <a:pt x="125" y="56"/>
                  </a:cubicBezTo>
                  <a:lnTo>
                    <a:pt x="155" y="56"/>
                  </a:lnTo>
                  <a:close/>
                  <a:moveTo>
                    <a:pt x="120" y="39"/>
                  </a:moveTo>
                  <a:cubicBezTo>
                    <a:pt x="120" y="35"/>
                    <a:pt x="120" y="35"/>
                    <a:pt x="120" y="35"/>
                  </a:cubicBezTo>
                  <a:cubicBezTo>
                    <a:pt x="102" y="35"/>
                    <a:pt x="102" y="35"/>
                    <a:pt x="102" y="35"/>
                  </a:cubicBezTo>
                  <a:cubicBezTo>
                    <a:pt x="102" y="39"/>
                    <a:pt x="102" y="39"/>
                    <a:pt x="102" y="39"/>
                  </a:cubicBezTo>
                  <a:cubicBezTo>
                    <a:pt x="104" y="40"/>
                    <a:pt x="106" y="40"/>
                    <a:pt x="108" y="40"/>
                  </a:cubicBezTo>
                  <a:cubicBezTo>
                    <a:pt x="108" y="50"/>
                    <a:pt x="108" y="50"/>
                    <a:pt x="108" y="50"/>
                  </a:cubicBezTo>
                  <a:cubicBezTo>
                    <a:pt x="106" y="50"/>
                    <a:pt x="104" y="51"/>
                    <a:pt x="102" y="51"/>
                  </a:cubicBezTo>
                  <a:cubicBezTo>
                    <a:pt x="93" y="51"/>
                    <a:pt x="88" y="46"/>
                    <a:pt x="88" y="36"/>
                  </a:cubicBezTo>
                  <a:cubicBezTo>
                    <a:pt x="88" y="27"/>
                    <a:pt x="94" y="22"/>
                    <a:pt x="102" y="22"/>
                  </a:cubicBezTo>
                  <a:cubicBezTo>
                    <a:pt x="104" y="22"/>
                    <a:pt x="106" y="22"/>
                    <a:pt x="108" y="22"/>
                  </a:cubicBezTo>
                  <a:cubicBezTo>
                    <a:pt x="108" y="24"/>
                    <a:pt x="109" y="26"/>
                    <a:pt x="109" y="29"/>
                  </a:cubicBezTo>
                  <a:cubicBezTo>
                    <a:pt x="114" y="29"/>
                    <a:pt x="114" y="29"/>
                    <a:pt x="114" y="29"/>
                  </a:cubicBezTo>
                  <a:cubicBezTo>
                    <a:pt x="114" y="17"/>
                    <a:pt x="114" y="17"/>
                    <a:pt x="114" y="17"/>
                  </a:cubicBezTo>
                  <a:cubicBezTo>
                    <a:pt x="110" y="16"/>
                    <a:pt x="106" y="16"/>
                    <a:pt x="102" y="16"/>
                  </a:cubicBezTo>
                  <a:cubicBezTo>
                    <a:pt x="88" y="16"/>
                    <a:pt x="80" y="25"/>
                    <a:pt x="80" y="37"/>
                  </a:cubicBezTo>
                  <a:cubicBezTo>
                    <a:pt x="80" y="50"/>
                    <a:pt x="89" y="56"/>
                    <a:pt x="101" y="56"/>
                  </a:cubicBezTo>
                  <a:cubicBezTo>
                    <a:pt x="106" y="56"/>
                    <a:pt x="111" y="56"/>
                    <a:pt x="115" y="54"/>
                  </a:cubicBezTo>
                  <a:cubicBezTo>
                    <a:pt x="115" y="40"/>
                    <a:pt x="115" y="40"/>
                    <a:pt x="115" y="40"/>
                  </a:cubicBezTo>
                  <a:cubicBezTo>
                    <a:pt x="117" y="40"/>
                    <a:pt x="118" y="40"/>
                    <a:pt x="120" y="39"/>
                  </a:cubicBezTo>
                  <a:moveTo>
                    <a:pt x="74" y="20"/>
                  </a:moveTo>
                  <a:cubicBezTo>
                    <a:pt x="74" y="17"/>
                    <a:pt x="74" y="17"/>
                    <a:pt x="74" y="17"/>
                  </a:cubicBezTo>
                  <a:cubicBezTo>
                    <a:pt x="56" y="17"/>
                    <a:pt x="56" y="17"/>
                    <a:pt x="56" y="17"/>
                  </a:cubicBezTo>
                  <a:cubicBezTo>
                    <a:pt x="56" y="20"/>
                    <a:pt x="56" y="20"/>
                    <a:pt x="56" y="20"/>
                  </a:cubicBezTo>
                  <a:cubicBezTo>
                    <a:pt x="58" y="21"/>
                    <a:pt x="60" y="21"/>
                    <a:pt x="62" y="21"/>
                  </a:cubicBezTo>
                  <a:cubicBezTo>
                    <a:pt x="62" y="35"/>
                    <a:pt x="62" y="35"/>
                    <a:pt x="62" y="35"/>
                  </a:cubicBezTo>
                  <a:cubicBezTo>
                    <a:pt x="62" y="41"/>
                    <a:pt x="62" y="45"/>
                    <a:pt x="62" y="48"/>
                  </a:cubicBezTo>
                  <a:cubicBezTo>
                    <a:pt x="62" y="48"/>
                    <a:pt x="62" y="48"/>
                    <a:pt x="62" y="48"/>
                  </a:cubicBezTo>
                  <a:cubicBezTo>
                    <a:pt x="61" y="45"/>
                    <a:pt x="59" y="42"/>
                    <a:pt x="58" y="40"/>
                  </a:cubicBezTo>
                  <a:cubicBezTo>
                    <a:pt x="43" y="17"/>
                    <a:pt x="43" y="17"/>
                    <a:pt x="43" y="17"/>
                  </a:cubicBezTo>
                  <a:cubicBezTo>
                    <a:pt x="27" y="17"/>
                    <a:pt x="27" y="17"/>
                    <a:pt x="27" y="17"/>
                  </a:cubicBezTo>
                  <a:cubicBezTo>
                    <a:pt x="27" y="20"/>
                    <a:pt x="27" y="20"/>
                    <a:pt x="27" y="20"/>
                  </a:cubicBezTo>
                  <a:cubicBezTo>
                    <a:pt x="29" y="21"/>
                    <a:pt x="31" y="21"/>
                    <a:pt x="34" y="21"/>
                  </a:cubicBezTo>
                  <a:cubicBezTo>
                    <a:pt x="34" y="51"/>
                    <a:pt x="34" y="51"/>
                    <a:pt x="34" y="51"/>
                  </a:cubicBezTo>
                  <a:cubicBezTo>
                    <a:pt x="31" y="51"/>
                    <a:pt x="29" y="52"/>
                    <a:pt x="27" y="52"/>
                  </a:cubicBezTo>
                  <a:cubicBezTo>
                    <a:pt x="27" y="56"/>
                    <a:pt x="27" y="56"/>
                    <a:pt x="27" y="56"/>
                  </a:cubicBezTo>
                  <a:cubicBezTo>
                    <a:pt x="46" y="56"/>
                    <a:pt x="46" y="56"/>
                    <a:pt x="46" y="56"/>
                  </a:cubicBezTo>
                  <a:cubicBezTo>
                    <a:pt x="46" y="52"/>
                    <a:pt x="46" y="52"/>
                    <a:pt x="46" y="52"/>
                  </a:cubicBezTo>
                  <a:cubicBezTo>
                    <a:pt x="44" y="52"/>
                    <a:pt x="42" y="51"/>
                    <a:pt x="40" y="51"/>
                  </a:cubicBezTo>
                  <a:cubicBezTo>
                    <a:pt x="40" y="34"/>
                    <a:pt x="40" y="34"/>
                    <a:pt x="40" y="34"/>
                  </a:cubicBezTo>
                  <a:cubicBezTo>
                    <a:pt x="40" y="30"/>
                    <a:pt x="40" y="27"/>
                    <a:pt x="40" y="25"/>
                  </a:cubicBezTo>
                  <a:cubicBezTo>
                    <a:pt x="40" y="25"/>
                    <a:pt x="40" y="25"/>
                    <a:pt x="40" y="25"/>
                  </a:cubicBezTo>
                  <a:cubicBezTo>
                    <a:pt x="41" y="27"/>
                    <a:pt x="43" y="30"/>
                    <a:pt x="44" y="32"/>
                  </a:cubicBezTo>
                  <a:cubicBezTo>
                    <a:pt x="60" y="56"/>
                    <a:pt x="60" y="56"/>
                    <a:pt x="60" y="56"/>
                  </a:cubicBezTo>
                  <a:cubicBezTo>
                    <a:pt x="69" y="56"/>
                    <a:pt x="69" y="56"/>
                    <a:pt x="69" y="56"/>
                  </a:cubicBezTo>
                  <a:cubicBezTo>
                    <a:pt x="69" y="21"/>
                    <a:pt x="69" y="21"/>
                    <a:pt x="69" y="21"/>
                  </a:cubicBezTo>
                  <a:cubicBezTo>
                    <a:pt x="71" y="21"/>
                    <a:pt x="73" y="21"/>
                    <a:pt x="74" y="20"/>
                  </a:cubicBezTo>
                  <a:moveTo>
                    <a:pt x="20" y="56"/>
                  </a:moveTo>
                  <a:cubicBezTo>
                    <a:pt x="20" y="52"/>
                    <a:pt x="20" y="52"/>
                    <a:pt x="20" y="52"/>
                  </a:cubicBezTo>
                  <a:cubicBezTo>
                    <a:pt x="18" y="52"/>
                    <a:pt x="16" y="51"/>
                    <a:pt x="13" y="51"/>
                  </a:cubicBezTo>
                  <a:cubicBezTo>
                    <a:pt x="13" y="21"/>
                    <a:pt x="13" y="21"/>
                    <a:pt x="13" y="21"/>
                  </a:cubicBezTo>
                  <a:cubicBezTo>
                    <a:pt x="16" y="21"/>
                    <a:pt x="18" y="21"/>
                    <a:pt x="20" y="20"/>
                  </a:cubicBezTo>
                  <a:cubicBezTo>
                    <a:pt x="20" y="17"/>
                    <a:pt x="20" y="17"/>
                    <a:pt x="20" y="17"/>
                  </a:cubicBezTo>
                  <a:cubicBezTo>
                    <a:pt x="0" y="17"/>
                    <a:pt x="0" y="17"/>
                    <a:pt x="0" y="17"/>
                  </a:cubicBezTo>
                  <a:cubicBezTo>
                    <a:pt x="0" y="20"/>
                    <a:pt x="0" y="20"/>
                    <a:pt x="0" y="20"/>
                  </a:cubicBezTo>
                  <a:cubicBezTo>
                    <a:pt x="2" y="21"/>
                    <a:pt x="4" y="21"/>
                    <a:pt x="7" y="21"/>
                  </a:cubicBezTo>
                  <a:cubicBezTo>
                    <a:pt x="7" y="51"/>
                    <a:pt x="7" y="51"/>
                    <a:pt x="7" y="51"/>
                  </a:cubicBezTo>
                  <a:cubicBezTo>
                    <a:pt x="4" y="51"/>
                    <a:pt x="2" y="52"/>
                    <a:pt x="0" y="52"/>
                  </a:cubicBezTo>
                  <a:cubicBezTo>
                    <a:pt x="0" y="56"/>
                    <a:pt x="0" y="56"/>
                    <a:pt x="0" y="56"/>
                  </a:cubicBezTo>
                  <a:lnTo>
                    <a:pt x="20" y="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6" name="Freeform 38">
              <a:extLst>
                <a:ext uri="{FF2B5EF4-FFF2-40B4-BE49-F238E27FC236}">
                  <a16:creationId xmlns:a16="http://schemas.microsoft.com/office/drawing/2014/main" id="{F47BD283-62E6-4C5B-9649-6904B135BC40}"/>
                </a:ext>
              </a:extLst>
            </p:cNvPr>
            <p:cNvSpPr>
              <a:spLocks noEditPoints="1"/>
            </p:cNvSpPr>
            <p:nvPr/>
          </p:nvSpPr>
          <p:spPr bwMode="auto">
            <a:xfrm>
              <a:off x="3968750" y="2597150"/>
              <a:ext cx="908050" cy="88900"/>
            </a:xfrm>
            <a:custGeom>
              <a:avLst/>
              <a:gdLst>
                <a:gd name="T0" fmla="*/ 413 w 419"/>
                <a:gd name="T1" fmla="*/ 35 h 41"/>
                <a:gd name="T2" fmla="*/ 410 w 419"/>
                <a:gd name="T3" fmla="*/ 27 h 41"/>
                <a:gd name="T4" fmla="*/ 410 w 419"/>
                <a:gd name="T5" fmla="*/ 18 h 41"/>
                <a:gd name="T6" fmla="*/ 414 w 419"/>
                <a:gd name="T7" fmla="*/ 12 h 41"/>
                <a:gd name="T8" fmla="*/ 389 w 419"/>
                <a:gd name="T9" fmla="*/ 5 h 41"/>
                <a:gd name="T10" fmla="*/ 389 w 419"/>
                <a:gd name="T11" fmla="*/ 40 h 41"/>
                <a:gd name="T12" fmla="*/ 355 w 419"/>
                <a:gd name="T13" fmla="*/ 35 h 41"/>
                <a:gd name="T14" fmla="*/ 383 w 419"/>
                <a:gd name="T15" fmla="*/ 20 h 41"/>
                <a:gd name="T16" fmla="*/ 342 w 419"/>
                <a:gd name="T17" fmla="*/ 5 h 41"/>
                <a:gd name="T18" fmla="*/ 342 w 419"/>
                <a:gd name="T19" fmla="*/ 40 h 41"/>
                <a:gd name="T20" fmla="*/ 312 w 419"/>
                <a:gd name="T21" fmla="*/ 20 h 41"/>
                <a:gd name="T22" fmla="*/ 297 w 419"/>
                <a:gd name="T23" fmla="*/ 6 h 41"/>
                <a:gd name="T24" fmla="*/ 285 w 419"/>
                <a:gd name="T25" fmla="*/ 1 h 41"/>
                <a:gd name="T26" fmla="*/ 285 w 419"/>
                <a:gd name="T27" fmla="*/ 35 h 41"/>
                <a:gd name="T28" fmla="*/ 296 w 419"/>
                <a:gd name="T29" fmla="*/ 41 h 41"/>
                <a:gd name="T30" fmla="*/ 250 w 419"/>
                <a:gd name="T31" fmla="*/ 13 h 41"/>
                <a:gd name="T32" fmla="*/ 259 w 419"/>
                <a:gd name="T33" fmla="*/ 25 h 41"/>
                <a:gd name="T34" fmla="*/ 257 w 419"/>
                <a:gd name="T35" fmla="*/ 1 h 41"/>
                <a:gd name="T36" fmla="*/ 230 w 419"/>
                <a:gd name="T37" fmla="*/ 40 h 41"/>
                <a:gd name="T38" fmla="*/ 243 w 419"/>
                <a:gd name="T39" fmla="*/ 30 h 41"/>
                <a:gd name="T40" fmla="*/ 257 w 419"/>
                <a:gd name="T41" fmla="*/ 40 h 41"/>
                <a:gd name="T42" fmla="*/ 195 w 419"/>
                <a:gd name="T43" fmla="*/ 1 h 41"/>
                <a:gd name="T44" fmla="*/ 209 w 419"/>
                <a:gd name="T45" fmla="*/ 6 h 41"/>
                <a:gd name="T46" fmla="*/ 223 w 419"/>
                <a:gd name="T47" fmla="*/ 40 h 41"/>
                <a:gd name="T48" fmla="*/ 225 w 419"/>
                <a:gd name="T49" fmla="*/ 6 h 41"/>
                <a:gd name="T50" fmla="*/ 194 w 419"/>
                <a:gd name="T51" fmla="*/ 28 h 41"/>
                <a:gd name="T52" fmla="*/ 178 w 419"/>
                <a:gd name="T53" fmla="*/ 6 h 41"/>
                <a:gd name="T54" fmla="*/ 164 w 419"/>
                <a:gd name="T55" fmla="*/ 5 h 41"/>
                <a:gd name="T56" fmla="*/ 164 w 419"/>
                <a:gd name="T57" fmla="*/ 40 h 41"/>
                <a:gd name="T58" fmla="*/ 140 w 419"/>
                <a:gd name="T59" fmla="*/ 1 h 41"/>
                <a:gd name="T60" fmla="*/ 136 w 419"/>
                <a:gd name="T61" fmla="*/ 35 h 41"/>
                <a:gd name="T62" fmla="*/ 132 w 419"/>
                <a:gd name="T63" fmla="*/ 1 h 41"/>
                <a:gd name="T64" fmla="*/ 119 w 419"/>
                <a:gd name="T65" fmla="*/ 27 h 41"/>
                <a:gd name="T66" fmla="*/ 158 w 419"/>
                <a:gd name="T67" fmla="*/ 5 h 41"/>
                <a:gd name="T68" fmla="*/ 84 w 419"/>
                <a:gd name="T69" fmla="*/ 21 h 41"/>
                <a:gd name="T70" fmla="*/ 107 w 419"/>
                <a:gd name="T71" fmla="*/ 13 h 41"/>
                <a:gd name="T72" fmla="*/ 96 w 419"/>
                <a:gd name="T73" fmla="*/ 41 h 41"/>
                <a:gd name="T74" fmla="*/ 49 w 419"/>
                <a:gd name="T75" fmla="*/ 13 h 41"/>
                <a:gd name="T76" fmla="*/ 58 w 419"/>
                <a:gd name="T77" fmla="*/ 25 h 41"/>
                <a:gd name="T78" fmla="*/ 56 w 419"/>
                <a:gd name="T79" fmla="*/ 1 h 41"/>
                <a:gd name="T80" fmla="*/ 29 w 419"/>
                <a:gd name="T81" fmla="*/ 40 h 41"/>
                <a:gd name="T82" fmla="*/ 43 w 419"/>
                <a:gd name="T83" fmla="*/ 30 h 41"/>
                <a:gd name="T84" fmla="*/ 56 w 419"/>
                <a:gd name="T85" fmla="*/ 40 h 41"/>
                <a:gd name="T86" fmla="*/ 0 w 419"/>
                <a:gd name="T87" fmla="*/ 1 h 41"/>
                <a:gd name="T88" fmla="*/ 0 w 419"/>
                <a:gd name="T89" fmla="*/ 36 h 41"/>
                <a:gd name="T90" fmla="*/ 13 w 419"/>
                <a:gd name="T91" fmla="*/ 35 h 41"/>
                <a:gd name="T92" fmla="*/ 26 w 419"/>
                <a:gd name="T93" fmla="*/ 27 h 41"/>
                <a:gd name="T94" fmla="*/ 13 w 419"/>
                <a:gd name="T95" fmla="*/ 18 h 41"/>
                <a:gd name="T96" fmla="*/ 30 w 419"/>
                <a:gd name="T97"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19" h="41">
                  <a:moveTo>
                    <a:pt x="419" y="40"/>
                  </a:moveTo>
                  <a:cubicBezTo>
                    <a:pt x="419" y="29"/>
                    <a:pt x="419" y="29"/>
                    <a:pt x="419" y="29"/>
                  </a:cubicBezTo>
                  <a:cubicBezTo>
                    <a:pt x="414" y="29"/>
                    <a:pt x="414" y="29"/>
                    <a:pt x="414" y="29"/>
                  </a:cubicBezTo>
                  <a:cubicBezTo>
                    <a:pt x="414" y="31"/>
                    <a:pt x="414" y="34"/>
                    <a:pt x="413" y="35"/>
                  </a:cubicBezTo>
                  <a:cubicBezTo>
                    <a:pt x="402" y="35"/>
                    <a:pt x="402" y="35"/>
                    <a:pt x="402" y="35"/>
                  </a:cubicBezTo>
                  <a:cubicBezTo>
                    <a:pt x="402" y="22"/>
                    <a:pt x="402" y="22"/>
                    <a:pt x="402" y="22"/>
                  </a:cubicBezTo>
                  <a:cubicBezTo>
                    <a:pt x="410" y="22"/>
                    <a:pt x="410" y="22"/>
                    <a:pt x="410" y="22"/>
                  </a:cubicBezTo>
                  <a:cubicBezTo>
                    <a:pt x="410" y="24"/>
                    <a:pt x="410" y="25"/>
                    <a:pt x="410" y="27"/>
                  </a:cubicBezTo>
                  <a:cubicBezTo>
                    <a:pt x="415" y="27"/>
                    <a:pt x="415" y="27"/>
                    <a:pt x="415" y="27"/>
                  </a:cubicBezTo>
                  <a:cubicBezTo>
                    <a:pt x="415" y="14"/>
                    <a:pt x="415" y="14"/>
                    <a:pt x="415" y="14"/>
                  </a:cubicBezTo>
                  <a:cubicBezTo>
                    <a:pt x="410" y="14"/>
                    <a:pt x="410" y="14"/>
                    <a:pt x="410" y="14"/>
                  </a:cubicBezTo>
                  <a:cubicBezTo>
                    <a:pt x="410" y="15"/>
                    <a:pt x="410" y="16"/>
                    <a:pt x="410" y="18"/>
                  </a:cubicBezTo>
                  <a:cubicBezTo>
                    <a:pt x="402" y="18"/>
                    <a:pt x="402" y="18"/>
                    <a:pt x="402" y="18"/>
                  </a:cubicBezTo>
                  <a:cubicBezTo>
                    <a:pt x="402" y="6"/>
                    <a:pt x="402" y="6"/>
                    <a:pt x="402" y="6"/>
                  </a:cubicBezTo>
                  <a:cubicBezTo>
                    <a:pt x="413" y="6"/>
                    <a:pt x="413" y="6"/>
                    <a:pt x="413" y="6"/>
                  </a:cubicBezTo>
                  <a:cubicBezTo>
                    <a:pt x="413" y="7"/>
                    <a:pt x="414" y="10"/>
                    <a:pt x="414" y="12"/>
                  </a:cubicBezTo>
                  <a:cubicBezTo>
                    <a:pt x="419" y="12"/>
                    <a:pt x="419" y="12"/>
                    <a:pt x="419" y="12"/>
                  </a:cubicBezTo>
                  <a:cubicBezTo>
                    <a:pt x="419" y="1"/>
                    <a:pt x="419" y="1"/>
                    <a:pt x="419" y="1"/>
                  </a:cubicBezTo>
                  <a:cubicBezTo>
                    <a:pt x="389" y="1"/>
                    <a:pt x="389" y="1"/>
                    <a:pt x="389" y="1"/>
                  </a:cubicBezTo>
                  <a:cubicBezTo>
                    <a:pt x="389" y="5"/>
                    <a:pt x="389" y="5"/>
                    <a:pt x="389" y="5"/>
                  </a:cubicBezTo>
                  <a:cubicBezTo>
                    <a:pt x="391" y="5"/>
                    <a:pt x="393" y="6"/>
                    <a:pt x="396" y="6"/>
                  </a:cubicBezTo>
                  <a:cubicBezTo>
                    <a:pt x="396" y="35"/>
                    <a:pt x="396" y="35"/>
                    <a:pt x="396" y="35"/>
                  </a:cubicBezTo>
                  <a:cubicBezTo>
                    <a:pt x="393" y="36"/>
                    <a:pt x="391" y="36"/>
                    <a:pt x="389" y="36"/>
                  </a:cubicBezTo>
                  <a:cubicBezTo>
                    <a:pt x="389" y="40"/>
                    <a:pt x="389" y="40"/>
                    <a:pt x="389" y="40"/>
                  </a:cubicBezTo>
                  <a:lnTo>
                    <a:pt x="419" y="40"/>
                  </a:lnTo>
                  <a:close/>
                  <a:moveTo>
                    <a:pt x="376" y="20"/>
                  </a:moveTo>
                  <a:cubicBezTo>
                    <a:pt x="376" y="30"/>
                    <a:pt x="369" y="35"/>
                    <a:pt x="360" y="35"/>
                  </a:cubicBezTo>
                  <a:cubicBezTo>
                    <a:pt x="359" y="35"/>
                    <a:pt x="356" y="35"/>
                    <a:pt x="355" y="35"/>
                  </a:cubicBezTo>
                  <a:cubicBezTo>
                    <a:pt x="355" y="6"/>
                    <a:pt x="355" y="6"/>
                    <a:pt x="355" y="6"/>
                  </a:cubicBezTo>
                  <a:cubicBezTo>
                    <a:pt x="357" y="6"/>
                    <a:pt x="359" y="6"/>
                    <a:pt x="361" y="6"/>
                  </a:cubicBezTo>
                  <a:cubicBezTo>
                    <a:pt x="371" y="6"/>
                    <a:pt x="376" y="11"/>
                    <a:pt x="376" y="20"/>
                  </a:cubicBezTo>
                  <a:moveTo>
                    <a:pt x="383" y="20"/>
                  </a:moveTo>
                  <a:cubicBezTo>
                    <a:pt x="383" y="6"/>
                    <a:pt x="375" y="1"/>
                    <a:pt x="362" y="1"/>
                  </a:cubicBezTo>
                  <a:cubicBezTo>
                    <a:pt x="357" y="1"/>
                    <a:pt x="352" y="1"/>
                    <a:pt x="348" y="1"/>
                  </a:cubicBezTo>
                  <a:cubicBezTo>
                    <a:pt x="342" y="1"/>
                    <a:pt x="342" y="1"/>
                    <a:pt x="342" y="1"/>
                  </a:cubicBezTo>
                  <a:cubicBezTo>
                    <a:pt x="342" y="5"/>
                    <a:pt x="342" y="5"/>
                    <a:pt x="342" y="5"/>
                  </a:cubicBezTo>
                  <a:cubicBezTo>
                    <a:pt x="344" y="5"/>
                    <a:pt x="346" y="6"/>
                    <a:pt x="348" y="6"/>
                  </a:cubicBezTo>
                  <a:cubicBezTo>
                    <a:pt x="348" y="35"/>
                    <a:pt x="348" y="35"/>
                    <a:pt x="348" y="35"/>
                  </a:cubicBezTo>
                  <a:cubicBezTo>
                    <a:pt x="346" y="36"/>
                    <a:pt x="344" y="36"/>
                    <a:pt x="342" y="36"/>
                  </a:cubicBezTo>
                  <a:cubicBezTo>
                    <a:pt x="342" y="40"/>
                    <a:pt x="342" y="40"/>
                    <a:pt x="342" y="40"/>
                  </a:cubicBezTo>
                  <a:cubicBezTo>
                    <a:pt x="348" y="40"/>
                    <a:pt x="348" y="40"/>
                    <a:pt x="348" y="40"/>
                  </a:cubicBezTo>
                  <a:cubicBezTo>
                    <a:pt x="352" y="40"/>
                    <a:pt x="355" y="41"/>
                    <a:pt x="360" y="41"/>
                  </a:cubicBezTo>
                  <a:cubicBezTo>
                    <a:pt x="373" y="41"/>
                    <a:pt x="383" y="34"/>
                    <a:pt x="383" y="20"/>
                  </a:cubicBezTo>
                  <a:moveTo>
                    <a:pt x="312" y="20"/>
                  </a:moveTo>
                  <a:cubicBezTo>
                    <a:pt x="312" y="30"/>
                    <a:pt x="306" y="35"/>
                    <a:pt x="297" y="35"/>
                  </a:cubicBezTo>
                  <a:cubicBezTo>
                    <a:pt x="295" y="35"/>
                    <a:pt x="293" y="35"/>
                    <a:pt x="291" y="35"/>
                  </a:cubicBezTo>
                  <a:cubicBezTo>
                    <a:pt x="291" y="6"/>
                    <a:pt x="291" y="6"/>
                    <a:pt x="291" y="6"/>
                  </a:cubicBezTo>
                  <a:cubicBezTo>
                    <a:pt x="293" y="6"/>
                    <a:pt x="295" y="6"/>
                    <a:pt x="297" y="6"/>
                  </a:cubicBezTo>
                  <a:cubicBezTo>
                    <a:pt x="307" y="6"/>
                    <a:pt x="312" y="11"/>
                    <a:pt x="312" y="20"/>
                  </a:cubicBezTo>
                  <a:moveTo>
                    <a:pt x="319" y="20"/>
                  </a:moveTo>
                  <a:cubicBezTo>
                    <a:pt x="319" y="6"/>
                    <a:pt x="311" y="1"/>
                    <a:pt x="298" y="1"/>
                  </a:cubicBezTo>
                  <a:cubicBezTo>
                    <a:pt x="294" y="1"/>
                    <a:pt x="288" y="1"/>
                    <a:pt x="285" y="1"/>
                  </a:cubicBezTo>
                  <a:cubicBezTo>
                    <a:pt x="278" y="1"/>
                    <a:pt x="278" y="1"/>
                    <a:pt x="278" y="1"/>
                  </a:cubicBezTo>
                  <a:cubicBezTo>
                    <a:pt x="278" y="5"/>
                    <a:pt x="278" y="5"/>
                    <a:pt x="278" y="5"/>
                  </a:cubicBezTo>
                  <a:cubicBezTo>
                    <a:pt x="280" y="5"/>
                    <a:pt x="282" y="6"/>
                    <a:pt x="285" y="6"/>
                  </a:cubicBezTo>
                  <a:cubicBezTo>
                    <a:pt x="285" y="35"/>
                    <a:pt x="285" y="35"/>
                    <a:pt x="285" y="35"/>
                  </a:cubicBezTo>
                  <a:cubicBezTo>
                    <a:pt x="282" y="36"/>
                    <a:pt x="280" y="36"/>
                    <a:pt x="278" y="36"/>
                  </a:cubicBezTo>
                  <a:cubicBezTo>
                    <a:pt x="278" y="40"/>
                    <a:pt x="278" y="40"/>
                    <a:pt x="278" y="40"/>
                  </a:cubicBezTo>
                  <a:cubicBezTo>
                    <a:pt x="285" y="40"/>
                    <a:pt x="285" y="40"/>
                    <a:pt x="285" y="40"/>
                  </a:cubicBezTo>
                  <a:cubicBezTo>
                    <a:pt x="288" y="40"/>
                    <a:pt x="291" y="41"/>
                    <a:pt x="296" y="41"/>
                  </a:cubicBezTo>
                  <a:cubicBezTo>
                    <a:pt x="309" y="41"/>
                    <a:pt x="319" y="34"/>
                    <a:pt x="319" y="20"/>
                  </a:cubicBezTo>
                  <a:moveTo>
                    <a:pt x="259" y="25"/>
                  </a:moveTo>
                  <a:cubicBezTo>
                    <a:pt x="245" y="25"/>
                    <a:pt x="245" y="25"/>
                    <a:pt x="245" y="25"/>
                  </a:cubicBezTo>
                  <a:cubicBezTo>
                    <a:pt x="250" y="13"/>
                    <a:pt x="250" y="13"/>
                    <a:pt x="250" y="13"/>
                  </a:cubicBezTo>
                  <a:cubicBezTo>
                    <a:pt x="251" y="11"/>
                    <a:pt x="251" y="9"/>
                    <a:pt x="252" y="7"/>
                  </a:cubicBezTo>
                  <a:cubicBezTo>
                    <a:pt x="252" y="7"/>
                    <a:pt x="252" y="7"/>
                    <a:pt x="252" y="7"/>
                  </a:cubicBezTo>
                  <a:cubicBezTo>
                    <a:pt x="253" y="9"/>
                    <a:pt x="253" y="11"/>
                    <a:pt x="254" y="13"/>
                  </a:cubicBezTo>
                  <a:lnTo>
                    <a:pt x="259" y="25"/>
                  </a:lnTo>
                  <a:close/>
                  <a:moveTo>
                    <a:pt x="275" y="40"/>
                  </a:moveTo>
                  <a:cubicBezTo>
                    <a:pt x="275" y="36"/>
                    <a:pt x="275" y="36"/>
                    <a:pt x="275" y="36"/>
                  </a:cubicBezTo>
                  <a:cubicBezTo>
                    <a:pt x="273" y="36"/>
                    <a:pt x="271" y="36"/>
                    <a:pt x="270" y="36"/>
                  </a:cubicBezTo>
                  <a:cubicBezTo>
                    <a:pt x="257" y="1"/>
                    <a:pt x="257" y="1"/>
                    <a:pt x="257" y="1"/>
                  </a:cubicBezTo>
                  <a:cubicBezTo>
                    <a:pt x="248" y="1"/>
                    <a:pt x="248" y="1"/>
                    <a:pt x="248" y="1"/>
                  </a:cubicBezTo>
                  <a:cubicBezTo>
                    <a:pt x="234" y="36"/>
                    <a:pt x="234" y="36"/>
                    <a:pt x="234" y="36"/>
                  </a:cubicBezTo>
                  <a:cubicBezTo>
                    <a:pt x="233" y="36"/>
                    <a:pt x="231" y="36"/>
                    <a:pt x="230" y="36"/>
                  </a:cubicBezTo>
                  <a:cubicBezTo>
                    <a:pt x="230" y="40"/>
                    <a:pt x="230" y="40"/>
                    <a:pt x="230" y="40"/>
                  </a:cubicBezTo>
                  <a:cubicBezTo>
                    <a:pt x="247" y="40"/>
                    <a:pt x="247" y="40"/>
                    <a:pt x="247" y="40"/>
                  </a:cubicBezTo>
                  <a:cubicBezTo>
                    <a:pt x="247" y="36"/>
                    <a:pt x="247" y="36"/>
                    <a:pt x="247" y="36"/>
                  </a:cubicBezTo>
                  <a:cubicBezTo>
                    <a:pt x="246" y="36"/>
                    <a:pt x="243" y="36"/>
                    <a:pt x="241" y="36"/>
                  </a:cubicBezTo>
                  <a:cubicBezTo>
                    <a:pt x="243" y="30"/>
                    <a:pt x="243" y="30"/>
                    <a:pt x="243" y="30"/>
                  </a:cubicBezTo>
                  <a:cubicBezTo>
                    <a:pt x="261" y="30"/>
                    <a:pt x="261" y="30"/>
                    <a:pt x="261" y="30"/>
                  </a:cubicBezTo>
                  <a:cubicBezTo>
                    <a:pt x="262" y="36"/>
                    <a:pt x="262" y="36"/>
                    <a:pt x="262" y="36"/>
                  </a:cubicBezTo>
                  <a:cubicBezTo>
                    <a:pt x="261" y="36"/>
                    <a:pt x="258" y="36"/>
                    <a:pt x="257" y="36"/>
                  </a:cubicBezTo>
                  <a:cubicBezTo>
                    <a:pt x="257" y="40"/>
                    <a:pt x="257" y="40"/>
                    <a:pt x="257" y="40"/>
                  </a:cubicBezTo>
                  <a:lnTo>
                    <a:pt x="275" y="40"/>
                  </a:lnTo>
                  <a:close/>
                  <a:moveTo>
                    <a:pt x="231" y="14"/>
                  </a:moveTo>
                  <a:cubicBezTo>
                    <a:pt x="231" y="1"/>
                    <a:pt x="231" y="1"/>
                    <a:pt x="231" y="1"/>
                  </a:cubicBezTo>
                  <a:cubicBezTo>
                    <a:pt x="195" y="1"/>
                    <a:pt x="195" y="1"/>
                    <a:pt x="195" y="1"/>
                  </a:cubicBezTo>
                  <a:cubicBezTo>
                    <a:pt x="195" y="14"/>
                    <a:pt x="195" y="14"/>
                    <a:pt x="195" y="14"/>
                  </a:cubicBezTo>
                  <a:cubicBezTo>
                    <a:pt x="199" y="14"/>
                    <a:pt x="199" y="14"/>
                    <a:pt x="199" y="14"/>
                  </a:cubicBezTo>
                  <a:cubicBezTo>
                    <a:pt x="200" y="11"/>
                    <a:pt x="200" y="8"/>
                    <a:pt x="200" y="6"/>
                  </a:cubicBezTo>
                  <a:cubicBezTo>
                    <a:pt x="209" y="6"/>
                    <a:pt x="209" y="6"/>
                    <a:pt x="209" y="6"/>
                  </a:cubicBezTo>
                  <a:cubicBezTo>
                    <a:pt x="209" y="35"/>
                    <a:pt x="209" y="35"/>
                    <a:pt x="209" y="35"/>
                  </a:cubicBezTo>
                  <a:cubicBezTo>
                    <a:pt x="207" y="36"/>
                    <a:pt x="205" y="36"/>
                    <a:pt x="203" y="36"/>
                  </a:cubicBezTo>
                  <a:cubicBezTo>
                    <a:pt x="203" y="40"/>
                    <a:pt x="203" y="40"/>
                    <a:pt x="203" y="40"/>
                  </a:cubicBezTo>
                  <a:cubicBezTo>
                    <a:pt x="223" y="40"/>
                    <a:pt x="223" y="40"/>
                    <a:pt x="223" y="40"/>
                  </a:cubicBezTo>
                  <a:cubicBezTo>
                    <a:pt x="223" y="36"/>
                    <a:pt x="223" y="36"/>
                    <a:pt x="223" y="36"/>
                  </a:cubicBezTo>
                  <a:cubicBezTo>
                    <a:pt x="221" y="36"/>
                    <a:pt x="218" y="36"/>
                    <a:pt x="216" y="35"/>
                  </a:cubicBezTo>
                  <a:cubicBezTo>
                    <a:pt x="216" y="6"/>
                    <a:pt x="216" y="6"/>
                    <a:pt x="216" y="6"/>
                  </a:cubicBezTo>
                  <a:cubicBezTo>
                    <a:pt x="225" y="6"/>
                    <a:pt x="225" y="6"/>
                    <a:pt x="225" y="6"/>
                  </a:cubicBezTo>
                  <a:cubicBezTo>
                    <a:pt x="225" y="8"/>
                    <a:pt x="226" y="11"/>
                    <a:pt x="226" y="14"/>
                  </a:cubicBezTo>
                  <a:lnTo>
                    <a:pt x="231" y="14"/>
                  </a:lnTo>
                  <a:close/>
                  <a:moveTo>
                    <a:pt x="194" y="40"/>
                  </a:moveTo>
                  <a:cubicBezTo>
                    <a:pt x="194" y="28"/>
                    <a:pt x="194" y="28"/>
                    <a:pt x="194" y="28"/>
                  </a:cubicBezTo>
                  <a:cubicBezTo>
                    <a:pt x="189" y="28"/>
                    <a:pt x="189" y="28"/>
                    <a:pt x="189" y="28"/>
                  </a:cubicBezTo>
                  <a:cubicBezTo>
                    <a:pt x="189" y="30"/>
                    <a:pt x="189" y="33"/>
                    <a:pt x="188" y="35"/>
                  </a:cubicBezTo>
                  <a:cubicBezTo>
                    <a:pt x="178" y="35"/>
                    <a:pt x="178" y="35"/>
                    <a:pt x="178" y="35"/>
                  </a:cubicBezTo>
                  <a:cubicBezTo>
                    <a:pt x="178" y="6"/>
                    <a:pt x="178" y="6"/>
                    <a:pt x="178" y="6"/>
                  </a:cubicBezTo>
                  <a:cubicBezTo>
                    <a:pt x="180" y="6"/>
                    <a:pt x="182" y="5"/>
                    <a:pt x="184" y="5"/>
                  </a:cubicBezTo>
                  <a:cubicBezTo>
                    <a:pt x="184" y="1"/>
                    <a:pt x="184" y="1"/>
                    <a:pt x="184" y="1"/>
                  </a:cubicBezTo>
                  <a:cubicBezTo>
                    <a:pt x="164" y="1"/>
                    <a:pt x="164" y="1"/>
                    <a:pt x="164" y="1"/>
                  </a:cubicBezTo>
                  <a:cubicBezTo>
                    <a:pt x="164" y="5"/>
                    <a:pt x="164" y="5"/>
                    <a:pt x="164" y="5"/>
                  </a:cubicBezTo>
                  <a:cubicBezTo>
                    <a:pt x="166" y="5"/>
                    <a:pt x="169" y="6"/>
                    <a:pt x="171" y="6"/>
                  </a:cubicBezTo>
                  <a:cubicBezTo>
                    <a:pt x="171" y="35"/>
                    <a:pt x="171" y="35"/>
                    <a:pt x="171" y="35"/>
                  </a:cubicBezTo>
                  <a:cubicBezTo>
                    <a:pt x="169" y="36"/>
                    <a:pt x="166" y="36"/>
                    <a:pt x="164" y="36"/>
                  </a:cubicBezTo>
                  <a:cubicBezTo>
                    <a:pt x="164" y="40"/>
                    <a:pt x="164" y="40"/>
                    <a:pt x="164" y="40"/>
                  </a:cubicBezTo>
                  <a:lnTo>
                    <a:pt x="194" y="40"/>
                  </a:lnTo>
                  <a:close/>
                  <a:moveTo>
                    <a:pt x="158" y="5"/>
                  </a:moveTo>
                  <a:cubicBezTo>
                    <a:pt x="158" y="1"/>
                    <a:pt x="158" y="1"/>
                    <a:pt x="158" y="1"/>
                  </a:cubicBezTo>
                  <a:cubicBezTo>
                    <a:pt x="140" y="1"/>
                    <a:pt x="140" y="1"/>
                    <a:pt x="140" y="1"/>
                  </a:cubicBezTo>
                  <a:cubicBezTo>
                    <a:pt x="140" y="5"/>
                    <a:pt x="140" y="5"/>
                    <a:pt x="140" y="5"/>
                  </a:cubicBezTo>
                  <a:cubicBezTo>
                    <a:pt x="142" y="5"/>
                    <a:pt x="144" y="6"/>
                    <a:pt x="146" y="6"/>
                  </a:cubicBezTo>
                  <a:cubicBezTo>
                    <a:pt x="146" y="25"/>
                    <a:pt x="146" y="25"/>
                    <a:pt x="146" y="25"/>
                  </a:cubicBezTo>
                  <a:cubicBezTo>
                    <a:pt x="146" y="31"/>
                    <a:pt x="143" y="35"/>
                    <a:pt x="136" y="35"/>
                  </a:cubicBezTo>
                  <a:cubicBezTo>
                    <a:pt x="129" y="35"/>
                    <a:pt x="126" y="32"/>
                    <a:pt x="126" y="25"/>
                  </a:cubicBezTo>
                  <a:cubicBezTo>
                    <a:pt x="126" y="6"/>
                    <a:pt x="126" y="6"/>
                    <a:pt x="126" y="6"/>
                  </a:cubicBezTo>
                  <a:cubicBezTo>
                    <a:pt x="128" y="6"/>
                    <a:pt x="130" y="5"/>
                    <a:pt x="132" y="5"/>
                  </a:cubicBezTo>
                  <a:cubicBezTo>
                    <a:pt x="132" y="1"/>
                    <a:pt x="132" y="1"/>
                    <a:pt x="132" y="1"/>
                  </a:cubicBezTo>
                  <a:cubicBezTo>
                    <a:pt x="113" y="1"/>
                    <a:pt x="113" y="1"/>
                    <a:pt x="113" y="1"/>
                  </a:cubicBezTo>
                  <a:cubicBezTo>
                    <a:pt x="113" y="5"/>
                    <a:pt x="113" y="5"/>
                    <a:pt x="113" y="5"/>
                  </a:cubicBezTo>
                  <a:cubicBezTo>
                    <a:pt x="115" y="5"/>
                    <a:pt x="117" y="6"/>
                    <a:pt x="119" y="6"/>
                  </a:cubicBezTo>
                  <a:cubicBezTo>
                    <a:pt x="119" y="27"/>
                    <a:pt x="119" y="27"/>
                    <a:pt x="119" y="27"/>
                  </a:cubicBezTo>
                  <a:cubicBezTo>
                    <a:pt x="119" y="36"/>
                    <a:pt x="125" y="41"/>
                    <a:pt x="135" y="41"/>
                  </a:cubicBezTo>
                  <a:cubicBezTo>
                    <a:pt x="148" y="41"/>
                    <a:pt x="153" y="34"/>
                    <a:pt x="153" y="25"/>
                  </a:cubicBezTo>
                  <a:cubicBezTo>
                    <a:pt x="153" y="6"/>
                    <a:pt x="153" y="6"/>
                    <a:pt x="153" y="6"/>
                  </a:cubicBezTo>
                  <a:cubicBezTo>
                    <a:pt x="155" y="6"/>
                    <a:pt x="157" y="5"/>
                    <a:pt x="158" y="5"/>
                  </a:cubicBezTo>
                  <a:moveTo>
                    <a:pt x="107" y="39"/>
                  </a:moveTo>
                  <a:cubicBezTo>
                    <a:pt x="107" y="32"/>
                    <a:pt x="107" y="32"/>
                    <a:pt x="107" y="32"/>
                  </a:cubicBezTo>
                  <a:cubicBezTo>
                    <a:pt x="104" y="34"/>
                    <a:pt x="101" y="35"/>
                    <a:pt x="97" y="35"/>
                  </a:cubicBezTo>
                  <a:cubicBezTo>
                    <a:pt x="88" y="35"/>
                    <a:pt x="84" y="30"/>
                    <a:pt x="84" y="21"/>
                  </a:cubicBezTo>
                  <a:cubicBezTo>
                    <a:pt x="84" y="13"/>
                    <a:pt x="88" y="6"/>
                    <a:pt x="96" y="6"/>
                  </a:cubicBezTo>
                  <a:cubicBezTo>
                    <a:pt x="98" y="6"/>
                    <a:pt x="99" y="7"/>
                    <a:pt x="101" y="7"/>
                  </a:cubicBezTo>
                  <a:cubicBezTo>
                    <a:pt x="101" y="9"/>
                    <a:pt x="102" y="11"/>
                    <a:pt x="102" y="13"/>
                  </a:cubicBezTo>
                  <a:cubicBezTo>
                    <a:pt x="107" y="13"/>
                    <a:pt x="107" y="13"/>
                    <a:pt x="107" y="13"/>
                  </a:cubicBezTo>
                  <a:cubicBezTo>
                    <a:pt x="107" y="2"/>
                    <a:pt x="107" y="2"/>
                    <a:pt x="107" y="2"/>
                  </a:cubicBezTo>
                  <a:cubicBezTo>
                    <a:pt x="104" y="1"/>
                    <a:pt x="100" y="0"/>
                    <a:pt x="97" y="0"/>
                  </a:cubicBezTo>
                  <a:cubicBezTo>
                    <a:pt x="83" y="0"/>
                    <a:pt x="76" y="10"/>
                    <a:pt x="76" y="21"/>
                  </a:cubicBezTo>
                  <a:cubicBezTo>
                    <a:pt x="76" y="33"/>
                    <a:pt x="83" y="41"/>
                    <a:pt x="96" y="41"/>
                  </a:cubicBezTo>
                  <a:cubicBezTo>
                    <a:pt x="100" y="41"/>
                    <a:pt x="104" y="40"/>
                    <a:pt x="107" y="39"/>
                  </a:cubicBezTo>
                  <a:moveTo>
                    <a:pt x="58" y="25"/>
                  </a:moveTo>
                  <a:cubicBezTo>
                    <a:pt x="45" y="25"/>
                    <a:pt x="45" y="25"/>
                    <a:pt x="45" y="25"/>
                  </a:cubicBezTo>
                  <a:cubicBezTo>
                    <a:pt x="49" y="13"/>
                    <a:pt x="49" y="13"/>
                    <a:pt x="49" y="13"/>
                  </a:cubicBezTo>
                  <a:cubicBezTo>
                    <a:pt x="50" y="11"/>
                    <a:pt x="51" y="9"/>
                    <a:pt x="51" y="7"/>
                  </a:cubicBezTo>
                  <a:cubicBezTo>
                    <a:pt x="52" y="7"/>
                    <a:pt x="52" y="7"/>
                    <a:pt x="52" y="7"/>
                  </a:cubicBezTo>
                  <a:cubicBezTo>
                    <a:pt x="52" y="9"/>
                    <a:pt x="53" y="11"/>
                    <a:pt x="54" y="13"/>
                  </a:cubicBezTo>
                  <a:lnTo>
                    <a:pt x="58" y="25"/>
                  </a:lnTo>
                  <a:close/>
                  <a:moveTo>
                    <a:pt x="74" y="40"/>
                  </a:moveTo>
                  <a:cubicBezTo>
                    <a:pt x="74" y="36"/>
                    <a:pt x="74" y="36"/>
                    <a:pt x="74" y="36"/>
                  </a:cubicBezTo>
                  <a:cubicBezTo>
                    <a:pt x="73" y="36"/>
                    <a:pt x="71" y="36"/>
                    <a:pt x="69" y="36"/>
                  </a:cubicBezTo>
                  <a:cubicBezTo>
                    <a:pt x="56" y="1"/>
                    <a:pt x="56" y="1"/>
                    <a:pt x="56" y="1"/>
                  </a:cubicBezTo>
                  <a:cubicBezTo>
                    <a:pt x="47" y="1"/>
                    <a:pt x="47" y="1"/>
                    <a:pt x="47" y="1"/>
                  </a:cubicBezTo>
                  <a:cubicBezTo>
                    <a:pt x="34" y="36"/>
                    <a:pt x="34" y="36"/>
                    <a:pt x="34" y="36"/>
                  </a:cubicBezTo>
                  <a:cubicBezTo>
                    <a:pt x="33" y="36"/>
                    <a:pt x="31" y="36"/>
                    <a:pt x="29" y="36"/>
                  </a:cubicBezTo>
                  <a:cubicBezTo>
                    <a:pt x="29" y="40"/>
                    <a:pt x="29" y="40"/>
                    <a:pt x="29" y="40"/>
                  </a:cubicBezTo>
                  <a:cubicBezTo>
                    <a:pt x="47" y="40"/>
                    <a:pt x="47" y="40"/>
                    <a:pt x="47" y="40"/>
                  </a:cubicBezTo>
                  <a:cubicBezTo>
                    <a:pt x="47" y="36"/>
                    <a:pt x="47" y="36"/>
                    <a:pt x="47" y="36"/>
                  </a:cubicBezTo>
                  <a:cubicBezTo>
                    <a:pt x="45" y="36"/>
                    <a:pt x="43" y="36"/>
                    <a:pt x="41" y="36"/>
                  </a:cubicBezTo>
                  <a:cubicBezTo>
                    <a:pt x="43" y="30"/>
                    <a:pt x="43" y="30"/>
                    <a:pt x="43" y="30"/>
                  </a:cubicBezTo>
                  <a:cubicBezTo>
                    <a:pt x="60" y="30"/>
                    <a:pt x="60" y="30"/>
                    <a:pt x="60" y="30"/>
                  </a:cubicBezTo>
                  <a:cubicBezTo>
                    <a:pt x="62" y="36"/>
                    <a:pt x="62" y="36"/>
                    <a:pt x="62" y="36"/>
                  </a:cubicBezTo>
                  <a:cubicBezTo>
                    <a:pt x="60" y="36"/>
                    <a:pt x="58" y="36"/>
                    <a:pt x="56" y="36"/>
                  </a:cubicBezTo>
                  <a:cubicBezTo>
                    <a:pt x="56" y="40"/>
                    <a:pt x="56" y="40"/>
                    <a:pt x="56" y="40"/>
                  </a:cubicBezTo>
                  <a:lnTo>
                    <a:pt x="74" y="40"/>
                  </a:lnTo>
                  <a:close/>
                  <a:moveTo>
                    <a:pt x="30" y="12"/>
                  </a:moveTo>
                  <a:cubicBezTo>
                    <a:pt x="30" y="1"/>
                    <a:pt x="30" y="1"/>
                    <a:pt x="30" y="1"/>
                  </a:cubicBezTo>
                  <a:cubicBezTo>
                    <a:pt x="0" y="1"/>
                    <a:pt x="0" y="1"/>
                    <a:pt x="0" y="1"/>
                  </a:cubicBezTo>
                  <a:cubicBezTo>
                    <a:pt x="0" y="5"/>
                    <a:pt x="0" y="5"/>
                    <a:pt x="0" y="5"/>
                  </a:cubicBezTo>
                  <a:cubicBezTo>
                    <a:pt x="2" y="5"/>
                    <a:pt x="4" y="6"/>
                    <a:pt x="7" y="6"/>
                  </a:cubicBezTo>
                  <a:cubicBezTo>
                    <a:pt x="7" y="35"/>
                    <a:pt x="7" y="35"/>
                    <a:pt x="7" y="35"/>
                  </a:cubicBezTo>
                  <a:cubicBezTo>
                    <a:pt x="4" y="36"/>
                    <a:pt x="2" y="36"/>
                    <a:pt x="0" y="36"/>
                  </a:cubicBezTo>
                  <a:cubicBezTo>
                    <a:pt x="0" y="40"/>
                    <a:pt x="0" y="40"/>
                    <a:pt x="0" y="40"/>
                  </a:cubicBezTo>
                  <a:cubicBezTo>
                    <a:pt x="20" y="40"/>
                    <a:pt x="20" y="40"/>
                    <a:pt x="20" y="40"/>
                  </a:cubicBezTo>
                  <a:cubicBezTo>
                    <a:pt x="20" y="36"/>
                    <a:pt x="20" y="36"/>
                    <a:pt x="20" y="36"/>
                  </a:cubicBezTo>
                  <a:cubicBezTo>
                    <a:pt x="18" y="36"/>
                    <a:pt x="16" y="36"/>
                    <a:pt x="13" y="35"/>
                  </a:cubicBezTo>
                  <a:cubicBezTo>
                    <a:pt x="13" y="23"/>
                    <a:pt x="13" y="23"/>
                    <a:pt x="13" y="23"/>
                  </a:cubicBezTo>
                  <a:cubicBezTo>
                    <a:pt x="21" y="23"/>
                    <a:pt x="21" y="23"/>
                    <a:pt x="21" y="23"/>
                  </a:cubicBezTo>
                  <a:cubicBezTo>
                    <a:pt x="21" y="24"/>
                    <a:pt x="21" y="26"/>
                    <a:pt x="22" y="27"/>
                  </a:cubicBezTo>
                  <a:cubicBezTo>
                    <a:pt x="26" y="27"/>
                    <a:pt x="26" y="27"/>
                    <a:pt x="26" y="27"/>
                  </a:cubicBezTo>
                  <a:cubicBezTo>
                    <a:pt x="26" y="14"/>
                    <a:pt x="26" y="14"/>
                    <a:pt x="26" y="14"/>
                  </a:cubicBezTo>
                  <a:cubicBezTo>
                    <a:pt x="22" y="14"/>
                    <a:pt x="22" y="14"/>
                    <a:pt x="22" y="14"/>
                  </a:cubicBezTo>
                  <a:cubicBezTo>
                    <a:pt x="21" y="15"/>
                    <a:pt x="21" y="17"/>
                    <a:pt x="21" y="18"/>
                  </a:cubicBezTo>
                  <a:cubicBezTo>
                    <a:pt x="13" y="18"/>
                    <a:pt x="13" y="18"/>
                    <a:pt x="13" y="18"/>
                  </a:cubicBezTo>
                  <a:cubicBezTo>
                    <a:pt x="13" y="6"/>
                    <a:pt x="13" y="6"/>
                    <a:pt x="13" y="6"/>
                  </a:cubicBezTo>
                  <a:cubicBezTo>
                    <a:pt x="24" y="6"/>
                    <a:pt x="24" y="6"/>
                    <a:pt x="24" y="6"/>
                  </a:cubicBezTo>
                  <a:cubicBezTo>
                    <a:pt x="24" y="7"/>
                    <a:pt x="24" y="10"/>
                    <a:pt x="25" y="12"/>
                  </a:cubicBezTo>
                  <a:lnTo>
                    <a:pt x="30"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Tree>
    <p:extLst>
      <p:ext uri="{BB962C8B-B14F-4D97-AF65-F5344CB8AC3E}">
        <p14:creationId xmlns:p14="http://schemas.microsoft.com/office/powerpoint/2010/main" val="1640734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4201">
          <p15:clr>
            <a:srgbClr val="FBAE40"/>
          </p15:clr>
        </p15:guide>
        <p15:guide id="3" orient="horz" pos="96">
          <p15:clr>
            <a:srgbClr val="FBAE40"/>
          </p15:clr>
        </p15:guide>
        <p15:guide id="4" pos="3840">
          <p15:clr>
            <a:srgbClr val="FBAE40"/>
          </p15:clr>
        </p15:guide>
        <p15:guide id="5" pos="166">
          <p15:clr>
            <a:srgbClr val="FBAE40"/>
          </p15:clr>
        </p15:guide>
        <p15:guide id="6" pos="7469">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_Pilar Estratégico 1">
    <p:bg>
      <p:bgPr>
        <a:solidFill>
          <a:schemeClr val="bg1"/>
        </a:solidFill>
        <a:effectLst/>
      </p:bgPr>
    </p:bg>
    <p:spTree>
      <p:nvGrpSpPr>
        <p:cNvPr id="1" name=""/>
        <p:cNvGrpSpPr/>
        <p:nvPr/>
      </p:nvGrpSpPr>
      <p:grpSpPr>
        <a:xfrm>
          <a:off x="0" y="0"/>
          <a:ext cx="0" cy="0"/>
          <a:chOff x="0" y="0"/>
          <a:chExt cx="0" cy="0"/>
        </a:xfrm>
      </p:grpSpPr>
      <p:pic>
        <p:nvPicPr>
          <p:cNvPr id="183" name="Imagen 182">
            <a:extLst>
              <a:ext uri="{FF2B5EF4-FFF2-40B4-BE49-F238E27FC236}">
                <a16:creationId xmlns:a16="http://schemas.microsoft.com/office/drawing/2014/main" id="{41CCAF33-B12B-41A0-BE5D-59B4A0685FB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0"/>
            <a:ext cx="1611517" cy="6858000"/>
          </a:xfrm>
          <a:prstGeom prst="rect">
            <a:avLst/>
          </a:prstGeom>
        </p:spPr>
      </p:pic>
      <p:grpSp>
        <p:nvGrpSpPr>
          <p:cNvPr id="115" name="Grupo 114">
            <a:extLst>
              <a:ext uri="{FF2B5EF4-FFF2-40B4-BE49-F238E27FC236}">
                <a16:creationId xmlns:a16="http://schemas.microsoft.com/office/drawing/2014/main" id="{69FB7E18-2CC0-4582-BB3E-EB95B0A22D4A}"/>
              </a:ext>
            </a:extLst>
          </p:cNvPr>
          <p:cNvGrpSpPr/>
          <p:nvPr userDrawn="1"/>
        </p:nvGrpSpPr>
        <p:grpSpPr>
          <a:xfrm>
            <a:off x="260637" y="160236"/>
            <a:ext cx="1086071" cy="910924"/>
            <a:chOff x="137601" y="239283"/>
            <a:chExt cx="897579" cy="752830"/>
          </a:xfrm>
          <a:solidFill>
            <a:schemeClr val="bg2"/>
          </a:solidFill>
        </p:grpSpPr>
        <p:sp>
          <p:nvSpPr>
            <p:cNvPr id="116" name="Freeform 109">
              <a:extLst>
                <a:ext uri="{FF2B5EF4-FFF2-40B4-BE49-F238E27FC236}">
                  <a16:creationId xmlns:a16="http://schemas.microsoft.com/office/drawing/2014/main" id="{0BBB06D9-59F1-4BFB-945C-66DABEEF22C6}"/>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7" name="Freeform 110">
              <a:extLst>
                <a:ext uri="{FF2B5EF4-FFF2-40B4-BE49-F238E27FC236}">
                  <a16:creationId xmlns:a16="http://schemas.microsoft.com/office/drawing/2014/main" id="{0F012B7F-41EC-4C40-8471-E3E70586E29F}"/>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118" name="Grupo 117">
              <a:extLst>
                <a:ext uri="{FF2B5EF4-FFF2-40B4-BE49-F238E27FC236}">
                  <a16:creationId xmlns:a16="http://schemas.microsoft.com/office/drawing/2014/main" id="{12B08E2C-EF48-48B3-AFE0-4384241ED33F}"/>
                </a:ext>
              </a:extLst>
            </p:cNvPr>
            <p:cNvGrpSpPr/>
            <p:nvPr userDrawn="1"/>
          </p:nvGrpSpPr>
          <p:grpSpPr>
            <a:xfrm>
              <a:off x="137601" y="474669"/>
              <a:ext cx="897579" cy="326700"/>
              <a:chOff x="137601" y="474669"/>
              <a:chExt cx="897579" cy="326700"/>
            </a:xfrm>
            <a:grpFill/>
          </p:grpSpPr>
          <p:sp>
            <p:nvSpPr>
              <p:cNvPr id="129" name="Freeform 111">
                <a:extLst>
                  <a:ext uri="{FF2B5EF4-FFF2-40B4-BE49-F238E27FC236}">
                    <a16:creationId xmlns:a16="http://schemas.microsoft.com/office/drawing/2014/main" id="{B5E4CC2E-DE7D-42AD-9E4A-A902C09DBA7D}"/>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0" name="Freeform 112">
                <a:extLst>
                  <a:ext uri="{FF2B5EF4-FFF2-40B4-BE49-F238E27FC236}">
                    <a16:creationId xmlns:a16="http://schemas.microsoft.com/office/drawing/2014/main" id="{2692FD56-B5F7-4768-87B4-595A81CED913}"/>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1" name="Freeform 113">
                <a:extLst>
                  <a:ext uri="{FF2B5EF4-FFF2-40B4-BE49-F238E27FC236}">
                    <a16:creationId xmlns:a16="http://schemas.microsoft.com/office/drawing/2014/main" id="{6C97D8FA-1746-4CB1-8A90-B1FE8CCB3449}"/>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2" name="Freeform 114">
                <a:extLst>
                  <a:ext uri="{FF2B5EF4-FFF2-40B4-BE49-F238E27FC236}">
                    <a16:creationId xmlns:a16="http://schemas.microsoft.com/office/drawing/2014/main" id="{08629C8E-EBB9-4B50-A58D-89FE362918ED}"/>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3" name="Freeform 115">
                <a:extLst>
                  <a:ext uri="{FF2B5EF4-FFF2-40B4-BE49-F238E27FC236}">
                    <a16:creationId xmlns:a16="http://schemas.microsoft.com/office/drawing/2014/main" id="{2E9BAC52-F18C-4AEE-98E6-06F0B8C4C878}"/>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4" name="Freeform 116">
                <a:extLst>
                  <a:ext uri="{FF2B5EF4-FFF2-40B4-BE49-F238E27FC236}">
                    <a16:creationId xmlns:a16="http://schemas.microsoft.com/office/drawing/2014/main" id="{A3A9D0A5-FD47-4C6E-973C-140AD6F1F9D4}"/>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5" name="Freeform 117">
                <a:extLst>
                  <a:ext uri="{FF2B5EF4-FFF2-40B4-BE49-F238E27FC236}">
                    <a16:creationId xmlns:a16="http://schemas.microsoft.com/office/drawing/2014/main" id="{FEDE020E-92DA-4EBA-8234-89F5092261DD}"/>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6" name="Freeform 118">
                <a:extLst>
                  <a:ext uri="{FF2B5EF4-FFF2-40B4-BE49-F238E27FC236}">
                    <a16:creationId xmlns:a16="http://schemas.microsoft.com/office/drawing/2014/main" id="{BBF5AD13-0A6A-47B9-A246-B9FC221AD931}"/>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7" name="Freeform 119">
                <a:extLst>
                  <a:ext uri="{FF2B5EF4-FFF2-40B4-BE49-F238E27FC236}">
                    <a16:creationId xmlns:a16="http://schemas.microsoft.com/office/drawing/2014/main" id="{C96ED675-5431-4A62-93EC-08F86C2246A4}"/>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8" name="Freeform 120">
                <a:extLst>
                  <a:ext uri="{FF2B5EF4-FFF2-40B4-BE49-F238E27FC236}">
                    <a16:creationId xmlns:a16="http://schemas.microsoft.com/office/drawing/2014/main" id="{6D2B9CFA-8DED-4E3B-93E6-F115AE4A5378}"/>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2" name="Freeform 121">
                <a:extLst>
                  <a:ext uri="{FF2B5EF4-FFF2-40B4-BE49-F238E27FC236}">
                    <a16:creationId xmlns:a16="http://schemas.microsoft.com/office/drawing/2014/main" id="{10268280-107C-4BCF-BD39-55AEA9F8F880}"/>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3" name="Freeform 122">
                <a:extLst>
                  <a:ext uri="{FF2B5EF4-FFF2-40B4-BE49-F238E27FC236}">
                    <a16:creationId xmlns:a16="http://schemas.microsoft.com/office/drawing/2014/main" id="{EFD7C7F8-0DF2-4E04-AE67-BAD217E36861}"/>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4" name="Freeform 123">
                <a:extLst>
                  <a:ext uri="{FF2B5EF4-FFF2-40B4-BE49-F238E27FC236}">
                    <a16:creationId xmlns:a16="http://schemas.microsoft.com/office/drawing/2014/main" id="{B03F6D32-4961-4430-8EB4-9E85001ABC20}"/>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5" name="Freeform 124">
                <a:extLst>
                  <a:ext uri="{FF2B5EF4-FFF2-40B4-BE49-F238E27FC236}">
                    <a16:creationId xmlns:a16="http://schemas.microsoft.com/office/drawing/2014/main" id="{B32384A0-C6DB-42D1-BF33-6C71F61844DD}"/>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6" name="Freeform 125">
                <a:extLst>
                  <a:ext uri="{FF2B5EF4-FFF2-40B4-BE49-F238E27FC236}">
                    <a16:creationId xmlns:a16="http://schemas.microsoft.com/office/drawing/2014/main" id="{9E0D9B83-F644-4248-9F16-C9B77D7C556E}"/>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7" name="Freeform 126">
                <a:extLst>
                  <a:ext uri="{FF2B5EF4-FFF2-40B4-BE49-F238E27FC236}">
                    <a16:creationId xmlns:a16="http://schemas.microsoft.com/office/drawing/2014/main" id="{D6C63950-71AE-4468-BC43-29ECE4985546}"/>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8" name="Freeform 127">
                <a:extLst>
                  <a:ext uri="{FF2B5EF4-FFF2-40B4-BE49-F238E27FC236}">
                    <a16:creationId xmlns:a16="http://schemas.microsoft.com/office/drawing/2014/main" id="{A85C9A0E-5DF7-4CFF-BC57-1D1EFDCB28C8}"/>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19" name="Freeform 128">
              <a:extLst>
                <a:ext uri="{FF2B5EF4-FFF2-40B4-BE49-F238E27FC236}">
                  <a16:creationId xmlns:a16="http://schemas.microsoft.com/office/drawing/2014/main" id="{2E1B7B9E-A73F-45FF-9CC5-D3B098C29E56}"/>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0" name="Freeform 129">
              <a:extLst>
                <a:ext uri="{FF2B5EF4-FFF2-40B4-BE49-F238E27FC236}">
                  <a16:creationId xmlns:a16="http://schemas.microsoft.com/office/drawing/2014/main" id="{89993091-DE75-4AD4-9395-5D189EF56B03}"/>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1" name="Freeform 130">
              <a:extLst>
                <a:ext uri="{FF2B5EF4-FFF2-40B4-BE49-F238E27FC236}">
                  <a16:creationId xmlns:a16="http://schemas.microsoft.com/office/drawing/2014/main" id="{56112F76-1E89-4CC3-8996-66E54DF6093D}"/>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2" name="Freeform 131">
              <a:extLst>
                <a:ext uri="{FF2B5EF4-FFF2-40B4-BE49-F238E27FC236}">
                  <a16:creationId xmlns:a16="http://schemas.microsoft.com/office/drawing/2014/main" id="{363F8117-F3EF-4943-896E-4AAC07B83887}"/>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3" name="Freeform 132">
              <a:extLst>
                <a:ext uri="{FF2B5EF4-FFF2-40B4-BE49-F238E27FC236}">
                  <a16:creationId xmlns:a16="http://schemas.microsoft.com/office/drawing/2014/main" id="{71A146AD-5547-4807-967C-155ED0B0D2B7}"/>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4" name="Freeform 133">
              <a:extLst>
                <a:ext uri="{FF2B5EF4-FFF2-40B4-BE49-F238E27FC236}">
                  <a16:creationId xmlns:a16="http://schemas.microsoft.com/office/drawing/2014/main" id="{339F1DC0-ACAB-4539-AC35-B48380C018C6}"/>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5" name="Freeform 134">
              <a:extLst>
                <a:ext uri="{FF2B5EF4-FFF2-40B4-BE49-F238E27FC236}">
                  <a16:creationId xmlns:a16="http://schemas.microsoft.com/office/drawing/2014/main" id="{48EEA41A-EFD8-4B6A-8818-8690B228A04B}"/>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6" name="Freeform 135">
              <a:extLst>
                <a:ext uri="{FF2B5EF4-FFF2-40B4-BE49-F238E27FC236}">
                  <a16:creationId xmlns:a16="http://schemas.microsoft.com/office/drawing/2014/main" id="{79B651CD-7685-4B96-BF7B-BDA356CA2435}"/>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7" name="Freeform 136">
              <a:extLst>
                <a:ext uri="{FF2B5EF4-FFF2-40B4-BE49-F238E27FC236}">
                  <a16:creationId xmlns:a16="http://schemas.microsoft.com/office/drawing/2014/main" id="{D4269548-2D26-4FD7-957D-51F46F9CC73E}"/>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8" name="Freeform 137">
              <a:extLst>
                <a:ext uri="{FF2B5EF4-FFF2-40B4-BE49-F238E27FC236}">
                  <a16:creationId xmlns:a16="http://schemas.microsoft.com/office/drawing/2014/main" id="{D182F85B-E6BE-4F9F-B24A-20C1622184C2}"/>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sp>
        <p:nvSpPr>
          <p:cNvPr id="17" name="Marcador de texto 2">
            <a:extLst>
              <a:ext uri="{FF2B5EF4-FFF2-40B4-BE49-F238E27FC236}">
                <a16:creationId xmlns:a16="http://schemas.microsoft.com/office/drawing/2014/main" id="{7827B509-9FB3-4319-BA15-715037A2D409}"/>
              </a:ext>
            </a:extLst>
          </p:cNvPr>
          <p:cNvSpPr>
            <a:spLocks noGrp="1"/>
          </p:cNvSpPr>
          <p:nvPr>
            <p:ph type="body" sz="quarter" idx="27" hasCustomPrompt="1"/>
          </p:nvPr>
        </p:nvSpPr>
        <p:spPr>
          <a:xfrm>
            <a:off x="3232742" y="3457454"/>
            <a:ext cx="6698049" cy="2845783"/>
          </a:xfrm>
          <a:prstGeom prst="roundRect">
            <a:avLst>
              <a:gd name="adj" fmla="val 5068"/>
            </a:avLst>
          </a:prstGeom>
          <a:solidFill>
            <a:srgbClr val="4DCAE3"/>
          </a:solidFill>
        </p:spPr>
        <p:txBody>
          <a:bodyPr wrap="square" lIns="216000" tIns="0" bIns="0" anchor="ctr">
            <a:noAutofit/>
          </a:bodyPr>
          <a:lstStyle>
            <a:lvl1pPr marL="171450" marR="0" indent="-171450" algn="l" defTabSz="914400" rtl="0" eaLnBrk="1" fontAlgn="auto" latinLnBrk="0" hangingPunct="1">
              <a:lnSpc>
                <a:spcPts val="1900"/>
              </a:lnSpc>
              <a:spcBef>
                <a:spcPts val="1000"/>
              </a:spcBef>
              <a:spcAft>
                <a:spcPts val="0"/>
              </a:spcAft>
              <a:buClr>
                <a:schemeClr val="bg1"/>
              </a:buClr>
              <a:buSzTx/>
              <a:buFont typeface="Cambria" panose="02040503050406030204" pitchFamily="18" charset="0"/>
              <a:buChar char="→"/>
              <a:tabLst/>
              <a:defRPr sz="1400">
                <a:solidFill>
                  <a:schemeClr val="bg1"/>
                </a:solidFill>
                <a:latin typeface="+mj-lt"/>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endParaRPr lang="es-ES" dirty="0"/>
          </a:p>
          <a:p>
            <a:pPr marL="171450" marR="0" lvl="0" indent="-171450" algn="l" defTabSz="914400" rtl="0" eaLnBrk="1" fontAlgn="auto" latinLnBrk="0" hangingPunct="1">
              <a:lnSpc>
                <a:spcPts val="1900"/>
              </a:lnSpc>
              <a:spcBef>
                <a:spcPts val="1000"/>
              </a:spcBef>
              <a:spcAft>
                <a:spcPts val="0"/>
              </a:spcAft>
              <a:buClr>
                <a:schemeClr val="bg1"/>
              </a:buClr>
              <a:buSzTx/>
              <a:buFont typeface="Cambria" panose="02040503050406030204" pitchFamily="18" charset="0"/>
              <a:buChar char="→"/>
              <a:tabLst/>
              <a:defRPr/>
            </a:pPr>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endParaRPr lang="es-ES" dirty="0"/>
          </a:p>
        </p:txBody>
      </p:sp>
      <p:sp>
        <p:nvSpPr>
          <p:cNvPr id="15" name="Marcador de posición de imagen 4">
            <a:extLst>
              <a:ext uri="{FF2B5EF4-FFF2-40B4-BE49-F238E27FC236}">
                <a16:creationId xmlns:a16="http://schemas.microsoft.com/office/drawing/2014/main" id="{750CD212-A17B-4EEB-ADCA-F364EE898602}"/>
              </a:ext>
            </a:extLst>
          </p:cNvPr>
          <p:cNvSpPr>
            <a:spLocks noGrp="1"/>
          </p:cNvSpPr>
          <p:nvPr>
            <p:ph type="pic" sz="quarter" idx="12" hasCustomPrompt="1"/>
          </p:nvPr>
        </p:nvSpPr>
        <p:spPr>
          <a:xfrm>
            <a:off x="2100263" y="3464803"/>
            <a:ext cx="973690" cy="974559"/>
          </a:xfrm>
          <a:prstGeom prst="ellipse">
            <a:avLst/>
          </a:prstGeom>
          <a:ln w="15875" cap="rnd">
            <a:noFill/>
            <a:prstDash val="sysDot"/>
          </a:ln>
        </p:spPr>
        <p:txBody>
          <a:bodyPr anchor="ctr"/>
          <a:lstStyle>
            <a:lvl1pPr marL="0" indent="0" algn="ctr">
              <a:buNone/>
              <a:defRPr sz="1100" b="0">
                <a:solidFill>
                  <a:schemeClr val="tx1"/>
                </a:solidFill>
                <a:latin typeface="+mj-lt"/>
              </a:defRPr>
            </a:lvl1pPr>
          </a:lstStyle>
          <a:p>
            <a:r>
              <a:rPr lang="es-CL" dirty="0"/>
              <a:t>Espacio para icono o imagen</a:t>
            </a:r>
          </a:p>
        </p:txBody>
      </p:sp>
      <p:sp>
        <p:nvSpPr>
          <p:cNvPr id="109" name="Marcador de texto 2">
            <a:extLst>
              <a:ext uri="{FF2B5EF4-FFF2-40B4-BE49-F238E27FC236}">
                <a16:creationId xmlns:a16="http://schemas.microsoft.com/office/drawing/2014/main" id="{B2BD3264-5755-4587-A5A6-20D71589BB3D}"/>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11" name="Marcador de texto 2">
            <a:extLst>
              <a:ext uri="{FF2B5EF4-FFF2-40B4-BE49-F238E27FC236}">
                <a16:creationId xmlns:a16="http://schemas.microsoft.com/office/drawing/2014/main" id="{51053114-08A5-47F0-8597-CC7E7EAAACAC}"/>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112" name="Conector recto 111">
            <a:extLst>
              <a:ext uri="{FF2B5EF4-FFF2-40B4-BE49-F238E27FC236}">
                <a16:creationId xmlns:a16="http://schemas.microsoft.com/office/drawing/2014/main" id="{B9AAD98F-2599-46B5-91A3-70C3ABDBCA08}"/>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179" name="Marcador de texto 2">
            <a:extLst>
              <a:ext uri="{FF2B5EF4-FFF2-40B4-BE49-F238E27FC236}">
                <a16:creationId xmlns:a16="http://schemas.microsoft.com/office/drawing/2014/main" id="{0216A025-CDAB-44CF-8C5B-05FF34B1C0CC}"/>
              </a:ext>
            </a:extLst>
          </p:cNvPr>
          <p:cNvSpPr>
            <a:spLocks noGrp="1"/>
          </p:cNvSpPr>
          <p:nvPr>
            <p:ph type="body" sz="quarter" idx="21" hasCustomPrompt="1"/>
          </p:nvPr>
        </p:nvSpPr>
        <p:spPr>
          <a:xfrm>
            <a:off x="2434678" y="854586"/>
            <a:ext cx="364010" cy="282235"/>
          </a:xfrm>
          <a:prstGeom prst="rect">
            <a:avLst/>
          </a:prstGeom>
        </p:spPr>
        <p:txBody>
          <a:bodyPr/>
          <a:lstStyle>
            <a:lvl1pPr marL="0" indent="0">
              <a:lnSpc>
                <a:spcPct val="100000"/>
              </a:lnSpc>
              <a:buNone/>
              <a:defRPr sz="10000" b="1" u="none" strike="noStrike" spc="300" baseline="0">
                <a:solidFill>
                  <a:schemeClr val="tx2">
                    <a:lumMod val="20000"/>
                    <a:lumOff val="80000"/>
                  </a:schemeClr>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a:t>
            </a:r>
            <a:endParaRPr lang="es-CL" dirty="0"/>
          </a:p>
        </p:txBody>
      </p:sp>
      <p:sp>
        <p:nvSpPr>
          <p:cNvPr id="180" name="Marcador de texto 2">
            <a:extLst>
              <a:ext uri="{FF2B5EF4-FFF2-40B4-BE49-F238E27FC236}">
                <a16:creationId xmlns:a16="http://schemas.microsoft.com/office/drawing/2014/main" id="{79010D02-5C43-4AE4-AFA6-2D3D9A91EED6}"/>
              </a:ext>
            </a:extLst>
          </p:cNvPr>
          <p:cNvSpPr>
            <a:spLocks noGrp="1"/>
          </p:cNvSpPr>
          <p:nvPr>
            <p:ph type="body" sz="quarter" idx="22" hasCustomPrompt="1"/>
          </p:nvPr>
        </p:nvSpPr>
        <p:spPr>
          <a:xfrm rot="10800000">
            <a:off x="10352482" y="3178569"/>
            <a:ext cx="364010" cy="282235"/>
          </a:xfrm>
          <a:prstGeom prst="rect">
            <a:avLst/>
          </a:prstGeom>
        </p:spPr>
        <p:txBody>
          <a:bodyPr/>
          <a:lstStyle>
            <a:lvl1pPr marL="0" indent="0">
              <a:lnSpc>
                <a:spcPct val="100000"/>
              </a:lnSpc>
              <a:buNone/>
              <a:defRPr sz="10000" b="1" u="none" strike="noStrike" spc="300" baseline="0">
                <a:solidFill>
                  <a:schemeClr val="tx2">
                    <a:lumMod val="20000"/>
                    <a:lumOff val="80000"/>
                  </a:schemeClr>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a:t>
            </a:r>
            <a:endParaRPr lang="es-CL" dirty="0"/>
          </a:p>
        </p:txBody>
      </p:sp>
      <p:sp>
        <p:nvSpPr>
          <p:cNvPr id="181" name="Marcador de texto 2">
            <a:extLst>
              <a:ext uri="{FF2B5EF4-FFF2-40B4-BE49-F238E27FC236}">
                <a16:creationId xmlns:a16="http://schemas.microsoft.com/office/drawing/2014/main" id="{3A89926B-4C27-4478-97B2-E6A21B112BC5}"/>
              </a:ext>
            </a:extLst>
          </p:cNvPr>
          <p:cNvSpPr>
            <a:spLocks noGrp="1"/>
          </p:cNvSpPr>
          <p:nvPr>
            <p:ph type="body" sz="quarter" idx="26" hasCustomPrompt="1"/>
          </p:nvPr>
        </p:nvSpPr>
        <p:spPr>
          <a:xfrm>
            <a:off x="3256705" y="1374095"/>
            <a:ext cx="6698049" cy="1644278"/>
          </a:xfrm>
          <a:prstGeom prst="rect">
            <a:avLst/>
          </a:prstGeom>
        </p:spPr>
        <p:txBody>
          <a:bodyPr/>
          <a:lstStyle>
            <a:lvl1pPr marL="0" indent="0" algn="just">
              <a:lnSpc>
                <a:spcPts val="2500"/>
              </a:lnSpc>
              <a:buNone/>
              <a:defRPr sz="1600">
                <a:solidFill>
                  <a:schemeClr val="tx2"/>
                </a:solidFill>
                <a:latin typeface="+mj-lt"/>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a:t>
            </a:r>
            <a:r>
              <a:rPr lang="es-ES" dirty="0" err="1"/>
              <a:t>potenti</a:t>
            </a:r>
            <a:r>
              <a:rPr lang="es-ES" dirty="0"/>
              <a:t> </a:t>
            </a:r>
            <a:r>
              <a:rPr lang="es-ES" dirty="0" err="1"/>
              <a:t>tristique</a:t>
            </a:r>
            <a:r>
              <a:rPr lang="es-ES" dirty="0"/>
              <a:t>. </a:t>
            </a:r>
            <a:r>
              <a:rPr lang="es-ES" dirty="0" err="1"/>
              <a:t>Litora</a:t>
            </a:r>
            <a:r>
              <a:rPr lang="es-ES" dirty="0"/>
              <a:t> ad</a:t>
            </a:r>
          </a:p>
        </p:txBody>
      </p:sp>
      <p:sp>
        <p:nvSpPr>
          <p:cNvPr id="182" name="Marcador de número de diapositiva 70">
            <a:extLst>
              <a:ext uri="{FF2B5EF4-FFF2-40B4-BE49-F238E27FC236}">
                <a16:creationId xmlns:a16="http://schemas.microsoft.com/office/drawing/2014/main" id="{AB43DBFC-893D-40FD-9824-3AC666F06E0C}"/>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‹Nº›</a:t>
            </a:fld>
            <a:endParaRPr lang="es-CL"/>
          </a:p>
        </p:txBody>
      </p:sp>
    </p:spTree>
    <p:extLst>
      <p:ext uri="{BB962C8B-B14F-4D97-AF65-F5344CB8AC3E}">
        <p14:creationId xmlns:p14="http://schemas.microsoft.com/office/powerpoint/2010/main" val="654357570"/>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6_Pilar Estratégico 2">
    <p:bg>
      <p:bgPr>
        <a:solidFill>
          <a:schemeClr val="bg1"/>
        </a:solidFill>
        <a:effectLst/>
      </p:bgPr>
    </p:bg>
    <p:spTree>
      <p:nvGrpSpPr>
        <p:cNvPr id="1" name=""/>
        <p:cNvGrpSpPr/>
        <p:nvPr/>
      </p:nvGrpSpPr>
      <p:grpSpPr>
        <a:xfrm>
          <a:off x="0" y="0"/>
          <a:ext cx="0" cy="0"/>
          <a:chOff x="0" y="0"/>
          <a:chExt cx="0" cy="0"/>
        </a:xfrm>
      </p:grpSpPr>
      <p:pic>
        <p:nvPicPr>
          <p:cNvPr id="183" name="Imagen 182">
            <a:extLst>
              <a:ext uri="{FF2B5EF4-FFF2-40B4-BE49-F238E27FC236}">
                <a16:creationId xmlns:a16="http://schemas.microsoft.com/office/drawing/2014/main" id="{41CCAF33-B12B-41A0-BE5D-59B4A0685FB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0"/>
            <a:ext cx="1611517" cy="6858000"/>
          </a:xfrm>
          <a:prstGeom prst="rect">
            <a:avLst/>
          </a:prstGeom>
        </p:spPr>
      </p:pic>
      <p:grpSp>
        <p:nvGrpSpPr>
          <p:cNvPr id="115" name="Grupo 114">
            <a:extLst>
              <a:ext uri="{FF2B5EF4-FFF2-40B4-BE49-F238E27FC236}">
                <a16:creationId xmlns:a16="http://schemas.microsoft.com/office/drawing/2014/main" id="{69FB7E18-2CC0-4582-BB3E-EB95B0A22D4A}"/>
              </a:ext>
            </a:extLst>
          </p:cNvPr>
          <p:cNvGrpSpPr/>
          <p:nvPr userDrawn="1"/>
        </p:nvGrpSpPr>
        <p:grpSpPr>
          <a:xfrm>
            <a:off x="260637" y="160236"/>
            <a:ext cx="1086071" cy="910924"/>
            <a:chOff x="137601" y="239283"/>
            <a:chExt cx="897579" cy="752830"/>
          </a:xfrm>
          <a:solidFill>
            <a:schemeClr val="bg2"/>
          </a:solidFill>
        </p:grpSpPr>
        <p:sp>
          <p:nvSpPr>
            <p:cNvPr id="116" name="Freeform 109">
              <a:extLst>
                <a:ext uri="{FF2B5EF4-FFF2-40B4-BE49-F238E27FC236}">
                  <a16:creationId xmlns:a16="http://schemas.microsoft.com/office/drawing/2014/main" id="{0BBB06D9-59F1-4BFB-945C-66DABEEF22C6}"/>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7" name="Freeform 110">
              <a:extLst>
                <a:ext uri="{FF2B5EF4-FFF2-40B4-BE49-F238E27FC236}">
                  <a16:creationId xmlns:a16="http://schemas.microsoft.com/office/drawing/2014/main" id="{0F012B7F-41EC-4C40-8471-E3E70586E29F}"/>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118" name="Grupo 117">
              <a:extLst>
                <a:ext uri="{FF2B5EF4-FFF2-40B4-BE49-F238E27FC236}">
                  <a16:creationId xmlns:a16="http://schemas.microsoft.com/office/drawing/2014/main" id="{12B08E2C-EF48-48B3-AFE0-4384241ED33F}"/>
                </a:ext>
              </a:extLst>
            </p:cNvPr>
            <p:cNvGrpSpPr/>
            <p:nvPr userDrawn="1"/>
          </p:nvGrpSpPr>
          <p:grpSpPr>
            <a:xfrm>
              <a:off x="137601" y="474669"/>
              <a:ext cx="897579" cy="326700"/>
              <a:chOff x="137601" y="474669"/>
              <a:chExt cx="897579" cy="326700"/>
            </a:xfrm>
            <a:grpFill/>
          </p:grpSpPr>
          <p:sp>
            <p:nvSpPr>
              <p:cNvPr id="129" name="Freeform 111">
                <a:extLst>
                  <a:ext uri="{FF2B5EF4-FFF2-40B4-BE49-F238E27FC236}">
                    <a16:creationId xmlns:a16="http://schemas.microsoft.com/office/drawing/2014/main" id="{B5E4CC2E-DE7D-42AD-9E4A-A902C09DBA7D}"/>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0" name="Freeform 112">
                <a:extLst>
                  <a:ext uri="{FF2B5EF4-FFF2-40B4-BE49-F238E27FC236}">
                    <a16:creationId xmlns:a16="http://schemas.microsoft.com/office/drawing/2014/main" id="{2692FD56-B5F7-4768-87B4-595A81CED913}"/>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1" name="Freeform 113">
                <a:extLst>
                  <a:ext uri="{FF2B5EF4-FFF2-40B4-BE49-F238E27FC236}">
                    <a16:creationId xmlns:a16="http://schemas.microsoft.com/office/drawing/2014/main" id="{6C97D8FA-1746-4CB1-8A90-B1FE8CCB3449}"/>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2" name="Freeform 114">
                <a:extLst>
                  <a:ext uri="{FF2B5EF4-FFF2-40B4-BE49-F238E27FC236}">
                    <a16:creationId xmlns:a16="http://schemas.microsoft.com/office/drawing/2014/main" id="{08629C8E-EBB9-4B50-A58D-89FE362918ED}"/>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3" name="Freeform 115">
                <a:extLst>
                  <a:ext uri="{FF2B5EF4-FFF2-40B4-BE49-F238E27FC236}">
                    <a16:creationId xmlns:a16="http://schemas.microsoft.com/office/drawing/2014/main" id="{2E9BAC52-F18C-4AEE-98E6-06F0B8C4C878}"/>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4" name="Freeform 116">
                <a:extLst>
                  <a:ext uri="{FF2B5EF4-FFF2-40B4-BE49-F238E27FC236}">
                    <a16:creationId xmlns:a16="http://schemas.microsoft.com/office/drawing/2014/main" id="{A3A9D0A5-FD47-4C6E-973C-140AD6F1F9D4}"/>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5" name="Freeform 117">
                <a:extLst>
                  <a:ext uri="{FF2B5EF4-FFF2-40B4-BE49-F238E27FC236}">
                    <a16:creationId xmlns:a16="http://schemas.microsoft.com/office/drawing/2014/main" id="{FEDE020E-92DA-4EBA-8234-89F5092261DD}"/>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6" name="Freeform 118">
                <a:extLst>
                  <a:ext uri="{FF2B5EF4-FFF2-40B4-BE49-F238E27FC236}">
                    <a16:creationId xmlns:a16="http://schemas.microsoft.com/office/drawing/2014/main" id="{BBF5AD13-0A6A-47B9-A246-B9FC221AD931}"/>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7" name="Freeform 119">
                <a:extLst>
                  <a:ext uri="{FF2B5EF4-FFF2-40B4-BE49-F238E27FC236}">
                    <a16:creationId xmlns:a16="http://schemas.microsoft.com/office/drawing/2014/main" id="{C96ED675-5431-4A62-93EC-08F86C2246A4}"/>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8" name="Freeform 120">
                <a:extLst>
                  <a:ext uri="{FF2B5EF4-FFF2-40B4-BE49-F238E27FC236}">
                    <a16:creationId xmlns:a16="http://schemas.microsoft.com/office/drawing/2014/main" id="{6D2B9CFA-8DED-4E3B-93E6-F115AE4A5378}"/>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2" name="Freeform 121">
                <a:extLst>
                  <a:ext uri="{FF2B5EF4-FFF2-40B4-BE49-F238E27FC236}">
                    <a16:creationId xmlns:a16="http://schemas.microsoft.com/office/drawing/2014/main" id="{10268280-107C-4BCF-BD39-55AEA9F8F880}"/>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3" name="Freeform 122">
                <a:extLst>
                  <a:ext uri="{FF2B5EF4-FFF2-40B4-BE49-F238E27FC236}">
                    <a16:creationId xmlns:a16="http://schemas.microsoft.com/office/drawing/2014/main" id="{EFD7C7F8-0DF2-4E04-AE67-BAD217E36861}"/>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4" name="Freeform 123">
                <a:extLst>
                  <a:ext uri="{FF2B5EF4-FFF2-40B4-BE49-F238E27FC236}">
                    <a16:creationId xmlns:a16="http://schemas.microsoft.com/office/drawing/2014/main" id="{B03F6D32-4961-4430-8EB4-9E85001ABC20}"/>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5" name="Freeform 124">
                <a:extLst>
                  <a:ext uri="{FF2B5EF4-FFF2-40B4-BE49-F238E27FC236}">
                    <a16:creationId xmlns:a16="http://schemas.microsoft.com/office/drawing/2014/main" id="{B32384A0-C6DB-42D1-BF33-6C71F61844DD}"/>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6" name="Freeform 125">
                <a:extLst>
                  <a:ext uri="{FF2B5EF4-FFF2-40B4-BE49-F238E27FC236}">
                    <a16:creationId xmlns:a16="http://schemas.microsoft.com/office/drawing/2014/main" id="{9E0D9B83-F644-4248-9F16-C9B77D7C556E}"/>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7" name="Freeform 126">
                <a:extLst>
                  <a:ext uri="{FF2B5EF4-FFF2-40B4-BE49-F238E27FC236}">
                    <a16:creationId xmlns:a16="http://schemas.microsoft.com/office/drawing/2014/main" id="{D6C63950-71AE-4468-BC43-29ECE4985546}"/>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8" name="Freeform 127">
                <a:extLst>
                  <a:ext uri="{FF2B5EF4-FFF2-40B4-BE49-F238E27FC236}">
                    <a16:creationId xmlns:a16="http://schemas.microsoft.com/office/drawing/2014/main" id="{A85C9A0E-5DF7-4CFF-BC57-1D1EFDCB28C8}"/>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19" name="Freeform 128">
              <a:extLst>
                <a:ext uri="{FF2B5EF4-FFF2-40B4-BE49-F238E27FC236}">
                  <a16:creationId xmlns:a16="http://schemas.microsoft.com/office/drawing/2014/main" id="{2E1B7B9E-A73F-45FF-9CC5-D3B098C29E56}"/>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0" name="Freeform 129">
              <a:extLst>
                <a:ext uri="{FF2B5EF4-FFF2-40B4-BE49-F238E27FC236}">
                  <a16:creationId xmlns:a16="http://schemas.microsoft.com/office/drawing/2014/main" id="{89993091-DE75-4AD4-9395-5D189EF56B03}"/>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1" name="Freeform 130">
              <a:extLst>
                <a:ext uri="{FF2B5EF4-FFF2-40B4-BE49-F238E27FC236}">
                  <a16:creationId xmlns:a16="http://schemas.microsoft.com/office/drawing/2014/main" id="{56112F76-1E89-4CC3-8996-66E54DF6093D}"/>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2" name="Freeform 131">
              <a:extLst>
                <a:ext uri="{FF2B5EF4-FFF2-40B4-BE49-F238E27FC236}">
                  <a16:creationId xmlns:a16="http://schemas.microsoft.com/office/drawing/2014/main" id="{363F8117-F3EF-4943-896E-4AAC07B83887}"/>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3" name="Freeform 132">
              <a:extLst>
                <a:ext uri="{FF2B5EF4-FFF2-40B4-BE49-F238E27FC236}">
                  <a16:creationId xmlns:a16="http://schemas.microsoft.com/office/drawing/2014/main" id="{71A146AD-5547-4807-967C-155ED0B0D2B7}"/>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4" name="Freeform 133">
              <a:extLst>
                <a:ext uri="{FF2B5EF4-FFF2-40B4-BE49-F238E27FC236}">
                  <a16:creationId xmlns:a16="http://schemas.microsoft.com/office/drawing/2014/main" id="{339F1DC0-ACAB-4539-AC35-B48380C018C6}"/>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5" name="Freeform 134">
              <a:extLst>
                <a:ext uri="{FF2B5EF4-FFF2-40B4-BE49-F238E27FC236}">
                  <a16:creationId xmlns:a16="http://schemas.microsoft.com/office/drawing/2014/main" id="{48EEA41A-EFD8-4B6A-8818-8690B228A04B}"/>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6" name="Freeform 135">
              <a:extLst>
                <a:ext uri="{FF2B5EF4-FFF2-40B4-BE49-F238E27FC236}">
                  <a16:creationId xmlns:a16="http://schemas.microsoft.com/office/drawing/2014/main" id="{79B651CD-7685-4B96-BF7B-BDA356CA2435}"/>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7" name="Freeform 136">
              <a:extLst>
                <a:ext uri="{FF2B5EF4-FFF2-40B4-BE49-F238E27FC236}">
                  <a16:creationId xmlns:a16="http://schemas.microsoft.com/office/drawing/2014/main" id="{D4269548-2D26-4FD7-957D-51F46F9CC73E}"/>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8" name="Freeform 137">
              <a:extLst>
                <a:ext uri="{FF2B5EF4-FFF2-40B4-BE49-F238E27FC236}">
                  <a16:creationId xmlns:a16="http://schemas.microsoft.com/office/drawing/2014/main" id="{D182F85B-E6BE-4F9F-B24A-20C1622184C2}"/>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sp>
        <p:nvSpPr>
          <p:cNvPr id="17" name="Marcador de texto 2">
            <a:extLst>
              <a:ext uri="{FF2B5EF4-FFF2-40B4-BE49-F238E27FC236}">
                <a16:creationId xmlns:a16="http://schemas.microsoft.com/office/drawing/2014/main" id="{7827B509-9FB3-4319-BA15-715037A2D409}"/>
              </a:ext>
            </a:extLst>
          </p:cNvPr>
          <p:cNvSpPr>
            <a:spLocks noGrp="1"/>
          </p:cNvSpPr>
          <p:nvPr>
            <p:ph type="body" sz="quarter" idx="27" hasCustomPrompt="1"/>
          </p:nvPr>
        </p:nvSpPr>
        <p:spPr>
          <a:xfrm>
            <a:off x="3232742" y="3457454"/>
            <a:ext cx="6698049" cy="2845783"/>
          </a:xfrm>
          <a:prstGeom prst="roundRect">
            <a:avLst>
              <a:gd name="adj" fmla="val 5068"/>
            </a:avLst>
          </a:prstGeom>
          <a:solidFill>
            <a:schemeClr val="accent3"/>
          </a:solidFill>
        </p:spPr>
        <p:txBody>
          <a:bodyPr wrap="square" lIns="216000" tIns="0" bIns="0" anchor="ctr">
            <a:noAutofit/>
          </a:bodyPr>
          <a:lstStyle>
            <a:lvl1pPr marL="171450" marR="0" indent="-171450" algn="l" defTabSz="914400" rtl="0" eaLnBrk="1" fontAlgn="auto" latinLnBrk="0" hangingPunct="1">
              <a:lnSpc>
                <a:spcPts val="1900"/>
              </a:lnSpc>
              <a:spcBef>
                <a:spcPts val="1000"/>
              </a:spcBef>
              <a:spcAft>
                <a:spcPts val="0"/>
              </a:spcAft>
              <a:buClr>
                <a:schemeClr val="bg1"/>
              </a:buClr>
              <a:buSzTx/>
              <a:buFont typeface="Cambria" panose="02040503050406030204" pitchFamily="18" charset="0"/>
              <a:buChar char="→"/>
              <a:tabLst/>
              <a:defRPr sz="1400">
                <a:solidFill>
                  <a:schemeClr val="bg1"/>
                </a:solidFill>
                <a:latin typeface="+mj-lt"/>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endParaRPr lang="es-ES" dirty="0"/>
          </a:p>
          <a:p>
            <a:pPr marL="171450" marR="0" lvl="0" indent="-171450" algn="l" defTabSz="914400" rtl="0" eaLnBrk="1" fontAlgn="auto" latinLnBrk="0" hangingPunct="1">
              <a:lnSpc>
                <a:spcPts val="1900"/>
              </a:lnSpc>
              <a:spcBef>
                <a:spcPts val="1000"/>
              </a:spcBef>
              <a:spcAft>
                <a:spcPts val="0"/>
              </a:spcAft>
              <a:buClr>
                <a:schemeClr val="bg1"/>
              </a:buClr>
              <a:buSzTx/>
              <a:buFont typeface="Cambria" panose="02040503050406030204" pitchFamily="18" charset="0"/>
              <a:buChar char="→"/>
              <a:tabLst/>
              <a:defRPr/>
            </a:pPr>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endParaRPr lang="es-ES" dirty="0"/>
          </a:p>
        </p:txBody>
      </p:sp>
      <p:sp>
        <p:nvSpPr>
          <p:cNvPr id="15" name="Marcador de posición de imagen 4">
            <a:extLst>
              <a:ext uri="{FF2B5EF4-FFF2-40B4-BE49-F238E27FC236}">
                <a16:creationId xmlns:a16="http://schemas.microsoft.com/office/drawing/2014/main" id="{750CD212-A17B-4EEB-ADCA-F364EE898602}"/>
              </a:ext>
            </a:extLst>
          </p:cNvPr>
          <p:cNvSpPr>
            <a:spLocks noGrp="1"/>
          </p:cNvSpPr>
          <p:nvPr>
            <p:ph type="pic" sz="quarter" idx="12" hasCustomPrompt="1"/>
          </p:nvPr>
        </p:nvSpPr>
        <p:spPr>
          <a:xfrm>
            <a:off x="2100263" y="3464803"/>
            <a:ext cx="973690" cy="974559"/>
          </a:xfrm>
          <a:prstGeom prst="ellipse">
            <a:avLst/>
          </a:prstGeom>
          <a:ln w="15875" cap="rnd">
            <a:noFill/>
            <a:prstDash val="sysDot"/>
          </a:ln>
        </p:spPr>
        <p:txBody>
          <a:bodyPr anchor="ctr"/>
          <a:lstStyle>
            <a:lvl1pPr marL="0" indent="0" algn="ctr">
              <a:buNone/>
              <a:defRPr sz="1100" b="0">
                <a:solidFill>
                  <a:schemeClr val="tx1"/>
                </a:solidFill>
                <a:latin typeface="+mj-lt"/>
              </a:defRPr>
            </a:lvl1pPr>
          </a:lstStyle>
          <a:p>
            <a:r>
              <a:rPr lang="es-CL" dirty="0"/>
              <a:t>Espacio para icono o imagen</a:t>
            </a:r>
          </a:p>
        </p:txBody>
      </p:sp>
      <p:sp>
        <p:nvSpPr>
          <p:cNvPr id="109" name="Marcador de texto 2">
            <a:extLst>
              <a:ext uri="{FF2B5EF4-FFF2-40B4-BE49-F238E27FC236}">
                <a16:creationId xmlns:a16="http://schemas.microsoft.com/office/drawing/2014/main" id="{B2BD3264-5755-4587-A5A6-20D71589BB3D}"/>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11" name="Marcador de texto 2">
            <a:extLst>
              <a:ext uri="{FF2B5EF4-FFF2-40B4-BE49-F238E27FC236}">
                <a16:creationId xmlns:a16="http://schemas.microsoft.com/office/drawing/2014/main" id="{51053114-08A5-47F0-8597-CC7E7EAAACAC}"/>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112" name="Conector recto 111">
            <a:extLst>
              <a:ext uri="{FF2B5EF4-FFF2-40B4-BE49-F238E27FC236}">
                <a16:creationId xmlns:a16="http://schemas.microsoft.com/office/drawing/2014/main" id="{B9AAD98F-2599-46B5-91A3-70C3ABDBCA08}"/>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179" name="Marcador de texto 2">
            <a:extLst>
              <a:ext uri="{FF2B5EF4-FFF2-40B4-BE49-F238E27FC236}">
                <a16:creationId xmlns:a16="http://schemas.microsoft.com/office/drawing/2014/main" id="{0216A025-CDAB-44CF-8C5B-05FF34B1C0CC}"/>
              </a:ext>
            </a:extLst>
          </p:cNvPr>
          <p:cNvSpPr>
            <a:spLocks noGrp="1"/>
          </p:cNvSpPr>
          <p:nvPr>
            <p:ph type="body" sz="quarter" idx="21" hasCustomPrompt="1"/>
          </p:nvPr>
        </p:nvSpPr>
        <p:spPr>
          <a:xfrm>
            <a:off x="2434678" y="854586"/>
            <a:ext cx="364010" cy="282235"/>
          </a:xfrm>
          <a:prstGeom prst="rect">
            <a:avLst/>
          </a:prstGeom>
        </p:spPr>
        <p:txBody>
          <a:bodyPr/>
          <a:lstStyle>
            <a:lvl1pPr marL="0" indent="0">
              <a:lnSpc>
                <a:spcPct val="100000"/>
              </a:lnSpc>
              <a:buNone/>
              <a:defRPr sz="10000" b="1" u="none" strike="noStrike" spc="300" baseline="0">
                <a:solidFill>
                  <a:schemeClr val="tx2">
                    <a:lumMod val="20000"/>
                    <a:lumOff val="80000"/>
                  </a:schemeClr>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a:t>
            </a:r>
            <a:endParaRPr lang="es-CL" dirty="0"/>
          </a:p>
        </p:txBody>
      </p:sp>
      <p:sp>
        <p:nvSpPr>
          <p:cNvPr id="180" name="Marcador de texto 2">
            <a:extLst>
              <a:ext uri="{FF2B5EF4-FFF2-40B4-BE49-F238E27FC236}">
                <a16:creationId xmlns:a16="http://schemas.microsoft.com/office/drawing/2014/main" id="{79010D02-5C43-4AE4-AFA6-2D3D9A91EED6}"/>
              </a:ext>
            </a:extLst>
          </p:cNvPr>
          <p:cNvSpPr>
            <a:spLocks noGrp="1"/>
          </p:cNvSpPr>
          <p:nvPr>
            <p:ph type="body" sz="quarter" idx="22" hasCustomPrompt="1"/>
          </p:nvPr>
        </p:nvSpPr>
        <p:spPr>
          <a:xfrm rot="10800000">
            <a:off x="10352482" y="3178569"/>
            <a:ext cx="364010" cy="282235"/>
          </a:xfrm>
          <a:prstGeom prst="rect">
            <a:avLst/>
          </a:prstGeom>
        </p:spPr>
        <p:txBody>
          <a:bodyPr/>
          <a:lstStyle>
            <a:lvl1pPr marL="0" indent="0">
              <a:lnSpc>
                <a:spcPct val="100000"/>
              </a:lnSpc>
              <a:buNone/>
              <a:defRPr sz="10000" b="1" u="none" strike="noStrike" spc="300" baseline="0">
                <a:solidFill>
                  <a:schemeClr val="tx2">
                    <a:lumMod val="20000"/>
                    <a:lumOff val="80000"/>
                  </a:schemeClr>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a:t>
            </a:r>
            <a:endParaRPr lang="es-CL" dirty="0"/>
          </a:p>
        </p:txBody>
      </p:sp>
      <p:sp>
        <p:nvSpPr>
          <p:cNvPr id="181" name="Marcador de texto 2">
            <a:extLst>
              <a:ext uri="{FF2B5EF4-FFF2-40B4-BE49-F238E27FC236}">
                <a16:creationId xmlns:a16="http://schemas.microsoft.com/office/drawing/2014/main" id="{3A89926B-4C27-4478-97B2-E6A21B112BC5}"/>
              </a:ext>
            </a:extLst>
          </p:cNvPr>
          <p:cNvSpPr>
            <a:spLocks noGrp="1"/>
          </p:cNvSpPr>
          <p:nvPr>
            <p:ph type="body" sz="quarter" idx="26" hasCustomPrompt="1"/>
          </p:nvPr>
        </p:nvSpPr>
        <p:spPr>
          <a:xfrm>
            <a:off x="3256705" y="1374095"/>
            <a:ext cx="6698049" cy="1644278"/>
          </a:xfrm>
          <a:prstGeom prst="rect">
            <a:avLst/>
          </a:prstGeom>
        </p:spPr>
        <p:txBody>
          <a:bodyPr/>
          <a:lstStyle>
            <a:lvl1pPr marL="0" indent="0" algn="just">
              <a:lnSpc>
                <a:spcPts val="2500"/>
              </a:lnSpc>
              <a:buNone/>
              <a:defRPr sz="1600">
                <a:solidFill>
                  <a:schemeClr val="tx2"/>
                </a:solidFill>
                <a:latin typeface="+mj-lt"/>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a:t>
            </a:r>
            <a:r>
              <a:rPr lang="es-ES" dirty="0" err="1"/>
              <a:t>potenti</a:t>
            </a:r>
            <a:r>
              <a:rPr lang="es-ES" dirty="0"/>
              <a:t> </a:t>
            </a:r>
            <a:r>
              <a:rPr lang="es-ES" dirty="0" err="1"/>
              <a:t>tristique</a:t>
            </a:r>
            <a:r>
              <a:rPr lang="es-ES" dirty="0"/>
              <a:t>. </a:t>
            </a:r>
            <a:r>
              <a:rPr lang="es-ES" dirty="0" err="1"/>
              <a:t>Litora</a:t>
            </a:r>
            <a:r>
              <a:rPr lang="es-ES" dirty="0"/>
              <a:t> ad</a:t>
            </a:r>
          </a:p>
        </p:txBody>
      </p:sp>
      <p:sp>
        <p:nvSpPr>
          <p:cNvPr id="182" name="Marcador de número de diapositiva 70">
            <a:extLst>
              <a:ext uri="{FF2B5EF4-FFF2-40B4-BE49-F238E27FC236}">
                <a16:creationId xmlns:a16="http://schemas.microsoft.com/office/drawing/2014/main" id="{AB43DBFC-893D-40FD-9824-3AC666F06E0C}"/>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‹Nº›</a:t>
            </a:fld>
            <a:endParaRPr lang="es-CL"/>
          </a:p>
        </p:txBody>
      </p:sp>
    </p:spTree>
    <p:extLst>
      <p:ext uri="{BB962C8B-B14F-4D97-AF65-F5344CB8AC3E}">
        <p14:creationId xmlns:p14="http://schemas.microsoft.com/office/powerpoint/2010/main" val="3827309779"/>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7_Pilar Estratégico 3">
    <p:bg>
      <p:bgPr>
        <a:solidFill>
          <a:schemeClr val="bg1"/>
        </a:solidFill>
        <a:effectLst/>
      </p:bgPr>
    </p:bg>
    <p:spTree>
      <p:nvGrpSpPr>
        <p:cNvPr id="1" name=""/>
        <p:cNvGrpSpPr/>
        <p:nvPr/>
      </p:nvGrpSpPr>
      <p:grpSpPr>
        <a:xfrm>
          <a:off x="0" y="0"/>
          <a:ext cx="0" cy="0"/>
          <a:chOff x="0" y="0"/>
          <a:chExt cx="0" cy="0"/>
        </a:xfrm>
      </p:grpSpPr>
      <p:pic>
        <p:nvPicPr>
          <p:cNvPr id="183" name="Imagen 182">
            <a:extLst>
              <a:ext uri="{FF2B5EF4-FFF2-40B4-BE49-F238E27FC236}">
                <a16:creationId xmlns:a16="http://schemas.microsoft.com/office/drawing/2014/main" id="{41CCAF33-B12B-41A0-BE5D-59B4A0685FB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0"/>
            <a:ext cx="1611517" cy="6858000"/>
          </a:xfrm>
          <a:prstGeom prst="rect">
            <a:avLst/>
          </a:prstGeom>
        </p:spPr>
      </p:pic>
      <p:grpSp>
        <p:nvGrpSpPr>
          <p:cNvPr id="115" name="Grupo 114">
            <a:extLst>
              <a:ext uri="{FF2B5EF4-FFF2-40B4-BE49-F238E27FC236}">
                <a16:creationId xmlns:a16="http://schemas.microsoft.com/office/drawing/2014/main" id="{69FB7E18-2CC0-4582-BB3E-EB95B0A22D4A}"/>
              </a:ext>
            </a:extLst>
          </p:cNvPr>
          <p:cNvGrpSpPr/>
          <p:nvPr userDrawn="1"/>
        </p:nvGrpSpPr>
        <p:grpSpPr>
          <a:xfrm>
            <a:off x="260637" y="160236"/>
            <a:ext cx="1086071" cy="910924"/>
            <a:chOff x="137601" y="239283"/>
            <a:chExt cx="897579" cy="752830"/>
          </a:xfrm>
          <a:solidFill>
            <a:schemeClr val="bg2"/>
          </a:solidFill>
        </p:grpSpPr>
        <p:sp>
          <p:nvSpPr>
            <p:cNvPr id="116" name="Freeform 109">
              <a:extLst>
                <a:ext uri="{FF2B5EF4-FFF2-40B4-BE49-F238E27FC236}">
                  <a16:creationId xmlns:a16="http://schemas.microsoft.com/office/drawing/2014/main" id="{0BBB06D9-59F1-4BFB-945C-66DABEEF22C6}"/>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7" name="Freeform 110">
              <a:extLst>
                <a:ext uri="{FF2B5EF4-FFF2-40B4-BE49-F238E27FC236}">
                  <a16:creationId xmlns:a16="http://schemas.microsoft.com/office/drawing/2014/main" id="{0F012B7F-41EC-4C40-8471-E3E70586E29F}"/>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118" name="Grupo 117">
              <a:extLst>
                <a:ext uri="{FF2B5EF4-FFF2-40B4-BE49-F238E27FC236}">
                  <a16:creationId xmlns:a16="http://schemas.microsoft.com/office/drawing/2014/main" id="{12B08E2C-EF48-48B3-AFE0-4384241ED33F}"/>
                </a:ext>
              </a:extLst>
            </p:cNvPr>
            <p:cNvGrpSpPr/>
            <p:nvPr userDrawn="1"/>
          </p:nvGrpSpPr>
          <p:grpSpPr>
            <a:xfrm>
              <a:off x="137601" y="474669"/>
              <a:ext cx="897579" cy="326700"/>
              <a:chOff x="137601" y="474669"/>
              <a:chExt cx="897579" cy="326700"/>
            </a:xfrm>
            <a:grpFill/>
          </p:grpSpPr>
          <p:sp>
            <p:nvSpPr>
              <p:cNvPr id="129" name="Freeform 111">
                <a:extLst>
                  <a:ext uri="{FF2B5EF4-FFF2-40B4-BE49-F238E27FC236}">
                    <a16:creationId xmlns:a16="http://schemas.microsoft.com/office/drawing/2014/main" id="{B5E4CC2E-DE7D-42AD-9E4A-A902C09DBA7D}"/>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0" name="Freeform 112">
                <a:extLst>
                  <a:ext uri="{FF2B5EF4-FFF2-40B4-BE49-F238E27FC236}">
                    <a16:creationId xmlns:a16="http://schemas.microsoft.com/office/drawing/2014/main" id="{2692FD56-B5F7-4768-87B4-595A81CED913}"/>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1" name="Freeform 113">
                <a:extLst>
                  <a:ext uri="{FF2B5EF4-FFF2-40B4-BE49-F238E27FC236}">
                    <a16:creationId xmlns:a16="http://schemas.microsoft.com/office/drawing/2014/main" id="{6C97D8FA-1746-4CB1-8A90-B1FE8CCB3449}"/>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2" name="Freeform 114">
                <a:extLst>
                  <a:ext uri="{FF2B5EF4-FFF2-40B4-BE49-F238E27FC236}">
                    <a16:creationId xmlns:a16="http://schemas.microsoft.com/office/drawing/2014/main" id="{08629C8E-EBB9-4B50-A58D-89FE362918ED}"/>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3" name="Freeform 115">
                <a:extLst>
                  <a:ext uri="{FF2B5EF4-FFF2-40B4-BE49-F238E27FC236}">
                    <a16:creationId xmlns:a16="http://schemas.microsoft.com/office/drawing/2014/main" id="{2E9BAC52-F18C-4AEE-98E6-06F0B8C4C878}"/>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4" name="Freeform 116">
                <a:extLst>
                  <a:ext uri="{FF2B5EF4-FFF2-40B4-BE49-F238E27FC236}">
                    <a16:creationId xmlns:a16="http://schemas.microsoft.com/office/drawing/2014/main" id="{A3A9D0A5-FD47-4C6E-973C-140AD6F1F9D4}"/>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5" name="Freeform 117">
                <a:extLst>
                  <a:ext uri="{FF2B5EF4-FFF2-40B4-BE49-F238E27FC236}">
                    <a16:creationId xmlns:a16="http://schemas.microsoft.com/office/drawing/2014/main" id="{FEDE020E-92DA-4EBA-8234-89F5092261DD}"/>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6" name="Freeform 118">
                <a:extLst>
                  <a:ext uri="{FF2B5EF4-FFF2-40B4-BE49-F238E27FC236}">
                    <a16:creationId xmlns:a16="http://schemas.microsoft.com/office/drawing/2014/main" id="{BBF5AD13-0A6A-47B9-A246-B9FC221AD931}"/>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7" name="Freeform 119">
                <a:extLst>
                  <a:ext uri="{FF2B5EF4-FFF2-40B4-BE49-F238E27FC236}">
                    <a16:creationId xmlns:a16="http://schemas.microsoft.com/office/drawing/2014/main" id="{C96ED675-5431-4A62-93EC-08F86C2246A4}"/>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8" name="Freeform 120">
                <a:extLst>
                  <a:ext uri="{FF2B5EF4-FFF2-40B4-BE49-F238E27FC236}">
                    <a16:creationId xmlns:a16="http://schemas.microsoft.com/office/drawing/2014/main" id="{6D2B9CFA-8DED-4E3B-93E6-F115AE4A5378}"/>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2" name="Freeform 121">
                <a:extLst>
                  <a:ext uri="{FF2B5EF4-FFF2-40B4-BE49-F238E27FC236}">
                    <a16:creationId xmlns:a16="http://schemas.microsoft.com/office/drawing/2014/main" id="{10268280-107C-4BCF-BD39-55AEA9F8F880}"/>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3" name="Freeform 122">
                <a:extLst>
                  <a:ext uri="{FF2B5EF4-FFF2-40B4-BE49-F238E27FC236}">
                    <a16:creationId xmlns:a16="http://schemas.microsoft.com/office/drawing/2014/main" id="{EFD7C7F8-0DF2-4E04-AE67-BAD217E36861}"/>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4" name="Freeform 123">
                <a:extLst>
                  <a:ext uri="{FF2B5EF4-FFF2-40B4-BE49-F238E27FC236}">
                    <a16:creationId xmlns:a16="http://schemas.microsoft.com/office/drawing/2014/main" id="{B03F6D32-4961-4430-8EB4-9E85001ABC20}"/>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5" name="Freeform 124">
                <a:extLst>
                  <a:ext uri="{FF2B5EF4-FFF2-40B4-BE49-F238E27FC236}">
                    <a16:creationId xmlns:a16="http://schemas.microsoft.com/office/drawing/2014/main" id="{B32384A0-C6DB-42D1-BF33-6C71F61844DD}"/>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6" name="Freeform 125">
                <a:extLst>
                  <a:ext uri="{FF2B5EF4-FFF2-40B4-BE49-F238E27FC236}">
                    <a16:creationId xmlns:a16="http://schemas.microsoft.com/office/drawing/2014/main" id="{9E0D9B83-F644-4248-9F16-C9B77D7C556E}"/>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7" name="Freeform 126">
                <a:extLst>
                  <a:ext uri="{FF2B5EF4-FFF2-40B4-BE49-F238E27FC236}">
                    <a16:creationId xmlns:a16="http://schemas.microsoft.com/office/drawing/2014/main" id="{D6C63950-71AE-4468-BC43-29ECE4985546}"/>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8" name="Freeform 127">
                <a:extLst>
                  <a:ext uri="{FF2B5EF4-FFF2-40B4-BE49-F238E27FC236}">
                    <a16:creationId xmlns:a16="http://schemas.microsoft.com/office/drawing/2014/main" id="{A85C9A0E-5DF7-4CFF-BC57-1D1EFDCB28C8}"/>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19" name="Freeform 128">
              <a:extLst>
                <a:ext uri="{FF2B5EF4-FFF2-40B4-BE49-F238E27FC236}">
                  <a16:creationId xmlns:a16="http://schemas.microsoft.com/office/drawing/2014/main" id="{2E1B7B9E-A73F-45FF-9CC5-D3B098C29E56}"/>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0" name="Freeform 129">
              <a:extLst>
                <a:ext uri="{FF2B5EF4-FFF2-40B4-BE49-F238E27FC236}">
                  <a16:creationId xmlns:a16="http://schemas.microsoft.com/office/drawing/2014/main" id="{89993091-DE75-4AD4-9395-5D189EF56B03}"/>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1" name="Freeform 130">
              <a:extLst>
                <a:ext uri="{FF2B5EF4-FFF2-40B4-BE49-F238E27FC236}">
                  <a16:creationId xmlns:a16="http://schemas.microsoft.com/office/drawing/2014/main" id="{56112F76-1E89-4CC3-8996-66E54DF6093D}"/>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2" name="Freeform 131">
              <a:extLst>
                <a:ext uri="{FF2B5EF4-FFF2-40B4-BE49-F238E27FC236}">
                  <a16:creationId xmlns:a16="http://schemas.microsoft.com/office/drawing/2014/main" id="{363F8117-F3EF-4943-896E-4AAC07B83887}"/>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3" name="Freeform 132">
              <a:extLst>
                <a:ext uri="{FF2B5EF4-FFF2-40B4-BE49-F238E27FC236}">
                  <a16:creationId xmlns:a16="http://schemas.microsoft.com/office/drawing/2014/main" id="{71A146AD-5547-4807-967C-155ED0B0D2B7}"/>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4" name="Freeform 133">
              <a:extLst>
                <a:ext uri="{FF2B5EF4-FFF2-40B4-BE49-F238E27FC236}">
                  <a16:creationId xmlns:a16="http://schemas.microsoft.com/office/drawing/2014/main" id="{339F1DC0-ACAB-4539-AC35-B48380C018C6}"/>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5" name="Freeform 134">
              <a:extLst>
                <a:ext uri="{FF2B5EF4-FFF2-40B4-BE49-F238E27FC236}">
                  <a16:creationId xmlns:a16="http://schemas.microsoft.com/office/drawing/2014/main" id="{48EEA41A-EFD8-4B6A-8818-8690B228A04B}"/>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6" name="Freeform 135">
              <a:extLst>
                <a:ext uri="{FF2B5EF4-FFF2-40B4-BE49-F238E27FC236}">
                  <a16:creationId xmlns:a16="http://schemas.microsoft.com/office/drawing/2014/main" id="{79B651CD-7685-4B96-BF7B-BDA356CA2435}"/>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7" name="Freeform 136">
              <a:extLst>
                <a:ext uri="{FF2B5EF4-FFF2-40B4-BE49-F238E27FC236}">
                  <a16:creationId xmlns:a16="http://schemas.microsoft.com/office/drawing/2014/main" id="{D4269548-2D26-4FD7-957D-51F46F9CC73E}"/>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8" name="Freeform 137">
              <a:extLst>
                <a:ext uri="{FF2B5EF4-FFF2-40B4-BE49-F238E27FC236}">
                  <a16:creationId xmlns:a16="http://schemas.microsoft.com/office/drawing/2014/main" id="{D182F85B-E6BE-4F9F-B24A-20C1622184C2}"/>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sp>
        <p:nvSpPr>
          <p:cNvPr id="17" name="Marcador de texto 2">
            <a:extLst>
              <a:ext uri="{FF2B5EF4-FFF2-40B4-BE49-F238E27FC236}">
                <a16:creationId xmlns:a16="http://schemas.microsoft.com/office/drawing/2014/main" id="{7827B509-9FB3-4319-BA15-715037A2D409}"/>
              </a:ext>
            </a:extLst>
          </p:cNvPr>
          <p:cNvSpPr>
            <a:spLocks noGrp="1"/>
          </p:cNvSpPr>
          <p:nvPr>
            <p:ph type="body" sz="quarter" idx="27" hasCustomPrompt="1"/>
          </p:nvPr>
        </p:nvSpPr>
        <p:spPr>
          <a:xfrm>
            <a:off x="3232742" y="3457454"/>
            <a:ext cx="6698049" cy="2845783"/>
          </a:xfrm>
          <a:prstGeom prst="roundRect">
            <a:avLst>
              <a:gd name="adj" fmla="val 5068"/>
            </a:avLst>
          </a:prstGeom>
          <a:solidFill>
            <a:srgbClr val="00B2D2"/>
          </a:solidFill>
        </p:spPr>
        <p:txBody>
          <a:bodyPr wrap="square" lIns="216000" tIns="0" bIns="0" anchor="ctr">
            <a:noAutofit/>
          </a:bodyPr>
          <a:lstStyle>
            <a:lvl1pPr marL="171450" marR="0" indent="-171450" algn="l" defTabSz="914400" rtl="0" eaLnBrk="1" fontAlgn="auto" latinLnBrk="0" hangingPunct="1">
              <a:lnSpc>
                <a:spcPts val="1900"/>
              </a:lnSpc>
              <a:spcBef>
                <a:spcPts val="1000"/>
              </a:spcBef>
              <a:spcAft>
                <a:spcPts val="0"/>
              </a:spcAft>
              <a:buClr>
                <a:schemeClr val="bg1"/>
              </a:buClr>
              <a:buSzTx/>
              <a:buFont typeface="Cambria" panose="02040503050406030204" pitchFamily="18" charset="0"/>
              <a:buChar char="→"/>
              <a:tabLst/>
              <a:defRPr sz="1400">
                <a:solidFill>
                  <a:schemeClr val="bg1"/>
                </a:solidFill>
                <a:latin typeface="+mj-lt"/>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endParaRPr lang="es-ES" dirty="0"/>
          </a:p>
          <a:p>
            <a:pPr marL="171450" marR="0" lvl="0" indent="-171450" algn="l" defTabSz="914400" rtl="0" eaLnBrk="1" fontAlgn="auto" latinLnBrk="0" hangingPunct="1">
              <a:lnSpc>
                <a:spcPts val="1900"/>
              </a:lnSpc>
              <a:spcBef>
                <a:spcPts val="1000"/>
              </a:spcBef>
              <a:spcAft>
                <a:spcPts val="0"/>
              </a:spcAft>
              <a:buClr>
                <a:schemeClr val="bg1"/>
              </a:buClr>
              <a:buSzTx/>
              <a:buFont typeface="Cambria" panose="02040503050406030204" pitchFamily="18" charset="0"/>
              <a:buChar char="→"/>
              <a:tabLst/>
              <a:defRPr/>
            </a:pPr>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endParaRPr lang="es-ES" dirty="0"/>
          </a:p>
        </p:txBody>
      </p:sp>
      <p:sp>
        <p:nvSpPr>
          <p:cNvPr id="15" name="Marcador de posición de imagen 4">
            <a:extLst>
              <a:ext uri="{FF2B5EF4-FFF2-40B4-BE49-F238E27FC236}">
                <a16:creationId xmlns:a16="http://schemas.microsoft.com/office/drawing/2014/main" id="{750CD212-A17B-4EEB-ADCA-F364EE898602}"/>
              </a:ext>
            </a:extLst>
          </p:cNvPr>
          <p:cNvSpPr>
            <a:spLocks noGrp="1"/>
          </p:cNvSpPr>
          <p:nvPr>
            <p:ph type="pic" sz="quarter" idx="12" hasCustomPrompt="1"/>
          </p:nvPr>
        </p:nvSpPr>
        <p:spPr>
          <a:xfrm>
            <a:off x="2100263" y="3464803"/>
            <a:ext cx="973690" cy="974559"/>
          </a:xfrm>
          <a:prstGeom prst="ellipse">
            <a:avLst/>
          </a:prstGeom>
          <a:ln w="15875" cap="rnd">
            <a:noFill/>
            <a:prstDash val="sysDot"/>
          </a:ln>
        </p:spPr>
        <p:txBody>
          <a:bodyPr anchor="ctr"/>
          <a:lstStyle>
            <a:lvl1pPr marL="0" indent="0" algn="ctr">
              <a:buNone/>
              <a:defRPr sz="1100" b="0">
                <a:solidFill>
                  <a:schemeClr val="tx1"/>
                </a:solidFill>
                <a:latin typeface="+mj-lt"/>
              </a:defRPr>
            </a:lvl1pPr>
          </a:lstStyle>
          <a:p>
            <a:r>
              <a:rPr lang="es-CL" dirty="0"/>
              <a:t>Espacio para icono o imagen</a:t>
            </a:r>
          </a:p>
        </p:txBody>
      </p:sp>
      <p:sp>
        <p:nvSpPr>
          <p:cNvPr id="109" name="Marcador de texto 2">
            <a:extLst>
              <a:ext uri="{FF2B5EF4-FFF2-40B4-BE49-F238E27FC236}">
                <a16:creationId xmlns:a16="http://schemas.microsoft.com/office/drawing/2014/main" id="{B2BD3264-5755-4587-A5A6-20D71589BB3D}"/>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11" name="Marcador de texto 2">
            <a:extLst>
              <a:ext uri="{FF2B5EF4-FFF2-40B4-BE49-F238E27FC236}">
                <a16:creationId xmlns:a16="http://schemas.microsoft.com/office/drawing/2014/main" id="{51053114-08A5-47F0-8597-CC7E7EAAACAC}"/>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112" name="Conector recto 111">
            <a:extLst>
              <a:ext uri="{FF2B5EF4-FFF2-40B4-BE49-F238E27FC236}">
                <a16:creationId xmlns:a16="http://schemas.microsoft.com/office/drawing/2014/main" id="{B9AAD98F-2599-46B5-91A3-70C3ABDBCA08}"/>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179" name="Marcador de texto 2">
            <a:extLst>
              <a:ext uri="{FF2B5EF4-FFF2-40B4-BE49-F238E27FC236}">
                <a16:creationId xmlns:a16="http://schemas.microsoft.com/office/drawing/2014/main" id="{0216A025-CDAB-44CF-8C5B-05FF34B1C0CC}"/>
              </a:ext>
            </a:extLst>
          </p:cNvPr>
          <p:cNvSpPr>
            <a:spLocks noGrp="1"/>
          </p:cNvSpPr>
          <p:nvPr>
            <p:ph type="body" sz="quarter" idx="21" hasCustomPrompt="1"/>
          </p:nvPr>
        </p:nvSpPr>
        <p:spPr>
          <a:xfrm>
            <a:off x="2434678" y="854586"/>
            <a:ext cx="364010" cy="282235"/>
          </a:xfrm>
          <a:prstGeom prst="rect">
            <a:avLst/>
          </a:prstGeom>
        </p:spPr>
        <p:txBody>
          <a:bodyPr/>
          <a:lstStyle>
            <a:lvl1pPr marL="0" indent="0">
              <a:lnSpc>
                <a:spcPct val="100000"/>
              </a:lnSpc>
              <a:buNone/>
              <a:defRPr sz="10000" b="1" u="none" strike="noStrike" spc="300" baseline="0">
                <a:solidFill>
                  <a:schemeClr val="tx2">
                    <a:lumMod val="20000"/>
                    <a:lumOff val="80000"/>
                  </a:schemeClr>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a:t>
            </a:r>
            <a:endParaRPr lang="es-CL" dirty="0"/>
          </a:p>
        </p:txBody>
      </p:sp>
      <p:sp>
        <p:nvSpPr>
          <p:cNvPr id="180" name="Marcador de texto 2">
            <a:extLst>
              <a:ext uri="{FF2B5EF4-FFF2-40B4-BE49-F238E27FC236}">
                <a16:creationId xmlns:a16="http://schemas.microsoft.com/office/drawing/2014/main" id="{79010D02-5C43-4AE4-AFA6-2D3D9A91EED6}"/>
              </a:ext>
            </a:extLst>
          </p:cNvPr>
          <p:cNvSpPr>
            <a:spLocks noGrp="1"/>
          </p:cNvSpPr>
          <p:nvPr>
            <p:ph type="body" sz="quarter" idx="22" hasCustomPrompt="1"/>
          </p:nvPr>
        </p:nvSpPr>
        <p:spPr>
          <a:xfrm rot="10800000">
            <a:off x="10352482" y="3178569"/>
            <a:ext cx="364010" cy="282235"/>
          </a:xfrm>
          <a:prstGeom prst="rect">
            <a:avLst/>
          </a:prstGeom>
        </p:spPr>
        <p:txBody>
          <a:bodyPr/>
          <a:lstStyle>
            <a:lvl1pPr marL="0" indent="0">
              <a:lnSpc>
                <a:spcPct val="100000"/>
              </a:lnSpc>
              <a:buNone/>
              <a:defRPr sz="10000" b="1" u="none" strike="noStrike" spc="300" baseline="0">
                <a:solidFill>
                  <a:schemeClr val="tx2">
                    <a:lumMod val="20000"/>
                    <a:lumOff val="80000"/>
                  </a:schemeClr>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a:t>
            </a:r>
            <a:endParaRPr lang="es-CL" dirty="0"/>
          </a:p>
        </p:txBody>
      </p:sp>
      <p:sp>
        <p:nvSpPr>
          <p:cNvPr id="181" name="Marcador de texto 2">
            <a:extLst>
              <a:ext uri="{FF2B5EF4-FFF2-40B4-BE49-F238E27FC236}">
                <a16:creationId xmlns:a16="http://schemas.microsoft.com/office/drawing/2014/main" id="{3A89926B-4C27-4478-97B2-E6A21B112BC5}"/>
              </a:ext>
            </a:extLst>
          </p:cNvPr>
          <p:cNvSpPr>
            <a:spLocks noGrp="1"/>
          </p:cNvSpPr>
          <p:nvPr>
            <p:ph type="body" sz="quarter" idx="26" hasCustomPrompt="1"/>
          </p:nvPr>
        </p:nvSpPr>
        <p:spPr>
          <a:xfrm>
            <a:off x="3256705" y="1374095"/>
            <a:ext cx="6698049" cy="1644278"/>
          </a:xfrm>
          <a:prstGeom prst="rect">
            <a:avLst/>
          </a:prstGeom>
        </p:spPr>
        <p:txBody>
          <a:bodyPr/>
          <a:lstStyle>
            <a:lvl1pPr marL="0" indent="0" algn="just">
              <a:lnSpc>
                <a:spcPts val="2500"/>
              </a:lnSpc>
              <a:buNone/>
              <a:defRPr sz="1600">
                <a:solidFill>
                  <a:schemeClr val="tx2"/>
                </a:solidFill>
                <a:latin typeface="+mj-lt"/>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a:t>
            </a:r>
            <a:r>
              <a:rPr lang="es-ES" dirty="0" err="1"/>
              <a:t>potenti</a:t>
            </a:r>
            <a:r>
              <a:rPr lang="es-ES" dirty="0"/>
              <a:t> </a:t>
            </a:r>
            <a:r>
              <a:rPr lang="es-ES" dirty="0" err="1"/>
              <a:t>tristique</a:t>
            </a:r>
            <a:r>
              <a:rPr lang="es-ES" dirty="0"/>
              <a:t>. </a:t>
            </a:r>
            <a:r>
              <a:rPr lang="es-ES" dirty="0" err="1"/>
              <a:t>Litora</a:t>
            </a:r>
            <a:r>
              <a:rPr lang="es-ES" dirty="0"/>
              <a:t> ad</a:t>
            </a:r>
          </a:p>
        </p:txBody>
      </p:sp>
      <p:sp>
        <p:nvSpPr>
          <p:cNvPr id="182" name="Marcador de número de diapositiva 70">
            <a:extLst>
              <a:ext uri="{FF2B5EF4-FFF2-40B4-BE49-F238E27FC236}">
                <a16:creationId xmlns:a16="http://schemas.microsoft.com/office/drawing/2014/main" id="{AB43DBFC-893D-40FD-9824-3AC666F06E0C}"/>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‹Nº›</a:t>
            </a:fld>
            <a:endParaRPr lang="es-CL"/>
          </a:p>
        </p:txBody>
      </p:sp>
    </p:spTree>
    <p:extLst>
      <p:ext uri="{BB962C8B-B14F-4D97-AF65-F5344CB8AC3E}">
        <p14:creationId xmlns:p14="http://schemas.microsoft.com/office/powerpoint/2010/main" val="2536233627"/>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8_Pilar Estratégico 4">
    <p:bg>
      <p:bgPr>
        <a:solidFill>
          <a:schemeClr val="bg1"/>
        </a:solidFill>
        <a:effectLst/>
      </p:bgPr>
    </p:bg>
    <p:spTree>
      <p:nvGrpSpPr>
        <p:cNvPr id="1" name=""/>
        <p:cNvGrpSpPr/>
        <p:nvPr/>
      </p:nvGrpSpPr>
      <p:grpSpPr>
        <a:xfrm>
          <a:off x="0" y="0"/>
          <a:ext cx="0" cy="0"/>
          <a:chOff x="0" y="0"/>
          <a:chExt cx="0" cy="0"/>
        </a:xfrm>
      </p:grpSpPr>
      <p:pic>
        <p:nvPicPr>
          <p:cNvPr id="183" name="Imagen 182">
            <a:extLst>
              <a:ext uri="{FF2B5EF4-FFF2-40B4-BE49-F238E27FC236}">
                <a16:creationId xmlns:a16="http://schemas.microsoft.com/office/drawing/2014/main" id="{41CCAF33-B12B-41A0-BE5D-59B4A0685FB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0"/>
            <a:ext cx="1611517" cy="6858000"/>
          </a:xfrm>
          <a:prstGeom prst="rect">
            <a:avLst/>
          </a:prstGeom>
        </p:spPr>
      </p:pic>
      <p:grpSp>
        <p:nvGrpSpPr>
          <p:cNvPr id="115" name="Grupo 114">
            <a:extLst>
              <a:ext uri="{FF2B5EF4-FFF2-40B4-BE49-F238E27FC236}">
                <a16:creationId xmlns:a16="http://schemas.microsoft.com/office/drawing/2014/main" id="{69FB7E18-2CC0-4582-BB3E-EB95B0A22D4A}"/>
              </a:ext>
            </a:extLst>
          </p:cNvPr>
          <p:cNvGrpSpPr/>
          <p:nvPr userDrawn="1"/>
        </p:nvGrpSpPr>
        <p:grpSpPr>
          <a:xfrm>
            <a:off x="260637" y="160236"/>
            <a:ext cx="1086071" cy="910924"/>
            <a:chOff x="137601" y="239283"/>
            <a:chExt cx="897579" cy="752830"/>
          </a:xfrm>
          <a:solidFill>
            <a:schemeClr val="bg2"/>
          </a:solidFill>
        </p:grpSpPr>
        <p:sp>
          <p:nvSpPr>
            <p:cNvPr id="116" name="Freeform 109">
              <a:extLst>
                <a:ext uri="{FF2B5EF4-FFF2-40B4-BE49-F238E27FC236}">
                  <a16:creationId xmlns:a16="http://schemas.microsoft.com/office/drawing/2014/main" id="{0BBB06D9-59F1-4BFB-945C-66DABEEF22C6}"/>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7" name="Freeform 110">
              <a:extLst>
                <a:ext uri="{FF2B5EF4-FFF2-40B4-BE49-F238E27FC236}">
                  <a16:creationId xmlns:a16="http://schemas.microsoft.com/office/drawing/2014/main" id="{0F012B7F-41EC-4C40-8471-E3E70586E29F}"/>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118" name="Grupo 117">
              <a:extLst>
                <a:ext uri="{FF2B5EF4-FFF2-40B4-BE49-F238E27FC236}">
                  <a16:creationId xmlns:a16="http://schemas.microsoft.com/office/drawing/2014/main" id="{12B08E2C-EF48-48B3-AFE0-4384241ED33F}"/>
                </a:ext>
              </a:extLst>
            </p:cNvPr>
            <p:cNvGrpSpPr/>
            <p:nvPr userDrawn="1"/>
          </p:nvGrpSpPr>
          <p:grpSpPr>
            <a:xfrm>
              <a:off x="137601" y="474669"/>
              <a:ext cx="897579" cy="326700"/>
              <a:chOff x="137601" y="474669"/>
              <a:chExt cx="897579" cy="326700"/>
            </a:xfrm>
            <a:grpFill/>
          </p:grpSpPr>
          <p:sp>
            <p:nvSpPr>
              <p:cNvPr id="129" name="Freeform 111">
                <a:extLst>
                  <a:ext uri="{FF2B5EF4-FFF2-40B4-BE49-F238E27FC236}">
                    <a16:creationId xmlns:a16="http://schemas.microsoft.com/office/drawing/2014/main" id="{B5E4CC2E-DE7D-42AD-9E4A-A902C09DBA7D}"/>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0" name="Freeform 112">
                <a:extLst>
                  <a:ext uri="{FF2B5EF4-FFF2-40B4-BE49-F238E27FC236}">
                    <a16:creationId xmlns:a16="http://schemas.microsoft.com/office/drawing/2014/main" id="{2692FD56-B5F7-4768-87B4-595A81CED913}"/>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1" name="Freeform 113">
                <a:extLst>
                  <a:ext uri="{FF2B5EF4-FFF2-40B4-BE49-F238E27FC236}">
                    <a16:creationId xmlns:a16="http://schemas.microsoft.com/office/drawing/2014/main" id="{6C97D8FA-1746-4CB1-8A90-B1FE8CCB3449}"/>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2" name="Freeform 114">
                <a:extLst>
                  <a:ext uri="{FF2B5EF4-FFF2-40B4-BE49-F238E27FC236}">
                    <a16:creationId xmlns:a16="http://schemas.microsoft.com/office/drawing/2014/main" id="{08629C8E-EBB9-4B50-A58D-89FE362918ED}"/>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3" name="Freeform 115">
                <a:extLst>
                  <a:ext uri="{FF2B5EF4-FFF2-40B4-BE49-F238E27FC236}">
                    <a16:creationId xmlns:a16="http://schemas.microsoft.com/office/drawing/2014/main" id="{2E9BAC52-F18C-4AEE-98E6-06F0B8C4C878}"/>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4" name="Freeform 116">
                <a:extLst>
                  <a:ext uri="{FF2B5EF4-FFF2-40B4-BE49-F238E27FC236}">
                    <a16:creationId xmlns:a16="http://schemas.microsoft.com/office/drawing/2014/main" id="{A3A9D0A5-FD47-4C6E-973C-140AD6F1F9D4}"/>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5" name="Freeform 117">
                <a:extLst>
                  <a:ext uri="{FF2B5EF4-FFF2-40B4-BE49-F238E27FC236}">
                    <a16:creationId xmlns:a16="http://schemas.microsoft.com/office/drawing/2014/main" id="{FEDE020E-92DA-4EBA-8234-89F5092261DD}"/>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6" name="Freeform 118">
                <a:extLst>
                  <a:ext uri="{FF2B5EF4-FFF2-40B4-BE49-F238E27FC236}">
                    <a16:creationId xmlns:a16="http://schemas.microsoft.com/office/drawing/2014/main" id="{BBF5AD13-0A6A-47B9-A246-B9FC221AD931}"/>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7" name="Freeform 119">
                <a:extLst>
                  <a:ext uri="{FF2B5EF4-FFF2-40B4-BE49-F238E27FC236}">
                    <a16:creationId xmlns:a16="http://schemas.microsoft.com/office/drawing/2014/main" id="{C96ED675-5431-4A62-93EC-08F86C2246A4}"/>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8" name="Freeform 120">
                <a:extLst>
                  <a:ext uri="{FF2B5EF4-FFF2-40B4-BE49-F238E27FC236}">
                    <a16:creationId xmlns:a16="http://schemas.microsoft.com/office/drawing/2014/main" id="{6D2B9CFA-8DED-4E3B-93E6-F115AE4A5378}"/>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2" name="Freeform 121">
                <a:extLst>
                  <a:ext uri="{FF2B5EF4-FFF2-40B4-BE49-F238E27FC236}">
                    <a16:creationId xmlns:a16="http://schemas.microsoft.com/office/drawing/2014/main" id="{10268280-107C-4BCF-BD39-55AEA9F8F880}"/>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3" name="Freeform 122">
                <a:extLst>
                  <a:ext uri="{FF2B5EF4-FFF2-40B4-BE49-F238E27FC236}">
                    <a16:creationId xmlns:a16="http://schemas.microsoft.com/office/drawing/2014/main" id="{EFD7C7F8-0DF2-4E04-AE67-BAD217E36861}"/>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4" name="Freeform 123">
                <a:extLst>
                  <a:ext uri="{FF2B5EF4-FFF2-40B4-BE49-F238E27FC236}">
                    <a16:creationId xmlns:a16="http://schemas.microsoft.com/office/drawing/2014/main" id="{B03F6D32-4961-4430-8EB4-9E85001ABC20}"/>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5" name="Freeform 124">
                <a:extLst>
                  <a:ext uri="{FF2B5EF4-FFF2-40B4-BE49-F238E27FC236}">
                    <a16:creationId xmlns:a16="http://schemas.microsoft.com/office/drawing/2014/main" id="{B32384A0-C6DB-42D1-BF33-6C71F61844DD}"/>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6" name="Freeform 125">
                <a:extLst>
                  <a:ext uri="{FF2B5EF4-FFF2-40B4-BE49-F238E27FC236}">
                    <a16:creationId xmlns:a16="http://schemas.microsoft.com/office/drawing/2014/main" id="{9E0D9B83-F644-4248-9F16-C9B77D7C556E}"/>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7" name="Freeform 126">
                <a:extLst>
                  <a:ext uri="{FF2B5EF4-FFF2-40B4-BE49-F238E27FC236}">
                    <a16:creationId xmlns:a16="http://schemas.microsoft.com/office/drawing/2014/main" id="{D6C63950-71AE-4468-BC43-29ECE4985546}"/>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8" name="Freeform 127">
                <a:extLst>
                  <a:ext uri="{FF2B5EF4-FFF2-40B4-BE49-F238E27FC236}">
                    <a16:creationId xmlns:a16="http://schemas.microsoft.com/office/drawing/2014/main" id="{A85C9A0E-5DF7-4CFF-BC57-1D1EFDCB28C8}"/>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19" name="Freeform 128">
              <a:extLst>
                <a:ext uri="{FF2B5EF4-FFF2-40B4-BE49-F238E27FC236}">
                  <a16:creationId xmlns:a16="http://schemas.microsoft.com/office/drawing/2014/main" id="{2E1B7B9E-A73F-45FF-9CC5-D3B098C29E56}"/>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0" name="Freeform 129">
              <a:extLst>
                <a:ext uri="{FF2B5EF4-FFF2-40B4-BE49-F238E27FC236}">
                  <a16:creationId xmlns:a16="http://schemas.microsoft.com/office/drawing/2014/main" id="{89993091-DE75-4AD4-9395-5D189EF56B03}"/>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1" name="Freeform 130">
              <a:extLst>
                <a:ext uri="{FF2B5EF4-FFF2-40B4-BE49-F238E27FC236}">
                  <a16:creationId xmlns:a16="http://schemas.microsoft.com/office/drawing/2014/main" id="{56112F76-1E89-4CC3-8996-66E54DF6093D}"/>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2" name="Freeform 131">
              <a:extLst>
                <a:ext uri="{FF2B5EF4-FFF2-40B4-BE49-F238E27FC236}">
                  <a16:creationId xmlns:a16="http://schemas.microsoft.com/office/drawing/2014/main" id="{363F8117-F3EF-4943-896E-4AAC07B83887}"/>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3" name="Freeform 132">
              <a:extLst>
                <a:ext uri="{FF2B5EF4-FFF2-40B4-BE49-F238E27FC236}">
                  <a16:creationId xmlns:a16="http://schemas.microsoft.com/office/drawing/2014/main" id="{71A146AD-5547-4807-967C-155ED0B0D2B7}"/>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4" name="Freeform 133">
              <a:extLst>
                <a:ext uri="{FF2B5EF4-FFF2-40B4-BE49-F238E27FC236}">
                  <a16:creationId xmlns:a16="http://schemas.microsoft.com/office/drawing/2014/main" id="{339F1DC0-ACAB-4539-AC35-B48380C018C6}"/>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5" name="Freeform 134">
              <a:extLst>
                <a:ext uri="{FF2B5EF4-FFF2-40B4-BE49-F238E27FC236}">
                  <a16:creationId xmlns:a16="http://schemas.microsoft.com/office/drawing/2014/main" id="{48EEA41A-EFD8-4B6A-8818-8690B228A04B}"/>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6" name="Freeform 135">
              <a:extLst>
                <a:ext uri="{FF2B5EF4-FFF2-40B4-BE49-F238E27FC236}">
                  <a16:creationId xmlns:a16="http://schemas.microsoft.com/office/drawing/2014/main" id="{79B651CD-7685-4B96-BF7B-BDA356CA2435}"/>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7" name="Freeform 136">
              <a:extLst>
                <a:ext uri="{FF2B5EF4-FFF2-40B4-BE49-F238E27FC236}">
                  <a16:creationId xmlns:a16="http://schemas.microsoft.com/office/drawing/2014/main" id="{D4269548-2D26-4FD7-957D-51F46F9CC73E}"/>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8" name="Freeform 137">
              <a:extLst>
                <a:ext uri="{FF2B5EF4-FFF2-40B4-BE49-F238E27FC236}">
                  <a16:creationId xmlns:a16="http://schemas.microsoft.com/office/drawing/2014/main" id="{D182F85B-E6BE-4F9F-B24A-20C1622184C2}"/>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sp>
        <p:nvSpPr>
          <p:cNvPr id="17" name="Marcador de texto 2">
            <a:extLst>
              <a:ext uri="{FF2B5EF4-FFF2-40B4-BE49-F238E27FC236}">
                <a16:creationId xmlns:a16="http://schemas.microsoft.com/office/drawing/2014/main" id="{7827B509-9FB3-4319-BA15-715037A2D409}"/>
              </a:ext>
            </a:extLst>
          </p:cNvPr>
          <p:cNvSpPr>
            <a:spLocks noGrp="1"/>
          </p:cNvSpPr>
          <p:nvPr>
            <p:ph type="body" sz="quarter" idx="27" hasCustomPrompt="1"/>
          </p:nvPr>
        </p:nvSpPr>
        <p:spPr>
          <a:xfrm>
            <a:off x="3232742" y="3457454"/>
            <a:ext cx="6698049" cy="2845783"/>
          </a:xfrm>
          <a:prstGeom prst="roundRect">
            <a:avLst>
              <a:gd name="adj" fmla="val 5068"/>
            </a:avLst>
          </a:prstGeom>
          <a:solidFill>
            <a:srgbClr val="47439B"/>
          </a:solidFill>
        </p:spPr>
        <p:txBody>
          <a:bodyPr wrap="square" lIns="216000" tIns="0" bIns="0" anchor="ctr">
            <a:noAutofit/>
          </a:bodyPr>
          <a:lstStyle>
            <a:lvl1pPr marL="171450" marR="0" indent="-171450" algn="l" defTabSz="914400" rtl="0" eaLnBrk="1" fontAlgn="auto" latinLnBrk="0" hangingPunct="1">
              <a:lnSpc>
                <a:spcPts val="1900"/>
              </a:lnSpc>
              <a:spcBef>
                <a:spcPts val="1000"/>
              </a:spcBef>
              <a:spcAft>
                <a:spcPts val="0"/>
              </a:spcAft>
              <a:buClr>
                <a:schemeClr val="bg1"/>
              </a:buClr>
              <a:buSzTx/>
              <a:buFont typeface="Cambria" panose="02040503050406030204" pitchFamily="18" charset="0"/>
              <a:buChar char="→"/>
              <a:tabLst/>
              <a:defRPr sz="1400">
                <a:solidFill>
                  <a:schemeClr val="bg1"/>
                </a:solidFill>
                <a:latin typeface="+mj-lt"/>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endParaRPr lang="es-ES" dirty="0"/>
          </a:p>
          <a:p>
            <a:pPr marL="171450" marR="0" lvl="0" indent="-171450" algn="l" defTabSz="914400" rtl="0" eaLnBrk="1" fontAlgn="auto" latinLnBrk="0" hangingPunct="1">
              <a:lnSpc>
                <a:spcPts val="1900"/>
              </a:lnSpc>
              <a:spcBef>
                <a:spcPts val="1000"/>
              </a:spcBef>
              <a:spcAft>
                <a:spcPts val="0"/>
              </a:spcAft>
              <a:buClr>
                <a:schemeClr val="bg1"/>
              </a:buClr>
              <a:buSzTx/>
              <a:buFont typeface="Cambria" panose="02040503050406030204" pitchFamily="18" charset="0"/>
              <a:buChar char="→"/>
              <a:tabLst/>
              <a:defRPr/>
            </a:pPr>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endParaRPr lang="es-ES" dirty="0"/>
          </a:p>
        </p:txBody>
      </p:sp>
      <p:sp>
        <p:nvSpPr>
          <p:cNvPr id="15" name="Marcador de posición de imagen 4">
            <a:extLst>
              <a:ext uri="{FF2B5EF4-FFF2-40B4-BE49-F238E27FC236}">
                <a16:creationId xmlns:a16="http://schemas.microsoft.com/office/drawing/2014/main" id="{750CD212-A17B-4EEB-ADCA-F364EE898602}"/>
              </a:ext>
            </a:extLst>
          </p:cNvPr>
          <p:cNvSpPr>
            <a:spLocks noGrp="1"/>
          </p:cNvSpPr>
          <p:nvPr>
            <p:ph type="pic" sz="quarter" idx="12" hasCustomPrompt="1"/>
          </p:nvPr>
        </p:nvSpPr>
        <p:spPr>
          <a:xfrm>
            <a:off x="2100263" y="3464803"/>
            <a:ext cx="973690" cy="974559"/>
          </a:xfrm>
          <a:prstGeom prst="ellipse">
            <a:avLst/>
          </a:prstGeom>
          <a:ln w="15875" cap="rnd">
            <a:noFill/>
            <a:prstDash val="sysDot"/>
          </a:ln>
        </p:spPr>
        <p:txBody>
          <a:bodyPr anchor="ctr"/>
          <a:lstStyle>
            <a:lvl1pPr marL="0" indent="0" algn="ctr">
              <a:buNone/>
              <a:defRPr sz="1100" b="0">
                <a:solidFill>
                  <a:schemeClr val="tx1"/>
                </a:solidFill>
                <a:latin typeface="+mj-lt"/>
              </a:defRPr>
            </a:lvl1pPr>
          </a:lstStyle>
          <a:p>
            <a:r>
              <a:rPr lang="es-CL" dirty="0"/>
              <a:t>Espacio para icono o imagen</a:t>
            </a:r>
          </a:p>
        </p:txBody>
      </p:sp>
      <p:sp>
        <p:nvSpPr>
          <p:cNvPr id="109" name="Marcador de texto 2">
            <a:extLst>
              <a:ext uri="{FF2B5EF4-FFF2-40B4-BE49-F238E27FC236}">
                <a16:creationId xmlns:a16="http://schemas.microsoft.com/office/drawing/2014/main" id="{B2BD3264-5755-4587-A5A6-20D71589BB3D}"/>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11" name="Marcador de texto 2">
            <a:extLst>
              <a:ext uri="{FF2B5EF4-FFF2-40B4-BE49-F238E27FC236}">
                <a16:creationId xmlns:a16="http://schemas.microsoft.com/office/drawing/2014/main" id="{51053114-08A5-47F0-8597-CC7E7EAAACAC}"/>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112" name="Conector recto 111">
            <a:extLst>
              <a:ext uri="{FF2B5EF4-FFF2-40B4-BE49-F238E27FC236}">
                <a16:creationId xmlns:a16="http://schemas.microsoft.com/office/drawing/2014/main" id="{B9AAD98F-2599-46B5-91A3-70C3ABDBCA08}"/>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179" name="Marcador de texto 2">
            <a:extLst>
              <a:ext uri="{FF2B5EF4-FFF2-40B4-BE49-F238E27FC236}">
                <a16:creationId xmlns:a16="http://schemas.microsoft.com/office/drawing/2014/main" id="{0216A025-CDAB-44CF-8C5B-05FF34B1C0CC}"/>
              </a:ext>
            </a:extLst>
          </p:cNvPr>
          <p:cNvSpPr>
            <a:spLocks noGrp="1"/>
          </p:cNvSpPr>
          <p:nvPr>
            <p:ph type="body" sz="quarter" idx="21" hasCustomPrompt="1"/>
          </p:nvPr>
        </p:nvSpPr>
        <p:spPr>
          <a:xfrm>
            <a:off x="2434678" y="854586"/>
            <a:ext cx="364010" cy="282235"/>
          </a:xfrm>
          <a:prstGeom prst="rect">
            <a:avLst/>
          </a:prstGeom>
        </p:spPr>
        <p:txBody>
          <a:bodyPr/>
          <a:lstStyle>
            <a:lvl1pPr marL="0" indent="0">
              <a:lnSpc>
                <a:spcPct val="100000"/>
              </a:lnSpc>
              <a:buNone/>
              <a:defRPr sz="10000" b="1" u="none" strike="noStrike" spc="300" baseline="0">
                <a:solidFill>
                  <a:schemeClr val="tx2">
                    <a:lumMod val="20000"/>
                    <a:lumOff val="80000"/>
                  </a:schemeClr>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a:t>
            </a:r>
            <a:endParaRPr lang="es-CL" dirty="0"/>
          </a:p>
        </p:txBody>
      </p:sp>
      <p:sp>
        <p:nvSpPr>
          <p:cNvPr id="180" name="Marcador de texto 2">
            <a:extLst>
              <a:ext uri="{FF2B5EF4-FFF2-40B4-BE49-F238E27FC236}">
                <a16:creationId xmlns:a16="http://schemas.microsoft.com/office/drawing/2014/main" id="{79010D02-5C43-4AE4-AFA6-2D3D9A91EED6}"/>
              </a:ext>
            </a:extLst>
          </p:cNvPr>
          <p:cNvSpPr>
            <a:spLocks noGrp="1"/>
          </p:cNvSpPr>
          <p:nvPr>
            <p:ph type="body" sz="quarter" idx="22" hasCustomPrompt="1"/>
          </p:nvPr>
        </p:nvSpPr>
        <p:spPr>
          <a:xfrm rot="10800000">
            <a:off x="10352482" y="3178569"/>
            <a:ext cx="364010" cy="282235"/>
          </a:xfrm>
          <a:prstGeom prst="rect">
            <a:avLst/>
          </a:prstGeom>
        </p:spPr>
        <p:txBody>
          <a:bodyPr/>
          <a:lstStyle>
            <a:lvl1pPr marL="0" indent="0">
              <a:lnSpc>
                <a:spcPct val="100000"/>
              </a:lnSpc>
              <a:buNone/>
              <a:defRPr sz="10000" b="1" u="none" strike="noStrike" spc="300" baseline="0">
                <a:solidFill>
                  <a:schemeClr val="tx2">
                    <a:lumMod val="20000"/>
                    <a:lumOff val="80000"/>
                  </a:schemeClr>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a:t>
            </a:r>
            <a:endParaRPr lang="es-CL" dirty="0"/>
          </a:p>
        </p:txBody>
      </p:sp>
      <p:sp>
        <p:nvSpPr>
          <p:cNvPr id="181" name="Marcador de texto 2">
            <a:extLst>
              <a:ext uri="{FF2B5EF4-FFF2-40B4-BE49-F238E27FC236}">
                <a16:creationId xmlns:a16="http://schemas.microsoft.com/office/drawing/2014/main" id="{3A89926B-4C27-4478-97B2-E6A21B112BC5}"/>
              </a:ext>
            </a:extLst>
          </p:cNvPr>
          <p:cNvSpPr>
            <a:spLocks noGrp="1"/>
          </p:cNvSpPr>
          <p:nvPr>
            <p:ph type="body" sz="quarter" idx="26" hasCustomPrompt="1"/>
          </p:nvPr>
        </p:nvSpPr>
        <p:spPr>
          <a:xfrm>
            <a:off x="3256705" y="1374095"/>
            <a:ext cx="6698049" cy="1644278"/>
          </a:xfrm>
          <a:prstGeom prst="rect">
            <a:avLst/>
          </a:prstGeom>
        </p:spPr>
        <p:txBody>
          <a:bodyPr/>
          <a:lstStyle>
            <a:lvl1pPr marL="0" indent="0" algn="just">
              <a:lnSpc>
                <a:spcPts val="2500"/>
              </a:lnSpc>
              <a:buNone/>
              <a:defRPr sz="1600">
                <a:solidFill>
                  <a:schemeClr val="tx2"/>
                </a:solidFill>
                <a:latin typeface="+mj-lt"/>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a:t>
            </a:r>
            <a:r>
              <a:rPr lang="es-ES" dirty="0" err="1"/>
              <a:t>potenti</a:t>
            </a:r>
            <a:r>
              <a:rPr lang="es-ES" dirty="0"/>
              <a:t> </a:t>
            </a:r>
            <a:r>
              <a:rPr lang="es-ES" dirty="0" err="1"/>
              <a:t>tristique</a:t>
            </a:r>
            <a:r>
              <a:rPr lang="es-ES" dirty="0"/>
              <a:t>. </a:t>
            </a:r>
            <a:r>
              <a:rPr lang="es-ES" dirty="0" err="1"/>
              <a:t>Litora</a:t>
            </a:r>
            <a:r>
              <a:rPr lang="es-ES" dirty="0"/>
              <a:t> ad</a:t>
            </a:r>
          </a:p>
        </p:txBody>
      </p:sp>
      <p:sp>
        <p:nvSpPr>
          <p:cNvPr id="182" name="Marcador de número de diapositiva 70">
            <a:extLst>
              <a:ext uri="{FF2B5EF4-FFF2-40B4-BE49-F238E27FC236}">
                <a16:creationId xmlns:a16="http://schemas.microsoft.com/office/drawing/2014/main" id="{AB43DBFC-893D-40FD-9824-3AC666F06E0C}"/>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‹Nº›</a:t>
            </a:fld>
            <a:endParaRPr lang="es-CL"/>
          </a:p>
        </p:txBody>
      </p:sp>
    </p:spTree>
    <p:extLst>
      <p:ext uri="{BB962C8B-B14F-4D97-AF65-F5344CB8AC3E}">
        <p14:creationId xmlns:p14="http://schemas.microsoft.com/office/powerpoint/2010/main" val="3326866381"/>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9_Pilares Estratégicos">
    <p:bg>
      <p:bgPr>
        <a:solidFill>
          <a:schemeClr val="bg1"/>
        </a:solidFill>
        <a:effectLst/>
      </p:bgPr>
    </p:bg>
    <p:spTree>
      <p:nvGrpSpPr>
        <p:cNvPr id="1" name=""/>
        <p:cNvGrpSpPr/>
        <p:nvPr/>
      </p:nvGrpSpPr>
      <p:grpSpPr>
        <a:xfrm>
          <a:off x="0" y="0"/>
          <a:ext cx="0" cy="0"/>
          <a:chOff x="0" y="0"/>
          <a:chExt cx="0" cy="0"/>
        </a:xfrm>
      </p:grpSpPr>
      <p:pic>
        <p:nvPicPr>
          <p:cNvPr id="50" name="Imagen 49">
            <a:extLst>
              <a:ext uri="{FF2B5EF4-FFF2-40B4-BE49-F238E27FC236}">
                <a16:creationId xmlns:a16="http://schemas.microsoft.com/office/drawing/2014/main" id="{41CCAF33-B12B-41A0-BE5D-59B4A0685FB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0"/>
            <a:ext cx="1611517" cy="6858000"/>
          </a:xfrm>
          <a:prstGeom prst="rect">
            <a:avLst/>
          </a:prstGeom>
        </p:spPr>
      </p:pic>
      <p:grpSp>
        <p:nvGrpSpPr>
          <p:cNvPr id="115" name="Grupo 114">
            <a:extLst>
              <a:ext uri="{FF2B5EF4-FFF2-40B4-BE49-F238E27FC236}">
                <a16:creationId xmlns:a16="http://schemas.microsoft.com/office/drawing/2014/main" id="{69FB7E18-2CC0-4582-BB3E-EB95B0A22D4A}"/>
              </a:ext>
            </a:extLst>
          </p:cNvPr>
          <p:cNvGrpSpPr/>
          <p:nvPr userDrawn="1"/>
        </p:nvGrpSpPr>
        <p:grpSpPr>
          <a:xfrm>
            <a:off x="260637" y="160236"/>
            <a:ext cx="1086071" cy="910924"/>
            <a:chOff x="137601" y="239283"/>
            <a:chExt cx="897579" cy="752830"/>
          </a:xfrm>
          <a:solidFill>
            <a:schemeClr val="bg2"/>
          </a:solidFill>
        </p:grpSpPr>
        <p:sp>
          <p:nvSpPr>
            <p:cNvPr id="116" name="Freeform 109">
              <a:extLst>
                <a:ext uri="{FF2B5EF4-FFF2-40B4-BE49-F238E27FC236}">
                  <a16:creationId xmlns:a16="http://schemas.microsoft.com/office/drawing/2014/main" id="{0BBB06D9-59F1-4BFB-945C-66DABEEF22C6}"/>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7" name="Freeform 110">
              <a:extLst>
                <a:ext uri="{FF2B5EF4-FFF2-40B4-BE49-F238E27FC236}">
                  <a16:creationId xmlns:a16="http://schemas.microsoft.com/office/drawing/2014/main" id="{0F012B7F-41EC-4C40-8471-E3E70586E29F}"/>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118" name="Grupo 117">
              <a:extLst>
                <a:ext uri="{FF2B5EF4-FFF2-40B4-BE49-F238E27FC236}">
                  <a16:creationId xmlns:a16="http://schemas.microsoft.com/office/drawing/2014/main" id="{12B08E2C-EF48-48B3-AFE0-4384241ED33F}"/>
                </a:ext>
              </a:extLst>
            </p:cNvPr>
            <p:cNvGrpSpPr/>
            <p:nvPr userDrawn="1"/>
          </p:nvGrpSpPr>
          <p:grpSpPr>
            <a:xfrm>
              <a:off x="137601" y="474669"/>
              <a:ext cx="897579" cy="326700"/>
              <a:chOff x="137601" y="474669"/>
              <a:chExt cx="897579" cy="326700"/>
            </a:xfrm>
            <a:grpFill/>
          </p:grpSpPr>
          <p:sp>
            <p:nvSpPr>
              <p:cNvPr id="129" name="Freeform 111">
                <a:extLst>
                  <a:ext uri="{FF2B5EF4-FFF2-40B4-BE49-F238E27FC236}">
                    <a16:creationId xmlns:a16="http://schemas.microsoft.com/office/drawing/2014/main" id="{B5E4CC2E-DE7D-42AD-9E4A-A902C09DBA7D}"/>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0" name="Freeform 112">
                <a:extLst>
                  <a:ext uri="{FF2B5EF4-FFF2-40B4-BE49-F238E27FC236}">
                    <a16:creationId xmlns:a16="http://schemas.microsoft.com/office/drawing/2014/main" id="{2692FD56-B5F7-4768-87B4-595A81CED913}"/>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1" name="Freeform 113">
                <a:extLst>
                  <a:ext uri="{FF2B5EF4-FFF2-40B4-BE49-F238E27FC236}">
                    <a16:creationId xmlns:a16="http://schemas.microsoft.com/office/drawing/2014/main" id="{6C97D8FA-1746-4CB1-8A90-B1FE8CCB3449}"/>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2" name="Freeform 114">
                <a:extLst>
                  <a:ext uri="{FF2B5EF4-FFF2-40B4-BE49-F238E27FC236}">
                    <a16:creationId xmlns:a16="http://schemas.microsoft.com/office/drawing/2014/main" id="{08629C8E-EBB9-4B50-A58D-89FE362918ED}"/>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3" name="Freeform 115">
                <a:extLst>
                  <a:ext uri="{FF2B5EF4-FFF2-40B4-BE49-F238E27FC236}">
                    <a16:creationId xmlns:a16="http://schemas.microsoft.com/office/drawing/2014/main" id="{2E9BAC52-F18C-4AEE-98E6-06F0B8C4C878}"/>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4" name="Freeform 116">
                <a:extLst>
                  <a:ext uri="{FF2B5EF4-FFF2-40B4-BE49-F238E27FC236}">
                    <a16:creationId xmlns:a16="http://schemas.microsoft.com/office/drawing/2014/main" id="{A3A9D0A5-FD47-4C6E-973C-140AD6F1F9D4}"/>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5" name="Freeform 117">
                <a:extLst>
                  <a:ext uri="{FF2B5EF4-FFF2-40B4-BE49-F238E27FC236}">
                    <a16:creationId xmlns:a16="http://schemas.microsoft.com/office/drawing/2014/main" id="{FEDE020E-92DA-4EBA-8234-89F5092261DD}"/>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6" name="Freeform 118">
                <a:extLst>
                  <a:ext uri="{FF2B5EF4-FFF2-40B4-BE49-F238E27FC236}">
                    <a16:creationId xmlns:a16="http://schemas.microsoft.com/office/drawing/2014/main" id="{BBF5AD13-0A6A-47B9-A246-B9FC221AD931}"/>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7" name="Freeform 119">
                <a:extLst>
                  <a:ext uri="{FF2B5EF4-FFF2-40B4-BE49-F238E27FC236}">
                    <a16:creationId xmlns:a16="http://schemas.microsoft.com/office/drawing/2014/main" id="{C96ED675-5431-4A62-93EC-08F86C2246A4}"/>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8" name="Freeform 120">
                <a:extLst>
                  <a:ext uri="{FF2B5EF4-FFF2-40B4-BE49-F238E27FC236}">
                    <a16:creationId xmlns:a16="http://schemas.microsoft.com/office/drawing/2014/main" id="{6D2B9CFA-8DED-4E3B-93E6-F115AE4A5378}"/>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2" name="Freeform 121">
                <a:extLst>
                  <a:ext uri="{FF2B5EF4-FFF2-40B4-BE49-F238E27FC236}">
                    <a16:creationId xmlns:a16="http://schemas.microsoft.com/office/drawing/2014/main" id="{10268280-107C-4BCF-BD39-55AEA9F8F880}"/>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3" name="Freeform 122">
                <a:extLst>
                  <a:ext uri="{FF2B5EF4-FFF2-40B4-BE49-F238E27FC236}">
                    <a16:creationId xmlns:a16="http://schemas.microsoft.com/office/drawing/2014/main" id="{EFD7C7F8-0DF2-4E04-AE67-BAD217E36861}"/>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4" name="Freeform 123">
                <a:extLst>
                  <a:ext uri="{FF2B5EF4-FFF2-40B4-BE49-F238E27FC236}">
                    <a16:creationId xmlns:a16="http://schemas.microsoft.com/office/drawing/2014/main" id="{B03F6D32-4961-4430-8EB4-9E85001ABC20}"/>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5" name="Freeform 124">
                <a:extLst>
                  <a:ext uri="{FF2B5EF4-FFF2-40B4-BE49-F238E27FC236}">
                    <a16:creationId xmlns:a16="http://schemas.microsoft.com/office/drawing/2014/main" id="{B32384A0-C6DB-42D1-BF33-6C71F61844DD}"/>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6" name="Freeform 125">
                <a:extLst>
                  <a:ext uri="{FF2B5EF4-FFF2-40B4-BE49-F238E27FC236}">
                    <a16:creationId xmlns:a16="http://schemas.microsoft.com/office/drawing/2014/main" id="{9E0D9B83-F644-4248-9F16-C9B77D7C556E}"/>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7" name="Freeform 126">
                <a:extLst>
                  <a:ext uri="{FF2B5EF4-FFF2-40B4-BE49-F238E27FC236}">
                    <a16:creationId xmlns:a16="http://schemas.microsoft.com/office/drawing/2014/main" id="{D6C63950-71AE-4468-BC43-29ECE4985546}"/>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8" name="Freeform 127">
                <a:extLst>
                  <a:ext uri="{FF2B5EF4-FFF2-40B4-BE49-F238E27FC236}">
                    <a16:creationId xmlns:a16="http://schemas.microsoft.com/office/drawing/2014/main" id="{A85C9A0E-5DF7-4CFF-BC57-1D1EFDCB28C8}"/>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19" name="Freeform 128">
              <a:extLst>
                <a:ext uri="{FF2B5EF4-FFF2-40B4-BE49-F238E27FC236}">
                  <a16:creationId xmlns:a16="http://schemas.microsoft.com/office/drawing/2014/main" id="{2E1B7B9E-A73F-45FF-9CC5-D3B098C29E56}"/>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0" name="Freeform 129">
              <a:extLst>
                <a:ext uri="{FF2B5EF4-FFF2-40B4-BE49-F238E27FC236}">
                  <a16:creationId xmlns:a16="http://schemas.microsoft.com/office/drawing/2014/main" id="{89993091-DE75-4AD4-9395-5D189EF56B03}"/>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1" name="Freeform 130">
              <a:extLst>
                <a:ext uri="{FF2B5EF4-FFF2-40B4-BE49-F238E27FC236}">
                  <a16:creationId xmlns:a16="http://schemas.microsoft.com/office/drawing/2014/main" id="{56112F76-1E89-4CC3-8996-66E54DF6093D}"/>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2" name="Freeform 131">
              <a:extLst>
                <a:ext uri="{FF2B5EF4-FFF2-40B4-BE49-F238E27FC236}">
                  <a16:creationId xmlns:a16="http://schemas.microsoft.com/office/drawing/2014/main" id="{363F8117-F3EF-4943-896E-4AAC07B83887}"/>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3" name="Freeform 132">
              <a:extLst>
                <a:ext uri="{FF2B5EF4-FFF2-40B4-BE49-F238E27FC236}">
                  <a16:creationId xmlns:a16="http://schemas.microsoft.com/office/drawing/2014/main" id="{71A146AD-5547-4807-967C-155ED0B0D2B7}"/>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4" name="Freeform 133">
              <a:extLst>
                <a:ext uri="{FF2B5EF4-FFF2-40B4-BE49-F238E27FC236}">
                  <a16:creationId xmlns:a16="http://schemas.microsoft.com/office/drawing/2014/main" id="{339F1DC0-ACAB-4539-AC35-B48380C018C6}"/>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5" name="Freeform 134">
              <a:extLst>
                <a:ext uri="{FF2B5EF4-FFF2-40B4-BE49-F238E27FC236}">
                  <a16:creationId xmlns:a16="http://schemas.microsoft.com/office/drawing/2014/main" id="{48EEA41A-EFD8-4B6A-8818-8690B228A04B}"/>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6" name="Freeform 135">
              <a:extLst>
                <a:ext uri="{FF2B5EF4-FFF2-40B4-BE49-F238E27FC236}">
                  <a16:creationId xmlns:a16="http://schemas.microsoft.com/office/drawing/2014/main" id="{79B651CD-7685-4B96-BF7B-BDA356CA2435}"/>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7" name="Freeform 136">
              <a:extLst>
                <a:ext uri="{FF2B5EF4-FFF2-40B4-BE49-F238E27FC236}">
                  <a16:creationId xmlns:a16="http://schemas.microsoft.com/office/drawing/2014/main" id="{D4269548-2D26-4FD7-957D-51F46F9CC73E}"/>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8" name="Freeform 137">
              <a:extLst>
                <a:ext uri="{FF2B5EF4-FFF2-40B4-BE49-F238E27FC236}">
                  <a16:creationId xmlns:a16="http://schemas.microsoft.com/office/drawing/2014/main" id="{D182F85B-E6BE-4F9F-B24A-20C1622184C2}"/>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sp>
        <p:nvSpPr>
          <p:cNvPr id="22" name="Marcador de texto 2">
            <a:extLst>
              <a:ext uri="{FF2B5EF4-FFF2-40B4-BE49-F238E27FC236}">
                <a16:creationId xmlns:a16="http://schemas.microsoft.com/office/drawing/2014/main" id="{CCD70D3C-385C-464C-9F3F-B77A0D74615C}"/>
              </a:ext>
            </a:extLst>
          </p:cNvPr>
          <p:cNvSpPr>
            <a:spLocks noGrp="1"/>
          </p:cNvSpPr>
          <p:nvPr>
            <p:ph type="body" sz="quarter" idx="21" hasCustomPrompt="1"/>
          </p:nvPr>
        </p:nvSpPr>
        <p:spPr>
          <a:xfrm>
            <a:off x="1613070" y="854586"/>
            <a:ext cx="364010" cy="282235"/>
          </a:xfrm>
          <a:prstGeom prst="rect">
            <a:avLst/>
          </a:prstGeom>
        </p:spPr>
        <p:txBody>
          <a:bodyPr/>
          <a:lstStyle>
            <a:lvl1pPr marL="0" indent="0">
              <a:lnSpc>
                <a:spcPct val="100000"/>
              </a:lnSpc>
              <a:buNone/>
              <a:defRPr sz="10000" b="1" u="none" strike="noStrike" spc="300" baseline="0">
                <a:solidFill>
                  <a:schemeClr val="tx2">
                    <a:lumMod val="20000"/>
                    <a:lumOff val="80000"/>
                  </a:schemeClr>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a:t>
            </a:r>
            <a:endParaRPr lang="es-CL" dirty="0"/>
          </a:p>
        </p:txBody>
      </p:sp>
      <p:sp>
        <p:nvSpPr>
          <p:cNvPr id="24" name="Marcador de texto 2">
            <a:extLst>
              <a:ext uri="{FF2B5EF4-FFF2-40B4-BE49-F238E27FC236}">
                <a16:creationId xmlns:a16="http://schemas.microsoft.com/office/drawing/2014/main" id="{80C34C97-1FC4-47C7-A7BF-CC5FFF0FFB5C}"/>
              </a:ext>
            </a:extLst>
          </p:cNvPr>
          <p:cNvSpPr>
            <a:spLocks noGrp="1"/>
          </p:cNvSpPr>
          <p:nvPr>
            <p:ph type="body" sz="quarter" idx="22" hasCustomPrompt="1"/>
          </p:nvPr>
        </p:nvSpPr>
        <p:spPr>
          <a:xfrm rot="10800000">
            <a:off x="9364485" y="3051886"/>
            <a:ext cx="364010" cy="282235"/>
          </a:xfrm>
          <a:prstGeom prst="rect">
            <a:avLst/>
          </a:prstGeom>
        </p:spPr>
        <p:txBody>
          <a:bodyPr/>
          <a:lstStyle>
            <a:lvl1pPr marL="0" indent="0">
              <a:lnSpc>
                <a:spcPct val="100000"/>
              </a:lnSpc>
              <a:buNone/>
              <a:defRPr sz="10000" b="1" u="none" strike="noStrike" spc="300" baseline="0">
                <a:solidFill>
                  <a:schemeClr val="tx2">
                    <a:lumMod val="20000"/>
                    <a:lumOff val="80000"/>
                  </a:schemeClr>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a:t>
            </a:r>
            <a:endParaRPr lang="es-CL" dirty="0"/>
          </a:p>
        </p:txBody>
      </p:sp>
      <p:sp>
        <p:nvSpPr>
          <p:cNvPr id="14" name="Marcador de texto 2">
            <a:extLst>
              <a:ext uri="{FF2B5EF4-FFF2-40B4-BE49-F238E27FC236}">
                <a16:creationId xmlns:a16="http://schemas.microsoft.com/office/drawing/2014/main" id="{66943EA6-3EAC-4D6A-90D1-E6424B1DAF2F}"/>
              </a:ext>
            </a:extLst>
          </p:cNvPr>
          <p:cNvSpPr>
            <a:spLocks noGrp="1"/>
          </p:cNvSpPr>
          <p:nvPr>
            <p:ph type="body" sz="quarter" idx="26" hasCustomPrompt="1"/>
          </p:nvPr>
        </p:nvSpPr>
        <p:spPr>
          <a:xfrm>
            <a:off x="2328859" y="1199284"/>
            <a:ext cx="6698049" cy="1644278"/>
          </a:xfrm>
          <a:prstGeom prst="rect">
            <a:avLst/>
          </a:prstGeom>
        </p:spPr>
        <p:txBody>
          <a:bodyPr/>
          <a:lstStyle>
            <a:lvl1pPr marL="0" indent="0" algn="just">
              <a:lnSpc>
                <a:spcPts val="2500"/>
              </a:lnSpc>
              <a:buNone/>
              <a:defRPr sz="1600">
                <a:solidFill>
                  <a:schemeClr val="tx2"/>
                </a:solidFill>
                <a:latin typeface="+mj-lt"/>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r>
              <a:rPr lang="es-ES" dirty="0"/>
              <a:t> urna </a:t>
            </a:r>
            <a:r>
              <a:rPr lang="es-ES" dirty="0" err="1"/>
              <a:t>laoreet</a:t>
            </a:r>
            <a:r>
              <a:rPr lang="es-ES" dirty="0"/>
              <a:t> </a:t>
            </a:r>
            <a:r>
              <a:rPr lang="es-ES" dirty="0" err="1"/>
              <a:t>accumsan</a:t>
            </a:r>
            <a:r>
              <a:rPr lang="es-ES" dirty="0"/>
              <a:t> </a:t>
            </a:r>
            <a:r>
              <a:rPr lang="es-ES" dirty="0" err="1"/>
              <a:t>eleifend</a:t>
            </a:r>
            <a:r>
              <a:rPr lang="es-ES" dirty="0"/>
              <a:t> </a:t>
            </a:r>
            <a:r>
              <a:rPr lang="es-ES" dirty="0" err="1"/>
              <a:t>mattis</a:t>
            </a:r>
            <a:r>
              <a:rPr lang="es-ES" dirty="0"/>
              <a:t>, </a:t>
            </a:r>
            <a:r>
              <a:rPr lang="es-ES" dirty="0" err="1"/>
              <a:t>aptent</a:t>
            </a:r>
            <a:r>
              <a:rPr lang="es-ES" dirty="0"/>
              <a:t> </a:t>
            </a:r>
            <a:r>
              <a:rPr lang="es-ES" dirty="0" err="1"/>
              <a:t>morbi</a:t>
            </a:r>
            <a:r>
              <a:rPr lang="es-ES" dirty="0"/>
              <a:t> </a:t>
            </a:r>
            <a:r>
              <a:rPr lang="es-ES" dirty="0" err="1"/>
              <a:t>proin</a:t>
            </a:r>
            <a:r>
              <a:rPr lang="es-ES" dirty="0"/>
              <a:t> </a:t>
            </a:r>
            <a:r>
              <a:rPr lang="es-ES" dirty="0" err="1"/>
              <a:t>nisl</a:t>
            </a:r>
            <a:r>
              <a:rPr lang="es-ES" dirty="0"/>
              <a:t> </a:t>
            </a:r>
            <a:r>
              <a:rPr lang="es-ES" dirty="0" err="1"/>
              <a:t>rutrum</a:t>
            </a:r>
            <a:r>
              <a:rPr lang="es-ES" dirty="0"/>
              <a:t> </a:t>
            </a:r>
            <a:r>
              <a:rPr lang="es-ES" dirty="0" err="1"/>
              <a:t>maecenas</a:t>
            </a:r>
            <a:r>
              <a:rPr lang="es-ES" dirty="0"/>
              <a:t>. Nunc </a:t>
            </a:r>
            <a:r>
              <a:rPr lang="es-ES" dirty="0" err="1"/>
              <a:t>dignissim</a:t>
            </a:r>
            <a:r>
              <a:rPr lang="es-ES" dirty="0"/>
              <a:t> </a:t>
            </a:r>
            <a:r>
              <a:rPr lang="es-ES" dirty="0" err="1"/>
              <a:t>proin</a:t>
            </a:r>
            <a:r>
              <a:rPr lang="es-ES" dirty="0"/>
              <a:t> </a:t>
            </a:r>
            <a:r>
              <a:rPr lang="es-ES" dirty="0" err="1"/>
              <a:t>fames</a:t>
            </a:r>
            <a:r>
              <a:rPr lang="es-ES" dirty="0"/>
              <a:t> </a:t>
            </a:r>
            <a:r>
              <a:rPr lang="es-ES" dirty="0" err="1"/>
              <a:t>lobortis</a:t>
            </a:r>
            <a:r>
              <a:rPr lang="es-ES" dirty="0"/>
              <a:t> </a:t>
            </a:r>
            <a:r>
              <a:rPr lang="es-ES" dirty="0" err="1"/>
              <a:t>massa</a:t>
            </a:r>
            <a:r>
              <a:rPr lang="es-ES" dirty="0"/>
              <a:t> </a:t>
            </a:r>
            <a:r>
              <a:rPr lang="es-ES" dirty="0" err="1"/>
              <a:t>iaculis</a:t>
            </a:r>
            <a:r>
              <a:rPr lang="es-ES" dirty="0"/>
              <a:t> </a:t>
            </a:r>
            <a:r>
              <a:rPr lang="es-ES" dirty="0" err="1"/>
              <a:t>pretium</a:t>
            </a:r>
            <a:r>
              <a:rPr lang="es-ES" dirty="0"/>
              <a:t> </a:t>
            </a:r>
            <a:r>
              <a:rPr lang="es-ES" dirty="0" err="1"/>
              <a:t>bibendum</a:t>
            </a:r>
            <a:r>
              <a:rPr lang="es-ES" dirty="0"/>
              <a:t>, </a:t>
            </a:r>
            <a:r>
              <a:rPr lang="es-ES" dirty="0" err="1"/>
              <a:t>dapibus</a:t>
            </a:r>
            <a:r>
              <a:rPr lang="es-ES" dirty="0"/>
              <a:t> </a:t>
            </a:r>
            <a:r>
              <a:rPr lang="es-ES" dirty="0" err="1"/>
              <a:t>fusce</a:t>
            </a:r>
            <a:r>
              <a:rPr lang="es-ES" dirty="0"/>
              <a:t> </a:t>
            </a:r>
            <a:r>
              <a:rPr lang="es-ES" dirty="0" err="1"/>
              <a:t>himenaeos</a:t>
            </a:r>
            <a:r>
              <a:rPr lang="es-ES" dirty="0"/>
              <a:t> </a:t>
            </a:r>
            <a:r>
              <a:rPr lang="es-ES" dirty="0" err="1"/>
              <a:t>enim</a:t>
            </a:r>
            <a:r>
              <a:rPr lang="es-ES" dirty="0"/>
              <a:t> </a:t>
            </a:r>
            <a:r>
              <a:rPr lang="es-ES" dirty="0" err="1"/>
              <a:t>dictum</a:t>
            </a:r>
            <a:r>
              <a:rPr lang="es-ES" dirty="0"/>
              <a:t> </a:t>
            </a:r>
            <a:r>
              <a:rPr lang="es-ES" dirty="0" err="1"/>
              <a:t>mattis</a:t>
            </a:r>
            <a:r>
              <a:rPr lang="es-ES" dirty="0"/>
              <a:t> </a:t>
            </a:r>
            <a:r>
              <a:rPr lang="es-ES" dirty="0" err="1"/>
              <a:t>eleifend</a:t>
            </a:r>
            <a:r>
              <a:rPr lang="es-ES" dirty="0"/>
              <a:t>, ante mauris </a:t>
            </a:r>
            <a:r>
              <a:rPr lang="es-ES" dirty="0" err="1"/>
              <a:t>sagittis</a:t>
            </a:r>
            <a:r>
              <a:rPr lang="es-ES" dirty="0"/>
              <a:t> per ut </a:t>
            </a:r>
            <a:r>
              <a:rPr lang="es-ES" dirty="0" err="1"/>
              <a:t>potenti</a:t>
            </a:r>
            <a:r>
              <a:rPr lang="es-ES" dirty="0"/>
              <a:t> </a:t>
            </a:r>
            <a:r>
              <a:rPr lang="es-ES" dirty="0" err="1"/>
              <a:t>tristique</a:t>
            </a:r>
            <a:r>
              <a:rPr lang="es-ES" dirty="0"/>
              <a:t>. </a:t>
            </a:r>
            <a:r>
              <a:rPr lang="es-ES" dirty="0" err="1"/>
              <a:t>Litora</a:t>
            </a:r>
            <a:r>
              <a:rPr lang="es-ES" dirty="0"/>
              <a:t> ad</a:t>
            </a:r>
          </a:p>
        </p:txBody>
      </p:sp>
      <p:sp>
        <p:nvSpPr>
          <p:cNvPr id="17" name="Marcador de texto 2">
            <a:extLst>
              <a:ext uri="{FF2B5EF4-FFF2-40B4-BE49-F238E27FC236}">
                <a16:creationId xmlns:a16="http://schemas.microsoft.com/office/drawing/2014/main" id="{7827B509-9FB3-4319-BA15-715037A2D409}"/>
              </a:ext>
            </a:extLst>
          </p:cNvPr>
          <p:cNvSpPr>
            <a:spLocks noGrp="1"/>
          </p:cNvSpPr>
          <p:nvPr>
            <p:ph type="body" sz="quarter" idx="27" hasCustomPrompt="1"/>
          </p:nvPr>
        </p:nvSpPr>
        <p:spPr>
          <a:xfrm>
            <a:off x="3135656" y="3393005"/>
            <a:ext cx="3200401" cy="1324635"/>
          </a:xfrm>
          <a:prstGeom prst="roundRect">
            <a:avLst>
              <a:gd name="adj" fmla="val 9122"/>
            </a:avLst>
          </a:prstGeom>
          <a:solidFill>
            <a:schemeClr val="accent5"/>
          </a:solidFill>
        </p:spPr>
        <p:txBody>
          <a:bodyPr wrap="square" lIns="216000" tIns="0" bIns="0" anchor="ctr">
            <a:noAutofit/>
          </a:bodyPr>
          <a:lstStyle>
            <a:lvl1pPr marL="171450" marR="0" indent="-171450" algn="l" defTabSz="914400" rtl="0" eaLnBrk="1" fontAlgn="auto" latinLnBrk="0" hangingPunct="1">
              <a:lnSpc>
                <a:spcPts val="1900"/>
              </a:lnSpc>
              <a:spcBef>
                <a:spcPts val="1000"/>
              </a:spcBef>
              <a:spcAft>
                <a:spcPts val="0"/>
              </a:spcAft>
              <a:buClr>
                <a:schemeClr val="bg1"/>
              </a:buClr>
              <a:buSzTx/>
              <a:buFont typeface="Cambria" panose="02040503050406030204" pitchFamily="18" charset="0"/>
              <a:buChar char="→"/>
              <a:tabLst/>
              <a:defRPr lang="es-ES" sz="1400" kern="1200" dirty="0" smtClean="0">
                <a:solidFill>
                  <a:schemeClr val="bg1"/>
                </a:solidFill>
                <a:latin typeface="+mj-lt"/>
                <a:ea typeface="+mn-ea"/>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endParaRPr lang="es-ES" dirty="0"/>
          </a:p>
        </p:txBody>
      </p:sp>
      <p:sp>
        <p:nvSpPr>
          <p:cNvPr id="15" name="Marcador de posición de imagen 4">
            <a:extLst>
              <a:ext uri="{FF2B5EF4-FFF2-40B4-BE49-F238E27FC236}">
                <a16:creationId xmlns:a16="http://schemas.microsoft.com/office/drawing/2014/main" id="{750CD212-A17B-4EEB-ADCA-F364EE898602}"/>
              </a:ext>
            </a:extLst>
          </p:cNvPr>
          <p:cNvSpPr>
            <a:spLocks noGrp="1"/>
          </p:cNvSpPr>
          <p:nvPr>
            <p:ph type="pic" sz="quarter" idx="12" hasCustomPrompt="1"/>
          </p:nvPr>
        </p:nvSpPr>
        <p:spPr>
          <a:xfrm>
            <a:off x="2100263" y="3573755"/>
            <a:ext cx="973690" cy="974559"/>
          </a:xfrm>
          <a:prstGeom prst="ellipse">
            <a:avLst/>
          </a:prstGeom>
          <a:ln w="15875" cap="rnd">
            <a:noFill/>
            <a:prstDash val="sysDot"/>
          </a:ln>
        </p:spPr>
        <p:txBody>
          <a:bodyPr anchor="ctr"/>
          <a:lstStyle>
            <a:lvl1pPr marL="0" indent="0" algn="ctr">
              <a:buNone/>
              <a:defRPr sz="1100" b="0">
                <a:solidFill>
                  <a:schemeClr val="tx1"/>
                </a:solidFill>
                <a:latin typeface="+mj-lt"/>
              </a:defRPr>
            </a:lvl1pPr>
          </a:lstStyle>
          <a:p>
            <a:r>
              <a:rPr lang="es-CL" dirty="0"/>
              <a:t>Espacio para icono o imagen</a:t>
            </a:r>
          </a:p>
        </p:txBody>
      </p:sp>
      <p:sp>
        <p:nvSpPr>
          <p:cNvPr id="109" name="Marcador de texto 2">
            <a:extLst>
              <a:ext uri="{FF2B5EF4-FFF2-40B4-BE49-F238E27FC236}">
                <a16:creationId xmlns:a16="http://schemas.microsoft.com/office/drawing/2014/main" id="{B2BD3264-5755-4587-A5A6-20D71589BB3D}"/>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11" name="Marcador de texto 2">
            <a:extLst>
              <a:ext uri="{FF2B5EF4-FFF2-40B4-BE49-F238E27FC236}">
                <a16:creationId xmlns:a16="http://schemas.microsoft.com/office/drawing/2014/main" id="{51053114-08A5-47F0-8597-CC7E7EAAACAC}"/>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112" name="Conector recto 111">
            <a:extLst>
              <a:ext uri="{FF2B5EF4-FFF2-40B4-BE49-F238E27FC236}">
                <a16:creationId xmlns:a16="http://schemas.microsoft.com/office/drawing/2014/main" id="{B9AAD98F-2599-46B5-91A3-70C3ABDBCA08}"/>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43" name="Marcador de texto 2">
            <a:extLst>
              <a:ext uri="{FF2B5EF4-FFF2-40B4-BE49-F238E27FC236}">
                <a16:creationId xmlns:a16="http://schemas.microsoft.com/office/drawing/2014/main" id="{323444BD-A16C-451B-97A0-6106EC883E17}"/>
              </a:ext>
            </a:extLst>
          </p:cNvPr>
          <p:cNvSpPr>
            <a:spLocks noGrp="1"/>
          </p:cNvSpPr>
          <p:nvPr>
            <p:ph type="body" sz="quarter" idx="28" hasCustomPrompt="1"/>
          </p:nvPr>
        </p:nvSpPr>
        <p:spPr>
          <a:xfrm>
            <a:off x="7863773" y="3393005"/>
            <a:ext cx="3200401" cy="1324635"/>
          </a:xfrm>
          <a:prstGeom prst="roundRect">
            <a:avLst>
              <a:gd name="adj" fmla="val 9122"/>
            </a:avLst>
          </a:prstGeom>
          <a:solidFill>
            <a:schemeClr val="accent4"/>
          </a:solidFill>
        </p:spPr>
        <p:txBody>
          <a:bodyPr wrap="square" lIns="216000" tIns="0" bIns="0" anchor="ctr">
            <a:noAutofit/>
          </a:bodyPr>
          <a:lstStyle>
            <a:lvl1pPr marL="171450" marR="0" indent="-171450" algn="l" defTabSz="914400" rtl="0" eaLnBrk="1" fontAlgn="auto" latinLnBrk="0" hangingPunct="1">
              <a:lnSpc>
                <a:spcPts val="1900"/>
              </a:lnSpc>
              <a:spcBef>
                <a:spcPts val="1000"/>
              </a:spcBef>
              <a:spcAft>
                <a:spcPts val="0"/>
              </a:spcAft>
              <a:buClr>
                <a:schemeClr val="bg1"/>
              </a:buClr>
              <a:buSzTx/>
              <a:buFont typeface="Cambria" panose="02040503050406030204" pitchFamily="18" charset="0"/>
              <a:buChar char="→"/>
              <a:tabLst/>
              <a:defRPr lang="es-ES" sz="1400" kern="1200" dirty="0" smtClean="0">
                <a:solidFill>
                  <a:schemeClr val="bg1"/>
                </a:solidFill>
                <a:latin typeface="+mj-lt"/>
                <a:ea typeface="+mn-ea"/>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endParaRPr lang="es-ES" dirty="0"/>
          </a:p>
        </p:txBody>
      </p:sp>
      <p:sp>
        <p:nvSpPr>
          <p:cNvPr id="44" name="Marcador de posición de imagen 4">
            <a:extLst>
              <a:ext uri="{FF2B5EF4-FFF2-40B4-BE49-F238E27FC236}">
                <a16:creationId xmlns:a16="http://schemas.microsoft.com/office/drawing/2014/main" id="{B2EA0EB3-9206-4C2A-893E-591E4EF14C1D}"/>
              </a:ext>
            </a:extLst>
          </p:cNvPr>
          <p:cNvSpPr>
            <a:spLocks noGrp="1"/>
          </p:cNvSpPr>
          <p:nvPr>
            <p:ph type="pic" sz="quarter" idx="29" hasCustomPrompt="1"/>
          </p:nvPr>
        </p:nvSpPr>
        <p:spPr>
          <a:xfrm>
            <a:off x="6828380" y="3573755"/>
            <a:ext cx="973690" cy="974559"/>
          </a:xfrm>
          <a:prstGeom prst="ellipse">
            <a:avLst/>
          </a:prstGeom>
          <a:ln w="15875" cap="rnd">
            <a:noFill/>
            <a:prstDash val="sysDot"/>
          </a:ln>
        </p:spPr>
        <p:txBody>
          <a:bodyPr anchor="ctr"/>
          <a:lstStyle>
            <a:lvl1pPr marL="0" indent="0" algn="ctr">
              <a:buNone/>
              <a:defRPr sz="1100" b="0">
                <a:solidFill>
                  <a:schemeClr val="tx1"/>
                </a:solidFill>
                <a:latin typeface="+mj-lt"/>
              </a:defRPr>
            </a:lvl1pPr>
          </a:lstStyle>
          <a:p>
            <a:r>
              <a:rPr lang="es-CL" dirty="0"/>
              <a:t>Espacio para icono o imagen</a:t>
            </a:r>
          </a:p>
        </p:txBody>
      </p:sp>
      <p:sp>
        <p:nvSpPr>
          <p:cNvPr id="45" name="Marcador de texto 2">
            <a:extLst>
              <a:ext uri="{FF2B5EF4-FFF2-40B4-BE49-F238E27FC236}">
                <a16:creationId xmlns:a16="http://schemas.microsoft.com/office/drawing/2014/main" id="{3C626FD5-5249-45AD-9D3A-D8CB7C7B39EB}"/>
              </a:ext>
            </a:extLst>
          </p:cNvPr>
          <p:cNvSpPr>
            <a:spLocks noGrp="1"/>
          </p:cNvSpPr>
          <p:nvPr>
            <p:ph type="body" sz="quarter" idx="30" hasCustomPrompt="1"/>
          </p:nvPr>
        </p:nvSpPr>
        <p:spPr>
          <a:xfrm>
            <a:off x="3135656" y="4943025"/>
            <a:ext cx="3200401" cy="1324635"/>
          </a:xfrm>
          <a:prstGeom prst="roundRect">
            <a:avLst>
              <a:gd name="adj" fmla="val 9122"/>
            </a:avLst>
          </a:prstGeom>
          <a:solidFill>
            <a:schemeClr val="accent2"/>
          </a:solidFill>
        </p:spPr>
        <p:txBody>
          <a:bodyPr wrap="square" lIns="216000" tIns="0" bIns="0" anchor="ctr">
            <a:noAutofit/>
          </a:bodyPr>
          <a:lstStyle>
            <a:lvl1pPr marL="171450" marR="0" indent="-171450" algn="l" defTabSz="914400" rtl="0" eaLnBrk="1" fontAlgn="auto" latinLnBrk="0" hangingPunct="1">
              <a:lnSpc>
                <a:spcPts val="1900"/>
              </a:lnSpc>
              <a:spcBef>
                <a:spcPts val="1000"/>
              </a:spcBef>
              <a:spcAft>
                <a:spcPts val="0"/>
              </a:spcAft>
              <a:buClr>
                <a:schemeClr val="bg1"/>
              </a:buClr>
              <a:buSzTx/>
              <a:buFont typeface="Cambria" panose="02040503050406030204" pitchFamily="18" charset="0"/>
              <a:buChar char="→"/>
              <a:tabLst/>
              <a:defRPr lang="es-ES" sz="1400" kern="1200" dirty="0" smtClean="0">
                <a:solidFill>
                  <a:schemeClr val="bg1"/>
                </a:solidFill>
                <a:latin typeface="+mj-lt"/>
                <a:ea typeface="+mn-ea"/>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endParaRPr lang="es-ES" dirty="0"/>
          </a:p>
        </p:txBody>
      </p:sp>
      <p:sp>
        <p:nvSpPr>
          <p:cNvPr id="46" name="Marcador de posición de imagen 4">
            <a:extLst>
              <a:ext uri="{FF2B5EF4-FFF2-40B4-BE49-F238E27FC236}">
                <a16:creationId xmlns:a16="http://schemas.microsoft.com/office/drawing/2014/main" id="{3D49CB67-1EFB-45C2-B047-21DC963678C7}"/>
              </a:ext>
            </a:extLst>
          </p:cNvPr>
          <p:cNvSpPr>
            <a:spLocks noGrp="1"/>
          </p:cNvSpPr>
          <p:nvPr>
            <p:ph type="pic" sz="quarter" idx="31" hasCustomPrompt="1"/>
          </p:nvPr>
        </p:nvSpPr>
        <p:spPr>
          <a:xfrm>
            <a:off x="2100263" y="5123775"/>
            <a:ext cx="973690" cy="974559"/>
          </a:xfrm>
          <a:prstGeom prst="ellipse">
            <a:avLst/>
          </a:prstGeom>
          <a:ln w="15875" cap="rnd">
            <a:noFill/>
            <a:prstDash val="sysDot"/>
          </a:ln>
        </p:spPr>
        <p:txBody>
          <a:bodyPr anchor="ctr"/>
          <a:lstStyle>
            <a:lvl1pPr marL="0" indent="0" algn="ctr">
              <a:buNone/>
              <a:defRPr sz="1100" b="0">
                <a:solidFill>
                  <a:schemeClr val="tx1"/>
                </a:solidFill>
                <a:latin typeface="+mj-lt"/>
              </a:defRPr>
            </a:lvl1pPr>
          </a:lstStyle>
          <a:p>
            <a:r>
              <a:rPr lang="es-CL" dirty="0"/>
              <a:t>Espacio para icono o imagen</a:t>
            </a:r>
          </a:p>
        </p:txBody>
      </p:sp>
      <p:sp>
        <p:nvSpPr>
          <p:cNvPr id="47" name="Marcador de texto 2">
            <a:extLst>
              <a:ext uri="{FF2B5EF4-FFF2-40B4-BE49-F238E27FC236}">
                <a16:creationId xmlns:a16="http://schemas.microsoft.com/office/drawing/2014/main" id="{76BE6FA6-1C20-452B-AF99-0F5989CAB050}"/>
              </a:ext>
            </a:extLst>
          </p:cNvPr>
          <p:cNvSpPr>
            <a:spLocks noGrp="1"/>
          </p:cNvSpPr>
          <p:nvPr>
            <p:ph type="body" sz="quarter" idx="32" hasCustomPrompt="1"/>
          </p:nvPr>
        </p:nvSpPr>
        <p:spPr>
          <a:xfrm>
            <a:off x="7863773" y="4943025"/>
            <a:ext cx="3200401" cy="1324635"/>
          </a:xfrm>
          <a:prstGeom prst="roundRect">
            <a:avLst>
              <a:gd name="adj" fmla="val 9122"/>
            </a:avLst>
          </a:prstGeom>
          <a:solidFill>
            <a:schemeClr val="accent6"/>
          </a:solidFill>
        </p:spPr>
        <p:txBody>
          <a:bodyPr wrap="square" lIns="216000" tIns="0" bIns="0" anchor="ctr">
            <a:noAutofit/>
          </a:bodyPr>
          <a:lstStyle>
            <a:lvl1pPr marL="171450" marR="0" indent="-171450" algn="l" defTabSz="914400" rtl="0" eaLnBrk="1" fontAlgn="auto" latinLnBrk="0" hangingPunct="1">
              <a:lnSpc>
                <a:spcPts val="1900"/>
              </a:lnSpc>
              <a:spcBef>
                <a:spcPts val="1000"/>
              </a:spcBef>
              <a:spcAft>
                <a:spcPts val="0"/>
              </a:spcAft>
              <a:buClr>
                <a:schemeClr val="bg1"/>
              </a:buClr>
              <a:buSzTx/>
              <a:buFont typeface="Cambria" panose="02040503050406030204" pitchFamily="18" charset="0"/>
              <a:buChar char="→"/>
              <a:tabLst/>
              <a:defRPr lang="es-ES" sz="1400" kern="1200" dirty="0" smtClean="0">
                <a:solidFill>
                  <a:schemeClr val="bg1"/>
                </a:solidFill>
                <a:latin typeface="+mj-lt"/>
                <a:ea typeface="+mn-ea"/>
                <a:cs typeface="Segoe UI" panose="020B0502040204020203" pitchFamily="34" charset="0"/>
              </a:defRPr>
            </a:lvl1pPr>
            <a:lvl2pPr marL="457200" indent="0" algn="l">
              <a:buNone/>
              <a:defRPr sz="1200"/>
            </a:lvl2pPr>
            <a:lvl3pPr marL="914400" indent="0" algn="l">
              <a:buNone/>
              <a:defRPr sz="1200"/>
            </a:lvl3pPr>
            <a:lvl4pPr marL="1371600" indent="0" algn="l">
              <a:buNone/>
              <a:defRPr sz="1200"/>
            </a:lvl4pPr>
            <a:lvl5pPr marL="1828800" indent="0" algn="l">
              <a:buNone/>
              <a:defRPr sz="1200"/>
            </a:lvl5pPr>
          </a:lstStyle>
          <a:p>
            <a:pPr lvl="0"/>
            <a:r>
              <a:rPr lang="es-ES" dirty="0"/>
              <a:t>Lorem ipsum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venenatis</a:t>
            </a:r>
            <a:endParaRPr lang="es-ES" dirty="0"/>
          </a:p>
        </p:txBody>
      </p:sp>
      <p:sp>
        <p:nvSpPr>
          <p:cNvPr id="48" name="Marcador de posición de imagen 4">
            <a:extLst>
              <a:ext uri="{FF2B5EF4-FFF2-40B4-BE49-F238E27FC236}">
                <a16:creationId xmlns:a16="http://schemas.microsoft.com/office/drawing/2014/main" id="{1842295A-0375-4397-ADF0-E3360C59BF17}"/>
              </a:ext>
            </a:extLst>
          </p:cNvPr>
          <p:cNvSpPr>
            <a:spLocks noGrp="1"/>
          </p:cNvSpPr>
          <p:nvPr>
            <p:ph type="pic" sz="quarter" idx="33" hasCustomPrompt="1"/>
          </p:nvPr>
        </p:nvSpPr>
        <p:spPr>
          <a:xfrm>
            <a:off x="6828380" y="5123775"/>
            <a:ext cx="973690" cy="974559"/>
          </a:xfrm>
          <a:prstGeom prst="ellipse">
            <a:avLst/>
          </a:prstGeom>
          <a:ln w="15875" cap="rnd">
            <a:noFill/>
            <a:prstDash val="sysDot"/>
          </a:ln>
        </p:spPr>
        <p:txBody>
          <a:bodyPr anchor="ctr"/>
          <a:lstStyle>
            <a:lvl1pPr marL="0" indent="0" algn="ctr">
              <a:buNone/>
              <a:defRPr sz="1100" b="0">
                <a:solidFill>
                  <a:schemeClr val="tx1"/>
                </a:solidFill>
                <a:latin typeface="+mj-lt"/>
              </a:defRPr>
            </a:lvl1pPr>
          </a:lstStyle>
          <a:p>
            <a:r>
              <a:rPr lang="es-CL" dirty="0"/>
              <a:t>Espacio para icono o imagen</a:t>
            </a:r>
          </a:p>
        </p:txBody>
      </p:sp>
      <p:sp>
        <p:nvSpPr>
          <p:cNvPr id="49" name="Marcador de número de diapositiva 70">
            <a:extLst>
              <a:ext uri="{FF2B5EF4-FFF2-40B4-BE49-F238E27FC236}">
                <a16:creationId xmlns:a16="http://schemas.microsoft.com/office/drawing/2014/main" id="{F3B22BD4-F182-4C31-AF0C-CC9B4278A8E4}"/>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‹Nº›</a:t>
            </a:fld>
            <a:endParaRPr lang="es-CL"/>
          </a:p>
        </p:txBody>
      </p:sp>
    </p:spTree>
    <p:extLst>
      <p:ext uri="{BB962C8B-B14F-4D97-AF65-F5344CB8AC3E}">
        <p14:creationId xmlns:p14="http://schemas.microsoft.com/office/powerpoint/2010/main" val="2380168409"/>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0_Imagen de fondo">
    <p:spTree>
      <p:nvGrpSpPr>
        <p:cNvPr id="1" name=""/>
        <p:cNvGrpSpPr/>
        <p:nvPr/>
      </p:nvGrpSpPr>
      <p:grpSpPr>
        <a:xfrm>
          <a:off x="0" y="0"/>
          <a:ext cx="0" cy="0"/>
          <a:chOff x="0" y="0"/>
          <a:chExt cx="0" cy="0"/>
        </a:xfrm>
      </p:grpSpPr>
      <p:pic>
        <p:nvPicPr>
          <p:cNvPr id="74" name="Marcador de posición de imagen 4">
            <a:extLst>
              <a:ext uri="{FF2B5EF4-FFF2-40B4-BE49-F238E27FC236}">
                <a16:creationId xmlns:a16="http://schemas.microsoft.com/office/drawing/2014/main" id="{5CD1CC22-0D97-46B7-8A7E-B3A3A1A32289}"/>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0" y="0"/>
            <a:ext cx="11947490" cy="6858000"/>
          </a:xfrm>
          <a:prstGeom prst="rect">
            <a:avLst/>
          </a:prstGeom>
        </p:spPr>
      </p:pic>
      <p:grpSp>
        <p:nvGrpSpPr>
          <p:cNvPr id="107" name="Grupo 106">
            <a:extLst>
              <a:ext uri="{FF2B5EF4-FFF2-40B4-BE49-F238E27FC236}">
                <a16:creationId xmlns:a16="http://schemas.microsoft.com/office/drawing/2014/main" id="{499C264E-9083-4F15-BB87-70C68AD2EB93}"/>
              </a:ext>
            </a:extLst>
          </p:cNvPr>
          <p:cNvGrpSpPr/>
          <p:nvPr userDrawn="1"/>
        </p:nvGrpSpPr>
        <p:grpSpPr>
          <a:xfrm>
            <a:off x="260637" y="160236"/>
            <a:ext cx="1086071" cy="910924"/>
            <a:chOff x="137601" y="239283"/>
            <a:chExt cx="897579" cy="752830"/>
          </a:xfrm>
          <a:solidFill>
            <a:schemeClr val="bg2"/>
          </a:solidFill>
        </p:grpSpPr>
        <p:sp>
          <p:nvSpPr>
            <p:cNvPr id="108" name="Freeform 109">
              <a:extLst>
                <a:ext uri="{FF2B5EF4-FFF2-40B4-BE49-F238E27FC236}">
                  <a16:creationId xmlns:a16="http://schemas.microsoft.com/office/drawing/2014/main" id="{DF3DB903-7842-4910-8B17-ED2CA8611CE0}"/>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09" name="Freeform 110">
              <a:extLst>
                <a:ext uri="{FF2B5EF4-FFF2-40B4-BE49-F238E27FC236}">
                  <a16:creationId xmlns:a16="http://schemas.microsoft.com/office/drawing/2014/main" id="{B5E6F7EE-8B73-4A0A-9B94-E354BD4C03B6}"/>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110" name="Grupo 109">
              <a:extLst>
                <a:ext uri="{FF2B5EF4-FFF2-40B4-BE49-F238E27FC236}">
                  <a16:creationId xmlns:a16="http://schemas.microsoft.com/office/drawing/2014/main" id="{80B70894-36F8-4E0D-9E07-D034C44E1978}"/>
                </a:ext>
              </a:extLst>
            </p:cNvPr>
            <p:cNvGrpSpPr/>
            <p:nvPr userDrawn="1"/>
          </p:nvGrpSpPr>
          <p:grpSpPr>
            <a:xfrm>
              <a:off x="137601" y="474669"/>
              <a:ext cx="897579" cy="326700"/>
              <a:chOff x="137601" y="474669"/>
              <a:chExt cx="897579" cy="326700"/>
            </a:xfrm>
            <a:grpFill/>
          </p:grpSpPr>
          <p:sp>
            <p:nvSpPr>
              <p:cNvPr id="121" name="Freeform 111">
                <a:extLst>
                  <a:ext uri="{FF2B5EF4-FFF2-40B4-BE49-F238E27FC236}">
                    <a16:creationId xmlns:a16="http://schemas.microsoft.com/office/drawing/2014/main" id="{8197FD6B-A529-419C-8F98-10F7E2EAC819}"/>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2" name="Freeform 112">
                <a:extLst>
                  <a:ext uri="{FF2B5EF4-FFF2-40B4-BE49-F238E27FC236}">
                    <a16:creationId xmlns:a16="http://schemas.microsoft.com/office/drawing/2014/main" id="{58CA6C03-4B75-44D0-A22B-B0241CD0CCE4}"/>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3" name="Freeform 113">
                <a:extLst>
                  <a:ext uri="{FF2B5EF4-FFF2-40B4-BE49-F238E27FC236}">
                    <a16:creationId xmlns:a16="http://schemas.microsoft.com/office/drawing/2014/main" id="{AD72A3FD-D0CD-4D02-B866-D1C30613F277}"/>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4" name="Freeform 114">
                <a:extLst>
                  <a:ext uri="{FF2B5EF4-FFF2-40B4-BE49-F238E27FC236}">
                    <a16:creationId xmlns:a16="http://schemas.microsoft.com/office/drawing/2014/main" id="{F99F78AA-093A-4DA8-AA73-BAE6887E5F1E}"/>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5" name="Freeform 115">
                <a:extLst>
                  <a:ext uri="{FF2B5EF4-FFF2-40B4-BE49-F238E27FC236}">
                    <a16:creationId xmlns:a16="http://schemas.microsoft.com/office/drawing/2014/main" id="{D124D429-5FC0-4824-81AD-99F000379863}"/>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6" name="Freeform 116">
                <a:extLst>
                  <a:ext uri="{FF2B5EF4-FFF2-40B4-BE49-F238E27FC236}">
                    <a16:creationId xmlns:a16="http://schemas.microsoft.com/office/drawing/2014/main" id="{EEB99B53-933D-4E13-A7F4-7C78486B0D99}"/>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7" name="Freeform 117">
                <a:extLst>
                  <a:ext uri="{FF2B5EF4-FFF2-40B4-BE49-F238E27FC236}">
                    <a16:creationId xmlns:a16="http://schemas.microsoft.com/office/drawing/2014/main" id="{4646E39B-0B49-4E67-BFA7-60F1A4F7C443}"/>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8" name="Freeform 118">
                <a:extLst>
                  <a:ext uri="{FF2B5EF4-FFF2-40B4-BE49-F238E27FC236}">
                    <a16:creationId xmlns:a16="http://schemas.microsoft.com/office/drawing/2014/main" id="{C024E07C-A6F2-4E50-868E-351C58FCF63E}"/>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9" name="Freeform 119">
                <a:extLst>
                  <a:ext uri="{FF2B5EF4-FFF2-40B4-BE49-F238E27FC236}">
                    <a16:creationId xmlns:a16="http://schemas.microsoft.com/office/drawing/2014/main" id="{45B89081-D056-4544-A3B7-B8AD1BC5A0A4}"/>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0" name="Freeform 120">
                <a:extLst>
                  <a:ext uri="{FF2B5EF4-FFF2-40B4-BE49-F238E27FC236}">
                    <a16:creationId xmlns:a16="http://schemas.microsoft.com/office/drawing/2014/main" id="{EE00D3CE-425B-4202-8530-8BCEE51A8436}"/>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1" name="Freeform 121">
                <a:extLst>
                  <a:ext uri="{FF2B5EF4-FFF2-40B4-BE49-F238E27FC236}">
                    <a16:creationId xmlns:a16="http://schemas.microsoft.com/office/drawing/2014/main" id="{16A54E6F-E194-4DC5-BBA8-C5050B1BFB61}"/>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2" name="Freeform 122">
                <a:extLst>
                  <a:ext uri="{FF2B5EF4-FFF2-40B4-BE49-F238E27FC236}">
                    <a16:creationId xmlns:a16="http://schemas.microsoft.com/office/drawing/2014/main" id="{63BACA06-6F53-45DB-B2BC-AD0D98678477}"/>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3" name="Freeform 123">
                <a:extLst>
                  <a:ext uri="{FF2B5EF4-FFF2-40B4-BE49-F238E27FC236}">
                    <a16:creationId xmlns:a16="http://schemas.microsoft.com/office/drawing/2014/main" id="{CB942BEA-C83B-424D-A5BA-85962D2CF5DB}"/>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4" name="Freeform 124">
                <a:extLst>
                  <a:ext uri="{FF2B5EF4-FFF2-40B4-BE49-F238E27FC236}">
                    <a16:creationId xmlns:a16="http://schemas.microsoft.com/office/drawing/2014/main" id="{2CAB6FAE-DDDA-436F-B6DE-CFCB3BD48E96}"/>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5" name="Freeform 125">
                <a:extLst>
                  <a:ext uri="{FF2B5EF4-FFF2-40B4-BE49-F238E27FC236}">
                    <a16:creationId xmlns:a16="http://schemas.microsoft.com/office/drawing/2014/main" id="{E35AB3D9-0B82-4397-96A2-791EA25859AF}"/>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6" name="Freeform 126">
                <a:extLst>
                  <a:ext uri="{FF2B5EF4-FFF2-40B4-BE49-F238E27FC236}">
                    <a16:creationId xmlns:a16="http://schemas.microsoft.com/office/drawing/2014/main" id="{50B012F8-7FBD-460B-99B6-7FF54087C763}"/>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67" name="Freeform 127">
                <a:extLst>
                  <a:ext uri="{FF2B5EF4-FFF2-40B4-BE49-F238E27FC236}">
                    <a16:creationId xmlns:a16="http://schemas.microsoft.com/office/drawing/2014/main" id="{40E3B342-69FF-404E-83EA-2745C6D951CC}"/>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11" name="Freeform 128">
              <a:extLst>
                <a:ext uri="{FF2B5EF4-FFF2-40B4-BE49-F238E27FC236}">
                  <a16:creationId xmlns:a16="http://schemas.microsoft.com/office/drawing/2014/main" id="{31B6BF3F-E4BD-4B4D-894E-8E6AB43E2B6F}"/>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2" name="Freeform 129">
              <a:extLst>
                <a:ext uri="{FF2B5EF4-FFF2-40B4-BE49-F238E27FC236}">
                  <a16:creationId xmlns:a16="http://schemas.microsoft.com/office/drawing/2014/main" id="{C96DED31-E2FA-4F0C-91DA-B7E4262E9E41}"/>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3" name="Freeform 130">
              <a:extLst>
                <a:ext uri="{FF2B5EF4-FFF2-40B4-BE49-F238E27FC236}">
                  <a16:creationId xmlns:a16="http://schemas.microsoft.com/office/drawing/2014/main" id="{44B9F68E-C00B-444D-9132-9ECE1512618F}"/>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4" name="Freeform 131">
              <a:extLst>
                <a:ext uri="{FF2B5EF4-FFF2-40B4-BE49-F238E27FC236}">
                  <a16:creationId xmlns:a16="http://schemas.microsoft.com/office/drawing/2014/main" id="{AC068A6F-9C85-4DFB-BBA6-59B128A00206}"/>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5" name="Freeform 132">
              <a:extLst>
                <a:ext uri="{FF2B5EF4-FFF2-40B4-BE49-F238E27FC236}">
                  <a16:creationId xmlns:a16="http://schemas.microsoft.com/office/drawing/2014/main" id="{C6C16652-5C13-4D34-B2A6-B45DCD35A108}"/>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6" name="Freeform 133">
              <a:extLst>
                <a:ext uri="{FF2B5EF4-FFF2-40B4-BE49-F238E27FC236}">
                  <a16:creationId xmlns:a16="http://schemas.microsoft.com/office/drawing/2014/main" id="{3AB2D4DF-3A19-4458-9A1D-ECF792134497}"/>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7" name="Freeform 134">
              <a:extLst>
                <a:ext uri="{FF2B5EF4-FFF2-40B4-BE49-F238E27FC236}">
                  <a16:creationId xmlns:a16="http://schemas.microsoft.com/office/drawing/2014/main" id="{624F4044-D37F-467B-92AC-E8E11BBC88A9}"/>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8" name="Freeform 135">
              <a:extLst>
                <a:ext uri="{FF2B5EF4-FFF2-40B4-BE49-F238E27FC236}">
                  <a16:creationId xmlns:a16="http://schemas.microsoft.com/office/drawing/2014/main" id="{4E83C53F-AEBD-4D05-A5EE-B23B4BCA422F}"/>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19" name="Freeform 136">
              <a:extLst>
                <a:ext uri="{FF2B5EF4-FFF2-40B4-BE49-F238E27FC236}">
                  <a16:creationId xmlns:a16="http://schemas.microsoft.com/office/drawing/2014/main" id="{AF47A243-60C3-496C-9CCC-79F301BED277}"/>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20" name="Freeform 137">
              <a:extLst>
                <a:ext uri="{FF2B5EF4-FFF2-40B4-BE49-F238E27FC236}">
                  <a16:creationId xmlns:a16="http://schemas.microsoft.com/office/drawing/2014/main" id="{166BBEA1-E3EE-4BB4-8F30-B5BF9CA0A570}"/>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grpSp>
        <p:nvGrpSpPr>
          <p:cNvPr id="137" name="Grupo 136">
            <a:extLst>
              <a:ext uri="{FF2B5EF4-FFF2-40B4-BE49-F238E27FC236}">
                <a16:creationId xmlns:a16="http://schemas.microsoft.com/office/drawing/2014/main" id="{86B7D43B-EBAF-4A7C-A005-6222D1A29DC9}"/>
              </a:ext>
            </a:extLst>
          </p:cNvPr>
          <p:cNvGrpSpPr/>
          <p:nvPr userDrawn="1"/>
        </p:nvGrpSpPr>
        <p:grpSpPr>
          <a:xfrm>
            <a:off x="10580559" y="518761"/>
            <a:ext cx="1147824" cy="235942"/>
            <a:chOff x="6094413" y="2516188"/>
            <a:chExt cx="2000250" cy="411162"/>
          </a:xfrm>
          <a:solidFill>
            <a:schemeClr val="bg2"/>
          </a:solidFill>
        </p:grpSpPr>
        <p:sp>
          <p:nvSpPr>
            <p:cNvPr id="138" name="Freeform 7">
              <a:extLst>
                <a:ext uri="{FF2B5EF4-FFF2-40B4-BE49-F238E27FC236}">
                  <a16:creationId xmlns:a16="http://schemas.microsoft.com/office/drawing/2014/main" id="{805A2F13-ED1C-461C-9ED8-75FCED4513E0}"/>
                </a:ext>
              </a:extLst>
            </p:cNvPr>
            <p:cNvSpPr>
              <a:spLocks noEditPoints="1"/>
            </p:cNvSpPr>
            <p:nvPr/>
          </p:nvSpPr>
          <p:spPr bwMode="auto">
            <a:xfrm>
              <a:off x="6494463" y="2516188"/>
              <a:ext cx="1600200" cy="265113"/>
            </a:xfrm>
            <a:custGeom>
              <a:avLst/>
              <a:gdLst>
                <a:gd name="T0" fmla="*/ 644 w 1008"/>
                <a:gd name="T1" fmla="*/ 90 h 167"/>
                <a:gd name="T2" fmla="*/ 644 w 1008"/>
                <a:gd name="T3" fmla="*/ 39 h 167"/>
                <a:gd name="T4" fmla="*/ 363 w 1008"/>
                <a:gd name="T5" fmla="*/ 39 h 167"/>
                <a:gd name="T6" fmla="*/ 363 w 1008"/>
                <a:gd name="T7" fmla="*/ 90 h 167"/>
                <a:gd name="T8" fmla="*/ 644 w 1008"/>
                <a:gd name="T9" fmla="*/ 90 h 167"/>
                <a:gd name="T10" fmla="*/ 40 w 1008"/>
                <a:gd name="T11" fmla="*/ 0 h 167"/>
                <a:gd name="T12" fmla="*/ 40 w 1008"/>
                <a:gd name="T13" fmla="*/ 128 h 167"/>
                <a:gd name="T14" fmla="*/ 323 w 1008"/>
                <a:gd name="T15" fmla="*/ 128 h 167"/>
                <a:gd name="T16" fmla="*/ 323 w 1008"/>
                <a:gd name="T17" fmla="*/ 0 h 167"/>
                <a:gd name="T18" fmla="*/ 685 w 1008"/>
                <a:gd name="T19" fmla="*/ 0 h 167"/>
                <a:gd name="T20" fmla="*/ 685 w 1008"/>
                <a:gd name="T21" fmla="*/ 129 h 167"/>
                <a:gd name="T22" fmla="*/ 967 w 1008"/>
                <a:gd name="T23" fmla="*/ 129 h 167"/>
                <a:gd name="T24" fmla="*/ 967 w 1008"/>
                <a:gd name="T25" fmla="*/ 58 h 167"/>
                <a:gd name="T26" fmla="*/ 1008 w 1008"/>
                <a:gd name="T27" fmla="*/ 58 h 167"/>
                <a:gd name="T28" fmla="*/ 1008 w 1008"/>
                <a:gd name="T29" fmla="*/ 167 h 167"/>
                <a:gd name="T30" fmla="*/ 644 w 1008"/>
                <a:gd name="T31" fmla="*/ 167 h 167"/>
                <a:gd name="T32" fmla="*/ 644 w 1008"/>
                <a:gd name="T33" fmla="*/ 130 h 167"/>
                <a:gd name="T34" fmla="*/ 363 w 1008"/>
                <a:gd name="T35" fmla="*/ 130 h 167"/>
                <a:gd name="T36" fmla="*/ 363 w 1008"/>
                <a:gd name="T37" fmla="*/ 167 h 167"/>
                <a:gd name="T38" fmla="*/ 0 w 1008"/>
                <a:gd name="T39" fmla="*/ 167 h 167"/>
                <a:gd name="T40" fmla="*/ 0 w 1008"/>
                <a:gd name="T41" fmla="*/ 0 h 167"/>
                <a:gd name="T42" fmla="*/ 40 w 1008"/>
                <a:gd name="T43" fmla="*/ 0 h 167"/>
                <a:gd name="T44" fmla="*/ 967 w 1008"/>
                <a:gd name="T45" fmla="*/ 0 h 167"/>
                <a:gd name="T46" fmla="*/ 1007 w 1008"/>
                <a:gd name="T47" fmla="*/ 0 h 167"/>
                <a:gd name="T48" fmla="*/ 1007 w 1008"/>
                <a:gd name="T49" fmla="*/ 38 h 167"/>
                <a:gd name="T50" fmla="*/ 967 w 1008"/>
                <a:gd name="T51" fmla="*/ 38 h 167"/>
                <a:gd name="T52" fmla="*/ 967 w 1008"/>
                <a:gd name="T5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08" h="167">
                  <a:moveTo>
                    <a:pt x="644" y="90"/>
                  </a:moveTo>
                  <a:lnTo>
                    <a:pt x="644" y="39"/>
                  </a:lnTo>
                  <a:lnTo>
                    <a:pt x="363" y="39"/>
                  </a:lnTo>
                  <a:lnTo>
                    <a:pt x="363" y="90"/>
                  </a:lnTo>
                  <a:lnTo>
                    <a:pt x="644" y="90"/>
                  </a:lnTo>
                  <a:close/>
                  <a:moveTo>
                    <a:pt x="40" y="0"/>
                  </a:moveTo>
                  <a:lnTo>
                    <a:pt x="40" y="128"/>
                  </a:lnTo>
                  <a:lnTo>
                    <a:pt x="323" y="128"/>
                  </a:lnTo>
                  <a:lnTo>
                    <a:pt x="323" y="0"/>
                  </a:lnTo>
                  <a:lnTo>
                    <a:pt x="685" y="0"/>
                  </a:lnTo>
                  <a:lnTo>
                    <a:pt x="685" y="129"/>
                  </a:lnTo>
                  <a:lnTo>
                    <a:pt x="967" y="129"/>
                  </a:lnTo>
                  <a:lnTo>
                    <a:pt x="967" y="58"/>
                  </a:lnTo>
                  <a:lnTo>
                    <a:pt x="1008" y="58"/>
                  </a:lnTo>
                  <a:lnTo>
                    <a:pt x="1008" y="167"/>
                  </a:lnTo>
                  <a:lnTo>
                    <a:pt x="644" y="167"/>
                  </a:lnTo>
                  <a:lnTo>
                    <a:pt x="644" y="130"/>
                  </a:lnTo>
                  <a:lnTo>
                    <a:pt x="363" y="130"/>
                  </a:lnTo>
                  <a:lnTo>
                    <a:pt x="363" y="167"/>
                  </a:lnTo>
                  <a:lnTo>
                    <a:pt x="0" y="167"/>
                  </a:lnTo>
                  <a:lnTo>
                    <a:pt x="0" y="0"/>
                  </a:lnTo>
                  <a:lnTo>
                    <a:pt x="40" y="0"/>
                  </a:lnTo>
                  <a:close/>
                  <a:moveTo>
                    <a:pt x="967" y="0"/>
                  </a:moveTo>
                  <a:lnTo>
                    <a:pt x="1007" y="0"/>
                  </a:lnTo>
                  <a:lnTo>
                    <a:pt x="1007" y="38"/>
                  </a:lnTo>
                  <a:lnTo>
                    <a:pt x="967" y="38"/>
                  </a:lnTo>
                  <a:lnTo>
                    <a:pt x="96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9" name="Freeform 8">
              <a:extLst>
                <a:ext uri="{FF2B5EF4-FFF2-40B4-BE49-F238E27FC236}">
                  <a16:creationId xmlns:a16="http://schemas.microsoft.com/office/drawing/2014/main" id="{347CFB1F-EE43-4374-9D0E-D9D125082A8A}"/>
                </a:ext>
              </a:extLst>
            </p:cNvPr>
            <p:cNvSpPr>
              <a:spLocks/>
            </p:cNvSpPr>
            <p:nvPr/>
          </p:nvSpPr>
          <p:spPr bwMode="auto">
            <a:xfrm>
              <a:off x="6494463" y="2840038"/>
              <a:ext cx="63500" cy="80963"/>
            </a:xfrm>
            <a:custGeom>
              <a:avLst/>
              <a:gdLst>
                <a:gd name="T0" fmla="*/ 29 w 29"/>
                <a:gd name="T1" fmla="*/ 0 h 37"/>
                <a:gd name="T2" fmla="*/ 22 w 29"/>
                <a:gd name="T3" fmla="*/ 0 h 37"/>
                <a:gd name="T4" fmla="*/ 22 w 29"/>
                <a:gd name="T5" fmla="*/ 23 h 37"/>
                <a:gd name="T6" fmla="*/ 21 w 29"/>
                <a:gd name="T7" fmla="*/ 28 h 37"/>
                <a:gd name="T8" fmla="*/ 16 w 29"/>
                <a:gd name="T9" fmla="*/ 30 h 37"/>
                <a:gd name="T10" fmla="*/ 10 w 29"/>
                <a:gd name="T11" fmla="*/ 28 h 37"/>
                <a:gd name="T12" fmla="*/ 9 w 29"/>
                <a:gd name="T13" fmla="*/ 23 h 37"/>
                <a:gd name="T14" fmla="*/ 9 w 29"/>
                <a:gd name="T15" fmla="*/ 0 h 37"/>
                <a:gd name="T16" fmla="*/ 0 w 29"/>
                <a:gd name="T17" fmla="*/ 0 h 37"/>
                <a:gd name="T18" fmla="*/ 0 w 29"/>
                <a:gd name="T19" fmla="*/ 23 h 37"/>
                <a:gd name="T20" fmla="*/ 3 w 29"/>
                <a:gd name="T21" fmla="*/ 33 h 37"/>
                <a:gd name="T22" fmla="*/ 15 w 29"/>
                <a:gd name="T23" fmla="*/ 37 h 37"/>
                <a:gd name="T24" fmla="*/ 26 w 29"/>
                <a:gd name="T25" fmla="*/ 34 h 37"/>
                <a:gd name="T26" fmla="*/ 29 w 29"/>
                <a:gd name="T27" fmla="*/ 23 h 37"/>
                <a:gd name="T28" fmla="*/ 29 w 29"/>
                <a:gd name="T2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37">
                  <a:moveTo>
                    <a:pt x="29" y="0"/>
                  </a:moveTo>
                  <a:cubicBezTo>
                    <a:pt x="22" y="0"/>
                    <a:pt x="22" y="0"/>
                    <a:pt x="22" y="0"/>
                  </a:cubicBezTo>
                  <a:cubicBezTo>
                    <a:pt x="22" y="23"/>
                    <a:pt x="22" y="23"/>
                    <a:pt x="22" y="23"/>
                  </a:cubicBezTo>
                  <a:cubicBezTo>
                    <a:pt x="22" y="26"/>
                    <a:pt x="22" y="27"/>
                    <a:pt x="21" y="28"/>
                  </a:cubicBezTo>
                  <a:cubicBezTo>
                    <a:pt x="20" y="29"/>
                    <a:pt x="18" y="30"/>
                    <a:pt x="16" y="30"/>
                  </a:cubicBezTo>
                  <a:cubicBezTo>
                    <a:pt x="13" y="30"/>
                    <a:pt x="11" y="29"/>
                    <a:pt x="10" y="28"/>
                  </a:cubicBezTo>
                  <a:cubicBezTo>
                    <a:pt x="10" y="27"/>
                    <a:pt x="9" y="26"/>
                    <a:pt x="9" y="23"/>
                  </a:cubicBezTo>
                  <a:cubicBezTo>
                    <a:pt x="9" y="0"/>
                    <a:pt x="9" y="0"/>
                    <a:pt x="9" y="0"/>
                  </a:cubicBezTo>
                  <a:cubicBezTo>
                    <a:pt x="0" y="0"/>
                    <a:pt x="0" y="0"/>
                    <a:pt x="0" y="0"/>
                  </a:cubicBezTo>
                  <a:cubicBezTo>
                    <a:pt x="0" y="23"/>
                    <a:pt x="0" y="23"/>
                    <a:pt x="0" y="23"/>
                  </a:cubicBezTo>
                  <a:cubicBezTo>
                    <a:pt x="0" y="28"/>
                    <a:pt x="1" y="31"/>
                    <a:pt x="3" y="33"/>
                  </a:cubicBezTo>
                  <a:cubicBezTo>
                    <a:pt x="6" y="36"/>
                    <a:pt x="10" y="37"/>
                    <a:pt x="15" y="37"/>
                  </a:cubicBezTo>
                  <a:cubicBezTo>
                    <a:pt x="20" y="37"/>
                    <a:pt x="23" y="36"/>
                    <a:pt x="26" y="34"/>
                  </a:cubicBezTo>
                  <a:cubicBezTo>
                    <a:pt x="28" y="31"/>
                    <a:pt x="29" y="29"/>
                    <a:pt x="29" y="23"/>
                  </a:cubicBezTo>
                  <a:lnTo>
                    <a:pt x="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0" name="Freeform 9">
              <a:extLst>
                <a:ext uri="{FF2B5EF4-FFF2-40B4-BE49-F238E27FC236}">
                  <a16:creationId xmlns:a16="http://schemas.microsoft.com/office/drawing/2014/main" id="{0C091651-35A1-486A-9A4F-55A3AA9A6087}"/>
                </a:ext>
              </a:extLst>
            </p:cNvPr>
            <p:cNvSpPr>
              <a:spLocks/>
            </p:cNvSpPr>
            <p:nvPr/>
          </p:nvSpPr>
          <p:spPr bwMode="auto">
            <a:xfrm>
              <a:off x="6572250" y="2840038"/>
              <a:ext cx="60325" cy="77788"/>
            </a:xfrm>
            <a:custGeom>
              <a:avLst/>
              <a:gdLst>
                <a:gd name="T0" fmla="*/ 28 w 28"/>
                <a:gd name="T1" fmla="*/ 0 h 36"/>
                <a:gd name="T2" fmla="*/ 22 w 28"/>
                <a:gd name="T3" fmla="*/ 0 h 36"/>
                <a:gd name="T4" fmla="*/ 22 w 28"/>
                <a:gd name="T5" fmla="*/ 19 h 36"/>
                <a:gd name="T6" fmla="*/ 22 w 28"/>
                <a:gd name="T7" fmla="*/ 21 h 36"/>
                <a:gd name="T8" fmla="*/ 9 w 28"/>
                <a:gd name="T9" fmla="*/ 0 h 36"/>
                <a:gd name="T10" fmla="*/ 0 w 28"/>
                <a:gd name="T11" fmla="*/ 0 h 36"/>
                <a:gd name="T12" fmla="*/ 0 w 28"/>
                <a:gd name="T13" fmla="*/ 36 h 36"/>
                <a:gd name="T14" fmla="*/ 7 w 28"/>
                <a:gd name="T15" fmla="*/ 36 h 36"/>
                <a:gd name="T16" fmla="*/ 7 w 28"/>
                <a:gd name="T17" fmla="*/ 15 h 36"/>
                <a:gd name="T18" fmla="*/ 7 w 28"/>
                <a:gd name="T19" fmla="*/ 13 h 36"/>
                <a:gd name="T20" fmla="*/ 6 w 28"/>
                <a:gd name="T21" fmla="*/ 12 h 36"/>
                <a:gd name="T22" fmla="*/ 21 w 28"/>
                <a:gd name="T23" fmla="*/ 36 h 36"/>
                <a:gd name="T24" fmla="*/ 28 w 28"/>
                <a:gd name="T25" fmla="*/ 36 h 36"/>
                <a:gd name="T26" fmla="*/ 28 w 28"/>
                <a:gd name="T2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6">
                  <a:moveTo>
                    <a:pt x="28" y="0"/>
                  </a:moveTo>
                  <a:cubicBezTo>
                    <a:pt x="22" y="0"/>
                    <a:pt x="22" y="0"/>
                    <a:pt x="22" y="0"/>
                  </a:cubicBezTo>
                  <a:cubicBezTo>
                    <a:pt x="22" y="19"/>
                    <a:pt x="22" y="19"/>
                    <a:pt x="22" y="19"/>
                  </a:cubicBezTo>
                  <a:cubicBezTo>
                    <a:pt x="22" y="20"/>
                    <a:pt x="22" y="20"/>
                    <a:pt x="22" y="21"/>
                  </a:cubicBezTo>
                  <a:cubicBezTo>
                    <a:pt x="9" y="0"/>
                    <a:pt x="9" y="0"/>
                    <a:pt x="9" y="0"/>
                  </a:cubicBezTo>
                  <a:cubicBezTo>
                    <a:pt x="0" y="0"/>
                    <a:pt x="0" y="0"/>
                    <a:pt x="0" y="0"/>
                  </a:cubicBezTo>
                  <a:cubicBezTo>
                    <a:pt x="0" y="36"/>
                    <a:pt x="0" y="36"/>
                    <a:pt x="0" y="36"/>
                  </a:cubicBezTo>
                  <a:cubicBezTo>
                    <a:pt x="7" y="36"/>
                    <a:pt x="7" y="36"/>
                    <a:pt x="7" y="36"/>
                  </a:cubicBezTo>
                  <a:cubicBezTo>
                    <a:pt x="7" y="15"/>
                    <a:pt x="7" y="15"/>
                    <a:pt x="7" y="15"/>
                  </a:cubicBezTo>
                  <a:cubicBezTo>
                    <a:pt x="7" y="13"/>
                    <a:pt x="7" y="13"/>
                    <a:pt x="7" y="13"/>
                  </a:cubicBezTo>
                  <a:cubicBezTo>
                    <a:pt x="6" y="12"/>
                    <a:pt x="6" y="12"/>
                    <a:pt x="6" y="12"/>
                  </a:cubicBezTo>
                  <a:cubicBezTo>
                    <a:pt x="21" y="36"/>
                    <a:pt x="21" y="36"/>
                    <a:pt x="21" y="36"/>
                  </a:cubicBezTo>
                  <a:cubicBezTo>
                    <a:pt x="28" y="36"/>
                    <a:pt x="28" y="36"/>
                    <a:pt x="28" y="36"/>
                  </a:cubicBezTo>
                  <a:lnTo>
                    <a:pt x="2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1" name="Rectangle 10">
              <a:extLst>
                <a:ext uri="{FF2B5EF4-FFF2-40B4-BE49-F238E27FC236}">
                  <a16:creationId xmlns:a16="http://schemas.microsoft.com/office/drawing/2014/main" id="{C263CC8F-4618-42EF-B847-4ECE15955B40}"/>
                </a:ext>
              </a:extLst>
            </p:cNvPr>
            <p:cNvSpPr>
              <a:spLocks noChangeArrowheads="1"/>
            </p:cNvSpPr>
            <p:nvPr/>
          </p:nvSpPr>
          <p:spPr bwMode="auto">
            <a:xfrm>
              <a:off x="6648450"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2" name="Freeform 11">
              <a:extLst>
                <a:ext uri="{FF2B5EF4-FFF2-40B4-BE49-F238E27FC236}">
                  <a16:creationId xmlns:a16="http://schemas.microsoft.com/office/drawing/2014/main" id="{1CCB991A-EDF1-49DA-9CBC-5311FEBE30CC}"/>
                </a:ext>
              </a:extLst>
            </p:cNvPr>
            <p:cNvSpPr>
              <a:spLocks/>
            </p:cNvSpPr>
            <p:nvPr/>
          </p:nvSpPr>
          <p:spPr bwMode="auto">
            <a:xfrm>
              <a:off x="6673850" y="2840038"/>
              <a:ext cx="68263" cy="77788"/>
            </a:xfrm>
            <a:custGeom>
              <a:avLst/>
              <a:gdLst>
                <a:gd name="T0" fmla="*/ 43 w 43"/>
                <a:gd name="T1" fmla="*/ 0 h 49"/>
                <a:gd name="T2" fmla="*/ 33 w 43"/>
                <a:gd name="T3" fmla="*/ 0 h 49"/>
                <a:gd name="T4" fmla="*/ 24 w 43"/>
                <a:gd name="T5" fmla="*/ 36 h 49"/>
                <a:gd name="T6" fmla="*/ 13 w 43"/>
                <a:gd name="T7" fmla="*/ 0 h 49"/>
                <a:gd name="T8" fmla="*/ 0 w 43"/>
                <a:gd name="T9" fmla="*/ 0 h 49"/>
                <a:gd name="T10" fmla="*/ 15 w 43"/>
                <a:gd name="T11" fmla="*/ 49 h 49"/>
                <a:gd name="T12" fmla="*/ 28 w 43"/>
                <a:gd name="T13" fmla="*/ 49 h 49"/>
                <a:gd name="T14" fmla="*/ 43 w 43"/>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9">
                  <a:moveTo>
                    <a:pt x="43" y="0"/>
                  </a:moveTo>
                  <a:lnTo>
                    <a:pt x="33" y="0"/>
                  </a:lnTo>
                  <a:lnTo>
                    <a:pt x="24" y="36"/>
                  </a:lnTo>
                  <a:lnTo>
                    <a:pt x="13" y="0"/>
                  </a:lnTo>
                  <a:lnTo>
                    <a:pt x="0" y="0"/>
                  </a:lnTo>
                  <a:lnTo>
                    <a:pt x="15" y="49"/>
                  </a:lnTo>
                  <a:lnTo>
                    <a:pt x="28" y="49"/>
                  </a:lnTo>
                  <a:lnTo>
                    <a:pt x="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3" name="Freeform 12">
              <a:extLst>
                <a:ext uri="{FF2B5EF4-FFF2-40B4-BE49-F238E27FC236}">
                  <a16:creationId xmlns:a16="http://schemas.microsoft.com/office/drawing/2014/main" id="{D5C4203F-F379-4689-8872-60DF2503C49D}"/>
                </a:ext>
              </a:extLst>
            </p:cNvPr>
            <p:cNvSpPr>
              <a:spLocks/>
            </p:cNvSpPr>
            <p:nvPr/>
          </p:nvSpPr>
          <p:spPr bwMode="auto">
            <a:xfrm>
              <a:off x="6750050" y="2840038"/>
              <a:ext cx="57150" cy="77788"/>
            </a:xfrm>
            <a:custGeom>
              <a:avLst/>
              <a:gdLst>
                <a:gd name="T0" fmla="*/ 36 w 36"/>
                <a:gd name="T1" fmla="*/ 10 h 49"/>
                <a:gd name="T2" fmla="*/ 36 w 36"/>
                <a:gd name="T3" fmla="*/ 0 h 49"/>
                <a:gd name="T4" fmla="*/ 0 w 36"/>
                <a:gd name="T5" fmla="*/ 0 h 49"/>
                <a:gd name="T6" fmla="*/ 0 w 36"/>
                <a:gd name="T7" fmla="*/ 49 h 49"/>
                <a:gd name="T8" fmla="*/ 36 w 36"/>
                <a:gd name="T9" fmla="*/ 49 h 49"/>
                <a:gd name="T10" fmla="*/ 36 w 36"/>
                <a:gd name="T11" fmla="*/ 40 h 49"/>
                <a:gd name="T12" fmla="*/ 11 w 36"/>
                <a:gd name="T13" fmla="*/ 40 h 49"/>
                <a:gd name="T14" fmla="*/ 11 w 36"/>
                <a:gd name="T15" fmla="*/ 29 h 49"/>
                <a:gd name="T16" fmla="*/ 30 w 36"/>
                <a:gd name="T17" fmla="*/ 29 h 49"/>
                <a:gd name="T18" fmla="*/ 30 w 36"/>
                <a:gd name="T19" fmla="*/ 19 h 49"/>
                <a:gd name="T20" fmla="*/ 11 w 36"/>
                <a:gd name="T21" fmla="*/ 19 h 49"/>
                <a:gd name="T22" fmla="*/ 11 w 36"/>
                <a:gd name="T23" fmla="*/ 10 h 49"/>
                <a:gd name="T24" fmla="*/ 36 w 36"/>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49">
                  <a:moveTo>
                    <a:pt x="36" y="10"/>
                  </a:moveTo>
                  <a:lnTo>
                    <a:pt x="36" y="0"/>
                  </a:lnTo>
                  <a:lnTo>
                    <a:pt x="0" y="0"/>
                  </a:lnTo>
                  <a:lnTo>
                    <a:pt x="0" y="49"/>
                  </a:lnTo>
                  <a:lnTo>
                    <a:pt x="36" y="49"/>
                  </a:lnTo>
                  <a:lnTo>
                    <a:pt x="36" y="40"/>
                  </a:lnTo>
                  <a:lnTo>
                    <a:pt x="11" y="40"/>
                  </a:lnTo>
                  <a:lnTo>
                    <a:pt x="11" y="29"/>
                  </a:lnTo>
                  <a:lnTo>
                    <a:pt x="30" y="29"/>
                  </a:lnTo>
                  <a:lnTo>
                    <a:pt x="30" y="19"/>
                  </a:lnTo>
                  <a:lnTo>
                    <a:pt x="11" y="19"/>
                  </a:lnTo>
                  <a:lnTo>
                    <a:pt x="11"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4" name="Freeform 13">
              <a:extLst>
                <a:ext uri="{FF2B5EF4-FFF2-40B4-BE49-F238E27FC236}">
                  <a16:creationId xmlns:a16="http://schemas.microsoft.com/office/drawing/2014/main" id="{D1279E4E-2BDD-429D-8B3A-98468166D1FF}"/>
                </a:ext>
              </a:extLst>
            </p:cNvPr>
            <p:cNvSpPr>
              <a:spLocks noEditPoints="1"/>
            </p:cNvSpPr>
            <p:nvPr/>
          </p:nvSpPr>
          <p:spPr bwMode="auto">
            <a:xfrm>
              <a:off x="6816725" y="2840038"/>
              <a:ext cx="65088" cy="77788"/>
            </a:xfrm>
            <a:custGeom>
              <a:avLst/>
              <a:gdLst>
                <a:gd name="T0" fmla="*/ 8 w 30"/>
                <a:gd name="T1" fmla="*/ 22 h 36"/>
                <a:gd name="T2" fmla="*/ 15 w 30"/>
                <a:gd name="T3" fmla="*/ 22 h 36"/>
                <a:gd name="T4" fmla="*/ 20 w 30"/>
                <a:gd name="T5" fmla="*/ 36 h 36"/>
                <a:gd name="T6" fmla="*/ 30 w 30"/>
                <a:gd name="T7" fmla="*/ 36 h 36"/>
                <a:gd name="T8" fmla="*/ 23 w 30"/>
                <a:gd name="T9" fmla="*/ 20 h 36"/>
                <a:gd name="T10" fmla="*/ 26 w 30"/>
                <a:gd name="T11" fmla="*/ 18 h 36"/>
                <a:gd name="T12" fmla="*/ 29 w 30"/>
                <a:gd name="T13" fmla="*/ 11 h 36"/>
                <a:gd name="T14" fmla="*/ 25 w 30"/>
                <a:gd name="T15" fmla="*/ 2 h 36"/>
                <a:gd name="T16" fmla="*/ 16 w 30"/>
                <a:gd name="T17" fmla="*/ 0 h 36"/>
                <a:gd name="T18" fmla="*/ 0 w 30"/>
                <a:gd name="T19" fmla="*/ 0 h 36"/>
                <a:gd name="T20" fmla="*/ 0 w 30"/>
                <a:gd name="T21" fmla="*/ 36 h 36"/>
                <a:gd name="T22" fmla="*/ 8 w 30"/>
                <a:gd name="T23" fmla="*/ 36 h 36"/>
                <a:gd name="T24" fmla="*/ 8 w 30"/>
                <a:gd name="T25" fmla="*/ 22 h 36"/>
                <a:gd name="T26" fmla="*/ 8 w 30"/>
                <a:gd name="T27" fmla="*/ 6 h 36"/>
                <a:gd name="T28" fmla="*/ 13 w 30"/>
                <a:gd name="T29" fmla="*/ 6 h 36"/>
                <a:gd name="T30" fmla="*/ 19 w 30"/>
                <a:gd name="T31" fmla="*/ 7 h 36"/>
                <a:gd name="T32" fmla="*/ 20 w 30"/>
                <a:gd name="T33" fmla="*/ 11 h 36"/>
                <a:gd name="T34" fmla="*/ 18 w 30"/>
                <a:gd name="T35" fmla="*/ 15 h 36"/>
                <a:gd name="T36" fmla="*/ 14 w 30"/>
                <a:gd name="T37" fmla="*/ 16 h 36"/>
                <a:gd name="T38" fmla="*/ 8 w 30"/>
                <a:gd name="T39" fmla="*/ 16 h 36"/>
                <a:gd name="T40" fmla="*/ 8 w 30"/>
                <a:gd name="T41"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6">
                  <a:moveTo>
                    <a:pt x="8" y="22"/>
                  </a:moveTo>
                  <a:cubicBezTo>
                    <a:pt x="15" y="22"/>
                    <a:pt x="15" y="22"/>
                    <a:pt x="15" y="22"/>
                  </a:cubicBezTo>
                  <a:cubicBezTo>
                    <a:pt x="20" y="36"/>
                    <a:pt x="20" y="36"/>
                    <a:pt x="20" y="36"/>
                  </a:cubicBezTo>
                  <a:cubicBezTo>
                    <a:pt x="30" y="36"/>
                    <a:pt x="30" y="36"/>
                    <a:pt x="30" y="36"/>
                  </a:cubicBezTo>
                  <a:cubicBezTo>
                    <a:pt x="23" y="20"/>
                    <a:pt x="23" y="20"/>
                    <a:pt x="23" y="20"/>
                  </a:cubicBezTo>
                  <a:cubicBezTo>
                    <a:pt x="25" y="19"/>
                    <a:pt x="25" y="19"/>
                    <a:pt x="26" y="18"/>
                  </a:cubicBezTo>
                  <a:cubicBezTo>
                    <a:pt x="28" y="16"/>
                    <a:pt x="29" y="14"/>
                    <a:pt x="29" y="11"/>
                  </a:cubicBezTo>
                  <a:cubicBezTo>
                    <a:pt x="29" y="8"/>
                    <a:pt x="28" y="4"/>
                    <a:pt x="25" y="2"/>
                  </a:cubicBezTo>
                  <a:cubicBezTo>
                    <a:pt x="23" y="1"/>
                    <a:pt x="21" y="0"/>
                    <a:pt x="16" y="0"/>
                  </a:cubicBezTo>
                  <a:cubicBezTo>
                    <a:pt x="0" y="0"/>
                    <a:pt x="0" y="0"/>
                    <a:pt x="0" y="0"/>
                  </a:cubicBezTo>
                  <a:cubicBezTo>
                    <a:pt x="0" y="36"/>
                    <a:pt x="0" y="36"/>
                    <a:pt x="0" y="36"/>
                  </a:cubicBezTo>
                  <a:cubicBezTo>
                    <a:pt x="8" y="36"/>
                    <a:pt x="8" y="36"/>
                    <a:pt x="8" y="36"/>
                  </a:cubicBezTo>
                  <a:lnTo>
                    <a:pt x="8" y="22"/>
                  </a:lnTo>
                  <a:close/>
                  <a:moveTo>
                    <a:pt x="8" y="6"/>
                  </a:moveTo>
                  <a:cubicBezTo>
                    <a:pt x="13" y="6"/>
                    <a:pt x="13" y="6"/>
                    <a:pt x="13" y="6"/>
                  </a:cubicBezTo>
                  <a:cubicBezTo>
                    <a:pt x="17" y="6"/>
                    <a:pt x="18" y="6"/>
                    <a:pt x="19" y="7"/>
                  </a:cubicBezTo>
                  <a:cubicBezTo>
                    <a:pt x="20" y="8"/>
                    <a:pt x="20" y="10"/>
                    <a:pt x="20" y="11"/>
                  </a:cubicBezTo>
                  <a:cubicBezTo>
                    <a:pt x="20" y="12"/>
                    <a:pt x="19" y="14"/>
                    <a:pt x="18" y="15"/>
                  </a:cubicBezTo>
                  <a:cubicBezTo>
                    <a:pt x="17" y="16"/>
                    <a:pt x="17" y="16"/>
                    <a:pt x="14" y="16"/>
                  </a:cubicBezTo>
                  <a:cubicBezTo>
                    <a:pt x="8" y="16"/>
                    <a:pt x="8" y="16"/>
                    <a:pt x="8" y="16"/>
                  </a:cubicBezTo>
                  <a:lnTo>
                    <a:pt x="8"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5" name="Freeform 14">
              <a:extLst>
                <a:ext uri="{FF2B5EF4-FFF2-40B4-BE49-F238E27FC236}">
                  <a16:creationId xmlns:a16="http://schemas.microsoft.com/office/drawing/2014/main" id="{70DD5F17-99AA-41FD-940E-EA518141671D}"/>
                </a:ext>
              </a:extLst>
            </p:cNvPr>
            <p:cNvSpPr>
              <a:spLocks/>
            </p:cNvSpPr>
            <p:nvPr/>
          </p:nvSpPr>
          <p:spPr bwMode="auto">
            <a:xfrm>
              <a:off x="6886575" y="2838450"/>
              <a:ext cx="65088" cy="82550"/>
            </a:xfrm>
            <a:custGeom>
              <a:avLst/>
              <a:gdLst>
                <a:gd name="T0" fmla="*/ 29 w 30"/>
                <a:gd name="T1" fmla="*/ 9 h 38"/>
                <a:gd name="T2" fmla="*/ 25 w 30"/>
                <a:gd name="T3" fmla="*/ 3 h 38"/>
                <a:gd name="T4" fmla="*/ 15 w 30"/>
                <a:gd name="T5" fmla="*/ 0 h 38"/>
                <a:gd name="T6" fmla="*/ 6 w 30"/>
                <a:gd name="T7" fmla="*/ 3 h 38"/>
                <a:gd name="T8" fmla="*/ 2 w 30"/>
                <a:gd name="T9" fmla="*/ 12 h 38"/>
                <a:gd name="T10" fmla="*/ 6 w 30"/>
                <a:gd name="T11" fmla="*/ 20 h 38"/>
                <a:gd name="T12" fmla="*/ 15 w 30"/>
                <a:gd name="T13" fmla="*/ 23 h 38"/>
                <a:gd name="T14" fmla="*/ 21 w 30"/>
                <a:gd name="T15" fmla="*/ 27 h 38"/>
                <a:gd name="T16" fmla="*/ 15 w 30"/>
                <a:gd name="T17" fmla="*/ 31 h 38"/>
                <a:gd name="T18" fmla="*/ 8 w 30"/>
                <a:gd name="T19" fmla="*/ 26 h 38"/>
                <a:gd name="T20" fmla="*/ 0 w 30"/>
                <a:gd name="T21" fmla="*/ 28 h 38"/>
                <a:gd name="T22" fmla="*/ 4 w 30"/>
                <a:gd name="T23" fmla="*/ 35 h 38"/>
                <a:gd name="T24" fmla="*/ 15 w 30"/>
                <a:gd name="T25" fmla="*/ 38 h 38"/>
                <a:gd name="T26" fmla="*/ 25 w 30"/>
                <a:gd name="T27" fmla="*/ 36 h 38"/>
                <a:gd name="T28" fmla="*/ 30 w 30"/>
                <a:gd name="T29" fmla="*/ 26 h 38"/>
                <a:gd name="T30" fmla="*/ 25 w 30"/>
                <a:gd name="T31" fmla="*/ 17 h 38"/>
                <a:gd name="T32" fmla="*/ 16 w 30"/>
                <a:gd name="T33" fmla="*/ 14 h 38"/>
                <a:gd name="T34" fmla="*/ 10 w 30"/>
                <a:gd name="T35" fmla="*/ 10 h 38"/>
                <a:gd name="T36" fmla="*/ 15 w 30"/>
                <a:gd name="T37" fmla="*/ 7 h 38"/>
                <a:gd name="T38" fmla="*/ 22 w 30"/>
                <a:gd name="T39" fmla="*/ 11 h 38"/>
                <a:gd name="T40" fmla="*/ 29 w 30"/>
                <a:gd name="T41" fmla="*/ 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8">
                  <a:moveTo>
                    <a:pt x="29" y="9"/>
                  </a:moveTo>
                  <a:cubicBezTo>
                    <a:pt x="28" y="6"/>
                    <a:pt x="27" y="5"/>
                    <a:pt x="25" y="3"/>
                  </a:cubicBezTo>
                  <a:cubicBezTo>
                    <a:pt x="22" y="1"/>
                    <a:pt x="19" y="0"/>
                    <a:pt x="15" y="0"/>
                  </a:cubicBezTo>
                  <a:cubicBezTo>
                    <a:pt x="11" y="0"/>
                    <a:pt x="8" y="1"/>
                    <a:pt x="6" y="3"/>
                  </a:cubicBezTo>
                  <a:cubicBezTo>
                    <a:pt x="3" y="6"/>
                    <a:pt x="2" y="9"/>
                    <a:pt x="2" y="12"/>
                  </a:cubicBezTo>
                  <a:cubicBezTo>
                    <a:pt x="2" y="16"/>
                    <a:pt x="4" y="19"/>
                    <a:pt x="6" y="20"/>
                  </a:cubicBezTo>
                  <a:cubicBezTo>
                    <a:pt x="8" y="21"/>
                    <a:pt x="11" y="22"/>
                    <a:pt x="15" y="23"/>
                  </a:cubicBezTo>
                  <a:cubicBezTo>
                    <a:pt x="20" y="24"/>
                    <a:pt x="21" y="25"/>
                    <a:pt x="21" y="27"/>
                  </a:cubicBezTo>
                  <a:cubicBezTo>
                    <a:pt x="21" y="30"/>
                    <a:pt x="19" y="31"/>
                    <a:pt x="15" y="31"/>
                  </a:cubicBezTo>
                  <a:cubicBezTo>
                    <a:pt x="11" y="31"/>
                    <a:pt x="9" y="30"/>
                    <a:pt x="8" y="26"/>
                  </a:cubicBezTo>
                  <a:cubicBezTo>
                    <a:pt x="0" y="28"/>
                    <a:pt x="0" y="28"/>
                    <a:pt x="0" y="28"/>
                  </a:cubicBezTo>
                  <a:cubicBezTo>
                    <a:pt x="1" y="31"/>
                    <a:pt x="2" y="33"/>
                    <a:pt x="4" y="35"/>
                  </a:cubicBezTo>
                  <a:cubicBezTo>
                    <a:pt x="7" y="37"/>
                    <a:pt x="11" y="38"/>
                    <a:pt x="15" y="38"/>
                  </a:cubicBezTo>
                  <a:cubicBezTo>
                    <a:pt x="19" y="38"/>
                    <a:pt x="22" y="37"/>
                    <a:pt x="25" y="36"/>
                  </a:cubicBezTo>
                  <a:cubicBezTo>
                    <a:pt x="28" y="33"/>
                    <a:pt x="30" y="30"/>
                    <a:pt x="30" y="26"/>
                  </a:cubicBezTo>
                  <a:cubicBezTo>
                    <a:pt x="30" y="22"/>
                    <a:pt x="28" y="19"/>
                    <a:pt x="25" y="17"/>
                  </a:cubicBezTo>
                  <a:cubicBezTo>
                    <a:pt x="24" y="16"/>
                    <a:pt x="21" y="15"/>
                    <a:pt x="16" y="14"/>
                  </a:cubicBezTo>
                  <a:cubicBezTo>
                    <a:pt x="12" y="13"/>
                    <a:pt x="10" y="12"/>
                    <a:pt x="10" y="10"/>
                  </a:cubicBezTo>
                  <a:cubicBezTo>
                    <a:pt x="10" y="8"/>
                    <a:pt x="12" y="7"/>
                    <a:pt x="15" y="7"/>
                  </a:cubicBezTo>
                  <a:cubicBezTo>
                    <a:pt x="19" y="7"/>
                    <a:pt x="20" y="8"/>
                    <a:pt x="22" y="11"/>
                  </a:cubicBezTo>
                  <a:lnTo>
                    <a:pt x="29"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6" name="Rectangle 15">
              <a:extLst>
                <a:ext uri="{FF2B5EF4-FFF2-40B4-BE49-F238E27FC236}">
                  <a16:creationId xmlns:a16="http://schemas.microsoft.com/office/drawing/2014/main" id="{44532E74-7E02-4964-92F2-59E98D23CD30}"/>
                </a:ext>
              </a:extLst>
            </p:cNvPr>
            <p:cNvSpPr>
              <a:spLocks noChangeArrowheads="1"/>
            </p:cNvSpPr>
            <p:nvPr/>
          </p:nvSpPr>
          <p:spPr bwMode="auto">
            <a:xfrm>
              <a:off x="6964363" y="2840038"/>
              <a:ext cx="17463"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7" name="Freeform 16">
              <a:extLst>
                <a:ext uri="{FF2B5EF4-FFF2-40B4-BE49-F238E27FC236}">
                  <a16:creationId xmlns:a16="http://schemas.microsoft.com/office/drawing/2014/main" id="{EE37844D-B2A6-4955-8612-5EB4320724AE}"/>
                </a:ext>
              </a:extLst>
            </p:cNvPr>
            <p:cNvSpPr>
              <a:spLocks noEditPoints="1"/>
            </p:cNvSpPr>
            <p:nvPr/>
          </p:nvSpPr>
          <p:spPr bwMode="auto">
            <a:xfrm>
              <a:off x="6997700"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1 w 30"/>
                <a:gd name="T13" fmla="*/ 0 h 36"/>
                <a:gd name="T14" fmla="*/ 0 w 30"/>
                <a:gd name="T15" fmla="*/ 0 h 36"/>
                <a:gd name="T16" fmla="*/ 9 w 30"/>
                <a:gd name="T17" fmla="*/ 7 h 36"/>
                <a:gd name="T18" fmla="*/ 12 w 30"/>
                <a:gd name="T19" fmla="*/ 7 h 36"/>
                <a:gd name="T20" fmla="*/ 19 w 30"/>
                <a:gd name="T21" fmla="*/ 10 h 36"/>
                <a:gd name="T22" fmla="*/ 21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8" y="0"/>
                    <a:pt x="11" y="0"/>
                  </a:cubicBezTo>
                  <a:lnTo>
                    <a:pt x="0" y="0"/>
                  </a:lnTo>
                  <a:close/>
                  <a:moveTo>
                    <a:pt x="9" y="7"/>
                  </a:moveTo>
                  <a:cubicBezTo>
                    <a:pt x="12" y="7"/>
                    <a:pt x="12" y="7"/>
                    <a:pt x="12" y="7"/>
                  </a:cubicBezTo>
                  <a:cubicBezTo>
                    <a:pt x="15" y="7"/>
                    <a:pt x="17" y="7"/>
                    <a:pt x="19" y="10"/>
                  </a:cubicBezTo>
                  <a:cubicBezTo>
                    <a:pt x="20" y="12"/>
                    <a:pt x="21" y="15"/>
                    <a:pt x="21" y="18"/>
                  </a:cubicBezTo>
                  <a:cubicBezTo>
                    <a:pt x="21" y="21"/>
                    <a:pt x="20"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8" name="Freeform 17">
              <a:extLst>
                <a:ext uri="{FF2B5EF4-FFF2-40B4-BE49-F238E27FC236}">
                  <a16:creationId xmlns:a16="http://schemas.microsoft.com/office/drawing/2014/main" id="{C168CECB-6293-4E47-9940-6DED29A3EB28}"/>
                </a:ext>
              </a:extLst>
            </p:cNvPr>
            <p:cNvSpPr>
              <a:spLocks noEditPoints="1"/>
            </p:cNvSpPr>
            <p:nvPr/>
          </p:nvSpPr>
          <p:spPr bwMode="auto">
            <a:xfrm>
              <a:off x="7065963" y="2840038"/>
              <a:ext cx="71438" cy="77788"/>
            </a:xfrm>
            <a:custGeom>
              <a:avLst/>
              <a:gdLst>
                <a:gd name="T0" fmla="*/ 30 w 45"/>
                <a:gd name="T1" fmla="*/ 0 h 49"/>
                <a:gd name="T2" fmla="*/ 17 w 45"/>
                <a:gd name="T3" fmla="*/ 0 h 49"/>
                <a:gd name="T4" fmla="*/ 0 w 45"/>
                <a:gd name="T5" fmla="*/ 49 h 49"/>
                <a:gd name="T6" fmla="*/ 11 w 45"/>
                <a:gd name="T7" fmla="*/ 49 h 49"/>
                <a:gd name="T8" fmla="*/ 14 w 45"/>
                <a:gd name="T9" fmla="*/ 40 h 49"/>
                <a:gd name="T10" fmla="*/ 30 w 45"/>
                <a:gd name="T11" fmla="*/ 40 h 49"/>
                <a:gd name="T12" fmla="*/ 33 w 45"/>
                <a:gd name="T13" fmla="*/ 49 h 49"/>
                <a:gd name="T14" fmla="*/ 45 w 45"/>
                <a:gd name="T15" fmla="*/ 49 h 49"/>
                <a:gd name="T16" fmla="*/ 30 w 45"/>
                <a:gd name="T17" fmla="*/ 0 h 49"/>
                <a:gd name="T18" fmla="*/ 17 w 45"/>
                <a:gd name="T19" fmla="*/ 30 h 49"/>
                <a:gd name="T20" fmla="*/ 22 w 45"/>
                <a:gd name="T21" fmla="*/ 12 h 49"/>
                <a:gd name="T22" fmla="*/ 28 w 45"/>
                <a:gd name="T23" fmla="*/ 30 h 49"/>
                <a:gd name="T24" fmla="*/ 17 w 45"/>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9">
                  <a:moveTo>
                    <a:pt x="30" y="0"/>
                  </a:moveTo>
                  <a:lnTo>
                    <a:pt x="17" y="0"/>
                  </a:lnTo>
                  <a:lnTo>
                    <a:pt x="0" y="49"/>
                  </a:lnTo>
                  <a:lnTo>
                    <a:pt x="11" y="49"/>
                  </a:lnTo>
                  <a:lnTo>
                    <a:pt x="14" y="40"/>
                  </a:lnTo>
                  <a:lnTo>
                    <a:pt x="30" y="40"/>
                  </a:lnTo>
                  <a:lnTo>
                    <a:pt x="33" y="49"/>
                  </a:lnTo>
                  <a:lnTo>
                    <a:pt x="45" y="49"/>
                  </a:lnTo>
                  <a:lnTo>
                    <a:pt x="30" y="0"/>
                  </a:lnTo>
                  <a:close/>
                  <a:moveTo>
                    <a:pt x="17" y="30"/>
                  </a:moveTo>
                  <a:lnTo>
                    <a:pt x="22" y="12"/>
                  </a:lnTo>
                  <a:lnTo>
                    <a:pt x="28" y="30"/>
                  </a:lnTo>
                  <a:lnTo>
                    <a:pt x="17"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9" name="Freeform 18">
              <a:extLst>
                <a:ext uri="{FF2B5EF4-FFF2-40B4-BE49-F238E27FC236}">
                  <a16:creationId xmlns:a16="http://schemas.microsoft.com/office/drawing/2014/main" id="{ECBE2764-684D-4C75-A9BF-FA752BD3BA21}"/>
                </a:ext>
              </a:extLst>
            </p:cNvPr>
            <p:cNvSpPr>
              <a:spLocks noEditPoints="1"/>
            </p:cNvSpPr>
            <p:nvPr/>
          </p:nvSpPr>
          <p:spPr bwMode="auto">
            <a:xfrm>
              <a:off x="7146925" y="2840038"/>
              <a:ext cx="65088" cy="77788"/>
            </a:xfrm>
            <a:custGeom>
              <a:avLst/>
              <a:gdLst>
                <a:gd name="T0" fmla="*/ 0 w 30"/>
                <a:gd name="T1" fmla="*/ 0 h 36"/>
                <a:gd name="T2" fmla="*/ 0 w 30"/>
                <a:gd name="T3" fmla="*/ 36 h 36"/>
                <a:gd name="T4" fmla="*/ 13 w 30"/>
                <a:gd name="T5" fmla="*/ 36 h 36"/>
                <a:gd name="T6" fmla="*/ 25 w 30"/>
                <a:gd name="T7" fmla="*/ 31 h 36"/>
                <a:gd name="T8" fmla="*/ 30 w 30"/>
                <a:gd name="T9" fmla="*/ 18 h 36"/>
                <a:gd name="T10" fmla="*/ 25 w 30"/>
                <a:gd name="T11" fmla="*/ 5 h 36"/>
                <a:gd name="T12" fmla="*/ 11 w 30"/>
                <a:gd name="T13" fmla="*/ 0 h 36"/>
                <a:gd name="T14" fmla="*/ 0 w 30"/>
                <a:gd name="T15" fmla="*/ 0 h 36"/>
                <a:gd name="T16" fmla="*/ 8 w 30"/>
                <a:gd name="T17" fmla="*/ 7 h 36"/>
                <a:gd name="T18" fmla="*/ 12 w 30"/>
                <a:gd name="T19" fmla="*/ 7 h 36"/>
                <a:gd name="T20" fmla="*/ 19 w 30"/>
                <a:gd name="T21" fmla="*/ 10 h 36"/>
                <a:gd name="T22" fmla="*/ 21 w 30"/>
                <a:gd name="T23" fmla="*/ 18 h 36"/>
                <a:gd name="T24" fmla="*/ 18 w 30"/>
                <a:gd name="T25" fmla="*/ 27 h 36"/>
                <a:gd name="T26" fmla="*/ 12 w 30"/>
                <a:gd name="T27" fmla="*/ 30 h 36"/>
                <a:gd name="T28" fmla="*/ 8 w 30"/>
                <a:gd name="T29" fmla="*/ 30 h 36"/>
                <a:gd name="T30" fmla="*/ 8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2" y="35"/>
                    <a:pt x="25" y="31"/>
                  </a:cubicBezTo>
                  <a:cubicBezTo>
                    <a:pt x="28" y="28"/>
                    <a:pt x="30" y="23"/>
                    <a:pt x="30" y="18"/>
                  </a:cubicBezTo>
                  <a:cubicBezTo>
                    <a:pt x="30" y="13"/>
                    <a:pt x="28" y="8"/>
                    <a:pt x="25" y="5"/>
                  </a:cubicBezTo>
                  <a:cubicBezTo>
                    <a:pt x="22" y="1"/>
                    <a:pt x="18" y="0"/>
                    <a:pt x="11" y="0"/>
                  </a:cubicBezTo>
                  <a:lnTo>
                    <a:pt x="0" y="0"/>
                  </a:lnTo>
                  <a:close/>
                  <a:moveTo>
                    <a:pt x="8" y="7"/>
                  </a:moveTo>
                  <a:cubicBezTo>
                    <a:pt x="12" y="7"/>
                    <a:pt x="12" y="7"/>
                    <a:pt x="12" y="7"/>
                  </a:cubicBezTo>
                  <a:cubicBezTo>
                    <a:pt x="15" y="7"/>
                    <a:pt x="17" y="7"/>
                    <a:pt x="19" y="10"/>
                  </a:cubicBezTo>
                  <a:cubicBezTo>
                    <a:pt x="20" y="12"/>
                    <a:pt x="21" y="15"/>
                    <a:pt x="21" y="18"/>
                  </a:cubicBezTo>
                  <a:cubicBezTo>
                    <a:pt x="21" y="21"/>
                    <a:pt x="20" y="24"/>
                    <a:pt x="18" y="27"/>
                  </a:cubicBezTo>
                  <a:cubicBezTo>
                    <a:pt x="17" y="29"/>
                    <a:pt x="15" y="30"/>
                    <a:pt x="12" y="30"/>
                  </a:cubicBezTo>
                  <a:cubicBezTo>
                    <a:pt x="8" y="30"/>
                    <a:pt x="8" y="30"/>
                    <a:pt x="8" y="30"/>
                  </a:cubicBezTo>
                  <a:lnTo>
                    <a:pt x="8"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0" name="Freeform 19">
              <a:extLst>
                <a:ext uri="{FF2B5EF4-FFF2-40B4-BE49-F238E27FC236}">
                  <a16:creationId xmlns:a16="http://schemas.microsoft.com/office/drawing/2014/main" id="{C51A37E4-7B2E-4C8C-AB54-6562A4C10B22}"/>
                </a:ext>
              </a:extLst>
            </p:cNvPr>
            <p:cNvSpPr>
              <a:spLocks noEditPoints="1"/>
            </p:cNvSpPr>
            <p:nvPr/>
          </p:nvSpPr>
          <p:spPr bwMode="auto">
            <a:xfrm>
              <a:off x="7246938" y="2840038"/>
              <a:ext cx="68263" cy="77788"/>
            </a:xfrm>
            <a:custGeom>
              <a:avLst/>
              <a:gdLst>
                <a:gd name="T0" fmla="*/ 28 w 43"/>
                <a:gd name="T1" fmla="*/ 0 h 49"/>
                <a:gd name="T2" fmla="*/ 15 w 43"/>
                <a:gd name="T3" fmla="*/ 0 h 49"/>
                <a:gd name="T4" fmla="*/ 0 w 43"/>
                <a:gd name="T5" fmla="*/ 49 h 49"/>
                <a:gd name="T6" fmla="*/ 9 w 43"/>
                <a:gd name="T7" fmla="*/ 49 h 49"/>
                <a:gd name="T8" fmla="*/ 12 w 43"/>
                <a:gd name="T9" fmla="*/ 40 h 49"/>
                <a:gd name="T10" fmla="*/ 28 w 43"/>
                <a:gd name="T11" fmla="*/ 40 h 49"/>
                <a:gd name="T12" fmla="*/ 31 w 43"/>
                <a:gd name="T13" fmla="*/ 49 h 49"/>
                <a:gd name="T14" fmla="*/ 43 w 43"/>
                <a:gd name="T15" fmla="*/ 49 h 49"/>
                <a:gd name="T16" fmla="*/ 28 w 43"/>
                <a:gd name="T17" fmla="*/ 0 h 49"/>
                <a:gd name="T18" fmla="*/ 15 w 43"/>
                <a:gd name="T19" fmla="*/ 30 h 49"/>
                <a:gd name="T20" fmla="*/ 20 w 43"/>
                <a:gd name="T21" fmla="*/ 12 h 49"/>
                <a:gd name="T22" fmla="*/ 25 w 43"/>
                <a:gd name="T23" fmla="*/ 30 h 49"/>
                <a:gd name="T24" fmla="*/ 15 w 43"/>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9">
                  <a:moveTo>
                    <a:pt x="28" y="0"/>
                  </a:moveTo>
                  <a:lnTo>
                    <a:pt x="15" y="0"/>
                  </a:lnTo>
                  <a:lnTo>
                    <a:pt x="0" y="49"/>
                  </a:lnTo>
                  <a:lnTo>
                    <a:pt x="9" y="49"/>
                  </a:lnTo>
                  <a:lnTo>
                    <a:pt x="12" y="40"/>
                  </a:lnTo>
                  <a:lnTo>
                    <a:pt x="28" y="40"/>
                  </a:lnTo>
                  <a:lnTo>
                    <a:pt x="31" y="49"/>
                  </a:lnTo>
                  <a:lnTo>
                    <a:pt x="43" y="49"/>
                  </a:lnTo>
                  <a:lnTo>
                    <a:pt x="28" y="0"/>
                  </a:lnTo>
                  <a:close/>
                  <a:moveTo>
                    <a:pt x="15" y="30"/>
                  </a:moveTo>
                  <a:lnTo>
                    <a:pt x="20" y="12"/>
                  </a:lnTo>
                  <a:lnTo>
                    <a:pt x="25" y="30"/>
                  </a:lnTo>
                  <a:lnTo>
                    <a:pt x="15"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1" name="Freeform 20">
              <a:extLst>
                <a:ext uri="{FF2B5EF4-FFF2-40B4-BE49-F238E27FC236}">
                  <a16:creationId xmlns:a16="http://schemas.microsoft.com/office/drawing/2014/main" id="{18A1BF2C-7C38-4593-8834-B70BBC1A5FE2}"/>
                </a:ext>
              </a:extLst>
            </p:cNvPr>
            <p:cNvSpPr>
              <a:spLocks noEditPoints="1"/>
            </p:cNvSpPr>
            <p:nvPr/>
          </p:nvSpPr>
          <p:spPr bwMode="auto">
            <a:xfrm>
              <a:off x="7324725"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2 w 30"/>
                <a:gd name="T13" fmla="*/ 0 h 36"/>
                <a:gd name="T14" fmla="*/ 0 w 30"/>
                <a:gd name="T15" fmla="*/ 0 h 36"/>
                <a:gd name="T16" fmla="*/ 9 w 30"/>
                <a:gd name="T17" fmla="*/ 7 h 36"/>
                <a:gd name="T18" fmla="*/ 12 w 30"/>
                <a:gd name="T19" fmla="*/ 7 h 36"/>
                <a:gd name="T20" fmla="*/ 19 w 30"/>
                <a:gd name="T21" fmla="*/ 10 h 36"/>
                <a:gd name="T22" fmla="*/ 22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9" y="0"/>
                    <a:pt x="12" y="0"/>
                  </a:cubicBezTo>
                  <a:lnTo>
                    <a:pt x="0" y="0"/>
                  </a:lnTo>
                  <a:close/>
                  <a:moveTo>
                    <a:pt x="9" y="7"/>
                  </a:moveTo>
                  <a:cubicBezTo>
                    <a:pt x="12" y="7"/>
                    <a:pt x="12" y="7"/>
                    <a:pt x="12" y="7"/>
                  </a:cubicBezTo>
                  <a:cubicBezTo>
                    <a:pt x="15" y="7"/>
                    <a:pt x="17" y="7"/>
                    <a:pt x="19" y="10"/>
                  </a:cubicBezTo>
                  <a:cubicBezTo>
                    <a:pt x="21" y="12"/>
                    <a:pt x="22" y="15"/>
                    <a:pt x="22" y="18"/>
                  </a:cubicBezTo>
                  <a:cubicBezTo>
                    <a:pt x="22" y="21"/>
                    <a:pt x="21"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2" name="Freeform 21">
              <a:extLst>
                <a:ext uri="{FF2B5EF4-FFF2-40B4-BE49-F238E27FC236}">
                  <a16:creationId xmlns:a16="http://schemas.microsoft.com/office/drawing/2014/main" id="{1B598A72-D03E-4D5B-ADF9-3A0CD5571F0A}"/>
                </a:ext>
              </a:extLst>
            </p:cNvPr>
            <p:cNvSpPr>
              <a:spLocks noEditPoints="1"/>
            </p:cNvSpPr>
            <p:nvPr/>
          </p:nvSpPr>
          <p:spPr bwMode="auto">
            <a:xfrm>
              <a:off x="7397750"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6 w 31"/>
                <a:gd name="T19" fmla="*/ 7 h 38"/>
                <a:gd name="T20" fmla="*/ 21 w 31"/>
                <a:gd name="T21" fmla="*/ 10 h 38"/>
                <a:gd name="T22" fmla="*/ 22 w 31"/>
                <a:gd name="T23" fmla="*/ 19 h 38"/>
                <a:gd name="T24" fmla="*/ 16 w 31"/>
                <a:gd name="T25" fmla="*/ 31 h 38"/>
                <a:gd name="T26" fmla="*/ 9 w 31"/>
                <a:gd name="T27" fmla="*/ 19 h 38"/>
                <a:gd name="T28" fmla="*/ 16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2" y="9"/>
                    <a:pt x="0" y="14"/>
                    <a:pt x="0" y="19"/>
                  </a:cubicBezTo>
                  <a:cubicBezTo>
                    <a:pt x="0" y="24"/>
                    <a:pt x="2" y="29"/>
                    <a:pt x="4" y="33"/>
                  </a:cubicBezTo>
                  <a:cubicBezTo>
                    <a:pt x="7" y="36"/>
                    <a:pt x="11" y="38"/>
                    <a:pt x="15" y="38"/>
                  </a:cubicBezTo>
                  <a:cubicBezTo>
                    <a:pt x="20" y="38"/>
                    <a:pt x="25" y="36"/>
                    <a:pt x="27" y="33"/>
                  </a:cubicBezTo>
                  <a:cubicBezTo>
                    <a:pt x="30" y="29"/>
                    <a:pt x="31" y="24"/>
                    <a:pt x="31" y="19"/>
                  </a:cubicBezTo>
                  <a:cubicBezTo>
                    <a:pt x="31" y="14"/>
                    <a:pt x="30" y="9"/>
                    <a:pt x="27" y="6"/>
                  </a:cubicBezTo>
                  <a:cubicBezTo>
                    <a:pt x="25" y="2"/>
                    <a:pt x="21" y="0"/>
                    <a:pt x="16" y="0"/>
                  </a:cubicBezTo>
                  <a:moveTo>
                    <a:pt x="16" y="7"/>
                  </a:moveTo>
                  <a:cubicBezTo>
                    <a:pt x="18" y="7"/>
                    <a:pt x="20" y="8"/>
                    <a:pt x="21" y="10"/>
                  </a:cubicBezTo>
                  <a:cubicBezTo>
                    <a:pt x="22" y="12"/>
                    <a:pt x="22" y="15"/>
                    <a:pt x="22" y="19"/>
                  </a:cubicBezTo>
                  <a:cubicBezTo>
                    <a:pt x="22" y="27"/>
                    <a:pt x="20" y="31"/>
                    <a:pt x="16" y="31"/>
                  </a:cubicBezTo>
                  <a:cubicBezTo>
                    <a:pt x="11" y="31"/>
                    <a:pt x="9" y="27"/>
                    <a:pt x="9" y="19"/>
                  </a:cubicBezTo>
                  <a:cubicBezTo>
                    <a:pt x="9" y="11"/>
                    <a:pt x="11" y="7"/>
                    <a:pt x="16"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3" name="Freeform 22">
              <a:extLst>
                <a:ext uri="{FF2B5EF4-FFF2-40B4-BE49-F238E27FC236}">
                  <a16:creationId xmlns:a16="http://schemas.microsoft.com/office/drawing/2014/main" id="{AE268EC0-351E-481F-AE06-1CCF71E04CA9}"/>
                </a:ext>
              </a:extLst>
            </p:cNvPr>
            <p:cNvSpPr>
              <a:spLocks/>
            </p:cNvSpPr>
            <p:nvPr/>
          </p:nvSpPr>
          <p:spPr bwMode="auto">
            <a:xfrm>
              <a:off x="7478713" y="2840038"/>
              <a:ext cx="49213" cy="77788"/>
            </a:xfrm>
            <a:custGeom>
              <a:avLst/>
              <a:gdLst>
                <a:gd name="T0" fmla="*/ 10 w 31"/>
                <a:gd name="T1" fmla="*/ 40 h 49"/>
                <a:gd name="T2" fmla="*/ 10 w 31"/>
                <a:gd name="T3" fmla="*/ 0 h 49"/>
                <a:gd name="T4" fmla="*/ 0 w 31"/>
                <a:gd name="T5" fmla="*/ 0 h 49"/>
                <a:gd name="T6" fmla="*/ 0 w 31"/>
                <a:gd name="T7" fmla="*/ 49 h 49"/>
                <a:gd name="T8" fmla="*/ 31 w 31"/>
                <a:gd name="T9" fmla="*/ 49 h 49"/>
                <a:gd name="T10" fmla="*/ 31 w 31"/>
                <a:gd name="T11" fmla="*/ 40 h 49"/>
                <a:gd name="T12" fmla="*/ 10 w 31"/>
                <a:gd name="T13" fmla="*/ 40 h 49"/>
              </a:gdLst>
              <a:ahLst/>
              <a:cxnLst>
                <a:cxn ang="0">
                  <a:pos x="T0" y="T1"/>
                </a:cxn>
                <a:cxn ang="0">
                  <a:pos x="T2" y="T3"/>
                </a:cxn>
                <a:cxn ang="0">
                  <a:pos x="T4" y="T5"/>
                </a:cxn>
                <a:cxn ang="0">
                  <a:pos x="T6" y="T7"/>
                </a:cxn>
                <a:cxn ang="0">
                  <a:pos x="T8" y="T9"/>
                </a:cxn>
                <a:cxn ang="0">
                  <a:pos x="T10" y="T11"/>
                </a:cxn>
                <a:cxn ang="0">
                  <a:pos x="T12" y="T13"/>
                </a:cxn>
              </a:cxnLst>
              <a:rect l="0" t="0" r="r" b="b"/>
              <a:pathLst>
                <a:path w="31" h="49">
                  <a:moveTo>
                    <a:pt x="10" y="40"/>
                  </a:moveTo>
                  <a:lnTo>
                    <a:pt x="10" y="0"/>
                  </a:lnTo>
                  <a:lnTo>
                    <a:pt x="0" y="0"/>
                  </a:lnTo>
                  <a:lnTo>
                    <a:pt x="0" y="49"/>
                  </a:lnTo>
                  <a:lnTo>
                    <a:pt x="31" y="49"/>
                  </a:lnTo>
                  <a:lnTo>
                    <a:pt x="31" y="40"/>
                  </a:lnTo>
                  <a:lnTo>
                    <a:pt x="10"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4" name="Freeform 23">
              <a:extLst>
                <a:ext uri="{FF2B5EF4-FFF2-40B4-BE49-F238E27FC236}">
                  <a16:creationId xmlns:a16="http://schemas.microsoft.com/office/drawing/2014/main" id="{9A4A82FF-9A69-43F0-99D1-97B5B755A47F}"/>
                </a:ext>
              </a:extLst>
            </p:cNvPr>
            <p:cNvSpPr>
              <a:spLocks/>
            </p:cNvSpPr>
            <p:nvPr/>
          </p:nvSpPr>
          <p:spPr bwMode="auto">
            <a:xfrm>
              <a:off x="7535863" y="2840038"/>
              <a:ext cx="57150" cy="77788"/>
            </a:xfrm>
            <a:custGeom>
              <a:avLst/>
              <a:gdLst>
                <a:gd name="T0" fmla="*/ 36 w 36"/>
                <a:gd name="T1" fmla="*/ 10 h 49"/>
                <a:gd name="T2" fmla="*/ 36 w 36"/>
                <a:gd name="T3" fmla="*/ 0 h 49"/>
                <a:gd name="T4" fmla="*/ 0 w 36"/>
                <a:gd name="T5" fmla="*/ 0 h 49"/>
                <a:gd name="T6" fmla="*/ 0 w 36"/>
                <a:gd name="T7" fmla="*/ 49 h 49"/>
                <a:gd name="T8" fmla="*/ 13 w 36"/>
                <a:gd name="T9" fmla="*/ 49 h 49"/>
                <a:gd name="T10" fmla="*/ 13 w 36"/>
                <a:gd name="T11" fmla="*/ 30 h 49"/>
                <a:gd name="T12" fmla="*/ 32 w 36"/>
                <a:gd name="T13" fmla="*/ 30 h 49"/>
                <a:gd name="T14" fmla="*/ 32 w 36"/>
                <a:gd name="T15" fmla="*/ 21 h 49"/>
                <a:gd name="T16" fmla="*/ 13 w 36"/>
                <a:gd name="T17" fmla="*/ 21 h 49"/>
                <a:gd name="T18" fmla="*/ 13 w 36"/>
                <a:gd name="T19" fmla="*/ 10 h 49"/>
                <a:gd name="T20" fmla="*/ 36 w 36"/>
                <a:gd name="T21"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49">
                  <a:moveTo>
                    <a:pt x="36" y="10"/>
                  </a:moveTo>
                  <a:lnTo>
                    <a:pt x="36" y="0"/>
                  </a:lnTo>
                  <a:lnTo>
                    <a:pt x="0" y="0"/>
                  </a:lnTo>
                  <a:lnTo>
                    <a:pt x="0" y="49"/>
                  </a:lnTo>
                  <a:lnTo>
                    <a:pt x="13" y="49"/>
                  </a:lnTo>
                  <a:lnTo>
                    <a:pt x="13" y="30"/>
                  </a:lnTo>
                  <a:lnTo>
                    <a:pt x="32" y="30"/>
                  </a:lnTo>
                  <a:lnTo>
                    <a:pt x="32" y="21"/>
                  </a:lnTo>
                  <a:lnTo>
                    <a:pt x="13" y="21"/>
                  </a:lnTo>
                  <a:lnTo>
                    <a:pt x="13"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5" name="Freeform 24">
              <a:extLst>
                <a:ext uri="{FF2B5EF4-FFF2-40B4-BE49-F238E27FC236}">
                  <a16:creationId xmlns:a16="http://schemas.microsoft.com/office/drawing/2014/main" id="{4FBC13B9-719F-4763-972A-9F5937285E05}"/>
                </a:ext>
              </a:extLst>
            </p:cNvPr>
            <p:cNvSpPr>
              <a:spLocks noEditPoints="1"/>
            </p:cNvSpPr>
            <p:nvPr/>
          </p:nvSpPr>
          <p:spPr bwMode="auto">
            <a:xfrm>
              <a:off x="7599363"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5 w 31"/>
                <a:gd name="T19" fmla="*/ 7 h 38"/>
                <a:gd name="T20" fmla="*/ 21 w 31"/>
                <a:gd name="T21" fmla="*/ 10 h 38"/>
                <a:gd name="T22" fmla="*/ 22 w 31"/>
                <a:gd name="T23" fmla="*/ 19 h 38"/>
                <a:gd name="T24" fmla="*/ 15 w 31"/>
                <a:gd name="T25" fmla="*/ 31 h 38"/>
                <a:gd name="T26" fmla="*/ 9 w 31"/>
                <a:gd name="T27" fmla="*/ 19 h 38"/>
                <a:gd name="T28" fmla="*/ 15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1" y="9"/>
                    <a:pt x="0" y="14"/>
                    <a:pt x="0" y="19"/>
                  </a:cubicBezTo>
                  <a:cubicBezTo>
                    <a:pt x="0" y="24"/>
                    <a:pt x="1" y="29"/>
                    <a:pt x="4" y="33"/>
                  </a:cubicBezTo>
                  <a:cubicBezTo>
                    <a:pt x="7" y="36"/>
                    <a:pt x="11" y="38"/>
                    <a:pt x="15" y="38"/>
                  </a:cubicBezTo>
                  <a:cubicBezTo>
                    <a:pt x="20" y="38"/>
                    <a:pt x="24" y="36"/>
                    <a:pt x="27" y="33"/>
                  </a:cubicBezTo>
                  <a:cubicBezTo>
                    <a:pt x="29" y="29"/>
                    <a:pt x="31" y="24"/>
                    <a:pt x="31" y="19"/>
                  </a:cubicBezTo>
                  <a:cubicBezTo>
                    <a:pt x="31" y="14"/>
                    <a:pt x="30" y="9"/>
                    <a:pt x="27" y="6"/>
                  </a:cubicBezTo>
                  <a:cubicBezTo>
                    <a:pt x="24" y="2"/>
                    <a:pt x="20" y="0"/>
                    <a:pt x="16" y="0"/>
                  </a:cubicBezTo>
                  <a:moveTo>
                    <a:pt x="15" y="7"/>
                  </a:moveTo>
                  <a:cubicBezTo>
                    <a:pt x="18" y="7"/>
                    <a:pt x="19" y="8"/>
                    <a:pt x="21" y="10"/>
                  </a:cubicBezTo>
                  <a:cubicBezTo>
                    <a:pt x="22" y="12"/>
                    <a:pt x="22" y="15"/>
                    <a:pt x="22" y="19"/>
                  </a:cubicBezTo>
                  <a:cubicBezTo>
                    <a:pt x="22" y="27"/>
                    <a:pt x="20" y="31"/>
                    <a:pt x="15" y="31"/>
                  </a:cubicBezTo>
                  <a:cubicBezTo>
                    <a:pt x="11" y="31"/>
                    <a:pt x="9" y="27"/>
                    <a:pt x="9" y="19"/>
                  </a:cubicBezTo>
                  <a:cubicBezTo>
                    <a:pt x="9" y="11"/>
                    <a:pt x="11" y="7"/>
                    <a:pt x="15"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6" name="Rectangle 25">
              <a:extLst>
                <a:ext uri="{FF2B5EF4-FFF2-40B4-BE49-F238E27FC236}">
                  <a16:creationId xmlns:a16="http://schemas.microsoft.com/office/drawing/2014/main" id="{2B0A03E1-C666-4175-A941-D3648FB79D12}"/>
                </a:ext>
              </a:extLst>
            </p:cNvPr>
            <p:cNvSpPr>
              <a:spLocks noChangeArrowheads="1"/>
            </p:cNvSpPr>
            <p:nvPr/>
          </p:nvSpPr>
          <p:spPr bwMode="auto">
            <a:xfrm>
              <a:off x="7707313"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7" name="Freeform 26">
              <a:extLst>
                <a:ext uri="{FF2B5EF4-FFF2-40B4-BE49-F238E27FC236}">
                  <a16:creationId xmlns:a16="http://schemas.microsoft.com/office/drawing/2014/main" id="{2EFA2493-D022-4827-92A0-7FF384224BFC}"/>
                </a:ext>
              </a:extLst>
            </p:cNvPr>
            <p:cNvSpPr>
              <a:spLocks noEditPoints="1"/>
            </p:cNvSpPr>
            <p:nvPr/>
          </p:nvSpPr>
          <p:spPr bwMode="auto">
            <a:xfrm>
              <a:off x="7742238" y="2840038"/>
              <a:ext cx="65088" cy="77788"/>
            </a:xfrm>
            <a:custGeom>
              <a:avLst/>
              <a:gdLst>
                <a:gd name="T0" fmla="*/ 0 w 30"/>
                <a:gd name="T1" fmla="*/ 0 h 36"/>
                <a:gd name="T2" fmla="*/ 0 w 30"/>
                <a:gd name="T3" fmla="*/ 36 h 36"/>
                <a:gd name="T4" fmla="*/ 17 w 30"/>
                <a:gd name="T5" fmla="*/ 36 h 36"/>
                <a:gd name="T6" fmla="*/ 27 w 30"/>
                <a:gd name="T7" fmla="*/ 34 h 36"/>
                <a:gd name="T8" fmla="*/ 30 w 30"/>
                <a:gd name="T9" fmla="*/ 26 h 36"/>
                <a:gd name="T10" fmla="*/ 27 w 30"/>
                <a:gd name="T11" fmla="*/ 20 h 36"/>
                <a:gd name="T12" fmla="*/ 23 w 30"/>
                <a:gd name="T13" fmla="*/ 17 h 36"/>
                <a:gd name="T14" fmla="*/ 29 w 30"/>
                <a:gd name="T15" fmla="*/ 9 h 36"/>
                <a:gd name="T16" fmla="*/ 26 w 30"/>
                <a:gd name="T17" fmla="*/ 2 h 36"/>
                <a:gd name="T18" fmla="*/ 17 w 30"/>
                <a:gd name="T19" fmla="*/ 0 h 36"/>
                <a:gd name="T20" fmla="*/ 0 w 30"/>
                <a:gd name="T21" fmla="*/ 0 h 36"/>
                <a:gd name="T22" fmla="*/ 9 w 30"/>
                <a:gd name="T23" fmla="*/ 6 h 36"/>
                <a:gd name="T24" fmla="*/ 14 w 30"/>
                <a:gd name="T25" fmla="*/ 6 h 36"/>
                <a:gd name="T26" fmla="*/ 19 w 30"/>
                <a:gd name="T27" fmla="*/ 7 h 36"/>
                <a:gd name="T28" fmla="*/ 20 w 30"/>
                <a:gd name="T29" fmla="*/ 10 h 36"/>
                <a:gd name="T30" fmla="*/ 19 w 30"/>
                <a:gd name="T31" fmla="*/ 13 h 36"/>
                <a:gd name="T32" fmla="*/ 15 w 30"/>
                <a:gd name="T33" fmla="*/ 14 h 36"/>
                <a:gd name="T34" fmla="*/ 9 w 30"/>
                <a:gd name="T35" fmla="*/ 14 h 36"/>
                <a:gd name="T36" fmla="*/ 9 w 30"/>
                <a:gd name="T37" fmla="*/ 6 h 36"/>
                <a:gd name="T38" fmla="*/ 9 w 30"/>
                <a:gd name="T39" fmla="*/ 21 h 36"/>
                <a:gd name="T40" fmla="*/ 16 w 30"/>
                <a:gd name="T41" fmla="*/ 21 h 36"/>
                <a:gd name="T42" fmla="*/ 21 w 30"/>
                <a:gd name="T43" fmla="*/ 25 h 36"/>
                <a:gd name="T44" fmla="*/ 19 w 30"/>
                <a:gd name="T45" fmla="*/ 29 h 36"/>
                <a:gd name="T46" fmla="*/ 15 w 30"/>
                <a:gd name="T47" fmla="*/ 30 h 36"/>
                <a:gd name="T48" fmla="*/ 9 w 30"/>
                <a:gd name="T49" fmla="*/ 30 h 36"/>
                <a:gd name="T50" fmla="*/ 9 w 30"/>
                <a:gd name="T51"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 h="36">
                  <a:moveTo>
                    <a:pt x="0" y="0"/>
                  </a:moveTo>
                  <a:cubicBezTo>
                    <a:pt x="0" y="36"/>
                    <a:pt x="0" y="36"/>
                    <a:pt x="0" y="36"/>
                  </a:cubicBezTo>
                  <a:cubicBezTo>
                    <a:pt x="17" y="36"/>
                    <a:pt x="17" y="36"/>
                    <a:pt x="17" y="36"/>
                  </a:cubicBezTo>
                  <a:cubicBezTo>
                    <a:pt x="22" y="36"/>
                    <a:pt x="25" y="36"/>
                    <a:pt x="27" y="34"/>
                  </a:cubicBezTo>
                  <a:cubicBezTo>
                    <a:pt x="29" y="32"/>
                    <a:pt x="30" y="29"/>
                    <a:pt x="30" y="26"/>
                  </a:cubicBezTo>
                  <a:cubicBezTo>
                    <a:pt x="30" y="24"/>
                    <a:pt x="29" y="21"/>
                    <a:pt x="27" y="20"/>
                  </a:cubicBezTo>
                  <a:cubicBezTo>
                    <a:pt x="26" y="18"/>
                    <a:pt x="25" y="18"/>
                    <a:pt x="23" y="17"/>
                  </a:cubicBezTo>
                  <a:cubicBezTo>
                    <a:pt x="27" y="16"/>
                    <a:pt x="29" y="13"/>
                    <a:pt x="29" y="9"/>
                  </a:cubicBezTo>
                  <a:cubicBezTo>
                    <a:pt x="29" y="6"/>
                    <a:pt x="28" y="4"/>
                    <a:pt x="26" y="2"/>
                  </a:cubicBezTo>
                  <a:cubicBezTo>
                    <a:pt x="24" y="0"/>
                    <a:pt x="21" y="0"/>
                    <a:pt x="17" y="0"/>
                  </a:cubicBezTo>
                  <a:lnTo>
                    <a:pt x="0" y="0"/>
                  </a:lnTo>
                  <a:close/>
                  <a:moveTo>
                    <a:pt x="9" y="6"/>
                  </a:moveTo>
                  <a:cubicBezTo>
                    <a:pt x="14" y="6"/>
                    <a:pt x="14" y="6"/>
                    <a:pt x="14" y="6"/>
                  </a:cubicBezTo>
                  <a:cubicBezTo>
                    <a:pt x="18" y="6"/>
                    <a:pt x="18" y="6"/>
                    <a:pt x="19" y="7"/>
                  </a:cubicBezTo>
                  <a:cubicBezTo>
                    <a:pt x="20" y="8"/>
                    <a:pt x="20" y="9"/>
                    <a:pt x="20" y="10"/>
                  </a:cubicBezTo>
                  <a:cubicBezTo>
                    <a:pt x="20" y="12"/>
                    <a:pt x="20" y="13"/>
                    <a:pt x="19" y="13"/>
                  </a:cubicBezTo>
                  <a:cubicBezTo>
                    <a:pt x="18" y="14"/>
                    <a:pt x="17" y="14"/>
                    <a:pt x="15" y="14"/>
                  </a:cubicBezTo>
                  <a:cubicBezTo>
                    <a:pt x="9" y="14"/>
                    <a:pt x="9" y="14"/>
                    <a:pt x="9" y="14"/>
                  </a:cubicBezTo>
                  <a:lnTo>
                    <a:pt x="9" y="6"/>
                  </a:lnTo>
                  <a:close/>
                  <a:moveTo>
                    <a:pt x="9" y="21"/>
                  </a:moveTo>
                  <a:cubicBezTo>
                    <a:pt x="16" y="21"/>
                    <a:pt x="16" y="21"/>
                    <a:pt x="16" y="21"/>
                  </a:cubicBezTo>
                  <a:cubicBezTo>
                    <a:pt x="19" y="21"/>
                    <a:pt x="21" y="22"/>
                    <a:pt x="21" y="25"/>
                  </a:cubicBezTo>
                  <a:cubicBezTo>
                    <a:pt x="21" y="27"/>
                    <a:pt x="20" y="28"/>
                    <a:pt x="19" y="29"/>
                  </a:cubicBezTo>
                  <a:cubicBezTo>
                    <a:pt x="18" y="29"/>
                    <a:pt x="17" y="30"/>
                    <a:pt x="15" y="30"/>
                  </a:cubicBezTo>
                  <a:cubicBezTo>
                    <a:pt x="9" y="30"/>
                    <a:pt x="9" y="30"/>
                    <a:pt x="9" y="30"/>
                  </a:cubicBezTo>
                  <a:lnTo>
                    <a:pt x="9"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8" name="Freeform 27">
              <a:extLst>
                <a:ext uri="{FF2B5EF4-FFF2-40B4-BE49-F238E27FC236}">
                  <a16:creationId xmlns:a16="http://schemas.microsoft.com/office/drawing/2014/main" id="{7772AC13-9691-43FB-BB0D-D5B3FFC9F1F7}"/>
                </a:ext>
              </a:extLst>
            </p:cNvPr>
            <p:cNvSpPr>
              <a:spLocks noEditPoints="1"/>
            </p:cNvSpPr>
            <p:nvPr/>
          </p:nvSpPr>
          <p:spPr bwMode="auto">
            <a:xfrm>
              <a:off x="7812088" y="2814638"/>
              <a:ext cx="71438" cy="103188"/>
            </a:xfrm>
            <a:custGeom>
              <a:avLst/>
              <a:gdLst>
                <a:gd name="T0" fmla="*/ 30 w 45"/>
                <a:gd name="T1" fmla="*/ 16 h 65"/>
                <a:gd name="T2" fmla="*/ 16 w 45"/>
                <a:gd name="T3" fmla="*/ 16 h 65"/>
                <a:gd name="T4" fmla="*/ 0 w 45"/>
                <a:gd name="T5" fmla="*/ 65 h 65"/>
                <a:gd name="T6" fmla="*/ 9 w 45"/>
                <a:gd name="T7" fmla="*/ 65 h 65"/>
                <a:gd name="T8" fmla="*/ 13 w 45"/>
                <a:gd name="T9" fmla="*/ 56 h 65"/>
                <a:gd name="T10" fmla="*/ 30 w 45"/>
                <a:gd name="T11" fmla="*/ 56 h 65"/>
                <a:gd name="T12" fmla="*/ 32 w 45"/>
                <a:gd name="T13" fmla="*/ 65 h 65"/>
                <a:gd name="T14" fmla="*/ 45 w 45"/>
                <a:gd name="T15" fmla="*/ 65 h 65"/>
                <a:gd name="T16" fmla="*/ 30 w 45"/>
                <a:gd name="T17" fmla="*/ 16 h 65"/>
                <a:gd name="T18" fmla="*/ 16 w 45"/>
                <a:gd name="T19" fmla="*/ 46 h 65"/>
                <a:gd name="T20" fmla="*/ 21 w 45"/>
                <a:gd name="T21" fmla="*/ 28 h 65"/>
                <a:gd name="T22" fmla="*/ 27 w 45"/>
                <a:gd name="T23" fmla="*/ 46 h 65"/>
                <a:gd name="T24" fmla="*/ 16 w 45"/>
                <a:gd name="T25" fmla="*/ 46 h 65"/>
                <a:gd name="T26" fmla="*/ 32 w 45"/>
                <a:gd name="T27" fmla="*/ 0 h 65"/>
                <a:gd name="T28" fmla="*/ 16 w 45"/>
                <a:gd name="T29" fmla="*/ 8 h 65"/>
                <a:gd name="T30" fmla="*/ 19 w 45"/>
                <a:gd name="T31" fmla="*/ 12 h 65"/>
                <a:gd name="T32" fmla="*/ 35 w 45"/>
                <a:gd name="T33" fmla="*/ 7 h 65"/>
                <a:gd name="T34" fmla="*/ 32 w 45"/>
                <a:gd name="T3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 h="65">
                  <a:moveTo>
                    <a:pt x="30" y="16"/>
                  </a:moveTo>
                  <a:lnTo>
                    <a:pt x="16" y="16"/>
                  </a:lnTo>
                  <a:lnTo>
                    <a:pt x="0" y="65"/>
                  </a:lnTo>
                  <a:lnTo>
                    <a:pt x="9" y="65"/>
                  </a:lnTo>
                  <a:lnTo>
                    <a:pt x="13" y="56"/>
                  </a:lnTo>
                  <a:lnTo>
                    <a:pt x="30" y="56"/>
                  </a:lnTo>
                  <a:lnTo>
                    <a:pt x="32" y="65"/>
                  </a:lnTo>
                  <a:lnTo>
                    <a:pt x="45" y="65"/>
                  </a:lnTo>
                  <a:lnTo>
                    <a:pt x="30" y="16"/>
                  </a:lnTo>
                  <a:close/>
                  <a:moveTo>
                    <a:pt x="16" y="46"/>
                  </a:moveTo>
                  <a:lnTo>
                    <a:pt x="21" y="28"/>
                  </a:lnTo>
                  <a:lnTo>
                    <a:pt x="27" y="46"/>
                  </a:lnTo>
                  <a:lnTo>
                    <a:pt x="16" y="46"/>
                  </a:lnTo>
                  <a:close/>
                  <a:moveTo>
                    <a:pt x="32" y="0"/>
                  </a:moveTo>
                  <a:lnTo>
                    <a:pt x="16" y="8"/>
                  </a:lnTo>
                  <a:lnTo>
                    <a:pt x="19" y="12"/>
                  </a:lnTo>
                  <a:lnTo>
                    <a:pt x="35" y="7"/>
                  </a:lnTo>
                  <a:lnTo>
                    <a:pt x="3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9" name="Freeform 28">
              <a:extLst>
                <a:ext uri="{FF2B5EF4-FFF2-40B4-BE49-F238E27FC236}">
                  <a16:creationId xmlns:a16="http://schemas.microsoft.com/office/drawing/2014/main" id="{A3D97595-A9BE-40A0-92E1-AAFD30F43D75}"/>
                </a:ext>
              </a:extLst>
            </p:cNvPr>
            <p:cNvSpPr>
              <a:spLocks noEditPoints="1"/>
            </p:cNvSpPr>
            <p:nvPr/>
          </p:nvSpPr>
          <p:spPr bwMode="auto">
            <a:xfrm>
              <a:off x="7891463" y="2816225"/>
              <a:ext cx="60325" cy="101600"/>
            </a:xfrm>
            <a:custGeom>
              <a:avLst/>
              <a:gdLst>
                <a:gd name="T0" fmla="*/ 28 w 28"/>
                <a:gd name="T1" fmla="*/ 11 h 47"/>
                <a:gd name="T2" fmla="*/ 21 w 28"/>
                <a:gd name="T3" fmla="*/ 11 h 47"/>
                <a:gd name="T4" fmla="*/ 21 w 28"/>
                <a:gd name="T5" fmla="*/ 30 h 47"/>
                <a:gd name="T6" fmla="*/ 22 w 28"/>
                <a:gd name="T7" fmla="*/ 32 h 47"/>
                <a:gd name="T8" fmla="*/ 9 w 28"/>
                <a:gd name="T9" fmla="*/ 11 h 47"/>
                <a:gd name="T10" fmla="*/ 0 w 28"/>
                <a:gd name="T11" fmla="*/ 11 h 47"/>
                <a:gd name="T12" fmla="*/ 0 w 28"/>
                <a:gd name="T13" fmla="*/ 47 h 47"/>
                <a:gd name="T14" fmla="*/ 7 w 28"/>
                <a:gd name="T15" fmla="*/ 47 h 47"/>
                <a:gd name="T16" fmla="*/ 7 w 28"/>
                <a:gd name="T17" fmla="*/ 26 h 47"/>
                <a:gd name="T18" fmla="*/ 6 w 28"/>
                <a:gd name="T19" fmla="*/ 24 h 47"/>
                <a:gd name="T20" fmla="*/ 6 w 28"/>
                <a:gd name="T21" fmla="*/ 23 h 47"/>
                <a:gd name="T22" fmla="*/ 21 w 28"/>
                <a:gd name="T23" fmla="*/ 47 h 47"/>
                <a:gd name="T24" fmla="*/ 28 w 28"/>
                <a:gd name="T25" fmla="*/ 47 h 47"/>
                <a:gd name="T26" fmla="*/ 28 w 28"/>
                <a:gd name="T27" fmla="*/ 11 h 47"/>
                <a:gd name="T28" fmla="*/ 22 w 28"/>
                <a:gd name="T29" fmla="*/ 0 h 47"/>
                <a:gd name="T30" fmla="*/ 18 w 28"/>
                <a:gd name="T31" fmla="*/ 3 h 47"/>
                <a:gd name="T32" fmla="*/ 15 w 28"/>
                <a:gd name="T33" fmla="*/ 2 h 47"/>
                <a:gd name="T34" fmla="*/ 11 w 28"/>
                <a:gd name="T35" fmla="*/ 1 h 47"/>
                <a:gd name="T36" fmla="*/ 5 w 28"/>
                <a:gd name="T37" fmla="*/ 4 h 47"/>
                <a:gd name="T38" fmla="*/ 7 w 28"/>
                <a:gd name="T39" fmla="*/ 7 h 47"/>
                <a:gd name="T40" fmla="*/ 11 w 28"/>
                <a:gd name="T41" fmla="*/ 5 h 47"/>
                <a:gd name="T42" fmla="*/ 13 w 28"/>
                <a:gd name="T43" fmla="*/ 5 h 47"/>
                <a:gd name="T44" fmla="*/ 18 w 28"/>
                <a:gd name="T45" fmla="*/ 7 h 47"/>
                <a:gd name="T46" fmla="*/ 24 w 28"/>
                <a:gd name="T47" fmla="*/ 3 h 47"/>
                <a:gd name="T48" fmla="*/ 22 w 28"/>
                <a:gd name="T4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47">
                  <a:moveTo>
                    <a:pt x="28" y="11"/>
                  </a:moveTo>
                  <a:cubicBezTo>
                    <a:pt x="21" y="11"/>
                    <a:pt x="21" y="11"/>
                    <a:pt x="21" y="11"/>
                  </a:cubicBezTo>
                  <a:cubicBezTo>
                    <a:pt x="21" y="30"/>
                    <a:pt x="21" y="30"/>
                    <a:pt x="21" y="30"/>
                  </a:cubicBezTo>
                  <a:cubicBezTo>
                    <a:pt x="21" y="31"/>
                    <a:pt x="21" y="31"/>
                    <a:pt x="22" y="32"/>
                  </a:cubicBezTo>
                  <a:cubicBezTo>
                    <a:pt x="9" y="11"/>
                    <a:pt x="9" y="11"/>
                    <a:pt x="9" y="11"/>
                  </a:cubicBezTo>
                  <a:cubicBezTo>
                    <a:pt x="0" y="11"/>
                    <a:pt x="0" y="11"/>
                    <a:pt x="0" y="11"/>
                  </a:cubicBezTo>
                  <a:cubicBezTo>
                    <a:pt x="0" y="47"/>
                    <a:pt x="0" y="47"/>
                    <a:pt x="0" y="47"/>
                  </a:cubicBezTo>
                  <a:cubicBezTo>
                    <a:pt x="7" y="47"/>
                    <a:pt x="7" y="47"/>
                    <a:pt x="7" y="47"/>
                  </a:cubicBezTo>
                  <a:cubicBezTo>
                    <a:pt x="7" y="26"/>
                    <a:pt x="7" y="26"/>
                    <a:pt x="7" y="26"/>
                  </a:cubicBezTo>
                  <a:cubicBezTo>
                    <a:pt x="6" y="24"/>
                    <a:pt x="6" y="24"/>
                    <a:pt x="6" y="24"/>
                  </a:cubicBezTo>
                  <a:cubicBezTo>
                    <a:pt x="6" y="23"/>
                    <a:pt x="6" y="23"/>
                    <a:pt x="6" y="23"/>
                  </a:cubicBezTo>
                  <a:cubicBezTo>
                    <a:pt x="21" y="47"/>
                    <a:pt x="21" y="47"/>
                    <a:pt x="21" y="47"/>
                  </a:cubicBezTo>
                  <a:cubicBezTo>
                    <a:pt x="28" y="47"/>
                    <a:pt x="28" y="47"/>
                    <a:pt x="28" y="47"/>
                  </a:cubicBezTo>
                  <a:lnTo>
                    <a:pt x="28" y="11"/>
                  </a:lnTo>
                  <a:close/>
                  <a:moveTo>
                    <a:pt x="22" y="0"/>
                  </a:moveTo>
                  <a:cubicBezTo>
                    <a:pt x="21" y="2"/>
                    <a:pt x="19" y="3"/>
                    <a:pt x="18" y="3"/>
                  </a:cubicBezTo>
                  <a:cubicBezTo>
                    <a:pt x="17" y="3"/>
                    <a:pt x="16" y="2"/>
                    <a:pt x="15" y="2"/>
                  </a:cubicBezTo>
                  <a:cubicBezTo>
                    <a:pt x="13" y="1"/>
                    <a:pt x="12" y="1"/>
                    <a:pt x="11" y="1"/>
                  </a:cubicBezTo>
                  <a:cubicBezTo>
                    <a:pt x="9" y="1"/>
                    <a:pt x="7" y="2"/>
                    <a:pt x="5" y="4"/>
                  </a:cubicBezTo>
                  <a:cubicBezTo>
                    <a:pt x="7" y="7"/>
                    <a:pt x="7" y="7"/>
                    <a:pt x="7" y="7"/>
                  </a:cubicBezTo>
                  <a:cubicBezTo>
                    <a:pt x="9" y="5"/>
                    <a:pt x="10" y="5"/>
                    <a:pt x="11" y="5"/>
                  </a:cubicBezTo>
                  <a:cubicBezTo>
                    <a:pt x="12" y="5"/>
                    <a:pt x="12" y="5"/>
                    <a:pt x="13" y="5"/>
                  </a:cubicBezTo>
                  <a:cubicBezTo>
                    <a:pt x="16" y="7"/>
                    <a:pt x="16" y="7"/>
                    <a:pt x="18" y="7"/>
                  </a:cubicBezTo>
                  <a:cubicBezTo>
                    <a:pt x="20" y="7"/>
                    <a:pt x="22" y="6"/>
                    <a:pt x="24" y="3"/>
                  </a:cubicBezTo>
                  <a:lnTo>
                    <a:pt x="2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0" name="Freeform 29">
              <a:extLst>
                <a:ext uri="{FF2B5EF4-FFF2-40B4-BE49-F238E27FC236}">
                  <a16:creationId xmlns:a16="http://schemas.microsoft.com/office/drawing/2014/main" id="{7FE7A090-7BF6-4244-8DC2-CAE1C84A10BE}"/>
                </a:ext>
              </a:extLst>
            </p:cNvPr>
            <p:cNvSpPr>
              <a:spLocks/>
            </p:cNvSpPr>
            <p:nvPr/>
          </p:nvSpPr>
          <p:spPr bwMode="auto">
            <a:xfrm>
              <a:off x="7967663" y="2840038"/>
              <a:ext cx="55563" cy="77788"/>
            </a:xfrm>
            <a:custGeom>
              <a:avLst/>
              <a:gdLst>
                <a:gd name="T0" fmla="*/ 35 w 35"/>
                <a:gd name="T1" fmla="*/ 10 h 49"/>
                <a:gd name="T2" fmla="*/ 35 w 35"/>
                <a:gd name="T3" fmla="*/ 0 h 49"/>
                <a:gd name="T4" fmla="*/ 0 w 35"/>
                <a:gd name="T5" fmla="*/ 0 h 49"/>
                <a:gd name="T6" fmla="*/ 0 w 35"/>
                <a:gd name="T7" fmla="*/ 49 h 49"/>
                <a:gd name="T8" fmla="*/ 35 w 35"/>
                <a:gd name="T9" fmla="*/ 49 h 49"/>
                <a:gd name="T10" fmla="*/ 35 w 35"/>
                <a:gd name="T11" fmla="*/ 40 h 49"/>
                <a:gd name="T12" fmla="*/ 12 w 35"/>
                <a:gd name="T13" fmla="*/ 40 h 49"/>
                <a:gd name="T14" fmla="*/ 12 w 35"/>
                <a:gd name="T15" fmla="*/ 29 h 49"/>
                <a:gd name="T16" fmla="*/ 31 w 35"/>
                <a:gd name="T17" fmla="*/ 29 h 49"/>
                <a:gd name="T18" fmla="*/ 31 w 35"/>
                <a:gd name="T19" fmla="*/ 19 h 49"/>
                <a:gd name="T20" fmla="*/ 12 w 35"/>
                <a:gd name="T21" fmla="*/ 19 h 49"/>
                <a:gd name="T22" fmla="*/ 12 w 35"/>
                <a:gd name="T23" fmla="*/ 10 h 49"/>
                <a:gd name="T24" fmla="*/ 35 w 35"/>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49">
                  <a:moveTo>
                    <a:pt x="35" y="10"/>
                  </a:moveTo>
                  <a:lnTo>
                    <a:pt x="35" y="0"/>
                  </a:lnTo>
                  <a:lnTo>
                    <a:pt x="0" y="0"/>
                  </a:lnTo>
                  <a:lnTo>
                    <a:pt x="0" y="49"/>
                  </a:lnTo>
                  <a:lnTo>
                    <a:pt x="35" y="49"/>
                  </a:lnTo>
                  <a:lnTo>
                    <a:pt x="35" y="40"/>
                  </a:lnTo>
                  <a:lnTo>
                    <a:pt x="12" y="40"/>
                  </a:lnTo>
                  <a:lnTo>
                    <a:pt x="12" y="29"/>
                  </a:lnTo>
                  <a:lnTo>
                    <a:pt x="31" y="29"/>
                  </a:lnTo>
                  <a:lnTo>
                    <a:pt x="31" y="19"/>
                  </a:lnTo>
                  <a:lnTo>
                    <a:pt x="12" y="19"/>
                  </a:lnTo>
                  <a:lnTo>
                    <a:pt x="12" y="10"/>
                  </a:lnTo>
                  <a:lnTo>
                    <a:pt x="35"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1" name="Freeform 30">
              <a:extLst>
                <a:ext uri="{FF2B5EF4-FFF2-40B4-BE49-F238E27FC236}">
                  <a16:creationId xmlns:a16="http://schemas.microsoft.com/office/drawing/2014/main" id="{C5A0402C-60D0-4BC8-BBEE-BD521EE5FC7D}"/>
                </a:ext>
              </a:extLst>
            </p:cNvPr>
            <p:cNvSpPr>
              <a:spLocks/>
            </p:cNvSpPr>
            <p:nvPr/>
          </p:nvSpPr>
          <p:spPr bwMode="auto">
            <a:xfrm>
              <a:off x="8029575" y="2840038"/>
              <a:ext cx="63500" cy="77788"/>
            </a:xfrm>
            <a:custGeom>
              <a:avLst/>
              <a:gdLst>
                <a:gd name="T0" fmla="*/ 40 w 40"/>
                <a:gd name="T1" fmla="*/ 8 h 49"/>
                <a:gd name="T2" fmla="*/ 40 w 40"/>
                <a:gd name="T3" fmla="*/ 0 h 49"/>
                <a:gd name="T4" fmla="*/ 2 w 40"/>
                <a:gd name="T5" fmla="*/ 0 h 49"/>
                <a:gd name="T6" fmla="*/ 2 w 40"/>
                <a:gd name="T7" fmla="*/ 10 h 49"/>
                <a:gd name="T8" fmla="*/ 25 w 40"/>
                <a:gd name="T9" fmla="*/ 10 h 49"/>
                <a:gd name="T10" fmla="*/ 0 w 40"/>
                <a:gd name="T11" fmla="*/ 41 h 49"/>
                <a:gd name="T12" fmla="*/ 0 w 40"/>
                <a:gd name="T13" fmla="*/ 49 h 49"/>
                <a:gd name="T14" fmla="*/ 40 w 40"/>
                <a:gd name="T15" fmla="*/ 49 h 49"/>
                <a:gd name="T16" fmla="*/ 40 w 40"/>
                <a:gd name="T17" fmla="*/ 40 h 49"/>
                <a:gd name="T18" fmla="*/ 14 w 40"/>
                <a:gd name="T19" fmla="*/ 40 h 49"/>
                <a:gd name="T20" fmla="*/ 40 w 40"/>
                <a:gd name="T21"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49">
                  <a:moveTo>
                    <a:pt x="40" y="8"/>
                  </a:moveTo>
                  <a:lnTo>
                    <a:pt x="40" y="0"/>
                  </a:lnTo>
                  <a:lnTo>
                    <a:pt x="2" y="0"/>
                  </a:lnTo>
                  <a:lnTo>
                    <a:pt x="2" y="10"/>
                  </a:lnTo>
                  <a:lnTo>
                    <a:pt x="25" y="10"/>
                  </a:lnTo>
                  <a:lnTo>
                    <a:pt x="0" y="41"/>
                  </a:lnTo>
                  <a:lnTo>
                    <a:pt x="0" y="49"/>
                  </a:lnTo>
                  <a:lnTo>
                    <a:pt x="40" y="49"/>
                  </a:lnTo>
                  <a:lnTo>
                    <a:pt x="40" y="40"/>
                  </a:lnTo>
                  <a:lnTo>
                    <a:pt x="14" y="40"/>
                  </a:lnTo>
                  <a:lnTo>
                    <a:pt x="40"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2" name="Freeform 31">
              <a:extLst>
                <a:ext uri="{FF2B5EF4-FFF2-40B4-BE49-F238E27FC236}">
                  <a16:creationId xmlns:a16="http://schemas.microsoft.com/office/drawing/2014/main" id="{206C5362-464C-4B00-9A83-EC03FC57A76E}"/>
                </a:ext>
              </a:extLst>
            </p:cNvPr>
            <p:cNvSpPr>
              <a:spLocks noEditPoints="1"/>
            </p:cNvSpPr>
            <p:nvPr/>
          </p:nvSpPr>
          <p:spPr bwMode="auto">
            <a:xfrm>
              <a:off x="6094413" y="2803525"/>
              <a:ext cx="314325" cy="123825"/>
            </a:xfrm>
            <a:custGeom>
              <a:avLst/>
              <a:gdLst>
                <a:gd name="T0" fmla="*/ 135 w 145"/>
                <a:gd name="T1" fmla="*/ 15 h 57"/>
                <a:gd name="T2" fmla="*/ 24 w 145"/>
                <a:gd name="T3" fmla="*/ 16 h 57"/>
                <a:gd name="T4" fmla="*/ 10 w 145"/>
                <a:gd name="T5" fmla="*/ 13 h 57"/>
                <a:gd name="T6" fmla="*/ 142 w 145"/>
                <a:gd name="T7" fmla="*/ 8 h 57"/>
                <a:gd name="T8" fmla="*/ 120 w 145"/>
                <a:gd name="T9" fmla="*/ 18 h 57"/>
                <a:gd name="T10" fmla="*/ 42 w 145"/>
                <a:gd name="T11" fmla="*/ 47 h 57"/>
                <a:gd name="T12" fmla="*/ 11 w 145"/>
                <a:gd name="T13" fmla="*/ 20 h 57"/>
                <a:gd name="T14" fmla="*/ 127 w 145"/>
                <a:gd name="T15" fmla="*/ 32 h 57"/>
                <a:gd name="T16" fmla="*/ 98 w 145"/>
                <a:gd name="T17" fmla="*/ 49 h 57"/>
                <a:gd name="T18" fmla="*/ 85 w 145"/>
                <a:gd name="T19" fmla="*/ 50 h 57"/>
                <a:gd name="T20" fmla="*/ 70 w 145"/>
                <a:gd name="T21" fmla="*/ 52 h 57"/>
                <a:gd name="T22" fmla="*/ 97 w 145"/>
                <a:gd name="T23" fmla="*/ 47 h 57"/>
                <a:gd name="T24" fmla="*/ 92 w 145"/>
                <a:gd name="T25" fmla="*/ 50 h 57"/>
                <a:gd name="T26" fmla="*/ 0 w 145"/>
                <a:gd name="T27" fmla="*/ 26 h 57"/>
                <a:gd name="T28" fmla="*/ 138 w 145"/>
                <a:gd name="T29" fmla="*/ 17 h 57"/>
                <a:gd name="T30" fmla="*/ 82 w 145"/>
                <a:gd name="T31" fmla="*/ 44 h 57"/>
                <a:gd name="T32" fmla="*/ 64 w 145"/>
                <a:gd name="T33" fmla="*/ 44 h 57"/>
                <a:gd name="T34" fmla="*/ 13 w 145"/>
                <a:gd name="T35" fmla="*/ 27 h 57"/>
                <a:gd name="T36" fmla="*/ 13 w 145"/>
                <a:gd name="T37" fmla="*/ 33 h 57"/>
                <a:gd name="T38" fmla="*/ 17 w 145"/>
                <a:gd name="T39" fmla="*/ 31 h 57"/>
                <a:gd name="T40" fmla="*/ 18 w 145"/>
                <a:gd name="T41" fmla="*/ 31 h 57"/>
                <a:gd name="T42" fmla="*/ 19 w 145"/>
                <a:gd name="T43" fmla="*/ 34 h 57"/>
                <a:gd name="T44" fmla="*/ 18 w 145"/>
                <a:gd name="T45" fmla="*/ 35 h 57"/>
                <a:gd name="T46" fmla="*/ 26 w 145"/>
                <a:gd name="T47" fmla="*/ 43 h 57"/>
                <a:gd name="T48" fmla="*/ 22 w 145"/>
                <a:gd name="T49" fmla="*/ 41 h 57"/>
                <a:gd name="T50" fmla="*/ 28 w 145"/>
                <a:gd name="T51" fmla="*/ 38 h 57"/>
                <a:gd name="T52" fmla="*/ 27 w 145"/>
                <a:gd name="T53" fmla="*/ 44 h 57"/>
                <a:gd name="T54" fmla="*/ 31 w 145"/>
                <a:gd name="T55" fmla="*/ 39 h 57"/>
                <a:gd name="T56" fmla="*/ 35 w 145"/>
                <a:gd name="T57" fmla="*/ 41 h 57"/>
                <a:gd name="T58" fmla="*/ 39 w 145"/>
                <a:gd name="T59" fmla="*/ 42 h 57"/>
                <a:gd name="T60" fmla="*/ 41 w 145"/>
                <a:gd name="T61" fmla="*/ 50 h 57"/>
                <a:gd name="T62" fmla="*/ 39 w 145"/>
                <a:gd name="T63" fmla="*/ 49 h 57"/>
                <a:gd name="T64" fmla="*/ 44 w 145"/>
                <a:gd name="T65" fmla="*/ 50 h 57"/>
                <a:gd name="T66" fmla="*/ 46 w 145"/>
                <a:gd name="T67" fmla="*/ 51 h 57"/>
                <a:gd name="T68" fmla="*/ 49 w 145"/>
                <a:gd name="T69" fmla="*/ 45 h 57"/>
                <a:gd name="T70" fmla="*/ 62 w 145"/>
                <a:gd name="T71" fmla="*/ 54 h 57"/>
                <a:gd name="T72" fmla="*/ 61 w 145"/>
                <a:gd name="T73" fmla="*/ 47 h 57"/>
                <a:gd name="T74" fmla="*/ 66 w 145"/>
                <a:gd name="T75" fmla="*/ 54 h 57"/>
                <a:gd name="T76" fmla="*/ 65 w 145"/>
                <a:gd name="T77" fmla="*/ 48 h 57"/>
                <a:gd name="T78" fmla="*/ 69 w 145"/>
                <a:gd name="T79" fmla="*/ 54 h 57"/>
                <a:gd name="T80" fmla="*/ 74 w 145"/>
                <a:gd name="T81" fmla="*/ 53 h 57"/>
                <a:gd name="T82" fmla="*/ 74 w 145"/>
                <a:gd name="T83" fmla="*/ 48 h 57"/>
                <a:gd name="T84" fmla="*/ 77 w 145"/>
                <a:gd name="T85" fmla="*/ 51 h 57"/>
                <a:gd name="T86" fmla="*/ 77 w 145"/>
                <a:gd name="T87" fmla="*/ 54 h 57"/>
                <a:gd name="T88" fmla="*/ 83 w 145"/>
                <a:gd name="T89" fmla="*/ 52 h 57"/>
                <a:gd name="T90" fmla="*/ 80 w 145"/>
                <a:gd name="T91" fmla="*/ 48 h 57"/>
                <a:gd name="T92" fmla="*/ 87 w 145"/>
                <a:gd name="T93" fmla="*/ 54 h 57"/>
                <a:gd name="T94" fmla="*/ 92 w 145"/>
                <a:gd name="T95" fmla="*/ 51 h 57"/>
                <a:gd name="T96" fmla="*/ 89 w 145"/>
                <a:gd name="T97" fmla="*/ 53 h 57"/>
                <a:gd name="T98" fmla="*/ 97 w 145"/>
                <a:gd name="T99" fmla="*/ 52 h 57"/>
                <a:gd name="T100" fmla="*/ 99 w 145"/>
                <a:gd name="T101" fmla="*/ 48 h 57"/>
                <a:gd name="T102" fmla="*/ 101 w 145"/>
                <a:gd name="T103" fmla="*/ 44 h 57"/>
                <a:gd name="T104" fmla="*/ 111 w 145"/>
                <a:gd name="T105" fmla="*/ 48 h 57"/>
                <a:gd name="T106" fmla="*/ 105 w 145"/>
                <a:gd name="T107" fmla="*/ 44 h 57"/>
                <a:gd name="T108" fmla="*/ 109 w 145"/>
                <a:gd name="T109" fmla="*/ 42 h 57"/>
                <a:gd name="T110" fmla="*/ 115 w 145"/>
                <a:gd name="T111" fmla="*/ 42 h 57"/>
                <a:gd name="T112" fmla="*/ 121 w 145"/>
                <a:gd name="T113" fmla="*/ 43 h 57"/>
                <a:gd name="T114" fmla="*/ 119 w 145"/>
                <a:gd name="T115" fmla="*/ 37 h 57"/>
                <a:gd name="T116" fmla="*/ 124 w 145"/>
                <a:gd name="T117" fmla="*/ 34 h 57"/>
                <a:gd name="T118" fmla="*/ 135 w 145"/>
                <a:gd name="T119" fmla="*/ 34 h 57"/>
                <a:gd name="T120" fmla="*/ 132 w 145"/>
                <a:gd name="T121" fmla="*/ 28 h 57"/>
                <a:gd name="T122" fmla="*/ 137 w 145"/>
                <a:gd name="T123" fmla="*/ 3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5" h="57">
                  <a:moveTo>
                    <a:pt x="135" y="15"/>
                  </a:moveTo>
                  <a:cubicBezTo>
                    <a:pt x="133" y="15"/>
                    <a:pt x="131" y="16"/>
                    <a:pt x="127" y="18"/>
                  </a:cubicBezTo>
                  <a:cubicBezTo>
                    <a:pt x="127" y="18"/>
                    <a:pt x="124" y="20"/>
                    <a:pt x="122" y="20"/>
                  </a:cubicBezTo>
                  <a:cubicBezTo>
                    <a:pt x="121" y="20"/>
                    <a:pt x="121" y="20"/>
                    <a:pt x="121" y="20"/>
                  </a:cubicBezTo>
                  <a:cubicBezTo>
                    <a:pt x="126" y="28"/>
                    <a:pt x="126" y="28"/>
                    <a:pt x="126" y="28"/>
                  </a:cubicBezTo>
                  <a:cubicBezTo>
                    <a:pt x="132" y="24"/>
                    <a:pt x="135" y="21"/>
                    <a:pt x="135" y="21"/>
                  </a:cubicBezTo>
                  <a:cubicBezTo>
                    <a:pt x="135" y="21"/>
                    <a:pt x="137" y="18"/>
                    <a:pt x="137" y="17"/>
                  </a:cubicBezTo>
                  <a:cubicBezTo>
                    <a:pt x="137" y="16"/>
                    <a:pt x="137" y="16"/>
                    <a:pt x="137" y="16"/>
                  </a:cubicBezTo>
                  <a:cubicBezTo>
                    <a:pt x="137" y="15"/>
                    <a:pt x="136" y="15"/>
                    <a:pt x="135" y="15"/>
                  </a:cubicBezTo>
                  <a:moveTo>
                    <a:pt x="7" y="16"/>
                  </a:moveTo>
                  <a:cubicBezTo>
                    <a:pt x="8" y="15"/>
                    <a:pt x="8" y="15"/>
                    <a:pt x="8" y="15"/>
                  </a:cubicBezTo>
                  <a:cubicBezTo>
                    <a:pt x="8" y="15"/>
                    <a:pt x="8" y="15"/>
                    <a:pt x="8" y="15"/>
                  </a:cubicBezTo>
                  <a:cubicBezTo>
                    <a:pt x="9" y="15"/>
                    <a:pt x="10" y="14"/>
                    <a:pt x="11" y="14"/>
                  </a:cubicBezTo>
                  <a:cubicBezTo>
                    <a:pt x="12" y="14"/>
                    <a:pt x="12" y="15"/>
                    <a:pt x="13" y="15"/>
                  </a:cubicBezTo>
                  <a:cubicBezTo>
                    <a:pt x="15" y="15"/>
                    <a:pt x="17" y="17"/>
                    <a:pt x="21" y="18"/>
                  </a:cubicBezTo>
                  <a:cubicBezTo>
                    <a:pt x="22" y="18"/>
                    <a:pt x="22" y="18"/>
                    <a:pt x="22" y="18"/>
                  </a:cubicBezTo>
                  <a:cubicBezTo>
                    <a:pt x="24" y="18"/>
                    <a:pt x="24" y="17"/>
                    <a:pt x="24" y="17"/>
                  </a:cubicBezTo>
                  <a:cubicBezTo>
                    <a:pt x="24" y="16"/>
                    <a:pt x="24" y="16"/>
                    <a:pt x="24" y="16"/>
                  </a:cubicBezTo>
                  <a:cubicBezTo>
                    <a:pt x="24" y="16"/>
                    <a:pt x="24" y="16"/>
                    <a:pt x="24" y="16"/>
                  </a:cubicBezTo>
                  <a:cubicBezTo>
                    <a:pt x="23" y="15"/>
                    <a:pt x="23" y="15"/>
                    <a:pt x="23" y="15"/>
                  </a:cubicBezTo>
                  <a:cubicBezTo>
                    <a:pt x="22" y="14"/>
                    <a:pt x="21" y="13"/>
                    <a:pt x="18" y="10"/>
                  </a:cubicBezTo>
                  <a:cubicBezTo>
                    <a:pt x="13" y="6"/>
                    <a:pt x="12" y="2"/>
                    <a:pt x="12" y="0"/>
                  </a:cubicBezTo>
                  <a:cubicBezTo>
                    <a:pt x="11" y="2"/>
                    <a:pt x="10" y="4"/>
                    <a:pt x="10" y="6"/>
                  </a:cubicBezTo>
                  <a:cubicBezTo>
                    <a:pt x="10" y="9"/>
                    <a:pt x="11" y="12"/>
                    <a:pt x="11" y="12"/>
                  </a:cubicBezTo>
                  <a:cubicBezTo>
                    <a:pt x="11" y="13"/>
                    <a:pt x="11" y="13"/>
                    <a:pt x="11" y="13"/>
                  </a:cubicBezTo>
                  <a:cubicBezTo>
                    <a:pt x="11" y="13"/>
                    <a:pt x="11" y="13"/>
                    <a:pt x="11" y="13"/>
                  </a:cubicBezTo>
                  <a:cubicBezTo>
                    <a:pt x="10" y="13"/>
                    <a:pt x="10" y="13"/>
                    <a:pt x="10" y="13"/>
                  </a:cubicBezTo>
                  <a:cubicBezTo>
                    <a:pt x="10" y="12"/>
                    <a:pt x="10" y="12"/>
                    <a:pt x="10" y="12"/>
                  </a:cubicBezTo>
                  <a:cubicBezTo>
                    <a:pt x="6" y="11"/>
                    <a:pt x="3" y="8"/>
                    <a:pt x="2" y="7"/>
                  </a:cubicBezTo>
                  <a:cubicBezTo>
                    <a:pt x="2" y="12"/>
                    <a:pt x="7" y="16"/>
                    <a:pt x="7" y="16"/>
                  </a:cubicBezTo>
                  <a:moveTo>
                    <a:pt x="122" y="19"/>
                  </a:moveTo>
                  <a:cubicBezTo>
                    <a:pt x="124" y="19"/>
                    <a:pt x="127" y="18"/>
                    <a:pt x="127" y="18"/>
                  </a:cubicBezTo>
                  <a:cubicBezTo>
                    <a:pt x="130" y="15"/>
                    <a:pt x="133" y="14"/>
                    <a:pt x="135" y="14"/>
                  </a:cubicBezTo>
                  <a:cubicBezTo>
                    <a:pt x="136" y="14"/>
                    <a:pt x="136" y="14"/>
                    <a:pt x="136" y="14"/>
                  </a:cubicBezTo>
                  <a:cubicBezTo>
                    <a:pt x="138" y="16"/>
                    <a:pt x="138" y="16"/>
                    <a:pt x="138" y="16"/>
                  </a:cubicBezTo>
                  <a:cubicBezTo>
                    <a:pt x="141" y="14"/>
                    <a:pt x="142" y="10"/>
                    <a:pt x="142" y="8"/>
                  </a:cubicBezTo>
                  <a:cubicBezTo>
                    <a:pt x="140" y="10"/>
                    <a:pt x="135" y="12"/>
                    <a:pt x="135" y="12"/>
                  </a:cubicBezTo>
                  <a:cubicBezTo>
                    <a:pt x="134" y="12"/>
                    <a:pt x="134" y="12"/>
                    <a:pt x="134" y="12"/>
                  </a:cubicBezTo>
                  <a:cubicBezTo>
                    <a:pt x="134" y="11"/>
                    <a:pt x="134" y="11"/>
                    <a:pt x="134" y="11"/>
                  </a:cubicBezTo>
                  <a:cubicBezTo>
                    <a:pt x="134" y="10"/>
                    <a:pt x="134" y="10"/>
                    <a:pt x="134" y="10"/>
                  </a:cubicBezTo>
                  <a:cubicBezTo>
                    <a:pt x="134" y="5"/>
                    <a:pt x="133" y="3"/>
                    <a:pt x="132" y="1"/>
                  </a:cubicBezTo>
                  <a:cubicBezTo>
                    <a:pt x="132" y="2"/>
                    <a:pt x="132" y="2"/>
                    <a:pt x="132" y="2"/>
                  </a:cubicBezTo>
                  <a:cubicBezTo>
                    <a:pt x="132" y="4"/>
                    <a:pt x="132" y="4"/>
                    <a:pt x="132" y="4"/>
                  </a:cubicBezTo>
                  <a:cubicBezTo>
                    <a:pt x="131" y="6"/>
                    <a:pt x="127" y="10"/>
                    <a:pt x="125" y="12"/>
                  </a:cubicBezTo>
                  <a:cubicBezTo>
                    <a:pt x="124" y="14"/>
                    <a:pt x="120" y="16"/>
                    <a:pt x="120" y="18"/>
                  </a:cubicBezTo>
                  <a:cubicBezTo>
                    <a:pt x="121" y="19"/>
                    <a:pt x="121" y="19"/>
                    <a:pt x="121" y="19"/>
                  </a:cubicBezTo>
                  <a:lnTo>
                    <a:pt x="122" y="19"/>
                  </a:lnTo>
                  <a:close/>
                  <a:moveTo>
                    <a:pt x="42" y="44"/>
                  </a:moveTo>
                  <a:cubicBezTo>
                    <a:pt x="42" y="44"/>
                    <a:pt x="42" y="44"/>
                    <a:pt x="42" y="44"/>
                  </a:cubicBezTo>
                  <a:cubicBezTo>
                    <a:pt x="42" y="44"/>
                    <a:pt x="42" y="44"/>
                    <a:pt x="42" y="44"/>
                  </a:cubicBezTo>
                  <a:cubicBezTo>
                    <a:pt x="40" y="46"/>
                    <a:pt x="40" y="46"/>
                    <a:pt x="40" y="46"/>
                  </a:cubicBezTo>
                  <a:cubicBezTo>
                    <a:pt x="40" y="46"/>
                    <a:pt x="40" y="46"/>
                    <a:pt x="40" y="46"/>
                  </a:cubicBezTo>
                  <a:cubicBezTo>
                    <a:pt x="40" y="46"/>
                    <a:pt x="40" y="46"/>
                    <a:pt x="40" y="46"/>
                  </a:cubicBezTo>
                  <a:cubicBezTo>
                    <a:pt x="42" y="47"/>
                    <a:pt x="42" y="47"/>
                    <a:pt x="42" y="47"/>
                  </a:cubicBezTo>
                  <a:cubicBezTo>
                    <a:pt x="42" y="47"/>
                    <a:pt x="42" y="47"/>
                    <a:pt x="42" y="47"/>
                  </a:cubicBezTo>
                  <a:cubicBezTo>
                    <a:pt x="42" y="46"/>
                    <a:pt x="42" y="46"/>
                    <a:pt x="42" y="46"/>
                  </a:cubicBezTo>
                  <a:lnTo>
                    <a:pt x="42" y="44"/>
                  </a:lnTo>
                  <a:close/>
                  <a:moveTo>
                    <a:pt x="21" y="18"/>
                  </a:moveTo>
                  <a:cubicBezTo>
                    <a:pt x="17" y="17"/>
                    <a:pt x="15" y="16"/>
                    <a:pt x="13" y="15"/>
                  </a:cubicBezTo>
                  <a:cubicBezTo>
                    <a:pt x="11" y="15"/>
                    <a:pt x="11" y="15"/>
                    <a:pt x="11" y="15"/>
                  </a:cubicBezTo>
                  <a:cubicBezTo>
                    <a:pt x="9" y="15"/>
                    <a:pt x="8" y="15"/>
                    <a:pt x="8" y="16"/>
                  </a:cubicBezTo>
                  <a:cubicBezTo>
                    <a:pt x="8" y="17"/>
                    <a:pt x="9" y="17"/>
                    <a:pt x="10" y="19"/>
                  </a:cubicBezTo>
                  <a:cubicBezTo>
                    <a:pt x="11" y="20"/>
                    <a:pt x="11" y="20"/>
                    <a:pt x="11" y="20"/>
                  </a:cubicBezTo>
                  <a:cubicBezTo>
                    <a:pt x="11" y="21"/>
                    <a:pt x="14" y="23"/>
                    <a:pt x="18" y="26"/>
                  </a:cubicBezTo>
                  <a:cubicBezTo>
                    <a:pt x="24" y="18"/>
                    <a:pt x="24" y="18"/>
                    <a:pt x="24" y="18"/>
                  </a:cubicBezTo>
                  <a:cubicBezTo>
                    <a:pt x="22" y="18"/>
                    <a:pt x="22" y="18"/>
                    <a:pt x="22" y="18"/>
                  </a:cubicBezTo>
                  <a:lnTo>
                    <a:pt x="21" y="18"/>
                  </a:lnTo>
                  <a:close/>
                  <a:moveTo>
                    <a:pt x="127" y="32"/>
                  </a:moveTo>
                  <a:cubicBezTo>
                    <a:pt x="126" y="33"/>
                    <a:pt x="126" y="34"/>
                    <a:pt x="127" y="35"/>
                  </a:cubicBezTo>
                  <a:cubicBezTo>
                    <a:pt x="127" y="37"/>
                    <a:pt x="129" y="38"/>
                    <a:pt x="131" y="37"/>
                  </a:cubicBezTo>
                  <a:cubicBezTo>
                    <a:pt x="132" y="36"/>
                    <a:pt x="132" y="35"/>
                    <a:pt x="131" y="33"/>
                  </a:cubicBezTo>
                  <a:cubicBezTo>
                    <a:pt x="130" y="32"/>
                    <a:pt x="128" y="31"/>
                    <a:pt x="127" y="32"/>
                  </a:cubicBezTo>
                  <a:moveTo>
                    <a:pt x="71" y="51"/>
                  </a:moveTo>
                  <a:cubicBezTo>
                    <a:pt x="71" y="51"/>
                    <a:pt x="71" y="51"/>
                    <a:pt x="71" y="51"/>
                  </a:cubicBezTo>
                  <a:cubicBezTo>
                    <a:pt x="72" y="50"/>
                    <a:pt x="72" y="50"/>
                    <a:pt x="72" y="50"/>
                  </a:cubicBezTo>
                  <a:cubicBezTo>
                    <a:pt x="72" y="49"/>
                    <a:pt x="72" y="49"/>
                    <a:pt x="71" y="49"/>
                  </a:cubicBezTo>
                  <a:cubicBezTo>
                    <a:pt x="70" y="49"/>
                    <a:pt x="70" y="49"/>
                    <a:pt x="70" y="49"/>
                  </a:cubicBezTo>
                  <a:cubicBezTo>
                    <a:pt x="70" y="51"/>
                    <a:pt x="70" y="51"/>
                    <a:pt x="70" y="51"/>
                  </a:cubicBezTo>
                  <a:lnTo>
                    <a:pt x="71" y="51"/>
                  </a:lnTo>
                  <a:close/>
                  <a:moveTo>
                    <a:pt x="98" y="48"/>
                  </a:moveTo>
                  <a:cubicBezTo>
                    <a:pt x="98" y="49"/>
                    <a:pt x="98" y="49"/>
                    <a:pt x="98" y="49"/>
                  </a:cubicBezTo>
                  <a:cubicBezTo>
                    <a:pt x="98" y="50"/>
                    <a:pt x="98" y="50"/>
                    <a:pt x="98" y="50"/>
                  </a:cubicBezTo>
                  <a:cubicBezTo>
                    <a:pt x="98" y="51"/>
                    <a:pt x="98" y="52"/>
                    <a:pt x="99" y="51"/>
                  </a:cubicBezTo>
                  <a:cubicBezTo>
                    <a:pt x="100" y="51"/>
                    <a:pt x="101" y="50"/>
                    <a:pt x="100" y="49"/>
                  </a:cubicBezTo>
                  <a:cubicBezTo>
                    <a:pt x="100" y="49"/>
                    <a:pt x="100" y="48"/>
                    <a:pt x="98" y="48"/>
                  </a:cubicBezTo>
                  <a:moveTo>
                    <a:pt x="83" y="48"/>
                  </a:moveTo>
                  <a:cubicBezTo>
                    <a:pt x="82" y="49"/>
                    <a:pt x="82" y="49"/>
                    <a:pt x="82" y="49"/>
                  </a:cubicBezTo>
                  <a:cubicBezTo>
                    <a:pt x="83" y="51"/>
                    <a:pt x="83" y="51"/>
                    <a:pt x="83" y="51"/>
                  </a:cubicBezTo>
                  <a:cubicBezTo>
                    <a:pt x="83" y="51"/>
                    <a:pt x="83" y="51"/>
                    <a:pt x="83" y="51"/>
                  </a:cubicBezTo>
                  <a:cubicBezTo>
                    <a:pt x="85" y="51"/>
                    <a:pt x="85" y="50"/>
                    <a:pt x="85" y="50"/>
                  </a:cubicBezTo>
                  <a:cubicBezTo>
                    <a:pt x="85" y="49"/>
                    <a:pt x="84" y="48"/>
                    <a:pt x="83" y="48"/>
                  </a:cubicBezTo>
                  <a:moveTo>
                    <a:pt x="26" y="38"/>
                  </a:moveTo>
                  <a:cubicBezTo>
                    <a:pt x="26" y="36"/>
                    <a:pt x="26" y="36"/>
                    <a:pt x="26" y="36"/>
                  </a:cubicBezTo>
                  <a:cubicBezTo>
                    <a:pt x="25" y="36"/>
                    <a:pt x="25" y="36"/>
                    <a:pt x="25" y="36"/>
                  </a:cubicBezTo>
                  <a:cubicBezTo>
                    <a:pt x="24" y="37"/>
                    <a:pt x="24" y="37"/>
                    <a:pt x="24" y="37"/>
                  </a:cubicBezTo>
                  <a:cubicBezTo>
                    <a:pt x="25" y="38"/>
                    <a:pt x="25" y="38"/>
                    <a:pt x="25" y="38"/>
                  </a:cubicBezTo>
                  <a:cubicBezTo>
                    <a:pt x="26" y="39"/>
                    <a:pt x="26" y="38"/>
                    <a:pt x="26" y="38"/>
                  </a:cubicBezTo>
                  <a:moveTo>
                    <a:pt x="70" y="52"/>
                  </a:moveTo>
                  <a:cubicBezTo>
                    <a:pt x="70" y="52"/>
                    <a:pt x="70" y="52"/>
                    <a:pt x="70" y="52"/>
                  </a:cubicBezTo>
                  <a:cubicBezTo>
                    <a:pt x="70" y="54"/>
                    <a:pt x="70" y="54"/>
                    <a:pt x="70" y="54"/>
                  </a:cubicBezTo>
                  <a:cubicBezTo>
                    <a:pt x="70" y="54"/>
                    <a:pt x="70" y="55"/>
                    <a:pt x="71" y="55"/>
                  </a:cubicBezTo>
                  <a:cubicBezTo>
                    <a:pt x="72" y="55"/>
                    <a:pt x="72" y="54"/>
                    <a:pt x="73" y="53"/>
                  </a:cubicBezTo>
                  <a:cubicBezTo>
                    <a:pt x="73" y="53"/>
                    <a:pt x="72" y="52"/>
                    <a:pt x="70" y="52"/>
                  </a:cubicBezTo>
                  <a:moveTo>
                    <a:pt x="98" y="48"/>
                  </a:moveTo>
                  <a:cubicBezTo>
                    <a:pt x="98" y="48"/>
                    <a:pt x="98" y="48"/>
                    <a:pt x="98" y="48"/>
                  </a:cubicBezTo>
                  <a:cubicBezTo>
                    <a:pt x="99" y="47"/>
                    <a:pt x="99" y="47"/>
                    <a:pt x="99" y="47"/>
                  </a:cubicBezTo>
                  <a:cubicBezTo>
                    <a:pt x="99" y="46"/>
                    <a:pt x="98" y="45"/>
                    <a:pt x="97" y="45"/>
                  </a:cubicBezTo>
                  <a:cubicBezTo>
                    <a:pt x="97" y="47"/>
                    <a:pt x="97" y="47"/>
                    <a:pt x="97" y="47"/>
                  </a:cubicBezTo>
                  <a:cubicBezTo>
                    <a:pt x="97" y="48"/>
                    <a:pt x="97" y="48"/>
                    <a:pt x="97" y="48"/>
                  </a:cubicBezTo>
                  <a:lnTo>
                    <a:pt x="98" y="48"/>
                  </a:lnTo>
                  <a:close/>
                  <a:moveTo>
                    <a:pt x="91" y="48"/>
                  </a:moveTo>
                  <a:cubicBezTo>
                    <a:pt x="91" y="48"/>
                    <a:pt x="91" y="48"/>
                    <a:pt x="91" y="48"/>
                  </a:cubicBezTo>
                  <a:cubicBezTo>
                    <a:pt x="90" y="48"/>
                    <a:pt x="90" y="48"/>
                    <a:pt x="90" y="48"/>
                  </a:cubicBezTo>
                  <a:cubicBezTo>
                    <a:pt x="90" y="50"/>
                    <a:pt x="90" y="50"/>
                    <a:pt x="90" y="50"/>
                  </a:cubicBezTo>
                  <a:cubicBezTo>
                    <a:pt x="90" y="51"/>
                    <a:pt x="90" y="51"/>
                    <a:pt x="90" y="51"/>
                  </a:cubicBezTo>
                  <a:cubicBezTo>
                    <a:pt x="90" y="51"/>
                    <a:pt x="90" y="51"/>
                    <a:pt x="90" y="51"/>
                  </a:cubicBezTo>
                  <a:cubicBezTo>
                    <a:pt x="92" y="50"/>
                    <a:pt x="92" y="50"/>
                    <a:pt x="92" y="50"/>
                  </a:cubicBezTo>
                  <a:cubicBezTo>
                    <a:pt x="92" y="50"/>
                    <a:pt x="92" y="50"/>
                    <a:pt x="92" y="50"/>
                  </a:cubicBezTo>
                  <a:cubicBezTo>
                    <a:pt x="92" y="50"/>
                    <a:pt x="92" y="50"/>
                    <a:pt x="92" y="50"/>
                  </a:cubicBezTo>
                  <a:lnTo>
                    <a:pt x="91" y="48"/>
                  </a:lnTo>
                  <a:close/>
                  <a:moveTo>
                    <a:pt x="11" y="21"/>
                  </a:moveTo>
                  <a:cubicBezTo>
                    <a:pt x="9" y="19"/>
                    <a:pt x="9" y="19"/>
                    <a:pt x="9" y="19"/>
                  </a:cubicBezTo>
                  <a:cubicBezTo>
                    <a:pt x="8" y="18"/>
                    <a:pt x="8" y="17"/>
                    <a:pt x="8" y="16"/>
                  </a:cubicBezTo>
                  <a:cubicBezTo>
                    <a:pt x="7" y="17"/>
                    <a:pt x="7" y="17"/>
                    <a:pt x="7" y="17"/>
                  </a:cubicBezTo>
                  <a:cubicBezTo>
                    <a:pt x="7" y="17"/>
                    <a:pt x="5" y="19"/>
                    <a:pt x="2" y="23"/>
                  </a:cubicBezTo>
                  <a:cubicBezTo>
                    <a:pt x="1" y="24"/>
                    <a:pt x="0" y="25"/>
                    <a:pt x="0" y="26"/>
                  </a:cubicBezTo>
                  <a:cubicBezTo>
                    <a:pt x="0" y="28"/>
                    <a:pt x="2" y="30"/>
                    <a:pt x="2" y="30"/>
                  </a:cubicBezTo>
                  <a:cubicBezTo>
                    <a:pt x="2" y="30"/>
                    <a:pt x="10" y="37"/>
                    <a:pt x="23" y="44"/>
                  </a:cubicBezTo>
                  <a:cubicBezTo>
                    <a:pt x="35" y="50"/>
                    <a:pt x="53" y="57"/>
                    <a:pt x="74" y="57"/>
                  </a:cubicBezTo>
                  <a:cubicBezTo>
                    <a:pt x="114" y="57"/>
                    <a:pt x="140" y="33"/>
                    <a:pt x="143" y="30"/>
                  </a:cubicBezTo>
                  <a:cubicBezTo>
                    <a:pt x="145" y="28"/>
                    <a:pt x="145" y="26"/>
                    <a:pt x="145" y="25"/>
                  </a:cubicBezTo>
                  <a:cubicBezTo>
                    <a:pt x="145" y="24"/>
                    <a:pt x="145" y="23"/>
                    <a:pt x="145" y="23"/>
                  </a:cubicBezTo>
                  <a:cubicBezTo>
                    <a:pt x="138" y="17"/>
                    <a:pt x="138" y="17"/>
                    <a:pt x="138" y="17"/>
                  </a:cubicBezTo>
                  <a:cubicBezTo>
                    <a:pt x="138" y="16"/>
                    <a:pt x="138" y="16"/>
                    <a:pt x="138" y="16"/>
                  </a:cubicBezTo>
                  <a:cubicBezTo>
                    <a:pt x="138" y="17"/>
                    <a:pt x="138" y="17"/>
                    <a:pt x="138" y="17"/>
                  </a:cubicBezTo>
                  <a:cubicBezTo>
                    <a:pt x="138" y="19"/>
                    <a:pt x="135" y="21"/>
                    <a:pt x="135" y="21"/>
                  </a:cubicBezTo>
                  <a:cubicBezTo>
                    <a:pt x="135" y="21"/>
                    <a:pt x="120" y="36"/>
                    <a:pt x="95" y="42"/>
                  </a:cubicBezTo>
                  <a:cubicBezTo>
                    <a:pt x="94" y="42"/>
                    <a:pt x="94" y="42"/>
                    <a:pt x="94" y="42"/>
                  </a:cubicBezTo>
                  <a:cubicBezTo>
                    <a:pt x="93" y="43"/>
                    <a:pt x="92" y="43"/>
                    <a:pt x="91" y="43"/>
                  </a:cubicBezTo>
                  <a:cubicBezTo>
                    <a:pt x="91" y="43"/>
                    <a:pt x="91" y="43"/>
                    <a:pt x="91" y="43"/>
                  </a:cubicBezTo>
                  <a:cubicBezTo>
                    <a:pt x="89" y="44"/>
                    <a:pt x="88" y="44"/>
                    <a:pt x="87" y="44"/>
                  </a:cubicBezTo>
                  <a:cubicBezTo>
                    <a:pt x="86" y="44"/>
                    <a:pt x="86" y="44"/>
                    <a:pt x="86" y="44"/>
                  </a:cubicBezTo>
                  <a:cubicBezTo>
                    <a:pt x="85" y="44"/>
                    <a:pt x="84" y="44"/>
                    <a:pt x="83" y="44"/>
                  </a:cubicBezTo>
                  <a:cubicBezTo>
                    <a:pt x="82" y="44"/>
                    <a:pt x="82" y="44"/>
                    <a:pt x="82" y="44"/>
                  </a:cubicBezTo>
                  <a:cubicBezTo>
                    <a:pt x="81" y="45"/>
                    <a:pt x="80" y="45"/>
                    <a:pt x="79" y="45"/>
                  </a:cubicBezTo>
                  <a:cubicBezTo>
                    <a:pt x="78" y="45"/>
                    <a:pt x="78" y="45"/>
                    <a:pt x="78" y="45"/>
                  </a:cubicBezTo>
                  <a:cubicBezTo>
                    <a:pt x="76" y="45"/>
                    <a:pt x="75" y="45"/>
                    <a:pt x="74" y="45"/>
                  </a:cubicBezTo>
                  <a:cubicBezTo>
                    <a:pt x="74" y="45"/>
                    <a:pt x="74" y="45"/>
                    <a:pt x="74" y="45"/>
                  </a:cubicBezTo>
                  <a:cubicBezTo>
                    <a:pt x="73" y="45"/>
                    <a:pt x="73" y="45"/>
                    <a:pt x="73" y="45"/>
                  </a:cubicBezTo>
                  <a:cubicBezTo>
                    <a:pt x="72" y="45"/>
                    <a:pt x="71" y="45"/>
                    <a:pt x="69" y="45"/>
                  </a:cubicBezTo>
                  <a:cubicBezTo>
                    <a:pt x="68" y="45"/>
                    <a:pt x="68" y="45"/>
                    <a:pt x="68" y="45"/>
                  </a:cubicBezTo>
                  <a:cubicBezTo>
                    <a:pt x="67" y="45"/>
                    <a:pt x="66" y="45"/>
                    <a:pt x="65" y="44"/>
                  </a:cubicBezTo>
                  <a:cubicBezTo>
                    <a:pt x="64" y="44"/>
                    <a:pt x="64" y="44"/>
                    <a:pt x="64" y="44"/>
                  </a:cubicBezTo>
                  <a:cubicBezTo>
                    <a:pt x="63" y="44"/>
                    <a:pt x="61" y="44"/>
                    <a:pt x="60" y="44"/>
                  </a:cubicBezTo>
                  <a:cubicBezTo>
                    <a:pt x="59" y="44"/>
                    <a:pt x="59" y="44"/>
                    <a:pt x="59" y="44"/>
                  </a:cubicBezTo>
                  <a:cubicBezTo>
                    <a:pt x="58" y="44"/>
                    <a:pt x="57" y="43"/>
                    <a:pt x="56" y="43"/>
                  </a:cubicBezTo>
                  <a:cubicBezTo>
                    <a:pt x="55" y="43"/>
                    <a:pt x="55" y="43"/>
                    <a:pt x="55" y="43"/>
                  </a:cubicBezTo>
                  <a:cubicBezTo>
                    <a:pt x="28" y="37"/>
                    <a:pt x="11" y="21"/>
                    <a:pt x="11" y="21"/>
                  </a:cubicBezTo>
                  <a:moveTo>
                    <a:pt x="11" y="34"/>
                  </a:moveTo>
                  <a:cubicBezTo>
                    <a:pt x="11" y="34"/>
                    <a:pt x="11" y="34"/>
                    <a:pt x="11" y="34"/>
                  </a:cubicBezTo>
                  <a:cubicBezTo>
                    <a:pt x="13" y="27"/>
                    <a:pt x="13" y="27"/>
                    <a:pt x="13" y="27"/>
                  </a:cubicBezTo>
                  <a:cubicBezTo>
                    <a:pt x="13" y="27"/>
                    <a:pt x="13" y="27"/>
                    <a:pt x="13" y="27"/>
                  </a:cubicBezTo>
                  <a:cubicBezTo>
                    <a:pt x="12" y="26"/>
                    <a:pt x="12" y="26"/>
                    <a:pt x="12" y="26"/>
                  </a:cubicBezTo>
                  <a:cubicBezTo>
                    <a:pt x="13" y="27"/>
                    <a:pt x="13" y="27"/>
                    <a:pt x="13" y="27"/>
                  </a:cubicBezTo>
                  <a:cubicBezTo>
                    <a:pt x="14" y="27"/>
                    <a:pt x="14" y="27"/>
                    <a:pt x="14" y="27"/>
                  </a:cubicBezTo>
                  <a:cubicBezTo>
                    <a:pt x="15" y="28"/>
                    <a:pt x="15" y="28"/>
                    <a:pt x="15" y="28"/>
                  </a:cubicBezTo>
                  <a:cubicBezTo>
                    <a:pt x="15" y="28"/>
                    <a:pt x="15" y="28"/>
                    <a:pt x="15" y="28"/>
                  </a:cubicBezTo>
                  <a:cubicBezTo>
                    <a:pt x="14" y="28"/>
                    <a:pt x="14" y="28"/>
                    <a:pt x="14" y="28"/>
                  </a:cubicBezTo>
                  <a:cubicBezTo>
                    <a:pt x="14" y="29"/>
                    <a:pt x="14" y="29"/>
                    <a:pt x="14" y="29"/>
                  </a:cubicBezTo>
                  <a:cubicBezTo>
                    <a:pt x="13" y="33"/>
                    <a:pt x="13" y="33"/>
                    <a:pt x="13" y="33"/>
                  </a:cubicBezTo>
                  <a:cubicBezTo>
                    <a:pt x="13" y="33"/>
                    <a:pt x="13" y="33"/>
                    <a:pt x="13" y="33"/>
                  </a:cubicBezTo>
                  <a:cubicBezTo>
                    <a:pt x="13" y="33"/>
                    <a:pt x="13" y="33"/>
                    <a:pt x="13" y="33"/>
                  </a:cubicBezTo>
                  <a:cubicBezTo>
                    <a:pt x="16" y="31"/>
                    <a:pt x="16" y="31"/>
                    <a:pt x="16" y="31"/>
                  </a:cubicBezTo>
                  <a:cubicBezTo>
                    <a:pt x="17" y="31"/>
                    <a:pt x="17" y="31"/>
                    <a:pt x="17" y="31"/>
                  </a:cubicBezTo>
                  <a:cubicBezTo>
                    <a:pt x="16" y="29"/>
                    <a:pt x="16" y="29"/>
                    <a:pt x="16" y="29"/>
                  </a:cubicBezTo>
                  <a:cubicBezTo>
                    <a:pt x="17" y="29"/>
                    <a:pt x="17" y="29"/>
                    <a:pt x="17" y="29"/>
                  </a:cubicBezTo>
                  <a:cubicBezTo>
                    <a:pt x="17" y="30"/>
                    <a:pt x="17" y="30"/>
                    <a:pt x="17" y="30"/>
                  </a:cubicBezTo>
                  <a:cubicBezTo>
                    <a:pt x="18" y="30"/>
                    <a:pt x="18" y="30"/>
                    <a:pt x="18" y="30"/>
                  </a:cubicBezTo>
                  <a:cubicBezTo>
                    <a:pt x="18" y="31"/>
                    <a:pt x="18" y="31"/>
                    <a:pt x="18" y="31"/>
                  </a:cubicBezTo>
                  <a:cubicBezTo>
                    <a:pt x="17" y="31"/>
                    <a:pt x="17" y="31"/>
                    <a:pt x="17" y="31"/>
                  </a:cubicBezTo>
                  <a:cubicBezTo>
                    <a:pt x="12" y="34"/>
                    <a:pt x="12" y="34"/>
                    <a:pt x="12" y="34"/>
                  </a:cubicBezTo>
                  <a:lnTo>
                    <a:pt x="11" y="34"/>
                  </a:lnTo>
                  <a:close/>
                  <a:moveTo>
                    <a:pt x="18" y="39"/>
                  </a:moveTo>
                  <a:cubicBezTo>
                    <a:pt x="17" y="38"/>
                    <a:pt x="17" y="38"/>
                    <a:pt x="16" y="37"/>
                  </a:cubicBezTo>
                  <a:cubicBezTo>
                    <a:pt x="15" y="37"/>
                    <a:pt x="15" y="37"/>
                    <a:pt x="15" y="37"/>
                  </a:cubicBezTo>
                  <a:cubicBezTo>
                    <a:pt x="15" y="37"/>
                    <a:pt x="15" y="37"/>
                    <a:pt x="15" y="37"/>
                  </a:cubicBezTo>
                  <a:cubicBezTo>
                    <a:pt x="15" y="36"/>
                    <a:pt x="16" y="37"/>
                    <a:pt x="16" y="36"/>
                  </a:cubicBezTo>
                  <a:cubicBezTo>
                    <a:pt x="19" y="32"/>
                    <a:pt x="19" y="32"/>
                    <a:pt x="19" y="32"/>
                  </a:cubicBezTo>
                  <a:cubicBezTo>
                    <a:pt x="18" y="31"/>
                    <a:pt x="18" y="31"/>
                    <a:pt x="18" y="31"/>
                  </a:cubicBezTo>
                  <a:cubicBezTo>
                    <a:pt x="19" y="31"/>
                    <a:pt x="19" y="31"/>
                    <a:pt x="19" y="31"/>
                  </a:cubicBezTo>
                  <a:cubicBezTo>
                    <a:pt x="19" y="31"/>
                    <a:pt x="20" y="31"/>
                    <a:pt x="21" y="32"/>
                  </a:cubicBezTo>
                  <a:cubicBezTo>
                    <a:pt x="23" y="33"/>
                    <a:pt x="23" y="33"/>
                    <a:pt x="23" y="33"/>
                  </a:cubicBezTo>
                  <a:cubicBezTo>
                    <a:pt x="23" y="34"/>
                    <a:pt x="23" y="34"/>
                    <a:pt x="23" y="34"/>
                  </a:cubicBezTo>
                  <a:cubicBezTo>
                    <a:pt x="22" y="34"/>
                    <a:pt x="22" y="34"/>
                    <a:pt x="22" y="34"/>
                  </a:cubicBezTo>
                  <a:cubicBezTo>
                    <a:pt x="22" y="35"/>
                    <a:pt x="22" y="35"/>
                    <a:pt x="22" y="35"/>
                  </a:cubicBezTo>
                  <a:cubicBezTo>
                    <a:pt x="22" y="34"/>
                    <a:pt x="23" y="34"/>
                    <a:pt x="21" y="33"/>
                  </a:cubicBezTo>
                  <a:cubicBezTo>
                    <a:pt x="20" y="32"/>
                    <a:pt x="20" y="32"/>
                    <a:pt x="20" y="33"/>
                  </a:cubicBezTo>
                  <a:cubicBezTo>
                    <a:pt x="19" y="34"/>
                    <a:pt x="19" y="34"/>
                    <a:pt x="19" y="34"/>
                  </a:cubicBezTo>
                  <a:cubicBezTo>
                    <a:pt x="19" y="35"/>
                    <a:pt x="19" y="35"/>
                    <a:pt x="19" y="35"/>
                  </a:cubicBezTo>
                  <a:cubicBezTo>
                    <a:pt x="20" y="35"/>
                    <a:pt x="20" y="35"/>
                    <a:pt x="20" y="35"/>
                  </a:cubicBezTo>
                  <a:cubicBezTo>
                    <a:pt x="21" y="35"/>
                    <a:pt x="21" y="35"/>
                    <a:pt x="21" y="35"/>
                  </a:cubicBezTo>
                  <a:cubicBezTo>
                    <a:pt x="21" y="35"/>
                    <a:pt x="21" y="35"/>
                    <a:pt x="21" y="35"/>
                  </a:cubicBezTo>
                  <a:cubicBezTo>
                    <a:pt x="20" y="37"/>
                    <a:pt x="20" y="37"/>
                    <a:pt x="20" y="37"/>
                  </a:cubicBezTo>
                  <a:cubicBezTo>
                    <a:pt x="20" y="37"/>
                    <a:pt x="20" y="37"/>
                    <a:pt x="20" y="37"/>
                  </a:cubicBezTo>
                  <a:cubicBezTo>
                    <a:pt x="20" y="35"/>
                    <a:pt x="20" y="35"/>
                    <a:pt x="20" y="35"/>
                  </a:cubicBezTo>
                  <a:cubicBezTo>
                    <a:pt x="19" y="35"/>
                    <a:pt x="19" y="35"/>
                    <a:pt x="19" y="35"/>
                  </a:cubicBezTo>
                  <a:cubicBezTo>
                    <a:pt x="18" y="35"/>
                    <a:pt x="18" y="35"/>
                    <a:pt x="18" y="35"/>
                  </a:cubicBezTo>
                  <a:cubicBezTo>
                    <a:pt x="17" y="37"/>
                    <a:pt x="17" y="37"/>
                    <a:pt x="17" y="37"/>
                  </a:cubicBezTo>
                  <a:cubicBezTo>
                    <a:pt x="18" y="38"/>
                    <a:pt x="18" y="38"/>
                    <a:pt x="18" y="38"/>
                  </a:cubicBezTo>
                  <a:cubicBezTo>
                    <a:pt x="20" y="39"/>
                    <a:pt x="20" y="38"/>
                    <a:pt x="21" y="38"/>
                  </a:cubicBezTo>
                  <a:cubicBezTo>
                    <a:pt x="21" y="38"/>
                    <a:pt x="21" y="38"/>
                    <a:pt x="21" y="38"/>
                  </a:cubicBezTo>
                  <a:lnTo>
                    <a:pt x="18" y="39"/>
                  </a:lnTo>
                  <a:close/>
                  <a:moveTo>
                    <a:pt x="26" y="42"/>
                  </a:moveTo>
                  <a:cubicBezTo>
                    <a:pt x="26" y="42"/>
                    <a:pt x="26" y="42"/>
                    <a:pt x="26" y="42"/>
                  </a:cubicBezTo>
                  <a:cubicBezTo>
                    <a:pt x="26" y="43"/>
                    <a:pt x="26" y="43"/>
                    <a:pt x="26" y="43"/>
                  </a:cubicBezTo>
                  <a:cubicBezTo>
                    <a:pt x="26" y="43"/>
                    <a:pt x="26" y="43"/>
                    <a:pt x="26" y="43"/>
                  </a:cubicBezTo>
                  <a:cubicBezTo>
                    <a:pt x="25" y="43"/>
                    <a:pt x="25" y="43"/>
                    <a:pt x="25" y="43"/>
                  </a:cubicBezTo>
                  <a:cubicBezTo>
                    <a:pt x="25" y="41"/>
                    <a:pt x="25" y="41"/>
                    <a:pt x="25" y="41"/>
                  </a:cubicBezTo>
                  <a:cubicBezTo>
                    <a:pt x="25" y="39"/>
                    <a:pt x="25" y="39"/>
                    <a:pt x="25" y="39"/>
                  </a:cubicBezTo>
                  <a:cubicBezTo>
                    <a:pt x="24" y="38"/>
                    <a:pt x="24" y="38"/>
                    <a:pt x="24" y="38"/>
                  </a:cubicBezTo>
                  <a:cubicBezTo>
                    <a:pt x="24" y="38"/>
                    <a:pt x="24" y="38"/>
                    <a:pt x="24" y="38"/>
                  </a:cubicBezTo>
                  <a:cubicBezTo>
                    <a:pt x="23" y="40"/>
                    <a:pt x="23" y="40"/>
                    <a:pt x="23" y="40"/>
                  </a:cubicBezTo>
                  <a:cubicBezTo>
                    <a:pt x="22" y="41"/>
                    <a:pt x="23" y="41"/>
                    <a:pt x="23" y="41"/>
                  </a:cubicBezTo>
                  <a:cubicBezTo>
                    <a:pt x="23" y="41"/>
                    <a:pt x="23" y="41"/>
                    <a:pt x="23" y="41"/>
                  </a:cubicBezTo>
                  <a:cubicBezTo>
                    <a:pt x="22" y="41"/>
                    <a:pt x="22" y="41"/>
                    <a:pt x="22" y="41"/>
                  </a:cubicBezTo>
                  <a:cubicBezTo>
                    <a:pt x="21" y="40"/>
                    <a:pt x="21" y="40"/>
                    <a:pt x="21" y="40"/>
                  </a:cubicBezTo>
                  <a:cubicBezTo>
                    <a:pt x="20" y="40"/>
                    <a:pt x="20" y="40"/>
                    <a:pt x="20" y="40"/>
                  </a:cubicBezTo>
                  <a:cubicBezTo>
                    <a:pt x="21" y="40"/>
                    <a:pt x="21" y="40"/>
                    <a:pt x="22" y="39"/>
                  </a:cubicBezTo>
                  <a:cubicBezTo>
                    <a:pt x="24" y="35"/>
                    <a:pt x="24" y="35"/>
                    <a:pt x="24" y="35"/>
                  </a:cubicBezTo>
                  <a:cubicBezTo>
                    <a:pt x="24" y="34"/>
                    <a:pt x="23" y="34"/>
                    <a:pt x="23" y="34"/>
                  </a:cubicBezTo>
                  <a:cubicBezTo>
                    <a:pt x="24" y="34"/>
                    <a:pt x="24" y="34"/>
                    <a:pt x="24" y="34"/>
                  </a:cubicBezTo>
                  <a:cubicBezTo>
                    <a:pt x="25" y="34"/>
                    <a:pt x="25" y="34"/>
                    <a:pt x="25" y="34"/>
                  </a:cubicBezTo>
                  <a:cubicBezTo>
                    <a:pt x="26" y="35"/>
                    <a:pt x="26" y="35"/>
                    <a:pt x="26" y="35"/>
                  </a:cubicBezTo>
                  <a:cubicBezTo>
                    <a:pt x="28" y="36"/>
                    <a:pt x="28" y="38"/>
                    <a:pt x="28" y="38"/>
                  </a:cubicBezTo>
                  <a:cubicBezTo>
                    <a:pt x="27" y="39"/>
                    <a:pt x="27" y="39"/>
                    <a:pt x="27" y="39"/>
                  </a:cubicBezTo>
                  <a:cubicBezTo>
                    <a:pt x="26" y="39"/>
                    <a:pt x="26" y="39"/>
                    <a:pt x="26" y="39"/>
                  </a:cubicBezTo>
                  <a:cubicBezTo>
                    <a:pt x="26" y="39"/>
                    <a:pt x="26" y="41"/>
                    <a:pt x="26" y="42"/>
                  </a:cubicBezTo>
                  <a:moveTo>
                    <a:pt x="31" y="39"/>
                  </a:moveTo>
                  <a:cubicBezTo>
                    <a:pt x="29" y="43"/>
                    <a:pt x="29" y="43"/>
                    <a:pt x="29" y="43"/>
                  </a:cubicBezTo>
                  <a:cubicBezTo>
                    <a:pt x="29" y="44"/>
                    <a:pt x="30" y="45"/>
                    <a:pt x="30" y="45"/>
                  </a:cubicBezTo>
                  <a:cubicBezTo>
                    <a:pt x="30" y="45"/>
                    <a:pt x="30" y="45"/>
                    <a:pt x="30" y="45"/>
                  </a:cubicBezTo>
                  <a:cubicBezTo>
                    <a:pt x="28" y="44"/>
                    <a:pt x="28" y="44"/>
                    <a:pt x="28" y="44"/>
                  </a:cubicBezTo>
                  <a:cubicBezTo>
                    <a:pt x="27" y="44"/>
                    <a:pt x="27" y="44"/>
                    <a:pt x="27" y="44"/>
                  </a:cubicBezTo>
                  <a:cubicBezTo>
                    <a:pt x="27" y="44"/>
                    <a:pt x="27" y="44"/>
                    <a:pt x="27" y="44"/>
                  </a:cubicBezTo>
                  <a:cubicBezTo>
                    <a:pt x="28" y="43"/>
                    <a:pt x="28" y="43"/>
                    <a:pt x="28" y="43"/>
                  </a:cubicBezTo>
                  <a:cubicBezTo>
                    <a:pt x="30" y="39"/>
                    <a:pt x="30" y="39"/>
                    <a:pt x="30" y="39"/>
                  </a:cubicBezTo>
                  <a:cubicBezTo>
                    <a:pt x="30" y="37"/>
                    <a:pt x="30" y="37"/>
                    <a:pt x="30" y="37"/>
                  </a:cubicBezTo>
                  <a:cubicBezTo>
                    <a:pt x="30" y="37"/>
                    <a:pt x="30" y="37"/>
                    <a:pt x="30" y="37"/>
                  </a:cubicBezTo>
                  <a:cubicBezTo>
                    <a:pt x="31" y="38"/>
                    <a:pt x="31" y="38"/>
                    <a:pt x="31" y="38"/>
                  </a:cubicBezTo>
                  <a:cubicBezTo>
                    <a:pt x="32" y="38"/>
                    <a:pt x="32" y="38"/>
                    <a:pt x="32" y="38"/>
                  </a:cubicBezTo>
                  <a:cubicBezTo>
                    <a:pt x="33" y="39"/>
                    <a:pt x="33" y="39"/>
                    <a:pt x="33" y="39"/>
                  </a:cubicBezTo>
                  <a:cubicBezTo>
                    <a:pt x="32" y="39"/>
                    <a:pt x="32" y="38"/>
                    <a:pt x="31" y="39"/>
                  </a:cubicBezTo>
                  <a:moveTo>
                    <a:pt x="36" y="41"/>
                  </a:moveTo>
                  <a:cubicBezTo>
                    <a:pt x="35" y="46"/>
                    <a:pt x="35" y="46"/>
                    <a:pt x="35" y="46"/>
                  </a:cubicBezTo>
                  <a:cubicBezTo>
                    <a:pt x="34" y="47"/>
                    <a:pt x="35" y="47"/>
                    <a:pt x="35" y="47"/>
                  </a:cubicBezTo>
                  <a:cubicBezTo>
                    <a:pt x="35" y="47"/>
                    <a:pt x="35" y="47"/>
                    <a:pt x="35" y="47"/>
                  </a:cubicBezTo>
                  <a:cubicBezTo>
                    <a:pt x="33" y="47"/>
                    <a:pt x="33" y="47"/>
                    <a:pt x="33" y="47"/>
                  </a:cubicBezTo>
                  <a:cubicBezTo>
                    <a:pt x="32" y="46"/>
                    <a:pt x="32" y="46"/>
                    <a:pt x="32" y="46"/>
                  </a:cubicBezTo>
                  <a:cubicBezTo>
                    <a:pt x="32" y="46"/>
                    <a:pt x="32" y="46"/>
                    <a:pt x="32" y="46"/>
                  </a:cubicBezTo>
                  <a:cubicBezTo>
                    <a:pt x="32" y="45"/>
                    <a:pt x="33" y="46"/>
                    <a:pt x="33" y="45"/>
                  </a:cubicBezTo>
                  <a:cubicBezTo>
                    <a:pt x="35" y="41"/>
                    <a:pt x="35" y="41"/>
                    <a:pt x="35" y="41"/>
                  </a:cubicBezTo>
                  <a:cubicBezTo>
                    <a:pt x="35" y="40"/>
                    <a:pt x="35" y="40"/>
                    <a:pt x="35" y="40"/>
                  </a:cubicBezTo>
                  <a:cubicBezTo>
                    <a:pt x="34" y="40"/>
                    <a:pt x="34" y="40"/>
                    <a:pt x="34" y="40"/>
                  </a:cubicBezTo>
                  <a:cubicBezTo>
                    <a:pt x="33" y="40"/>
                    <a:pt x="33" y="41"/>
                    <a:pt x="33" y="41"/>
                  </a:cubicBezTo>
                  <a:cubicBezTo>
                    <a:pt x="33" y="40"/>
                    <a:pt x="33" y="40"/>
                    <a:pt x="33" y="40"/>
                  </a:cubicBezTo>
                  <a:cubicBezTo>
                    <a:pt x="33" y="39"/>
                    <a:pt x="33" y="39"/>
                    <a:pt x="33" y="39"/>
                  </a:cubicBezTo>
                  <a:cubicBezTo>
                    <a:pt x="33" y="39"/>
                    <a:pt x="33" y="39"/>
                    <a:pt x="33" y="39"/>
                  </a:cubicBezTo>
                  <a:cubicBezTo>
                    <a:pt x="34" y="39"/>
                    <a:pt x="35" y="40"/>
                    <a:pt x="36" y="40"/>
                  </a:cubicBezTo>
                  <a:cubicBezTo>
                    <a:pt x="38" y="41"/>
                    <a:pt x="38" y="41"/>
                    <a:pt x="39" y="41"/>
                  </a:cubicBezTo>
                  <a:cubicBezTo>
                    <a:pt x="39" y="42"/>
                    <a:pt x="39" y="42"/>
                    <a:pt x="39" y="42"/>
                  </a:cubicBezTo>
                  <a:cubicBezTo>
                    <a:pt x="39" y="42"/>
                    <a:pt x="39" y="42"/>
                    <a:pt x="39" y="42"/>
                  </a:cubicBezTo>
                  <a:cubicBezTo>
                    <a:pt x="38" y="43"/>
                    <a:pt x="38" y="43"/>
                    <a:pt x="38" y="43"/>
                  </a:cubicBezTo>
                  <a:cubicBezTo>
                    <a:pt x="38" y="43"/>
                    <a:pt x="39" y="42"/>
                    <a:pt x="38" y="42"/>
                  </a:cubicBezTo>
                  <a:cubicBezTo>
                    <a:pt x="37" y="41"/>
                    <a:pt x="37" y="41"/>
                    <a:pt x="37" y="41"/>
                  </a:cubicBezTo>
                  <a:lnTo>
                    <a:pt x="36" y="41"/>
                  </a:lnTo>
                  <a:close/>
                  <a:moveTo>
                    <a:pt x="44" y="50"/>
                  </a:moveTo>
                  <a:cubicBezTo>
                    <a:pt x="44" y="50"/>
                    <a:pt x="44" y="50"/>
                    <a:pt x="44" y="50"/>
                  </a:cubicBezTo>
                  <a:cubicBezTo>
                    <a:pt x="42" y="50"/>
                    <a:pt x="42" y="50"/>
                    <a:pt x="42" y="50"/>
                  </a:cubicBezTo>
                  <a:cubicBezTo>
                    <a:pt x="41" y="50"/>
                    <a:pt x="41" y="50"/>
                    <a:pt x="41" y="50"/>
                  </a:cubicBezTo>
                  <a:cubicBezTo>
                    <a:pt x="41" y="49"/>
                    <a:pt x="41" y="49"/>
                    <a:pt x="41" y="49"/>
                  </a:cubicBezTo>
                  <a:cubicBezTo>
                    <a:pt x="42" y="49"/>
                    <a:pt x="42" y="49"/>
                    <a:pt x="42" y="49"/>
                  </a:cubicBezTo>
                  <a:cubicBezTo>
                    <a:pt x="42" y="48"/>
                    <a:pt x="42" y="48"/>
                    <a:pt x="42" y="48"/>
                  </a:cubicBezTo>
                  <a:cubicBezTo>
                    <a:pt x="42" y="47"/>
                    <a:pt x="42" y="47"/>
                    <a:pt x="42"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8" y="48"/>
                    <a:pt x="38" y="48"/>
                    <a:pt x="38" y="48"/>
                  </a:cubicBezTo>
                  <a:cubicBezTo>
                    <a:pt x="37" y="48"/>
                    <a:pt x="37" y="48"/>
                    <a:pt x="37" y="48"/>
                  </a:cubicBezTo>
                  <a:cubicBezTo>
                    <a:pt x="37" y="48"/>
                    <a:pt x="37" y="48"/>
                    <a:pt x="37" y="48"/>
                  </a:cubicBezTo>
                  <a:cubicBezTo>
                    <a:pt x="38" y="48"/>
                    <a:pt x="38" y="48"/>
                    <a:pt x="38" y="48"/>
                  </a:cubicBezTo>
                  <a:cubicBezTo>
                    <a:pt x="42" y="43"/>
                    <a:pt x="42" y="43"/>
                    <a:pt x="42" y="43"/>
                  </a:cubicBezTo>
                  <a:cubicBezTo>
                    <a:pt x="43" y="43"/>
                    <a:pt x="43" y="43"/>
                    <a:pt x="43" y="43"/>
                  </a:cubicBezTo>
                  <a:cubicBezTo>
                    <a:pt x="43" y="43"/>
                    <a:pt x="43" y="43"/>
                    <a:pt x="43" y="43"/>
                  </a:cubicBezTo>
                  <a:cubicBezTo>
                    <a:pt x="43" y="50"/>
                    <a:pt x="43" y="50"/>
                    <a:pt x="43" y="50"/>
                  </a:cubicBezTo>
                  <a:lnTo>
                    <a:pt x="44" y="50"/>
                  </a:lnTo>
                  <a:close/>
                  <a:moveTo>
                    <a:pt x="51" y="46"/>
                  </a:moveTo>
                  <a:cubicBezTo>
                    <a:pt x="50" y="47"/>
                    <a:pt x="50" y="47"/>
                    <a:pt x="50" y="47"/>
                  </a:cubicBezTo>
                  <a:cubicBezTo>
                    <a:pt x="50" y="47"/>
                    <a:pt x="50" y="47"/>
                    <a:pt x="50" y="47"/>
                  </a:cubicBezTo>
                  <a:cubicBezTo>
                    <a:pt x="50" y="47"/>
                    <a:pt x="50" y="45"/>
                    <a:pt x="49" y="45"/>
                  </a:cubicBezTo>
                  <a:cubicBezTo>
                    <a:pt x="47" y="46"/>
                    <a:pt x="47" y="46"/>
                    <a:pt x="47" y="46"/>
                  </a:cubicBezTo>
                  <a:cubicBezTo>
                    <a:pt x="47" y="46"/>
                    <a:pt x="48" y="47"/>
                    <a:pt x="49" y="47"/>
                  </a:cubicBezTo>
                  <a:cubicBezTo>
                    <a:pt x="50" y="48"/>
                    <a:pt x="50" y="49"/>
                    <a:pt x="50" y="50"/>
                  </a:cubicBezTo>
                  <a:cubicBezTo>
                    <a:pt x="49" y="51"/>
                    <a:pt x="48" y="52"/>
                    <a:pt x="47" y="51"/>
                  </a:cubicBezTo>
                  <a:cubicBezTo>
                    <a:pt x="46" y="51"/>
                    <a:pt x="46" y="51"/>
                    <a:pt x="46" y="51"/>
                  </a:cubicBezTo>
                  <a:cubicBezTo>
                    <a:pt x="45" y="50"/>
                    <a:pt x="45" y="50"/>
                    <a:pt x="45" y="50"/>
                  </a:cubicBezTo>
                  <a:cubicBezTo>
                    <a:pt x="45" y="49"/>
                    <a:pt x="45" y="49"/>
                    <a:pt x="45" y="49"/>
                  </a:cubicBezTo>
                  <a:cubicBezTo>
                    <a:pt x="46" y="48"/>
                    <a:pt x="46" y="48"/>
                    <a:pt x="46" y="48"/>
                  </a:cubicBezTo>
                  <a:cubicBezTo>
                    <a:pt x="46" y="49"/>
                    <a:pt x="46" y="49"/>
                    <a:pt x="46" y="49"/>
                  </a:cubicBezTo>
                  <a:cubicBezTo>
                    <a:pt x="46" y="50"/>
                    <a:pt x="46" y="51"/>
                    <a:pt x="47" y="51"/>
                  </a:cubicBezTo>
                  <a:cubicBezTo>
                    <a:pt x="49" y="50"/>
                    <a:pt x="49" y="50"/>
                    <a:pt x="49" y="50"/>
                  </a:cubicBezTo>
                  <a:cubicBezTo>
                    <a:pt x="49" y="49"/>
                    <a:pt x="49" y="49"/>
                    <a:pt x="47" y="48"/>
                  </a:cubicBezTo>
                  <a:cubicBezTo>
                    <a:pt x="47" y="47"/>
                    <a:pt x="46" y="47"/>
                    <a:pt x="46" y="46"/>
                  </a:cubicBezTo>
                  <a:cubicBezTo>
                    <a:pt x="47" y="45"/>
                    <a:pt x="48" y="44"/>
                    <a:pt x="49" y="45"/>
                  </a:cubicBezTo>
                  <a:cubicBezTo>
                    <a:pt x="50" y="45"/>
                    <a:pt x="50" y="45"/>
                    <a:pt x="50" y="45"/>
                  </a:cubicBezTo>
                  <a:cubicBezTo>
                    <a:pt x="51" y="45"/>
                    <a:pt x="51" y="45"/>
                    <a:pt x="51" y="45"/>
                  </a:cubicBezTo>
                  <a:lnTo>
                    <a:pt x="51" y="46"/>
                  </a:lnTo>
                  <a:close/>
                  <a:moveTo>
                    <a:pt x="55" y="49"/>
                  </a:moveTo>
                  <a:cubicBezTo>
                    <a:pt x="54" y="50"/>
                    <a:pt x="54" y="50"/>
                    <a:pt x="54" y="50"/>
                  </a:cubicBezTo>
                  <a:cubicBezTo>
                    <a:pt x="54" y="49"/>
                    <a:pt x="54" y="49"/>
                    <a:pt x="54" y="49"/>
                  </a:cubicBezTo>
                  <a:cubicBezTo>
                    <a:pt x="54" y="48"/>
                    <a:pt x="54" y="48"/>
                    <a:pt x="54" y="48"/>
                  </a:cubicBezTo>
                  <a:lnTo>
                    <a:pt x="55" y="49"/>
                  </a:lnTo>
                  <a:close/>
                  <a:moveTo>
                    <a:pt x="62" y="54"/>
                  </a:moveTo>
                  <a:cubicBezTo>
                    <a:pt x="60" y="54"/>
                    <a:pt x="59" y="54"/>
                    <a:pt x="59" y="54"/>
                  </a:cubicBezTo>
                  <a:cubicBezTo>
                    <a:pt x="58" y="54"/>
                    <a:pt x="58" y="54"/>
                    <a:pt x="58" y="54"/>
                  </a:cubicBezTo>
                  <a:cubicBezTo>
                    <a:pt x="58" y="54"/>
                    <a:pt x="58" y="54"/>
                    <a:pt x="58" y="54"/>
                  </a:cubicBezTo>
                  <a:cubicBezTo>
                    <a:pt x="58" y="53"/>
                    <a:pt x="58" y="54"/>
                    <a:pt x="58" y="53"/>
                  </a:cubicBezTo>
                  <a:cubicBezTo>
                    <a:pt x="59" y="48"/>
                    <a:pt x="59" y="48"/>
                    <a:pt x="59" y="48"/>
                  </a:cubicBezTo>
                  <a:cubicBezTo>
                    <a:pt x="58" y="47"/>
                    <a:pt x="58" y="47"/>
                    <a:pt x="58" y="47"/>
                  </a:cubicBezTo>
                  <a:cubicBezTo>
                    <a:pt x="59" y="47"/>
                    <a:pt x="59" y="47"/>
                    <a:pt x="59" y="47"/>
                  </a:cubicBezTo>
                  <a:cubicBezTo>
                    <a:pt x="60" y="47"/>
                    <a:pt x="60" y="47"/>
                    <a:pt x="60" y="47"/>
                  </a:cubicBezTo>
                  <a:cubicBezTo>
                    <a:pt x="61" y="47"/>
                    <a:pt x="61" y="47"/>
                    <a:pt x="61" y="47"/>
                  </a:cubicBezTo>
                  <a:cubicBezTo>
                    <a:pt x="61" y="47"/>
                    <a:pt x="61" y="47"/>
                    <a:pt x="61" y="47"/>
                  </a:cubicBezTo>
                  <a:cubicBezTo>
                    <a:pt x="60" y="48"/>
                    <a:pt x="60" y="48"/>
                    <a:pt x="60" y="48"/>
                  </a:cubicBezTo>
                  <a:cubicBezTo>
                    <a:pt x="60" y="53"/>
                    <a:pt x="60" y="53"/>
                    <a:pt x="60" y="53"/>
                  </a:cubicBezTo>
                  <a:cubicBezTo>
                    <a:pt x="60" y="54"/>
                    <a:pt x="60" y="54"/>
                    <a:pt x="60" y="54"/>
                  </a:cubicBezTo>
                  <a:cubicBezTo>
                    <a:pt x="63" y="54"/>
                    <a:pt x="63" y="53"/>
                    <a:pt x="63" y="53"/>
                  </a:cubicBezTo>
                  <a:cubicBezTo>
                    <a:pt x="63" y="53"/>
                    <a:pt x="63" y="53"/>
                    <a:pt x="63" y="53"/>
                  </a:cubicBezTo>
                  <a:lnTo>
                    <a:pt x="62" y="54"/>
                  </a:lnTo>
                  <a:close/>
                  <a:moveTo>
                    <a:pt x="66" y="49"/>
                  </a:moveTo>
                  <a:cubicBezTo>
                    <a:pt x="66" y="54"/>
                    <a:pt x="66" y="54"/>
                    <a:pt x="66" y="54"/>
                  </a:cubicBezTo>
                  <a:cubicBezTo>
                    <a:pt x="66" y="55"/>
                    <a:pt x="67" y="54"/>
                    <a:pt x="67" y="55"/>
                  </a:cubicBezTo>
                  <a:cubicBezTo>
                    <a:pt x="67" y="55"/>
                    <a:pt x="67" y="55"/>
                    <a:pt x="67" y="55"/>
                  </a:cubicBezTo>
                  <a:cubicBezTo>
                    <a:pt x="65" y="55"/>
                    <a:pt x="65" y="55"/>
                    <a:pt x="65" y="55"/>
                  </a:cubicBezTo>
                  <a:cubicBezTo>
                    <a:pt x="64" y="55"/>
                    <a:pt x="64" y="55"/>
                    <a:pt x="64" y="55"/>
                  </a:cubicBezTo>
                  <a:cubicBezTo>
                    <a:pt x="64" y="54"/>
                    <a:pt x="64" y="54"/>
                    <a:pt x="64" y="54"/>
                  </a:cubicBezTo>
                  <a:cubicBezTo>
                    <a:pt x="64" y="54"/>
                    <a:pt x="65" y="54"/>
                    <a:pt x="65" y="54"/>
                  </a:cubicBezTo>
                  <a:cubicBezTo>
                    <a:pt x="65" y="49"/>
                    <a:pt x="65" y="49"/>
                    <a:pt x="65" y="49"/>
                  </a:cubicBezTo>
                  <a:cubicBezTo>
                    <a:pt x="65" y="48"/>
                    <a:pt x="64" y="48"/>
                    <a:pt x="64" y="48"/>
                  </a:cubicBezTo>
                  <a:cubicBezTo>
                    <a:pt x="65" y="48"/>
                    <a:pt x="65" y="48"/>
                    <a:pt x="65" y="48"/>
                  </a:cubicBezTo>
                  <a:cubicBezTo>
                    <a:pt x="66" y="48"/>
                    <a:pt x="66" y="48"/>
                    <a:pt x="66" y="48"/>
                  </a:cubicBezTo>
                  <a:cubicBezTo>
                    <a:pt x="67" y="48"/>
                    <a:pt x="67" y="48"/>
                    <a:pt x="67" y="48"/>
                  </a:cubicBezTo>
                  <a:cubicBezTo>
                    <a:pt x="67" y="48"/>
                    <a:pt x="67" y="48"/>
                    <a:pt x="67" y="48"/>
                  </a:cubicBezTo>
                  <a:cubicBezTo>
                    <a:pt x="67" y="48"/>
                    <a:pt x="67" y="48"/>
                    <a:pt x="66" y="49"/>
                  </a:cubicBezTo>
                  <a:moveTo>
                    <a:pt x="71" y="55"/>
                  </a:moveTo>
                  <a:cubicBezTo>
                    <a:pt x="70" y="55"/>
                    <a:pt x="69" y="55"/>
                    <a:pt x="69" y="55"/>
                  </a:cubicBezTo>
                  <a:cubicBezTo>
                    <a:pt x="68" y="55"/>
                    <a:pt x="68" y="55"/>
                    <a:pt x="68" y="55"/>
                  </a:cubicBezTo>
                  <a:cubicBezTo>
                    <a:pt x="68" y="55"/>
                    <a:pt x="68" y="55"/>
                    <a:pt x="68" y="55"/>
                  </a:cubicBezTo>
                  <a:cubicBezTo>
                    <a:pt x="68" y="54"/>
                    <a:pt x="69" y="55"/>
                    <a:pt x="69" y="54"/>
                  </a:cubicBezTo>
                  <a:cubicBezTo>
                    <a:pt x="69" y="50"/>
                    <a:pt x="69" y="50"/>
                    <a:pt x="69" y="50"/>
                  </a:cubicBezTo>
                  <a:cubicBezTo>
                    <a:pt x="69" y="48"/>
                    <a:pt x="68" y="49"/>
                    <a:pt x="68" y="48"/>
                  </a:cubicBezTo>
                  <a:cubicBezTo>
                    <a:pt x="68" y="48"/>
                    <a:pt x="68" y="48"/>
                    <a:pt x="68" y="48"/>
                  </a:cubicBezTo>
                  <a:cubicBezTo>
                    <a:pt x="68" y="48"/>
                    <a:pt x="68" y="48"/>
                    <a:pt x="68" y="48"/>
                  </a:cubicBezTo>
                  <a:cubicBezTo>
                    <a:pt x="71" y="48"/>
                    <a:pt x="71" y="48"/>
                    <a:pt x="71" y="48"/>
                  </a:cubicBezTo>
                  <a:cubicBezTo>
                    <a:pt x="73" y="48"/>
                    <a:pt x="73" y="50"/>
                    <a:pt x="73" y="50"/>
                  </a:cubicBezTo>
                  <a:cubicBezTo>
                    <a:pt x="72" y="51"/>
                    <a:pt x="72" y="51"/>
                    <a:pt x="72" y="51"/>
                  </a:cubicBezTo>
                  <a:cubicBezTo>
                    <a:pt x="72" y="51"/>
                    <a:pt x="72" y="51"/>
                    <a:pt x="72" y="51"/>
                  </a:cubicBezTo>
                  <a:cubicBezTo>
                    <a:pt x="73" y="52"/>
                    <a:pt x="74" y="52"/>
                    <a:pt x="74" y="53"/>
                  </a:cubicBezTo>
                  <a:cubicBezTo>
                    <a:pt x="74" y="54"/>
                    <a:pt x="73" y="55"/>
                    <a:pt x="71" y="55"/>
                  </a:cubicBezTo>
                  <a:moveTo>
                    <a:pt x="79" y="55"/>
                  </a:moveTo>
                  <a:cubicBezTo>
                    <a:pt x="77" y="55"/>
                    <a:pt x="77" y="55"/>
                    <a:pt x="76" y="55"/>
                  </a:cubicBezTo>
                  <a:cubicBezTo>
                    <a:pt x="75" y="55"/>
                    <a:pt x="75" y="55"/>
                    <a:pt x="75" y="55"/>
                  </a:cubicBezTo>
                  <a:cubicBezTo>
                    <a:pt x="75" y="55"/>
                    <a:pt x="75" y="55"/>
                    <a:pt x="75" y="55"/>
                  </a:cubicBezTo>
                  <a:cubicBezTo>
                    <a:pt x="75" y="55"/>
                    <a:pt x="75" y="55"/>
                    <a:pt x="75" y="54"/>
                  </a:cubicBezTo>
                  <a:cubicBezTo>
                    <a:pt x="75" y="49"/>
                    <a:pt x="75" y="49"/>
                    <a:pt x="75" y="49"/>
                  </a:cubicBezTo>
                  <a:cubicBezTo>
                    <a:pt x="74" y="48"/>
                    <a:pt x="74" y="48"/>
                    <a:pt x="74" y="48"/>
                  </a:cubicBezTo>
                  <a:cubicBezTo>
                    <a:pt x="74" y="48"/>
                    <a:pt x="74" y="48"/>
                    <a:pt x="74" y="48"/>
                  </a:cubicBezTo>
                  <a:cubicBezTo>
                    <a:pt x="75" y="48"/>
                    <a:pt x="75" y="48"/>
                    <a:pt x="77" y="48"/>
                  </a:cubicBezTo>
                  <a:cubicBezTo>
                    <a:pt x="78" y="48"/>
                    <a:pt x="78" y="48"/>
                    <a:pt x="79" y="48"/>
                  </a:cubicBezTo>
                  <a:cubicBezTo>
                    <a:pt x="79" y="48"/>
                    <a:pt x="79" y="48"/>
                    <a:pt x="79" y="48"/>
                  </a:cubicBezTo>
                  <a:cubicBezTo>
                    <a:pt x="79" y="49"/>
                    <a:pt x="79" y="49"/>
                    <a:pt x="79" y="49"/>
                  </a:cubicBezTo>
                  <a:cubicBezTo>
                    <a:pt x="79" y="50"/>
                    <a:pt x="79" y="50"/>
                    <a:pt x="79" y="50"/>
                  </a:cubicBezTo>
                  <a:cubicBezTo>
                    <a:pt x="79" y="50"/>
                    <a:pt x="80" y="48"/>
                    <a:pt x="78" y="49"/>
                  </a:cubicBezTo>
                  <a:cubicBezTo>
                    <a:pt x="77" y="49"/>
                    <a:pt x="76" y="49"/>
                    <a:pt x="76" y="49"/>
                  </a:cubicBezTo>
                  <a:cubicBezTo>
                    <a:pt x="77" y="51"/>
                    <a:pt x="77" y="51"/>
                    <a:pt x="77" y="51"/>
                  </a:cubicBezTo>
                  <a:cubicBezTo>
                    <a:pt x="77" y="51"/>
                    <a:pt x="77" y="51"/>
                    <a:pt x="77" y="51"/>
                  </a:cubicBezTo>
                  <a:cubicBezTo>
                    <a:pt x="78" y="51"/>
                    <a:pt x="78" y="51"/>
                    <a:pt x="78" y="51"/>
                  </a:cubicBezTo>
                  <a:cubicBezTo>
                    <a:pt x="79" y="50"/>
                    <a:pt x="79" y="50"/>
                    <a:pt x="79" y="50"/>
                  </a:cubicBezTo>
                  <a:cubicBezTo>
                    <a:pt x="79" y="50"/>
                    <a:pt x="79" y="50"/>
                    <a:pt x="79" y="50"/>
                  </a:cubicBezTo>
                  <a:cubicBezTo>
                    <a:pt x="79" y="52"/>
                    <a:pt x="79" y="52"/>
                    <a:pt x="79" y="52"/>
                  </a:cubicBezTo>
                  <a:cubicBezTo>
                    <a:pt x="79" y="53"/>
                    <a:pt x="79" y="53"/>
                    <a:pt x="79" y="53"/>
                  </a:cubicBezTo>
                  <a:cubicBezTo>
                    <a:pt x="79" y="53"/>
                    <a:pt x="79" y="52"/>
                    <a:pt x="78" y="52"/>
                  </a:cubicBezTo>
                  <a:cubicBezTo>
                    <a:pt x="77" y="52"/>
                    <a:pt x="77" y="52"/>
                    <a:pt x="77" y="52"/>
                  </a:cubicBezTo>
                  <a:cubicBezTo>
                    <a:pt x="77" y="52"/>
                    <a:pt x="77" y="52"/>
                    <a:pt x="77" y="52"/>
                  </a:cubicBezTo>
                  <a:cubicBezTo>
                    <a:pt x="77" y="54"/>
                    <a:pt x="77" y="54"/>
                    <a:pt x="77" y="54"/>
                  </a:cubicBezTo>
                  <a:cubicBezTo>
                    <a:pt x="77" y="55"/>
                    <a:pt x="77" y="55"/>
                    <a:pt x="77" y="55"/>
                  </a:cubicBezTo>
                  <a:cubicBezTo>
                    <a:pt x="80" y="54"/>
                    <a:pt x="80" y="53"/>
                    <a:pt x="80" y="53"/>
                  </a:cubicBezTo>
                  <a:cubicBezTo>
                    <a:pt x="80" y="53"/>
                    <a:pt x="80" y="53"/>
                    <a:pt x="80" y="53"/>
                  </a:cubicBezTo>
                  <a:lnTo>
                    <a:pt x="79" y="55"/>
                  </a:lnTo>
                  <a:close/>
                  <a:moveTo>
                    <a:pt x="87" y="54"/>
                  </a:moveTo>
                  <a:cubicBezTo>
                    <a:pt x="85" y="53"/>
                    <a:pt x="85" y="53"/>
                    <a:pt x="85" y="53"/>
                  </a:cubicBezTo>
                  <a:cubicBezTo>
                    <a:pt x="84" y="52"/>
                    <a:pt x="84" y="52"/>
                    <a:pt x="84" y="52"/>
                  </a:cubicBezTo>
                  <a:cubicBezTo>
                    <a:pt x="83" y="51"/>
                    <a:pt x="83" y="51"/>
                    <a:pt x="83" y="51"/>
                  </a:cubicBezTo>
                  <a:cubicBezTo>
                    <a:pt x="83" y="52"/>
                    <a:pt x="83" y="52"/>
                    <a:pt x="83" y="52"/>
                  </a:cubicBezTo>
                  <a:cubicBezTo>
                    <a:pt x="83" y="54"/>
                    <a:pt x="83" y="54"/>
                    <a:pt x="83" y="54"/>
                  </a:cubicBezTo>
                  <a:cubicBezTo>
                    <a:pt x="83" y="55"/>
                    <a:pt x="84" y="54"/>
                    <a:pt x="84" y="54"/>
                  </a:cubicBezTo>
                  <a:cubicBezTo>
                    <a:pt x="84" y="55"/>
                    <a:pt x="84" y="55"/>
                    <a:pt x="84" y="55"/>
                  </a:cubicBezTo>
                  <a:cubicBezTo>
                    <a:pt x="83" y="55"/>
                    <a:pt x="83" y="55"/>
                    <a:pt x="83" y="55"/>
                  </a:cubicBezTo>
                  <a:cubicBezTo>
                    <a:pt x="81" y="55"/>
                    <a:pt x="81" y="55"/>
                    <a:pt x="81" y="55"/>
                  </a:cubicBezTo>
                  <a:cubicBezTo>
                    <a:pt x="81" y="55"/>
                    <a:pt x="81" y="55"/>
                    <a:pt x="81" y="55"/>
                  </a:cubicBezTo>
                  <a:cubicBezTo>
                    <a:pt x="81" y="54"/>
                    <a:pt x="82" y="55"/>
                    <a:pt x="82" y="53"/>
                  </a:cubicBezTo>
                  <a:cubicBezTo>
                    <a:pt x="81" y="49"/>
                    <a:pt x="81" y="49"/>
                    <a:pt x="81" y="49"/>
                  </a:cubicBezTo>
                  <a:cubicBezTo>
                    <a:pt x="81" y="48"/>
                    <a:pt x="80" y="48"/>
                    <a:pt x="80" y="48"/>
                  </a:cubicBezTo>
                  <a:cubicBezTo>
                    <a:pt x="80" y="48"/>
                    <a:pt x="80" y="48"/>
                    <a:pt x="80" y="48"/>
                  </a:cubicBezTo>
                  <a:cubicBezTo>
                    <a:pt x="81" y="48"/>
                    <a:pt x="81" y="48"/>
                    <a:pt x="81" y="48"/>
                  </a:cubicBezTo>
                  <a:cubicBezTo>
                    <a:pt x="83" y="48"/>
                    <a:pt x="83" y="48"/>
                    <a:pt x="83" y="48"/>
                  </a:cubicBezTo>
                  <a:cubicBezTo>
                    <a:pt x="86" y="47"/>
                    <a:pt x="86" y="49"/>
                    <a:pt x="86" y="49"/>
                  </a:cubicBezTo>
                  <a:cubicBezTo>
                    <a:pt x="85" y="50"/>
                    <a:pt x="85" y="50"/>
                    <a:pt x="85" y="50"/>
                  </a:cubicBezTo>
                  <a:cubicBezTo>
                    <a:pt x="85" y="51"/>
                    <a:pt x="85" y="51"/>
                    <a:pt x="85" y="51"/>
                  </a:cubicBezTo>
                  <a:cubicBezTo>
                    <a:pt x="85" y="51"/>
                    <a:pt x="86" y="52"/>
                    <a:pt x="87" y="54"/>
                  </a:cubicBezTo>
                  <a:cubicBezTo>
                    <a:pt x="87" y="54"/>
                    <a:pt x="87" y="54"/>
                    <a:pt x="87" y="54"/>
                  </a:cubicBezTo>
                  <a:cubicBezTo>
                    <a:pt x="87" y="54"/>
                    <a:pt x="87" y="54"/>
                    <a:pt x="87" y="54"/>
                  </a:cubicBezTo>
                  <a:cubicBezTo>
                    <a:pt x="88" y="54"/>
                    <a:pt x="88" y="54"/>
                    <a:pt x="88" y="54"/>
                  </a:cubicBezTo>
                  <a:lnTo>
                    <a:pt x="87" y="54"/>
                  </a:lnTo>
                  <a:close/>
                  <a:moveTo>
                    <a:pt x="95" y="53"/>
                  </a:moveTo>
                  <a:cubicBezTo>
                    <a:pt x="94" y="53"/>
                    <a:pt x="94" y="53"/>
                    <a:pt x="94" y="53"/>
                  </a:cubicBezTo>
                  <a:cubicBezTo>
                    <a:pt x="93" y="53"/>
                    <a:pt x="93" y="53"/>
                    <a:pt x="93" y="53"/>
                  </a:cubicBezTo>
                  <a:cubicBezTo>
                    <a:pt x="93" y="53"/>
                    <a:pt x="93" y="53"/>
                    <a:pt x="93" y="53"/>
                  </a:cubicBezTo>
                  <a:cubicBezTo>
                    <a:pt x="93" y="52"/>
                    <a:pt x="93" y="52"/>
                    <a:pt x="93" y="52"/>
                  </a:cubicBezTo>
                  <a:cubicBezTo>
                    <a:pt x="93" y="52"/>
                    <a:pt x="93" y="52"/>
                    <a:pt x="93" y="52"/>
                  </a:cubicBezTo>
                  <a:cubicBezTo>
                    <a:pt x="92" y="51"/>
                    <a:pt x="92" y="51"/>
                    <a:pt x="92" y="51"/>
                  </a:cubicBezTo>
                  <a:cubicBezTo>
                    <a:pt x="90" y="51"/>
                    <a:pt x="90" y="51"/>
                    <a:pt x="90" y="51"/>
                  </a:cubicBezTo>
                  <a:cubicBezTo>
                    <a:pt x="90" y="52"/>
                    <a:pt x="90" y="52"/>
                    <a:pt x="90" y="52"/>
                  </a:cubicBezTo>
                  <a:cubicBezTo>
                    <a:pt x="90" y="53"/>
                    <a:pt x="90" y="53"/>
                    <a:pt x="90" y="53"/>
                  </a:cubicBezTo>
                  <a:cubicBezTo>
                    <a:pt x="91" y="54"/>
                    <a:pt x="91" y="54"/>
                    <a:pt x="91" y="54"/>
                  </a:cubicBezTo>
                  <a:cubicBezTo>
                    <a:pt x="90" y="54"/>
                    <a:pt x="90" y="54"/>
                    <a:pt x="90" y="54"/>
                  </a:cubicBezTo>
                  <a:cubicBezTo>
                    <a:pt x="89" y="54"/>
                    <a:pt x="89" y="54"/>
                    <a:pt x="89" y="54"/>
                  </a:cubicBezTo>
                  <a:cubicBezTo>
                    <a:pt x="89" y="54"/>
                    <a:pt x="89" y="54"/>
                    <a:pt x="89" y="54"/>
                  </a:cubicBezTo>
                  <a:cubicBezTo>
                    <a:pt x="88" y="54"/>
                    <a:pt x="88" y="54"/>
                    <a:pt x="88" y="54"/>
                  </a:cubicBezTo>
                  <a:cubicBezTo>
                    <a:pt x="89" y="53"/>
                    <a:pt x="89" y="53"/>
                    <a:pt x="89" y="53"/>
                  </a:cubicBezTo>
                  <a:cubicBezTo>
                    <a:pt x="90" y="47"/>
                    <a:pt x="90" y="47"/>
                    <a:pt x="90" y="47"/>
                  </a:cubicBezTo>
                  <a:cubicBezTo>
                    <a:pt x="91" y="46"/>
                    <a:pt x="91" y="46"/>
                    <a:pt x="91" y="46"/>
                  </a:cubicBezTo>
                  <a:cubicBezTo>
                    <a:pt x="91" y="47"/>
                    <a:pt x="91" y="47"/>
                    <a:pt x="91" y="47"/>
                  </a:cubicBezTo>
                  <a:cubicBezTo>
                    <a:pt x="95" y="52"/>
                    <a:pt x="95" y="52"/>
                    <a:pt x="95" y="52"/>
                  </a:cubicBezTo>
                  <a:cubicBezTo>
                    <a:pt x="96" y="53"/>
                    <a:pt x="96" y="53"/>
                    <a:pt x="96" y="53"/>
                  </a:cubicBezTo>
                  <a:lnTo>
                    <a:pt x="95" y="53"/>
                  </a:lnTo>
                  <a:close/>
                  <a:moveTo>
                    <a:pt x="100" y="52"/>
                  </a:moveTo>
                  <a:cubicBezTo>
                    <a:pt x="98" y="52"/>
                    <a:pt x="98" y="52"/>
                    <a:pt x="97" y="52"/>
                  </a:cubicBezTo>
                  <a:cubicBezTo>
                    <a:pt x="97" y="52"/>
                    <a:pt x="97" y="52"/>
                    <a:pt x="97" y="52"/>
                  </a:cubicBezTo>
                  <a:cubicBezTo>
                    <a:pt x="96" y="52"/>
                    <a:pt x="96" y="52"/>
                    <a:pt x="96" y="52"/>
                  </a:cubicBezTo>
                  <a:cubicBezTo>
                    <a:pt x="96" y="52"/>
                    <a:pt x="97" y="52"/>
                    <a:pt x="97" y="51"/>
                  </a:cubicBezTo>
                  <a:cubicBezTo>
                    <a:pt x="96" y="47"/>
                    <a:pt x="96" y="47"/>
                    <a:pt x="96" y="47"/>
                  </a:cubicBezTo>
                  <a:cubicBezTo>
                    <a:pt x="95" y="46"/>
                    <a:pt x="94" y="46"/>
                    <a:pt x="94" y="46"/>
                  </a:cubicBezTo>
                  <a:cubicBezTo>
                    <a:pt x="94" y="46"/>
                    <a:pt x="94" y="46"/>
                    <a:pt x="94" y="46"/>
                  </a:cubicBezTo>
                  <a:cubicBezTo>
                    <a:pt x="95" y="46"/>
                    <a:pt x="95" y="46"/>
                    <a:pt x="95" y="46"/>
                  </a:cubicBezTo>
                  <a:cubicBezTo>
                    <a:pt x="97" y="45"/>
                    <a:pt x="97" y="45"/>
                    <a:pt x="97" y="45"/>
                  </a:cubicBezTo>
                  <a:cubicBezTo>
                    <a:pt x="100" y="44"/>
                    <a:pt x="100" y="46"/>
                    <a:pt x="100" y="46"/>
                  </a:cubicBezTo>
                  <a:cubicBezTo>
                    <a:pt x="99" y="48"/>
                    <a:pt x="99" y="48"/>
                    <a:pt x="99" y="48"/>
                  </a:cubicBezTo>
                  <a:cubicBezTo>
                    <a:pt x="101" y="48"/>
                    <a:pt x="101" y="48"/>
                    <a:pt x="101" y="49"/>
                  </a:cubicBezTo>
                  <a:cubicBezTo>
                    <a:pt x="102" y="50"/>
                    <a:pt x="101" y="51"/>
                    <a:pt x="100" y="52"/>
                  </a:cubicBezTo>
                  <a:moveTo>
                    <a:pt x="106" y="50"/>
                  </a:moveTo>
                  <a:cubicBezTo>
                    <a:pt x="104" y="50"/>
                    <a:pt x="104" y="50"/>
                    <a:pt x="104" y="50"/>
                  </a:cubicBezTo>
                  <a:cubicBezTo>
                    <a:pt x="103" y="50"/>
                    <a:pt x="103" y="50"/>
                    <a:pt x="103" y="50"/>
                  </a:cubicBezTo>
                  <a:cubicBezTo>
                    <a:pt x="103" y="50"/>
                    <a:pt x="103" y="50"/>
                    <a:pt x="103" y="50"/>
                  </a:cubicBezTo>
                  <a:cubicBezTo>
                    <a:pt x="103" y="49"/>
                    <a:pt x="103" y="49"/>
                    <a:pt x="103" y="49"/>
                  </a:cubicBezTo>
                  <a:cubicBezTo>
                    <a:pt x="102" y="45"/>
                    <a:pt x="102" y="45"/>
                    <a:pt x="102" y="45"/>
                  </a:cubicBezTo>
                  <a:cubicBezTo>
                    <a:pt x="101" y="44"/>
                    <a:pt x="101" y="44"/>
                    <a:pt x="101" y="44"/>
                  </a:cubicBezTo>
                  <a:cubicBezTo>
                    <a:pt x="101" y="44"/>
                    <a:pt x="101" y="44"/>
                    <a:pt x="101" y="44"/>
                  </a:cubicBezTo>
                  <a:cubicBezTo>
                    <a:pt x="102" y="44"/>
                    <a:pt x="102" y="44"/>
                    <a:pt x="102" y="44"/>
                  </a:cubicBezTo>
                  <a:cubicBezTo>
                    <a:pt x="103" y="43"/>
                    <a:pt x="103" y="43"/>
                    <a:pt x="103" y="43"/>
                  </a:cubicBezTo>
                  <a:cubicBezTo>
                    <a:pt x="104" y="43"/>
                    <a:pt x="104" y="43"/>
                    <a:pt x="104" y="43"/>
                  </a:cubicBezTo>
                  <a:cubicBezTo>
                    <a:pt x="103" y="44"/>
                    <a:pt x="103" y="44"/>
                    <a:pt x="103" y="44"/>
                  </a:cubicBezTo>
                  <a:cubicBezTo>
                    <a:pt x="105" y="49"/>
                    <a:pt x="105" y="49"/>
                    <a:pt x="105" y="49"/>
                  </a:cubicBezTo>
                  <a:cubicBezTo>
                    <a:pt x="105" y="50"/>
                    <a:pt x="106" y="49"/>
                    <a:pt x="106" y="49"/>
                  </a:cubicBezTo>
                  <a:lnTo>
                    <a:pt x="106" y="50"/>
                  </a:lnTo>
                  <a:close/>
                  <a:moveTo>
                    <a:pt x="111" y="48"/>
                  </a:moveTo>
                  <a:cubicBezTo>
                    <a:pt x="110" y="48"/>
                    <a:pt x="110" y="48"/>
                    <a:pt x="110" y="48"/>
                  </a:cubicBezTo>
                  <a:cubicBezTo>
                    <a:pt x="109" y="49"/>
                    <a:pt x="109" y="49"/>
                    <a:pt x="109" y="49"/>
                  </a:cubicBezTo>
                  <a:cubicBezTo>
                    <a:pt x="108" y="49"/>
                    <a:pt x="108" y="49"/>
                    <a:pt x="108" y="49"/>
                  </a:cubicBezTo>
                  <a:cubicBezTo>
                    <a:pt x="108" y="48"/>
                    <a:pt x="109" y="48"/>
                    <a:pt x="109" y="47"/>
                  </a:cubicBezTo>
                  <a:cubicBezTo>
                    <a:pt x="107" y="43"/>
                    <a:pt x="107" y="43"/>
                    <a:pt x="107" y="43"/>
                  </a:cubicBezTo>
                  <a:cubicBezTo>
                    <a:pt x="106" y="43"/>
                    <a:pt x="106" y="43"/>
                    <a:pt x="106" y="43"/>
                  </a:cubicBezTo>
                  <a:cubicBezTo>
                    <a:pt x="106" y="43"/>
                    <a:pt x="106" y="43"/>
                    <a:pt x="106" y="43"/>
                  </a:cubicBezTo>
                  <a:cubicBezTo>
                    <a:pt x="105" y="43"/>
                    <a:pt x="105" y="44"/>
                    <a:pt x="105" y="45"/>
                  </a:cubicBezTo>
                  <a:cubicBezTo>
                    <a:pt x="105" y="44"/>
                    <a:pt x="105" y="44"/>
                    <a:pt x="105" y="44"/>
                  </a:cubicBezTo>
                  <a:cubicBezTo>
                    <a:pt x="104" y="43"/>
                    <a:pt x="104" y="43"/>
                    <a:pt x="104" y="43"/>
                  </a:cubicBezTo>
                  <a:cubicBezTo>
                    <a:pt x="104" y="43"/>
                    <a:pt x="104" y="43"/>
                    <a:pt x="104" y="43"/>
                  </a:cubicBezTo>
                  <a:cubicBezTo>
                    <a:pt x="105" y="42"/>
                    <a:pt x="106" y="42"/>
                    <a:pt x="107" y="42"/>
                  </a:cubicBezTo>
                  <a:cubicBezTo>
                    <a:pt x="109" y="41"/>
                    <a:pt x="109" y="41"/>
                    <a:pt x="110" y="41"/>
                  </a:cubicBezTo>
                  <a:cubicBezTo>
                    <a:pt x="110" y="41"/>
                    <a:pt x="110" y="41"/>
                    <a:pt x="110" y="41"/>
                  </a:cubicBezTo>
                  <a:cubicBezTo>
                    <a:pt x="111" y="42"/>
                    <a:pt x="111" y="42"/>
                    <a:pt x="111" y="42"/>
                  </a:cubicBezTo>
                  <a:cubicBezTo>
                    <a:pt x="111" y="42"/>
                    <a:pt x="111" y="42"/>
                    <a:pt x="111" y="42"/>
                  </a:cubicBezTo>
                  <a:cubicBezTo>
                    <a:pt x="110" y="42"/>
                    <a:pt x="110" y="41"/>
                    <a:pt x="109" y="42"/>
                  </a:cubicBezTo>
                  <a:cubicBezTo>
                    <a:pt x="109" y="42"/>
                    <a:pt x="109" y="42"/>
                    <a:pt x="109" y="42"/>
                  </a:cubicBezTo>
                  <a:cubicBezTo>
                    <a:pt x="108" y="43"/>
                    <a:pt x="108" y="43"/>
                    <a:pt x="108" y="43"/>
                  </a:cubicBezTo>
                  <a:cubicBezTo>
                    <a:pt x="110" y="47"/>
                    <a:pt x="110" y="47"/>
                    <a:pt x="110" y="47"/>
                  </a:cubicBezTo>
                  <a:cubicBezTo>
                    <a:pt x="110" y="48"/>
                    <a:pt x="111" y="47"/>
                    <a:pt x="111" y="47"/>
                  </a:cubicBezTo>
                  <a:lnTo>
                    <a:pt x="111" y="48"/>
                  </a:lnTo>
                  <a:close/>
                  <a:moveTo>
                    <a:pt x="115" y="42"/>
                  </a:moveTo>
                  <a:cubicBezTo>
                    <a:pt x="114" y="42"/>
                    <a:pt x="114" y="42"/>
                    <a:pt x="114" y="42"/>
                  </a:cubicBezTo>
                  <a:cubicBezTo>
                    <a:pt x="115" y="41"/>
                    <a:pt x="115" y="41"/>
                    <a:pt x="115" y="41"/>
                  </a:cubicBezTo>
                  <a:cubicBezTo>
                    <a:pt x="116" y="41"/>
                    <a:pt x="116" y="41"/>
                    <a:pt x="116" y="41"/>
                  </a:cubicBezTo>
                  <a:lnTo>
                    <a:pt x="115" y="42"/>
                  </a:lnTo>
                  <a:close/>
                  <a:moveTo>
                    <a:pt x="126" y="40"/>
                  </a:moveTo>
                  <a:cubicBezTo>
                    <a:pt x="126" y="40"/>
                    <a:pt x="126" y="40"/>
                    <a:pt x="126" y="40"/>
                  </a:cubicBezTo>
                  <a:cubicBezTo>
                    <a:pt x="119" y="38"/>
                    <a:pt x="119" y="38"/>
                    <a:pt x="119" y="38"/>
                  </a:cubicBezTo>
                  <a:cubicBezTo>
                    <a:pt x="119" y="38"/>
                    <a:pt x="119" y="38"/>
                    <a:pt x="119" y="38"/>
                  </a:cubicBezTo>
                  <a:cubicBezTo>
                    <a:pt x="119" y="38"/>
                    <a:pt x="119" y="38"/>
                    <a:pt x="119" y="38"/>
                  </a:cubicBezTo>
                  <a:cubicBezTo>
                    <a:pt x="121" y="41"/>
                    <a:pt x="121" y="41"/>
                    <a:pt x="121" y="41"/>
                  </a:cubicBezTo>
                  <a:cubicBezTo>
                    <a:pt x="122" y="43"/>
                    <a:pt x="122" y="42"/>
                    <a:pt x="123" y="42"/>
                  </a:cubicBezTo>
                  <a:cubicBezTo>
                    <a:pt x="122" y="42"/>
                    <a:pt x="122" y="42"/>
                    <a:pt x="122" y="42"/>
                  </a:cubicBezTo>
                  <a:cubicBezTo>
                    <a:pt x="121" y="43"/>
                    <a:pt x="121" y="43"/>
                    <a:pt x="121" y="43"/>
                  </a:cubicBezTo>
                  <a:cubicBezTo>
                    <a:pt x="121" y="43"/>
                    <a:pt x="121" y="43"/>
                    <a:pt x="121" y="43"/>
                  </a:cubicBezTo>
                  <a:cubicBezTo>
                    <a:pt x="120" y="44"/>
                    <a:pt x="120" y="44"/>
                    <a:pt x="120" y="44"/>
                  </a:cubicBezTo>
                  <a:cubicBezTo>
                    <a:pt x="120" y="42"/>
                    <a:pt x="120" y="42"/>
                    <a:pt x="120" y="42"/>
                  </a:cubicBezTo>
                  <a:cubicBezTo>
                    <a:pt x="119" y="39"/>
                    <a:pt x="119" y="39"/>
                    <a:pt x="119" y="39"/>
                  </a:cubicBezTo>
                  <a:cubicBezTo>
                    <a:pt x="118" y="37"/>
                    <a:pt x="117" y="38"/>
                    <a:pt x="117" y="38"/>
                  </a:cubicBezTo>
                  <a:cubicBezTo>
                    <a:pt x="117" y="37"/>
                    <a:pt x="117" y="37"/>
                    <a:pt x="117" y="37"/>
                  </a:cubicBezTo>
                  <a:cubicBezTo>
                    <a:pt x="117" y="37"/>
                    <a:pt x="117" y="37"/>
                    <a:pt x="117" y="37"/>
                  </a:cubicBezTo>
                  <a:cubicBezTo>
                    <a:pt x="118" y="37"/>
                    <a:pt x="118" y="37"/>
                    <a:pt x="118" y="37"/>
                  </a:cubicBezTo>
                  <a:cubicBezTo>
                    <a:pt x="119" y="37"/>
                    <a:pt x="119" y="37"/>
                    <a:pt x="119" y="37"/>
                  </a:cubicBezTo>
                  <a:cubicBezTo>
                    <a:pt x="124" y="39"/>
                    <a:pt x="124" y="39"/>
                    <a:pt x="124" y="39"/>
                  </a:cubicBezTo>
                  <a:cubicBezTo>
                    <a:pt x="125" y="39"/>
                    <a:pt x="125" y="39"/>
                    <a:pt x="125" y="39"/>
                  </a:cubicBezTo>
                  <a:cubicBezTo>
                    <a:pt x="125" y="38"/>
                    <a:pt x="125" y="38"/>
                    <a:pt x="125" y="38"/>
                  </a:cubicBezTo>
                  <a:cubicBezTo>
                    <a:pt x="123" y="35"/>
                    <a:pt x="123" y="35"/>
                    <a:pt x="123" y="35"/>
                  </a:cubicBezTo>
                  <a:cubicBezTo>
                    <a:pt x="121" y="35"/>
                    <a:pt x="121" y="35"/>
                    <a:pt x="121" y="35"/>
                  </a:cubicBezTo>
                  <a:cubicBezTo>
                    <a:pt x="121" y="35"/>
                    <a:pt x="121" y="35"/>
                    <a:pt x="121" y="35"/>
                  </a:cubicBezTo>
                  <a:cubicBezTo>
                    <a:pt x="122" y="34"/>
                    <a:pt x="122" y="34"/>
                    <a:pt x="122" y="34"/>
                  </a:cubicBezTo>
                  <a:cubicBezTo>
                    <a:pt x="123" y="34"/>
                    <a:pt x="123" y="34"/>
                    <a:pt x="123" y="34"/>
                  </a:cubicBezTo>
                  <a:cubicBezTo>
                    <a:pt x="124" y="34"/>
                    <a:pt x="124" y="34"/>
                    <a:pt x="124" y="34"/>
                  </a:cubicBezTo>
                  <a:cubicBezTo>
                    <a:pt x="124" y="34"/>
                    <a:pt x="123" y="34"/>
                    <a:pt x="123" y="35"/>
                  </a:cubicBezTo>
                  <a:cubicBezTo>
                    <a:pt x="126" y="40"/>
                    <a:pt x="126" y="40"/>
                    <a:pt x="126" y="40"/>
                  </a:cubicBezTo>
                  <a:close/>
                  <a:moveTo>
                    <a:pt x="131" y="38"/>
                  </a:moveTo>
                  <a:cubicBezTo>
                    <a:pt x="129" y="39"/>
                    <a:pt x="127" y="38"/>
                    <a:pt x="126" y="37"/>
                  </a:cubicBezTo>
                  <a:cubicBezTo>
                    <a:pt x="125" y="35"/>
                    <a:pt x="125" y="33"/>
                    <a:pt x="127" y="31"/>
                  </a:cubicBezTo>
                  <a:cubicBezTo>
                    <a:pt x="128" y="30"/>
                    <a:pt x="130" y="31"/>
                    <a:pt x="132" y="32"/>
                  </a:cubicBezTo>
                  <a:cubicBezTo>
                    <a:pt x="132" y="33"/>
                    <a:pt x="133" y="36"/>
                    <a:pt x="131" y="38"/>
                  </a:cubicBezTo>
                  <a:moveTo>
                    <a:pt x="136" y="33"/>
                  </a:moveTo>
                  <a:cubicBezTo>
                    <a:pt x="135" y="34"/>
                    <a:pt x="135" y="34"/>
                    <a:pt x="135" y="34"/>
                  </a:cubicBezTo>
                  <a:cubicBezTo>
                    <a:pt x="134" y="34"/>
                    <a:pt x="134" y="34"/>
                    <a:pt x="134" y="34"/>
                  </a:cubicBezTo>
                  <a:cubicBezTo>
                    <a:pt x="133" y="33"/>
                    <a:pt x="133" y="33"/>
                    <a:pt x="133" y="33"/>
                  </a:cubicBezTo>
                  <a:cubicBezTo>
                    <a:pt x="133" y="33"/>
                    <a:pt x="133" y="33"/>
                    <a:pt x="133" y="33"/>
                  </a:cubicBezTo>
                  <a:cubicBezTo>
                    <a:pt x="134" y="33"/>
                    <a:pt x="134" y="33"/>
                    <a:pt x="134" y="33"/>
                  </a:cubicBezTo>
                  <a:cubicBezTo>
                    <a:pt x="136" y="33"/>
                    <a:pt x="136" y="33"/>
                    <a:pt x="136" y="33"/>
                  </a:cubicBezTo>
                  <a:cubicBezTo>
                    <a:pt x="137" y="31"/>
                    <a:pt x="137" y="31"/>
                    <a:pt x="137" y="31"/>
                  </a:cubicBezTo>
                  <a:cubicBezTo>
                    <a:pt x="136" y="30"/>
                    <a:pt x="135" y="31"/>
                    <a:pt x="134" y="31"/>
                  </a:cubicBezTo>
                  <a:cubicBezTo>
                    <a:pt x="132" y="31"/>
                    <a:pt x="132" y="31"/>
                    <a:pt x="132" y="31"/>
                  </a:cubicBezTo>
                  <a:cubicBezTo>
                    <a:pt x="131" y="30"/>
                    <a:pt x="131" y="29"/>
                    <a:pt x="132" y="28"/>
                  </a:cubicBezTo>
                  <a:cubicBezTo>
                    <a:pt x="133" y="27"/>
                    <a:pt x="133" y="27"/>
                    <a:pt x="133" y="27"/>
                  </a:cubicBezTo>
                  <a:cubicBezTo>
                    <a:pt x="134" y="27"/>
                    <a:pt x="134" y="27"/>
                    <a:pt x="134" y="27"/>
                  </a:cubicBezTo>
                  <a:cubicBezTo>
                    <a:pt x="134" y="27"/>
                    <a:pt x="134" y="27"/>
                    <a:pt x="134" y="27"/>
                  </a:cubicBezTo>
                  <a:cubicBezTo>
                    <a:pt x="135" y="28"/>
                    <a:pt x="135" y="28"/>
                    <a:pt x="135" y="28"/>
                  </a:cubicBezTo>
                  <a:cubicBezTo>
                    <a:pt x="135" y="28"/>
                    <a:pt x="135" y="28"/>
                    <a:pt x="135" y="28"/>
                  </a:cubicBezTo>
                  <a:cubicBezTo>
                    <a:pt x="135" y="29"/>
                    <a:pt x="133" y="27"/>
                    <a:pt x="132" y="28"/>
                  </a:cubicBezTo>
                  <a:cubicBezTo>
                    <a:pt x="132" y="30"/>
                    <a:pt x="132" y="30"/>
                    <a:pt x="132" y="30"/>
                  </a:cubicBezTo>
                  <a:cubicBezTo>
                    <a:pt x="132" y="30"/>
                    <a:pt x="133" y="30"/>
                    <a:pt x="134" y="30"/>
                  </a:cubicBezTo>
                  <a:cubicBezTo>
                    <a:pt x="135" y="29"/>
                    <a:pt x="136" y="29"/>
                    <a:pt x="137" y="30"/>
                  </a:cubicBezTo>
                  <a:cubicBezTo>
                    <a:pt x="138" y="31"/>
                    <a:pt x="138" y="33"/>
                    <a:pt x="136" y="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3" name="Freeform 32">
              <a:extLst>
                <a:ext uri="{FF2B5EF4-FFF2-40B4-BE49-F238E27FC236}">
                  <a16:creationId xmlns:a16="http://schemas.microsoft.com/office/drawing/2014/main" id="{3829A00D-2BF3-491B-9856-63ADC33F4F10}"/>
                </a:ext>
              </a:extLst>
            </p:cNvPr>
            <p:cNvSpPr>
              <a:spLocks noEditPoints="1"/>
            </p:cNvSpPr>
            <p:nvPr/>
          </p:nvSpPr>
          <p:spPr bwMode="auto">
            <a:xfrm>
              <a:off x="6111875" y="2517775"/>
              <a:ext cx="104775" cy="215900"/>
            </a:xfrm>
            <a:custGeom>
              <a:avLst/>
              <a:gdLst>
                <a:gd name="T0" fmla="*/ 44 w 49"/>
                <a:gd name="T1" fmla="*/ 10 h 100"/>
                <a:gd name="T2" fmla="*/ 38 w 49"/>
                <a:gd name="T3" fmla="*/ 26 h 100"/>
                <a:gd name="T4" fmla="*/ 33 w 49"/>
                <a:gd name="T5" fmla="*/ 21 h 100"/>
                <a:gd name="T6" fmla="*/ 20 w 49"/>
                <a:gd name="T7" fmla="*/ 15 h 100"/>
                <a:gd name="T8" fmla="*/ 3 w 49"/>
                <a:gd name="T9" fmla="*/ 2 h 100"/>
                <a:gd name="T10" fmla="*/ 2 w 49"/>
                <a:gd name="T11" fmla="*/ 43 h 100"/>
                <a:gd name="T12" fmla="*/ 7 w 49"/>
                <a:gd name="T13" fmla="*/ 38 h 100"/>
                <a:gd name="T14" fmla="*/ 6 w 49"/>
                <a:gd name="T15" fmla="*/ 82 h 100"/>
                <a:gd name="T16" fmla="*/ 11 w 49"/>
                <a:gd name="T17" fmla="*/ 86 h 100"/>
                <a:gd name="T18" fmla="*/ 34 w 49"/>
                <a:gd name="T19" fmla="*/ 79 h 100"/>
                <a:gd name="T20" fmla="*/ 29 w 49"/>
                <a:gd name="T21" fmla="*/ 52 h 100"/>
                <a:gd name="T22" fmla="*/ 40 w 49"/>
                <a:gd name="T23" fmla="*/ 58 h 100"/>
                <a:gd name="T24" fmla="*/ 40 w 49"/>
                <a:gd name="T25" fmla="*/ 50 h 100"/>
                <a:gd name="T26" fmla="*/ 44 w 49"/>
                <a:gd name="T27" fmla="*/ 26 h 100"/>
                <a:gd name="T28" fmla="*/ 35 w 49"/>
                <a:gd name="T29" fmla="*/ 21 h 100"/>
                <a:gd name="T30" fmla="*/ 42 w 49"/>
                <a:gd name="T31" fmla="*/ 14 h 100"/>
                <a:gd name="T32" fmla="*/ 29 w 49"/>
                <a:gd name="T33" fmla="*/ 20 h 100"/>
                <a:gd name="T34" fmla="*/ 29 w 49"/>
                <a:gd name="T35" fmla="*/ 15 h 100"/>
                <a:gd name="T36" fmla="*/ 25 w 49"/>
                <a:gd name="T37" fmla="*/ 15 h 100"/>
                <a:gd name="T38" fmla="*/ 35 w 49"/>
                <a:gd name="T39" fmla="*/ 35 h 100"/>
                <a:gd name="T40" fmla="*/ 20 w 49"/>
                <a:gd name="T41" fmla="*/ 26 h 100"/>
                <a:gd name="T42" fmla="*/ 19 w 49"/>
                <a:gd name="T43" fmla="*/ 24 h 100"/>
                <a:gd name="T44" fmla="*/ 13 w 49"/>
                <a:gd name="T45" fmla="*/ 1 h 100"/>
                <a:gd name="T46" fmla="*/ 25 w 49"/>
                <a:gd name="T47" fmla="*/ 40 h 100"/>
                <a:gd name="T48" fmla="*/ 20 w 49"/>
                <a:gd name="T49" fmla="*/ 44 h 100"/>
                <a:gd name="T50" fmla="*/ 14 w 49"/>
                <a:gd name="T51" fmla="*/ 42 h 100"/>
                <a:gd name="T52" fmla="*/ 18 w 49"/>
                <a:gd name="T53" fmla="*/ 42 h 100"/>
                <a:gd name="T54" fmla="*/ 11 w 49"/>
                <a:gd name="T55" fmla="*/ 36 h 100"/>
                <a:gd name="T56" fmla="*/ 7 w 49"/>
                <a:gd name="T57" fmla="*/ 28 h 100"/>
                <a:gd name="T58" fmla="*/ 3 w 49"/>
                <a:gd name="T59" fmla="*/ 3 h 100"/>
                <a:gd name="T60" fmla="*/ 6 w 49"/>
                <a:gd name="T61" fmla="*/ 22 h 100"/>
                <a:gd name="T62" fmla="*/ 4 w 49"/>
                <a:gd name="T63" fmla="*/ 30 h 100"/>
                <a:gd name="T64" fmla="*/ 2 w 49"/>
                <a:gd name="T65" fmla="*/ 48 h 100"/>
                <a:gd name="T66" fmla="*/ 2 w 49"/>
                <a:gd name="T67" fmla="*/ 50 h 100"/>
                <a:gd name="T68" fmla="*/ 11 w 49"/>
                <a:gd name="T69" fmla="*/ 36 h 100"/>
                <a:gd name="T70" fmla="*/ 32 w 49"/>
                <a:gd name="T71" fmla="*/ 77 h 100"/>
                <a:gd name="T72" fmla="*/ 27 w 49"/>
                <a:gd name="T73" fmla="*/ 78 h 100"/>
                <a:gd name="T74" fmla="*/ 20 w 49"/>
                <a:gd name="T75" fmla="*/ 62 h 100"/>
                <a:gd name="T76" fmla="*/ 18 w 49"/>
                <a:gd name="T77" fmla="*/ 57 h 100"/>
                <a:gd name="T78" fmla="*/ 13 w 49"/>
                <a:gd name="T79" fmla="*/ 96 h 100"/>
                <a:gd name="T80" fmla="*/ 7 w 49"/>
                <a:gd name="T81" fmla="*/ 88 h 100"/>
                <a:gd name="T82" fmla="*/ 9 w 49"/>
                <a:gd name="T83" fmla="*/ 75 h 100"/>
                <a:gd name="T84" fmla="*/ 10 w 49"/>
                <a:gd name="T85" fmla="*/ 43 h 100"/>
                <a:gd name="T86" fmla="*/ 27 w 49"/>
                <a:gd name="T87" fmla="*/ 49 h 100"/>
                <a:gd name="T88" fmla="*/ 41 w 49"/>
                <a:gd name="T89" fmla="*/ 48 h 100"/>
                <a:gd name="T90" fmla="*/ 40 w 49"/>
                <a:gd name="T91" fmla="*/ 52 h 100"/>
                <a:gd name="T92" fmla="*/ 34 w 49"/>
                <a:gd name="T93" fmla="*/ 53 h 100"/>
                <a:gd name="T94" fmla="*/ 27 w 49"/>
                <a:gd name="T95" fmla="*/ 48 h 100"/>
                <a:gd name="T96" fmla="*/ 18 w 49"/>
                <a:gd name="T97" fmla="*/ 38 h 100"/>
                <a:gd name="T98" fmla="*/ 11 w 49"/>
                <a:gd name="T99" fmla="*/ 28 h 100"/>
                <a:gd name="T100" fmla="*/ 13 w 49"/>
                <a:gd name="T101" fmla="*/ 19 h 100"/>
                <a:gd name="T102" fmla="*/ 31 w 49"/>
                <a:gd name="T103" fmla="*/ 39 h 100"/>
                <a:gd name="T104" fmla="*/ 36 w 49"/>
                <a:gd name="T105" fmla="*/ 42 h 100"/>
                <a:gd name="T106" fmla="*/ 42 w 49"/>
                <a:gd name="T107" fmla="*/ 28 h 100"/>
                <a:gd name="T108" fmla="*/ 46 w 49"/>
                <a:gd name="T109" fmla="*/ 26 h 100"/>
                <a:gd name="T110" fmla="*/ 43 w 49"/>
                <a:gd name="T111" fmla="*/ 14 h 100"/>
                <a:gd name="T112" fmla="*/ 48 w 49"/>
                <a:gd name="T113" fmla="*/ 13 h 100"/>
                <a:gd name="T114" fmla="*/ 8 w 49"/>
                <a:gd name="T115" fmla="*/ 83 h 100"/>
                <a:gd name="T116" fmla="*/ 19 w 49"/>
                <a:gd name="T117" fmla="*/ 34 h 100"/>
                <a:gd name="T118" fmla="*/ 14 w 49"/>
                <a:gd name="T119" fmla="*/ 24 h 100"/>
                <a:gd name="T120" fmla="*/ 25 w 49"/>
                <a:gd name="T121" fmla="*/ 2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 h="100">
                  <a:moveTo>
                    <a:pt x="11" y="71"/>
                  </a:moveTo>
                  <a:cubicBezTo>
                    <a:pt x="11" y="72"/>
                    <a:pt x="11" y="72"/>
                    <a:pt x="11" y="72"/>
                  </a:cubicBezTo>
                  <a:cubicBezTo>
                    <a:pt x="11" y="73"/>
                    <a:pt x="11" y="73"/>
                    <a:pt x="11" y="73"/>
                  </a:cubicBezTo>
                  <a:cubicBezTo>
                    <a:pt x="12" y="73"/>
                    <a:pt x="12" y="73"/>
                    <a:pt x="12" y="73"/>
                  </a:cubicBezTo>
                  <a:cubicBezTo>
                    <a:pt x="12" y="72"/>
                    <a:pt x="12" y="72"/>
                    <a:pt x="12" y="72"/>
                  </a:cubicBezTo>
                  <a:cubicBezTo>
                    <a:pt x="12" y="71"/>
                    <a:pt x="12" y="71"/>
                    <a:pt x="12" y="71"/>
                  </a:cubicBezTo>
                  <a:lnTo>
                    <a:pt x="11" y="71"/>
                  </a:lnTo>
                  <a:close/>
                  <a:moveTo>
                    <a:pt x="49" y="12"/>
                  </a:moveTo>
                  <a:cubicBezTo>
                    <a:pt x="49" y="12"/>
                    <a:pt x="49" y="12"/>
                    <a:pt x="49" y="12"/>
                  </a:cubicBezTo>
                  <a:cubicBezTo>
                    <a:pt x="49" y="12"/>
                    <a:pt x="49" y="12"/>
                    <a:pt x="49" y="12"/>
                  </a:cubicBezTo>
                  <a:cubicBezTo>
                    <a:pt x="48" y="12"/>
                    <a:pt x="48" y="12"/>
                    <a:pt x="48" y="12"/>
                  </a:cubicBezTo>
                  <a:cubicBezTo>
                    <a:pt x="47" y="13"/>
                    <a:pt x="47" y="13"/>
                    <a:pt x="47" y="13"/>
                  </a:cubicBezTo>
                  <a:cubicBezTo>
                    <a:pt x="47" y="13"/>
                    <a:pt x="47" y="13"/>
                    <a:pt x="47" y="13"/>
                  </a:cubicBezTo>
                  <a:cubicBezTo>
                    <a:pt x="46" y="13"/>
                    <a:pt x="46" y="13"/>
                    <a:pt x="46" y="13"/>
                  </a:cubicBezTo>
                  <a:cubicBezTo>
                    <a:pt x="45" y="14"/>
                    <a:pt x="45" y="14"/>
                    <a:pt x="45" y="14"/>
                  </a:cubicBezTo>
                  <a:cubicBezTo>
                    <a:pt x="45" y="14"/>
                    <a:pt x="45" y="14"/>
                    <a:pt x="45" y="14"/>
                  </a:cubicBezTo>
                  <a:cubicBezTo>
                    <a:pt x="45" y="14"/>
                    <a:pt x="45" y="14"/>
                    <a:pt x="45" y="14"/>
                  </a:cubicBezTo>
                  <a:cubicBezTo>
                    <a:pt x="45" y="12"/>
                    <a:pt x="45" y="12"/>
                    <a:pt x="45" y="12"/>
                  </a:cubicBezTo>
                  <a:cubicBezTo>
                    <a:pt x="44" y="12"/>
                    <a:pt x="44" y="12"/>
                    <a:pt x="44" y="12"/>
                  </a:cubicBezTo>
                  <a:cubicBezTo>
                    <a:pt x="44" y="12"/>
                    <a:pt x="44" y="12"/>
                    <a:pt x="44" y="12"/>
                  </a:cubicBezTo>
                  <a:cubicBezTo>
                    <a:pt x="44" y="11"/>
                    <a:pt x="45" y="10"/>
                    <a:pt x="45" y="10"/>
                  </a:cubicBezTo>
                  <a:cubicBezTo>
                    <a:pt x="45" y="10"/>
                    <a:pt x="45" y="10"/>
                    <a:pt x="45" y="10"/>
                  </a:cubicBezTo>
                  <a:cubicBezTo>
                    <a:pt x="45" y="10"/>
                    <a:pt x="45" y="10"/>
                    <a:pt x="45" y="10"/>
                  </a:cubicBezTo>
                  <a:cubicBezTo>
                    <a:pt x="44" y="10"/>
                    <a:pt x="44" y="10"/>
                    <a:pt x="44" y="10"/>
                  </a:cubicBezTo>
                  <a:cubicBezTo>
                    <a:pt x="43" y="10"/>
                    <a:pt x="43" y="11"/>
                    <a:pt x="43" y="12"/>
                  </a:cubicBezTo>
                  <a:cubicBezTo>
                    <a:pt x="43" y="12"/>
                    <a:pt x="43" y="12"/>
                    <a:pt x="43" y="12"/>
                  </a:cubicBezTo>
                  <a:cubicBezTo>
                    <a:pt x="42" y="13"/>
                    <a:pt x="42" y="13"/>
                    <a:pt x="42" y="13"/>
                  </a:cubicBezTo>
                  <a:cubicBezTo>
                    <a:pt x="43" y="12"/>
                    <a:pt x="43" y="12"/>
                    <a:pt x="43" y="12"/>
                  </a:cubicBezTo>
                  <a:cubicBezTo>
                    <a:pt x="43" y="12"/>
                    <a:pt x="43" y="12"/>
                    <a:pt x="43" y="12"/>
                  </a:cubicBezTo>
                  <a:cubicBezTo>
                    <a:pt x="43" y="11"/>
                    <a:pt x="43" y="11"/>
                    <a:pt x="43" y="11"/>
                  </a:cubicBezTo>
                  <a:cubicBezTo>
                    <a:pt x="43" y="11"/>
                    <a:pt x="43" y="11"/>
                    <a:pt x="43" y="11"/>
                  </a:cubicBezTo>
                  <a:cubicBezTo>
                    <a:pt x="43" y="11"/>
                    <a:pt x="43" y="11"/>
                    <a:pt x="43" y="11"/>
                  </a:cubicBezTo>
                  <a:cubicBezTo>
                    <a:pt x="42" y="11"/>
                    <a:pt x="42" y="11"/>
                    <a:pt x="42" y="11"/>
                  </a:cubicBezTo>
                  <a:cubicBezTo>
                    <a:pt x="41" y="13"/>
                    <a:pt x="41" y="13"/>
                    <a:pt x="41" y="13"/>
                  </a:cubicBezTo>
                  <a:cubicBezTo>
                    <a:pt x="41" y="13"/>
                    <a:pt x="41" y="13"/>
                    <a:pt x="41" y="13"/>
                  </a:cubicBezTo>
                  <a:cubicBezTo>
                    <a:pt x="41" y="15"/>
                    <a:pt x="41" y="15"/>
                    <a:pt x="41" y="15"/>
                  </a:cubicBezTo>
                  <a:cubicBezTo>
                    <a:pt x="41" y="15"/>
                    <a:pt x="41" y="15"/>
                    <a:pt x="41" y="15"/>
                  </a:cubicBezTo>
                  <a:cubicBezTo>
                    <a:pt x="41" y="16"/>
                    <a:pt x="42" y="17"/>
                    <a:pt x="42" y="17"/>
                  </a:cubicBezTo>
                  <a:cubicBezTo>
                    <a:pt x="43" y="18"/>
                    <a:pt x="43" y="19"/>
                    <a:pt x="43" y="20"/>
                  </a:cubicBezTo>
                  <a:cubicBezTo>
                    <a:pt x="43" y="21"/>
                    <a:pt x="43" y="21"/>
                    <a:pt x="43" y="21"/>
                  </a:cubicBezTo>
                  <a:cubicBezTo>
                    <a:pt x="43" y="22"/>
                    <a:pt x="42" y="24"/>
                    <a:pt x="42" y="25"/>
                  </a:cubicBezTo>
                  <a:cubicBezTo>
                    <a:pt x="41" y="27"/>
                    <a:pt x="41" y="27"/>
                    <a:pt x="41" y="27"/>
                  </a:cubicBezTo>
                  <a:cubicBezTo>
                    <a:pt x="41" y="27"/>
                    <a:pt x="41" y="27"/>
                    <a:pt x="41" y="27"/>
                  </a:cubicBezTo>
                  <a:cubicBezTo>
                    <a:pt x="41" y="28"/>
                    <a:pt x="41" y="28"/>
                    <a:pt x="41" y="28"/>
                  </a:cubicBezTo>
                  <a:cubicBezTo>
                    <a:pt x="40" y="26"/>
                    <a:pt x="39" y="25"/>
                    <a:pt x="39" y="25"/>
                  </a:cubicBezTo>
                  <a:cubicBezTo>
                    <a:pt x="38" y="25"/>
                    <a:pt x="38" y="25"/>
                    <a:pt x="38" y="25"/>
                  </a:cubicBezTo>
                  <a:cubicBezTo>
                    <a:pt x="38" y="26"/>
                    <a:pt x="38" y="26"/>
                    <a:pt x="38" y="26"/>
                  </a:cubicBezTo>
                  <a:cubicBezTo>
                    <a:pt x="38" y="26"/>
                    <a:pt x="38" y="26"/>
                    <a:pt x="38" y="26"/>
                  </a:cubicBezTo>
                  <a:cubicBezTo>
                    <a:pt x="38" y="27"/>
                    <a:pt x="38" y="28"/>
                    <a:pt x="38" y="29"/>
                  </a:cubicBezTo>
                  <a:cubicBezTo>
                    <a:pt x="38" y="30"/>
                    <a:pt x="38" y="30"/>
                    <a:pt x="37" y="31"/>
                  </a:cubicBezTo>
                  <a:cubicBezTo>
                    <a:pt x="36" y="33"/>
                    <a:pt x="36" y="33"/>
                    <a:pt x="36" y="33"/>
                  </a:cubicBezTo>
                  <a:cubicBezTo>
                    <a:pt x="35" y="32"/>
                    <a:pt x="35" y="31"/>
                    <a:pt x="34" y="30"/>
                  </a:cubicBezTo>
                  <a:cubicBezTo>
                    <a:pt x="33" y="28"/>
                    <a:pt x="31" y="27"/>
                    <a:pt x="30" y="26"/>
                  </a:cubicBezTo>
                  <a:cubicBezTo>
                    <a:pt x="28" y="25"/>
                    <a:pt x="27" y="24"/>
                    <a:pt x="27" y="23"/>
                  </a:cubicBezTo>
                  <a:cubicBezTo>
                    <a:pt x="27" y="23"/>
                    <a:pt x="27" y="23"/>
                    <a:pt x="27" y="23"/>
                  </a:cubicBezTo>
                  <a:cubicBezTo>
                    <a:pt x="27" y="22"/>
                    <a:pt x="27" y="22"/>
                    <a:pt x="27" y="22"/>
                  </a:cubicBezTo>
                  <a:cubicBezTo>
                    <a:pt x="29" y="22"/>
                    <a:pt x="29" y="22"/>
                    <a:pt x="29" y="22"/>
                  </a:cubicBezTo>
                  <a:cubicBezTo>
                    <a:pt x="29" y="22"/>
                    <a:pt x="29" y="22"/>
                    <a:pt x="29" y="22"/>
                  </a:cubicBezTo>
                  <a:cubicBezTo>
                    <a:pt x="30" y="22"/>
                    <a:pt x="31" y="23"/>
                    <a:pt x="32" y="23"/>
                  </a:cubicBezTo>
                  <a:cubicBezTo>
                    <a:pt x="32" y="23"/>
                    <a:pt x="32" y="23"/>
                    <a:pt x="32" y="23"/>
                  </a:cubicBezTo>
                  <a:cubicBezTo>
                    <a:pt x="33" y="23"/>
                    <a:pt x="33" y="23"/>
                    <a:pt x="33" y="23"/>
                  </a:cubicBezTo>
                  <a:cubicBezTo>
                    <a:pt x="33" y="23"/>
                    <a:pt x="33" y="23"/>
                    <a:pt x="33" y="23"/>
                  </a:cubicBezTo>
                  <a:cubicBezTo>
                    <a:pt x="35" y="22"/>
                    <a:pt x="35" y="22"/>
                    <a:pt x="35" y="22"/>
                  </a:cubicBezTo>
                  <a:cubicBezTo>
                    <a:pt x="35" y="22"/>
                    <a:pt x="35" y="22"/>
                    <a:pt x="35" y="22"/>
                  </a:cubicBezTo>
                  <a:cubicBezTo>
                    <a:pt x="35" y="22"/>
                    <a:pt x="35" y="22"/>
                    <a:pt x="35" y="22"/>
                  </a:cubicBezTo>
                  <a:cubicBezTo>
                    <a:pt x="35" y="22"/>
                    <a:pt x="35" y="22"/>
                    <a:pt x="35" y="22"/>
                  </a:cubicBezTo>
                  <a:cubicBezTo>
                    <a:pt x="35" y="21"/>
                    <a:pt x="35" y="21"/>
                    <a:pt x="35" y="21"/>
                  </a:cubicBezTo>
                  <a:cubicBezTo>
                    <a:pt x="35" y="21"/>
                    <a:pt x="35" y="21"/>
                    <a:pt x="35" y="21"/>
                  </a:cubicBezTo>
                  <a:cubicBezTo>
                    <a:pt x="35" y="21"/>
                    <a:pt x="35" y="21"/>
                    <a:pt x="35" y="21"/>
                  </a:cubicBezTo>
                  <a:cubicBezTo>
                    <a:pt x="35" y="21"/>
                    <a:pt x="35" y="21"/>
                    <a:pt x="35" y="21"/>
                  </a:cubicBezTo>
                  <a:cubicBezTo>
                    <a:pt x="34" y="21"/>
                    <a:pt x="34" y="21"/>
                    <a:pt x="34" y="21"/>
                  </a:cubicBezTo>
                  <a:cubicBezTo>
                    <a:pt x="33" y="21"/>
                    <a:pt x="33" y="21"/>
                    <a:pt x="33" y="21"/>
                  </a:cubicBezTo>
                  <a:cubicBezTo>
                    <a:pt x="32" y="20"/>
                    <a:pt x="32" y="20"/>
                    <a:pt x="32" y="20"/>
                  </a:cubicBezTo>
                  <a:cubicBezTo>
                    <a:pt x="31" y="19"/>
                    <a:pt x="31" y="19"/>
                    <a:pt x="31" y="19"/>
                  </a:cubicBezTo>
                  <a:cubicBezTo>
                    <a:pt x="32" y="19"/>
                    <a:pt x="32" y="19"/>
                    <a:pt x="32" y="19"/>
                  </a:cubicBezTo>
                  <a:cubicBezTo>
                    <a:pt x="33" y="18"/>
                    <a:pt x="33" y="18"/>
                    <a:pt x="33" y="18"/>
                  </a:cubicBezTo>
                  <a:cubicBezTo>
                    <a:pt x="33" y="18"/>
                    <a:pt x="33" y="18"/>
                    <a:pt x="33" y="18"/>
                  </a:cubicBezTo>
                  <a:cubicBezTo>
                    <a:pt x="34" y="19"/>
                    <a:pt x="34" y="19"/>
                    <a:pt x="34" y="19"/>
                  </a:cubicBezTo>
                  <a:cubicBezTo>
                    <a:pt x="35" y="19"/>
                    <a:pt x="35" y="19"/>
                    <a:pt x="35" y="19"/>
                  </a:cubicBezTo>
                  <a:cubicBezTo>
                    <a:pt x="35" y="19"/>
                    <a:pt x="35" y="19"/>
                    <a:pt x="35" y="19"/>
                  </a:cubicBezTo>
                  <a:cubicBezTo>
                    <a:pt x="35" y="18"/>
                    <a:pt x="35" y="18"/>
                    <a:pt x="35" y="18"/>
                  </a:cubicBezTo>
                  <a:cubicBezTo>
                    <a:pt x="35" y="17"/>
                    <a:pt x="35" y="14"/>
                    <a:pt x="32" y="14"/>
                  </a:cubicBezTo>
                  <a:cubicBezTo>
                    <a:pt x="29" y="14"/>
                    <a:pt x="29" y="14"/>
                    <a:pt x="29" y="14"/>
                  </a:cubicBezTo>
                  <a:cubicBezTo>
                    <a:pt x="29" y="14"/>
                    <a:pt x="29" y="13"/>
                    <a:pt x="27" y="13"/>
                  </a:cubicBezTo>
                  <a:cubicBezTo>
                    <a:pt x="26" y="13"/>
                    <a:pt x="26" y="13"/>
                    <a:pt x="25" y="13"/>
                  </a:cubicBezTo>
                  <a:cubicBezTo>
                    <a:pt x="25" y="13"/>
                    <a:pt x="25" y="13"/>
                    <a:pt x="25" y="13"/>
                  </a:cubicBezTo>
                  <a:cubicBezTo>
                    <a:pt x="25" y="13"/>
                    <a:pt x="25" y="13"/>
                    <a:pt x="25" y="13"/>
                  </a:cubicBezTo>
                  <a:cubicBezTo>
                    <a:pt x="22" y="13"/>
                    <a:pt x="22" y="13"/>
                    <a:pt x="22" y="13"/>
                  </a:cubicBezTo>
                  <a:cubicBezTo>
                    <a:pt x="22" y="13"/>
                    <a:pt x="22" y="13"/>
                    <a:pt x="22" y="13"/>
                  </a:cubicBezTo>
                  <a:cubicBezTo>
                    <a:pt x="22" y="13"/>
                    <a:pt x="22" y="13"/>
                    <a:pt x="22" y="13"/>
                  </a:cubicBezTo>
                  <a:cubicBezTo>
                    <a:pt x="22" y="14"/>
                    <a:pt x="22" y="14"/>
                    <a:pt x="22" y="14"/>
                  </a:cubicBezTo>
                  <a:cubicBezTo>
                    <a:pt x="21" y="14"/>
                    <a:pt x="21" y="14"/>
                    <a:pt x="21" y="14"/>
                  </a:cubicBezTo>
                  <a:cubicBezTo>
                    <a:pt x="21" y="13"/>
                    <a:pt x="21" y="13"/>
                    <a:pt x="21" y="13"/>
                  </a:cubicBezTo>
                  <a:cubicBezTo>
                    <a:pt x="20" y="12"/>
                    <a:pt x="20" y="12"/>
                    <a:pt x="20" y="12"/>
                  </a:cubicBezTo>
                  <a:cubicBezTo>
                    <a:pt x="20" y="13"/>
                    <a:pt x="20" y="13"/>
                    <a:pt x="20" y="13"/>
                  </a:cubicBezTo>
                  <a:cubicBezTo>
                    <a:pt x="20" y="15"/>
                    <a:pt x="20" y="15"/>
                    <a:pt x="20" y="15"/>
                  </a:cubicBezTo>
                  <a:cubicBezTo>
                    <a:pt x="19" y="16"/>
                    <a:pt x="19" y="16"/>
                    <a:pt x="19" y="16"/>
                  </a:cubicBezTo>
                  <a:cubicBezTo>
                    <a:pt x="20" y="16"/>
                    <a:pt x="20" y="16"/>
                    <a:pt x="20" y="16"/>
                  </a:cubicBezTo>
                  <a:cubicBezTo>
                    <a:pt x="20" y="16"/>
                    <a:pt x="20" y="16"/>
                    <a:pt x="20" y="16"/>
                  </a:cubicBezTo>
                  <a:cubicBezTo>
                    <a:pt x="20" y="16"/>
                    <a:pt x="20" y="16"/>
                    <a:pt x="20" y="16"/>
                  </a:cubicBezTo>
                  <a:cubicBezTo>
                    <a:pt x="20" y="16"/>
                    <a:pt x="19" y="17"/>
                    <a:pt x="19" y="19"/>
                  </a:cubicBezTo>
                  <a:cubicBezTo>
                    <a:pt x="18" y="18"/>
                    <a:pt x="18" y="18"/>
                    <a:pt x="18" y="18"/>
                  </a:cubicBezTo>
                  <a:cubicBezTo>
                    <a:pt x="17" y="17"/>
                    <a:pt x="17" y="16"/>
                    <a:pt x="17" y="16"/>
                  </a:cubicBezTo>
                  <a:cubicBezTo>
                    <a:pt x="17" y="15"/>
                    <a:pt x="17" y="15"/>
                    <a:pt x="17" y="15"/>
                  </a:cubicBezTo>
                  <a:cubicBezTo>
                    <a:pt x="16" y="15"/>
                    <a:pt x="16" y="15"/>
                    <a:pt x="16" y="15"/>
                  </a:cubicBezTo>
                  <a:cubicBezTo>
                    <a:pt x="16" y="16"/>
                    <a:pt x="16" y="16"/>
                    <a:pt x="16" y="16"/>
                  </a:cubicBezTo>
                  <a:cubicBezTo>
                    <a:pt x="15" y="14"/>
                    <a:pt x="15" y="11"/>
                    <a:pt x="15" y="11"/>
                  </a:cubicBezTo>
                  <a:cubicBezTo>
                    <a:pt x="15" y="10"/>
                    <a:pt x="15" y="10"/>
                    <a:pt x="15" y="10"/>
                  </a:cubicBezTo>
                  <a:cubicBezTo>
                    <a:pt x="15" y="10"/>
                    <a:pt x="15" y="10"/>
                    <a:pt x="15" y="10"/>
                  </a:cubicBezTo>
                  <a:cubicBezTo>
                    <a:pt x="14" y="12"/>
                    <a:pt x="14" y="12"/>
                    <a:pt x="14" y="12"/>
                  </a:cubicBezTo>
                  <a:cubicBezTo>
                    <a:pt x="13" y="11"/>
                    <a:pt x="13" y="9"/>
                    <a:pt x="13" y="8"/>
                  </a:cubicBezTo>
                  <a:cubicBezTo>
                    <a:pt x="13" y="4"/>
                    <a:pt x="14" y="0"/>
                    <a:pt x="14" y="0"/>
                  </a:cubicBezTo>
                  <a:cubicBezTo>
                    <a:pt x="14" y="0"/>
                    <a:pt x="14" y="0"/>
                    <a:pt x="14" y="0"/>
                  </a:cubicBezTo>
                  <a:cubicBezTo>
                    <a:pt x="13" y="0"/>
                    <a:pt x="13" y="0"/>
                    <a:pt x="13" y="0"/>
                  </a:cubicBezTo>
                  <a:cubicBezTo>
                    <a:pt x="11" y="0"/>
                    <a:pt x="9" y="6"/>
                    <a:pt x="9" y="9"/>
                  </a:cubicBezTo>
                  <a:cubicBezTo>
                    <a:pt x="9" y="9"/>
                    <a:pt x="9" y="9"/>
                    <a:pt x="9" y="9"/>
                  </a:cubicBezTo>
                  <a:cubicBezTo>
                    <a:pt x="9" y="10"/>
                    <a:pt x="9" y="10"/>
                    <a:pt x="9" y="10"/>
                  </a:cubicBezTo>
                  <a:cubicBezTo>
                    <a:pt x="8" y="11"/>
                    <a:pt x="8" y="11"/>
                    <a:pt x="8" y="11"/>
                  </a:cubicBezTo>
                  <a:cubicBezTo>
                    <a:pt x="8" y="10"/>
                    <a:pt x="6" y="8"/>
                    <a:pt x="5" y="6"/>
                  </a:cubicBezTo>
                  <a:cubicBezTo>
                    <a:pt x="4" y="4"/>
                    <a:pt x="3" y="2"/>
                    <a:pt x="3" y="2"/>
                  </a:cubicBezTo>
                  <a:cubicBezTo>
                    <a:pt x="3" y="1"/>
                    <a:pt x="3" y="1"/>
                    <a:pt x="3" y="1"/>
                  </a:cubicBezTo>
                  <a:cubicBezTo>
                    <a:pt x="2" y="2"/>
                    <a:pt x="2" y="2"/>
                    <a:pt x="2" y="2"/>
                  </a:cubicBezTo>
                  <a:cubicBezTo>
                    <a:pt x="1" y="3"/>
                    <a:pt x="1" y="4"/>
                    <a:pt x="1" y="5"/>
                  </a:cubicBezTo>
                  <a:cubicBezTo>
                    <a:pt x="1" y="9"/>
                    <a:pt x="4" y="13"/>
                    <a:pt x="5" y="15"/>
                  </a:cubicBezTo>
                  <a:cubicBezTo>
                    <a:pt x="4" y="14"/>
                    <a:pt x="2" y="12"/>
                    <a:pt x="2" y="12"/>
                  </a:cubicBezTo>
                  <a:cubicBezTo>
                    <a:pt x="1" y="12"/>
                    <a:pt x="1" y="12"/>
                    <a:pt x="1" y="12"/>
                  </a:cubicBezTo>
                  <a:cubicBezTo>
                    <a:pt x="1" y="12"/>
                    <a:pt x="1" y="12"/>
                    <a:pt x="1" y="12"/>
                  </a:cubicBezTo>
                  <a:cubicBezTo>
                    <a:pt x="1" y="14"/>
                    <a:pt x="1" y="14"/>
                    <a:pt x="1" y="14"/>
                  </a:cubicBezTo>
                  <a:cubicBezTo>
                    <a:pt x="1" y="17"/>
                    <a:pt x="3" y="20"/>
                    <a:pt x="5" y="21"/>
                  </a:cubicBezTo>
                  <a:cubicBezTo>
                    <a:pt x="3" y="21"/>
                    <a:pt x="2" y="20"/>
                    <a:pt x="2" y="20"/>
                  </a:cubicBezTo>
                  <a:cubicBezTo>
                    <a:pt x="2" y="20"/>
                    <a:pt x="2" y="20"/>
                    <a:pt x="2" y="20"/>
                  </a:cubicBezTo>
                  <a:cubicBezTo>
                    <a:pt x="1" y="21"/>
                    <a:pt x="1" y="21"/>
                    <a:pt x="1" y="21"/>
                  </a:cubicBezTo>
                  <a:cubicBezTo>
                    <a:pt x="1" y="21"/>
                    <a:pt x="1" y="21"/>
                    <a:pt x="1" y="21"/>
                  </a:cubicBezTo>
                  <a:cubicBezTo>
                    <a:pt x="1" y="24"/>
                    <a:pt x="4" y="27"/>
                    <a:pt x="5" y="28"/>
                  </a:cubicBezTo>
                  <a:cubicBezTo>
                    <a:pt x="4" y="28"/>
                    <a:pt x="3" y="29"/>
                    <a:pt x="3" y="29"/>
                  </a:cubicBezTo>
                  <a:cubicBezTo>
                    <a:pt x="3" y="29"/>
                    <a:pt x="3" y="29"/>
                    <a:pt x="3" y="29"/>
                  </a:cubicBezTo>
                  <a:cubicBezTo>
                    <a:pt x="3" y="29"/>
                    <a:pt x="3" y="29"/>
                    <a:pt x="3" y="29"/>
                  </a:cubicBezTo>
                  <a:cubicBezTo>
                    <a:pt x="3" y="31"/>
                    <a:pt x="5" y="32"/>
                    <a:pt x="6" y="33"/>
                  </a:cubicBezTo>
                  <a:cubicBezTo>
                    <a:pt x="6" y="33"/>
                    <a:pt x="6" y="33"/>
                    <a:pt x="6" y="33"/>
                  </a:cubicBezTo>
                  <a:cubicBezTo>
                    <a:pt x="5" y="33"/>
                    <a:pt x="5" y="33"/>
                    <a:pt x="5" y="33"/>
                  </a:cubicBezTo>
                  <a:cubicBezTo>
                    <a:pt x="3" y="33"/>
                    <a:pt x="0" y="35"/>
                    <a:pt x="0" y="38"/>
                  </a:cubicBezTo>
                  <a:cubicBezTo>
                    <a:pt x="0" y="38"/>
                    <a:pt x="0" y="38"/>
                    <a:pt x="0" y="38"/>
                  </a:cubicBezTo>
                  <a:cubicBezTo>
                    <a:pt x="0" y="41"/>
                    <a:pt x="2" y="42"/>
                    <a:pt x="2" y="43"/>
                  </a:cubicBezTo>
                  <a:cubicBezTo>
                    <a:pt x="2" y="43"/>
                    <a:pt x="2" y="43"/>
                    <a:pt x="2" y="43"/>
                  </a:cubicBezTo>
                  <a:cubicBezTo>
                    <a:pt x="1" y="44"/>
                    <a:pt x="1" y="44"/>
                    <a:pt x="0" y="48"/>
                  </a:cubicBezTo>
                  <a:cubicBezTo>
                    <a:pt x="0" y="49"/>
                    <a:pt x="0" y="49"/>
                    <a:pt x="0" y="49"/>
                  </a:cubicBezTo>
                  <a:cubicBezTo>
                    <a:pt x="0" y="51"/>
                    <a:pt x="2" y="51"/>
                    <a:pt x="3" y="51"/>
                  </a:cubicBezTo>
                  <a:cubicBezTo>
                    <a:pt x="4" y="51"/>
                    <a:pt x="4" y="51"/>
                    <a:pt x="4" y="51"/>
                  </a:cubicBezTo>
                  <a:cubicBezTo>
                    <a:pt x="4" y="51"/>
                    <a:pt x="4" y="51"/>
                    <a:pt x="4" y="51"/>
                  </a:cubicBezTo>
                  <a:cubicBezTo>
                    <a:pt x="5" y="51"/>
                    <a:pt x="5" y="51"/>
                    <a:pt x="5" y="51"/>
                  </a:cubicBezTo>
                  <a:cubicBezTo>
                    <a:pt x="4" y="51"/>
                    <a:pt x="4" y="51"/>
                    <a:pt x="4" y="51"/>
                  </a:cubicBezTo>
                  <a:cubicBezTo>
                    <a:pt x="4" y="51"/>
                    <a:pt x="3" y="49"/>
                    <a:pt x="3" y="48"/>
                  </a:cubicBezTo>
                  <a:cubicBezTo>
                    <a:pt x="3" y="48"/>
                    <a:pt x="3" y="48"/>
                    <a:pt x="3" y="48"/>
                  </a:cubicBezTo>
                  <a:cubicBezTo>
                    <a:pt x="3" y="47"/>
                    <a:pt x="5" y="45"/>
                    <a:pt x="6" y="43"/>
                  </a:cubicBezTo>
                  <a:cubicBezTo>
                    <a:pt x="6" y="42"/>
                    <a:pt x="6" y="42"/>
                    <a:pt x="6" y="42"/>
                  </a:cubicBezTo>
                  <a:cubicBezTo>
                    <a:pt x="6" y="40"/>
                    <a:pt x="4" y="39"/>
                    <a:pt x="3" y="39"/>
                  </a:cubicBezTo>
                  <a:cubicBezTo>
                    <a:pt x="3" y="38"/>
                    <a:pt x="3" y="38"/>
                    <a:pt x="3" y="38"/>
                  </a:cubicBezTo>
                  <a:cubicBezTo>
                    <a:pt x="3" y="38"/>
                    <a:pt x="3" y="38"/>
                    <a:pt x="3" y="38"/>
                  </a:cubicBezTo>
                  <a:cubicBezTo>
                    <a:pt x="3"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6" y="36"/>
                    <a:pt x="6" y="36"/>
                    <a:pt x="6" y="36"/>
                  </a:cubicBezTo>
                  <a:cubicBezTo>
                    <a:pt x="7" y="36"/>
                    <a:pt x="7" y="36"/>
                    <a:pt x="7" y="36"/>
                  </a:cubicBezTo>
                  <a:cubicBezTo>
                    <a:pt x="7" y="37"/>
                    <a:pt x="7" y="37"/>
                    <a:pt x="7" y="37"/>
                  </a:cubicBezTo>
                  <a:cubicBezTo>
                    <a:pt x="7" y="38"/>
                    <a:pt x="7" y="38"/>
                    <a:pt x="7" y="38"/>
                  </a:cubicBezTo>
                  <a:cubicBezTo>
                    <a:pt x="7" y="38"/>
                    <a:pt x="7" y="38"/>
                    <a:pt x="7" y="38"/>
                  </a:cubicBezTo>
                  <a:cubicBezTo>
                    <a:pt x="8" y="38"/>
                    <a:pt x="8" y="38"/>
                    <a:pt x="8" y="38"/>
                  </a:cubicBezTo>
                  <a:cubicBezTo>
                    <a:pt x="9" y="39"/>
                    <a:pt x="9" y="40"/>
                    <a:pt x="9" y="41"/>
                  </a:cubicBezTo>
                  <a:cubicBezTo>
                    <a:pt x="9" y="41"/>
                    <a:pt x="9" y="41"/>
                    <a:pt x="9" y="41"/>
                  </a:cubicBezTo>
                  <a:cubicBezTo>
                    <a:pt x="9" y="48"/>
                    <a:pt x="1" y="54"/>
                    <a:pt x="1" y="59"/>
                  </a:cubicBezTo>
                  <a:cubicBezTo>
                    <a:pt x="1" y="62"/>
                    <a:pt x="4" y="65"/>
                    <a:pt x="5" y="66"/>
                  </a:cubicBezTo>
                  <a:cubicBezTo>
                    <a:pt x="4" y="68"/>
                    <a:pt x="4" y="68"/>
                    <a:pt x="4" y="68"/>
                  </a:cubicBezTo>
                  <a:cubicBezTo>
                    <a:pt x="4" y="68"/>
                    <a:pt x="4" y="68"/>
                    <a:pt x="4" y="68"/>
                  </a:cubicBezTo>
                  <a:cubicBezTo>
                    <a:pt x="5" y="69"/>
                    <a:pt x="5" y="69"/>
                    <a:pt x="5" y="69"/>
                  </a:cubicBezTo>
                  <a:cubicBezTo>
                    <a:pt x="5" y="70"/>
                    <a:pt x="5" y="70"/>
                    <a:pt x="5" y="70"/>
                  </a:cubicBezTo>
                  <a:cubicBezTo>
                    <a:pt x="6" y="70"/>
                    <a:pt x="6" y="70"/>
                    <a:pt x="6" y="70"/>
                  </a:cubicBezTo>
                  <a:cubicBezTo>
                    <a:pt x="5" y="71"/>
                    <a:pt x="5" y="71"/>
                    <a:pt x="5" y="71"/>
                  </a:cubicBezTo>
                  <a:cubicBezTo>
                    <a:pt x="5" y="72"/>
                    <a:pt x="5" y="72"/>
                    <a:pt x="5" y="72"/>
                  </a:cubicBezTo>
                  <a:cubicBezTo>
                    <a:pt x="6" y="72"/>
                    <a:pt x="6" y="72"/>
                    <a:pt x="6" y="72"/>
                  </a:cubicBezTo>
                  <a:cubicBezTo>
                    <a:pt x="6" y="73"/>
                    <a:pt x="6" y="73"/>
                    <a:pt x="6" y="73"/>
                  </a:cubicBezTo>
                  <a:cubicBezTo>
                    <a:pt x="6" y="73"/>
                    <a:pt x="6" y="73"/>
                    <a:pt x="6" y="73"/>
                  </a:cubicBezTo>
                  <a:cubicBezTo>
                    <a:pt x="7" y="73"/>
                    <a:pt x="7" y="73"/>
                    <a:pt x="7" y="73"/>
                  </a:cubicBezTo>
                  <a:cubicBezTo>
                    <a:pt x="7" y="74"/>
                    <a:pt x="7" y="74"/>
                    <a:pt x="7" y="74"/>
                  </a:cubicBezTo>
                  <a:cubicBezTo>
                    <a:pt x="7" y="75"/>
                    <a:pt x="7" y="75"/>
                    <a:pt x="7" y="75"/>
                  </a:cubicBezTo>
                  <a:cubicBezTo>
                    <a:pt x="8" y="75"/>
                    <a:pt x="8" y="75"/>
                    <a:pt x="8" y="75"/>
                  </a:cubicBezTo>
                  <a:cubicBezTo>
                    <a:pt x="7" y="77"/>
                    <a:pt x="7" y="77"/>
                    <a:pt x="7" y="77"/>
                  </a:cubicBezTo>
                  <a:cubicBezTo>
                    <a:pt x="7" y="77"/>
                    <a:pt x="7" y="77"/>
                    <a:pt x="7" y="77"/>
                  </a:cubicBezTo>
                  <a:cubicBezTo>
                    <a:pt x="8" y="77"/>
                    <a:pt x="8" y="77"/>
                    <a:pt x="8" y="77"/>
                  </a:cubicBezTo>
                  <a:cubicBezTo>
                    <a:pt x="8" y="79"/>
                    <a:pt x="8" y="79"/>
                    <a:pt x="8" y="79"/>
                  </a:cubicBezTo>
                  <a:cubicBezTo>
                    <a:pt x="6" y="82"/>
                    <a:pt x="6" y="82"/>
                    <a:pt x="6" y="82"/>
                  </a:cubicBezTo>
                  <a:cubicBezTo>
                    <a:pt x="6" y="83"/>
                    <a:pt x="7" y="84"/>
                    <a:pt x="7" y="86"/>
                  </a:cubicBezTo>
                  <a:cubicBezTo>
                    <a:pt x="7" y="87"/>
                    <a:pt x="6" y="88"/>
                    <a:pt x="6" y="88"/>
                  </a:cubicBezTo>
                  <a:cubicBezTo>
                    <a:pt x="5" y="93"/>
                    <a:pt x="5" y="93"/>
                    <a:pt x="5" y="93"/>
                  </a:cubicBezTo>
                  <a:cubicBezTo>
                    <a:pt x="6" y="95"/>
                    <a:pt x="6" y="95"/>
                    <a:pt x="6" y="95"/>
                  </a:cubicBezTo>
                  <a:cubicBezTo>
                    <a:pt x="6" y="99"/>
                    <a:pt x="6" y="99"/>
                    <a:pt x="6" y="99"/>
                  </a:cubicBezTo>
                  <a:cubicBezTo>
                    <a:pt x="7" y="100"/>
                    <a:pt x="8" y="100"/>
                    <a:pt x="9" y="100"/>
                  </a:cubicBezTo>
                  <a:cubicBezTo>
                    <a:pt x="10" y="100"/>
                    <a:pt x="10" y="100"/>
                    <a:pt x="10" y="100"/>
                  </a:cubicBezTo>
                  <a:cubicBezTo>
                    <a:pt x="11" y="100"/>
                    <a:pt x="12" y="100"/>
                    <a:pt x="13" y="100"/>
                  </a:cubicBezTo>
                  <a:cubicBezTo>
                    <a:pt x="15" y="100"/>
                    <a:pt x="16" y="99"/>
                    <a:pt x="17" y="98"/>
                  </a:cubicBezTo>
                  <a:cubicBezTo>
                    <a:pt x="19" y="97"/>
                    <a:pt x="19" y="97"/>
                    <a:pt x="19" y="97"/>
                  </a:cubicBezTo>
                  <a:cubicBezTo>
                    <a:pt x="18" y="97"/>
                    <a:pt x="18" y="97"/>
                    <a:pt x="18" y="97"/>
                  </a:cubicBezTo>
                  <a:cubicBezTo>
                    <a:pt x="17" y="95"/>
                    <a:pt x="17" y="95"/>
                    <a:pt x="17" y="95"/>
                  </a:cubicBezTo>
                  <a:cubicBezTo>
                    <a:pt x="15" y="95"/>
                    <a:pt x="15" y="95"/>
                    <a:pt x="15" y="95"/>
                  </a:cubicBezTo>
                  <a:cubicBezTo>
                    <a:pt x="15" y="95"/>
                    <a:pt x="15" y="95"/>
                    <a:pt x="15" y="95"/>
                  </a:cubicBezTo>
                  <a:cubicBezTo>
                    <a:pt x="14" y="95"/>
                    <a:pt x="14" y="95"/>
                    <a:pt x="14" y="95"/>
                  </a:cubicBezTo>
                  <a:cubicBezTo>
                    <a:pt x="14" y="95"/>
                    <a:pt x="14" y="95"/>
                    <a:pt x="14" y="95"/>
                  </a:cubicBezTo>
                  <a:cubicBezTo>
                    <a:pt x="14" y="95"/>
                    <a:pt x="14" y="95"/>
                    <a:pt x="14" y="95"/>
                  </a:cubicBezTo>
                  <a:cubicBezTo>
                    <a:pt x="13" y="95"/>
                    <a:pt x="12" y="96"/>
                    <a:pt x="11" y="96"/>
                  </a:cubicBezTo>
                  <a:cubicBezTo>
                    <a:pt x="11" y="96"/>
                    <a:pt x="11" y="96"/>
                    <a:pt x="11" y="96"/>
                  </a:cubicBezTo>
                  <a:cubicBezTo>
                    <a:pt x="10" y="96"/>
                    <a:pt x="10" y="94"/>
                    <a:pt x="10" y="93"/>
                  </a:cubicBezTo>
                  <a:cubicBezTo>
                    <a:pt x="10" y="92"/>
                    <a:pt x="10" y="92"/>
                    <a:pt x="10" y="92"/>
                  </a:cubicBezTo>
                  <a:cubicBezTo>
                    <a:pt x="10" y="91"/>
                    <a:pt x="10" y="91"/>
                    <a:pt x="10" y="90"/>
                  </a:cubicBezTo>
                  <a:cubicBezTo>
                    <a:pt x="11" y="89"/>
                    <a:pt x="11" y="88"/>
                    <a:pt x="11" y="87"/>
                  </a:cubicBezTo>
                  <a:cubicBezTo>
                    <a:pt x="11" y="86"/>
                    <a:pt x="11" y="86"/>
                    <a:pt x="11" y="86"/>
                  </a:cubicBezTo>
                  <a:cubicBezTo>
                    <a:pt x="11" y="85"/>
                    <a:pt x="11" y="85"/>
                    <a:pt x="12" y="84"/>
                  </a:cubicBezTo>
                  <a:cubicBezTo>
                    <a:pt x="13" y="83"/>
                    <a:pt x="12" y="82"/>
                    <a:pt x="13" y="81"/>
                  </a:cubicBezTo>
                  <a:cubicBezTo>
                    <a:pt x="13" y="80"/>
                    <a:pt x="13" y="79"/>
                    <a:pt x="14" y="78"/>
                  </a:cubicBezTo>
                  <a:cubicBezTo>
                    <a:pt x="15" y="77"/>
                    <a:pt x="16" y="75"/>
                    <a:pt x="17" y="74"/>
                  </a:cubicBezTo>
                  <a:cubicBezTo>
                    <a:pt x="17" y="72"/>
                    <a:pt x="17" y="72"/>
                    <a:pt x="17" y="72"/>
                  </a:cubicBezTo>
                  <a:cubicBezTo>
                    <a:pt x="18" y="70"/>
                    <a:pt x="18" y="70"/>
                    <a:pt x="18" y="70"/>
                  </a:cubicBezTo>
                  <a:cubicBezTo>
                    <a:pt x="19" y="70"/>
                    <a:pt x="19" y="70"/>
                    <a:pt x="19" y="70"/>
                  </a:cubicBezTo>
                  <a:cubicBezTo>
                    <a:pt x="19" y="69"/>
                    <a:pt x="20" y="69"/>
                    <a:pt x="20" y="68"/>
                  </a:cubicBezTo>
                  <a:cubicBezTo>
                    <a:pt x="22" y="67"/>
                    <a:pt x="22" y="67"/>
                    <a:pt x="22" y="67"/>
                  </a:cubicBezTo>
                  <a:cubicBezTo>
                    <a:pt x="22" y="68"/>
                    <a:pt x="22" y="68"/>
                    <a:pt x="22" y="68"/>
                  </a:cubicBezTo>
                  <a:cubicBezTo>
                    <a:pt x="22" y="68"/>
                    <a:pt x="22" y="68"/>
                    <a:pt x="22" y="68"/>
                  </a:cubicBezTo>
                  <a:cubicBezTo>
                    <a:pt x="22" y="68"/>
                    <a:pt x="22" y="68"/>
                    <a:pt x="22" y="68"/>
                  </a:cubicBezTo>
                  <a:cubicBezTo>
                    <a:pt x="22" y="68"/>
                    <a:pt x="22" y="68"/>
                    <a:pt x="22" y="68"/>
                  </a:cubicBezTo>
                  <a:cubicBezTo>
                    <a:pt x="21" y="69"/>
                    <a:pt x="21" y="69"/>
                    <a:pt x="21" y="69"/>
                  </a:cubicBezTo>
                  <a:cubicBezTo>
                    <a:pt x="20" y="71"/>
                    <a:pt x="20" y="71"/>
                    <a:pt x="20" y="71"/>
                  </a:cubicBezTo>
                  <a:cubicBezTo>
                    <a:pt x="20" y="72"/>
                    <a:pt x="20" y="72"/>
                    <a:pt x="20" y="72"/>
                  </a:cubicBezTo>
                  <a:cubicBezTo>
                    <a:pt x="20" y="74"/>
                    <a:pt x="20" y="74"/>
                    <a:pt x="20" y="74"/>
                  </a:cubicBezTo>
                  <a:cubicBezTo>
                    <a:pt x="22" y="75"/>
                    <a:pt x="22" y="75"/>
                    <a:pt x="22" y="75"/>
                  </a:cubicBezTo>
                  <a:cubicBezTo>
                    <a:pt x="24" y="76"/>
                    <a:pt x="24" y="76"/>
                    <a:pt x="24" y="76"/>
                  </a:cubicBezTo>
                  <a:cubicBezTo>
                    <a:pt x="25" y="78"/>
                    <a:pt x="25" y="78"/>
                    <a:pt x="25" y="78"/>
                  </a:cubicBezTo>
                  <a:cubicBezTo>
                    <a:pt x="27" y="79"/>
                    <a:pt x="27" y="79"/>
                    <a:pt x="27" y="79"/>
                  </a:cubicBezTo>
                  <a:cubicBezTo>
                    <a:pt x="28" y="81"/>
                    <a:pt x="28" y="81"/>
                    <a:pt x="28" y="81"/>
                  </a:cubicBezTo>
                  <a:cubicBezTo>
                    <a:pt x="28" y="82"/>
                    <a:pt x="29" y="83"/>
                    <a:pt x="31" y="83"/>
                  </a:cubicBezTo>
                  <a:cubicBezTo>
                    <a:pt x="32" y="83"/>
                    <a:pt x="34" y="80"/>
                    <a:pt x="34" y="79"/>
                  </a:cubicBezTo>
                  <a:cubicBezTo>
                    <a:pt x="35" y="78"/>
                    <a:pt x="36" y="76"/>
                    <a:pt x="36" y="75"/>
                  </a:cubicBezTo>
                  <a:cubicBezTo>
                    <a:pt x="35" y="72"/>
                    <a:pt x="35" y="72"/>
                    <a:pt x="35" y="72"/>
                  </a:cubicBezTo>
                  <a:cubicBezTo>
                    <a:pt x="35" y="72"/>
                    <a:pt x="35" y="72"/>
                    <a:pt x="35" y="72"/>
                  </a:cubicBezTo>
                  <a:cubicBezTo>
                    <a:pt x="35" y="72"/>
                    <a:pt x="35" y="72"/>
                    <a:pt x="35" y="72"/>
                  </a:cubicBezTo>
                  <a:cubicBezTo>
                    <a:pt x="34" y="73"/>
                    <a:pt x="34" y="73"/>
                    <a:pt x="34" y="73"/>
                  </a:cubicBezTo>
                  <a:cubicBezTo>
                    <a:pt x="33" y="74"/>
                    <a:pt x="33" y="74"/>
                    <a:pt x="33" y="74"/>
                  </a:cubicBezTo>
                  <a:cubicBezTo>
                    <a:pt x="31" y="75"/>
                    <a:pt x="31" y="75"/>
                    <a:pt x="31" y="75"/>
                  </a:cubicBezTo>
                  <a:cubicBezTo>
                    <a:pt x="31" y="77"/>
                    <a:pt x="31" y="77"/>
                    <a:pt x="31" y="77"/>
                  </a:cubicBezTo>
                  <a:cubicBezTo>
                    <a:pt x="31" y="77"/>
                    <a:pt x="31" y="77"/>
                    <a:pt x="31" y="77"/>
                  </a:cubicBezTo>
                  <a:cubicBezTo>
                    <a:pt x="30" y="76"/>
                    <a:pt x="30" y="76"/>
                    <a:pt x="30" y="76"/>
                  </a:cubicBezTo>
                  <a:cubicBezTo>
                    <a:pt x="29" y="76"/>
                    <a:pt x="27" y="74"/>
                    <a:pt x="27" y="73"/>
                  </a:cubicBezTo>
                  <a:cubicBezTo>
                    <a:pt x="26" y="72"/>
                    <a:pt x="25" y="71"/>
                    <a:pt x="25" y="70"/>
                  </a:cubicBezTo>
                  <a:cubicBezTo>
                    <a:pt x="26" y="69"/>
                    <a:pt x="26" y="69"/>
                    <a:pt x="26" y="69"/>
                  </a:cubicBezTo>
                  <a:cubicBezTo>
                    <a:pt x="27" y="68"/>
                    <a:pt x="29" y="66"/>
                    <a:pt x="30" y="65"/>
                  </a:cubicBezTo>
                  <a:cubicBezTo>
                    <a:pt x="31" y="64"/>
                    <a:pt x="31" y="64"/>
                    <a:pt x="31" y="64"/>
                  </a:cubicBezTo>
                  <a:cubicBezTo>
                    <a:pt x="31" y="63"/>
                    <a:pt x="31" y="63"/>
                    <a:pt x="31" y="63"/>
                  </a:cubicBezTo>
                  <a:cubicBezTo>
                    <a:pt x="31" y="62"/>
                    <a:pt x="32" y="61"/>
                    <a:pt x="32" y="61"/>
                  </a:cubicBezTo>
                  <a:cubicBezTo>
                    <a:pt x="31" y="57"/>
                    <a:pt x="29" y="56"/>
                    <a:pt x="27" y="56"/>
                  </a:cubicBezTo>
                  <a:cubicBezTo>
                    <a:pt x="25" y="56"/>
                    <a:pt x="25" y="56"/>
                    <a:pt x="25" y="56"/>
                  </a:cubicBezTo>
                  <a:cubicBezTo>
                    <a:pt x="25" y="56"/>
                    <a:pt x="25" y="56"/>
                    <a:pt x="25" y="56"/>
                  </a:cubicBezTo>
                  <a:cubicBezTo>
                    <a:pt x="27" y="54"/>
                    <a:pt x="27" y="54"/>
                    <a:pt x="27" y="54"/>
                  </a:cubicBezTo>
                  <a:cubicBezTo>
                    <a:pt x="28" y="53"/>
                    <a:pt x="28" y="53"/>
                    <a:pt x="28" y="53"/>
                  </a:cubicBezTo>
                  <a:cubicBezTo>
                    <a:pt x="29" y="52"/>
                    <a:pt x="29" y="52"/>
                    <a:pt x="29" y="52"/>
                  </a:cubicBezTo>
                  <a:cubicBezTo>
                    <a:pt x="29" y="52"/>
                    <a:pt x="29" y="52"/>
                    <a:pt x="29" y="52"/>
                  </a:cubicBezTo>
                  <a:cubicBezTo>
                    <a:pt x="29" y="52"/>
                    <a:pt x="29" y="52"/>
                    <a:pt x="29" y="52"/>
                  </a:cubicBezTo>
                  <a:cubicBezTo>
                    <a:pt x="29" y="51"/>
                    <a:pt x="29" y="51"/>
                    <a:pt x="29" y="51"/>
                  </a:cubicBezTo>
                  <a:cubicBezTo>
                    <a:pt x="31" y="52"/>
                    <a:pt x="32" y="56"/>
                    <a:pt x="32" y="56"/>
                  </a:cubicBezTo>
                  <a:cubicBezTo>
                    <a:pt x="32" y="57"/>
                    <a:pt x="32" y="57"/>
                    <a:pt x="32" y="57"/>
                  </a:cubicBezTo>
                  <a:cubicBezTo>
                    <a:pt x="33" y="56"/>
                    <a:pt x="33" y="56"/>
                    <a:pt x="33" y="56"/>
                  </a:cubicBezTo>
                  <a:cubicBezTo>
                    <a:pt x="33" y="55"/>
                    <a:pt x="34" y="54"/>
                    <a:pt x="34" y="53"/>
                  </a:cubicBezTo>
                  <a:cubicBezTo>
                    <a:pt x="35" y="54"/>
                    <a:pt x="35" y="54"/>
                    <a:pt x="35" y="54"/>
                  </a:cubicBezTo>
                  <a:cubicBezTo>
                    <a:pt x="36" y="54"/>
                    <a:pt x="37" y="54"/>
                    <a:pt x="38" y="55"/>
                  </a:cubicBezTo>
                  <a:cubicBezTo>
                    <a:pt x="39" y="55"/>
                    <a:pt x="39" y="55"/>
                    <a:pt x="39" y="56"/>
                  </a:cubicBezTo>
                  <a:cubicBezTo>
                    <a:pt x="39" y="57"/>
                    <a:pt x="39" y="57"/>
                    <a:pt x="39" y="57"/>
                  </a:cubicBezTo>
                  <a:cubicBezTo>
                    <a:pt x="38" y="58"/>
                    <a:pt x="38" y="58"/>
                    <a:pt x="38" y="58"/>
                  </a:cubicBezTo>
                  <a:cubicBezTo>
                    <a:pt x="37" y="60"/>
                    <a:pt x="37" y="60"/>
                    <a:pt x="37" y="60"/>
                  </a:cubicBezTo>
                  <a:cubicBezTo>
                    <a:pt x="37" y="60"/>
                    <a:pt x="37" y="60"/>
                    <a:pt x="37" y="60"/>
                  </a:cubicBezTo>
                  <a:cubicBezTo>
                    <a:pt x="37" y="61"/>
                    <a:pt x="37" y="61"/>
                    <a:pt x="37" y="61"/>
                  </a:cubicBezTo>
                  <a:cubicBezTo>
                    <a:pt x="38" y="62"/>
                    <a:pt x="38" y="62"/>
                    <a:pt x="38" y="62"/>
                  </a:cubicBezTo>
                  <a:cubicBezTo>
                    <a:pt x="38" y="63"/>
                    <a:pt x="38" y="63"/>
                    <a:pt x="38" y="63"/>
                  </a:cubicBezTo>
                  <a:cubicBezTo>
                    <a:pt x="39" y="63"/>
                    <a:pt x="39" y="63"/>
                    <a:pt x="39" y="63"/>
                  </a:cubicBezTo>
                  <a:cubicBezTo>
                    <a:pt x="39" y="63"/>
                    <a:pt x="39" y="63"/>
                    <a:pt x="39" y="63"/>
                  </a:cubicBezTo>
                  <a:cubicBezTo>
                    <a:pt x="39" y="62"/>
                    <a:pt x="39" y="62"/>
                    <a:pt x="39" y="62"/>
                  </a:cubicBezTo>
                  <a:cubicBezTo>
                    <a:pt x="39" y="62"/>
                    <a:pt x="39" y="62"/>
                    <a:pt x="39" y="62"/>
                  </a:cubicBezTo>
                  <a:cubicBezTo>
                    <a:pt x="39" y="61"/>
                    <a:pt x="39" y="61"/>
                    <a:pt x="39" y="61"/>
                  </a:cubicBezTo>
                  <a:cubicBezTo>
                    <a:pt x="39" y="61"/>
                    <a:pt x="39" y="61"/>
                    <a:pt x="39" y="61"/>
                  </a:cubicBezTo>
                  <a:cubicBezTo>
                    <a:pt x="40" y="61"/>
                    <a:pt x="40" y="61"/>
                    <a:pt x="40" y="61"/>
                  </a:cubicBezTo>
                  <a:cubicBezTo>
                    <a:pt x="40" y="58"/>
                    <a:pt x="40" y="58"/>
                    <a:pt x="40" y="58"/>
                  </a:cubicBezTo>
                  <a:cubicBezTo>
                    <a:pt x="41" y="55"/>
                    <a:pt x="41" y="55"/>
                    <a:pt x="41" y="55"/>
                  </a:cubicBezTo>
                  <a:cubicBezTo>
                    <a:pt x="42" y="54"/>
                    <a:pt x="43" y="52"/>
                    <a:pt x="43" y="52"/>
                  </a:cubicBezTo>
                  <a:cubicBezTo>
                    <a:pt x="43" y="49"/>
                    <a:pt x="43" y="49"/>
                    <a:pt x="43" y="49"/>
                  </a:cubicBezTo>
                  <a:cubicBezTo>
                    <a:pt x="44" y="47"/>
                    <a:pt x="44" y="47"/>
                    <a:pt x="44" y="47"/>
                  </a:cubicBezTo>
                  <a:cubicBezTo>
                    <a:pt x="44" y="46"/>
                    <a:pt x="44" y="46"/>
                    <a:pt x="44" y="46"/>
                  </a:cubicBezTo>
                  <a:cubicBezTo>
                    <a:pt x="44" y="46"/>
                    <a:pt x="44" y="46"/>
                    <a:pt x="44" y="46"/>
                  </a:cubicBezTo>
                  <a:cubicBezTo>
                    <a:pt x="44" y="46"/>
                    <a:pt x="44" y="46"/>
                    <a:pt x="44" y="46"/>
                  </a:cubicBezTo>
                  <a:cubicBezTo>
                    <a:pt x="44" y="46"/>
                    <a:pt x="44" y="46"/>
                    <a:pt x="44" y="46"/>
                  </a:cubicBezTo>
                  <a:cubicBezTo>
                    <a:pt x="45" y="46"/>
                    <a:pt x="45" y="46"/>
                    <a:pt x="45" y="46"/>
                  </a:cubicBezTo>
                  <a:cubicBezTo>
                    <a:pt x="44" y="45"/>
                    <a:pt x="44" y="45"/>
                    <a:pt x="44" y="45"/>
                  </a:cubicBezTo>
                  <a:cubicBezTo>
                    <a:pt x="43" y="45"/>
                    <a:pt x="43" y="45"/>
                    <a:pt x="43" y="45"/>
                  </a:cubicBezTo>
                  <a:cubicBezTo>
                    <a:pt x="43" y="45"/>
                    <a:pt x="43" y="45"/>
                    <a:pt x="43" y="45"/>
                  </a:cubicBezTo>
                  <a:cubicBezTo>
                    <a:pt x="43" y="45"/>
                    <a:pt x="43" y="45"/>
                    <a:pt x="43" y="45"/>
                  </a:cubicBezTo>
                  <a:cubicBezTo>
                    <a:pt x="41" y="45"/>
                    <a:pt x="41" y="45"/>
                    <a:pt x="41" y="45"/>
                  </a:cubicBezTo>
                  <a:cubicBezTo>
                    <a:pt x="41" y="45"/>
                    <a:pt x="41" y="45"/>
                    <a:pt x="41" y="45"/>
                  </a:cubicBezTo>
                  <a:cubicBezTo>
                    <a:pt x="40" y="47"/>
                    <a:pt x="40" y="47"/>
                    <a:pt x="40" y="47"/>
                  </a:cubicBezTo>
                  <a:cubicBezTo>
                    <a:pt x="40" y="47"/>
                    <a:pt x="40" y="47"/>
                    <a:pt x="40"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9" y="49"/>
                    <a:pt x="39" y="49"/>
                    <a:pt x="39" y="49"/>
                  </a:cubicBezTo>
                  <a:cubicBezTo>
                    <a:pt x="40" y="50"/>
                    <a:pt x="40" y="50"/>
                    <a:pt x="40" y="50"/>
                  </a:cubicBezTo>
                  <a:cubicBezTo>
                    <a:pt x="40" y="52"/>
                    <a:pt x="40" y="52"/>
                    <a:pt x="40" y="52"/>
                  </a:cubicBezTo>
                  <a:cubicBezTo>
                    <a:pt x="40" y="52"/>
                    <a:pt x="40" y="52"/>
                    <a:pt x="40" y="52"/>
                  </a:cubicBezTo>
                  <a:cubicBezTo>
                    <a:pt x="39" y="52"/>
                    <a:pt x="39" y="52"/>
                    <a:pt x="39" y="52"/>
                  </a:cubicBezTo>
                  <a:cubicBezTo>
                    <a:pt x="39" y="52"/>
                    <a:pt x="39" y="52"/>
                    <a:pt x="39" y="52"/>
                  </a:cubicBezTo>
                  <a:cubicBezTo>
                    <a:pt x="39" y="52"/>
                    <a:pt x="39" y="52"/>
                    <a:pt x="39" y="52"/>
                  </a:cubicBezTo>
                  <a:cubicBezTo>
                    <a:pt x="38" y="52"/>
                    <a:pt x="38" y="52"/>
                    <a:pt x="38" y="52"/>
                  </a:cubicBezTo>
                  <a:cubicBezTo>
                    <a:pt x="38" y="52"/>
                    <a:pt x="36" y="51"/>
                    <a:pt x="35" y="50"/>
                  </a:cubicBezTo>
                  <a:cubicBezTo>
                    <a:pt x="35" y="49"/>
                    <a:pt x="35" y="49"/>
                    <a:pt x="35" y="49"/>
                  </a:cubicBezTo>
                  <a:cubicBezTo>
                    <a:pt x="36" y="47"/>
                    <a:pt x="36" y="47"/>
                    <a:pt x="36" y="47"/>
                  </a:cubicBezTo>
                  <a:cubicBezTo>
                    <a:pt x="37" y="47"/>
                    <a:pt x="37" y="47"/>
                    <a:pt x="37" y="47"/>
                  </a:cubicBezTo>
                  <a:cubicBezTo>
                    <a:pt x="36" y="47"/>
                    <a:pt x="36" y="47"/>
                    <a:pt x="36" y="47"/>
                  </a:cubicBezTo>
                  <a:cubicBezTo>
                    <a:pt x="36" y="47"/>
                    <a:pt x="36" y="47"/>
                    <a:pt x="36" y="47"/>
                  </a:cubicBezTo>
                  <a:cubicBezTo>
                    <a:pt x="35" y="47"/>
                    <a:pt x="34" y="47"/>
                    <a:pt x="33" y="47"/>
                  </a:cubicBezTo>
                  <a:cubicBezTo>
                    <a:pt x="34" y="46"/>
                    <a:pt x="35" y="45"/>
                    <a:pt x="36" y="43"/>
                  </a:cubicBezTo>
                  <a:cubicBezTo>
                    <a:pt x="37" y="40"/>
                    <a:pt x="37" y="40"/>
                    <a:pt x="37" y="40"/>
                  </a:cubicBezTo>
                  <a:cubicBezTo>
                    <a:pt x="40" y="38"/>
                    <a:pt x="40" y="38"/>
                    <a:pt x="40" y="38"/>
                  </a:cubicBezTo>
                  <a:cubicBezTo>
                    <a:pt x="41" y="38"/>
                    <a:pt x="41" y="37"/>
                    <a:pt x="41" y="36"/>
                  </a:cubicBezTo>
                  <a:cubicBezTo>
                    <a:pt x="41" y="35"/>
                    <a:pt x="41" y="33"/>
                    <a:pt x="42" y="33"/>
                  </a:cubicBezTo>
                  <a:cubicBezTo>
                    <a:pt x="43" y="32"/>
                    <a:pt x="43" y="32"/>
                    <a:pt x="43" y="32"/>
                  </a:cubicBezTo>
                  <a:cubicBezTo>
                    <a:pt x="44" y="32"/>
                    <a:pt x="45" y="34"/>
                    <a:pt x="45" y="34"/>
                  </a:cubicBezTo>
                  <a:cubicBezTo>
                    <a:pt x="45" y="34"/>
                    <a:pt x="45" y="34"/>
                    <a:pt x="45" y="34"/>
                  </a:cubicBezTo>
                  <a:cubicBezTo>
                    <a:pt x="45" y="31"/>
                    <a:pt x="44" y="30"/>
                    <a:pt x="43" y="30"/>
                  </a:cubicBezTo>
                  <a:cubicBezTo>
                    <a:pt x="43" y="29"/>
                    <a:pt x="43" y="29"/>
                    <a:pt x="43" y="29"/>
                  </a:cubicBezTo>
                  <a:cubicBezTo>
                    <a:pt x="43" y="28"/>
                    <a:pt x="44" y="27"/>
                    <a:pt x="44" y="26"/>
                  </a:cubicBezTo>
                  <a:cubicBezTo>
                    <a:pt x="45" y="24"/>
                    <a:pt x="45" y="24"/>
                    <a:pt x="45" y="24"/>
                  </a:cubicBezTo>
                  <a:cubicBezTo>
                    <a:pt x="45" y="24"/>
                    <a:pt x="45" y="24"/>
                    <a:pt x="45" y="24"/>
                  </a:cubicBezTo>
                  <a:cubicBezTo>
                    <a:pt x="45" y="26"/>
                    <a:pt x="45" y="26"/>
                    <a:pt x="45" y="26"/>
                  </a:cubicBezTo>
                  <a:cubicBezTo>
                    <a:pt x="46" y="28"/>
                    <a:pt x="46" y="28"/>
                    <a:pt x="46" y="28"/>
                  </a:cubicBezTo>
                  <a:cubicBezTo>
                    <a:pt x="46" y="28"/>
                    <a:pt x="46" y="28"/>
                    <a:pt x="46" y="28"/>
                  </a:cubicBezTo>
                  <a:cubicBezTo>
                    <a:pt x="48" y="29"/>
                    <a:pt x="48" y="29"/>
                    <a:pt x="48" y="29"/>
                  </a:cubicBezTo>
                  <a:cubicBezTo>
                    <a:pt x="48" y="29"/>
                    <a:pt x="48" y="29"/>
                    <a:pt x="48" y="29"/>
                  </a:cubicBezTo>
                  <a:cubicBezTo>
                    <a:pt x="48" y="29"/>
                    <a:pt x="48" y="29"/>
                    <a:pt x="48" y="29"/>
                  </a:cubicBezTo>
                  <a:cubicBezTo>
                    <a:pt x="48" y="28"/>
                    <a:pt x="48" y="28"/>
                    <a:pt x="48" y="28"/>
                  </a:cubicBezTo>
                  <a:cubicBezTo>
                    <a:pt x="48" y="28"/>
                    <a:pt x="48" y="28"/>
                    <a:pt x="48" y="28"/>
                  </a:cubicBezTo>
                  <a:cubicBezTo>
                    <a:pt x="48" y="28"/>
                    <a:pt x="48" y="28"/>
                    <a:pt x="48" y="28"/>
                  </a:cubicBezTo>
                  <a:cubicBezTo>
                    <a:pt x="48" y="27"/>
                    <a:pt x="48" y="27"/>
                    <a:pt x="48" y="27"/>
                  </a:cubicBezTo>
                  <a:cubicBezTo>
                    <a:pt x="48" y="27"/>
                    <a:pt x="48" y="27"/>
                    <a:pt x="48" y="27"/>
                  </a:cubicBezTo>
                  <a:cubicBezTo>
                    <a:pt x="47" y="25"/>
                    <a:pt x="47" y="25"/>
                    <a:pt x="47" y="25"/>
                  </a:cubicBezTo>
                  <a:cubicBezTo>
                    <a:pt x="46" y="21"/>
                    <a:pt x="46" y="21"/>
                    <a:pt x="46" y="21"/>
                  </a:cubicBezTo>
                  <a:cubicBezTo>
                    <a:pt x="46" y="20"/>
                    <a:pt x="46" y="20"/>
                    <a:pt x="46" y="20"/>
                  </a:cubicBezTo>
                  <a:cubicBezTo>
                    <a:pt x="46" y="19"/>
                    <a:pt x="47" y="18"/>
                    <a:pt x="47" y="18"/>
                  </a:cubicBezTo>
                  <a:cubicBezTo>
                    <a:pt x="48" y="15"/>
                    <a:pt x="48" y="15"/>
                    <a:pt x="48" y="15"/>
                  </a:cubicBezTo>
                  <a:cubicBezTo>
                    <a:pt x="48" y="14"/>
                    <a:pt x="48" y="14"/>
                    <a:pt x="48" y="14"/>
                  </a:cubicBezTo>
                  <a:cubicBezTo>
                    <a:pt x="48" y="13"/>
                    <a:pt x="48" y="13"/>
                    <a:pt x="48" y="13"/>
                  </a:cubicBezTo>
                  <a:cubicBezTo>
                    <a:pt x="48" y="13"/>
                    <a:pt x="48" y="13"/>
                    <a:pt x="48" y="13"/>
                  </a:cubicBezTo>
                  <a:lnTo>
                    <a:pt x="49" y="12"/>
                  </a:lnTo>
                  <a:close/>
                  <a:moveTo>
                    <a:pt x="35" y="21"/>
                  </a:moveTo>
                  <a:cubicBezTo>
                    <a:pt x="35" y="21"/>
                    <a:pt x="35" y="21"/>
                    <a:pt x="35" y="21"/>
                  </a:cubicBezTo>
                  <a:cubicBezTo>
                    <a:pt x="35" y="22"/>
                    <a:pt x="35" y="22"/>
                    <a:pt x="35" y="22"/>
                  </a:cubicBezTo>
                  <a:lnTo>
                    <a:pt x="35" y="21"/>
                  </a:lnTo>
                  <a:close/>
                  <a:moveTo>
                    <a:pt x="44" y="10"/>
                  </a:moveTo>
                  <a:cubicBezTo>
                    <a:pt x="45" y="10"/>
                    <a:pt x="45" y="10"/>
                    <a:pt x="45" y="10"/>
                  </a:cubicBezTo>
                  <a:cubicBezTo>
                    <a:pt x="44" y="12"/>
                    <a:pt x="44" y="12"/>
                    <a:pt x="44" y="12"/>
                  </a:cubicBezTo>
                  <a:cubicBezTo>
                    <a:pt x="44" y="12"/>
                    <a:pt x="44" y="12"/>
                    <a:pt x="44" y="12"/>
                  </a:cubicBezTo>
                  <a:cubicBezTo>
                    <a:pt x="44" y="12"/>
                    <a:pt x="44" y="12"/>
                    <a:pt x="44" y="12"/>
                  </a:cubicBezTo>
                  <a:cubicBezTo>
                    <a:pt x="43" y="12"/>
                    <a:pt x="43" y="12"/>
                    <a:pt x="43" y="12"/>
                  </a:cubicBezTo>
                  <a:cubicBezTo>
                    <a:pt x="43" y="12"/>
                    <a:pt x="43" y="12"/>
                    <a:pt x="43" y="12"/>
                  </a:cubicBezTo>
                  <a:lnTo>
                    <a:pt x="44" y="10"/>
                  </a:lnTo>
                  <a:close/>
                  <a:moveTo>
                    <a:pt x="42" y="12"/>
                  </a:moveTo>
                  <a:cubicBezTo>
                    <a:pt x="42" y="12"/>
                    <a:pt x="42" y="12"/>
                    <a:pt x="42" y="12"/>
                  </a:cubicBezTo>
                  <a:cubicBezTo>
                    <a:pt x="42" y="13"/>
                    <a:pt x="42" y="13"/>
                    <a:pt x="42" y="13"/>
                  </a:cubicBezTo>
                  <a:cubicBezTo>
                    <a:pt x="42" y="13"/>
                    <a:pt x="42" y="13"/>
                    <a:pt x="42" y="13"/>
                  </a:cubicBezTo>
                  <a:cubicBezTo>
                    <a:pt x="41" y="13"/>
                    <a:pt x="41" y="13"/>
                    <a:pt x="41" y="13"/>
                  </a:cubicBezTo>
                  <a:lnTo>
                    <a:pt x="42" y="12"/>
                  </a:lnTo>
                  <a:close/>
                  <a:moveTo>
                    <a:pt x="43" y="17"/>
                  </a:moveTo>
                  <a:cubicBezTo>
                    <a:pt x="42" y="16"/>
                    <a:pt x="41" y="15"/>
                    <a:pt x="41" y="15"/>
                  </a:cubicBezTo>
                  <a:cubicBezTo>
                    <a:pt x="41" y="15"/>
                    <a:pt x="41" y="15"/>
                    <a:pt x="41" y="15"/>
                  </a:cubicBezTo>
                  <a:cubicBezTo>
                    <a:pt x="42" y="13"/>
                    <a:pt x="42" y="13"/>
                    <a:pt x="42" y="13"/>
                  </a:cubicBezTo>
                  <a:cubicBezTo>
                    <a:pt x="42" y="13"/>
                    <a:pt x="42" y="13"/>
                    <a:pt x="42" y="13"/>
                  </a:cubicBezTo>
                  <a:cubicBezTo>
                    <a:pt x="42" y="13"/>
                    <a:pt x="42" y="13"/>
                    <a:pt x="42" y="13"/>
                  </a:cubicBezTo>
                  <a:cubicBezTo>
                    <a:pt x="42" y="13"/>
                    <a:pt x="42" y="13"/>
                    <a:pt x="42" y="13"/>
                  </a:cubicBezTo>
                  <a:cubicBezTo>
                    <a:pt x="42" y="14"/>
                    <a:pt x="42" y="14"/>
                    <a:pt x="42" y="14"/>
                  </a:cubicBezTo>
                  <a:cubicBezTo>
                    <a:pt x="42" y="14"/>
                    <a:pt x="42" y="14"/>
                    <a:pt x="42" y="14"/>
                  </a:cubicBezTo>
                  <a:cubicBezTo>
                    <a:pt x="42" y="15"/>
                    <a:pt x="43" y="15"/>
                    <a:pt x="43" y="16"/>
                  </a:cubicBezTo>
                  <a:cubicBezTo>
                    <a:pt x="43" y="18"/>
                    <a:pt x="43" y="18"/>
                    <a:pt x="43" y="18"/>
                  </a:cubicBezTo>
                  <a:cubicBezTo>
                    <a:pt x="43" y="18"/>
                    <a:pt x="43" y="18"/>
                    <a:pt x="43" y="18"/>
                  </a:cubicBezTo>
                  <a:lnTo>
                    <a:pt x="43" y="17"/>
                  </a:lnTo>
                  <a:close/>
                  <a:moveTo>
                    <a:pt x="29" y="21"/>
                  </a:moveTo>
                  <a:cubicBezTo>
                    <a:pt x="29" y="21"/>
                    <a:pt x="29" y="21"/>
                    <a:pt x="29" y="21"/>
                  </a:cubicBezTo>
                  <a:cubicBezTo>
                    <a:pt x="27" y="22"/>
                    <a:pt x="27" y="22"/>
                    <a:pt x="27" y="22"/>
                  </a:cubicBezTo>
                  <a:cubicBezTo>
                    <a:pt x="27" y="21"/>
                    <a:pt x="27" y="21"/>
                    <a:pt x="27" y="21"/>
                  </a:cubicBezTo>
                  <a:cubicBezTo>
                    <a:pt x="27" y="20"/>
                    <a:pt x="27" y="20"/>
                    <a:pt x="27" y="20"/>
                  </a:cubicBezTo>
                  <a:cubicBezTo>
                    <a:pt x="27" y="20"/>
                    <a:pt x="27" y="20"/>
                    <a:pt x="27" y="20"/>
                  </a:cubicBezTo>
                  <a:cubicBezTo>
                    <a:pt x="27" y="20"/>
                    <a:pt x="27" y="20"/>
                    <a:pt x="27" y="20"/>
                  </a:cubicBezTo>
                  <a:cubicBezTo>
                    <a:pt x="29" y="20"/>
                    <a:pt x="29" y="20"/>
                    <a:pt x="29" y="20"/>
                  </a:cubicBezTo>
                  <a:cubicBezTo>
                    <a:pt x="29" y="21"/>
                    <a:pt x="29" y="21"/>
                    <a:pt x="29" y="21"/>
                  </a:cubicBezTo>
                  <a:cubicBezTo>
                    <a:pt x="30" y="22"/>
                    <a:pt x="30" y="22"/>
                    <a:pt x="30" y="22"/>
                  </a:cubicBezTo>
                  <a:cubicBezTo>
                    <a:pt x="31" y="22"/>
                    <a:pt x="31" y="22"/>
                    <a:pt x="31" y="22"/>
                  </a:cubicBezTo>
                  <a:lnTo>
                    <a:pt x="29" y="21"/>
                  </a:lnTo>
                  <a:close/>
                  <a:moveTo>
                    <a:pt x="27" y="20"/>
                  </a:moveTo>
                  <a:cubicBezTo>
                    <a:pt x="27" y="20"/>
                    <a:pt x="27" y="20"/>
                    <a:pt x="27" y="20"/>
                  </a:cubicBezTo>
                  <a:cubicBezTo>
                    <a:pt x="28" y="19"/>
                    <a:pt x="28" y="19"/>
                    <a:pt x="28" y="19"/>
                  </a:cubicBezTo>
                  <a:cubicBezTo>
                    <a:pt x="29" y="19"/>
                    <a:pt x="29" y="19"/>
                    <a:pt x="29" y="19"/>
                  </a:cubicBezTo>
                  <a:cubicBezTo>
                    <a:pt x="30" y="20"/>
                    <a:pt x="30" y="20"/>
                    <a:pt x="30" y="20"/>
                  </a:cubicBezTo>
                  <a:cubicBezTo>
                    <a:pt x="30" y="20"/>
                    <a:pt x="30" y="20"/>
                    <a:pt x="30" y="20"/>
                  </a:cubicBezTo>
                  <a:cubicBezTo>
                    <a:pt x="29" y="20"/>
                    <a:pt x="29" y="20"/>
                    <a:pt x="29" y="20"/>
                  </a:cubicBezTo>
                  <a:cubicBezTo>
                    <a:pt x="27" y="20"/>
                    <a:pt x="27" y="20"/>
                    <a:pt x="27" y="20"/>
                  </a:cubicBezTo>
                  <a:close/>
                  <a:moveTo>
                    <a:pt x="32" y="21"/>
                  </a:moveTo>
                  <a:cubicBezTo>
                    <a:pt x="34" y="22"/>
                    <a:pt x="34" y="22"/>
                    <a:pt x="34" y="22"/>
                  </a:cubicBezTo>
                  <a:cubicBezTo>
                    <a:pt x="34" y="22"/>
                    <a:pt x="34" y="22"/>
                    <a:pt x="34" y="22"/>
                  </a:cubicBezTo>
                  <a:cubicBezTo>
                    <a:pt x="33" y="22"/>
                    <a:pt x="33" y="22"/>
                    <a:pt x="33" y="22"/>
                  </a:cubicBezTo>
                  <a:cubicBezTo>
                    <a:pt x="33" y="22"/>
                    <a:pt x="33" y="22"/>
                    <a:pt x="33" y="22"/>
                  </a:cubicBezTo>
                  <a:cubicBezTo>
                    <a:pt x="33" y="22"/>
                    <a:pt x="33" y="22"/>
                    <a:pt x="33" y="22"/>
                  </a:cubicBezTo>
                  <a:cubicBezTo>
                    <a:pt x="31" y="21"/>
                    <a:pt x="31" y="21"/>
                    <a:pt x="31" y="21"/>
                  </a:cubicBezTo>
                  <a:cubicBezTo>
                    <a:pt x="30" y="20"/>
                    <a:pt x="30" y="20"/>
                    <a:pt x="30" y="20"/>
                  </a:cubicBezTo>
                  <a:cubicBezTo>
                    <a:pt x="30" y="20"/>
                    <a:pt x="30" y="20"/>
                    <a:pt x="30" y="20"/>
                  </a:cubicBezTo>
                  <a:cubicBezTo>
                    <a:pt x="31" y="20"/>
                    <a:pt x="31" y="20"/>
                    <a:pt x="31" y="20"/>
                  </a:cubicBezTo>
                  <a:cubicBezTo>
                    <a:pt x="31" y="20"/>
                    <a:pt x="31" y="20"/>
                    <a:pt x="31" y="20"/>
                  </a:cubicBezTo>
                  <a:lnTo>
                    <a:pt x="32" y="21"/>
                  </a:lnTo>
                  <a:close/>
                  <a:moveTo>
                    <a:pt x="32" y="15"/>
                  </a:moveTo>
                  <a:cubicBezTo>
                    <a:pt x="33" y="15"/>
                    <a:pt x="34" y="15"/>
                    <a:pt x="34" y="16"/>
                  </a:cubicBezTo>
                  <a:cubicBezTo>
                    <a:pt x="34" y="18"/>
                    <a:pt x="34" y="18"/>
                    <a:pt x="34" y="18"/>
                  </a:cubicBezTo>
                  <a:cubicBezTo>
                    <a:pt x="33" y="17"/>
                    <a:pt x="33" y="17"/>
                    <a:pt x="33" y="17"/>
                  </a:cubicBezTo>
                  <a:cubicBezTo>
                    <a:pt x="33" y="17"/>
                    <a:pt x="33" y="17"/>
                    <a:pt x="33" y="17"/>
                  </a:cubicBezTo>
                  <a:cubicBezTo>
                    <a:pt x="31" y="18"/>
                    <a:pt x="31" y="18"/>
                    <a:pt x="31" y="18"/>
                  </a:cubicBezTo>
                  <a:cubicBezTo>
                    <a:pt x="31" y="19"/>
                    <a:pt x="31" y="19"/>
                    <a:pt x="31" y="19"/>
                  </a:cubicBezTo>
                  <a:cubicBezTo>
                    <a:pt x="29" y="19"/>
                    <a:pt x="29" y="19"/>
                    <a:pt x="29" y="19"/>
                  </a:cubicBezTo>
                  <a:cubicBezTo>
                    <a:pt x="28" y="19"/>
                    <a:pt x="28" y="19"/>
                    <a:pt x="28" y="19"/>
                  </a:cubicBezTo>
                  <a:cubicBezTo>
                    <a:pt x="28" y="17"/>
                    <a:pt x="28" y="17"/>
                    <a:pt x="28" y="17"/>
                  </a:cubicBezTo>
                  <a:cubicBezTo>
                    <a:pt x="29" y="15"/>
                    <a:pt x="29" y="15"/>
                    <a:pt x="29" y="15"/>
                  </a:cubicBezTo>
                  <a:lnTo>
                    <a:pt x="32" y="15"/>
                  </a:lnTo>
                  <a:close/>
                  <a:moveTo>
                    <a:pt x="28" y="15"/>
                  </a:moveTo>
                  <a:cubicBezTo>
                    <a:pt x="28" y="15"/>
                    <a:pt x="28" y="15"/>
                    <a:pt x="28" y="15"/>
                  </a:cubicBezTo>
                  <a:cubicBezTo>
                    <a:pt x="28" y="15"/>
                    <a:pt x="28" y="15"/>
                    <a:pt x="28" y="15"/>
                  </a:cubicBezTo>
                  <a:close/>
                  <a:moveTo>
                    <a:pt x="22" y="13"/>
                  </a:moveTo>
                  <a:cubicBezTo>
                    <a:pt x="23" y="14"/>
                    <a:pt x="23" y="14"/>
                    <a:pt x="23" y="14"/>
                  </a:cubicBezTo>
                  <a:cubicBezTo>
                    <a:pt x="22" y="14"/>
                    <a:pt x="22" y="14"/>
                    <a:pt x="22" y="14"/>
                  </a:cubicBezTo>
                  <a:lnTo>
                    <a:pt x="22" y="13"/>
                  </a:lnTo>
                  <a:close/>
                  <a:moveTo>
                    <a:pt x="21" y="16"/>
                  </a:moveTo>
                  <a:cubicBezTo>
                    <a:pt x="21" y="16"/>
                    <a:pt x="21" y="16"/>
                    <a:pt x="21" y="16"/>
                  </a:cubicBezTo>
                  <a:cubicBezTo>
                    <a:pt x="20" y="16"/>
                    <a:pt x="20" y="16"/>
                    <a:pt x="20" y="16"/>
                  </a:cubicBezTo>
                  <a:cubicBezTo>
                    <a:pt x="21" y="14"/>
                    <a:pt x="21" y="14"/>
                    <a:pt x="21" y="14"/>
                  </a:cubicBezTo>
                  <a:cubicBezTo>
                    <a:pt x="21" y="14"/>
                    <a:pt x="21" y="14"/>
                    <a:pt x="21" y="14"/>
                  </a:cubicBezTo>
                  <a:cubicBezTo>
                    <a:pt x="22" y="14"/>
                    <a:pt x="22" y="14"/>
                    <a:pt x="22" y="14"/>
                  </a:cubicBezTo>
                  <a:cubicBezTo>
                    <a:pt x="22" y="14"/>
                    <a:pt x="22" y="14"/>
                    <a:pt x="22" y="14"/>
                  </a:cubicBezTo>
                  <a:cubicBezTo>
                    <a:pt x="24" y="14"/>
                    <a:pt x="24" y="14"/>
                    <a:pt x="24" y="14"/>
                  </a:cubicBezTo>
                  <a:cubicBezTo>
                    <a:pt x="25" y="14"/>
                    <a:pt x="25" y="14"/>
                    <a:pt x="25" y="14"/>
                  </a:cubicBezTo>
                  <a:cubicBezTo>
                    <a:pt x="26" y="14"/>
                    <a:pt x="26" y="13"/>
                    <a:pt x="27" y="13"/>
                  </a:cubicBezTo>
                  <a:cubicBezTo>
                    <a:pt x="29" y="15"/>
                    <a:pt x="29" y="15"/>
                    <a:pt x="29" y="15"/>
                  </a:cubicBezTo>
                  <a:cubicBezTo>
                    <a:pt x="29" y="15"/>
                    <a:pt x="29" y="15"/>
                    <a:pt x="29" y="15"/>
                  </a:cubicBezTo>
                  <a:cubicBezTo>
                    <a:pt x="27" y="14"/>
                    <a:pt x="27" y="14"/>
                    <a:pt x="27" y="14"/>
                  </a:cubicBezTo>
                  <a:cubicBezTo>
                    <a:pt x="27" y="14"/>
                    <a:pt x="27" y="14"/>
                    <a:pt x="27" y="14"/>
                  </a:cubicBezTo>
                  <a:cubicBezTo>
                    <a:pt x="26" y="14"/>
                    <a:pt x="26" y="14"/>
                    <a:pt x="26" y="14"/>
                  </a:cubicBezTo>
                  <a:cubicBezTo>
                    <a:pt x="25" y="15"/>
                    <a:pt x="25" y="15"/>
                    <a:pt x="25" y="15"/>
                  </a:cubicBezTo>
                  <a:cubicBezTo>
                    <a:pt x="24" y="15"/>
                    <a:pt x="24" y="15"/>
                    <a:pt x="24" y="15"/>
                  </a:cubicBezTo>
                  <a:cubicBezTo>
                    <a:pt x="23" y="15"/>
                    <a:pt x="23" y="15"/>
                    <a:pt x="23" y="15"/>
                  </a:cubicBezTo>
                  <a:cubicBezTo>
                    <a:pt x="25" y="16"/>
                    <a:pt x="25" y="16"/>
                    <a:pt x="25" y="16"/>
                  </a:cubicBezTo>
                  <a:cubicBezTo>
                    <a:pt x="25" y="16"/>
                    <a:pt x="25" y="16"/>
                    <a:pt x="25" y="16"/>
                  </a:cubicBezTo>
                  <a:cubicBezTo>
                    <a:pt x="24" y="17"/>
                    <a:pt x="24" y="17"/>
                    <a:pt x="24" y="17"/>
                  </a:cubicBezTo>
                  <a:cubicBezTo>
                    <a:pt x="24" y="17"/>
                    <a:pt x="24" y="17"/>
                    <a:pt x="24" y="17"/>
                  </a:cubicBezTo>
                  <a:cubicBezTo>
                    <a:pt x="24" y="18"/>
                    <a:pt x="24" y="18"/>
                    <a:pt x="24" y="18"/>
                  </a:cubicBezTo>
                  <a:cubicBezTo>
                    <a:pt x="24" y="18"/>
                    <a:pt x="24" y="18"/>
                    <a:pt x="24" y="18"/>
                  </a:cubicBezTo>
                  <a:cubicBezTo>
                    <a:pt x="26" y="17"/>
                    <a:pt x="26" y="17"/>
                    <a:pt x="26" y="17"/>
                  </a:cubicBezTo>
                  <a:cubicBezTo>
                    <a:pt x="27" y="18"/>
                    <a:pt x="27" y="18"/>
                    <a:pt x="27" y="18"/>
                  </a:cubicBezTo>
                  <a:cubicBezTo>
                    <a:pt x="28" y="17"/>
                    <a:pt x="28" y="17"/>
                    <a:pt x="28" y="17"/>
                  </a:cubicBezTo>
                  <a:cubicBezTo>
                    <a:pt x="27" y="19"/>
                    <a:pt x="27" y="19"/>
                    <a:pt x="27" y="19"/>
                  </a:cubicBezTo>
                  <a:cubicBezTo>
                    <a:pt x="27" y="19"/>
                    <a:pt x="27" y="19"/>
                    <a:pt x="27" y="19"/>
                  </a:cubicBezTo>
                  <a:cubicBezTo>
                    <a:pt x="26" y="20"/>
                    <a:pt x="26" y="20"/>
                    <a:pt x="26" y="20"/>
                  </a:cubicBezTo>
                  <a:cubicBezTo>
                    <a:pt x="27" y="22"/>
                    <a:pt x="27" y="22"/>
                    <a:pt x="27" y="22"/>
                  </a:cubicBezTo>
                  <a:cubicBezTo>
                    <a:pt x="27" y="23"/>
                    <a:pt x="27" y="23"/>
                    <a:pt x="27" y="23"/>
                  </a:cubicBezTo>
                  <a:cubicBezTo>
                    <a:pt x="27" y="23"/>
                    <a:pt x="27" y="23"/>
                    <a:pt x="27" y="23"/>
                  </a:cubicBezTo>
                  <a:cubicBezTo>
                    <a:pt x="27" y="24"/>
                    <a:pt x="28" y="25"/>
                    <a:pt x="29" y="26"/>
                  </a:cubicBezTo>
                  <a:cubicBezTo>
                    <a:pt x="31" y="27"/>
                    <a:pt x="32" y="29"/>
                    <a:pt x="34" y="30"/>
                  </a:cubicBezTo>
                  <a:cubicBezTo>
                    <a:pt x="35" y="32"/>
                    <a:pt x="35" y="34"/>
                    <a:pt x="36" y="35"/>
                  </a:cubicBezTo>
                  <a:cubicBezTo>
                    <a:pt x="38" y="36"/>
                    <a:pt x="38" y="36"/>
                    <a:pt x="38" y="36"/>
                  </a:cubicBezTo>
                  <a:cubicBezTo>
                    <a:pt x="37" y="36"/>
                    <a:pt x="37" y="36"/>
                    <a:pt x="37" y="36"/>
                  </a:cubicBezTo>
                  <a:cubicBezTo>
                    <a:pt x="37" y="36"/>
                    <a:pt x="37" y="36"/>
                    <a:pt x="37" y="36"/>
                  </a:cubicBezTo>
                  <a:cubicBezTo>
                    <a:pt x="35" y="35"/>
                    <a:pt x="35" y="35"/>
                    <a:pt x="35" y="35"/>
                  </a:cubicBezTo>
                  <a:cubicBezTo>
                    <a:pt x="34" y="34"/>
                    <a:pt x="33" y="34"/>
                    <a:pt x="33" y="34"/>
                  </a:cubicBezTo>
                  <a:cubicBezTo>
                    <a:pt x="31" y="35"/>
                    <a:pt x="31" y="35"/>
                    <a:pt x="31" y="35"/>
                  </a:cubicBezTo>
                  <a:cubicBezTo>
                    <a:pt x="31" y="36"/>
                    <a:pt x="31" y="36"/>
                    <a:pt x="31" y="36"/>
                  </a:cubicBezTo>
                  <a:cubicBezTo>
                    <a:pt x="30" y="35"/>
                    <a:pt x="30" y="35"/>
                    <a:pt x="30" y="35"/>
                  </a:cubicBezTo>
                  <a:cubicBezTo>
                    <a:pt x="29" y="33"/>
                    <a:pt x="29" y="33"/>
                    <a:pt x="29" y="33"/>
                  </a:cubicBezTo>
                  <a:cubicBezTo>
                    <a:pt x="29" y="33"/>
                    <a:pt x="29" y="33"/>
                    <a:pt x="29" y="33"/>
                  </a:cubicBezTo>
                  <a:cubicBezTo>
                    <a:pt x="29" y="33"/>
                    <a:pt x="29" y="33"/>
                    <a:pt x="29" y="33"/>
                  </a:cubicBezTo>
                  <a:cubicBezTo>
                    <a:pt x="28" y="34"/>
                    <a:pt x="28" y="34"/>
                    <a:pt x="28" y="34"/>
                  </a:cubicBezTo>
                  <a:cubicBezTo>
                    <a:pt x="27" y="35"/>
                    <a:pt x="27" y="35"/>
                    <a:pt x="27" y="35"/>
                  </a:cubicBezTo>
                  <a:cubicBezTo>
                    <a:pt x="27" y="35"/>
                    <a:pt x="27" y="35"/>
                    <a:pt x="27" y="35"/>
                  </a:cubicBezTo>
                  <a:cubicBezTo>
                    <a:pt x="27" y="35"/>
                    <a:pt x="27" y="35"/>
                    <a:pt x="27" y="35"/>
                  </a:cubicBezTo>
                  <a:cubicBezTo>
                    <a:pt x="25" y="33"/>
                    <a:pt x="25" y="33"/>
                    <a:pt x="25" y="33"/>
                  </a:cubicBezTo>
                  <a:cubicBezTo>
                    <a:pt x="25" y="33"/>
                    <a:pt x="25" y="33"/>
                    <a:pt x="25" y="33"/>
                  </a:cubicBezTo>
                  <a:cubicBezTo>
                    <a:pt x="25" y="33"/>
                    <a:pt x="25" y="33"/>
                    <a:pt x="25" y="33"/>
                  </a:cubicBezTo>
                  <a:cubicBezTo>
                    <a:pt x="24" y="34"/>
                    <a:pt x="24" y="34"/>
                    <a:pt x="24" y="34"/>
                  </a:cubicBezTo>
                  <a:cubicBezTo>
                    <a:pt x="24" y="35"/>
                    <a:pt x="24" y="35"/>
                    <a:pt x="24" y="35"/>
                  </a:cubicBezTo>
                  <a:cubicBezTo>
                    <a:pt x="23" y="35"/>
                    <a:pt x="23" y="35"/>
                    <a:pt x="23" y="35"/>
                  </a:cubicBezTo>
                  <a:cubicBezTo>
                    <a:pt x="20" y="33"/>
                    <a:pt x="20" y="33"/>
                    <a:pt x="20" y="33"/>
                  </a:cubicBezTo>
                  <a:cubicBezTo>
                    <a:pt x="20" y="32"/>
                    <a:pt x="21" y="32"/>
                    <a:pt x="21" y="31"/>
                  </a:cubicBezTo>
                  <a:cubicBezTo>
                    <a:pt x="21" y="30"/>
                    <a:pt x="21" y="30"/>
                    <a:pt x="21" y="30"/>
                  </a:cubicBezTo>
                  <a:cubicBezTo>
                    <a:pt x="21" y="29"/>
                    <a:pt x="20" y="28"/>
                    <a:pt x="20" y="26"/>
                  </a:cubicBezTo>
                  <a:cubicBezTo>
                    <a:pt x="20" y="26"/>
                    <a:pt x="20" y="26"/>
                    <a:pt x="20" y="26"/>
                  </a:cubicBezTo>
                  <a:cubicBezTo>
                    <a:pt x="20" y="26"/>
                    <a:pt x="20" y="26"/>
                    <a:pt x="20" y="26"/>
                  </a:cubicBezTo>
                  <a:cubicBezTo>
                    <a:pt x="20" y="26"/>
                    <a:pt x="20" y="26"/>
                    <a:pt x="20" y="26"/>
                  </a:cubicBezTo>
                  <a:cubicBezTo>
                    <a:pt x="19" y="25"/>
                    <a:pt x="19" y="25"/>
                    <a:pt x="19" y="25"/>
                  </a:cubicBezTo>
                  <a:cubicBezTo>
                    <a:pt x="19" y="23"/>
                    <a:pt x="19" y="23"/>
                    <a:pt x="19" y="23"/>
                  </a:cubicBezTo>
                  <a:cubicBezTo>
                    <a:pt x="19" y="21"/>
                    <a:pt x="19" y="21"/>
                    <a:pt x="19" y="21"/>
                  </a:cubicBezTo>
                  <a:cubicBezTo>
                    <a:pt x="19" y="18"/>
                    <a:pt x="20" y="17"/>
                    <a:pt x="21" y="16"/>
                  </a:cubicBezTo>
                  <a:moveTo>
                    <a:pt x="20" y="31"/>
                  </a:moveTo>
                  <a:cubicBezTo>
                    <a:pt x="20" y="32"/>
                    <a:pt x="20" y="32"/>
                    <a:pt x="20" y="32"/>
                  </a:cubicBezTo>
                  <a:cubicBezTo>
                    <a:pt x="20" y="32"/>
                    <a:pt x="20" y="32"/>
                    <a:pt x="20" y="32"/>
                  </a:cubicBezTo>
                  <a:cubicBezTo>
                    <a:pt x="17" y="32"/>
                    <a:pt x="17" y="31"/>
                    <a:pt x="17" y="29"/>
                  </a:cubicBezTo>
                  <a:cubicBezTo>
                    <a:pt x="17" y="28"/>
                    <a:pt x="17" y="28"/>
                    <a:pt x="17" y="28"/>
                  </a:cubicBezTo>
                  <a:cubicBezTo>
                    <a:pt x="18" y="28"/>
                    <a:pt x="19" y="27"/>
                    <a:pt x="19" y="27"/>
                  </a:cubicBezTo>
                  <a:cubicBezTo>
                    <a:pt x="20" y="28"/>
                    <a:pt x="20" y="30"/>
                    <a:pt x="20" y="30"/>
                  </a:cubicBezTo>
                  <a:lnTo>
                    <a:pt x="20" y="31"/>
                  </a:lnTo>
                  <a:close/>
                  <a:moveTo>
                    <a:pt x="16" y="18"/>
                  </a:moveTo>
                  <a:cubicBezTo>
                    <a:pt x="16" y="18"/>
                    <a:pt x="16" y="18"/>
                    <a:pt x="16" y="18"/>
                  </a:cubicBezTo>
                  <a:cubicBezTo>
                    <a:pt x="16" y="17"/>
                    <a:pt x="16" y="17"/>
                    <a:pt x="16" y="17"/>
                  </a:cubicBezTo>
                  <a:cubicBezTo>
                    <a:pt x="16" y="16"/>
                    <a:pt x="16" y="16"/>
                    <a:pt x="16" y="16"/>
                  </a:cubicBezTo>
                  <a:cubicBezTo>
                    <a:pt x="17" y="18"/>
                    <a:pt x="17" y="18"/>
                    <a:pt x="17" y="18"/>
                  </a:cubicBezTo>
                  <a:cubicBezTo>
                    <a:pt x="17" y="19"/>
                    <a:pt x="18" y="20"/>
                    <a:pt x="18" y="20"/>
                  </a:cubicBezTo>
                  <a:cubicBezTo>
                    <a:pt x="18" y="20"/>
                    <a:pt x="18" y="20"/>
                    <a:pt x="18" y="20"/>
                  </a:cubicBezTo>
                  <a:cubicBezTo>
                    <a:pt x="18" y="21"/>
                    <a:pt x="18" y="21"/>
                    <a:pt x="18" y="21"/>
                  </a:cubicBezTo>
                  <a:cubicBezTo>
                    <a:pt x="18" y="21"/>
                    <a:pt x="18" y="21"/>
                    <a:pt x="18" y="21"/>
                  </a:cubicBezTo>
                  <a:cubicBezTo>
                    <a:pt x="18" y="22"/>
                    <a:pt x="18" y="22"/>
                    <a:pt x="18" y="22"/>
                  </a:cubicBezTo>
                  <a:cubicBezTo>
                    <a:pt x="18" y="23"/>
                    <a:pt x="18" y="23"/>
                    <a:pt x="18" y="23"/>
                  </a:cubicBezTo>
                  <a:cubicBezTo>
                    <a:pt x="19" y="24"/>
                    <a:pt x="19" y="24"/>
                    <a:pt x="19" y="24"/>
                  </a:cubicBezTo>
                  <a:cubicBezTo>
                    <a:pt x="16" y="22"/>
                    <a:pt x="16" y="22"/>
                    <a:pt x="16" y="22"/>
                  </a:cubicBezTo>
                  <a:cubicBezTo>
                    <a:pt x="16" y="21"/>
                    <a:pt x="16" y="21"/>
                    <a:pt x="16" y="21"/>
                  </a:cubicBezTo>
                  <a:cubicBezTo>
                    <a:pt x="16" y="21"/>
                    <a:pt x="16" y="21"/>
                    <a:pt x="16" y="21"/>
                  </a:cubicBezTo>
                  <a:cubicBezTo>
                    <a:pt x="15" y="20"/>
                    <a:pt x="15" y="20"/>
                    <a:pt x="15" y="20"/>
                  </a:cubicBezTo>
                  <a:lnTo>
                    <a:pt x="16" y="18"/>
                  </a:lnTo>
                  <a:close/>
                  <a:moveTo>
                    <a:pt x="13" y="13"/>
                  </a:moveTo>
                  <a:cubicBezTo>
                    <a:pt x="14" y="13"/>
                    <a:pt x="14" y="13"/>
                    <a:pt x="14" y="13"/>
                  </a:cubicBezTo>
                  <a:cubicBezTo>
                    <a:pt x="14" y="13"/>
                    <a:pt x="14" y="13"/>
                    <a:pt x="14" y="13"/>
                  </a:cubicBezTo>
                  <a:cubicBezTo>
                    <a:pt x="14" y="11"/>
                    <a:pt x="14" y="11"/>
                    <a:pt x="14" y="11"/>
                  </a:cubicBezTo>
                  <a:cubicBezTo>
                    <a:pt x="15" y="12"/>
                    <a:pt x="15" y="16"/>
                    <a:pt x="15" y="17"/>
                  </a:cubicBezTo>
                  <a:cubicBezTo>
                    <a:pt x="15" y="18"/>
                    <a:pt x="15" y="19"/>
                    <a:pt x="15" y="20"/>
                  </a:cubicBezTo>
                  <a:cubicBezTo>
                    <a:pt x="15" y="20"/>
                    <a:pt x="15" y="20"/>
                    <a:pt x="15" y="20"/>
                  </a:cubicBezTo>
                  <a:cubicBezTo>
                    <a:pt x="14" y="18"/>
                    <a:pt x="14" y="18"/>
                    <a:pt x="14" y="18"/>
                  </a:cubicBezTo>
                  <a:cubicBezTo>
                    <a:pt x="13" y="16"/>
                    <a:pt x="13" y="16"/>
                    <a:pt x="13" y="16"/>
                  </a:cubicBezTo>
                  <a:cubicBezTo>
                    <a:pt x="13" y="16"/>
                    <a:pt x="13" y="16"/>
                    <a:pt x="13" y="16"/>
                  </a:cubicBezTo>
                  <a:cubicBezTo>
                    <a:pt x="13" y="16"/>
                    <a:pt x="13" y="16"/>
                    <a:pt x="13" y="16"/>
                  </a:cubicBezTo>
                  <a:cubicBezTo>
                    <a:pt x="13" y="15"/>
                    <a:pt x="13" y="14"/>
                    <a:pt x="13" y="13"/>
                  </a:cubicBezTo>
                  <a:moveTo>
                    <a:pt x="13" y="1"/>
                  </a:moveTo>
                  <a:cubicBezTo>
                    <a:pt x="13" y="2"/>
                    <a:pt x="13" y="5"/>
                    <a:pt x="13" y="8"/>
                  </a:cubicBezTo>
                  <a:cubicBezTo>
                    <a:pt x="13" y="9"/>
                    <a:pt x="13" y="11"/>
                    <a:pt x="13" y="12"/>
                  </a:cubicBezTo>
                  <a:cubicBezTo>
                    <a:pt x="13" y="12"/>
                    <a:pt x="13" y="13"/>
                    <a:pt x="13" y="14"/>
                  </a:cubicBezTo>
                  <a:cubicBezTo>
                    <a:pt x="13" y="14"/>
                    <a:pt x="13" y="14"/>
                    <a:pt x="13" y="14"/>
                  </a:cubicBezTo>
                  <a:cubicBezTo>
                    <a:pt x="12" y="14"/>
                    <a:pt x="11" y="10"/>
                    <a:pt x="11" y="7"/>
                  </a:cubicBezTo>
                  <a:cubicBezTo>
                    <a:pt x="11" y="5"/>
                    <a:pt x="11" y="3"/>
                    <a:pt x="13" y="1"/>
                  </a:cubicBezTo>
                  <a:moveTo>
                    <a:pt x="12" y="2"/>
                  </a:moveTo>
                  <a:cubicBezTo>
                    <a:pt x="11" y="4"/>
                    <a:pt x="10" y="5"/>
                    <a:pt x="10" y="7"/>
                  </a:cubicBezTo>
                  <a:cubicBezTo>
                    <a:pt x="10" y="11"/>
                    <a:pt x="12" y="15"/>
                    <a:pt x="12" y="15"/>
                  </a:cubicBezTo>
                  <a:cubicBezTo>
                    <a:pt x="12" y="15"/>
                    <a:pt x="12" y="15"/>
                    <a:pt x="12" y="15"/>
                  </a:cubicBezTo>
                  <a:cubicBezTo>
                    <a:pt x="12" y="16"/>
                    <a:pt x="12" y="16"/>
                    <a:pt x="12" y="16"/>
                  </a:cubicBezTo>
                  <a:cubicBezTo>
                    <a:pt x="11" y="15"/>
                    <a:pt x="11" y="15"/>
                    <a:pt x="11" y="15"/>
                  </a:cubicBezTo>
                  <a:cubicBezTo>
                    <a:pt x="10" y="12"/>
                    <a:pt x="10" y="12"/>
                    <a:pt x="10" y="12"/>
                  </a:cubicBezTo>
                  <a:cubicBezTo>
                    <a:pt x="9" y="10"/>
                    <a:pt x="9" y="10"/>
                    <a:pt x="9" y="10"/>
                  </a:cubicBezTo>
                  <a:cubicBezTo>
                    <a:pt x="9" y="10"/>
                    <a:pt x="9" y="10"/>
                    <a:pt x="9" y="10"/>
                  </a:cubicBezTo>
                  <a:cubicBezTo>
                    <a:pt x="9" y="10"/>
                    <a:pt x="9" y="10"/>
                    <a:pt x="9" y="10"/>
                  </a:cubicBezTo>
                  <a:cubicBezTo>
                    <a:pt x="9" y="10"/>
                    <a:pt x="9" y="10"/>
                    <a:pt x="9" y="10"/>
                  </a:cubicBezTo>
                  <a:cubicBezTo>
                    <a:pt x="9" y="9"/>
                    <a:pt x="9" y="9"/>
                    <a:pt x="9" y="9"/>
                  </a:cubicBezTo>
                  <a:cubicBezTo>
                    <a:pt x="9" y="7"/>
                    <a:pt x="10" y="4"/>
                    <a:pt x="12" y="2"/>
                  </a:cubicBezTo>
                  <a:moveTo>
                    <a:pt x="9" y="12"/>
                  </a:moveTo>
                  <a:cubicBezTo>
                    <a:pt x="9" y="11"/>
                    <a:pt x="9" y="11"/>
                    <a:pt x="9" y="11"/>
                  </a:cubicBezTo>
                  <a:cubicBezTo>
                    <a:pt x="9" y="13"/>
                    <a:pt x="11" y="16"/>
                    <a:pt x="12" y="17"/>
                  </a:cubicBezTo>
                  <a:cubicBezTo>
                    <a:pt x="11" y="18"/>
                    <a:pt x="11" y="18"/>
                    <a:pt x="11" y="18"/>
                  </a:cubicBezTo>
                  <a:cubicBezTo>
                    <a:pt x="12" y="20"/>
                    <a:pt x="12" y="20"/>
                    <a:pt x="12" y="20"/>
                  </a:cubicBezTo>
                  <a:cubicBezTo>
                    <a:pt x="11" y="20"/>
                    <a:pt x="11" y="20"/>
                    <a:pt x="11" y="20"/>
                  </a:cubicBezTo>
                  <a:cubicBezTo>
                    <a:pt x="10" y="20"/>
                    <a:pt x="9" y="16"/>
                    <a:pt x="9" y="12"/>
                  </a:cubicBezTo>
                  <a:close/>
                  <a:moveTo>
                    <a:pt x="22" y="44"/>
                  </a:moveTo>
                  <a:cubicBezTo>
                    <a:pt x="22" y="41"/>
                    <a:pt x="22" y="41"/>
                    <a:pt x="22" y="41"/>
                  </a:cubicBezTo>
                  <a:cubicBezTo>
                    <a:pt x="23" y="41"/>
                    <a:pt x="23" y="41"/>
                    <a:pt x="23" y="41"/>
                  </a:cubicBezTo>
                  <a:cubicBezTo>
                    <a:pt x="25" y="40"/>
                    <a:pt x="25" y="40"/>
                    <a:pt x="25" y="40"/>
                  </a:cubicBezTo>
                  <a:cubicBezTo>
                    <a:pt x="25" y="41"/>
                    <a:pt x="25" y="41"/>
                    <a:pt x="25" y="41"/>
                  </a:cubicBezTo>
                  <a:cubicBezTo>
                    <a:pt x="26" y="41"/>
                    <a:pt x="26" y="41"/>
                    <a:pt x="26" y="41"/>
                  </a:cubicBezTo>
                  <a:cubicBezTo>
                    <a:pt x="26" y="41"/>
                    <a:pt x="26" y="41"/>
                    <a:pt x="26" y="41"/>
                  </a:cubicBezTo>
                  <a:cubicBezTo>
                    <a:pt x="26" y="41"/>
                    <a:pt x="26" y="41"/>
                    <a:pt x="26" y="41"/>
                  </a:cubicBezTo>
                  <a:cubicBezTo>
                    <a:pt x="26" y="41"/>
                    <a:pt x="26" y="41"/>
                    <a:pt x="26" y="41"/>
                  </a:cubicBezTo>
                  <a:cubicBezTo>
                    <a:pt x="25" y="42"/>
                    <a:pt x="24" y="43"/>
                    <a:pt x="22" y="44"/>
                  </a:cubicBezTo>
                  <a:moveTo>
                    <a:pt x="22" y="44"/>
                  </a:moveTo>
                  <a:cubicBezTo>
                    <a:pt x="19" y="48"/>
                    <a:pt x="19" y="48"/>
                    <a:pt x="19" y="48"/>
                  </a:cubicBezTo>
                  <a:cubicBezTo>
                    <a:pt x="20" y="47"/>
                    <a:pt x="20" y="47"/>
                    <a:pt x="20" y="47"/>
                  </a:cubicBezTo>
                  <a:cubicBezTo>
                    <a:pt x="20" y="46"/>
                    <a:pt x="20" y="45"/>
                    <a:pt x="20" y="44"/>
                  </a:cubicBezTo>
                  <a:cubicBezTo>
                    <a:pt x="20" y="44"/>
                    <a:pt x="20" y="44"/>
                    <a:pt x="20" y="44"/>
                  </a:cubicBezTo>
                  <a:cubicBezTo>
                    <a:pt x="21" y="44"/>
                    <a:pt x="21" y="44"/>
                    <a:pt x="21" y="44"/>
                  </a:cubicBezTo>
                  <a:lnTo>
                    <a:pt x="22" y="44"/>
                  </a:lnTo>
                  <a:close/>
                  <a:moveTo>
                    <a:pt x="21" y="44"/>
                  </a:moveTo>
                  <a:cubicBezTo>
                    <a:pt x="20" y="42"/>
                    <a:pt x="20" y="42"/>
                    <a:pt x="20" y="42"/>
                  </a:cubicBezTo>
                  <a:cubicBezTo>
                    <a:pt x="20" y="42"/>
                    <a:pt x="20" y="42"/>
                    <a:pt x="20" y="42"/>
                  </a:cubicBezTo>
                  <a:cubicBezTo>
                    <a:pt x="22" y="41"/>
                    <a:pt x="22" y="41"/>
                    <a:pt x="22" y="41"/>
                  </a:cubicBezTo>
                  <a:lnTo>
                    <a:pt x="21" y="44"/>
                  </a:lnTo>
                  <a:close/>
                  <a:moveTo>
                    <a:pt x="20" y="44"/>
                  </a:moveTo>
                  <a:cubicBezTo>
                    <a:pt x="20" y="44"/>
                    <a:pt x="20" y="44"/>
                    <a:pt x="20" y="44"/>
                  </a:cubicBezTo>
                  <a:cubicBezTo>
                    <a:pt x="20" y="44"/>
                    <a:pt x="18" y="45"/>
                    <a:pt x="16" y="45"/>
                  </a:cubicBezTo>
                  <a:cubicBezTo>
                    <a:pt x="18" y="45"/>
                    <a:pt x="18" y="43"/>
                    <a:pt x="18" y="42"/>
                  </a:cubicBezTo>
                  <a:cubicBezTo>
                    <a:pt x="20" y="42"/>
                    <a:pt x="20" y="42"/>
                    <a:pt x="20" y="42"/>
                  </a:cubicBezTo>
                  <a:lnTo>
                    <a:pt x="20" y="44"/>
                  </a:lnTo>
                  <a:close/>
                  <a:moveTo>
                    <a:pt x="11" y="34"/>
                  </a:moveTo>
                  <a:cubicBezTo>
                    <a:pt x="11" y="34"/>
                    <a:pt x="11" y="34"/>
                    <a:pt x="11" y="34"/>
                  </a:cubicBezTo>
                  <a:cubicBezTo>
                    <a:pt x="11" y="34"/>
                    <a:pt x="11" y="34"/>
                    <a:pt x="11" y="34"/>
                  </a:cubicBezTo>
                  <a:cubicBezTo>
                    <a:pt x="11" y="34"/>
                    <a:pt x="11" y="34"/>
                    <a:pt x="11" y="34"/>
                  </a:cubicBezTo>
                  <a:cubicBezTo>
                    <a:pt x="11" y="34"/>
                    <a:pt x="11" y="34"/>
                    <a:pt x="11" y="34"/>
                  </a:cubicBezTo>
                  <a:cubicBezTo>
                    <a:pt x="10" y="34"/>
                    <a:pt x="10" y="34"/>
                    <a:pt x="10" y="34"/>
                  </a:cubicBezTo>
                  <a:cubicBezTo>
                    <a:pt x="10" y="34"/>
                    <a:pt x="10" y="34"/>
                    <a:pt x="10" y="34"/>
                  </a:cubicBezTo>
                  <a:cubicBezTo>
                    <a:pt x="12" y="32"/>
                    <a:pt x="12" y="32"/>
                    <a:pt x="12" y="32"/>
                  </a:cubicBezTo>
                  <a:cubicBezTo>
                    <a:pt x="11" y="34"/>
                    <a:pt x="11" y="34"/>
                    <a:pt x="11" y="34"/>
                  </a:cubicBezTo>
                  <a:cubicBezTo>
                    <a:pt x="11" y="34"/>
                    <a:pt x="11" y="34"/>
                    <a:pt x="11" y="34"/>
                  </a:cubicBezTo>
                  <a:close/>
                  <a:moveTo>
                    <a:pt x="11" y="38"/>
                  </a:moveTo>
                  <a:cubicBezTo>
                    <a:pt x="12" y="39"/>
                    <a:pt x="13" y="39"/>
                    <a:pt x="14" y="39"/>
                  </a:cubicBezTo>
                  <a:cubicBezTo>
                    <a:pt x="13" y="40"/>
                    <a:pt x="13" y="40"/>
                    <a:pt x="13" y="40"/>
                  </a:cubicBezTo>
                  <a:cubicBezTo>
                    <a:pt x="11" y="42"/>
                    <a:pt x="11" y="42"/>
                    <a:pt x="11" y="42"/>
                  </a:cubicBezTo>
                  <a:cubicBezTo>
                    <a:pt x="11" y="41"/>
                    <a:pt x="11" y="39"/>
                    <a:pt x="11" y="38"/>
                  </a:cubicBezTo>
                  <a:moveTo>
                    <a:pt x="14" y="40"/>
                  </a:moveTo>
                  <a:cubicBezTo>
                    <a:pt x="15" y="41"/>
                    <a:pt x="15" y="42"/>
                    <a:pt x="15" y="42"/>
                  </a:cubicBezTo>
                  <a:cubicBezTo>
                    <a:pt x="15" y="42"/>
                    <a:pt x="15" y="42"/>
                    <a:pt x="15" y="42"/>
                  </a:cubicBezTo>
                  <a:cubicBezTo>
                    <a:pt x="15" y="42"/>
                    <a:pt x="15" y="42"/>
                    <a:pt x="15" y="42"/>
                  </a:cubicBezTo>
                  <a:cubicBezTo>
                    <a:pt x="16" y="42"/>
                    <a:pt x="17" y="42"/>
                    <a:pt x="18" y="42"/>
                  </a:cubicBezTo>
                  <a:cubicBezTo>
                    <a:pt x="18" y="43"/>
                    <a:pt x="17" y="45"/>
                    <a:pt x="15" y="45"/>
                  </a:cubicBezTo>
                  <a:cubicBezTo>
                    <a:pt x="15" y="45"/>
                    <a:pt x="15" y="43"/>
                    <a:pt x="15" y="42"/>
                  </a:cubicBezTo>
                  <a:cubicBezTo>
                    <a:pt x="15" y="42"/>
                    <a:pt x="15" y="42"/>
                    <a:pt x="15" y="42"/>
                  </a:cubicBezTo>
                  <a:cubicBezTo>
                    <a:pt x="14" y="42"/>
                    <a:pt x="14" y="42"/>
                    <a:pt x="14" y="42"/>
                  </a:cubicBezTo>
                  <a:cubicBezTo>
                    <a:pt x="13" y="43"/>
                    <a:pt x="13" y="43"/>
                    <a:pt x="13" y="43"/>
                  </a:cubicBezTo>
                  <a:cubicBezTo>
                    <a:pt x="11" y="42"/>
                    <a:pt x="11" y="42"/>
                    <a:pt x="11" y="42"/>
                  </a:cubicBezTo>
                  <a:cubicBezTo>
                    <a:pt x="13" y="42"/>
                    <a:pt x="14" y="40"/>
                    <a:pt x="14" y="40"/>
                  </a:cubicBezTo>
                  <a:moveTo>
                    <a:pt x="12" y="44"/>
                  </a:moveTo>
                  <a:cubicBezTo>
                    <a:pt x="12" y="43"/>
                    <a:pt x="12" y="43"/>
                    <a:pt x="12" y="43"/>
                  </a:cubicBezTo>
                  <a:cubicBezTo>
                    <a:pt x="13" y="43"/>
                    <a:pt x="13" y="43"/>
                    <a:pt x="13" y="43"/>
                  </a:cubicBezTo>
                  <a:cubicBezTo>
                    <a:pt x="14" y="43"/>
                    <a:pt x="14" y="43"/>
                    <a:pt x="14" y="43"/>
                  </a:cubicBezTo>
                  <a:cubicBezTo>
                    <a:pt x="14" y="44"/>
                    <a:pt x="14" y="45"/>
                    <a:pt x="14" y="46"/>
                  </a:cubicBezTo>
                  <a:cubicBezTo>
                    <a:pt x="14" y="46"/>
                    <a:pt x="14" y="46"/>
                    <a:pt x="14" y="46"/>
                  </a:cubicBezTo>
                  <a:cubicBezTo>
                    <a:pt x="14" y="46"/>
                    <a:pt x="14" y="46"/>
                    <a:pt x="14" y="46"/>
                  </a:cubicBezTo>
                  <a:cubicBezTo>
                    <a:pt x="14" y="46"/>
                    <a:pt x="14" y="46"/>
                    <a:pt x="14" y="46"/>
                  </a:cubicBezTo>
                  <a:cubicBezTo>
                    <a:pt x="15" y="46"/>
                    <a:pt x="15" y="46"/>
                    <a:pt x="15" y="46"/>
                  </a:cubicBezTo>
                  <a:cubicBezTo>
                    <a:pt x="16" y="46"/>
                    <a:pt x="16" y="46"/>
                    <a:pt x="16" y="46"/>
                  </a:cubicBezTo>
                  <a:cubicBezTo>
                    <a:pt x="16" y="47"/>
                    <a:pt x="16" y="47"/>
                    <a:pt x="16" y="47"/>
                  </a:cubicBezTo>
                  <a:cubicBezTo>
                    <a:pt x="16" y="48"/>
                    <a:pt x="16" y="48"/>
                    <a:pt x="15" y="50"/>
                  </a:cubicBezTo>
                  <a:cubicBezTo>
                    <a:pt x="15" y="52"/>
                    <a:pt x="12" y="54"/>
                    <a:pt x="11" y="55"/>
                  </a:cubicBezTo>
                  <a:cubicBezTo>
                    <a:pt x="9" y="57"/>
                    <a:pt x="9" y="58"/>
                    <a:pt x="8" y="60"/>
                  </a:cubicBezTo>
                  <a:cubicBezTo>
                    <a:pt x="7" y="61"/>
                    <a:pt x="7" y="61"/>
                    <a:pt x="7" y="61"/>
                  </a:cubicBezTo>
                  <a:cubicBezTo>
                    <a:pt x="7" y="61"/>
                    <a:pt x="7" y="61"/>
                    <a:pt x="7" y="61"/>
                  </a:cubicBezTo>
                  <a:cubicBezTo>
                    <a:pt x="7" y="61"/>
                    <a:pt x="7" y="61"/>
                    <a:pt x="7" y="61"/>
                  </a:cubicBezTo>
                  <a:cubicBezTo>
                    <a:pt x="5" y="61"/>
                    <a:pt x="5" y="59"/>
                    <a:pt x="5" y="59"/>
                  </a:cubicBezTo>
                  <a:cubicBezTo>
                    <a:pt x="5" y="58"/>
                    <a:pt x="5" y="58"/>
                    <a:pt x="5" y="58"/>
                  </a:cubicBezTo>
                  <a:cubicBezTo>
                    <a:pt x="5" y="54"/>
                    <a:pt x="10" y="52"/>
                    <a:pt x="12" y="44"/>
                  </a:cubicBezTo>
                  <a:moveTo>
                    <a:pt x="18" y="42"/>
                  </a:moveTo>
                  <a:cubicBezTo>
                    <a:pt x="16" y="42"/>
                    <a:pt x="16" y="42"/>
                    <a:pt x="16" y="42"/>
                  </a:cubicBezTo>
                  <a:cubicBezTo>
                    <a:pt x="17" y="41"/>
                    <a:pt x="18" y="40"/>
                    <a:pt x="18" y="39"/>
                  </a:cubicBezTo>
                  <a:cubicBezTo>
                    <a:pt x="18" y="40"/>
                    <a:pt x="18" y="40"/>
                    <a:pt x="18" y="40"/>
                  </a:cubicBezTo>
                  <a:cubicBezTo>
                    <a:pt x="19" y="42"/>
                    <a:pt x="19" y="42"/>
                    <a:pt x="19" y="42"/>
                  </a:cubicBezTo>
                  <a:lnTo>
                    <a:pt x="18" y="42"/>
                  </a:lnTo>
                  <a:close/>
                  <a:moveTo>
                    <a:pt x="15" y="41"/>
                  </a:moveTo>
                  <a:cubicBezTo>
                    <a:pt x="15" y="39"/>
                    <a:pt x="15" y="39"/>
                    <a:pt x="15" y="39"/>
                  </a:cubicBezTo>
                  <a:cubicBezTo>
                    <a:pt x="15" y="39"/>
                    <a:pt x="15" y="39"/>
                    <a:pt x="15" y="39"/>
                  </a:cubicBezTo>
                  <a:cubicBezTo>
                    <a:pt x="15" y="39"/>
                    <a:pt x="15" y="39"/>
                    <a:pt x="15" y="39"/>
                  </a:cubicBezTo>
                  <a:cubicBezTo>
                    <a:pt x="15" y="39"/>
                    <a:pt x="15" y="39"/>
                    <a:pt x="15" y="39"/>
                  </a:cubicBezTo>
                  <a:cubicBezTo>
                    <a:pt x="15" y="39"/>
                    <a:pt x="13" y="39"/>
                    <a:pt x="12" y="38"/>
                  </a:cubicBezTo>
                  <a:cubicBezTo>
                    <a:pt x="14" y="36"/>
                    <a:pt x="14" y="36"/>
                    <a:pt x="14" y="36"/>
                  </a:cubicBezTo>
                  <a:cubicBezTo>
                    <a:pt x="14" y="38"/>
                    <a:pt x="14" y="38"/>
                    <a:pt x="14" y="38"/>
                  </a:cubicBezTo>
                  <a:cubicBezTo>
                    <a:pt x="14" y="38"/>
                    <a:pt x="14" y="38"/>
                    <a:pt x="14" y="38"/>
                  </a:cubicBezTo>
                  <a:cubicBezTo>
                    <a:pt x="14" y="38"/>
                    <a:pt x="14" y="38"/>
                    <a:pt x="14" y="38"/>
                  </a:cubicBezTo>
                  <a:cubicBezTo>
                    <a:pt x="14" y="38"/>
                    <a:pt x="15" y="38"/>
                    <a:pt x="16" y="38"/>
                  </a:cubicBezTo>
                  <a:cubicBezTo>
                    <a:pt x="17" y="39"/>
                    <a:pt x="17" y="39"/>
                    <a:pt x="17" y="39"/>
                  </a:cubicBezTo>
                  <a:cubicBezTo>
                    <a:pt x="17" y="39"/>
                    <a:pt x="17" y="39"/>
                    <a:pt x="17" y="39"/>
                  </a:cubicBezTo>
                  <a:cubicBezTo>
                    <a:pt x="17" y="39"/>
                    <a:pt x="17" y="41"/>
                    <a:pt x="15" y="41"/>
                  </a:cubicBezTo>
                  <a:moveTo>
                    <a:pt x="14" y="35"/>
                  </a:moveTo>
                  <a:cubicBezTo>
                    <a:pt x="14" y="35"/>
                    <a:pt x="14" y="35"/>
                    <a:pt x="14" y="35"/>
                  </a:cubicBezTo>
                  <a:cubicBezTo>
                    <a:pt x="14" y="36"/>
                    <a:pt x="14" y="36"/>
                    <a:pt x="14" y="36"/>
                  </a:cubicBezTo>
                  <a:cubicBezTo>
                    <a:pt x="14" y="36"/>
                    <a:pt x="12" y="37"/>
                    <a:pt x="11" y="38"/>
                  </a:cubicBezTo>
                  <a:cubicBezTo>
                    <a:pt x="11" y="36"/>
                    <a:pt x="11" y="36"/>
                    <a:pt x="11" y="36"/>
                  </a:cubicBezTo>
                  <a:cubicBezTo>
                    <a:pt x="11" y="36"/>
                    <a:pt x="11" y="36"/>
                    <a:pt x="11" y="36"/>
                  </a:cubicBezTo>
                  <a:cubicBezTo>
                    <a:pt x="11" y="34"/>
                    <a:pt x="11" y="34"/>
                    <a:pt x="11" y="34"/>
                  </a:cubicBezTo>
                  <a:cubicBezTo>
                    <a:pt x="11" y="34"/>
                    <a:pt x="11" y="34"/>
                    <a:pt x="11" y="34"/>
                  </a:cubicBezTo>
                  <a:cubicBezTo>
                    <a:pt x="11" y="34"/>
                    <a:pt x="11" y="34"/>
                    <a:pt x="11" y="34"/>
                  </a:cubicBezTo>
                  <a:cubicBezTo>
                    <a:pt x="12" y="34"/>
                    <a:pt x="12" y="34"/>
                    <a:pt x="12" y="34"/>
                  </a:cubicBezTo>
                  <a:cubicBezTo>
                    <a:pt x="12" y="35"/>
                    <a:pt x="12" y="35"/>
                    <a:pt x="12" y="35"/>
                  </a:cubicBezTo>
                  <a:cubicBezTo>
                    <a:pt x="12" y="35"/>
                    <a:pt x="12" y="35"/>
                    <a:pt x="12" y="35"/>
                  </a:cubicBezTo>
                  <a:cubicBezTo>
                    <a:pt x="13" y="35"/>
                    <a:pt x="13" y="35"/>
                    <a:pt x="13" y="35"/>
                  </a:cubicBezTo>
                  <a:cubicBezTo>
                    <a:pt x="14" y="35"/>
                    <a:pt x="14" y="35"/>
                    <a:pt x="14" y="35"/>
                  </a:cubicBezTo>
                  <a:close/>
                  <a:moveTo>
                    <a:pt x="9" y="34"/>
                  </a:moveTo>
                  <a:cubicBezTo>
                    <a:pt x="9" y="32"/>
                    <a:pt x="9" y="32"/>
                    <a:pt x="9" y="32"/>
                  </a:cubicBezTo>
                  <a:cubicBezTo>
                    <a:pt x="10" y="31"/>
                    <a:pt x="10" y="31"/>
                    <a:pt x="10" y="31"/>
                  </a:cubicBezTo>
                  <a:cubicBezTo>
                    <a:pt x="10" y="30"/>
                    <a:pt x="10" y="30"/>
                    <a:pt x="10" y="30"/>
                  </a:cubicBezTo>
                  <a:cubicBezTo>
                    <a:pt x="9" y="30"/>
                    <a:pt x="9" y="30"/>
                    <a:pt x="9" y="30"/>
                  </a:cubicBezTo>
                  <a:cubicBezTo>
                    <a:pt x="8" y="29"/>
                    <a:pt x="8" y="29"/>
                    <a:pt x="8" y="29"/>
                  </a:cubicBezTo>
                  <a:cubicBezTo>
                    <a:pt x="8" y="28"/>
                    <a:pt x="8" y="28"/>
                    <a:pt x="8" y="28"/>
                  </a:cubicBezTo>
                  <a:cubicBezTo>
                    <a:pt x="10" y="28"/>
                    <a:pt x="10" y="28"/>
                    <a:pt x="10" y="28"/>
                  </a:cubicBezTo>
                  <a:cubicBezTo>
                    <a:pt x="10" y="29"/>
                    <a:pt x="10" y="30"/>
                    <a:pt x="10" y="30"/>
                  </a:cubicBezTo>
                  <a:cubicBezTo>
                    <a:pt x="10" y="30"/>
                    <a:pt x="10" y="30"/>
                    <a:pt x="10" y="30"/>
                  </a:cubicBezTo>
                  <a:cubicBezTo>
                    <a:pt x="10" y="30"/>
                    <a:pt x="10" y="30"/>
                    <a:pt x="10" y="30"/>
                  </a:cubicBezTo>
                  <a:cubicBezTo>
                    <a:pt x="12" y="32"/>
                    <a:pt x="12" y="32"/>
                    <a:pt x="12" y="32"/>
                  </a:cubicBezTo>
                  <a:lnTo>
                    <a:pt x="9" y="34"/>
                  </a:lnTo>
                  <a:close/>
                  <a:moveTo>
                    <a:pt x="10" y="27"/>
                  </a:moveTo>
                  <a:cubicBezTo>
                    <a:pt x="10" y="27"/>
                    <a:pt x="8" y="27"/>
                    <a:pt x="7" y="28"/>
                  </a:cubicBezTo>
                  <a:cubicBezTo>
                    <a:pt x="8" y="27"/>
                    <a:pt x="8" y="27"/>
                    <a:pt x="8" y="27"/>
                  </a:cubicBezTo>
                  <a:cubicBezTo>
                    <a:pt x="9" y="25"/>
                    <a:pt x="9" y="25"/>
                    <a:pt x="9" y="25"/>
                  </a:cubicBezTo>
                  <a:cubicBezTo>
                    <a:pt x="9" y="25"/>
                    <a:pt x="9" y="25"/>
                    <a:pt x="9" y="25"/>
                  </a:cubicBezTo>
                  <a:cubicBezTo>
                    <a:pt x="9" y="25"/>
                    <a:pt x="9" y="25"/>
                    <a:pt x="9" y="25"/>
                  </a:cubicBezTo>
                  <a:cubicBezTo>
                    <a:pt x="10" y="27"/>
                    <a:pt x="10" y="27"/>
                    <a:pt x="10" y="27"/>
                  </a:cubicBezTo>
                  <a:close/>
                  <a:moveTo>
                    <a:pt x="9" y="25"/>
                  </a:moveTo>
                  <a:cubicBezTo>
                    <a:pt x="9" y="25"/>
                    <a:pt x="9" y="25"/>
                    <a:pt x="9" y="25"/>
                  </a:cubicBezTo>
                  <a:cubicBezTo>
                    <a:pt x="9" y="25"/>
                    <a:pt x="9" y="25"/>
                    <a:pt x="9" y="25"/>
                  </a:cubicBezTo>
                  <a:cubicBezTo>
                    <a:pt x="9" y="25"/>
                    <a:pt x="9" y="25"/>
                    <a:pt x="9" y="25"/>
                  </a:cubicBezTo>
                  <a:cubicBezTo>
                    <a:pt x="9" y="25"/>
                    <a:pt x="9" y="25"/>
                    <a:pt x="9" y="25"/>
                  </a:cubicBezTo>
                  <a:cubicBezTo>
                    <a:pt x="8" y="25"/>
                    <a:pt x="7" y="24"/>
                    <a:pt x="7" y="23"/>
                  </a:cubicBezTo>
                  <a:cubicBezTo>
                    <a:pt x="8" y="23"/>
                    <a:pt x="8" y="23"/>
                    <a:pt x="8" y="23"/>
                  </a:cubicBezTo>
                  <a:cubicBezTo>
                    <a:pt x="10" y="23"/>
                    <a:pt x="10" y="23"/>
                    <a:pt x="10" y="23"/>
                  </a:cubicBezTo>
                  <a:cubicBezTo>
                    <a:pt x="10" y="23"/>
                    <a:pt x="10" y="23"/>
                    <a:pt x="10" y="23"/>
                  </a:cubicBezTo>
                  <a:cubicBezTo>
                    <a:pt x="9" y="25"/>
                    <a:pt x="9" y="25"/>
                    <a:pt x="9" y="25"/>
                  </a:cubicBezTo>
                  <a:close/>
                  <a:moveTo>
                    <a:pt x="10" y="23"/>
                  </a:moveTo>
                  <a:cubicBezTo>
                    <a:pt x="10" y="22"/>
                    <a:pt x="9" y="22"/>
                    <a:pt x="8" y="22"/>
                  </a:cubicBezTo>
                  <a:cubicBezTo>
                    <a:pt x="10" y="21"/>
                    <a:pt x="10" y="21"/>
                    <a:pt x="10" y="21"/>
                  </a:cubicBezTo>
                  <a:cubicBezTo>
                    <a:pt x="10" y="21"/>
                    <a:pt x="10" y="21"/>
                    <a:pt x="10" y="21"/>
                  </a:cubicBezTo>
                  <a:lnTo>
                    <a:pt x="10" y="23"/>
                  </a:lnTo>
                  <a:close/>
                  <a:moveTo>
                    <a:pt x="3" y="3"/>
                  </a:moveTo>
                  <a:cubicBezTo>
                    <a:pt x="4" y="5"/>
                    <a:pt x="7" y="10"/>
                    <a:pt x="8" y="12"/>
                  </a:cubicBezTo>
                  <a:cubicBezTo>
                    <a:pt x="8" y="13"/>
                    <a:pt x="8" y="14"/>
                    <a:pt x="8" y="15"/>
                  </a:cubicBezTo>
                  <a:cubicBezTo>
                    <a:pt x="7" y="13"/>
                    <a:pt x="3" y="7"/>
                    <a:pt x="3" y="3"/>
                  </a:cubicBezTo>
                  <a:close/>
                  <a:moveTo>
                    <a:pt x="2" y="2"/>
                  </a:moveTo>
                  <a:cubicBezTo>
                    <a:pt x="3" y="3"/>
                    <a:pt x="3" y="3"/>
                    <a:pt x="3" y="3"/>
                  </a:cubicBezTo>
                  <a:cubicBezTo>
                    <a:pt x="2" y="2"/>
                    <a:pt x="2" y="2"/>
                    <a:pt x="2" y="2"/>
                  </a:cubicBezTo>
                  <a:close/>
                  <a:moveTo>
                    <a:pt x="2" y="5"/>
                  </a:moveTo>
                  <a:cubicBezTo>
                    <a:pt x="2" y="3"/>
                    <a:pt x="2" y="3"/>
                    <a:pt x="2" y="3"/>
                  </a:cubicBezTo>
                  <a:cubicBezTo>
                    <a:pt x="2" y="3"/>
                    <a:pt x="2" y="3"/>
                    <a:pt x="2" y="3"/>
                  </a:cubicBezTo>
                  <a:cubicBezTo>
                    <a:pt x="2" y="9"/>
                    <a:pt x="9" y="16"/>
                    <a:pt x="9" y="16"/>
                  </a:cubicBezTo>
                  <a:cubicBezTo>
                    <a:pt x="9" y="17"/>
                    <a:pt x="9" y="19"/>
                    <a:pt x="10" y="20"/>
                  </a:cubicBezTo>
                  <a:cubicBezTo>
                    <a:pt x="9" y="19"/>
                    <a:pt x="8" y="18"/>
                    <a:pt x="7" y="16"/>
                  </a:cubicBezTo>
                  <a:cubicBezTo>
                    <a:pt x="6" y="16"/>
                    <a:pt x="6" y="16"/>
                    <a:pt x="6" y="16"/>
                  </a:cubicBezTo>
                  <a:cubicBezTo>
                    <a:pt x="6" y="16"/>
                    <a:pt x="2" y="10"/>
                    <a:pt x="2" y="5"/>
                  </a:cubicBezTo>
                  <a:moveTo>
                    <a:pt x="6" y="16"/>
                  </a:moveTo>
                  <a:cubicBezTo>
                    <a:pt x="7" y="18"/>
                    <a:pt x="9" y="20"/>
                    <a:pt x="10" y="20"/>
                  </a:cubicBezTo>
                  <a:cubicBezTo>
                    <a:pt x="9" y="21"/>
                    <a:pt x="9" y="21"/>
                    <a:pt x="9" y="21"/>
                  </a:cubicBezTo>
                  <a:cubicBezTo>
                    <a:pt x="8" y="21"/>
                    <a:pt x="7" y="19"/>
                    <a:pt x="6" y="18"/>
                  </a:cubicBezTo>
                  <a:cubicBezTo>
                    <a:pt x="4" y="17"/>
                    <a:pt x="3" y="15"/>
                    <a:pt x="2" y="13"/>
                  </a:cubicBezTo>
                  <a:cubicBezTo>
                    <a:pt x="3" y="14"/>
                    <a:pt x="5" y="16"/>
                    <a:pt x="6" y="16"/>
                  </a:cubicBezTo>
                  <a:moveTo>
                    <a:pt x="6" y="22"/>
                  </a:moveTo>
                  <a:cubicBezTo>
                    <a:pt x="6" y="22"/>
                    <a:pt x="6" y="22"/>
                    <a:pt x="6" y="22"/>
                  </a:cubicBezTo>
                  <a:cubicBezTo>
                    <a:pt x="6" y="22"/>
                    <a:pt x="1" y="18"/>
                    <a:pt x="1" y="14"/>
                  </a:cubicBezTo>
                  <a:cubicBezTo>
                    <a:pt x="2" y="14"/>
                    <a:pt x="2" y="14"/>
                    <a:pt x="2" y="14"/>
                  </a:cubicBezTo>
                  <a:cubicBezTo>
                    <a:pt x="3" y="17"/>
                    <a:pt x="7" y="20"/>
                    <a:pt x="8" y="21"/>
                  </a:cubicBezTo>
                  <a:cubicBezTo>
                    <a:pt x="7" y="22"/>
                    <a:pt x="7" y="22"/>
                    <a:pt x="7" y="22"/>
                  </a:cubicBezTo>
                  <a:cubicBezTo>
                    <a:pt x="6" y="22"/>
                    <a:pt x="6" y="22"/>
                    <a:pt x="6" y="22"/>
                  </a:cubicBezTo>
                  <a:cubicBezTo>
                    <a:pt x="7" y="22"/>
                    <a:pt x="7" y="22"/>
                    <a:pt x="7" y="22"/>
                  </a:cubicBezTo>
                  <a:cubicBezTo>
                    <a:pt x="7" y="24"/>
                    <a:pt x="8" y="25"/>
                    <a:pt x="8" y="25"/>
                  </a:cubicBezTo>
                  <a:cubicBezTo>
                    <a:pt x="8" y="26"/>
                    <a:pt x="8" y="26"/>
                    <a:pt x="8" y="26"/>
                  </a:cubicBezTo>
                  <a:cubicBezTo>
                    <a:pt x="8" y="25"/>
                    <a:pt x="6" y="25"/>
                    <a:pt x="5" y="24"/>
                  </a:cubicBezTo>
                  <a:cubicBezTo>
                    <a:pt x="4" y="23"/>
                    <a:pt x="3" y="22"/>
                    <a:pt x="2" y="21"/>
                  </a:cubicBezTo>
                  <a:cubicBezTo>
                    <a:pt x="3" y="21"/>
                    <a:pt x="5" y="21"/>
                    <a:pt x="6" y="22"/>
                  </a:cubicBezTo>
                  <a:moveTo>
                    <a:pt x="4" y="26"/>
                  </a:moveTo>
                  <a:cubicBezTo>
                    <a:pt x="3" y="25"/>
                    <a:pt x="2" y="23"/>
                    <a:pt x="2" y="22"/>
                  </a:cubicBezTo>
                  <a:cubicBezTo>
                    <a:pt x="3" y="24"/>
                    <a:pt x="7" y="26"/>
                    <a:pt x="8" y="26"/>
                  </a:cubicBezTo>
                  <a:cubicBezTo>
                    <a:pt x="7" y="28"/>
                    <a:pt x="7" y="28"/>
                    <a:pt x="7" y="28"/>
                  </a:cubicBezTo>
                  <a:cubicBezTo>
                    <a:pt x="7" y="28"/>
                    <a:pt x="7" y="28"/>
                    <a:pt x="7" y="28"/>
                  </a:cubicBezTo>
                  <a:cubicBezTo>
                    <a:pt x="6" y="28"/>
                    <a:pt x="6" y="28"/>
                    <a:pt x="6" y="28"/>
                  </a:cubicBezTo>
                  <a:cubicBezTo>
                    <a:pt x="6" y="28"/>
                    <a:pt x="5" y="27"/>
                    <a:pt x="4" y="26"/>
                  </a:cubicBezTo>
                  <a:moveTo>
                    <a:pt x="4" y="29"/>
                  </a:moveTo>
                  <a:cubicBezTo>
                    <a:pt x="4" y="29"/>
                    <a:pt x="5" y="28"/>
                    <a:pt x="6" y="28"/>
                  </a:cubicBezTo>
                  <a:cubicBezTo>
                    <a:pt x="6" y="28"/>
                    <a:pt x="6" y="28"/>
                    <a:pt x="6" y="28"/>
                  </a:cubicBezTo>
                  <a:cubicBezTo>
                    <a:pt x="6" y="28"/>
                    <a:pt x="6" y="28"/>
                    <a:pt x="6" y="28"/>
                  </a:cubicBezTo>
                  <a:cubicBezTo>
                    <a:pt x="6" y="29"/>
                    <a:pt x="6" y="29"/>
                    <a:pt x="6" y="29"/>
                  </a:cubicBezTo>
                  <a:cubicBezTo>
                    <a:pt x="6" y="29"/>
                    <a:pt x="6" y="29"/>
                    <a:pt x="6" y="29"/>
                  </a:cubicBezTo>
                  <a:cubicBezTo>
                    <a:pt x="7" y="29"/>
                    <a:pt x="7" y="29"/>
                    <a:pt x="7" y="29"/>
                  </a:cubicBezTo>
                  <a:cubicBezTo>
                    <a:pt x="9" y="30"/>
                    <a:pt x="9" y="30"/>
                    <a:pt x="9" y="30"/>
                  </a:cubicBezTo>
                  <a:cubicBezTo>
                    <a:pt x="7" y="30"/>
                    <a:pt x="7" y="30"/>
                    <a:pt x="7" y="30"/>
                  </a:cubicBezTo>
                  <a:cubicBezTo>
                    <a:pt x="5" y="30"/>
                    <a:pt x="4" y="29"/>
                    <a:pt x="4" y="29"/>
                  </a:cubicBezTo>
                  <a:close/>
                  <a:moveTo>
                    <a:pt x="4" y="30"/>
                  </a:moveTo>
                  <a:cubicBezTo>
                    <a:pt x="5" y="31"/>
                    <a:pt x="8" y="31"/>
                    <a:pt x="9" y="31"/>
                  </a:cubicBezTo>
                  <a:cubicBezTo>
                    <a:pt x="9" y="32"/>
                    <a:pt x="9" y="32"/>
                    <a:pt x="9" y="32"/>
                  </a:cubicBezTo>
                  <a:cubicBezTo>
                    <a:pt x="9" y="34"/>
                    <a:pt x="9" y="34"/>
                    <a:pt x="9" y="34"/>
                  </a:cubicBezTo>
                  <a:cubicBezTo>
                    <a:pt x="8" y="34"/>
                    <a:pt x="8" y="34"/>
                    <a:pt x="8" y="34"/>
                  </a:cubicBezTo>
                  <a:cubicBezTo>
                    <a:pt x="8" y="34"/>
                    <a:pt x="8" y="34"/>
                    <a:pt x="8" y="34"/>
                  </a:cubicBezTo>
                  <a:cubicBezTo>
                    <a:pt x="7" y="33"/>
                    <a:pt x="7" y="33"/>
                    <a:pt x="7" y="33"/>
                  </a:cubicBezTo>
                  <a:cubicBezTo>
                    <a:pt x="6" y="33"/>
                    <a:pt x="5" y="32"/>
                    <a:pt x="4" y="30"/>
                  </a:cubicBezTo>
                  <a:moveTo>
                    <a:pt x="6" y="35"/>
                  </a:moveTo>
                  <a:cubicBezTo>
                    <a:pt x="5" y="35"/>
                    <a:pt x="5" y="35"/>
                    <a:pt x="5" y="35"/>
                  </a:cubicBezTo>
                  <a:cubicBezTo>
                    <a:pt x="5" y="35"/>
                    <a:pt x="5" y="35"/>
                    <a:pt x="5" y="35"/>
                  </a:cubicBezTo>
                  <a:cubicBezTo>
                    <a:pt x="5" y="35"/>
                    <a:pt x="5" y="35"/>
                    <a:pt x="5" y="35"/>
                  </a:cubicBezTo>
                  <a:cubicBezTo>
                    <a:pt x="4" y="35"/>
                    <a:pt x="2" y="36"/>
                    <a:pt x="2" y="38"/>
                  </a:cubicBezTo>
                  <a:cubicBezTo>
                    <a:pt x="2" y="38"/>
                    <a:pt x="2" y="38"/>
                    <a:pt x="2" y="38"/>
                  </a:cubicBezTo>
                  <a:cubicBezTo>
                    <a:pt x="3" y="40"/>
                    <a:pt x="3" y="40"/>
                    <a:pt x="3" y="40"/>
                  </a:cubicBezTo>
                  <a:cubicBezTo>
                    <a:pt x="3" y="40"/>
                    <a:pt x="3" y="40"/>
                    <a:pt x="3" y="40"/>
                  </a:cubicBezTo>
                  <a:cubicBezTo>
                    <a:pt x="3" y="40"/>
                    <a:pt x="6" y="40"/>
                    <a:pt x="6" y="42"/>
                  </a:cubicBezTo>
                  <a:cubicBezTo>
                    <a:pt x="6" y="43"/>
                    <a:pt x="6" y="43"/>
                    <a:pt x="6" y="43"/>
                  </a:cubicBezTo>
                  <a:cubicBezTo>
                    <a:pt x="5" y="45"/>
                    <a:pt x="3" y="46"/>
                    <a:pt x="3" y="48"/>
                  </a:cubicBezTo>
                  <a:cubicBezTo>
                    <a:pt x="3" y="48"/>
                    <a:pt x="3" y="48"/>
                    <a:pt x="3" y="48"/>
                  </a:cubicBezTo>
                  <a:cubicBezTo>
                    <a:pt x="3" y="49"/>
                    <a:pt x="3" y="50"/>
                    <a:pt x="4" y="51"/>
                  </a:cubicBezTo>
                  <a:cubicBezTo>
                    <a:pt x="4" y="51"/>
                    <a:pt x="4" y="51"/>
                    <a:pt x="4" y="51"/>
                  </a:cubicBezTo>
                  <a:cubicBezTo>
                    <a:pt x="3" y="51"/>
                    <a:pt x="3" y="51"/>
                    <a:pt x="3" y="51"/>
                  </a:cubicBezTo>
                  <a:cubicBezTo>
                    <a:pt x="3" y="51"/>
                    <a:pt x="3" y="50"/>
                    <a:pt x="3" y="49"/>
                  </a:cubicBezTo>
                  <a:cubicBezTo>
                    <a:pt x="2" y="48"/>
                    <a:pt x="2" y="48"/>
                    <a:pt x="2" y="48"/>
                  </a:cubicBezTo>
                  <a:cubicBezTo>
                    <a:pt x="3" y="46"/>
                    <a:pt x="3" y="46"/>
                    <a:pt x="3" y="46"/>
                  </a:cubicBezTo>
                  <a:cubicBezTo>
                    <a:pt x="3" y="45"/>
                    <a:pt x="4" y="44"/>
                    <a:pt x="5" y="43"/>
                  </a:cubicBezTo>
                  <a:cubicBezTo>
                    <a:pt x="5" y="42"/>
                    <a:pt x="5" y="42"/>
                    <a:pt x="5" y="42"/>
                  </a:cubicBezTo>
                  <a:cubicBezTo>
                    <a:pt x="5" y="41"/>
                    <a:pt x="3" y="40"/>
                    <a:pt x="3" y="40"/>
                  </a:cubicBezTo>
                  <a:cubicBezTo>
                    <a:pt x="3" y="40"/>
                    <a:pt x="3" y="40"/>
                    <a:pt x="3" y="40"/>
                  </a:cubicBezTo>
                  <a:cubicBezTo>
                    <a:pt x="3" y="40"/>
                    <a:pt x="4" y="41"/>
                    <a:pt x="4" y="42"/>
                  </a:cubicBezTo>
                  <a:cubicBezTo>
                    <a:pt x="4" y="43"/>
                    <a:pt x="4" y="43"/>
                    <a:pt x="4" y="43"/>
                  </a:cubicBezTo>
                  <a:cubicBezTo>
                    <a:pt x="4" y="44"/>
                    <a:pt x="3" y="45"/>
                    <a:pt x="2" y="46"/>
                  </a:cubicBezTo>
                  <a:cubicBezTo>
                    <a:pt x="2" y="48"/>
                    <a:pt x="2" y="48"/>
                    <a:pt x="2" y="48"/>
                  </a:cubicBezTo>
                  <a:cubicBezTo>
                    <a:pt x="2" y="49"/>
                    <a:pt x="2" y="49"/>
                    <a:pt x="2" y="49"/>
                  </a:cubicBezTo>
                  <a:cubicBezTo>
                    <a:pt x="2" y="50"/>
                    <a:pt x="2" y="50"/>
                    <a:pt x="2" y="50"/>
                  </a:cubicBezTo>
                  <a:cubicBezTo>
                    <a:pt x="2" y="49"/>
                    <a:pt x="2" y="49"/>
                    <a:pt x="2" y="49"/>
                  </a:cubicBezTo>
                  <a:cubicBezTo>
                    <a:pt x="2" y="49"/>
                    <a:pt x="2" y="49"/>
                    <a:pt x="2" y="48"/>
                  </a:cubicBezTo>
                  <a:cubicBezTo>
                    <a:pt x="2" y="48"/>
                    <a:pt x="2" y="48"/>
                    <a:pt x="2" y="48"/>
                  </a:cubicBezTo>
                  <a:cubicBezTo>
                    <a:pt x="2" y="47"/>
                    <a:pt x="3" y="43"/>
                    <a:pt x="3" y="43"/>
                  </a:cubicBezTo>
                  <a:cubicBezTo>
                    <a:pt x="3" y="42"/>
                    <a:pt x="3" y="42"/>
                    <a:pt x="3" y="42"/>
                  </a:cubicBezTo>
                  <a:cubicBezTo>
                    <a:pt x="3" y="41"/>
                    <a:pt x="2" y="40"/>
                    <a:pt x="2" y="40"/>
                  </a:cubicBezTo>
                  <a:cubicBezTo>
                    <a:pt x="1" y="41"/>
                    <a:pt x="1" y="41"/>
                    <a:pt x="1" y="41"/>
                  </a:cubicBezTo>
                  <a:cubicBezTo>
                    <a:pt x="2" y="41"/>
                    <a:pt x="2" y="41"/>
                    <a:pt x="2" y="41"/>
                  </a:cubicBezTo>
                  <a:cubicBezTo>
                    <a:pt x="3" y="42"/>
                    <a:pt x="3" y="42"/>
                    <a:pt x="3" y="42"/>
                  </a:cubicBezTo>
                  <a:cubicBezTo>
                    <a:pt x="3" y="43"/>
                    <a:pt x="3" y="43"/>
                    <a:pt x="3" y="43"/>
                  </a:cubicBezTo>
                  <a:cubicBezTo>
                    <a:pt x="2" y="43"/>
                    <a:pt x="1" y="46"/>
                    <a:pt x="1" y="48"/>
                  </a:cubicBezTo>
                  <a:cubicBezTo>
                    <a:pt x="1" y="48"/>
                    <a:pt x="1" y="48"/>
                    <a:pt x="1" y="48"/>
                  </a:cubicBezTo>
                  <a:cubicBezTo>
                    <a:pt x="2" y="50"/>
                    <a:pt x="2" y="50"/>
                    <a:pt x="2" y="50"/>
                  </a:cubicBezTo>
                  <a:cubicBezTo>
                    <a:pt x="3" y="51"/>
                    <a:pt x="3" y="51"/>
                    <a:pt x="3" y="51"/>
                  </a:cubicBezTo>
                  <a:cubicBezTo>
                    <a:pt x="2" y="51"/>
                    <a:pt x="1" y="50"/>
                    <a:pt x="1" y="49"/>
                  </a:cubicBezTo>
                  <a:cubicBezTo>
                    <a:pt x="1" y="48"/>
                    <a:pt x="1" y="48"/>
                    <a:pt x="1" y="48"/>
                  </a:cubicBezTo>
                  <a:cubicBezTo>
                    <a:pt x="2" y="44"/>
                    <a:pt x="2" y="44"/>
                    <a:pt x="2" y="43"/>
                  </a:cubicBezTo>
                  <a:cubicBezTo>
                    <a:pt x="2" y="43"/>
                    <a:pt x="2" y="43"/>
                    <a:pt x="2" y="43"/>
                  </a:cubicBezTo>
                  <a:cubicBezTo>
                    <a:pt x="2" y="42"/>
                    <a:pt x="1" y="41"/>
                    <a:pt x="1" y="38"/>
                  </a:cubicBezTo>
                  <a:cubicBezTo>
                    <a:pt x="1" y="38"/>
                    <a:pt x="1" y="38"/>
                    <a:pt x="1" y="38"/>
                  </a:cubicBezTo>
                  <a:cubicBezTo>
                    <a:pt x="1" y="35"/>
                    <a:pt x="3" y="34"/>
                    <a:pt x="5" y="34"/>
                  </a:cubicBezTo>
                  <a:cubicBezTo>
                    <a:pt x="6" y="34"/>
                    <a:pt x="6" y="34"/>
                    <a:pt x="6" y="34"/>
                  </a:cubicBezTo>
                  <a:cubicBezTo>
                    <a:pt x="7" y="34"/>
                    <a:pt x="7" y="34"/>
                    <a:pt x="7" y="34"/>
                  </a:cubicBezTo>
                  <a:cubicBezTo>
                    <a:pt x="8" y="34"/>
                    <a:pt x="8" y="34"/>
                    <a:pt x="8" y="34"/>
                  </a:cubicBezTo>
                  <a:cubicBezTo>
                    <a:pt x="7" y="35"/>
                    <a:pt x="7" y="35"/>
                    <a:pt x="7" y="35"/>
                  </a:cubicBezTo>
                  <a:lnTo>
                    <a:pt x="6" y="35"/>
                  </a:lnTo>
                  <a:close/>
                  <a:moveTo>
                    <a:pt x="9" y="34"/>
                  </a:moveTo>
                  <a:cubicBezTo>
                    <a:pt x="9" y="34"/>
                    <a:pt x="9" y="34"/>
                    <a:pt x="9" y="34"/>
                  </a:cubicBezTo>
                  <a:cubicBezTo>
                    <a:pt x="9" y="34"/>
                    <a:pt x="9" y="34"/>
                    <a:pt x="9" y="34"/>
                  </a:cubicBezTo>
                  <a:cubicBezTo>
                    <a:pt x="9" y="34"/>
                    <a:pt x="9" y="34"/>
                    <a:pt x="9" y="34"/>
                  </a:cubicBezTo>
                  <a:cubicBezTo>
                    <a:pt x="9" y="35"/>
                    <a:pt x="9" y="35"/>
                    <a:pt x="9" y="35"/>
                  </a:cubicBezTo>
                  <a:cubicBezTo>
                    <a:pt x="10" y="35"/>
                    <a:pt x="10" y="35"/>
                    <a:pt x="10" y="35"/>
                  </a:cubicBezTo>
                  <a:cubicBezTo>
                    <a:pt x="8" y="37"/>
                    <a:pt x="8" y="37"/>
                    <a:pt x="8" y="37"/>
                  </a:cubicBezTo>
                  <a:lnTo>
                    <a:pt x="9" y="34"/>
                  </a:lnTo>
                  <a:close/>
                  <a:moveTo>
                    <a:pt x="8" y="37"/>
                  </a:moveTo>
                  <a:cubicBezTo>
                    <a:pt x="9" y="37"/>
                    <a:pt x="10" y="36"/>
                    <a:pt x="11" y="35"/>
                  </a:cubicBezTo>
                  <a:cubicBezTo>
                    <a:pt x="11" y="36"/>
                    <a:pt x="11" y="36"/>
                    <a:pt x="11" y="36"/>
                  </a:cubicBezTo>
                  <a:cubicBezTo>
                    <a:pt x="11" y="36"/>
                    <a:pt x="11" y="36"/>
                    <a:pt x="11" y="36"/>
                  </a:cubicBezTo>
                  <a:cubicBezTo>
                    <a:pt x="11" y="38"/>
                    <a:pt x="11" y="38"/>
                    <a:pt x="11" y="38"/>
                  </a:cubicBezTo>
                  <a:cubicBezTo>
                    <a:pt x="10" y="38"/>
                    <a:pt x="9" y="37"/>
                    <a:pt x="8" y="37"/>
                  </a:cubicBezTo>
                  <a:moveTo>
                    <a:pt x="27" y="57"/>
                  </a:moveTo>
                  <a:cubicBezTo>
                    <a:pt x="29" y="57"/>
                    <a:pt x="31" y="57"/>
                    <a:pt x="31" y="61"/>
                  </a:cubicBezTo>
                  <a:cubicBezTo>
                    <a:pt x="30" y="63"/>
                    <a:pt x="30" y="63"/>
                    <a:pt x="30" y="63"/>
                  </a:cubicBezTo>
                  <a:cubicBezTo>
                    <a:pt x="30" y="63"/>
                    <a:pt x="30" y="63"/>
                    <a:pt x="30" y="63"/>
                  </a:cubicBezTo>
                  <a:cubicBezTo>
                    <a:pt x="30" y="64"/>
                    <a:pt x="30" y="64"/>
                    <a:pt x="30" y="64"/>
                  </a:cubicBezTo>
                  <a:cubicBezTo>
                    <a:pt x="30" y="64"/>
                    <a:pt x="30" y="64"/>
                    <a:pt x="30" y="64"/>
                  </a:cubicBezTo>
                  <a:cubicBezTo>
                    <a:pt x="30" y="65"/>
                    <a:pt x="30" y="65"/>
                    <a:pt x="30" y="65"/>
                  </a:cubicBezTo>
                  <a:cubicBezTo>
                    <a:pt x="29" y="66"/>
                    <a:pt x="27" y="68"/>
                    <a:pt x="25" y="69"/>
                  </a:cubicBezTo>
                  <a:cubicBezTo>
                    <a:pt x="25" y="70"/>
                    <a:pt x="25" y="70"/>
                    <a:pt x="25" y="70"/>
                  </a:cubicBezTo>
                  <a:cubicBezTo>
                    <a:pt x="25" y="71"/>
                    <a:pt x="26" y="72"/>
                    <a:pt x="26" y="73"/>
                  </a:cubicBezTo>
                  <a:cubicBezTo>
                    <a:pt x="27" y="74"/>
                    <a:pt x="28" y="76"/>
                    <a:pt x="29" y="77"/>
                  </a:cubicBezTo>
                  <a:cubicBezTo>
                    <a:pt x="30" y="78"/>
                    <a:pt x="30" y="78"/>
                    <a:pt x="30" y="78"/>
                  </a:cubicBezTo>
                  <a:cubicBezTo>
                    <a:pt x="30" y="78"/>
                    <a:pt x="30" y="78"/>
                    <a:pt x="30" y="78"/>
                  </a:cubicBezTo>
                  <a:cubicBezTo>
                    <a:pt x="30" y="78"/>
                    <a:pt x="30" y="78"/>
                    <a:pt x="30" y="78"/>
                  </a:cubicBezTo>
                  <a:cubicBezTo>
                    <a:pt x="30" y="80"/>
                    <a:pt x="30" y="80"/>
                    <a:pt x="30" y="80"/>
                  </a:cubicBezTo>
                  <a:cubicBezTo>
                    <a:pt x="30" y="80"/>
                    <a:pt x="30" y="80"/>
                    <a:pt x="30" y="80"/>
                  </a:cubicBezTo>
                  <a:cubicBezTo>
                    <a:pt x="31" y="79"/>
                    <a:pt x="31" y="79"/>
                    <a:pt x="31" y="79"/>
                  </a:cubicBezTo>
                  <a:cubicBezTo>
                    <a:pt x="31" y="78"/>
                    <a:pt x="31" y="78"/>
                    <a:pt x="31" y="78"/>
                  </a:cubicBezTo>
                  <a:cubicBezTo>
                    <a:pt x="31" y="78"/>
                    <a:pt x="31" y="78"/>
                    <a:pt x="31" y="78"/>
                  </a:cubicBezTo>
                  <a:cubicBezTo>
                    <a:pt x="31" y="78"/>
                    <a:pt x="31" y="78"/>
                    <a:pt x="31" y="78"/>
                  </a:cubicBezTo>
                  <a:cubicBezTo>
                    <a:pt x="32" y="77"/>
                    <a:pt x="32" y="77"/>
                    <a:pt x="32" y="77"/>
                  </a:cubicBezTo>
                  <a:cubicBezTo>
                    <a:pt x="33" y="76"/>
                    <a:pt x="33" y="76"/>
                    <a:pt x="33" y="76"/>
                  </a:cubicBezTo>
                  <a:cubicBezTo>
                    <a:pt x="33" y="76"/>
                    <a:pt x="33" y="76"/>
                    <a:pt x="33" y="76"/>
                  </a:cubicBezTo>
                  <a:cubicBezTo>
                    <a:pt x="34" y="76"/>
                    <a:pt x="34" y="76"/>
                    <a:pt x="34" y="76"/>
                  </a:cubicBezTo>
                  <a:cubicBezTo>
                    <a:pt x="34" y="76"/>
                    <a:pt x="34" y="76"/>
                    <a:pt x="34" y="76"/>
                  </a:cubicBezTo>
                  <a:cubicBezTo>
                    <a:pt x="35" y="76"/>
                    <a:pt x="35" y="76"/>
                    <a:pt x="35" y="76"/>
                  </a:cubicBezTo>
                  <a:cubicBezTo>
                    <a:pt x="33" y="75"/>
                    <a:pt x="33" y="75"/>
                    <a:pt x="33" y="75"/>
                  </a:cubicBezTo>
                  <a:cubicBezTo>
                    <a:pt x="33" y="75"/>
                    <a:pt x="33" y="75"/>
                    <a:pt x="33" y="75"/>
                  </a:cubicBezTo>
                  <a:cubicBezTo>
                    <a:pt x="32" y="76"/>
                    <a:pt x="32" y="76"/>
                    <a:pt x="32" y="76"/>
                  </a:cubicBezTo>
                  <a:cubicBezTo>
                    <a:pt x="31" y="77"/>
                    <a:pt x="31" y="77"/>
                    <a:pt x="31" y="77"/>
                  </a:cubicBezTo>
                  <a:cubicBezTo>
                    <a:pt x="32" y="75"/>
                    <a:pt x="32" y="75"/>
                    <a:pt x="32" y="75"/>
                  </a:cubicBezTo>
                  <a:cubicBezTo>
                    <a:pt x="33" y="74"/>
                    <a:pt x="33" y="74"/>
                    <a:pt x="33" y="74"/>
                  </a:cubicBezTo>
                  <a:cubicBezTo>
                    <a:pt x="33" y="74"/>
                    <a:pt x="33" y="74"/>
                    <a:pt x="33" y="74"/>
                  </a:cubicBezTo>
                  <a:cubicBezTo>
                    <a:pt x="34" y="74"/>
                    <a:pt x="34" y="74"/>
                    <a:pt x="34" y="74"/>
                  </a:cubicBezTo>
                  <a:cubicBezTo>
                    <a:pt x="35" y="75"/>
                    <a:pt x="35" y="75"/>
                    <a:pt x="35" y="75"/>
                  </a:cubicBezTo>
                  <a:cubicBezTo>
                    <a:pt x="35" y="74"/>
                    <a:pt x="35" y="74"/>
                    <a:pt x="35" y="74"/>
                  </a:cubicBezTo>
                  <a:cubicBezTo>
                    <a:pt x="34" y="74"/>
                    <a:pt x="34" y="74"/>
                    <a:pt x="34" y="74"/>
                  </a:cubicBezTo>
                  <a:cubicBezTo>
                    <a:pt x="34" y="74"/>
                    <a:pt x="34" y="74"/>
                    <a:pt x="34" y="74"/>
                  </a:cubicBezTo>
                  <a:cubicBezTo>
                    <a:pt x="34" y="73"/>
                    <a:pt x="34" y="73"/>
                    <a:pt x="34" y="73"/>
                  </a:cubicBezTo>
                  <a:cubicBezTo>
                    <a:pt x="35" y="73"/>
                    <a:pt x="35" y="73"/>
                    <a:pt x="35" y="73"/>
                  </a:cubicBezTo>
                  <a:cubicBezTo>
                    <a:pt x="35" y="75"/>
                    <a:pt x="35" y="75"/>
                    <a:pt x="35" y="75"/>
                  </a:cubicBezTo>
                  <a:cubicBezTo>
                    <a:pt x="34" y="79"/>
                    <a:pt x="34" y="79"/>
                    <a:pt x="34" y="79"/>
                  </a:cubicBezTo>
                  <a:cubicBezTo>
                    <a:pt x="33" y="80"/>
                    <a:pt x="31" y="82"/>
                    <a:pt x="31" y="82"/>
                  </a:cubicBezTo>
                  <a:cubicBezTo>
                    <a:pt x="29" y="82"/>
                    <a:pt x="29" y="82"/>
                    <a:pt x="28" y="81"/>
                  </a:cubicBezTo>
                  <a:cubicBezTo>
                    <a:pt x="28" y="80"/>
                    <a:pt x="27" y="78"/>
                    <a:pt x="27" y="78"/>
                  </a:cubicBezTo>
                  <a:cubicBezTo>
                    <a:pt x="27" y="78"/>
                    <a:pt x="27" y="78"/>
                    <a:pt x="27" y="78"/>
                  </a:cubicBezTo>
                  <a:cubicBezTo>
                    <a:pt x="27" y="78"/>
                    <a:pt x="27" y="78"/>
                    <a:pt x="27" y="78"/>
                  </a:cubicBezTo>
                  <a:cubicBezTo>
                    <a:pt x="26" y="78"/>
                    <a:pt x="26" y="78"/>
                    <a:pt x="26" y="78"/>
                  </a:cubicBezTo>
                  <a:cubicBezTo>
                    <a:pt x="24" y="76"/>
                    <a:pt x="24" y="76"/>
                    <a:pt x="24" y="76"/>
                  </a:cubicBezTo>
                  <a:cubicBezTo>
                    <a:pt x="24" y="75"/>
                    <a:pt x="23" y="75"/>
                    <a:pt x="22" y="74"/>
                  </a:cubicBezTo>
                  <a:cubicBezTo>
                    <a:pt x="21" y="73"/>
                    <a:pt x="21" y="73"/>
                    <a:pt x="21" y="73"/>
                  </a:cubicBezTo>
                  <a:cubicBezTo>
                    <a:pt x="21" y="72"/>
                    <a:pt x="21" y="72"/>
                    <a:pt x="21" y="72"/>
                  </a:cubicBezTo>
                  <a:cubicBezTo>
                    <a:pt x="21" y="72"/>
                    <a:pt x="21" y="72"/>
                    <a:pt x="21" y="72"/>
                  </a:cubicBezTo>
                  <a:cubicBezTo>
                    <a:pt x="22" y="69"/>
                    <a:pt x="22" y="69"/>
                    <a:pt x="22" y="69"/>
                  </a:cubicBezTo>
                  <a:cubicBezTo>
                    <a:pt x="22" y="68"/>
                    <a:pt x="22" y="68"/>
                    <a:pt x="22" y="68"/>
                  </a:cubicBezTo>
                  <a:cubicBezTo>
                    <a:pt x="22" y="68"/>
                    <a:pt x="22" y="68"/>
                    <a:pt x="22" y="68"/>
                  </a:cubicBezTo>
                  <a:cubicBezTo>
                    <a:pt x="22" y="67"/>
                    <a:pt x="22" y="67"/>
                    <a:pt x="22" y="67"/>
                  </a:cubicBezTo>
                  <a:cubicBezTo>
                    <a:pt x="22" y="65"/>
                    <a:pt x="23" y="64"/>
                    <a:pt x="23" y="63"/>
                  </a:cubicBezTo>
                  <a:cubicBezTo>
                    <a:pt x="23" y="62"/>
                    <a:pt x="25" y="62"/>
                    <a:pt x="25" y="62"/>
                  </a:cubicBezTo>
                  <a:cubicBezTo>
                    <a:pt x="25" y="61"/>
                    <a:pt x="25" y="61"/>
                    <a:pt x="25" y="61"/>
                  </a:cubicBezTo>
                  <a:cubicBezTo>
                    <a:pt x="24" y="61"/>
                    <a:pt x="24" y="61"/>
                    <a:pt x="24" y="61"/>
                  </a:cubicBezTo>
                  <a:cubicBezTo>
                    <a:pt x="24" y="62"/>
                    <a:pt x="24" y="62"/>
                    <a:pt x="24" y="62"/>
                  </a:cubicBezTo>
                  <a:cubicBezTo>
                    <a:pt x="23" y="63"/>
                    <a:pt x="23" y="63"/>
                    <a:pt x="23" y="63"/>
                  </a:cubicBezTo>
                  <a:cubicBezTo>
                    <a:pt x="22" y="64"/>
                    <a:pt x="22" y="65"/>
                    <a:pt x="22" y="67"/>
                  </a:cubicBezTo>
                  <a:cubicBezTo>
                    <a:pt x="20" y="68"/>
                    <a:pt x="20" y="68"/>
                    <a:pt x="20" y="68"/>
                  </a:cubicBezTo>
                  <a:cubicBezTo>
                    <a:pt x="19" y="69"/>
                    <a:pt x="19" y="69"/>
                    <a:pt x="19" y="69"/>
                  </a:cubicBezTo>
                  <a:cubicBezTo>
                    <a:pt x="20" y="67"/>
                    <a:pt x="20" y="65"/>
                    <a:pt x="20" y="64"/>
                  </a:cubicBezTo>
                  <a:cubicBezTo>
                    <a:pt x="20" y="64"/>
                    <a:pt x="20" y="64"/>
                    <a:pt x="20" y="64"/>
                  </a:cubicBezTo>
                  <a:cubicBezTo>
                    <a:pt x="20" y="62"/>
                    <a:pt x="20" y="62"/>
                    <a:pt x="20" y="62"/>
                  </a:cubicBezTo>
                  <a:cubicBezTo>
                    <a:pt x="20" y="62"/>
                    <a:pt x="20" y="62"/>
                    <a:pt x="20" y="62"/>
                  </a:cubicBezTo>
                  <a:cubicBezTo>
                    <a:pt x="20" y="62"/>
                    <a:pt x="21" y="61"/>
                    <a:pt x="21" y="61"/>
                  </a:cubicBezTo>
                  <a:cubicBezTo>
                    <a:pt x="23" y="60"/>
                    <a:pt x="23" y="60"/>
                    <a:pt x="23" y="60"/>
                  </a:cubicBezTo>
                  <a:cubicBezTo>
                    <a:pt x="23" y="60"/>
                    <a:pt x="23" y="60"/>
                    <a:pt x="23" y="60"/>
                  </a:cubicBezTo>
                  <a:cubicBezTo>
                    <a:pt x="23" y="60"/>
                    <a:pt x="23" y="60"/>
                    <a:pt x="23" y="60"/>
                  </a:cubicBezTo>
                  <a:cubicBezTo>
                    <a:pt x="24" y="59"/>
                    <a:pt x="24" y="59"/>
                    <a:pt x="24" y="59"/>
                  </a:cubicBezTo>
                  <a:cubicBezTo>
                    <a:pt x="24" y="57"/>
                    <a:pt x="24" y="57"/>
                    <a:pt x="24" y="57"/>
                  </a:cubicBezTo>
                  <a:cubicBezTo>
                    <a:pt x="25" y="57"/>
                    <a:pt x="26" y="57"/>
                    <a:pt x="27" y="57"/>
                  </a:cubicBezTo>
                  <a:moveTo>
                    <a:pt x="28" y="52"/>
                  </a:moveTo>
                  <a:cubicBezTo>
                    <a:pt x="28" y="52"/>
                    <a:pt x="28" y="52"/>
                    <a:pt x="28" y="52"/>
                  </a:cubicBezTo>
                  <a:cubicBezTo>
                    <a:pt x="28" y="53"/>
                    <a:pt x="25" y="54"/>
                    <a:pt x="25" y="55"/>
                  </a:cubicBezTo>
                  <a:cubicBezTo>
                    <a:pt x="24" y="57"/>
                    <a:pt x="24" y="57"/>
                    <a:pt x="24" y="57"/>
                  </a:cubicBezTo>
                  <a:cubicBezTo>
                    <a:pt x="24" y="57"/>
                    <a:pt x="24" y="57"/>
                    <a:pt x="24" y="57"/>
                  </a:cubicBezTo>
                  <a:cubicBezTo>
                    <a:pt x="24" y="57"/>
                    <a:pt x="24" y="57"/>
                    <a:pt x="24" y="57"/>
                  </a:cubicBezTo>
                  <a:cubicBezTo>
                    <a:pt x="24" y="57"/>
                    <a:pt x="24" y="57"/>
                    <a:pt x="24" y="57"/>
                  </a:cubicBezTo>
                  <a:cubicBezTo>
                    <a:pt x="24" y="57"/>
                    <a:pt x="24" y="57"/>
                    <a:pt x="24" y="57"/>
                  </a:cubicBezTo>
                  <a:cubicBezTo>
                    <a:pt x="23" y="59"/>
                    <a:pt x="23" y="59"/>
                    <a:pt x="23" y="59"/>
                  </a:cubicBezTo>
                  <a:cubicBezTo>
                    <a:pt x="23" y="59"/>
                    <a:pt x="23" y="59"/>
                    <a:pt x="23" y="59"/>
                  </a:cubicBezTo>
                  <a:cubicBezTo>
                    <a:pt x="21" y="60"/>
                    <a:pt x="21" y="60"/>
                    <a:pt x="21" y="60"/>
                  </a:cubicBezTo>
                  <a:cubicBezTo>
                    <a:pt x="19" y="62"/>
                    <a:pt x="19" y="62"/>
                    <a:pt x="19" y="62"/>
                  </a:cubicBezTo>
                  <a:cubicBezTo>
                    <a:pt x="19" y="61"/>
                    <a:pt x="18" y="60"/>
                    <a:pt x="18" y="60"/>
                  </a:cubicBezTo>
                  <a:cubicBezTo>
                    <a:pt x="18" y="59"/>
                    <a:pt x="18" y="59"/>
                    <a:pt x="18" y="59"/>
                  </a:cubicBezTo>
                  <a:cubicBezTo>
                    <a:pt x="19" y="57"/>
                    <a:pt x="19" y="57"/>
                    <a:pt x="19" y="57"/>
                  </a:cubicBezTo>
                  <a:cubicBezTo>
                    <a:pt x="18" y="57"/>
                    <a:pt x="18" y="57"/>
                    <a:pt x="18" y="57"/>
                  </a:cubicBezTo>
                  <a:cubicBezTo>
                    <a:pt x="18" y="57"/>
                    <a:pt x="18" y="58"/>
                    <a:pt x="18" y="59"/>
                  </a:cubicBezTo>
                  <a:cubicBezTo>
                    <a:pt x="18" y="60"/>
                    <a:pt x="18" y="60"/>
                    <a:pt x="18" y="60"/>
                  </a:cubicBezTo>
                  <a:cubicBezTo>
                    <a:pt x="18" y="60"/>
                    <a:pt x="19" y="61"/>
                    <a:pt x="19" y="62"/>
                  </a:cubicBezTo>
                  <a:cubicBezTo>
                    <a:pt x="19" y="63"/>
                    <a:pt x="19" y="63"/>
                    <a:pt x="19" y="63"/>
                  </a:cubicBezTo>
                  <a:cubicBezTo>
                    <a:pt x="19" y="63"/>
                    <a:pt x="19" y="63"/>
                    <a:pt x="19" y="63"/>
                  </a:cubicBezTo>
                  <a:cubicBezTo>
                    <a:pt x="19" y="64"/>
                    <a:pt x="19" y="64"/>
                    <a:pt x="19" y="64"/>
                  </a:cubicBezTo>
                  <a:cubicBezTo>
                    <a:pt x="19" y="64"/>
                    <a:pt x="19" y="64"/>
                    <a:pt x="19" y="64"/>
                  </a:cubicBezTo>
                  <a:cubicBezTo>
                    <a:pt x="19" y="66"/>
                    <a:pt x="19" y="68"/>
                    <a:pt x="18" y="70"/>
                  </a:cubicBezTo>
                  <a:cubicBezTo>
                    <a:pt x="17" y="71"/>
                    <a:pt x="17" y="71"/>
                    <a:pt x="17" y="71"/>
                  </a:cubicBezTo>
                  <a:cubicBezTo>
                    <a:pt x="17" y="71"/>
                    <a:pt x="17" y="71"/>
                    <a:pt x="17" y="71"/>
                  </a:cubicBezTo>
                  <a:cubicBezTo>
                    <a:pt x="17" y="71"/>
                    <a:pt x="17" y="71"/>
                    <a:pt x="17" y="71"/>
                  </a:cubicBezTo>
                  <a:cubicBezTo>
                    <a:pt x="16" y="74"/>
                    <a:pt x="16" y="74"/>
                    <a:pt x="16" y="74"/>
                  </a:cubicBezTo>
                  <a:cubicBezTo>
                    <a:pt x="16" y="74"/>
                    <a:pt x="15" y="77"/>
                    <a:pt x="14" y="78"/>
                  </a:cubicBezTo>
                  <a:cubicBezTo>
                    <a:pt x="12" y="79"/>
                    <a:pt x="12" y="80"/>
                    <a:pt x="12" y="81"/>
                  </a:cubicBezTo>
                  <a:cubicBezTo>
                    <a:pt x="12" y="82"/>
                    <a:pt x="12" y="83"/>
                    <a:pt x="11" y="83"/>
                  </a:cubicBezTo>
                  <a:cubicBezTo>
                    <a:pt x="11" y="85"/>
                    <a:pt x="10" y="85"/>
                    <a:pt x="10" y="86"/>
                  </a:cubicBezTo>
                  <a:cubicBezTo>
                    <a:pt x="10" y="87"/>
                    <a:pt x="10" y="87"/>
                    <a:pt x="10" y="87"/>
                  </a:cubicBezTo>
                  <a:cubicBezTo>
                    <a:pt x="10" y="88"/>
                    <a:pt x="10" y="88"/>
                    <a:pt x="10" y="89"/>
                  </a:cubicBezTo>
                  <a:cubicBezTo>
                    <a:pt x="9" y="90"/>
                    <a:pt x="9" y="91"/>
                    <a:pt x="9" y="92"/>
                  </a:cubicBezTo>
                  <a:cubicBezTo>
                    <a:pt x="9" y="93"/>
                    <a:pt x="9" y="93"/>
                    <a:pt x="9" y="93"/>
                  </a:cubicBezTo>
                  <a:cubicBezTo>
                    <a:pt x="9" y="94"/>
                    <a:pt x="9" y="96"/>
                    <a:pt x="11" y="96"/>
                  </a:cubicBezTo>
                  <a:cubicBezTo>
                    <a:pt x="11" y="96"/>
                    <a:pt x="11" y="96"/>
                    <a:pt x="11" y="96"/>
                  </a:cubicBezTo>
                  <a:cubicBezTo>
                    <a:pt x="13" y="96"/>
                    <a:pt x="13" y="96"/>
                    <a:pt x="13" y="96"/>
                  </a:cubicBezTo>
                  <a:cubicBezTo>
                    <a:pt x="13" y="96"/>
                    <a:pt x="13" y="96"/>
                    <a:pt x="13" y="96"/>
                  </a:cubicBezTo>
                  <a:cubicBezTo>
                    <a:pt x="14" y="97"/>
                    <a:pt x="14" y="97"/>
                    <a:pt x="14" y="97"/>
                  </a:cubicBezTo>
                  <a:cubicBezTo>
                    <a:pt x="15" y="98"/>
                    <a:pt x="15" y="98"/>
                    <a:pt x="15" y="98"/>
                  </a:cubicBezTo>
                  <a:cubicBezTo>
                    <a:pt x="15" y="98"/>
                    <a:pt x="15" y="98"/>
                    <a:pt x="15" y="98"/>
                  </a:cubicBezTo>
                  <a:cubicBezTo>
                    <a:pt x="15" y="98"/>
                    <a:pt x="15" y="98"/>
                    <a:pt x="15" y="98"/>
                  </a:cubicBezTo>
                  <a:cubicBezTo>
                    <a:pt x="15" y="98"/>
                    <a:pt x="15" y="98"/>
                    <a:pt x="15" y="98"/>
                  </a:cubicBezTo>
                  <a:cubicBezTo>
                    <a:pt x="15" y="97"/>
                    <a:pt x="15" y="97"/>
                    <a:pt x="15" y="97"/>
                  </a:cubicBezTo>
                  <a:cubicBezTo>
                    <a:pt x="13" y="96"/>
                    <a:pt x="13" y="96"/>
                    <a:pt x="13" y="96"/>
                  </a:cubicBezTo>
                  <a:cubicBezTo>
                    <a:pt x="13" y="96"/>
                    <a:pt x="13" y="96"/>
                    <a:pt x="13" y="96"/>
                  </a:cubicBezTo>
                  <a:cubicBezTo>
                    <a:pt x="14" y="96"/>
                    <a:pt x="14" y="96"/>
                    <a:pt x="14" y="96"/>
                  </a:cubicBezTo>
                  <a:cubicBezTo>
                    <a:pt x="15" y="96"/>
                    <a:pt x="15" y="96"/>
                    <a:pt x="15" y="96"/>
                  </a:cubicBezTo>
                  <a:cubicBezTo>
                    <a:pt x="16" y="96"/>
                    <a:pt x="16" y="96"/>
                    <a:pt x="16" y="96"/>
                  </a:cubicBezTo>
                  <a:cubicBezTo>
                    <a:pt x="17" y="97"/>
                    <a:pt x="17" y="97"/>
                    <a:pt x="17" y="97"/>
                  </a:cubicBezTo>
                  <a:cubicBezTo>
                    <a:pt x="17" y="97"/>
                    <a:pt x="17" y="97"/>
                    <a:pt x="17" y="97"/>
                  </a:cubicBezTo>
                  <a:cubicBezTo>
                    <a:pt x="17" y="96"/>
                    <a:pt x="17" y="96"/>
                    <a:pt x="17" y="96"/>
                  </a:cubicBezTo>
                  <a:cubicBezTo>
                    <a:pt x="18" y="97"/>
                    <a:pt x="18" y="97"/>
                    <a:pt x="18" y="97"/>
                  </a:cubicBezTo>
                  <a:cubicBezTo>
                    <a:pt x="18" y="97"/>
                    <a:pt x="18" y="97"/>
                    <a:pt x="18" y="97"/>
                  </a:cubicBezTo>
                  <a:cubicBezTo>
                    <a:pt x="17" y="98"/>
                    <a:pt x="17" y="98"/>
                    <a:pt x="17" y="98"/>
                  </a:cubicBezTo>
                  <a:cubicBezTo>
                    <a:pt x="16" y="99"/>
                    <a:pt x="14" y="99"/>
                    <a:pt x="13" y="100"/>
                  </a:cubicBezTo>
                  <a:cubicBezTo>
                    <a:pt x="12" y="100"/>
                    <a:pt x="11" y="100"/>
                    <a:pt x="10" y="100"/>
                  </a:cubicBezTo>
                  <a:cubicBezTo>
                    <a:pt x="9" y="100"/>
                    <a:pt x="9" y="100"/>
                    <a:pt x="9" y="100"/>
                  </a:cubicBezTo>
                  <a:cubicBezTo>
                    <a:pt x="7" y="98"/>
                    <a:pt x="7" y="98"/>
                    <a:pt x="7" y="98"/>
                  </a:cubicBezTo>
                  <a:cubicBezTo>
                    <a:pt x="7" y="95"/>
                    <a:pt x="7" y="95"/>
                    <a:pt x="7" y="95"/>
                  </a:cubicBezTo>
                  <a:cubicBezTo>
                    <a:pt x="6" y="93"/>
                    <a:pt x="6" y="93"/>
                    <a:pt x="6" y="93"/>
                  </a:cubicBezTo>
                  <a:cubicBezTo>
                    <a:pt x="7" y="88"/>
                    <a:pt x="7" y="88"/>
                    <a:pt x="7" y="88"/>
                  </a:cubicBezTo>
                  <a:cubicBezTo>
                    <a:pt x="7" y="88"/>
                    <a:pt x="7" y="87"/>
                    <a:pt x="7" y="86"/>
                  </a:cubicBezTo>
                  <a:cubicBezTo>
                    <a:pt x="7" y="84"/>
                    <a:pt x="7" y="83"/>
                    <a:pt x="7" y="82"/>
                  </a:cubicBezTo>
                  <a:cubicBezTo>
                    <a:pt x="8" y="79"/>
                    <a:pt x="8" y="79"/>
                    <a:pt x="8" y="79"/>
                  </a:cubicBezTo>
                  <a:cubicBezTo>
                    <a:pt x="9" y="77"/>
                    <a:pt x="9" y="77"/>
                    <a:pt x="9" y="77"/>
                  </a:cubicBezTo>
                  <a:cubicBezTo>
                    <a:pt x="9" y="78"/>
                    <a:pt x="9" y="78"/>
                    <a:pt x="9" y="78"/>
                  </a:cubicBezTo>
                  <a:cubicBezTo>
                    <a:pt x="10" y="77"/>
                    <a:pt x="10" y="77"/>
                    <a:pt x="10" y="77"/>
                  </a:cubicBezTo>
                  <a:cubicBezTo>
                    <a:pt x="11" y="75"/>
                    <a:pt x="11" y="75"/>
                    <a:pt x="11" y="75"/>
                  </a:cubicBezTo>
                  <a:cubicBezTo>
                    <a:pt x="11" y="75"/>
                    <a:pt x="11" y="75"/>
                    <a:pt x="11" y="75"/>
                  </a:cubicBezTo>
                  <a:cubicBezTo>
                    <a:pt x="11" y="74"/>
                    <a:pt x="10" y="73"/>
                    <a:pt x="9" y="72"/>
                  </a:cubicBezTo>
                  <a:cubicBezTo>
                    <a:pt x="9" y="70"/>
                    <a:pt x="8" y="67"/>
                    <a:pt x="7" y="66"/>
                  </a:cubicBezTo>
                  <a:cubicBezTo>
                    <a:pt x="7" y="66"/>
                    <a:pt x="7" y="66"/>
                    <a:pt x="7" y="66"/>
                  </a:cubicBezTo>
                  <a:cubicBezTo>
                    <a:pt x="7" y="65"/>
                    <a:pt x="9" y="62"/>
                    <a:pt x="9" y="62"/>
                  </a:cubicBezTo>
                  <a:cubicBezTo>
                    <a:pt x="8" y="62"/>
                    <a:pt x="8" y="62"/>
                    <a:pt x="8" y="62"/>
                  </a:cubicBezTo>
                  <a:cubicBezTo>
                    <a:pt x="8" y="62"/>
                    <a:pt x="7" y="64"/>
                    <a:pt x="7" y="66"/>
                  </a:cubicBezTo>
                  <a:cubicBezTo>
                    <a:pt x="7" y="66"/>
                    <a:pt x="7" y="66"/>
                    <a:pt x="7" y="66"/>
                  </a:cubicBezTo>
                  <a:cubicBezTo>
                    <a:pt x="7" y="67"/>
                    <a:pt x="8" y="71"/>
                    <a:pt x="9" y="72"/>
                  </a:cubicBezTo>
                  <a:cubicBezTo>
                    <a:pt x="10" y="73"/>
                    <a:pt x="10" y="75"/>
                    <a:pt x="10" y="75"/>
                  </a:cubicBezTo>
                  <a:cubicBezTo>
                    <a:pt x="10" y="75"/>
                    <a:pt x="10" y="75"/>
                    <a:pt x="10" y="75"/>
                  </a:cubicBezTo>
                  <a:cubicBezTo>
                    <a:pt x="9" y="77"/>
                    <a:pt x="9" y="77"/>
                    <a:pt x="9" y="77"/>
                  </a:cubicBezTo>
                  <a:cubicBezTo>
                    <a:pt x="9" y="77"/>
                    <a:pt x="9" y="77"/>
                    <a:pt x="9" y="77"/>
                  </a:cubicBezTo>
                  <a:cubicBezTo>
                    <a:pt x="9" y="77"/>
                    <a:pt x="9" y="77"/>
                    <a:pt x="9" y="77"/>
                  </a:cubicBezTo>
                  <a:cubicBezTo>
                    <a:pt x="8" y="76"/>
                    <a:pt x="8" y="76"/>
                    <a:pt x="8" y="76"/>
                  </a:cubicBezTo>
                  <a:cubicBezTo>
                    <a:pt x="8" y="76"/>
                    <a:pt x="8" y="76"/>
                    <a:pt x="8" y="76"/>
                  </a:cubicBezTo>
                  <a:cubicBezTo>
                    <a:pt x="9" y="75"/>
                    <a:pt x="9" y="75"/>
                    <a:pt x="9" y="75"/>
                  </a:cubicBezTo>
                  <a:cubicBezTo>
                    <a:pt x="10" y="74"/>
                    <a:pt x="10" y="74"/>
                    <a:pt x="10" y="74"/>
                  </a:cubicBezTo>
                  <a:cubicBezTo>
                    <a:pt x="7" y="74"/>
                    <a:pt x="7" y="74"/>
                    <a:pt x="7" y="74"/>
                  </a:cubicBezTo>
                  <a:cubicBezTo>
                    <a:pt x="8" y="73"/>
                    <a:pt x="8" y="73"/>
                    <a:pt x="8" y="73"/>
                  </a:cubicBezTo>
                  <a:cubicBezTo>
                    <a:pt x="8" y="72"/>
                    <a:pt x="8" y="72"/>
                    <a:pt x="8" y="72"/>
                  </a:cubicBezTo>
                  <a:cubicBezTo>
                    <a:pt x="7" y="72"/>
                    <a:pt x="7" y="72"/>
                    <a:pt x="7" y="72"/>
                  </a:cubicBezTo>
                  <a:cubicBezTo>
                    <a:pt x="7" y="71"/>
                    <a:pt x="7" y="71"/>
                    <a:pt x="7" y="71"/>
                  </a:cubicBezTo>
                  <a:cubicBezTo>
                    <a:pt x="7" y="71"/>
                    <a:pt x="7" y="71"/>
                    <a:pt x="7" y="71"/>
                  </a:cubicBezTo>
                  <a:cubicBezTo>
                    <a:pt x="6" y="71"/>
                    <a:pt x="6" y="71"/>
                    <a:pt x="6" y="71"/>
                  </a:cubicBezTo>
                  <a:cubicBezTo>
                    <a:pt x="6" y="70"/>
                    <a:pt x="6" y="70"/>
                    <a:pt x="6" y="70"/>
                  </a:cubicBezTo>
                  <a:cubicBezTo>
                    <a:pt x="7" y="69"/>
                    <a:pt x="7" y="69"/>
                    <a:pt x="7" y="69"/>
                  </a:cubicBezTo>
                  <a:cubicBezTo>
                    <a:pt x="5" y="70"/>
                    <a:pt x="5" y="70"/>
                    <a:pt x="5" y="70"/>
                  </a:cubicBezTo>
                  <a:cubicBezTo>
                    <a:pt x="6" y="68"/>
                    <a:pt x="6" y="68"/>
                    <a:pt x="6" y="68"/>
                  </a:cubicBezTo>
                  <a:cubicBezTo>
                    <a:pt x="6" y="68"/>
                    <a:pt x="6" y="68"/>
                    <a:pt x="6" y="68"/>
                  </a:cubicBezTo>
                  <a:cubicBezTo>
                    <a:pt x="5" y="68"/>
                    <a:pt x="5" y="68"/>
                    <a:pt x="5" y="68"/>
                  </a:cubicBezTo>
                  <a:cubicBezTo>
                    <a:pt x="6" y="66"/>
                    <a:pt x="6" y="66"/>
                    <a:pt x="6" y="66"/>
                  </a:cubicBezTo>
                  <a:cubicBezTo>
                    <a:pt x="6" y="66"/>
                    <a:pt x="6" y="66"/>
                    <a:pt x="6" y="66"/>
                  </a:cubicBezTo>
                  <a:cubicBezTo>
                    <a:pt x="6" y="65"/>
                    <a:pt x="6" y="65"/>
                    <a:pt x="6" y="65"/>
                  </a:cubicBezTo>
                  <a:cubicBezTo>
                    <a:pt x="6" y="65"/>
                    <a:pt x="2" y="62"/>
                    <a:pt x="2" y="59"/>
                  </a:cubicBezTo>
                  <a:cubicBezTo>
                    <a:pt x="2" y="55"/>
                    <a:pt x="9" y="48"/>
                    <a:pt x="9" y="41"/>
                  </a:cubicBezTo>
                  <a:cubicBezTo>
                    <a:pt x="9" y="41"/>
                    <a:pt x="9" y="41"/>
                    <a:pt x="9" y="41"/>
                  </a:cubicBezTo>
                  <a:cubicBezTo>
                    <a:pt x="9" y="40"/>
                    <a:pt x="9" y="39"/>
                    <a:pt x="9" y="38"/>
                  </a:cubicBezTo>
                  <a:cubicBezTo>
                    <a:pt x="11" y="38"/>
                    <a:pt x="11" y="38"/>
                    <a:pt x="11" y="38"/>
                  </a:cubicBezTo>
                  <a:cubicBezTo>
                    <a:pt x="10" y="40"/>
                    <a:pt x="10" y="42"/>
                    <a:pt x="10" y="42"/>
                  </a:cubicBezTo>
                  <a:cubicBezTo>
                    <a:pt x="10" y="43"/>
                    <a:pt x="10" y="43"/>
                    <a:pt x="10" y="43"/>
                  </a:cubicBezTo>
                  <a:cubicBezTo>
                    <a:pt x="10" y="43"/>
                    <a:pt x="10" y="43"/>
                    <a:pt x="10" y="43"/>
                  </a:cubicBezTo>
                  <a:cubicBezTo>
                    <a:pt x="10" y="43"/>
                    <a:pt x="10" y="43"/>
                    <a:pt x="10" y="43"/>
                  </a:cubicBezTo>
                  <a:cubicBezTo>
                    <a:pt x="10" y="43"/>
                    <a:pt x="10" y="43"/>
                    <a:pt x="10" y="43"/>
                  </a:cubicBezTo>
                  <a:cubicBezTo>
                    <a:pt x="10" y="43"/>
                    <a:pt x="10" y="43"/>
                    <a:pt x="10" y="43"/>
                  </a:cubicBezTo>
                  <a:cubicBezTo>
                    <a:pt x="11" y="43"/>
                    <a:pt x="11" y="43"/>
                    <a:pt x="11" y="43"/>
                  </a:cubicBezTo>
                  <a:cubicBezTo>
                    <a:pt x="11" y="44"/>
                    <a:pt x="11" y="44"/>
                    <a:pt x="11" y="44"/>
                  </a:cubicBezTo>
                  <a:cubicBezTo>
                    <a:pt x="9" y="51"/>
                    <a:pt x="4" y="53"/>
                    <a:pt x="4" y="58"/>
                  </a:cubicBezTo>
                  <a:cubicBezTo>
                    <a:pt x="4" y="59"/>
                    <a:pt x="4" y="59"/>
                    <a:pt x="4" y="59"/>
                  </a:cubicBezTo>
                  <a:cubicBezTo>
                    <a:pt x="4" y="59"/>
                    <a:pt x="5" y="62"/>
                    <a:pt x="6" y="62"/>
                  </a:cubicBezTo>
                  <a:cubicBezTo>
                    <a:pt x="7" y="62"/>
                    <a:pt x="7" y="62"/>
                    <a:pt x="7" y="62"/>
                  </a:cubicBezTo>
                  <a:cubicBezTo>
                    <a:pt x="7" y="62"/>
                    <a:pt x="7" y="62"/>
                    <a:pt x="7" y="62"/>
                  </a:cubicBezTo>
                  <a:cubicBezTo>
                    <a:pt x="8" y="61"/>
                    <a:pt x="8" y="61"/>
                    <a:pt x="8" y="61"/>
                  </a:cubicBezTo>
                  <a:cubicBezTo>
                    <a:pt x="9" y="60"/>
                    <a:pt x="9" y="60"/>
                    <a:pt x="9" y="60"/>
                  </a:cubicBezTo>
                  <a:cubicBezTo>
                    <a:pt x="9" y="58"/>
                    <a:pt x="10" y="57"/>
                    <a:pt x="11" y="56"/>
                  </a:cubicBezTo>
                  <a:cubicBezTo>
                    <a:pt x="13" y="54"/>
                    <a:pt x="15" y="52"/>
                    <a:pt x="16" y="50"/>
                  </a:cubicBezTo>
                  <a:cubicBezTo>
                    <a:pt x="17" y="49"/>
                    <a:pt x="17" y="48"/>
                    <a:pt x="17" y="47"/>
                  </a:cubicBezTo>
                  <a:cubicBezTo>
                    <a:pt x="17" y="46"/>
                    <a:pt x="17" y="46"/>
                    <a:pt x="17" y="46"/>
                  </a:cubicBezTo>
                  <a:cubicBezTo>
                    <a:pt x="18" y="46"/>
                    <a:pt x="19" y="45"/>
                    <a:pt x="19" y="45"/>
                  </a:cubicBezTo>
                  <a:cubicBezTo>
                    <a:pt x="19" y="47"/>
                    <a:pt x="19" y="49"/>
                    <a:pt x="19" y="49"/>
                  </a:cubicBezTo>
                  <a:cubicBezTo>
                    <a:pt x="19" y="49"/>
                    <a:pt x="19" y="49"/>
                    <a:pt x="19" y="49"/>
                  </a:cubicBezTo>
                  <a:cubicBezTo>
                    <a:pt x="19" y="49"/>
                    <a:pt x="19" y="49"/>
                    <a:pt x="19" y="49"/>
                  </a:cubicBezTo>
                  <a:cubicBezTo>
                    <a:pt x="22" y="49"/>
                    <a:pt x="24" y="46"/>
                    <a:pt x="25" y="46"/>
                  </a:cubicBezTo>
                  <a:cubicBezTo>
                    <a:pt x="25" y="46"/>
                    <a:pt x="25" y="46"/>
                    <a:pt x="25" y="46"/>
                  </a:cubicBezTo>
                  <a:cubicBezTo>
                    <a:pt x="27" y="49"/>
                    <a:pt x="27" y="49"/>
                    <a:pt x="27" y="49"/>
                  </a:cubicBezTo>
                  <a:cubicBezTo>
                    <a:pt x="28" y="51"/>
                    <a:pt x="28" y="51"/>
                    <a:pt x="28" y="51"/>
                  </a:cubicBezTo>
                  <a:cubicBezTo>
                    <a:pt x="28" y="51"/>
                    <a:pt x="28" y="51"/>
                    <a:pt x="28" y="51"/>
                  </a:cubicBezTo>
                  <a:cubicBezTo>
                    <a:pt x="28" y="51"/>
                    <a:pt x="28" y="51"/>
                    <a:pt x="28" y="51"/>
                  </a:cubicBezTo>
                  <a:lnTo>
                    <a:pt x="28" y="52"/>
                  </a:lnTo>
                  <a:close/>
                  <a:moveTo>
                    <a:pt x="39" y="62"/>
                  </a:moveTo>
                  <a:cubicBezTo>
                    <a:pt x="38" y="62"/>
                    <a:pt x="38" y="62"/>
                    <a:pt x="38" y="62"/>
                  </a:cubicBezTo>
                  <a:cubicBezTo>
                    <a:pt x="38" y="62"/>
                    <a:pt x="38" y="62"/>
                    <a:pt x="38" y="62"/>
                  </a:cubicBezTo>
                  <a:cubicBezTo>
                    <a:pt x="38" y="62"/>
                    <a:pt x="38" y="62"/>
                    <a:pt x="38" y="62"/>
                  </a:cubicBezTo>
                  <a:cubicBezTo>
                    <a:pt x="38" y="62"/>
                    <a:pt x="38" y="62"/>
                    <a:pt x="38" y="62"/>
                  </a:cubicBezTo>
                  <a:cubicBezTo>
                    <a:pt x="39" y="61"/>
                    <a:pt x="39" y="61"/>
                    <a:pt x="39" y="61"/>
                  </a:cubicBezTo>
                  <a:cubicBezTo>
                    <a:pt x="39" y="62"/>
                    <a:pt x="39" y="62"/>
                    <a:pt x="39" y="62"/>
                  </a:cubicBezTo>
                  <a:close/>
                  <a:moveTo>
                    <a:pt x="44" y="45"/>
                  </a:moveTo>
                  <a:cubicBezTo>
                    <a:pt x="44" y="46"/>
                    <a:pt x="44" y="46"/>
                    <a:pt x="44" y="46"/>
                  </a:cubicBezTo>
                  <a:cubicBezTo>
                    <a:pt x="44" y="46"/>
                    <a:pt x="44" y="46"/>
                    <a:pt x="44" y="46"/>
                  </a:cubicBezTo>
                  <a:cubicBezTo>
                    <a:pt x="44" y="46"/>
                    <a:pt x="44" y="46"/>
                    <a:pt x="44" y="46"/>
                  </a:cubicBezTo>
                  <a:cubicBezTo>
                    <a:pt x="43" y="45"/>
                    <a:pt x="43" y="45"/>
                    <a:pt x="43" y="45"/>
                  </a:cubicBezTo>
                  <a:lnTo>
                    <a:pt x="44" y="45"/>
                  </a:lnTo>
                  <a:close/>
                  <a:moveTo>
                    <a:pt x="40" y="48"/>
                  </a:moveTo>
                  <a:cubicBezTo>
                    <a:pt x="40" y="47"/>
                    <a:pt x="40" y="47"/>
                    <a:pt x="40" y="47"/>
                  </a:cubicBezTo>
                  <a:cubicBezTo>
                    <a:pt x="40" y="47"/>
                    <a:pt x="40" y="47"/>
                    <a:pt x="40" y="47"/>
                  </a:cubicBezTo>
                  <a:cubicBezTo>
                    <a:pt x="40" y="47"/>
                    <a:pt x="40" y="47"/>
                    <a:pt x="40" y="47"/>
                  </a:cubicBezTo>
                  <a:cubicBezTo>
                    <a:pt x="41" y="46"/>
                    <a:pt x="41" y="46"/>
                    <a:pt x="41" y="46"/>
                  </a:cubicBezTo>
                  <a:cubicBezTo>
                    <a:pt x="41" y="46"/>
                    <a:pt x="41" y="46"/>
                    <a:pt x="41" y="46"/>
                  </a:cubicBezTo>
                  <a:cubicBezTo>
                    <a:pt x="41" y="48"/>
                    <a:pt x="41" y="48"/>
                    <a:pt x="41" y="48"/>
                  </a:cubicBezTo>
                  <a:cubicBezTo>
                    <a:pt x="41" y="50"/>
                    <a:pt x="41" y="50"/>
                    <a:pt x="41" y="50"/>
                  </a:cubicBezTo>
                  <a:cubicBezTo>
                    <a:pt x="41" y="50"/>
                    <a:pt x="41" y="50"/>
                    <a:pt x="41" y="50"/>
                  </a:cubicBezTo>
                  <a:cubicBezTo>
                    <a:pt x="41" y="51"/>
                    <a:pt x="41" y="51"/>
                    <a:pt x="41" y="51"/>
                  </a:cubicBezTo>
                  <a:cubicBezTo>
                    <a:pt x="41" y="51"/>
                    <a:pt x="41" y="51"/>
                    <a:pt x="41" y="51"/>
                  </a:cubicBezTo>
                  <a:cubicBezTo>
                    <a:pt x="41" y="50"/>
                    <a:pt x="41" y="50"/>
                    <a:pt x="41" y="50"/>
                  </a:cubicBezTo>
                  <a:cubicBezTo>
                    <a:pt x="40" y="48"/>
                    <a:pt x="40" y="48"/>
                    <a:pt x="40" y="48"/>
                  </a:cubicBezTo>
                  <a:cubicBezTo>
                    <a:pt x="40" y="48"/>
                    <a:pt x="40" y="48"/>
                    <a:pt x="40" y="48"/>
                  </a:cubicBezTo>
                  <a:close/>
                  <a:moveTo>
                    <a:pt x="40" y="49"/>
                  </a:moveTo>
                  <a:cubicBezTo>
                    <a:pt x="40" y="49"/>
                    <a:pt x="40" y="49"/>
                    <a:pt x="40" y="49"/>
                  </a:cubicBezTo>
                  <a:cubicBezTo>
                    <a:pt x="40" y="49"/>
                    <a:pt x="40" y="49"/>
                    <a:pt x="40" y="49"/>
                  </a:cubicBezTo>
                  <a:cubicBezTo>
                    <a:pt x="40" y="48"/>
                    <a:pt x="40" y="48"/>
                    <a:pt x="40" y="48"/>
                  </a:cubicBezTo>
                  <a:cubicBezTo>
                    <a:pt x="40" y="48"/>
                    <a:pt x="40" y="48"/>
                    <a:pt x="40" y="48"/>
                  </a:cubicBezTo>
                  <a:cubicBezTo>
                    <a:pt x="40" y="48"/>
                    <a:pt x="40" y="48"/>
                    <a:pt x="40" y="48"/>
                  </a:cubicBezTo>
                  <a:cubicBezTo>
                    <a:pt x="40" y="50"/>
                    <a:pt x="40" y="50"/>
                    <a:pt x="40" y="50"/>
                  </a:cubicBezTo>
                  <a:cubicBezTo>
                    <a:pt x="40" y="50"/>
                    <a:pt x="40" y="50"/>
                    <a:pt x="40" y="50"/>
                  </a:cubicBezTo>
                  <a:cubicBezTo>
                    <a:pt x="40" y="50"/>
                    <a:pt x="40" y="50"/>
                    <a:pt x="40" y="50"/>
                  </a:cubicBezTo>
                  <a:lnTo>
                    <a:pt x="40" y="49"/>
                  </a:lnTo>
                  <a:close/>
                  <a:moveTo>
                    <a:pt x="36" y="51"/>
                  </a:moveTo>
                  <a:cubicBezTo>
                    <a:pt x="35" y="51"/>
                    <a:pt x="35" y="51"/>
                    <a:pt x="35" y="51"/>
                  </a:cubicBezTo>
                  <a:cubicBezTo>
                    <a:pt x="36" y="52"/>
                    <a:pt x="37" y="52"/>
                    <a:pt x="38" y="52"/>
                  </a:cubicBezTo>
                  <a:cubicBezTo>
                    <a:pt x="39" y="53"/>
                    <a:pt x="39" y="53"/>
                    <a:pt x="39" y="53"/>
                  </a:cubicBezTo>
                  <a:cubicBezTo>
                    <a:pt x="39" y="53"/>
                    <a:pt x="39" y="53"/>
                    <a:pt x="39" y="53"/>
                  </a:cubicBezTo>
                  <a:cubicBezTo>
                    <a:pt x="40" y="53"/>
                    <a:pt x="40" y="53"/>
                    <a:pt x="40" y="53"/>
                  </a:cubicBezTo>
                  <a:cubicBezTo>
                    <a:pt x="40" y="52"/>
                    <a:pt x="40" y="52"/>
                    <a:pt x="40" y="52"/>
                  </a:cubicBezTo>
                  <a:cubicBezTo>
                    <a:pt x="41" y="52"/>
                    <a:pt x="41" y="52"/>
                    <a:pt x="41" y="52"/>
                  </a:cubicBezTo>
                  <a:cubicBezTo>
                    <a:pt x="41" y="51"/>
                    <a:pt x="41" y="51"/>
                    <a:pt x="41" y="51"/>
                  </a:cubicBezTo>
                  <a:cubicBezTo>
                    <a:pt x="42" y="50"/>
                    <a:pt x="42" y="50"/>
                    <a:pt x="42" y="50"/>
                  </a:cubicBezTo>
                  <a:cubicBezTo>
                    <a:pt x="42" y="50"/>
                    <a:pt x="42" y="50"/>
                    <a:pt x="42" y="50"/>
                  </a:cubicBezTo>
                  <a:cubicBezTo>
                    <a:pt x="42" y="48"/>
                    <a:pt x="42" y="48"/>
                    <a:pt x="42" y="48"/>
                  </a:cubicBezTo>
                  <a:cubicBezTo>
                    <a:pt x="42" y="46"/>
                    <a:pt x="42" y="46"/>
                    <a:pt x="42" y="46"/>
                  </a:cubicBezTo>
                  <a:cubicBezTo>
                    <a:pt x="43" y="45"/>
                    <a:pt x="43" y="45"/>
                    <a:pt x="43" y="45"/>
                  </a:cubicBezTo>
                  <a:cubicBezTo>
                    <a:pt x="43" y="45"/>
                    <a:pt x="43" y="45"/>
                    <a:pt x="43" y="45"/>
                  </a:cubicBezTo>
                  <a:cubicBezTo>
                    <a:pt x="44" y="46"/>
                    <a:pt x="44" y="46"/>
                    <a:pt x="44" y="46"/>
                  </a:cubicBezTo>
                  <a:cubicBezTo>
                    <a:pt x="43" y="49"/>
                    <a:pt x="43" y="49"/>
                    <a:pt x="43" y="49"/>
                  </a:cubicBezTo>
                  <a:cubicBezTo>
                    <a:pt x="42" y="52"/>
                    <a:pt x="42" y="52"/>
                    <a:pt x="42" y="52"/>
                  </a:cubicBezTo>
                  <a:cubicBezTo>
                    <a:pt x="41" y="55"/>
                    <a:pt x="41" y="55"/>
                    <a:pt x="41" y="55"/>
                  </a:cubicBezTo>
                  <a:cubicBezTo>
                    <a:pt x="40" y="56"/>
                    <a:pt x="40" y="57"/>
                    <a:pt x="40" y="58"/>
                  </a:cubicBezTo>
                  <a:cubicBezTo>
                    <a:pt x="39" y="60"/>
                    <a:pt x="39" y="60"/>
                    <a:pt x="39" y="60"/>
                  </a:cubicBezTo>
                  <a:cubicBezTo>
                    <a:pt x="38" y="61"/>
                    <a:pt x="38" y="61"/>
                    <a:pt x="38" y="61"/>
                  </a:cubicBezTo>
                  <a:cubicBezTo>
                    <a:pt x="38" y="60"/>
                    <a:pt x="38" y="60"/>
                    <a:pt x="38" y="60"/>
                  </a:cubicBezTo>
                  <a:cubicBezTo>
                    <a:pt x="38" y="60"/>
                    <a:pt x="38" y="60"/>
                    <a:pt x="38" y="60"/>
                  </a:cubicBezTo>
                  <a:cubicBezTo>
                    <a:pt x="38" y="59"/>
                    <a:pt x="38" y="59"/>
                    <a:pt x="38" y="59"/>
                  </a:cubicBezTo>
                  <a:cubicBezTo>
                    <a:pt x="39" y="57"/>
                    <a:pt x="39" y="57"/>
                    <a:pt x="39" y="57"/>
                  </a:cubicBezTo>
                  <a:cubicBezTo>
                    <a:pt x="40" y="56"/>
                    <a:pt x="40" y="56"/>
                    <a:pt x="40" y="56"/>
                  </a:cubicBezTo>
                  <a:cubicBezTo>
                    <a:pt x="40" y="55"/>
                    <a:pt x="40" y="55"/>
                    <a:pt x="40" y="55"/>
                  </a:cubicBezTo>
                  <a:cubicBezTo>
                    <a:pt x="39" y="55"/>
                    <a:pt x="39" y="55"/>
                    <a:pt x="38" y="54"/>
                  </a:cubicBezTo>
                  <a:cubicBezTo>
                    <a:pt x="37" y="54"/>
                    <a:pt x="36" y="53"/>
                    <a:pt x="36" y="53"/>
                  </a:cubicBezTo>
                  <a:cubicBezTo>
                    <a:pt x="34" y="53"/>
                    <a:pt x="34" y="53"/>
                    <a:pt x="34" y="53"/>
                  </a:cubicBezTo>
                  <a:cubicBezTo>
                    <a:pt x="34" y="52"/>
                    <a:pt x="34" y="52"/>
                    <a:pt x="34" y="52"/>
                  </a:cubicBezTo>
                  <a:cubicBezTo>
                    <a:pt x="34" y="52"/>
                    <a:pt x="34" y="52"/>
                    <a:pt x="34" y="52"/>
                  </a:cubicBezTo>
                  <a:cubicBezTo>
                    <a:pt x="34" y="52"/>
                    <a:pt x="34" y="52"/>
                    <a:pt x="34" y="52"/>
                  </a:cubicBezTo>
                  <a:lnTo>
                    <a:pt x="36" y="51"/>
                  </a:lnTo>
                  <a:close/>
                  <a:moveTo>
                    <a:pt x="36" y="47"/>
                  </a:moveTo>
                  <a:cubicBezTo>
                    <a:pt x="34" y="49"/>
                    <a:pt x="34" y="49"/>
                    <a:pt x="34" y="49"/>
                  </a:cubicBezTo>
                  <a:cubicBezTo>
                    <a:pt x="34" y="49"/>
                    <a:pt x="34" y="49"/>
                    <a:pt x="34" y="49"/>
                  </a:cubicBezTo>
                  <a:cubicBezTo>
                    <a:pt x="34" y="49"/>
                    <a:pt x="34" y="49"/>
                    <a:pt x="34" y="49"/>
                  </a:cubicBezTo>
                  <a:cubicBezTo>
                    <a:pt x="35" y="51"/>
                    <a:pt x="35" y="51"/>
                    <a:pt x="35" y="51"/>
                  </a:cubicBezTo>
                  <a:cubicBezTo>
                    <a:pt x="34" y="52"/>
                    <a:pt x="34" y="52"/>
                    <a:pt x="34" y="52"/>
                  </a:cubicBezTo>
                  <a:cubicBezTo>
                    <a:pt x="33" y="52"/>
                    <a:pt x="33" y="52"/>
                    <a:pt x="33" y="52"/>
                  </a:cubicBezTo>
                  <a:cubicBezTo>
                    <a:pt x="33" y="52"/>
                    <a:pt x="33" y="52"/>
                    <a:pt x="33" y="52"/>
                  </a:cubicBezTo>
                  <a:cubicBezTo>
                    <a:pt x="33" y="52"/>
                    <a:pt x="33" y="52"/>
                    <a:pt x="33" y="52"/>
                  </a:cubicBezTo>
                  <a:cubicBezTo>
                    <a:pt x="33" y="52"/>
                    <a:pt x="33" y="52"/>
                    <a:pt x="33" y="52"/>
                  </a:cubicBezTo>
                  <a:cubicBezTo>
                    <a:pt x="33" y="53"/>
                    <a:pt x="33" y="54"/>
                    <a:pt x="33" y="55"/>
                  </a:cubicBezTo>
                  <a:cubicBezTo>
                    <a:pt x="32" y="54"/>
                    <a:pt x="31" y="51"/>
                    <a:pt x="28" y="50"/>
                  </a:cubicBezTo>
                  <a:cubicBezTo>
                    <a:pt x="28" y="50"/>
                    <a:pt x="28" y="50"/>
                    <a:pt x="28" y="50"/>
                  </a:cubicBezTo>
                  <a:cubicBezTo>
                    <a:pt x="28" y="50"/>
                    <a:pt x="28" y="50"/>
                    <a:pt x="28" y="50"/>
                  </a:cubicBezTo>
                  <a:cubicBezTo>
                    <a:pt x="28" y="48"/>
                    <a:pt x="28" y="48"/>
                    <a:pt x="28" y="48"/>
                  </a:cubicBezTo>
                  <a:cubicBezTo>
                    <a:pt x="28" y="47"/>
                    <a:pt x="28" y="47"/>
                    <a:pt x="28" y="47"/>
                  </a:cubicBezTo>
                  <a:cubicBezTo>
                    <a:pt x="27" y="45"/>
                    <a:pt x="27" y="45"/>
                    <a:pt x="27" y="45"/>
                  </a:cubicBezTo>
                  <a:cubicBezTo>
                    <a:pt x="27" y="45"/>
                    <a:pt x="27" y="45"/>
                    <a:pt x="27" y="45"/>
                  </a:cubicBezTo>
                  <a:cubicBezTo>
                    <a:pt x="27" y="47"/>
                    <a:pt x="27" y="47"/>
                    <a:pt x="27" y="47"/>
                  </a:cubicBezTo>
                  <a:cubicBezTo>
                    <a:pt x="27" y="48"/>
                    <a:pt x="27" y="48"/>
                    <a:pt x="27" y="48"/>
                  </a:cubicBezTo>
                  <a:cubicBezTo>
                    <a:pt x="26" y="46"/>
                    <a:pt x="26" y="46"/>
                    <a:pt x="26" y="46"/>
                  </a:cubicBezTo>
                  <a:cubicBezTo>
                    <a:pt x="25" y="45"/>
                    <a:pt x="25" y="45"/>
                    <a:pt x="25" y="45"/>
                  </a:cubicBezTo>
                  <a:cubicBezTo>
                    <a:pt x="25" y="45"/>
                    <a:pt x="25" y="45"/>
                    <a:pt x="25" y="45"/>
                  </a:cubicBezTo>
                  <a:cubicBezTo>
                    <a:pt x="24" y="45"/>
                    <a:pt x="24" y="45"/>
                    <a:pt x="24" y="45"/>
                  </a:cubicBezTo>
                  <a:cubicBezTo>
                    <a:pt x="24" y="45"/>
                    <a:pt x="22" y="47"/>
                    <a:pt x="20" y="48"/>
                  </a:cubicBezTo>
                  <a:cubicBezTo>
                    <a:pt x="23" y="44"/>
                    <a:pt x="23" y="44"/>
                    <a:pt x="23" y="44"/>
                  </a:cubicBezTo>
                  <a:cubicBezTo>
                    <a:pt x="25" y="43"/>
                    <a:pt x="27" y="41"/>
                    <a:pt x="27" y="41"/>
                  </a:cubicBezTo>
                  <a:cubicBezTo>
                    <a:pt x="27" y="41"/>
                    <a:pt x="27" y="41"/>
                    <a:pt x="27" y="41"/>
                  </a:cubicBezTo>
                  <a:cubicBezTo>
                    <a:pt x="27" y="41"/>
                    <a:pt x="27" y="41"/>
                    <a:pt x="27" y="41"/>
                  </a:cubicBezTo>
                  <a:cubicBezTo>
                    <a:pt x="27" y="41"/>
                    <a:pt x="27" y="41"/>
                    <a:pt x="27" y="41"/>
                  </a:cubicBezTo>
                  <a:cubicBezTo>
                    <a:pt x="26" y="41"/>
                    <a:pt x="26" y="41"/>
                    <a:pt x="26" y="41"/>
                  </a:cubicBezTo>
                  <a:cubicBezTo>
                    <a:pt x="26" y="41"/>
                    <a:pt x="26" y="41"/>
                    <a:pt x="26" y="41"/>
                  </a:cubicBezTo>
                  <a:cubicBezTo>
                    <a:pt x="25" y="40"/>
                    <a:pt x="25" y="40"/>
                    <a:pt x="25" y="40"/>
                  </a:cubicBezTo>
                  <a:cubicBezTo>
                    <a:pt x="25" y="40"/>
                    <a:pt x="25" y="40"/>
                    <a:pt x="25" y="40"/>
                  </a:cubicBezTo>
                  <a:cubicBezTo>
                    <a:pt x="25" y="40"/>
                    <a:pt x="25" y="40"/>
                    <a:pt x="25" y="40"/>
                  </a:cubicBezTo>
                  <a:cubicBezTo>
                    <a:pt x="24" y="40"/>
                    <a:pt x="24" y="40"/>
                    <a:pt x="24" y="40"/>
                  </a:cubicBezTo>
                  <a:cubicBezTo>
                    <a:pt x="24" y="40"/>
                    <a:pt x="24" y="40"/>
                    <a:pt x="24" y="40"/>
                  </a:cubicBezTo>
                  <a:cubicBezTo>
                    <a:pt x="23" y="41"/>
                    <a:pt x="23" y="41"/>
                    <a:pt x="23" y="41"/>
                  </a:cubicBezTo>
                  <a:cubicBezTo>
                    <a:pt x="22" y="41"/>
                    <a:pt x="21" y="41"/>
                    <a:pt x="20" y="41"/>
                  </a:cubicBezTo>
                  <a:cubicBezTo>
                    <a:pt x="20" y="41"/>
                    <a:pt x="20" y="41"/>
                    <a:pt x="20" y="41"/>
                  </a:cubicBezTo>
                  <a:cubicBezTo>
                    <a:pt x="20" y="41"/>
                    <a:pt x="20" y="41"/>
                    <a:pt x="20" y="41"/>
                  </a:cubicBezTo>
                  <a:cubicBezTo>
                    <a:pt x="20" y="41"/>
                    <a:pt x="20" y="41"/>
                    <a:pt x="20" y="41"/>
                  </a:cubicBezTo>
                  <a:cubicBezTo>
                    <a:pt x="19" y="40"/>
                    <a:pt x="19" y="40"/>
                    <a:pt x="19" y="40"/>
                  </a:cubicBezTo>
                  <a:cubicBezTo>
                    <a:pt x="18" y="38"/>
                    <a:pt x="18" y="38"/>
                    <a:pt x="18" y="38"/>
                  </a:cubicBezTo>
                  <a:cubicBezTo>
                    <a:pt x="18" y="38"/>
                    <a:pt x="18" y="38"/>
                    <a:pt x="18" y="38"/>
                  </a:cubicBezTo>
                  <a:cubicBezTo>
                    <a:pt x="18" y="38"/>
                    <a:pt x="18" y="38"/>
                    <a:pt x="18" y="38"/>
                  </a:cubicBezTo>
                  <a:cubicBezTo>
                    <a:pt x="17" y="38"/>
                    <a:pt x="17" y="38"/>
                    <a:pt x="17" y="38"/>
                  </a:cubicBezTo>
                  <a:cubicBezTo>
                    <a:pt x="16" y="38"/>
                    <a:pt x="16" y="38"/>
                    <a:pt x="16" y="38"/>
                  </a:cubicBezTo>
                  <a:cubicBezTo>
                    <a:pt x="15" y="38"/>
                    <a:pt x="15" y="38"/>
                    <a:pt x="15" y="38"/>
                  </a:cubicBezTo>
                  <a:cubicBezTo>
                    <a:pt x="15" y="38"/>
                    <a:pt x="15" y="38"/>
                    <a:pt x="15" y="38"/>
                  </a:cubicBezTo>
                  <a:cubicBezTo>
                    <a:pt x="15" y="35"/>
                    <a:pt x="15" y="35"/>
                    <a:pt x="15" y="35"/>
                  </a:cubicBezTo>
                  <a:cubicBezTo>
                    <a:pt x="15" y="35"/>
                    <a:pt x="15" y="35"/>
                    <a:pt x="15" y="35"/>
                  </a:cubicBezTo>
                  <a:cubicBezTo>
                    <a:pt x="15" y="34"/>
                    <a:pt x="15" y="34"/>
                    <a:pt x="15" y="34"/>
                  </a:cubicBezTo>
                  <a:cubicBezTo>
                    <a:pt x="15" y="34"/>
                    <a:pt x="15" y="34"/>
                    <a:pt x="15" y="34"/>
                  </a:cubicBezTo>
                  <a:cubicBezTo>
                    <a:pt x="14" y="34"/>
                    <a:pt x="14" y="34"/>
                    <a:pt x="14" y="34"/>
                  </a:cubicBezTo>
                  <a:cubicBezTo>
                    <a:pt x="13" y="34"/>
                    <a:pt x="13" y="34"/>
                    <a:pt x="13" y="34"/>
                  </a:cubicBezTo>
                  <a:cubicBezTo>
                    <a:pt x="12" y="34"/>
                    <a:pt x="12" y="34"/>
                    <a:pt x="12" y="34"/>
                  </a:cubicBezTo>
                  <a:cubicBezTo>
                    <a:pt x="12" y="34"/>
                    <a:pt x="12" y="34"/>
                    <a:pt x="12" y="34"/>
                  </a:cubicBezTo>
                  <a:cubicBezTo>
                    <a:pt x="12" y="32"/>
                    <a:pt x="12" y="32"/>
                    <a:pt x="12" y="32"/>
                  </a:cubicBezTo>
                  <a:cubicBezTo>
                    <a:pt x="12" y="32"/>
                    <a:pt x="12" y="32"/>
                    <a:pt x="12" y="32"/>
                  </a:cubicBezTo>
                  <a:cubicBezTo>
                    <a:pt x="13" y="32"/>
                    <a:pt x="13" y="32"/>
                    <a:pt x="13" y="32"/>
                  </a:cubicBezTo>
                  <a:cubicBezTo>
                    <a:pt x="13" y="32"/>
                    <a:pt x="13" y="32"/>
                    <a:pt x="13" y="32"/>
                  </a:cubicBezTo>
                  <a:cubicBezTo>
                    <a:pt x="13" y="31"/>
                    <a:pt x="13" y="31"/>
                    <a:pt x="13" y="31"/>
                  </a:cubicBezTo>
                  <a:cubicBezTo>
                    <a:pt x="12" y="31"/>
                    <a:pt x="12" y="31"/>
                    <a:pt x="12" y="31"/>
                  </a:cubicBezTo>
                  <a:cubicBezTo>
                    <a:pt x="12" y="31"/>
                    <a:pt x="12" y="31"/>
                    <a:pt x="12" y="31"/>
                  </a:cubicBezTo>
                  <a:cubicBezTo>
                    <a:pt x="10" y="30"/>
                    <a:pt x="10" y="30"/>
                    <a:pt x="10" y="30"/>
                  </a:cubicBezTo>
                  <a:cubicBezTo>
                    <a:pt x="11" y="28"/>
                    <a:pt x="11" y="28"/>
                    <a:pt x="11" y="28"/>
                  </a:cubicBezTo>
                  <a:cubicBezTo>
                    <a:pt x="11" y="28"/>
                    <a:pt x="11" y="28"/>
                    <a:pt x="11" y="28"/>
                  </a:cubicBezTo>
                  <a:cubicBezTo>
                    <a:pt x="12" y="28"/>
                    <a:pt x="12" y="28"/>
                    <a:pt x="12" y="28"/>
                  </a:cubicBezTo>
                  <a:cubicBezTo>
                    <a:pt x="12" y="28"/>
                    <a:pt x="12" y="28"/>
                    <a:pt x="12" y="28"/>
                  </a:cubicBezTo>
                  <a:cubicBezTo>
                    <a:pt x="11" y="26"/>
                    <a:pt x="11" y="26"/>
                    <a:pt x="11" y="26"/>
                  </a:cubicBezTo>
                  <a:cubicBezTo>
                    <a:pt x="11" y="26"/>
                    <a:pt x="11" y="26"/>
                    <a:pt x="11" y="26"/>
                  </a:cubicBezTo>
                  <a:cubicBezTo>
                    <a:pt x="11" y="27"/>
                    <a:pt x="11" y="27"/>
                    <a:pt x="11" y="27"/>
                  </a:cubicBezTo>
                  <a:cubicBezTo>
                    <a:pt x="9" y="25"/>
                    <a:pt x="9" y="25"/>
                    <a:pt x="9" y="25"/>
                  </a:cubicBezTo>
                  <a:cubicBezTo>
                    <a:pt x="11" y="24"/>
                    <a:pt x="11" y="24"/>
                    <a:pt x="11" y="24"/>
                  </a:cubicBezTo>
                  <a:cubicBezTo>
                    <a:pt x="11" y="24"/>
                    <a:pt x="11" y="24"/>
                    <a:pt x="11" y="24"/>
                  </a:cubicBezTo>
                  <a:cubicBezTo>
                    <a:pt x="12" y="25"/>
                    <a:pt x="12" y="25"/>
                    <a:pt x="12" y="25"/>
                  </a:cubicBezTo>
                  <a:cubicBezTo>
                    <a:pt x="12" y="23"/>
                    <a:pt x="12" y="23"/>
                    <a:pt x="12" y="23"/>
                  </a:cubicBezTo>
                  <a:cubicBezTo>
                    <a:pt x="11" y="23"/>
                    <a:pt x="11" y="23"/>
                    <a:pt x="11" y="23"/>
                  </a:cubicBezTo>
                  <a:cubicBezTo>
                    <a:pt x="11" y="23"/>
                    <a:pt x="11" y="23"/>
                    <a:pt x="11" y="23"/>
                  </a:cubicBezTo>
                  <a:cubicBezTo>
                    <a:pt x="11" y="21"/>
                    <a:pt x="11" y="21"/>
                    <a:pt x="11" y="21"/>
                  </a:cubicBezTo>
                  <a:cubicBezTo>
                    <a:pt x="11" y="21"/>
                    <a:pt x="11" y="21"/>
                    <a:pt x="11" y="21"/>
                  </a:cubicBezTo>
                  <a:cubicBezTo>
                    <a:pt x="10" y="21"/>
                    <a:pt x="10" y="21"/>
                    <a:pt x="10" y="21"/>
                  </a:cubicBezTo>
                  <a:cubicBezTo>
                    <a:pt x="11" y="21"/>
                    <a:pt x="11" y="21"/>
                    <a:pt x="11" y="21"/>
                  </a:cubicBezTo>
                  <a:cubicBezTo>
                    <a:pt x="11" y="21"/>
                    <a:pt x="11" y="21"/>
                    <a:pt x="11" y="21"/>
                  </a:cubicBezTo>
                  <a:cubicBezTo>
                    <a:pt x="11" y="21"/>
                    <a:pt x="11" y="21"/>
                    <a:pt x="11" y="21"/>
                  </a:cubicBezTo>
                  <a:cubicBezTo>
                    <a:pt x="12" y="20"/>
                    <a:pt x="12" y="20"/>
                    <a:pt x="12" y="20"/>
                  </a:cubicBezTo>
                  <a:cubicBezTo>
                    <a:pt x="12" y="20"/>
                    <a:pt x="12" y="20"/>
                    <a:pt x="12" y="20"/>
                  </a:cubicBezTo>
                  <a:cubicBezTo>
                    <a:pt x="12" y="20"/>
                    <a:pt x="12" y="19"/>
                    <a:pt x="12" y="18"/>
                  </a:cubicBezTo>
                  <a:cubicBezTo>
                    <a:pt x="12" y="16"/>
                    <a:pt x="12" y="16"/>
                    <a:pt x="12" y="16"/>
                  </a:cubicBezTo>
                  <a:cubicBezTo>
                    <a:pt x="12" y="16"/>
                    <a:pt x="12" y="16"/>
                    <a:pt x="12" y="16"/>
                  </a:cubicBezTo>
                  <a:cubicBezTo>
                    <a:pt x="12" y="17"/>
                    <a:pt x="13" y="18"/>
                    <a:pt x="13" y="19"/>
                  </a:cubicBezTo>
                  <a:cubicBezTo>
                    <a:pt x="14" y="20"/>
                    <a:pt x="14" y="21"/>
                    <a:pt x="16" y="22"/>
                  </a:cubicBezTo>
                  <a:cubicBezTo>
                    <a:pt x="17" y="23"/>
                    <a:pt x="18" y="24"/>
                    <a:pt x="19" y="25"/>
                  </a:cubicBezTo>
                  <a:cubicBezTo>
                    <a:pt x="19" y="25"/>
                    <a:pt x="19" y="25"/>
                    <a:pt x="19" y="25"/>
                  </a:cubicBezTo>
                  <a:cubicBezTo>
                    <a:pt x="19" y="26"/>
                    <a:pt x="19" y="26"/>
                    <a:pt x="19" y="26"/>
                  </a:cubicBezTo>
                  <a:cubicBezTo>
                    <a:pt x="19" y="26"/>
                    <a:pt x="18" y="28"/>
                    <a:pt x="17" y="28"/>
                  </a:cubicBezTo>
                  <a:cubicBezTo>
                    <a:pt x="17" y="28"/>
                    <a:pt x="17" y="28"/>
                    <a:pt x="17" y="28"/>
                  </a:cubicBezTo>
                  <a:cubicBezTo>
                    <a:pt x="17" y="28"/>
                    <a:pt x="17" y="28"/>
                    <a:pt x="17" y="28"/>
                  </a:cubicBezTo>
                  <a:cubicBezTo>
                    <a:pt x="16" y="28"/>
                    <a:pt x="16" y="28"/>
                    <a:pt x="16" y="28"/>
                  </a:cubicBezTo>
                  <a:cubicBezTo>
                    <a:pt x="16" y="29"/>
                    <a:pt x="16" y="29"/>
                    <a:pt x="16" y="29"/>
                  </a:cubicBezTo>
                  <a:cubicBezTo>
                    <a:pt x="16" y="31"/>
                    <a:pt x="17" y="33"/>
                    <a:pt x="19" y="33"/>
                  </a:cubicBezTo>
                  <a:cubicBezTo>
                    <a:pt x="20" y="33"/>
                    <a:pt x="20" y="33"/>
                    <a:pt x="20" y="33"/>
                  </a:cubicBezTo>
                  <a:cubicBezTo>
                    <a:pt x="20" y="33"/>
                    <a:pt x="22" y="35"/>
                    <a:pt x="23" y="35"/>
                  </a:cubicBezTo>
                  <a:cubicBezTo>
                    <a:pt x="24" y="35"/>
                    <a:pt x="24" y="35"/>
                    <a:pt x="24" y="35"/>
                  </a:cubicBezTo>
                  <a:cubicBezTo>
                    <a:pt x="25" y="35"/>
                    <a:pt x="25" y="35"/>
                    <a:pt x="25" y="35"/>
                  </a:cubicBezTo>
                  <a:cubicBezTo>
                    <a:pt x="25" y="34"/>
                    <a:pt x="25" y="34"/>
                    <a:pt x="25" y="34"/>
                  </a:cubicBezTo>
                  <a:cubicBezTo>
                    <a:pt x="27" y="36"/>
                    <a:pt x="27" y="36"/>
                    <a:pt x="27" y="36"/>
                  </a:cubicBezTo>
                  <a:cubicBezTo>
                    <a:pt x="27" y="36"/>
                    <a:pt x="27" y="36"/>
                    <a:pt x="27" y="36"/>
                  </a:cubicBezTo>
                  <a:cubicBezTo>
                    <a:pt x="28" y="34"/>
                    <a:pt x="28" y="34"/>
                    <a:pt x="28" y="34"/>
                  </a:cubicBezTo>
                  <a:cubicBezTo>
                    <a:pt x="28" y="34"/>
                    <a:pt x="28" y="34"/>
                    <a:pt x="28" y="34"/>
                  </a:cubicBezTo>
                  <a:cubicBezTo>
                    <a:pt x="29" y="33"/>
                    <a:pt x="29" y="33"/>
                    <a:pt x="29" y="33"/>
                  </a:cubicBezTo>
                  <a:cubicBezTo>
                    <a:pt x="29" y="35"/>
                    <a:pt x="29" y="35"/>
                    <a:pt x="29" y="35"/>
                  </a:cubicBezTo>
                  <a:cubicBezTo>
                    <a:pt x="31" y="36"/>
                    <a:pt x="31" y="36"/>
                    <a:pt x="31" y="36"/>
                  </a:cubicBezTo>
                  <a:cubicBezTo>
                    <a:pt x="31" y="38"/>
                    <a:pt x="31" y="38"/>
                    <a:pt x="31" y="38"/>
                  </a:cubicBezTo>
                  <a:cubicBezTo>
                    <a:pt x="31" y="39"/>
                    <a:pt x="31" y="39"/>
                    <a:pt x="31" y="39"/>
                  </a:cubicBezTo>
                  <a:cubicBezTo>
                    <a:pt x="31" y="41"/>
                    <a:pt x="31" y="43"/>
                    <a:pt x="30" y="44"/>
                  </a:cubicBezTo>
                  <a:cubicBezTo>
                    <a:pt x="30" y="45"/>
                    <a:pt x="30" y="45"/>
                    <a:pt x="30" y="45"/>
                  </a:cubicBezTo>
                  <a:cubicBezTo>
                    <a:pt x="30" y="46"/>
                    <a:pt x="32" y="48"/>
                    <a:pt x="32" y="48"/>
                  </a:cubicBezTo>
                  <a:cubicBezTo>
                    <a:pt x="32" y="49"/>
                    <a:pt x="32" y="49"/>
                    <a:pt x="32" y="49"/>
                  </a:cubicBezTo>
                  <a:cubicBezTo>
                    <a:pt x="32" y="48"/>
                    <a:pt x="32" y="48"/>
                    <a:pt x="32" y="48"/>
                  </a:cubicBezTo>
                  <a:cubicBezTo>
                    <a:pt x="32" y="48"/>
                    <a:pt x="32" y="48"/>
                    <a:pt x="32" y="48"/>
                  </a:cubicBezTo>
                  <a:cubicBezTo>
                    <a:pt x="33" y="48"/>
                    <a:pt x="34" y="48"/>
                    <a:pt x="36" y="47"/>
                  </a:cubicBezTo>
                  <a:moveTo>
                    <a:pt x="11" y="27"/>
                  </a:moveTo>
                  <a:cubicBezTo>
                    <a:pt x="11" y="27"/>
                    <a:pt x="11" y="27"/>
                    <a:pt x="11" y="27"/>
                  </a:cubicBezTo>
                  <a:cubicBezTo>
                    <a:pt x="11" y="27"/>
                    <a:pt x="11" y="27"/>
                    <a:pt x="11" y="27"/>
                  </a:cubicBezTo>
                  <a:close/>
                  <a:moveTo>
                    <a:pt x="36" y="42"/>
                  </a:moveTo>
                  <a:cubicBezTo>
                    <a:pt x="34" y="45"/>
                    <a:pt x="33" y="47"/>
                    <a:pt x="32" y="48"/>
                  </a:cubicBezTo>
                  <a:cubicBezTo>
                    <a:pt x="32" y="47"/>
                    <a:pt x="31" y="46"/>
                    <a:pt x="31" y="45"/>
                  </a:cubicBezTo>
                  <a:cubicBezTo>
                    <a:pt x="31" y="44"/>
                    <a:pt x="31" y="44"/>
                    <a:pt x="31" y="44"/>
                  </a:cubicBezTo>
                  <a:cubicBezTo>
                    <a:pt x="31" y="43"/>
                    <a:pt x="32" y="41"/>
                    <a:pt x="32" y="39"/>
                  </a:cubicBezTo>
                  <a:cubicBezTo>
                    <a:pt x="32" y="38"/>
                    <a:pt x="32" y="38"/>
                    <a:pt x="32" y="38"/>
                  </a:cubicBezTo>
                  <a:cubicBezTo>
                    <a:pt x="31" y="37"/>
                    <a:pt x="31" y="37"/>
                    <a:pt x="31" y="37"/>
                  </a:cubicBezTo>
                  <a:cubicBezTo>
                    <a:pt x="31" y="36"/>
                    <a:pt x="31" y="36"/>
                    <a:pt x="31" y="36"/>
                  </a:cubicBezTo>
                  <a:cubicBezTo>
                    <a:pt x="32" y="35"/>
                    <a:pt x="32" y="35"/>
                    <a:pt x="32" y="35"/>
                  </a:cubicBezTo>
                  <a:cubicBezTo>
                    <a:pt x="33" y="34"/>
                    <a:pt x="33" y="34"/>
                    <a:pt x="33" y="34"/>
                  </a:cubicBezTo>
                  <a:cubicBezTo>
                    <a:pt x="34" y="36"/>
                    <a:pt x="34" y="36"/>
                    <a:pt x="34" y="36"/>
                  </a:cubicBezTo>
                  <a:cubicBezTo>
                    <a:pt x="36" y="37"/>
                    <a:pt x="36" y="37"/>
                    <a:pt x="36" y="37"/>
                  </a:cubicBezTo>
                  <a:cubicBezTo>
                    <a:pt x="37" y="39"/>
                    <a:pt x="37" y="39"/>
                    <a:pt x="37" y="39"/>
                  </a:cubicBezTo>
                  <a:cubicBezTo>
                    <a:pt x="37" y="40"/>
                    <a:pt x="36" y="41"/>
                    <a:pt x="36" y="42"/>
                  </a:cubicBezTo>
                  <a:moveTo>
                    <a:pt x="44" y="32"/>
                  </a:moveTo>
                  <a:cubicBezTo>
                    <a:pt x="43" y="32"/>
                    <a:pt x="43" y="32"/>
                    <a:pt x="43" y="32"/>
                  </a:cubicBezTo>
                  <a:cubicBezTo>
                    <a:pt x="42" y="32"/>
                    <a:pt x="42" y="32"/>
                    <a:pt x="42" y="32"/>
                  </a:cubicBezTo>
                  <a:cubicBezTo>
                    <a:pt x="41" y="33"/>
                    <a:pt x="40" y="35"/>
                    <a:pt x="40" y="36"/>
                  </a:cubicBezTo>
                  <a:cubicBezTo>
                    <a:pt x="40" y="37"/>
                    <a:pt x="40" y="37"/>
                    <a:pt x="40" y="37"/>
                  </a:cubicBezTo>
                  <a:cubicBezTo>
                    <a:pt x="40" y="38"/>
                    <a:pt x="40" y="38"/>
                    <a:pt x="40" y="38"/>
                  </a:cubicBezTo>
                  <a:cubicBezTo>
                    <a:pt x="37" y="39"/>
                    <a:pt x="37" y="39"/>
                    <a:pt x="37" y="39"/>
                  </a:cubicBezTo>
                  <a:cubicBezTo>
                    <a:pt x="37" y="39"/>
                    <a:pt x="37" y="39"/>
                    <a:pt x="37" y="39"/>
                  </a:cubicBezTo>
                  <a:cubicBezTo>
                    <a:pt x="37" y="37"/>
                    <a:pt x="37" y="37"/>
                    <a:pt x="37" y="37"/>
                  </a:cubicBezTo>
                  <a:cubicBezTo>
                    <a:pt x="37" y="37"/>
                    <a:pt x="37" y="37"/>
                    <a:pt x="37" y="37"/>
                  </a:cubicBezTo>
                  <a:cubicBezTo>
                    <a:pt x="38" y="37"/>
                    <a:pt x="38" y="37"/>
                    <a:pt x="38" y="37"/>
                  </a:cubicBezTo>
                  <a:cubicBezTo>
                    <a:pt x="38" y="37"/>
                    <a:pt x="38" y="37"/>
                    <a:pt x="38" y="37"/>
                  </a:cubicBezTo>
                  <a:cubicBezTo>
                    <a:pt x="39" y="37"/>
                    <a:pt x="39" y="37"/>
                    <a:pt x="39" y="37"/>
                  </a:cubicBezTo>
                  <a:cubicBezTo>
                    <a:pt x="38" y="36"/>
                    <a:pt x="38" y="36"/>
                    <a:pt x="38" y="36"/>
                  </a:cubicBezTo>
                  <a:cubicBezTo>
                    <a:pt x="36" y="34"/>
                    <a:pt x="36" y="34"/>
                    <a:pt x="36" y="34"/>
                  </a:cubicBezTo>
                  <a:cubicBezTo>
                    <a:pt x="36" y="34"/>
                    <a:pt x="36" y="34"/>
                    <a:pt x="36" y="34"/>
                  </a:cubicBezTo>
                  <a:cubicBezTo>
                    <a:pt x="37" y="31"/>
                    <a:pt x="37" y="31"/>
                    <a:pt x="37" y="31"/>
                  </a:cubicBezTo>
                  <a:cubicBezTo>
                    <a:pt x="38" y="31"/>
                    <a:pt x="38" y="30"/>
                    <a:pt x="38" y="29"/>
                  </a:cubicBezTo>
                  <a:cubicBezTo>
                    <a:pt x="39" y="28"/>
                    <a:pt x="39" y="27"/>
                    <a:pt x="39" y="26"/>
                  </a:cubicBezTo>
                  <a:cubicBezTo>
                    <a:pt x="39" y="27"/>
                    <a:pt x="40" y="28"/>
                    <a:pt x="40" y="29"/>
                  </a:cubicBezTo>
                  <a:cubicBezTo>
                    <a:pt x="40" y="29"/>
                    <a:pt x="40" y="29"/>
                    <a:pt x="40" y="29"/>
                  </a:cubicBezTo>
                  <a:cubicBezTo>
                    <a:pt x="40" y="30"/>
                    <a:pt x="40" y="30"/>
                    <a:pt x="40" y="30"/>
                  </a:cubicBezTo>
                  <a:cubicBezTo>
                    <a:pt x="41" y="29"/>
                    <a:pt x="41" y="29"/>
                    <a:pt x="41" y="29"/>
                  </a:cubicBezTo>
                  <a:cubicBezTo>
                    <a:pt x="42" y="28"/>
                    <a:pt x="42" y="28"/>
                    <a:pt x="42" y="28"/>
                  </a:cubicBezTo>
                  <a:cubicBezTo>
                    <a:pt x="42" y="30"/>
                    <a:pt x="42" y="30"/>
                    <a:pt x="42" y="30"/>
                  </a:cubicBezTo>
                  <a:cubicBezTo>
                    <a:pt x="42" y="30"/>
                    <a:pt x="42" y="30"/>
                    <a:pt x="42" y="30"/>
                  </a:cubicBezTo>
                  <a:cubicBezTo>
                    <a:pt x="42" y="31"/>
                    <a:pt x="42" y="31"/>
                    <a:pt x="42" y="31"/>
                  </a:cubicBezTo>
                  <a:cubicBezTo>
                    <a:pt x="42" y="31"/>
                    <a:pt x="42" y="31"/>
                    <a:pt x="42" y="31"/>
                  </a:cubicBezTo>
                  <a:cubicBezTo>
                    <a:pt x="43" y="30"/>
                    <a:pt x="43" y="30"/>
                    <a:pt x="43" y="30"/>
                  </a:cubicBezTo>
                  <a:cubicBezTo>
                    <a:pt x="43" y="30"/>
                    <a:pt x="44" y="31"/>
                    <a:pt x="44" y="32"/>
                  </a:cubicBezTo>
                  <a:moveTo>
                    <a:pt x="48" y="29"/>
                  </a:moveTo>
                  <a:cubicBezTo>
                    <a:pt x="48" y="29"/>
                    <a:pt x="48" y="29"/>
                    <a:pt x="48" y="29"/>
                  </a:cubicBezTo>
                  <a:cubicBezTo>
                    <a:pt x="48" y="29"/>
                    <a:pt x="48" y="29"/>
                    <a:pt x="48" y="29"/>
                  </a:cubicBezTo>
                  <a:cubicBezTo>
                    <a:pt x="47" y="28"/>
                    <a:pt x="47" y="28"/>
                    <a:pt x="47" y="28"/>
                  </a:cubicBezTo>
                  <a:cubicBezTo>
                    <a:pt x="47" y="28"/>
                    <a:pt x="47" y="28"/>
                    <a:pt x="47" y="28"/>
                  </a:cubicBezTo>
                  <a:cubicBezTo>
                    <a:pt x="47" y="28"/>
                    <a:pt x="47" y="28"/>
                    <a:pt x="47" y="28"/>
                  </a:cubicBezTo>
                  <a:lnTo>
                    <a:pt x="48" y="29"/>
                  </a:lnTo>
                  <a:close/>
                  <a:moveTo>
                    <a:pt x="47" y="15"/>
                  </a:moveTo>
                  <a:cubicBezTo>
                    <a:pt x="46" y="18"/>
                    <a:pt x="46" y="18"/>
                    <a:pt x="46" y="18"/>
                  </a:cubicBezTo>
                  <a:cubicBezTo>
                    <a:pt x="46" y="18"/>
                    <a:pt x="46" y="19"/>
                    <a:pt x="46" y="20"/>
                  </a:cubicBezTo>
                  <a:cubicBezTo>
                    <a:pt x="46" y="21"/>
                    <a:pt x="46" y="21"/>
                    <a:pt x="46" y="21"/>
                  </a:cubicBezTo>
                  <a:cubicBezTo>
                    <a:pt x="47" y="25"/>
                    <a:pt x="47" y="25"/>
                    <a:pt x="47" y="25"/>
                  </a:cubicBezTo>
                  <a:cubicBezTo>
                    <a:pt x="47" y="27"/>
                    <a:pt x="47" y="27"/>
                    <a:pt x="47" y="27"/>
                  </a:cubicBezTo>
                  <a:cubicBezTo>
                    <a:pt x="47" y="27"/>
                    <a:pt x="47" y="27"/>
                    <a:pt x="47" y="27"/>
                  </a:cubicBezTo>
                  <a:cubicBezTo>
                    <a:pt x="47" y="28"/>
                    <a:pt x="47" y="28"/>
                    <a:pt x="47" y="28"/>
                  </a:cubicBezTo>
                  <a:cubicBezTo>
                    <a:pt x="47" y="28"/>
                    <a:pt x="47" y="28"/>
                    <a:pt x="47" y="28"/>
                  </a:cubicBezTo>
                  <a:cubicBezTo>
                    <a:pt x="46" y="27"/>
                    <a:pt x="46" y="27"/>
                    <a:pt x="46" y="27"/>
                  </a:cubicBezTo>
                  <a:cubicBezTo>
                    <a:pt x="46" y="26"/>
                    <a:pt x="46" y="26"/>
                    <a:pt x="46" y="26"/>
                  </a:cubicBezTo>
                  <a:cubicBezTo>
                    <a:pt x="46" y="24"/>
                    <a:pt x="46" y="24"/>
                    <a:pt x="46" y="24"/>
                  </a:cubicBezTo>
                  <a:cubicBezTo>
                    <a:pt x="45" y="23"/>
                    <a:pt x="45" y="23"/>
                    <a:pt x="45" y="23"/>
                  </a:cubicBezTo>
                  <a:cubicBezTo>
                    <a:pt x="45" y="23"/>
                    <a:pt x="45" y="23"/>
                    <a:pt x="45" y="23"/>
                  </a:cubicBezTo>
                  <a:cubicBezTo>
                    <a:pt x="45" y="23"/>
                    <a:pt x="45" y="23"/>
                    <a:pt x="45" y="23"/>
                  </a:cubicBezTo>
                  <a:cubicBezTo>
                    <a:pt x="45" y="22"/>
                    <a:pt x="45" y="22"/>
                    <a:pt x="45" y="22"/>
                  </a:cubicBezTo>
                  <a:cubicBezTo>
                    <a:pt x="45" y="23"/>
                    <a:pt x="45" y="23"/>
                    <a:pt x="45" y="23"/>
                  </a:cubicBezTo>
                  <a:cubicBezTo>
                    <a:pt x="45" y="23"/>
                    <a:pt x="45" y="23"/>
                    <a:pt x="45" y="23"/>
                  </a:cubicBezTo>
                  <a:cubicBezTo>
                    <a:pt x="45" y="23"/>
                    <a:pt x="45" y="23"/>
                    <a:pt x="45" y="23"/>
                  </a:cubicBezTo>
                  <a:cubicBezTo>
                    <a:pt x="45" y="23"/>
                    <a:pt x="45" y="23"/>
                    <a:pt x="45" y="23"/>
                  </a:cubicBezTo>
                  <a:cubicBezTo>
                    <a:pt x="45" y="23"/>
                    <a:pt x="44" y="25"/>
                    <a:pt x="44" y="26"/>
                  </a:cubicBezTo>
                  <a:cubicBezTo>
                    <a:pt x="43" y="28"/>
                    <a:pt x="43" y="28"/>
                    <a:pt x="43" y="28"/>
                  </a:cubicBezTo>
                  <a:cubicBezTo>
                    <a:pt x="43" y="30"/>
                    <a:pt x="43" y="30"/>
                    <a:pt x="43" y="30"/>
                  </a:cubicBezTo>
                  <a:cubicBezTo>
                    <a:pt x="42" y="28"/>
                    <a:pt x="42" y="28"/>
                    <a:pt x="42" y="28"/>
                  </a:cubicBezTo>
                  <a:cubicBezTo>
                    <a:pt x="42" y="27"/>
                    <a:pt x="42" y="27"/>
                    <a:pt x="42" y="27"/>
                  </a:cubicBezTo>
                  <a:cubicBezTo>
                    <a:pt x="42" y="27"/>
                    <a:pt x="42" y="27"/>
                    <a:pt x="42" y="27"/>
                  </a:cubicBezTo>
                  <a:cubicBezTo>
                    <a:pt x="42" y="26"/>
                    <a:pt x="42" y="26"/>
                    <a:pt x="42" y="26"/>
                  </a:cubicBezTo>
                  <a:cubicBezTo>
                    <a:pt x="43" y="24"/>
                    <a:pt x="43" y="22"/>
                    <a:pt x="43" y="21"/>
                  </a:cubicBezTo>
                  <a:cubicBezTo>
                    <a:pt x="43" y="20"/>
                    <a:pt x="43" y="20"/>
                    <a:pt x="43" y="20"/>
                  </a:cubicBezTo>
                  <a:cubicBezTo>
                    <a:pt x="43" y="18"/>
                    <a:pt x="43" y="18"/>
                    <a:pt x="43" y="18"/>
                  </a:cubicBezTo>
                  <a:cubicBezTo>
                    <a:pt x="44" y="19"/>
                    <a:pt x="44" y="19"/>
                    <a:pt x="44" y="19"/>
                  </a:cubicBezTo>
                  <a:cubicBezTo>
                    <a:pt x="44" y="18"/>
                    <a:pt x="44" y="18"/>
                    <a:pt x="44" y="18"/>
                  </a:cubicBezTo>
                  <a:cubicBezTo>
                    <a:pt x="44" y="16"/>
                    <a:pt x="44" y="16"/>
                    <a:pt x="44" y="16"/>
                  </a:cubicBezTo>
                  <a:cubicBezTo>
                    <a:pt x="44" y="15"/>
                    <a:pt x="43" y="14"/>
                    <a:pt x="43" y="14"/>
                  </a:cubicBezTo>
                  <a:cubicBezTo>
                    <a:pt x="43" y="14"/>
                    <a:pt x="43" y="14"/>
                    <a:pt x="43" y="14"/>
                  </a:cubicBezTo>
                  <a:cubicBezTo>
                    <a:pt x="43" y="13"/>
                    <a:pt x="43" y="13"/>
                    <a:pt x="43" y="13"/>
                  </a:cubicBezTo>
                  <a:cubicBezTo>
                    <a:pt x="43" y="12"/>
                    <a:pt x="43" y="12"/>
                    <a:pt x="43" y="12"/>
                  </a:cubicBezTo>
                  <a:cubicBezTo>
                    <a:pt x="44" y="12"/>
                    <a:pt x="44" y="12"/>
                    <a:pt x="44" y="12"/>
                  </a:cubicBezTo>
                  <a:cubicBezTo>
                    <a:pt x="44" y="12"/>
                    <a:pt x="44" y="12"/>
                    <a:pt x="44" y="12"/>
                  </a:cubicBezTo>
                  <a:cubicBezTo>
                    <a:pt x="45" y="14"/>
                    <a:pt x="45" y="14"/>
                    <a:pt x="45" y="14"/>
                  </a:cubicBezTo>
                  <a:cubicBezTo>
                    <a:pt x="45" y="14"/>
                    <a:pt x="45" y="14"/>
                    <a:pt x="45" y="14"/>
                  </a:cubicBezTo>
                  <a:cubicBezTo>
                    <a:pt x="45" y="14"/>
                    <a:pt x="45" y="14"/>
                    <a:pt x="45" y="14"/>
                  </a:cubicBezTo>
                  <a:cubicBezTo>
                    <a:pt x="45" y="15"/>
                    <a:pt x="45" y="15"/>
                    <a:pt x="45" y="15"/>
                  </a:cubicBezTo>
                  <a:cubicBezTo>
                    <a:pt x="44" y="16"/>
                    <a:pt x="44" y="16"/>
                    <a:pt x="44" y="16"/>
                  </a:cubicBezTo>
                  <a:cubicBezTo>
                    <a:pt x="44" y="16"/>
                    <a:pt x="44" y="16"/>
                    <a:pt x="44" y="16"/>
                  </a:cubicBezTo>
                  <a:cubicBezTo>
                    <a:pt x="44" y="17"/>
                    <a:pt x="44" y="17"/>
                    <a:pt x="44" y="17"/>
                  </a:cubicBezTo>
                  <a:cubicBezTo>
                    <a:pt x="44" y="19"/>
                    <a:pt x="44" y="19"/>
                    <a:pt x="44" y="19"/>
                  </a:cubicBezTo>
                  <a:cubicBezTo>
                    <a:pt x="45" y="19"/>
                    <a:pt x="45" y="19"/>
                    <a:pt x="45" y="19"/>
                  </a:cubicBezTo>
                  <a:cubicBezTo>
                    <a:pt x="45" y="17"/>
                    <a:pt x="45" y="17"/>
                    <a:pt x="45" y="17"/>
                  </a:cubicBezTo>
                  <a:cubicBezTo>
                    <a:pt x="45" y="16"/>
                    <a:pt x="45" y="16"/>
                    <a:pt x="45" y="16"/>
                  </a:cubicBezTo>
                  <a:cubicBezTo>
                    <a:pt x="45" y="16"/>
                    <a:pt x="45" y="16"/>
                    <a:pt x="45" y="16"/>
                  </a:cubicBezTo>
                  <a:cubicBezTo>
                    <a:pt x="45" y="15"/>
                    <a:pt x="45" y="15"/>
                    <a:pt x="45" y="15"/>
                  </a:cubicBezTo>
                  <a:cubicBezTo>
                    <a:pt x="45" y="15"/>
                    <a:pt x="45" y="15"/>
                    <a:pt x="45" y="15"/>
                  </a:cubicBezTo>
                  <a:cubicBezTo>
                    <a:pt x="47" y="13"/>
                    <a:pt x="47" y="13"/>
                    <a:pt x="47" y="13"/>
                  </a:cubicBezTo>
                  <a:cubicBezTo>
                    <a:pt x="47" y="13"/>
                    <a:pt x="47" y="13"/>
                    <a:pt x="47" y="13"/>
                  </a:cubicBezTo>
                  <a:cubicBezTo>
                    <a:pt x="47" y="13"/>
                    <a:pt x="47" y="13"/>
                    <a:pt x="47" y="13"/>
                  </a:cubicBezTo>
                  <a:cubicBezTo>
                    <a:pt x="48" y="14"/>
                    <a:pt x="48" y="14"/>
                    <a:pt x="48" y="14"/>
                  </a:cubicBezTo>
                  <a:lnTo>
                    <a:pt x="47" y="15"/>
                  </a:lnTo>
                  <a:close/>
                  <a:moveTo>
                    <a:pt x="48" y="13"/>
                  </a:moveTo>
                  <a:cubicBezTo>
                    <a:pt x="47" y="13"/>
                    <a:pt x="47" y="13"/>
                    <a:pt x="47" y="13"/>
                  </a:cubicBezTo>
                  <a:cubicBezTo>
                    <a:pt x="47" y="13"/>
                    <a:pt x="47" y="13"/>
                    <a:pt x="47" y="13"/>
                  </a:cubicBezTo>
                  <a:cubicBezTo>
                    <a:pt x="48" y="12"/>
                    <a:pt x="48" y="12"/>
                    <a:pt x="48" y="12"/>
                  </a:cubicBezTo>
                  <a:cubicBezTo>
                    <a:pt x="48" y="12"/>
                    <a:pt x="48" y="12"/>
                    <a:pt x="48" y="12"/>
                  </a:cubicBezTo>
                  <a:lnTo>
                    <a:pt x="48" y="13"/>
                  </a:lnTo>
                  <a:close/>
                  <a:moveTo>
                    <a:pt x="11" y="78"/>
                  </a:moveTo>
                  <a:cubicBezTo>
                    <a:pt x="11" y="79"/>
                    <a:pt x="11" y="79"/>
                    <a:pt x="11" y="79"/>
                  </a:cubicBezTo>
                  <a:cubicBezTo>
                    <a:pt x="10" y="80"/>
                    <a:pt x="10" y="80"/>
                    <a:pt x="10" y="80"/>
                  </a:cubicBezTo>
                  <a:cubicBezTo>
                    <a:pt x="10" y="81"/>
                    <a:pt x="10" y="81"/>
                    <a:pt x="10" y="81"/>
                  </a:cubicBezTo>
                  <a:cubicBezTo>
                    <a:pt x="11" y="81"/>
                    <a:pt x="11" y="81"/>
                    <a:pt x="11" y="81"/>
                  </a:cubicBezTo>
                  <a:cubicBezTo>
                    <a:pt x="11" y="80"/>
                    <a:pt x="11" y="80"/>
                    <a:pt x="11" y="80"/>
                  </a:cubicBezTo>
                  <a:cubicBezTo>
                    <a:pt x="11" y="80"/>
                    <a:pt x="11" y="80"/>
                    <a:pt x="11" y="80"/>
                  </a:cubicBezTo>
                  <a:cubicBezTo>
                    <a:pt x="12" y="78"/>
                    <a:pt x="12" y="78"/>
                    <a:pt x="12" y="78"/>
                  </a:cubicBezTo>
                  <a:lnTo>
                    <a:pt x="11" y="78"/>
                  </a:lnTo>
                  <a:close/>
                  <a:moveTo>
                    <a:pt x="26" y="52"/>
                  </a:moveTo>
                  <a:cubicBezTo>
                    <a:pt x="26" y="52"/>
                    <a:pt x="24" y="53"/>
                    <a:pt x="23" y="54"/>
                  </a:cubicBezTo>
                  <a:cubicBezTo>
                    <a:pt x="21" y="55"/>
                    <a:pt x="20" y="55"/>
                    <a:pt x="20" y="56"/>
                  </a:cubicBezTo>
                  <a:cubicBezTo>
                    <a:pt x="19" y="57"/>
                    <a:pt x="19" y="57"/>
                    <a:pt x="19" y="57"/>
                  </a:cubicBezTo>
                  <a:cubicBezTo>
                    <a:pt x="20" y="57"/>
                    <a:pt x="20" y="57"/>
                    <a:pt x="20" y="57"/>
                  </a:cubicBezTo>
                  <a:cubicBezTo>
                    <a:pt x="20" y="56"/>
                    <a:pt x="20" y="56"/>
                    <a:pt x="20" y="56"/>
                  </a:cubicBezTo>
                  <a:cubicBezTo>
                    <a:pt x="20" y="55"/>
                    <a:pt x="21" y="55"/>
                    <a:pt x="23" y="54"/>
                  </a:cubicBezTo>
                  <a:cubicBezTo>
                    <a:pt x="25" y="54"/>
                    <a:pt x="26" y="52"/>
                    <a:pt x="26" y="52"/>
                  </a:cubicBezTo>
                  <a:close/>
                  <a:moveTo>
                    <a:pt x="8" y="82"/>
                  </a:moveTo>
                  <a:cubicBezTo>
                    <a:pt x="8" y="83"/>
                    <a:pt x="8" y="83"/>
                    <a:pt x="8" y="83"/>
                  </a:cubicBezTo>
                  <a:cubicBezTo>
                    <a:pt x="8" y="83"/>
                    <a:pt x="8" y="83"/>
                    <a:pt x="8" y="83"/>
                  </a:cubicBezTo>
                  <a:cubicBezTo>
                    <a:pt x="8" y="83"/>
                    <a:pt x="8" y="83"/>
                    <a:pt x="8" y="83"/>
                  </a:cubicBezTo>
                  <a:cubicBezTo>
                    <a:pt x="9" y="84"/>
                    <a:pt x="9" y="84"/>
                    <a:pt x="9" y="84"/>
                  </a:cubicBezTo>
                  <a:cubicBezTo>
                    <a:pt x="9" y="85"/>
                    <a:pt x="9" y="85"/>
                    <a:pt x="9" y="85"/>
                  </a:cubicBezTo>
                  <a:cubicBezTo>
                    <a:pt x="8" y="85"/>
                    <a:pt x="9" y="86"/>
                    <a:pt x="8" y="86"/>
                  </a:cubicBezTo>
                  <a:cubicBezTo>
                    <a:pt x="7" y="88"/>
                    <a:pt x="7" y="88"/>
                    <a:pt x="7" y="88"/>
                  </a:cubicBezTo>
                  <a:cubicBezTo>
                    <a:pt x="7" y="89"/>
                    <a:pt x="7" y="89"/>
                    <a:pt x="7" y="89"/>
                  </a:cubicBezTo>
                  <a:cubicBezTo>
                    <a:pt x="7" y="90"/>
                    <a:pt x="7" y="91"/>
                    <a:pt x="7" y="92"/>
                  </a:cubicBezTo>
                  <a:cubicBezTo>
                    <a:pt x="7" y="95"/>
                    <a:pt x="7" y="95"/>
                    <a:pt x="7" y="95"/>
                  </a:cubicBezTo>
                  <a:cubicBezTo>
                    <a:pt x="7" y="95"/>
                    <a:pt x="7" y="95"/>
                    <a:pt x="7" y="95"/>
                  </a:cubicBezTo>
                  <a:cubicBezTo>
                    <a:pt x="8" y="96"/>
                    <a:pt x="8" y="96"/>
                    <a:pt x="8" y="96"/>
                  </a:cubicBezTo>
                  <a:cubicBezTo>
                    <a:pt x="8" y="96"/>
                    <a:pt x="8" y="96"/>
                    <a:pt x="8" y="96"/>
                  </a:cubicBezTo>
                  <a:cubicBezTo>
                    <a:pt x="8" y="95"/>
                    <a:pt x="8" y="95"/>
                    <a:pt x="8" y="95"/>
                  </a:cubicBezTo>
                  <a:cubicBezTo>
                    <a:pt x="8" y="95"/>
                    <a:pt x="8" y="95"/>
                    <a:pt x="8" y="95"/>
                  </a:cubicBezTo>
                  <a:cubicBezTo>
                    <a:pt x="8" y="92"/>
                    <a:pt x="8" y="92"/>
                    <a:pt x="8" y="92"/>
                  </a:cubicBezTo>
                  <a:cubicBezTo>
                    <a:pt x="8" y="91"/>
                    <a:pt x="8" y="90"/>
                    <a:pt x="8" y="89"/>
                  </a:cubicBezTo>
                  <a:cubicBezTo>
                    <a:pt x="8" y="89"/>
                    <a:pt x="8" y="89"/>
                    <a:pt x="8" y="89"/>
                  </a:cubicBezTo>
                  <a:cubicBezTo>
                    <a:pt x="9" y="87"/>
                    <a:pt x="9" y="87"/>
                    <a:pt x="9" y="87"/>
                  </a:cubicBezTo>
                  <a:cubicBezTo>
                    <a:pt x="9" y="85"/>
                    <a:pt x="9" y="85"/>
                    <a:pt x="9" y="85"/>
                  </a:cubicBezTo>
                  <a:cubicBezTo>
                    <a:pt x="9" y="84"/>
                    <a:pt x="9" y="84"/>
                    <a:pt x="9" y="84"/>
                  </a:cubicBezTo>
                  <a:cubicBezTo>
                    <a:pt x="9" y="83"/>
                    <a:pt x="8" y="83"/>
                    <a:pt x="8" y="82"/>
                  </a:cubicBezTo>
                  <a:close/>
                  <a:moveTo>
                    <a:pt x="21" y="34"/>
                  </a:moveTo>
                  <a:cubicBezTo>
                    <a:pt x="20" y="34"/>
                    <a:pt x="20" y="34"/>
                    <a:pt x="20" y="34"/>
                  </a:cubicBezTo>
                  <a:cubicBezTo>
                    <a:pt x="19" y="34"/>
                    <a:pt x="19" y="34"/>
                    <a:pt x="19" y="34"/>
                  </a:cubicBezTo>
                  <a:cubicBezTo>
                    <a:pt x="18" y="34"/>
                    <a:pt x="18" y="34"/>
                    <a:pt x="18" y="34"/>
                  </a:cubicBezTo>
                  <a:cubicBezTo>
                    <a:pt x="18" y="33"/>
                    <a:pt x="18" y="33"/>
                    <a:pt x="18" y="33"/>
                  </a:cubicBezTo>
                  <a:cubicBezTo>
                    <a:pt x="18" y="32"/>
                    <a:pt x="17" y="32"/>
                    <a:pt x="16" y="32"/>
                  </a:cubicBezTo>
                  <a:cubicBezTo>
                    <a:pt x="15" y="31"/>
                    <a:pt x="15" y="31"/>
                    <a:pt x="15" y="30"/>
                  </a:cubicBezTo>
                  <a:cubicBezTo>
                    <a:pt x="15" y="30"/>
                    <a:pt x="15" y="30"/>
                    <a:pt x="15" y="30"/>
                  </a:cubicBezTo>
                  <a:cubicBezTo>
                    <a:pt x="15" y="29"/>
                    <a:pt x="15" y="29"/>
                    <a:pt x="15" y="29"/>
                  </a:cubicBezTo>
                  <a:cubicBezTo>
                    <a:pt x="15" y="29"/>
                    <a:pt x="15" y="29"/>
                    <a:pt x="15" y="29"/>
                  </a:cubicBezTo>
                  <a:cubicBezTo>
                    <a:pt x="15" y="27"/>
                    <a:pt x="15" y="27"/>
                    <a:pt x="15" y="27"/>
                  </a:cubicBezTo>
                  <a:cubicBezTo>
                    <a:pt x="14" y="25"/>
                    <a:pt x="14" y="25"/>
                    <a:pt x="14" y="25"/>
                  </a:cubicBezTo>
                  <a:cubicBezTo>
                    <a:pt x="15" y="26"/>
                    <a:pt x="15" y="26"/>
                    <a:pt x="15" y="26"/>
                  </a:cubicBezTo>
                  <a:cubicBezTo>
                    <a:pt x="15" y="26"/>
                    <a:pt x="15" y="26"/>
                    <a:pt x="15" y="26"/>
                  </a:cubicBezTo>
                  <a:cubicBezTo>
                    <a:pt x="16" y="25"/>
                    <a:pt x="16" y="25"/>
                    <a:pt x="16" y="25"/>
                  </a:cubicBezTo>
                  <a:cubicBezTo>
                    <a:pt x="16" y="25"/>
                    <a:pt x="16" y="25"/>
                    <a:pt x="16" y="25"/>
                  </a:cubicBezTo>
                  <a:cubicBezTo>
                    <a:pt x="16" y="23"/>
                    <a:pt x="16" y="23"/>
                    <a:pt x="16" y="23"/>
                  </a:cubicBezTo>
                  <a:cubicBezTo>
                    <a:pt x="14" y="22"/>
                    <a:pt x="14" y="22"/>
                    <a:pt x="14" y="22"/>
                  </a:cubicBezTo>
                  <a:cubicBezTo>
                    <a:pt x="14" y="22"/>
                    <a:pt x="14" y="22"/>
                    <a:pt x="14" y="22"/>
                  </a:cubicBezTo>
                  <a:cubicBezTo>
                    <a:pt x="15" y="23"/>
                    <a:pt x="15" y="23"/>
                    <a:pt x="15" y="23"/>
                  </a:cubicBezTo>
                  <a:cubicBezTo>
                    <a:pt x="15" y="23"/>
                    <a:pt x="15" y="23"/>
                    <a:pt x="15" y="23"/>
                  </a:cubicBezTo>
                  <a:cubicBezTo>
                    <a:pt x="16" y="25"/>
                    <a:pt x="16" y="25"/>
                    <a:pt x="16" y="25"/>
                  </a:cubicBezTo>
                  <a:cubicBezTo>
                    <a:pt x="16" y="25"/>
                    <a:pt x="16" y="25"/>
                    <a:pt x="16" y="25"/>
                  </a:cubicBezTo>
                  <a:cubicBezTo>
                    <a:pt x="15" y="25"/>
                    <a:pt x="15" y="25"/>
                    <a:pt x="15" y="25"/>
                  </a:cubicBezTo>
                  <a:cubicBezTo>
                    <a:pt x="15" y="25"/>
                    <a:pt x="15" y="25"/>
                    <a:pt x="15" y="25"/>
                  </a:cubicBezTo>
                  <a:cubicBezTo>
                    <a:pt x="14" y="25"/>
                    <a:pt x="14" y="25"/>
                    <a:pt x="14" y="25"/>
                  </a:cubicBezTo>
                  <a:cubicBezTo>
                    <a:pt x="14" y="24"/>
                    <a:pt x="14" y="24"/>
                    <a:pt x="14" y="24"/>
                  </a:cubicBezTo>
                  <a:cubicBezTo>
                    <a:pt x="14" y="25"/>
                    <a:pt x="14" y="25"/>
                    <a:pt x="14" y="25"/>
                  </a:cubicBezTo>
                  <a:cubicBezTo>
                    <a:pt x="14" y="27"/>
                    <a:pt x="14" y="27"/>
                    <a:pt x="14" y="27"/>
                  </a:cubicBezTo>
                  <a:cubicBezTo>
                    <a:pt x="15" y="29"/>
                    <a:pt x="15" y="29"/>
                    <a:pt x="15" y="29"/>
                  </a:cubicBezTo>
                  <a:cubicBezTo>
                    <a:pt x="15" y="29"/>
                    <a:pt x="15" y="29"/>
                    <a:pt x="15" y="29"/>
                  </a:cubicBezTo>
                  <a:cubicBezTo>
                    <a:pt x="14" y="30"/>
                    <a:pt x="14" y="30"/>
                    <a:pt x="14" y="30"/>
                  </a:cubicBezTo>
                  <a:cubicBezTo>
                    <a:pt x="14" y="31"/>
                    <a:pt x="14" y="31"/>
                    <a:pt x="14" y="31"/>
                  </a:cubicBezTo>
                  <a:cubicBezTo>
                    <a:pt x="14" y="31"/>
                    <a:pt x="14" y="32"/>
                    <a:pt x="16" y="32"/>
                  </a:cubicBezTo>
                  <a:cubicBezTo>
                    <a:pt x="17" y="33"/>
                    <a:pt x="18" y="33"/>
                    <a:pt x="18" y="33"/>
                  </a:cubicBezTo>
                  <a:cubicBezTo>
                    <a:pt x="18" y="34"/>
                    <a:pt x="18" y="34"/>
                    <a:pt x="18" y="34"/>
                  </a:cubicBezTo>
                  <a:cubicBezTo>
                    <a:pt x="19" y="35"/>
                    <a:pt x="19" y="35"/>
                    <a:pt x="19" y="35"/>
                  </a:cubicBezTo>
                  <a:cubicBezTo>
                    <a:pt x="20" y="34"/>
                    <a:pt x="20" y="34"/>
                    <a:pt x="20" y="34"/>
                  </a:cubicBezTo>
                  <a:cubicBezTo>
                    <a:pt x="20" y="34"/>
                    <a:pt x="20" y="34"/>
                    <a:pt x="20" y="34"/>
                  </a:cubicBezTo>
                  <a:cubicBezTo>
                    <a:pt x="21" y="35"/>
                    <a:pt x="22" y="36"/>
                    <a:pt x="22" y="37"/>
                  </a:cubicBezTo>
                  <a:cubicBezTo>
                    <a:pt x="22" y="37"/>
                    <a:pt x="22" y="37"/>
                    <a:pt x="22" y="37"/>
                  </a:cubicBezTo>
                  <a:cubicBezTo>
                    <a:pt x="23" y="37"/>
                    <a:pt x="23" y="37"/>
                    <a:pt x="23" y="37"/>
                  </a:cubicBezTo>
                  <a:cubicBezTo>
                    <a:pt x="23" y="37"/>
                    <a:pt x="23" y="37"/>
                    <a:pt x="23" y="37"/>
                  </a:cubicBezTo>
                  <a:cubicBezTo>
                    <a:pt x="23" y="36"/>
                    <a:pt x="22" y="34"/>
                    <a:pt x="21" y="34"/>
                  </a:cubicBezTo>
                  <a:moveTo>
                    <a:pt x="26" y="23"/>
                  </a:moveTo>
                  <a:cubicBezTo>
                    <a:pt x="26" y="20"/>
                    <a:pt x="26" y="20"/>
                    <a:pt x="26" y="20"/>
                  </a:cubicBezTo>
                  <a:cubicBezTo>
                    <a:pt x="27" y="19"/>
                    <a:pt x="27" y="19"/>
                    <a:pt x="27" y="19"/>
                  </a:cubicBezTo>
                  <a:cubicBezTo>
                    <a:pt x="26" y="19"/>
                    <a:pt x="26" y="19"/>
                    <a:pt x="26" y="19"/>
                  </a:cubicBezTo>
                  <a:cubicBezTo>
                    <a:pt x="26" y="20"/>
                    <a:pt x="26" y="20"/>
                    <a:pt x="26" y="20"/>
                  </a:cubicBezTo>
                  <a:cubicBezTo>
                    <a:pt x="25" y="20"/>
                    <a:pt x="25" y="20"/>
                    <a:pt x="25" y="20"/>
                  </a:cubicBezTo>
                  <a:cubicBezTo>
                    <a:pt x="25" y="20"/>
                    <a:pt x="25" y="20"/>
                    <a:pt x="25" y="20"/>
                  </a:cubicBezTo>
                  <a:cubicBezTo>
                    <a:pt x="25" y="22"/>
                    <a:pt x="25" y="22"/>
                    <a:pt x="25" y="22"/>
                  </a:cubicBezTo>
                  <a:lnTo>
                    <a:pt x="26" y="23"/>
                  </a:lnTo>
                  <a:close/>
                  <a:moveTo>
                    <a:pt x="23" y="73"/>
                  </a:moveTo>
                  <a:cubicBezTo>
                    <a:pt x="23" y="73"/>
                    <a:pt x="23" y="73"/>
                    <a:pt x="23" y="73"/>
                  </a:cubicBezTo>
                  <a:cubicBezTo>
                    <a:pt x="23" y="74"/>
                    <a:pt x="23" y="74"/>
                    <a:pt x="23" y="74"/>
                  </a:cubicBezTo>
                  <a:cubicBezTo>
                    <a:pt x="23" y="74"/>
                    <a:pt x="23" y="74"/>
                    <a:pt x="23" y="74"/>
                  </a:cubicBezTo>
                  <a:cubicBezTo>
                    <a:pt x="23" y="74"/>
                    <a:pt x="23" y="74"/>
                    <a:pt x="23" y="74"/>
                  </a:cubicBezTo>
                  <a:cubicBezTo>
                    <a:pt x="23" y="74"/>
                    <a:pt x="23" y="74"/>
                    <a:pt x="23" y="74"/>
                  </a:cubicBezTo>
                  <a:cubicBezTo>
                    <a:pt x="24" y="74"/>
                    <a:pt x="24" y="74"/>
                    <a:pt x="24" y="74"/>
                  </a:cubicBezTo>
                  <a:cubicBezTo>
                    <a:pt x="25" y="75"/>
                    <a:pt x="25" y="75"/>
                    <a:pt x="25" y="75"/>
                  </a:cubicBezTo>
                  <a:cubicBezTo>
                    <a:pt x="25" y="75"/>
                    <a:pt x="26" y="77"/>
                    <a:pt x="27" y="78"/>
                  </a:cubicBezTo>
                  <a:cubicBezTo>
                    <a:pt x="28" y="79"/>
                    <a:pt x="28" y="79"/>
                    <a:pt x="28" y="79"/>
                  </a:cubicBezTo>
                  <a:cubicBezTo>
                    <a:pt x="28" y="79"/>
                    <a:pt x="28" y="79"/>
                    <a:pt x="28" y="79"/>
                  </a:cubicBezTo>
                  <a:cubicBezTo>
                    <a:pt x="29" y="79"/>
                    <a:pt x="29" y="79"/>
                    <a:pt x="29" y="79"/>
                  </a:cubicBezTo>
                  <a:cubicBezTo>
                    <a:pt x="28" y="78"/>
                    <a:pt x="28" y="78"/>
                    <a:pt x="28" y="78"/>
                  </a:cubicBezTo>
                  <a:cubicBezTo>
                    <a:pt x="27" y="77"/>
                    <a:pt x="27" y="77"/>
                    <a:pt x="27" y="77"/>
                  </a:cubicBezTo>
                  <a:cubicBezTo>
                    <a:pt x="25" y="74"/>
                    <a:pt x="25" y="74"/>
                    <a:pt x="25" y="74"/>
                  </a:cubicBezTo>
                  <a:cubicBezTo>
                    <a:pt x="24" y="73"/>
                    <a:pt x="24" y="73"/>
                    <a:pt x="24" y="73"/>
                  </a:cubicBezTo>
                  <a:cubicBezTo>
                    <a:pt x="25" y="72"/>
                    <a:pt x="25" y="72"/>
                    <a:pt x="25" y="72"/>
                  </a:cubicBezTo>
                  <a:cubicBezTo>
                    <a:pt x="24" y="72"/>
                    <a:pt x="24" y="72"/>
                    <a:pt x="24" y="72"/>
                  </a:cubicBezTo>
                  <a:cubicBezTo>
                    <a:pt x="24" y="72"/>
                    <a:pt x="24" y="72"/>
                    <a:pt x="23"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4" name="Freeform 33">
              <a:extLst>
                <a:ext uri="{FF2B5EF4-FFF2-40B4-BE49-F238E27FC236}">
                  <a16:creationId xmlns:a16="http://schemas.microsoft.com/office/drawing/2014/main" id="{A4BCAEB8-5BB6-4167-8B7C-0490EA7D56AE}"/>
                </a:ext>
              </a:extLst>
            </p:cNvPr>
            <p:cNvSpPr>
              <a:spLocks noEditPoints="1"/>
            </p:cNvSpPr>
            <p:nvPr/>
          </p:nvSpPr>
          <p:spPr bwMode="auto">
            <a:xfrm>
              <a:off x="6288088" y="2517775"/>
              <a:ext cx="104775" cy="215900"/>
            </a:xfrm>
            <a:custGeom>
              <a:avLst/>
              <a:gdLst>
                <a:gd name="T0" fmla="*/ 4 w 48"/>
                <a:gd name="T1" fmla="*/ 10 h 100"/>
                <a:gd name="T2" fmla="*/ 10 w 48"/>
                <a:gd name="T3" fmla="*/ 26 h 100"/>
                <a:gd name="T4" fmla="*/ 14 w 48"/>
                <a:gd name="T5" fmla="*/ 21 h 100"/>
                <a:gd name="T6" fmla="*/ 28 w 48"/>
                <a:gd name="T7" fmla="*/ 13 h 100"/>
                <a:gd name="T8" fmla="*/ 43 w 48"/>
                <a:gd name="T9" fmla="*/ 6 h 100"/>
                <a:gd name="T10" fmla="*/ 47 w 48"/>
                <a:gd name="T11" fmla="*/ 43 h 100"/>
                <a:gd name="T12" fmla="*/ 42 w 48"/>
                <a:gd name="T13" fmla="*/ 38 h 100"/>
                <a:gd name="T14" fmla="*/ 41 w 48"/>
                <a:gd name="T15" fmla="*/ 79 h 100"/>
                <a:gd name="T16" fmla="*/ 38 w 48"/>
                <a:gd name="T17" fmla="*/ 87 h 100"/>
                <a:gd name="T18" fmla="*/ 18 w 48"/>
                <a:gd name="T19" fmla="*/ 83 h 100"/>
                <a:gd name="T20" fmla="*/ 20 w 48"/>
                <a:gd name="T21" fmla="*/ 52 h 100"/>
                <a:gd name="T22" fmla="*/ 10 w 48"/>
                <a:gd name="T23" fmla="*/ 61 h 100"/>
                <a:gd name="T24" fmla="*/ 9 w 48"/>
                <a:gd name="T25" fmla="*/ 49 h 100"/>
                <a:gd name="T26" fmla="*/ 5 w 48"/>
                <a:gd name="T27" fmla="*/ 30 h 100"/>
                <a:gd name="T28" fmla="*/ 0 w 48"/>
                <a:gd name="T29" fmla="*/ 12 h 100"/>
                <a:gd name="T30" fmla="*/ 6 w 48"/>
                <a:gd name="T31" fmla="*/ 13 h 100"/>
                <a:gd name="T32" fmla="*/ 19 w 48"/>
                <a:gd name="T33" fmla="*/ 20 h 100"/>
                <a:gd name="T34" fmla="*/ 21 w 48"/>
                <a:gd name="T35" fmla="*/ 19 h 100"/>
                <a:gd name="T36" fmla="*/ 22 w 48"/>
                <a:gd name="T37" fmla="*/ 14 h 100"/>
                <a:gd name="T38" fmla="*/ 11 w 48"/>
                <a:gd name="T39" fmla="*/ 36 h 100"/>
                <a:gd name="T40" fmla="*/ 29 w 48"/>
                <a:gd name="T41" fmla="*/ 26 h 100"/>
                <a:gd name="T42" fmla="*/ 30 w 48"/>
                <a:gd name="T43" fmla="*/ 22 h 100"/>
                <a:gd name="T44" fmla="*/ 38 w 48"/>
                <a:gd name="T45" fmla="*/ 7 h 100"/>
                <a:gd name="T46" fmla="*/ 26 w 48"/>
                <a:gd name="T47" fmla="*/ 41 h 100"/>
                <a:gd name="T48" fmla="*/ 29 w 48"/>
                <a:gd name="T49" fmla="*/ 42 h 100"/>
                <a:gd name="T50" fmla="*/ 34 w 48"/>
                <a:gd name="T51" fmla="*/ 42 h 100"/>
                <a:gd name="T52" fmla="*/ 37 w 48"/>
                <a:gd name="T53" fmla="*/ 44 h 100"/>
                <a:gd name="T54" fmla="*/ 37 w 48"/>
                <a:gd name="T55" fmla="*/ 38 h 100"/>
                <a:gd name="T56" fmla="*/ 39 w 48"/>
                <a:gd name="T57" fmla="*/ 34 h 100"/>
                <a:gd name="T58" fmla="*/ 38 w 48"/>
                <a:gd name="T59" fmla="*/ 23 h 100"/>
                <a:gd name="T60" fmla="*/ 47 w 48"/>
                <a:gd name="T61" fmla="*/ 14 h 100"/>
                <a:gd name="T62" fmla="*/ 42 w 48"/>
                <a:gd name="T63" fmla="*/ 29 h 100"/>
                <a:gd name="T64" fmla="*/ 45 w 48"/>
                <a:gd name="T65" fmla="*/ 51 h 100"/>
                <a:gd name="T66" fmla="*/ 46 w 48"/>
                <a:gd name="T67" fmla="*/ 43 h 100"/>
                <a:gd name="T68" fmla="*/ 40 w 48"/>
                <a:gd name="T69" fmla="*/ 34 h 100"/>
                <a:gd name="T70" fmla="*/ 18 w 48"/>
                <a:gd name="T71" fmla="*/ 78 h 100"/>
                <a:gd name="T72" fmla="*/ 18 w 48"/>
                <a:gd name="T73" fmla="*/ 82 h 100"/>
                <a:gd name="T74" fmla="*/ 29 w 48"/>
                <a:gd name="T75" fmla="*/ 64 h 100"/>
                <a:gd name="T76" fmla="*/ 30 w 48"/>
                <a:gd name="T77" fmla="*/ 59 h 100"/>
                <a:gd name="T78" fmla="*/ 37 w 48"/>
                <a:gd name="T79" fmla="*/ 96 h 100"/>
                <a:gd name="T80" fmla="*/ 42 w 48"/>
                <a:gd name="T81" fmla="*/ 98 h 100"/>
                <a:gd name="T82" fmla="*/ 40 w 48"/>
                <a:gd name="T83" fmla="*/ 77 h 100"/>
                <a:gd name="T84" fmla="*/ 40 w 48"/>
                <a:gd name="T85" fmla="*/ 38 h 100"/>
                <a:gd name="T86" fmla="*/ 29 w 48"/>
                <a:gd name="T87" fmla="*/ 49 h 100"/>
                <a:gd name="T88" fmla="*/ 8 w 48"/>
                <a:gd name="T89" fmla="*/ 47 h 100"/>
                <a:gd name="T90" fmla="*/ 11 w 48"/>
                <a:gd name="T91" fmla="*/ 52 h 100"/>
                <a:gd name="T92" fmla="*/ 9 w 48"/>
                <a:gd name="T93" fmla="*/ 57 h 100"/>
                <a:gd name="T94" fmla="*/ 20 w 48"/>
                <a:gd name="T95" fmla="*/ 48 h 100"/>
                <a:gd name="T96" fmla="*/ 28 w 48"/>
                <a:gd name="T97" fmla="*/ 41 h 100"/>
                <a:gd name="T98" fmla="*/ 36 w 48"/>
                <a:gd name="T99" fmla="*/ 31 h 100"/>
                <a:gd name="T100" fmla="*/ 36 w 48"/>
                <a:gd name="T101" fmla="*/ 20 h 100"/>
                <a:gd name="T102" fmla="*/ 20 w 48"/>
                <a:gd name="T103" fmla="*/ 34 h 100"/>
                <a:gd name="T104" fmla="*/ 17 w 48"/>
                <a:gd name="T105" fmla="*/ 35 h 100"/>
                <a:gd name="T106" fmla="*/ 10 w 48"/>
                <a:gd name="T107" fmla="*/ 26 h 100"/>
                <a:gd name="T108" fmla="*/ 1 w 48"/>
                <a:gd name="T109" fmla="*/ 27 h 100"/>
                <a:gd name="T110" fmla="*/ 5 w 48"/>
                <a:gd name="T111" fmla="*/ 18 h 100"/>
                <a:gd name="T112" fmla="*/ 2 w 48"/>
                <a:gd name="T113" fmla="*/ 13 h 100"/>
                <a:gd name="T114" fmla="*/ 28 w 48"/>
                <a:gd name="T115" fmla="*/ 56 h 100"/>
                <a:gd name="T116" fmla="*/ 39 w 48"/>
                <a:gd name="T117" fmla="*/ 85 h 100"/>
                <a:gd name="T118" fmla="*/ 33 w 48"/>
                <a:gd name="T119" fmla="*/ 23 h 100"/>
                <a:gd name="T120" fmla="*/ 23 w 48"/>
                <a:gd name="T121" fmla="*/ 23 h 100"/>
                <a:gd name="T122" fmla="*/ 24 w 48"/>
                <a:gd name="T123" fmla="*/ 7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 h="100">
                  <a:moveTo>
                    <a:pt x="35" y="22"/>
                  </a:moveTo>
                  <a:cubicBezTo>
                    <a:pt x="35" y="22"/>
                    <a:pt x="35" y="22"/>
                    <a:pt x="35" y="22"/>
                  </a:cubicBezTo>
                  <a:close/>
                  <a:moveTo>
                    <a:pt x="37" y="71"/>
                  </a:moveTo>
                  <a:cubicBezTo>
                    <a:pt x="37" y="72"/>
                    <a:pt x="37" y="72"/>
                    <a:pt x="37" y="72"/>
                  </a:cubicBezTo>
                  <a:cubicBezTo>
                    <a:pt x="37" y="73"/>
                    <a:pt x="37" y="73"/>
                    <a:pt x="37" y="73"/>
                  </a:cubicBezTo>
                  <a:cubicBezTo>
                    <a:pt x="37" y="73"/>
                    <a:pt x="37" y="73"/>
                    <a:pt x="37" y="73"/>
                  </a:cubicBezTo>
                  <a:cubicBezTo>
                    <a:pt x="37" y="72"/>
                    <a:pt x="37" y="72"/>
                    <a:pt x="37" y="72"/>
                  </a:cubicBezTo>
                  <a:cubicBezTo>
                    <a:pt x="37" y="71"/>
                    <a:pt x="37" y="71"/>
                    <a:pt x="37" y="71"/>
                  </a:cubicBezTo>
                  <a:close/>
                  <a:moveTo>
                    <a:pt x="0" y="12"/>
                  </a:moveTo>
                  <a:cubicBezTo>
                    <a:pt x="0" y="12"/>
                    <a:pt x="0" y="12"/>
                    <a:pt x="0" y="12"/>
                  </a:cubicBezTo>
                  <a:cubicBezTo>
                    <a:pt x="0" y="12"/>
                    <a:pt x="0" y="12"/>
                    <a:pt x="0" y="12"/>
                  </a:cubicBezTo>
                  <a:cubicBezTo>
                    <a:pt x="1" y="12"/>
                    <a:pt x="1" y="12"/>
                    <a:pt x="1" y="12"/>
                  </a:cubicBezTo>
                  <a:cubicBezTo>
                    <a:pt x="2" y="13"/>
                    <a:pt x="2" y="13"/>
                    <a:pt x="2" y="13"/>
                  </a:cubicBezTo>
                  <a:cubicBezTo>
                    <a:pt x="2" y="13"/>
                    <a:pt x="2" y="13"/>
                    <a:pt x="2" y="13"/>
                  </a:cubicBezTo>
                  <a:cubicBezTo>
                    <a:pt x="2" y="13"/>
                    <a:pt x="2" y="13"/>
                    <a:pt x="2" y="13"/>
                  </a:cubicBezTo>
                  <a:cubicBezTo>
                    <a:pt x="3" y="14"/>
                    <a:pt x="3" y="14"/>
                    <a:pt x="3" y="14"/>
                  </a:cubicBezTo>
                  <a:cubicBezTo>
                    <a:pt x="3" y="14"/>
                    <a:pt x="3" y="14"/>
                    <a:pt x="3" y="14"/>
                  </a:cubicBezTo>
                  <a:cubicBezTo>
                    <a:pt x="3" y="14"/>
                    <a:pt x="3" y="14"/>
                    <a:pt x="3" y="14"/>
                  </a:cubicBezTo>
                  <a:cubicBezTo>
                    <a:pt x="4" y="12"/>
                    <a:pt x="4" y="12"/>
                    <a:pt x="4" y="12"/>
                  </a:cubicBezTo>
                  <a:cubicBezTo>
                    <a:pt x="4" y="12"/>
                    <a:pt x="4" y="12"/>
                    <a:pt x="4" y="12"/>
                  </a:cubicBezTo>
                  <a:cubicBezTo>
                    <a:pt x="4" y="12"/>
                    <a:pt x="4" y="12"/>
                    <a:pt x="4" y="12"/>
                  </a:cubicBezTo>
                  <a:cubicBezTo>
                    <a:pt x="4" y="11"/>
                    <a:pt x="3" y="10"/>
                    <a:pt x="3" y="10"/>
                  </a:cubicBezTo>
                  <a:cubicBezTo>
                    <a:pt x="3" y="10"/>
                    <a:pt x="3" y="10"/>
                    <a:pt x="3" y="10"/>
                  </a:cubicBezTo>
                  <a:cubicBezTo>
                    <a:pt x="4" y="10"/>
                    <a:pt x="4" y="10"/>
                    <a:pt x="4" y="10"/>
                  </a:cubicBezTo>
                  <a:cubicBezTo>
                    <a:pt x="4" y="10"/>
                    <a:pt x="4" y="10"/>
                    <a:pt x="4" y="10"/>
                  </a:cubicBezTo>
                  <a:cubicBezTo>
                    <a:pt x="5" y="10"/>
                    <a:pt x="5" y="11"/>
                    <a:pt x="5" y="12"/>
                  </a:cubicBezTo>
                  <a:cubicBezTo>
                    <a:pt x="5" y="12"/>
                    <a:pt x="5" y="12"/>
                    <a:pt x="5" y="12"/>
                  </a:cubicBezTo>
                  <a:cubicBezTo>
                    <a:pt x="6" y="13"/>
                    <a:pt x="6" y="13"/>
                    <a:pt x="6" y="13"/>
                  </a:cubicBezTo>
                  <a:cubicBezTo>
                    <a:pt x="6" y="12"/>
                    <a:pt x="6" y="12"/>
                    <a:pt x="6" y="12"/>
                  </a:cubicBezTo>
                  <a:cubicBezTo>
                    <a:pt x="6" y="12"/>
                    <a:pt x="6" y="12"/>
                    <a:pt x="6" y="12"/>
                  </a:cubicBezTo>
                  <a:cubicBezTo>
                    <a:pt x="6" y="11"/>
                    <a:pt x="6" y="11"/>
                    <a:pt x="6" y="11"/>
                  </a:cubicBezTo>
                  <a:cubicBezTo>
                    <a:pt x="6" y="11"/>
                    <a:pt x="6" y="11"/>
                    <a:pt x="6" y="11"/>
                  </a:cubicBezTo>
                  <a:cubicBezTo>
                    <a:pt x="6" y="11"/>
                    <a:pt x="6" y="11"/>
                    <a:pt x="6" y="11"/>
                  </a:cubicBezTo>
                  <a:cubicBezTo>
                    <a:pt x="6" y="11"/>
                    <a:pt x="6" y="11"/>
                    <a:pt x="6" y="11"/>
                  </a:cubicBezTo>
                  <a:cubicBezTo>
                    <a:pt x="7" y="13"/>
                    <a:pt x="7" y="13"/>
                    <a:pt x="7" y="13"/>
                  </a:cubicBezTo>
                  <a:cubicBezTo>
                    <a:pt x="7" y="13"/>
                    <a:pt x="7" y="13"/>
                    <a:pt x="7" y="13"/>
                  </a:cubicBezTo>
                  <a:cubicBezTo>
                    <a:pt x="8" y="15"/>
                    <a:pt x="8" y="15"/>
                    <a:pt x="8" y="15"/>
                  </a:cubicBezTo>
                  <a:cubicBezTo>
                    <a:pt x="8" y="15"/>
                    <a:pt x="8" y="15"/>
                    <a:pt x="8" y="15"/>
                  </a:cubicBezTo>
                  <a:cubicBezTo>
                    <a:pt x="8" y="16"/>
                    <a:pt x="7" y="17"/>
                    <a:pt x="6" y="17"/>
                  </a:cubicBezTo>
                  <a:cubicBezTo>
                    <a:pt x="6" y="18"/>
                    <a:pt x="6" y="19"/>
                    <a:pt x="6" y="20"/>
                  </a:cubicBezTo>
                  <a:cubicBezTo>
                    <a:pt x="6" y="21"/>
                    <a:pt x="6" y="21"/>
                    <a:pt x="6" y="21"/>
                  </a:cubicBezTo>
                  <a:cubicBezTo>
                    <a:pt x="6" y="22"/>
                    <a:pt x="6" y="24"/>
                    <a:pt x="7" y="25"/>
                  </a:cubicBezTo>
                  <a:cubicBezTo>
                    <a:pt x="7" y="27"/>
                    <a:pt x="7" y="27"/>
                    <a:pt x="7" y="27"/>
                  </a:cubicBezTo>
                  <a:cubicBezTo>
                    <a:pt x="7" y="27"/>
                    <a:pt x="7" y="27"/>
                    <a:pt x="7" y="27"/>
                  </a:cubicBezTo>
                  <a:cubicBezTo>
                    <a:pt x="8" y="28"/>
                    <a:pt x="8" y="28"/>
                    <a:pt x="8" y="28"/>
                  </a:cubicBezTo>
                  <a:cubicBezTo>
                    <a:pt x="8" y="26"/>
                    <a:pt x="10" y="25"/>
                    <a:pt x="10" y="25"/>
                  </a:cubicBezTo>
                  <a:cubicBezTo>
                    <a:pt x="10" y="25"/>
                    <a:pt x="10" y="25"/>
                    <a:pt x="10" y="25"/>
                  </a:cubicBezTo>
                  <a:cubicBezTo>
                    <a:pt x="10" y="26"/>
                    <a:pt x="10" y="26"/>
                    <a:pt x="10" y="26"/>
                  </a:cubicBezTo>
                  <a:cubicBezTo>
                    <a:pt x="10" y="26"/>
                    <a:pt x="10" y="26"/>
                    <a:pt x="10" y="26"/>
                  </a:cubicBezTo>
                  <a:cubicBezTo>
                    <a:pt x="10" y="27"/>
                    <a:pt x="11" y="28"/>
                    <a:pt x="11" y="29"/>
                  </a:cubicBezTo>
                  <a:cubicBezTo>
                    <a:pt x="11" y="30"/>
                    <a:pt x="11" y="30"/>
                    <a:pt x="12" y="31"/>
                  </a:cubicBezTo>
                  <a:cubicBezTo>
                    <a:pt x="13" y="33"/>
                    <a:pt x="13" y="33"/>
                    <a:pt x="13" y="33"/>
                  </a:cubicBezTo>
                  <a:cubicBezTo>
                    <a:pt x="13" y="32"/>
                    <a:pt x="14" y="31"/>
                    <a:pt x="14" y="30"/>
                  </a:cubicBezTo>
                  <a:cubicBezTo>
                    <a:pt x="16" y="28"/>
                    <a:pt x="18" y="27"/>
                    <a:pt x="19" y="26"/>
                  </a:cubicBezTo>
                  <a:cubicBezTo>
                    <a:pt x="20" y="25"/>
                    <a:pt x="21" y="24"/>
                    <a:pt x="21" y="23"/>
                  </a:cubicBezTo>
                  <a:cubicBezTo>
                    <a:pt x="21" y="23"/>
                    <a:pt x="21" y="23"/>
                    <a:pt x="21" y="23"/>
                  </a:cubicBezTo>
                  <a:cubicBezTo>
                    <a:pt x="21" y="22"/>
                    <a:pt x="21" y="22"/>
                    <a:pt x="21" y="22"/>
                  </a:cubicBezTo>
                  <a:cubicBezTo>
                    <a:pt x="20" y="22"/>
                    <a:pt x="20" y="22"/>
                    <a:pt x="20" y="22"/>
                  </a:cubicBezTo>
                  <a:cubicBezTo>
                    <a:pt x="19" y="22"/>
                    <a:pt x="19" y="22"/>
                    <a:pt x="19" y="22"/>
                  </a:cubicBezTo>
                  <a:cubicBezTo>
                    <a:pt x="19" y="22"/>
                    <a:pt x="18" y="23"/>
                    <a:pt x="17" y="23"/>
                  </a:cubicBezTo>
                  <a:cubicBezTo>
                    <a:pt x="17" y="23"/>
                    <a:pt x="17" y="23"/>
                    <a:pt x="17" y="23"/>
                  </a:cubicBezTo>
                  <a:cubicBezTo>
                    <a:pt x="15" y="23"/>
                    <a:pt x="15" y="23"/>
                    <a:pt x="15" y="23"/>
                  </a:cubicBezTo>
                  <a:cubicBezTo>
                    <a:pt x="15" y="23"/>
                    <a:pt x="15" y="23"/>
                    <a:pt x="15" y="23"/>
                  </a:cubicBezTo>
                  <a:cubicBezTo>
                    <a:pt x="14" y="22"/>
                    <a:pt x="14" y="22"/>
                    <a:pt x="14" y="22"/>
                  </a:cubicBezTo>
                  <a:cubicBezTo>
                    <a:pt x="14" y="22"/>
                    <a:pt x="14" y="22"/>
                    <a:pt x="14" y="22"/>
                  </a:cubicBezTo>
                  <a:cubicBezTo>
                    <a:pt x="14" y="22"/>
                    <a:pt x="14" y="22"/>
                    <a:pt x="14" y="22"/>
                  </a:cubicBezTo>
                  <a:cubicBezTo>
                    <a:pt x="13" y="22"/>
                    <a:pt x="13" y="22"/>
                    <a:pt x="13" y="22"/>
                  </a:cubicBezTo>
                  <a:cubicBezTo>
                    <a:pt x="13" y="21"/>
                    <a:pt x="13" y="21"/>
                    <a:pt x="13" y="21"/>
                  </a:cubicBezTo>
                  <a:cubicBezTo>
                    <a:pt x="14" y="21"/>
                    <a:pt x="14" y="21"/>
                    <a:pt x="14" y="21"/>
                  </a:cubicBezTo>
                  <a:cubicBezTo>
                    <a:pt x="14" y="21"/>
                    <a:pt x="14" y="21"/>
                    <a:pt x="14" y="21"/>
                  </a:cubicBezTo>
                  <a:cubicBezTo>
                    <a:pt x="14" y="21"/>
                    <a:pt x="14" y="21"/>
                    <a:pt x="14" y="21"/>
                  </a:cubicBezTo>
                  <a:cubicBezTo>
                    <a:pt x="14" y="21"/>
                    <a:pt x="14" y="21"/>
                    <a:pt x="14" y="21"/>
                  </a:cubicBezTo>
                  <a:cubicBezTo>
                    <a:pt x="16" y="21"/>
                    <a:pt x="16" y="21"/>
                    <a:pt x="16" y="21"/>
                  </a:cubicBezTo>
                  <a:cubicBezTo>
                    <a:pt x="17" y="20"/>
                    <a:pt x="17" y="20"/>
                    <a:pt x="17" y="20"/>
                  </a:cubicBezTo>
                  <a:cubicBezTo>
                    <a:pt x="17" y="19"/>
                    <a:pt x="17" y="19"/>
                    <a:pt x="17" y="19"/>
                  </a:cubicBezTo>
                  <a:cubicBezTo>
                    <a:pt x="17" y="19"/>
                    <a:pt x="17" y="19"/>
                    <a:pt x="17" y="19"/>
                  </a:cubicBezTo>
                  <a:cubicBezTo>
                    <a:pt x="16" y="18"/>
                    <a:pt x="16" y="18"/>
                    <a:pt x="16" y="18"/>
                  </a:cubicBezTo>
                  <a:cubicBezTo>
                    <a:pt x="16" y="18"/>
                    <a:pt x="16" y="18"/>
                    <a:pt x="16" y="18"/>
                  </a:cubicBezTo>
                  <a:cubicBezTo>
                    <a:pt x="14" y="19"/>
                    <a:pt x="14" y="19"/>
                    <a:pt x="14" y="19"/>
                  </a:cubicBezTo>
                  <a:cubicBezTo>
                    <a:pt x="14" y="19"/>
                    <a:pt x="14" y="19"/>
                    <a:pt x="14" y="19"/>
                  </a:cubicBezTo>
                  <a:cubicBezTo>
                    <a:pt x="14" y="19"/>
                    <a:pt x="14" y="19"/>
                    <a:pt x="14" y="19"/>
                  </a:cubicBezTo>
                  <a:cubicBezTo>
                    <a:pt x="14" y="18"/>
                    <a:pt x="14" y="18"/>
                    <a:pt x="14" y="18"/>
                  </a:cubicBezTo>
                  <a:cubicBezTo>
                    <a:pt x="14" y="17"/>
                    <a:pt x="14" y="14"/>
                    <a:pt x="16" y="14"/>
                  </a:cubicBezTo>
                  <a:cubicBezTo>
                    <a:pt x="19" y="14"/>
                    <a:pt x="19" y="14"/>
                    <a:pt x="19" y="14"/>
                  </a:cubicBezTo>
                  <a:cubicBezTo>
                    <a:pt x="19" y="14"/>
                    <a:pt x="20" y="13"/>
                    <a:pt x="21" y="13"/>
                  </a:cubicBezTo>
                  <a:cubicBezTo>
                    <a:pt x="22" y="13"/>
                    <a:pt x="23" y="13"/>
                    <a:pt x="24" y="13"/>
                  </a:cubicBezTo>
                  <a:cubicBezTo>
                    <a:pt x="24" y="13"/>
                    <a:pt x="24" y="13"/>
                    <a:pt x="24" y="13"/>
                  </a:cubicBezTo>
                  <a:cubicBezTo>
                    <a:pt x="24" y="13"/>
                    <a:pt x="24" y="13"/>
                    <a:pt x="24" y="13"/>
                  </a:cubicBezTo>
                  <a:cubicBezTo>
                    <a:pt x="26" y="13"/>
                    <a:pt x="26" y="13"/>
                    <a:pt x="26" y="13"/>
                  </a:cubicBezTo>
                  <a:cubicBezTo>
                    <a:pt x="26" y="13"/>
                    <a:pt x="26" y="13"/>
                    <a:pt x="26" y="13"/>
                  </a:cubicBezTo>
                  <a:cubicBezTo>
                    <a:pt x="27" y="13"/>
                    <a:pt x="27" y="13"/>
                    <a:pt x="27" y="13"/>
                  </a:cubicBezTo>
                  <a:cubicBezTo>
                    <a:pt x="27" y="14"/>
                    <a:pt x="27" y="14"/>
                    <a:pt x="27" y="14"/>
                  </a:cubicBezTo>
                  <a:cubicBezTo>
                    <a:pt x="27" y="14"/>
                    <a:pt x="27" y="14"/>
                    <a:pt x="27" y="14"/>
                  </a:cubicBezTo>
                  <a:cubicBezTo>
                    <a:pt x="28" y="13"/>
                    <a:pt x="28" y="13"/>
                    <a:pt x="28" y="13"/>
                  </a:cubicBezTo>
                  <a:cubicBezTo>
                    <a:pt x="28" y="12"/>
                    <a:pt x="28" y="12"/>
                    <a:pt x="28" y="12"/>
                  </a:cubicBezTo>
                  <a:cubicBezTo>
                    <a:pt x="28" y="13"/>
                    <a:pt x="28" y="13"/>
                    <a:pt x="28" y="13"/>
                  </a:cubicBezTo>
                  <a:cubicBezTo>
                    <a:pt x="29" y="15"/>
                    <a:pt x="29" y="15"/>
                    <a:pt x="29" y="15"/>
                  </a:cubicBezTo>
                  <a:cubicBezTo>
                    <a:pt x="29" y="16"/>
                    <a:pt x="29" y="16"/>
                    <a:pt x="29" y="16"/>
                  </a:cubicBezTo>
                  <a:cubicBezTo>
                    <a:pt x="29" y="16"/>
                    <a:pt x="29" y="16"/>
                    <a:pt x="29" y="16"/>
                  </a:cubicBezTo>
                  <a:cubicBezTo>
                    <a:pt x="28" y="16"/>
                    <a:pt x="28" y="16"/>
                    <a:pt x="28" y="16"/>
                  </a:cubicBezTo>
                  <a:cubicBezTo>
                    <a:pt x="28" y="16"/>
                    <a:pt x="28" y="16"/>
                    <a:pt x="28" y="16"/>
                  </a:cubicBezTo>
                  <a:cubicBezTo>
                    <a:pt x="28" y="16"/>
                    <a:pt x="29" y="17"/>
                    <a:pt x="30" y="19"/>
                  </a:cubicBezTo>
                  <a:cubicBezTo>
                    <a:pt x="31" y="18"/>
                    <a:pt x="31" y="18"/>
                    <a:pt x="31" y="18"/>
                  </a:cubicBezTo>
                  <a:cubicBezTo>
                    <a:pt x="31" y="17"/>
                    <a:pt x="32" y="16"/>
                    <a:pt x="32" y="16"/>
                  </a:cubicBezTo>
                  <a:cubicBezTo>
                    <a:pt x="32" y="15"/>
                    <a:pt x="32" y="15"/>
                    <a:pt x="32" y="15"/>
                  </a:cubicBezTo>
                  <a:cubicBezTo>
                    <a:pt x="32" y="15"/>
                    <a:pt x="32" y="15"/>
                    <a:pt x="32" y="15"/>
                  </a:cubicBezTo>
                  <a:cubicBezTo>
                    <a:pt x="33" y="16"/>
                    <a:pt x="33" y="16"/>
                    <a:pt x="33" y="16"/>
                  </a:cubicBezTo>
                  <a:cubicBezTo>
                    <a:pt x="33" y="14"/>
                    <a:pt x="34" y="11"/>
                    <a:pt x="34" y="11"/>
                  </a:cubicBezTo>
                  <a:cubicBezTo>
                    <a:pt x="34" y="10"/>
                    <a:pt x="34" y="10"/>
                    <a:pt x="34" y="10"/>
                  </a:cubicBezTo>
                  <a:cubicBezTo>
                    <a:pt x="34" y="10"/>
                    <a:pt x="34" y="10"/>
                    <a:pt x="34" y="10"/>
                  </a:cubicBezTo>
                  <a:cubicBezTo>
                    <a:pt x="35" y="12"/>
                    <a:pt x="35" y="12"/>
                    <a:pt x="35" y="12"/>
                  </a:cubicBezTo>
                  <a:cubicBezTo>
                    <a:pt x="35" y="11"/>
                    <a:pt x="35" y="9"/>
                    <a:pt x="35" y="8"/>
                  </a:cubicBezTo>
                  <a:cubicBezTo>
                    <a:pt x="35" y="4"/>
                    <a:pt x="35" y="0"/>
                    <a:pt x="35" y="0"/>
                  </a:cubicBezTo>
                  <a:cubicBezTo>
                    <a:pt x="35" y="0"/>
                    <a:pt x="35" y="0"/>
                    <a:pt x="35" y="0"/>
                  </a:cubicBezTo>
                  <a:cubicBezTo>
                    <a:pt x="35" y="0"/>
                    <a:pt x="35" y="0"/>
                    <a:pt x="35" y="0"/>
                  </a:cubicBezTo>
                  <a:cubicBezTo>
                    <a:pt x="38" y="0"/>
                    <a:pt x="40" y="6"/>
                    <a:pt x="40" y="9"/>
                  </a:cubicBezTo>
                  <a:cubicBezTo>
                    <a:pt x="40" y="9"/>
                    <a:pt x="40" y="9"/>
                    <a:pt x="40" y="9"/>
                  </a:cubicBezTo>
                  <a:cubicBezTo>
                    <a:pt x="40" y="10"/>
                    <a:pt x="40" y="10"/>
                    <a:pt x="40" y="10"/>
                  </a:cubicBezTo>
                  <a:cubicBezTo>
                    <a:pt x="40" y="11"/>
                    <a:pt x="40" y="11"/>
                    <a:pt x="40" y="11"/>
                  </a:cubicBezTo>
                  <a:cubicBezTo>
                    <a:pt x="41" y="10"/>
                    <a:pt x="42" y="8"/>
                    <a:pt x="43" y="6"/>
                  </a:cubicBezTo>
                  <a:cubicBezTo>
                    <a:pt x="45" y="4"/>
                    <a:pt x="46" y="2"/>
                    <a:pt x="46" y="2"/>
                  </a:cubicBezTo>
                  <a:cubicBezTo>
                    <a:pt x="46" y="1"/>
                    <a:pt x="46" y="1"/>
                    <a:pt x="46" y="1"/>
                  </a:cubicBezTo>
                  <a:cubicBezTo>
                    <a:pt x="46" y="2"/>
                    <a:pt x="46" y="2"/>
                    <a:pt x="46" y="2"/>
                  </a:cubicBezTo>
                  <a:cubicBezTo>
                    <a:pt x="47" y="3"/>
                    <a:pt x="48" y="4"/>
                    <a:pt x="48" y="5"/>
                  </a:cubicBezTo>
                  <a:cubicBezTo>
                    <a:pt x="47" y="9"/>
                    <a:pt x="45" y="13"/>
                    <a:pt x="44" y="15"/>
                  </a:cubicBezTo>
                  <a:cubicBezTo>
                    <a:pt x="45" y="14"/>
                    <a:pt x="47" y="12"/>
                    <a:pt x="47" y="12"/>
                  </a:cubicBezTo>
                  <a:cubicBezTo>
                    <a:pt x="47" y="12"/>
                    <a:pt x="47" y="12"/>
                    <a:pt x="47" y="12"/>
                  </a:cubicBezTo>
                  <a:cubicBezTo>
                    <a:pt x="47" y="12"/>
                    <a:pt x="47" y="12"/>
                    <a:pt x="47" y="12"/>
                  </a:cubicBezTo>
                  <a:cubicBezTo>
                    <a:pt x="48" y="14"/>
                    <a:pt x="48" y="14"/>
                    <a:pt x="48" y="14"/>
                  </a:cubicBezTo>
                  <a:cubicBezTo>
                    <a:pt x="48" y="17"/>
                    <a:pt x="45" y="20"/>
                    <a:pt x="44" y="21"/>
                  </a:cubicBezTo>
                  <a:cubicBezTo>
                    <a:pt x="45" y="21"/>
                    <a:pt x="47" y="20"/>
                    <a:pt x="47" y="20"/>
                  </a:cubicBezTo>
                  <a:cubicBezTo>
                    <a:pt x="47" y="20"/>
                    <a:pt x="47" y="20"/>
                    <a:pt x="47" y="20"/>
                  </a:cubicBezTo>
                  <a:cubicBezTo>
                    <a:pt x="47" y="21"/>
                    <a:pt x="47" y="21"/>
                    <a:pt x="47" y="21"/>
                  </a:cubicBezTo>
                  <a:cubicBezTo>
                    <a:pt x="47" y="21"/>
                    <a:pt x="47" y="21"/>
                    <a:pt x="47" y="21"/>
                  </a:cubicBezTo>
                  <a:cubicBezTo>
                    <a:pt x="47" y="24"/>
                    <a:pt x="44" y="27"/>
                    <a:pt x="43" y="28"/>
                  </a:cubicBezTo>
                  <a:cubicBezTo>
                    <a:pt x="45" y="28"/>
                    <a:pt x="46" y="29"/>
                    <a:pt x="46" y="29"/>
                  </a:cubicBezTo>
                  <a:cubicBezTo>
                    <a:pt x="46" y="29"/>
                    <a:pt x="46" y="29"/>
                    <a:pt x="46" y="29"/>
                  </a:cubicBezTo>
                  <a:cubicBezTo>
                    <a:pt x="46" y="29"/>
                    <a:pt x="46" y="29"/>
                    <a:pt x="46" y="29"/>
                  </a:cubicBezTo>
                  <a:cubicBezTo>
                    <a:pt x="45" y="31"/>
                    <a:pt x="44" y="32"/>
                    <a:pt x="43" y="33"/>
                  </a:cubicBezTo>
                  <a:cubicBezTo>
                    <a:pt x="43" y="33"/>
                    <a:pt x="43" y="33"/>
                    <a:pt x="43" y="33"/>
                  </a:cubicBezTo>
                  <a:cubicBezTo>
                    <a:pt x="43" y="33"/>
                    <a:pt x="43" y="33"/>
                    <a:pt x="43" y="33"/>
                  </a:cubicBezTo>
                  <a:cubicBezTo>
                    <a:pt x="46" y="33"/>
                    <a:pt x="48" y="35"/>
                    <a:pt x="48" y="38"/>
                  </a:cubicBezTo>
                  <a:cubicBezTo>
                    <a:pt x="48" y="38"/>
                    <a:pt x="48" y="38"/>
                    <a:pt x="48" y="38"/>
                  </a:cubicBezTo>
                  <a:cubicBezTo>
                    <a:pt x="48" y="41"/>
                    <a:pt x="47" y="42"/>
                    <a:pt x="47" y="43"/>
                  </a:cubicBezTo>
                  <a:cubicBezTo>
                    <a:pt x="47" y="43"/>
                    <a:pt x="47" y="43"/>
                    <a:pt x="47" y="43"/>
                  </a:cubicBezTo>
                  <a:cubicBezTo>
                    <a:pt x="47" y="44"/>
                    <a:pt x="48" y="44"/>
                    <a:pt x="48" y="48"/>
                  </a:cubicBezTo>
                  <a:cubicBezTo>
                    <a:pt x="48" y="49"/>
                    <a:pt x="48" y="49"/>
                    <a:pt x="48" y="49"/>
                  </a:cubicBezTo>
                  <a:cubicBezTo>
                    <a:pt x="48" y="51"/>
                    <a:pt x="46" y="51"/>
                    <a:pt x="45" y="51"/>
                  </a:cubicBezTo>
                  <a:cubicBezTo>
                    <a:pt x="45" y="51"/>
                    <a:pt x="45" y="51"/>
                    <a:pt x="45" y="51"/>
                  </a:cubicBezTo>
                  <a:cubicBezTo>
                    <a:pt x="44" y="51"/>
                    <a:pt x="44" y="51"/>
                    <a:pt x="44" y="51"/>
                  </a:cubicBezTo>
                  <a:cubicBezTo>
                    <a:pt x="44" y="51"/>
                    <a:pt x="44" y="51"/>
                    <a:pt x="44" y="51"/>
                  </a:cubicBezTo>
                  <a:cubicBezTo>
                    <a:pt x="44" y="51"/>
                    <a:pt x="44" y="51"/>
                    <a:pt x="44" y="51"/>
                  </a:cubicBezTo>
                  <a:cubicBezTo>
                    <a:pt x="45" y="51"/>
                    <a:pt x="45" y="49"/>
                    <a:pt x="45" y="48"/>
                  </a:cubicBezTo>
                  <a:cubicBezTo>
                    <a:pt x="45" y="48"/>
                    <a:pt x="45" y="48"/>
                    <a:pt x="45" y="48"/>
                  </a:cubicBezTo>
                  <a:cubicBezTo>
                    <a:pt x="46" y="47"/>
                    <a:pt x="43" y="45"/>
                    <a:pt x="43" y="43"/>
                  </a:cubicBezTo>
                  <a:cubicBezTo>
                    <a:pt x="42" y="42"/>
                    <a:pt x="42" y="42"/>
                    <a:pt x="42" y="42"/>
                  </a:cubicBezTo>
                  <a:cubicBezTo>
                    <a:pt x="42" y="40"/>
                    <a:pt x="45" y="39"/>
                    <a:pt x="45" y="39"/>
                  </a:cubicBezTo>
                  <a:cubicBezTo>
                    <a:pt x="46" y="38"/>
                    <a:pt x="46" y="38"/>
                    <a:pt x="46" y="38"/>
                  </a:cubicBezTo>
                  <a:cubicBezTo>
                    <a:pt x="46" y="38"/>
                    <a:pt x="46" y="38"/>
                    <a:pt x="46" y="38"/>
                  </a:cubicBezTo>
                  <a:cubicBezTo>
                    <a:pt x="46" y="36"/>
                    <a:pt x="44" y="36"/>
                    <a:pt x="44" y="36"/>
                  </a:cubicBezTo>
                  <a:cubicBezTo>
                    <a:pt x="44" y="36"/>
                    <a:pt x="44" y="36"/>
                    <a:pt x="44" y="36"/>
                  </a:cubicBezTo>
                  <a:cubicBezTo>
                    <a:pt x="43" y="36"/>
                    <a:pt x="43" y="36"/>
                    <a:pt x="43" y="36"/>
                  </a:cubicBezTo>
                  <a:cubicBezTo>
                    <a:pt x="43" y="36"/>
                    <a:pt x="43" y="36"/>
                    <a:pt x="43" y="36"/>
                  </a:cubicBezTo>
                  <a:cubicBezTo>
                    <a:pt x="43" y="36"/>
                    <a:pt x="43" y="36"/>
                    <a:pt x="43" y="36"/>
                  </a:cubicBezTo>
                  <a:cubicBezTo>
                    <a:pt x="43" y="36"/>
                    <a:pt x="43" y="36"/>
                    <a:pt x="43" y="36"/>
                  </a:cubicBezTo>
                  <a:cubicBezTo>
                    <a:pt x="41" y="36"/>
                    <a:pt x="41" y="36"/>
                    <a:pt x="41" y="36"/>
                  </a:cubicBezTo>
                  <a:cubicBezTo>
                    <a:pt x="42" y="37"/>
                    <a:pt x="42" y="37"/>
                    <a:pt x="42" y="37"/>
                  </a:cubicBezTo>
                  <a:cubicBezTo>
                    <a:pt x="42" y="38"/>
                    <a:pt x="42" y="38"/>
                    <a:pt x="42" y="38"/>
                  </a:cubicBezTo>
                  <a:cubicBezTo>
                    <a:pt x="41" y="38"/>
                    <a:pt x="41" y="38"/>
                    <a:pt x="41" y="38"/>
                  </a:cubicBezTo>
                  <a:cubicBezTo>
                    <a:pt x="40" y="38"/>
                    <a:pt x="40" y="38"/>
                    <a:pt x="40" y="38"/>
                  </a:cubicBezTo>
                  <a:cubicBezTo>
                    <a:pt x="40" y="39"/>
                    <a:pt x="40" y="40"/>
                    <a:pt x="40" y="41"/>
                  </a:cubicBezTo>
                  <a:cubicBezTo>
                    <a:pt x="40" y="41"/>
                    <a:pt x="40" y="41"/>
                    <a:pt x="40" y="41"/>
                  </a:cubicBezTo>
                  <a:cubicBezTo>
                    <a:pt x="40" y="48"/>
                    <a:pt x="47" y="54"/>
                    <a:pt x="47" y="59"/>
                  </a:cubicBezTo>
                  <a:cubicBezTo>
                    <a:pt x="47" y="62"/>
                    <a:pt x="44" y="65"/>
                    <a:pt x="43" y="66"/>
                  </a:cubicBezTo>
                  <a:cubicBezTo>
                    <a:pt x="44" y="68"/>
                    <a:pt x="44" y="68"/>
                    <a:pt x="44" y="68"/>
                  </a:cubicBezTo>
                  <a:cubicBezTo>
                    <a:pt x="45" y="68"/>
                    <a:pt x="45" y="68"/>
                    <a:pt x="45" y="68"/>
                  </a:cubicBezTo>
                  <a:cubicBezTo>
                    <a:pt x="43" y="69"/>
                    <a:pt x="43" y="69"/>
                    <a:pt x="43" y="69"/>
                  </a:cubicBezTo>
                  <a:cubicBezTo>
                    <a:pt x="44" y="70"/>
                    <a:pt x="44" y="70"/>
                    <a:pt x="44" y="70"/>
                  </a:cubicBezTo>
                  <a:cubicBezTo>
                    <a:pt x="43" y="70"/>
                    <a:pt x="43" y="70"/>
                    <a:pt x="43" y="70"/>
                  </a:cubicBezTo>
                  <a:cubicBezTo>
                    <a:pt x="43" y="71"/>
                    <a:pt x="43" y="71"/>
                    <a:pt x="43" y="71"/>
                  </a:cubicBezTo>
                  <a:cubicBezTo>
                    <a:pt x="43" y="72"/>
                    <a:pt x="43" y="72"/>
                    <a:pt x="43" y="72"/>
                  </a:cubicBezTo>
                  <a:cubicBezTo>
                    <a:pt x="42" y="72"/>
                    <a:pt x="42" y="72"/>
                    <a:pt x="42" y="72"/>
                  </a:cubicBezTo>
                  <a:cubicBezTo>
                    <a:pt x="43" y="73"/>
                    <a:pt x="43" y="73"/>
                    <a:pt x="43" y="73"/>
                  </a:cubicBezTo>
                  <a:cubicBezTo>
                    <a:pt x="43" y="73"/>
                    <a:pt x="43" y="73"/>
                    <a:pt x="43" y="73"/>
                  </a:cubicBezTo>
                  <a:cubicBezTo>
                    <a:pt x="42" y="73"/>
                    <a:pt x="42" y="73"/>
                    <a:pt x="42" y="73"/>
                  </a:cubicBezTo>
                  <a:cubicBezTo>
                    <a:pt x="42" y="74"/>
                    <a:pt x="42" y="74"/>
                    <a:pt x="42" y="74"/>
                  </a:cubicBezTo>
                  <a:cubicBezTo>
                    <a:pt x="42" y="75"/>
                    <a:pt x="42" y="75"/>
                    <a:pt x="42" y="75"/>
                  </a:cubicBezTo>
                  <a:cubicBezTo>
                    <a:pt x="41" y="75"/>
                    <a:pt x="41" y="75"/>
                    <a:pt x="41" y="75"/>
                  </a:cubicBezTo>
                  <a:cubicBezTo>
                    <a:pt x="41" y="77"/>
                    <a:pt x="41" y="77"/>
                    <a:pt x="41" y="77"/>
                  </a:cubicBezTo>
                  <a:cubicBezTo>
                    <a:pt x="42" y="77"/>
                    <a:pt x="42" y="77"/>
                    <a:pt x="42" y="77"/>
                  </a:cubicBezTo>
                  <a:cubicBezTo>
                    <a:pt x="40" y="77"/>
                    <a:pt x="40" y="77"/>
                    <a:pt x="40" y="77"/>
                  </a:cubicBezTo>
                  <a:cubicBezTo>
                    <a:pt x="41" y="79"/>
                    <a:pt x="41" y="79"/>
                    <a:pt x="41" y="79"/>
                  </a:cubicBezTo>
                  <a:cubicBezTo>
                    <a:pt x="43" y="82"/>
                    <a:pt x="43" y="82"/>
                    <a:pt x="43" y="82"/>
                  </a:cubicBezTo>
                  <a:cubicBezTo>
                    <a:pt x="43" y="83"/>
                    <a:pt x="42" y="84"/>
                    <a:pt x="42" y="86"/>
                  </a:cubicBezTo>
                  <a:cubicBezTo>
                    <a:pt x="42" y="87"/>
                    <a:pt x="42" y="88"/>
                    <a:pt x="42" y="88"/>
                  </a:cubicBezTo>
                  <a:cubicBezTo>
                    <a:pt x="43" y="93"/>
                    <a:pt x="43" y="93"/>
                    <a:pt x="43" y="93"/>
                  </a:cubicBezTo>
                  <a:cubicBezTo>
                    <a:pt x="43" y="95"/>
                    <a:pt x="43" y="95"/>
                    <a:pt x="43" y="95"/>
                  </a:cubicBezTo>
                  <a:cubicBezTo>
                    <a:pt x="42" y="99"/>
                    <a:pt x="42" y="99"/>
                    <a:pt x="42" y="99"/>
                  </a:cubicBezTo>
                  <a:cubicBezTo>
                    <a:pt x="42" y="100"/>
                    <a:pt x="41" y="100"/>
                    <a:pt x="40" y="100"/>
                  </a:cubicBezTo>
                  <a:cubicBezTo>
                    <a:pt x="39" y="100"/>
                    <a:pt x="39" y="100"/>
                    <a:pt x="39" y="100"/>
                  </a:cubicBezTo>
                  <a:cubicBezTo>
                    <a:pt x="38" y="100"/>
                    <a:pt x="36" y="100"/>
                    <a:pt x="35" y="100"/>
                  </a:cubicBezTo>
                  <a:cubicBezTo>
                    <a:pt x="34" y="100"/>
                    <a:pt x="32" y="99"/>
                    <a:pt x="31" y="98"/>
                  </a:cubicBezTo>
                  <a:cubicBezTo>
                    <a:pt x="30" y="97"/>
                    <a:pt x="30" y="97"/>
                    <a:pt x="30" y="97"/>
                  </a:cubicBezTo>
                  <a:cubicBezTo>
                    <a:pt x="30" y="97"/>
                    <a:pt x="30" y="97"/>
                    <a:pt x="30" y="97"/>
                  </a:cubicBezTo>
                  <a:cubicBezTo>
                    <a:pt x="32" y="95"/>
                    <a:pt x="32" y="95"/>
                    <a:pt x="32" y="95"/>
                  </a:cubicBezTo>
                  <a:cubicBezTo>
                    <a:pt x="33" y="95"/>
                    <a:pt x="33" y="95"/>
                    <a:pt x="33" y="95"/>
                  </a:cubicBezTo>
                  <a:cubicBezTo>
                    <a:pt x="34" y="95"/>
                    <a:pt x="34" y="95"/>
                    <a:pt x="34" y="95"/>
                  </a:cubicBezTo>
                  <a:cubicBezTo>
                    <a:pt x="34" y="95"/>
                    <a:pt x="34" y="95"/>
                    <a:pt x="34" y="95"/>
                  </a:cubicBezTo>
                  <a:cubicBezTo>
                    <a:pt x="34" y="95"/>
                    <a:pt x="34" y="95"/>
                    <a:pt x="34" y="95"/>
                  </a:cubicBezTo>
                  <a:cubicBezTo>
                    <a:pt x="35" y="95"/>
                    <a:pt x="35" y="95"/>
                    <a:pt x="35" y="95"/>
                  </a:cubicBezTo>
                  <a:cubicBezTo>
                    <a:pt x="36" y="95"/>
                    <a:pt x="36" y="96"/>
                    <a:pt x="37" y="96"/>
                  </a:cubicBezTo>
                  <a:cubicBezTo>
                    <a:pt x="37" y="96"/>
                    <a:pt x="37" y="96"/>
                    <a:pt x="37" y="96"/>
                  </a:cubicBezTo>
                  <a:cubicBezTo>
                    <a:pt x="39" y="96"/>
                    <a:pt x="39" y="94"/>
                    <a:pt x="39" y="93"/>
                  </a:cubicBezTo>
                  <a:cubicBezTo>
                    <a:pt x="39" y="92"/>
                    <a:pt x="39" y="92"/>
                    <a:pt x="39" y="92"/>
                  </a:cubicBezTo>
                  <a:cubicBezTo>
                    <a:pt x="39" y="91"/>
                    <a:pt x="39" y="91"/>
                    <a:pt x="38" y="90"/>
                  </a:cubicBezTo>
                  <a:cubicBezTo>
                    <a:pt x="38" y="89"/>
                    <a:pt x="38" y="88"/>
                    <a:pt x="38" y="87"/>
                  </a:cubicBezTo>
                  <a:cubicBezTo>
                    <a:pt x="38" y="86"/>
                    <a:pt x="38" y="86"/>
                    <a:pt x="38" y="86"/>
                  </a:cubicBezTo>
                  <a:cubicBezTo>
                    <a:pt x="38" y="85"/>
                    <a:pt x="38" y="85"/>
                    <a:pt x="37" y="84"/>
                  </a:cubicBezTo>
                  <a:cubicBezTo>
                    <a:pt x="36" y="83"/>
                    <a:pt x="36" y="82"/>
                    <a:pt x="36" y="81"/>
                  </a:cubicBezTo>
                  <a:cubicBezTo>
                    <a:pt x="36" y="80"/>
                    <a:pt x="36" y="79"/>
                    <a:pt x="35" y="78"/>
                  </a:cubicBezTo>
                  <a:cubicBezTo>
                    <a:pt x="33" y="77"/>
                    <a:pt x="32" y="75"/>
                    <a:pt x="32" y="74"/>
                  </a:cubicBezTo>
                  <a:cubicBezTo>
                    <a:pt x="31" y="72"/>
                    <a:pt x="31" y="72"/>
                    <a:pt x="31" y="72"/>
                  </a:cubicBezTo>
                  <a:cubicBezTo>
                    <a:pt x="30" y="70"/>
                    <a:pt x="30" y="70"/>
                    <a:pt x="30" y="70"/>
                  </a:cubicBezTo>
                  <a:cubicBezTo>
                    <a:pt x="30" y="70"/>
                    <a:pt x="30" y="70"/>
                    <a:pt x="30" y="70"/>
                  </a:cubicBezTo>
                  <a:cubicBezTo>
                    <a:pt x="29" y="69"/>
                    <a:pt x="29" y="69"/>
                    <a:pt x="28" y="68"/>
                  </a:cubicBezTo>
                  <a:cubicBezTo>
                    <a:pt x="27" y="67"/>
                    <a:pt x="27" y="67"/>
                    <a:pt x="27" y="67"/>
                  </a:cubicBezTo>
                  <a:cubicBezTo>
                    <a:pt x="27" y="68"/>
                    <a:pt x="27" y="68"/>
                    <a:pt x="27" y="68"/>
                  </a:cubicBezTo>
                  <a:cubicBezTo>
                    <a:pt x="27" y="68"/>
                    <a:pt x="27" y="68"/>
                    <a:pt x="27" y="68"/>
                  </a:cubicBezTo>
                  <a:cubicBezTo>
                    <a:pt x="27" y="68"/>
                    <a:pt x="27" y="68"/>
                    <a:pt x="27" y="68"/>
                  </a:cubicBezTo>
                  <a:cubicBezTo>
                    <a:pt x="27" y="68"/>
                    <a:pt x="27" y="68"/>
                    <a:pt x="27" y="68"/>
                  </a:cubicBezTo>
                  <a:cubicBezTo>
                    <a:pt x="27" y="69"/>
                    <a:pt x="27" y="69"/>
                    <a:pt x="27" y="69"/>
                  </a:cubicBezTo>
                  <a:cubicBezTo>
                    <a:pt x="28" y="71"/>
                    <a:pt x="28" y="71"/>
                    <a:pt x="28" y="71"/>
                  </a:cubicBezTo>
                  <a:cubicBezTo>
                    <a:pt x="28" y="72"/>
                    <a:pt x="28" y="72"/>
                    <a:pt x="28" y="72"/>
                  </a:cubicBezTo>
                  <a:cubicBezTo>
                    <a:pt x="28" y="74"/>
                    <a:pt x="28" y="74"/>
                    <a:pt x="28" y="74"/>
                  </a:cubicBezTo>
                  <a:cubicBezTo>
                    <a:pt x="26" y="75"/>
                    <a:pt x="26" y="75"/>
                    <a:pt x="26" y="75"/>
                  </a:cubicBezTo>
                  <a:cubicBezTo>
                    <a:pt x="25" y="76"/>
                    <a:pt x="25" y="76"/>
                    <a:pt x="25" y="76"/>
                  </a:cubicBezTo>
                  <a:cubicBezTo>
                    <a:pt x="23" y="78"/>
                    <a:pt x="23" y="78"/>
                    <a:pt x="23" y="78"/>
                  </a:cubicBezTo>
                  <a:cubicBezTo>
                    <a:pt x="22" y="79"/>
                    <a:pt x="22" y="79"/>
                    <a:pt x="22" y="79"/>
                  </a:cubicBezTo>
                  <a:cubicBezTo>
                    <a:pt x="21" y="81"/>
                    <a:pt x="21" y="81"/>
                    <a:pt x="21" y="81"/>
                  </a:cubicBezTo>
                  <a:cubicBezTo>
                    <a:pt x="20" y="82"/>
                    <a:pt x="19" y="83"/>
                    <a:pt x="18" y="83"/>
                  </a:cubicBezTo>
                  <a:cubicBezTo>
                    <a:pt x="16" y="83"/>
                    <a:pt x="15" y="80"/>
                    <a:pt x="14" y="79"/>
                  </a:cubicBezTo>
                  <a:cubicBezTo>
                    <a:pt x="14" y="78"/>
                    <a:pt x="13" y="76"/>
                    <a:pt x="13" y="75"/>
                  </a:cubicBezTo>
                  <a:cubicBezTo>
                    <a:pt x="13" y="72"/>
                    <a:pt x="13" y="72"/>
                    <a:pt x="13" y="72"/>
                  </a:cubicBezTo>
                  <a:cubicBezTo>
                    <a:pt x="13" y="72"/>
                    <a:pt x="13" y="72"/>
                    <a:pt x="13" y="72"/>
                  </a:cubicBezTo>
                  <a:cubicBezTo>
                    <a:pt x="14" y="72"/>
                    <a:pt x="14" y="72"/>
                    <a:pt x="14" y="72"/>
                  </a:cubicBezTo>
                  <a:cubicBezTo>
                    <a:pt x="15" y="73"/>
                    <a:pt x="15" y="73"/>
                    <a:pt x="15" y="73"/>
                  </a:cubicBezTo>
                  <a:cubicBezTo>
                    <a:pt x="16" y="74"/>
                    <a:pt x="16" y="74"/>
                    <a:pt x="16" y="74"/>
                  </a:cubicBezTo>
                  <a:cubicBezTo>
                    <a:pt x="17" y="75"/>
                    <a:pt x="17" y="75"/>
                    <a:pt x="17" y="75"/>
                  </a:cubicBezTo>
                  <a:cubicBezTo>
                    <a:pt x="18" y="77"/>
                    <a:pt x="18" y="77"/>
                    <a:pt x="18" y="77"/>
                  </a:cubicBezTo>
                  <a:cubicBezTo>
                    <a:pt x="18" y="77"/>
                    <a:pt x="18" y="77"/>
                    <a:pt x="18" y="77"/>
                  </a:cubicBezTo>
                  <a:cubicBezTo>
                    <a:pt x="19" y="76"/>
                    <a:pt x="19" y="76"/>
                    <a:pt x="19" y="76"/>
                  </a:cubicBezTo>
                  <a:cubicBezTo>
                    <a:pt x="20" y="76"/>
                    <a:pt x="21" y="74"/>
                    <a:pt x="22" y="73"/>
                  </a:cubicBezTo>
                  <a:cubicBezTo>
                    <a:pt x="22" y="72"/>
                    <a:pt x="23" y="71"/>
                    <a:pt x="23" y="70"/>
                  </a:cubicBezTo>
                  <a:cubicBezTo>
                    <a:pt x="23" y="69"/>
                    <a:pt x="23" y="69"/>
                    <a:pt x="23" y="69"/>
                  </a:cubicBezTo>
                  <a:cubicBezTo>
                    <a:pt x="22" y="68"/>
                    <a:pt x="19" y="66"/>
                    <a:pt x="18" y="65"/>
                  </a:cubicBezTo>
                  <a:cubicBezTo>
                    <a:pt x="18" y="64"/>
                    <a:pt x="18" y="64"/>
                    <a:pt x="18" y="64"/>
                  </a:cubicBezTo>
                  <a:cubicBezTo>
                    <a:pt x="18" y="63"/>
                    <a:pt x="18" y="63"/>
                    <a:pt x="18" y="63"/>
                  </a:cubicBezTo>
                  <a:cubicBezTo>
                    <a:pt x="17" y="62"/>
                    <a:pt x="17" y="61"/>
                    <a:pt x="17" y="61"/>
                  </a:cubicBezTo>
                  <a:cubicBezTo>
                    <a:pt x="17" y="57"/>
                    <a:pt x="20" y="56"/>
                    <a:pt x="22" y="56"/>
                  </a:cubicBezTo>
                  <a:cubicBezTo>
                    <a:pt x="24" y="56"/>
                    <a:pt x="24" y="56"/>
                    <a:pt x="24" y="56"/>
                  </a:cubicBezTo>
                  <a:cubicBezTo>
                    <a:pt x="23" y="56"/>
                    <a:pt x="23" y="56"/>
                    <a:pt x="23" y="56"/>
                  </a:cubicBezTo>
                  <a:cubicBezTo>
                    <a:pt x="22" y="54"/>
                    <a:pt x="22" y="54"/>
                    <a:pt x="22" y="54"/>
                  </a:cubicBezTo>
                  <a:cubicBezTo>
                    <a:pt x="20" y="53"/>
                    <a:pt x="20" y="53"/>
                    <a:pt x="20" y="53"/>
                  </a:cubicBezTo>
                  <a:cubicBezTo>
                    <a:pt x="20" y="52"/>
                    <a:pt x="20" y="52"/>
                    <a:pt x="20" y="52"/>
                  </a:cubicBezTo>
                  <a:cubicBezTo>
                    <a:pt x="20" y="52"/>
                    <a:pt x="20" y="52"/>
                    <a:pt x="20" y="52"/>
                  </a:cubicBezTo>
                  <a:cubicBezTo>
                    <a:pt x="20" y="52"/>
                    <a:pt x="20" y="52"/>
                    <a:pt x="20" y="52"/>
                  </a:cubicBezTo>
                  <a:cubicBezTo>
                    <a:pt x="20" y="51"/>
                    <a:pt x="20" y="51"/>
                    <a:pt x="20" y="51"/>
                  </a:cubicBezTo>
                  <a:cubicBezTo>
                    <a:pt x="17" y="52"/>
                    <a:pt x="16" y="56"/>
                    <a:pt x="16" y="56"/>
                  </a:cubicBezTo>
                  <a:cubicBezTo>
                    <a:pt x="16" y="57"/>
                    <a:pt x="16" y="57"/>
                    <a:pt x="16" y="57"/>
                  </a:cubicBezTo>
                  <a:cubicBezTo>
                    <a:pt x="16" y="56"/>
                    <a:pt x="16" y="56"/>
                    <a:pt x="16" y="56"/>
                  </a:cubicBezTo>
                  <a:cubicBezTo>
                    <a:pt x="15" y="55"/>
                    <a:pt x="15" y="54"/>
                    <a:pt x="15" y="53"/>
                  </a:cubicBezTo>
                  <a:cubicBezTo>
                    <a:pt x="13" y="54"/>
                    <a:pt x="13" y="54"/>
                    <a:pt x="13" y="54"/>
                  </a:cubicBezTo>
                  <a:cubicBezTo>
                    <a:pt x="12" y="54"/>
                    <a:pt x="12" y="54"/>
                    <a:pt x="11" y="55"/>
                  </a:cubicBezTo>
                  <a:cubicBezTo>
                    <a:pt x="10" y="55"/>
                    <a:pt x="10" y="55"/>
                    <a:pt x="9" y="56"/>
                  </a:cubicBezTo>
                  <a:cubicBezTo>
                    <a:pt x="9" y="56"/>
                    <a:pt x="9" y="56"/>
                    <a:pt x="9" y="56"/>
                  </a:cubicBezTo>
                  <a:cubicBezTo>
                    <a:pt x="10" y="57"/>
                    <a:pt x="10" y="57"/>
                    <a:pt x="10" y="57"/>
                  </a:cubicBezTo>
                  <a:cubicBezTo>
                    <a:pt x="11" y="58"/>
                    <a:pt x="11" y="58"/>
                    <a:pt x="11" y="58"/>
                  </a:cubicBezTo>
                  <a:cubicBezTo>
                    <a:pt x="12" y="60"/>
                    <a:pt x="12" y="60"/>
                    <a:pt x="12" y="60"/>
                  </a:cubicBezTo>
                  <a:cubicBezTo>
                    <a:pt x="12" y="60"/>
                    <a:pt x="12" y="60"/>
                    <a:pt x="12" y="60"/>
                  </a:cubicBezTo>
                  <a:cubicBezTo>
                    <a:pt x="11" y="61"/>
                    <a:pt x="11" y="61"/>
                    <a:pt x="11" y="61"/>
                  </a:cubicBezTo>
                  <a:cubicBezTo>
                    <a:pt x="11" y="62"/>
                    <a:pt x="11" y="62"/>
                    <a:pt x="11" y="62"/>
                  </a:cubicBezTo>
                  <a:cubicBezTo>
                    <a:pt x="10" y="63"/>
                    <a:pt x="10" y="63"/>
                    <a:pt x="10" y="63"/>
                  </a:cubicBezTo>
                  <a:cubicBezTo>
                    <a:pt x="9" y="63"/>
                    <a:pt x="9" y="63"/>
                    <a:pt x="9" y="63"/>
                  </a:cubicBezTo>
                  <a:cubicBezTo>
                    <a:pt x="9" y="63"/>
                    <a:pt x="9" y="63"/>
                    <a:pt x="9" y="63"/>
                  </a:cubicBezTo>
                  <a:cubicBezTo>
                    <a:pt x="9" y="62"/>
                    <a:pt x="9" y="62"/>
                    <a:pt x="9" y="62"/>
                  </a:cubicBezTo>
                  <a:cubicBezTo>
                    <a:pt x="10" y="62"/>
                    <a:pt x="10" y="62"/>
                    <a:pt x="10" y="62"/>
                  </a:cubicBezTo>
                  <a:cubicBezTo>
                    <a:pt x="10" y="61"/>
                    <a:pt x="10" y="61"/>
                    <a:pt x="10" y="61"/>
                  </a:cubicBezTo>
                  <a:cubicBezTo>
                    <a:pt x="10" y="61"/>
                    <a:pt x="10" y="61"/>
                    <a:pt x="10" y="61"/>
                  </a:cubicBezTo>
                  <a:cubicBezTo>
                    <a:pt x="9" y="61"/>
                    <a:pt x="9" y="61"/>
                    <a:pt x="9" y="61"/>
                  </a:cubicBezTo>
                  <a:cubicBezTo>
                    <a:pt x="8" y="58"/>
                    <a:pt x="8" y="58"/>
                    <a:pt x="8" y="58"/>
                  </a:cubicBezTo>
                  <a:cubicBezTo>
                    <a:pt x="7" y="55"/>
                    <a:pt x="7" y="55"/>
                    <a:pt x="7" y="55"/>
                  </a:cubicBezTo>
                  <a:cubicBezTo>
                    <a:pt x="6" y="54"/>
                    <a:pt x="6" y="52"/>
                    <a:pt x="6" y="52"/>
                  </a:cubicBezTo>
                  <a:cubicBezTo>
                    <a:pt x="5" y="49"/>
                    <a:pt x="5" y="49"/>
                    <a:pt x="5" y="49"/>
                  </a:cubicBezTo>
                  <a:cubicBezTo>
                    <a:pt x="4" y="47"/>
                    <a:pt x="4" y="47"/>
                    <a:pt x="4" y="47"/>
                  </a:cubicBezTo>
                  <a:cubicBezTo>
                    <a:pt x="4" y="46"/>
                    <a:pt x="4" y="46"/>
                    <a:pt x="4" y="46"/>
                  </a:cubicBezTo>
                  <a:cubicBezTo>
                    <a:pt x="5" y="46"/>
                    <a:pt x="5" y="46"/>
                    <a:pt x="5" y="46"/>
                  </a:cubicBezTo>
                  <a:cubicBezTo>
                    <a:pt x="4" y="46"/>
                    <a:pt x="4" y="46"/>
                    <a:pt x="4" y="46"/>
                  </a:cubicBezTo>
                  <a:cubicBezTo>
                    <a:pt x="4" y="46"/>
                    <a:pt x="4" y="46"/>
                    <a:pt x="4" y="46"/>
                  </a:cubicBezTo>
                  <a:cubicBezTo>
                    <a:pt x="4" y="46"/>
                    <a:pt x="4" y="46"/>
                    <a:pt x="4" y="46"/>
                  </a:cubicBezTo>
                  <a:cubicBezTo>
                    <a:pt x="5" y="45"/>
                    <a:pt x="5" y="45"/>
                    <a:pt x="5" y="45"/>
                  </a:cubicBezTo>
                  <a:cubicBezTo>
                    <a:pt x="5" y="45"/>
                    <a:pt x="5" y="45"/>
                    <a:pt x="5" y="45"/>
                  </a:cubicBezTo>
                  <a:cubicBezTo>
                    <a:pt x="5" y="45"/>
                    <a:pt x="5" y="45"/>
                    <a:pt x="5" y="45"/>
                  </a:cubicBezTo>
                  <a:cubicBezTo>
                    <a:pt x="6" y="45"/>
                    <a:pt x="6" y="45"/>
                    <a:pt x="6" y="45"/>
                  </a:cubicBezTo>
                  <a:cubicBezTo>
                    <a:pt x="7" y="45"/>
                    <a:pt x="7" y="45"/>
                    <a:pt x="7" y="45"/>
                  </a:cubicBezTo>
                  <a:cubicBezTo>
                    <a:pt x="8" y="45"/>
                    <a:pt x="8" y="45"/>
                    <a:pt x="8" y="45"/>
                  </a:cubicBezTo>
                  <a:cubicBezTo>
                    <a:pt x="9" y="47"/>
                    <a:pt x="9" y="47"/>
                    <a:pt x="9" y="47"/>
                  </a:cubicBezTo>
                  <a:cubicBezTo>
                    <a:pt x="9" y="47"/>
                    <a:pt x="9" y="47"/>
                    <a:pt x="9" y="47"/>
                  </a:cubicBezTo>
                  <a:cubicBezTo>
                    <a:pt x="9" y="47"/>
                    <a:pt x="9" y="47"/>
                    <a:pt x="9" y="47"/>
                  </a:cubicBezTo>
                  <a:cubicBezTo>
                    <a:pt x="9" y="47"/>
                    <a:pt x="9" y="47"/>
                    <a:pt x="9" y="47"/>
                  </a:cubicBezTo>
                  <a:cubicBezTo>
                    <a:pt x="10" y="48"/>
                    <a:pt x="10" y="48"/>
                    <a:pt x="10" y="48"/>
                  </a:cubicBezTo>
                  <a:cubicBezTo>
                    <a:pt x="9" y="49"/>
                    <a:pt x="9" y="49"/>
                    <a:pt x="9" y="49"/>
                  </a:cubicBezTo>
                  <a:cubicBezTo>
                    <a:pt x="9" y="49"/>
                    <a:pt x="9" y="49"/>
                    <a:pt x="9" y="49"/>
                  </a:cubicBezTo>
                  <a:cubicBezTo>
                    <a:pt x="9" y="49"/>
                    <a:pt x="9" y="49"/>
                    <a:pt x="9" y="49"/>
                  </a:cubicBezTo>
                  <a:cubicBezTo>
                    <a:pt x="9" y="50"/>
                    <a:pt x="9" y="50"/>
                    <a:pt x="9" y="50"/>
                  </a:cubicBezTo>
                  <a:cubicBezTo>
                    <a:pt x="9" y="52"/>
                    <a:pt x="9" y="52"/>
                    <a:pt x="9" y="52"/>
                  </a:cubicBezTo>
                  <a:cubicBezTo>
                    <a:pt x="9" y="52"/>
                    <a:pt x="9" y="52"/>
                    <a:pt x="9" y="52"/>
                  </a:cubicBezTo>
                  <a:cubicBezTo>
                    <a:pt x="9" y="52"/>
                    <a:pt x="9" y="52"/>
                    <a:pt x="9" y="52"/>
                  </a:cubicBezTo>
                  <a:cubicBezTo>
                    <a:pt x="9" y="52"/>
                    <a:pt x="9" y="52"/>
                    <a:pt x="9" y="52"/>
                  </a:cubicBezTo>
                  <a:cubicBezTo>
                    <a:pt x="9" y="52"/>
                    <a:pt x="9" y="52"/>
                    <a:pt x="9" y="52"/>
                  </a:cubicBezTo>
                  <a:cubicBezTo>
                    <a:pt x="11" y="52"/>
                    <a:pt x="11" y="52"/>
                    <a:pt x="11" y="52"/>
                  </a:cubicBezTo>
                  <a:cubicBezTo>
                    <a:pt x="11" y="52"/>
                    <a:pt x="13" y="51"/>
                    <a:pt x="14" y="50"/>
                  </a:cubicBezTo>
                  <a:cubicBezTo>
                    <a:pt x="14" y="49"/>
                    <a:pt x="14" y="49"/>
                    <a:pt x="14" y="49"/>
                  </a:cubicBezTo>
                  <a:cubicBezTo>
                    <a:pt x="12" y="47"/>
                    <a:pt x="12" y="47"/>
                    <a:pt x="12" y="47"/>
                  </a:cubicBezTo>
                  <a:cubicBezTo>
                    <a:pt x="12" y="47"/>
                    <a:pt x="12" y="47"/>
                    <a:pt x="12" y="47"/>
                  </a:cubicBezTo>
                  <a:cubicBezTo>
                    <a:pt x="12" y="47"/>
                    <a:pt x="12" y="47"/>
                    <a:pt x="12" y="47"/>
                  </a:cubicBezTo>
                  <a:cubicBezTo>
                    <a:pt x="13" y="47"/>
                    <a:pt x="13" y="47"/>
                    <a:pt x="13" y="47"/>
                  </a:cubicBezTo>
                  <a:cubicBezTo>
                    <a:pt x="14" y="47"/>
                    <a:pt x="15" y="47"/>
                    <a:pt x="16" y="47"/>
                  </a:cubicBezTo>
                  <a:cubicBezTo>
                    <a:pt x="15" y="46"/>
                    <a:pt x="14" y="45"/>
                    <a:pt x="12" y="43"/>
                  </a:cubicBezTo>
                  <a:cubicBezTo>
                    <a:pt x="11" y="40"/>
                    <a:pt x="11" y="40"/>
                    <a:pt x="11" y="40"/>
                  </a:cubicBezTo>
                  <a:cubicBezTo>
                    <a:pt x="8" y="38"/>
                    <a:pt x="8" y="38"/>
                    <a:pt x="8" y="38"/>
                  </a:cubicBezTo>
                  <a:cubicBezTo>
                    <a:pt x="8" y="38"/>
                    <a:pt x="8" y="37"/>
                    <a:pt x="8" y="36"/>
                  </a:cubicBezTo>
                  <a:cubicBezTo>
                    <a:pt x="8" y="35"/>
                    <a:pt x="7" y="33"/>
                    <a:pt x="6" y="33"/>
                  </a:cubicBezTo>
                  <a:cubicBezTo>
                    <a:pt x="5" y="32"/>
                    <a:pt x="5" y="32"/>
                    <a:pt x="5" y="32"/>
                  </a:cubicBezTo>
                  <a:cubicBezTo>
                    <a:pt x="4" y="32"/>
                    <a:pt x="4" y="34"/>
                    <a:pt x="4" y="34"/>
                  </a:cubicBezTo>
                  <a:cubicBezTo>
                    <a:pt x="3" y="34"/>
                    <a:pt x="3" y="34"/>
                    <a:pt x="3" y="34"/>
                  </a:cubicBezTo>
                  <a:cubicBezTo>
                    <a:pt x="4" y="31"/>
                    <a:pt x="5" y="30"/>
                    <a:pt x="5" y="30"/>
                  </a:cubicBezTo>
                  <a:cubicBezTo>
                    <a:pt x="5" y="29"/>
                    <a:pt x="5" y="29"/>
                    <a:pt x="5" y="29"/>
                  </a:cubicBezTo>
                  <a:cubicBezTo>
                    <a:pt x="5" y="28"/>
                    <a:pt x="4" y="27"/>
                    <a:pt x="4" y="26"/>
                  </a:cubicBezTo>
                  <a:cubicBezTo>
                    <a:pt x="4" y="24"/>
                    <a:pt x="4" y="24"/>
                    <a:pt x="4" y="24"/>
                  </a:cubicBezTo>
                  <a:cubicBezTo>
                    <a:pt x="3" y="24"/>
                    <a:pt x="3" y="24"/>
                    <a:pt x="3" y="24"/>
                  </a:cubicBezTo>
                  <a:cubicBezTo>
                    <a:pt x="3" y="26"/>
                    <a:pt x="3" y="26"/>
                    <a:pt x="3" y="26"/>
                  </a:cubicBezTo>
                  <a:cubicBezTo>
                    <a:pt x="3" y="28"/>
                    <a:pt x="3" y="28"/>
                    <a:pt x="3" y="28"/>
                  </a:cubicBezTo>
                  <a:cubicBezTo>
                    <a:pt x="2" y="28"/>
                    <a:pt x="2" y="28"/>
                    <a:pt x="2" y="28"/>
                  </a:cubicBezTo>
                  <a:cubicBezTo>
                    <a:pt x="1" y="29"/>
                    <a:pt x="1" y="29"/>
                    <a:pt x="1" y="29"/>
                  </a:cubicBezTo>
                  <a:cubicBezTo>
                    <a:pt x="1" y="29"/>
                    <a:pt x="1" y="29"/>
                    <a:pt x="1" y="29"/>
                  </a:cubicBezTo>
                  <a:cubicBezTo>
                    <a:pt x="0" y="29"/>
                    <a:pt x="0" y="29"/>
                    <a:pt x="0" y="29"/>
                  </a:cubicBezTo>
                  <a:cubicBezTo>
                    <a:pt x="0" y="28"/>
                    <a:pt x="0" y="28"/>
                    <a:pt x="0" y="28"/>
                  </a:cubicBezTo>
                  <a:cubicBezTo>
                    <a:pt x="0" y="28"/>
                    <a:pt x="0" y="28"/>
                    <a:pt x="0" y="28"/>
                  </a:cubicBezTo>
                  <a:cubicBezTo>
                    <a:pt x="1" y="28"/>
                    <a:pt x="1" y="28"/>
                    <a:pt x="1" y="28"/>
                  </a:cubicBezTo>
                  <a:cubicBezTo>
                    <a:pt x="1" y="27"/>
                    <a:pt x="1" y="27"/>
                    <a:pt x="1" y="27"/>
                  </a:cubicBezTo>
                  <a:cubicBezTo>
                    <a:pt x="1" y="27"/>
                    <a:pt x="1" y="27"/>
                    <a:pt x="1" y="27"/>
                  </a:cubicBezTo>
                  <a:cubicBezTo>
                    <a:pt x="1" y="25"/>
                    <a:pt x="1" y="25"/>
                    <a:pt x="1" y="25"/>
                  </a:cubicBezTo>
                  <a:cubicBezTo>
                    <a:pt x="2" y="21"/>
                    <a:pt x="2" y="21"/>
                    <a:pt x="2" y="21"/>
                  </a:cubicBezTo>
                  <a:cubicBezTo>
                    <a:pt x="2" y="20"/>
                    <a:pt x="2" y="20"/>
                    <a:pt x="2" y="20"/>
                  </a:cubicBezTo>
                  <a:cubicBezTo>
                    <a:pt x="2" y="19"/>
                    <a:pt x="2" y="18"/>
                    <a:pt x="2" y="18"/>
                  </a:cubicBezTo>
                  <a:cubicBezTo>
                    <a:pt x="1" y="15"/>
                    <a:pt x="1" y="15"/>
                    <a:pt x="1" y="15"/>
                  </a:cubicBezTo>
                  <a:cubicBezTo>
                    <a:pt x="0" y="14"/>
                    <a:pt x="0" y="14"/>
                    <a:pt x="0" y="14"/>
                  </a:cubicBezTo>
                  <a:cubicBezTo>
                    <a:pt x="1" y="13"/>
                    <a:pt x="1" y="13"/>
                    <a:pt x="1" y="13"/>
                  </a:cubicBezTo>
                  <a:cubicBezTo>
                    <a:pt x="1" y="13"/>
                    <a:pt x="1" y="13"/>
                    <a:pt x="1" y="13"/>
                  </a:cubicBezTo>
                  <a:lnTo>
                    <a:pt x="0" y="12"/>
                  </a:lnTo>
                  <a:close/>
                  <a:moveTo>
                    <a:pt x="13" y="21"/>
                  </a:moveTo>
                  <a:cubicBezTo>
                    <a:pt x="13" y="21"/>
                    <a:pt x="13" y="21"/>
                    <a:pt x="13" y="21"/>
                  </a:cubicBezTo>
                  <a:cubicBezTo>
                    <a:pt x="14" y="22"/>
                    <a:pt x="14" y="22"/>
                    <a:pt x="14" y="22"/>
                  </a:cubicBezTo>
                  <a:lnTo>
                    <a:pt x="13" y="21"/>
                  </a:lnTo>
                  <a:close/>
                  <a:moveTo>
                    <a:pt x="4" y="10"/>
                  </a:moveTo>
                  <a:cubicBezTo>
                    <a:pt x="4" y="10"/>
                    <a:pt x="4" y="10"/>
                    <a:pt x="4" y="10"/>
                  </a:cubicBezTo>
                  <a:cubicBezTo>
                    <a:pt x="5" y="12"/>
                    <a:pt x="5" y="12"/>
                    <a:pt x="5" y="12"/>
                  </a:cubicBezTo>
                  <a:cubicBezTo>
                    <a:pt x="5" y="12"/>
                    <a:pt x="5" y="12"/>
                    <a:pt x="5" y="12"/>
                  </a:cubicBezTo>
                  <a:cubicBezTo>
                    <a:pt x="5" y="12"/>
                    <a:pt x="5" y="12"/>
                    <a:pt x="5" y="12"/>
                  </a:cubicBezTo>
                  <a:cubicBezTo>
                    <a:pt x="5" y="12"/>
                    <a:pt x="5" y="12"/>
                    <a:pt x="5" y="12"/>
                  </a:cubicBezTo>
                  <a:lnTo>
                    <a:pt x="4" y="10"/>
                  </a:lnTo>
                  <a:close/>
                  <a:moveTo>
                    <a:pt x="6" y="12"/>
                  </a:moveTo>
                  <a:cubicBezTo>
                    <a:pt x="6" y="12"/>
                    <a:pt x="6" y="12"/>
                    <a:pt x="6" y="12"/>
                  </a:cubicBezTo>
                  <a:cubicBezTo>
                    <a:pt x="6" y="13"/>
                    <a:pt x="6" y="13"/>
                    <a:pt x="6" y="13"/>
                  </a:cubicBezTo>
                  <a:cubicBezTo>
                    <a:pt x="7" y="13"/>
                    <a:pt x="7" y="13"/>
                    <a:pt x="7" y="13"/>
                  </a:cubicBezTo>
                  <a:cubicBezTo>
                    <a:pt x="7" y="13"/>
                    <a:pt x="7" y="13"/>
                    <a:pt x="7" y="13"/>
                  </a:cubicBezTo>
                  <a:lnTo>
                    <a:pt x="6" y="12"/>
                  </a:lnTo>
                  <a:close/>
                  <a:moveTo>
                    <a:pt x="6" y="17"/>
                  </a:moveTo>
                  <a:cubicBezTo>
                    <a:pt x="7" y="16"/>
                    <a:pt x="7" y="15"/>
                    <a:pt x="7" y="15"/>
                  </a:cubicBezTo>
                  <a:cubicBezTo>
                    <a:pt x="7" y="15"/>
                    <a:pt x="7" y="15"/>
                    <a:pt x="7" y="15"/>
                  </a:cubicBezTo>
                  <a:cubicBezTo>
                    <a:pt x="7" y="13"/>
                    <a:pt x="7" y="13"/>
                    <a:pt x="7" y="13"/>
                  </a:cubicBezTo>
                  <a:cubicBezTo>
                    <a:pt x="7" y="13"/>
                    <a:pt x="7" y="13"/>
                    <a:pt x="7" y="13"/>
                  </a:cubicBezTo>
                  <a:cubicBezTo>
                    <a:pt x="7" y="13"/>
                    <a:pt x="7" y="13"/>
                    <a:pt x="7" y="13"/>
                  </a:cubicBezTo>
                  <a:cubicBezTo>
                    <a:pt x="6" y="13"/>
                    <a:pt x="6" y="13"/>
                    <a:pt x="6" y="13"/>
                  </a:cubicBezTo>
                  <a:cubicBezTo>
                    <a:pt x="6" y="14"/>
                    <a:pt x="6" y="14"/>
                    <a:pt x="6" y="14"/>
                  </a:cubicBezTo>
                  <a:cubicBezTo>
                    <a:pt x="6" y="14"/>
                    <a:pt x="6" y="14"/>
                    <a:pt x="6" y="14"/>
                  </a:cubicBezTo>
                  <a:cubicBezTo>
                    <a:pt x="6" y="15"/>
                    <a:pt x="6" y="15"/>
                    <a:pt x="5" y="16"/>
                  </a:cubicBezTo>
                  <a:cubicBezTo>
                    <a:pt x="5" y="18"/>
                    <a:pt x="5" y="18"/>
                    <a:pt x="5" y="18"/>
                  </a:cubicBezTo>
                  <a:cubicBezTo>
                    <a:pt x="5" y="18"/>
                    <a:pt x="5" y="18"/>
                    <a:pt x="5" y="18"/>
                  </a:cubicBezTo>
                  <a:lnTo>
                    <a:pt x="6" y="17"/>
                  </a:lnTo>
                  <a:close/>
                  <a:moveTo>
                    <a:pt x="19" y="21"/>
                  </a:moveTo>
                  <a:cubicBezTo>
                    <a:pt x="20" y="21"/>
                    <a:pt x="20" y="21"/>
                    <a:pt x="20" y="21"/>
                  </a:cubicBezTo>
                  <a:cubicBezTo>
                    <a:pt x="21" y="22"/>
                    <a:pt x="21" y="22"/>
                    <a:pt x="21" y="22"/>
                  </a:cubicBezTo>
                  <a:cubicBezTo>
                    <a:pt x="21" y="21"/>
                    <a:pt x="21" y="21"/>
                    <a:pt x="21" y="21"/>
                  </a:cubicBezTo>
                  <a:cubicBezTo>
                    <a:pt x="21" y="20"/>
                    <a:pt x="21" y="20"/>
                    <a:pt x="21" y="20"/>
                  </a:cubicBezTo>
                  <a:cubicBezTo>
                    <a:pt x="21" y="20"/>
                    <a:pt x="21" y="20"/>
                    <a:pt x="21" y="20"/>
                  </a:cubicBezTo>
                  <a:cubicBezTo>
                    <a:pt x="21" y="20"/>
                    <a:pt x="21" y="20"/>
                    <a:pt x="21" y="20"/>
                  </a:cubicBezTo>
                  <a:cubicBezTo>
                    <a:pt x="20" y="20"/>
                    <a:pt x="20" y="20"/>
                    <a:pt x="20" y="20"/>
                  </a:cubicBezTo>
                  <a:cubicBezTo>
                    <a:pt x="19" y="21"/>
                    <a:pt x="19" y="21"/>
                    <a:pt x="19" y="21"/>
                  </a:cubicBezTo>
                  <a:cubicBezTo>
                    <a:pt x="18" y="22"/>
                    <a:pt x="18" y="22"/>
                    <a:pt x="18" y="22"/>
                  </a:cubicBezTo>
                  <a:cubicBezTo>
                    <a:pt x="17" y="22"/>
                    <a:pt x="17" y="22"/>
                    <a:pt x="17" y="22"/>
                  </a:cubicBezTo>
                  <a:lnTo>
                    <a:pt x="19" y="21"/>
                  </a:lnTo>
                  <a:close/>
                  <a:moveTo>
                    <a:pt x="21" y="20"/>
                  </a:moveTo>
                  <a:cubicBezTo>
                    <a:pt x="21" y="20"/>
                    <a:pt x="21" y="20"/>
                    <a:pt x="21" y="20"/>
                  </a:cubicBezTo>
                  <a:cubicBezTo>
                    <a:pt x="21" y="19"/>
                    <a:pt x="21" y="19"/>
                    <a:pt x="21" y="19"/>
                  </a:cubicBezTo>
                  <a:cubicBezTo>
                    <a:pt x="20" y="19"/>
                    <a:pt x="20" y="19"/>
                    <a:pt x="20" y="19"/>
                  </a:cubicBezTo>
                  <a:cubicBezTo>
                    <a:pt x="19" y="20"/>
                    <a:pt x="19" y="20"/>
                    <a:pt x="19" y="20"/>
                  </a:cubicBezTo>
                  <a:cubicBezTo>
                    <a:pt x="19" y="20"/>
                    <a:pt x="19" y="20"/>
                    <a:pt x="19" y="20"/>
                  </a:cubicBezTo>
                  <a:cubicBezTo>
                    <a:pt x="20" y="20"/>
                    <a:pt x="20" y="20"/>
                    <a:pt x="20" y="20"/>
                  </a:cubicBezTo>
                  <a:cubicBezTo>
                    <a:pt x="20" y="20"/>
                    <a:pt x="20" y="20"/>
                    <a:pt x="20" y="20"/>
                  </a:cubicBezTo>
                  <a:cubicBezTo>
                    <a:pt x="21" y="20"/>
                    <a:pt x="21" y="20"/>
                    <a:pt x="21" y="20"/>
                  </a:cubicBezTo>
                  <a:close/>
                  <a:moveTo>
                    <a:pt x="16" y="21"/>
                  </a:moveTo>
                  <a:cubicBezTo>
                    <a:pt x="14" y="22"/>
                    <a:pt x="14" y="22"/>
                    <a:pt x="14" y="22"/>
                  </a:cubicBezTo>
                  <a:cubicBezTo>
                    <a:pt x="14" y="22"/>
                    <a:pt x="14" y="22"/>
                    <a:pt x="14" y="22"/>
                  </a:cubicBezTo>
                  <a:cubicBezTo>
                    <a:pt x="15" y="22"/>
                    <a:pt x="15" y="22"/>
                    <a:pt x="15" y="22"/>
                  </a:cubicBezTo>
                  <a:cubicBezTo>
                    <a:pt x="15" y="22"/>
                    <a:pt x="15" y="22"/>
                    <a:pt x="15" y="22"/>
                  </a:cubicBezTo>
                  <a:cubicBezTo>
                    <a:pt x="16" y="22"/>
                    <a:pt x="16" y="22"/>
                    <a:pt x="16" y="22"/>
                  </a:cubicBezTo>
                  <a:cubicBezTo>
                    <a:pt x="18" y="21"/>
                    <a:pt x="18" y="21"/>
                    <a:pt x="18" y="21"/>
                  </a:cubicBezTo>
                  <a:cubicBezTo>
                    <a:pt x="19" y="20"/>
                    <a:pt x="19" y="20"/>
                    <a:pt x="19" y="20"/>
                  </a:cubicBezTo>
                  <a:cubicBezTo>
                    <a:pt x="19" y="20"/>
                    <a:pt x="19" y="20"/>
                    <a:pt x="19" y="20"/>
                  </a:cubicBezTo>
                  <a:cubicBezTo>
                    <a:pt x="18" y="20"/>
                    <a:pt x="18" y="20"/>
                    <a:pt x="18" y="20"/>
                  </a:cubicBezTo>
                  <a:cubicBezTo>
                    <a:pt x="17" y="20"/>
                    <a:pt x="17" y="20"/>
                    <a:pt x="17" y="20"/>
                  </a:cubicBezTo>
                  <a:lnTo>
                    <a:pt x="16" y="21"/>
                  </a:lnTo>
                  <a:close/>
                  <a:moveTo>
                    <a:pt x="16" y="15"/>
                  </a:moveTo>
                  <a:cubicBezTo>
                    <a:pt x="15" y="15"/>
                    <a:pt x="15" y="15"/>
                    <a:pt x="15" y="16"/>
                  </a:cubicBezTo>
                  <a:cubicBezTo>
                    <a:pt x="14" y="18"/>
                    <a:pt x="14" y="18"/>
                    <a:pt x="14" y="18"/>
                  </a:cubicBezTo>
                  <a:cubicBezTo>
                    <a:pt x="16" y="17"/>
                    <a:pt x="16" y="17"/>
                    <a:pt x="16" y="17"/>
                  </a:cubicBezTo>
                  <a:cubicBezTo>
                    <a:pt x="16" y="17"/>
                    <a:pt x="16" y="17"/>
                    <a:pt x="16" y="17"/>
                  </a:cubicBezTo>
                  <a:cubicBezTo>
                    <a:pt x="17" y="18"/>
                    <a:pt x="17" y="18"/>
                    <a:pt x="17" y="18"/>
                  </a:cubicBezTo>
                  <a:cubicBezTo>
                    <a:pt x="18" y="19"/>
                    <a:pt x="18" y="19"/>
                    <a:pt x="18" y="19"/>
                  </a:cubicBezTo>
                  <a:cubicBezTo>
                    <a:pt x="20" y="19"/>
                    <a:pt x="20" y="19"/>
                    <a:pt x="20" y="19"/>
                  </a:cubicBezTo>
                  <a:cubicBezTo>
                    <a:pt x="21" y="19"/>
                    <a:pt x="21" y="19"/>
                    <a:pt x="21" y="19"/>
                  </a:cubicBezTo>
                  <a:cubicBezTo>
                    <a:pt x="20" y="17"/>
                    <a:pt x="20" y="17"/>
                    <a:pt x="20" y="17"/>
                  </a:cubicBezTo>
                  <a:cubicBezTo>
                    <a:pt x="19" y="15"/>
                    <a:pt x="19" y="15"/>
                    <a:pt x="19" y="15"/>
                  </a:cubicBezTo>
                  <a:lnTo>
                    <a:pt x="16" y="15"/>
                  </a:lnTo>
                  <a:close/>
                  <a:moveTo>
                    <a:pt x="20" y="15"/>
                  </a:moveTo>
                  <a:cubicBezTo>
                    <a:pt x="20" y="15"/>
                    <a:pt x="20" y="15"/>
                    <a:pt x="20" y="15"/>
                  </a:cubicBezTo>
                  <a:cubicBezTo>
                    <a:pt x="20" y="15"/>
                    <a:pt x="20" y="15"/>
                    <a:pt x="20" y="15"/>
                  </a:cubicBezTo>
                  <a:close/>
                  <a:moveTo>
                    <a:pt x="26" y="13"/>
                  </a:moveTo>
                  <a:cubicBezTo>
                    <a:pt x="26" y="14"/>
                    <a:pt x="26" y="14"/>
                    <a:pt x="26" y="14"/>
                  </a:cubicBezTo>
                  <a:cubicBezTo>
                    <a:pt x="26" y="14"/>
                    <a:pt x="26" y="14"/>
                    <a:pt x="26" y="14"/>
                  </a:cubicBezTo>
                  <a:lnTo>
                    <a:pt x="26" y="13"/>
                  </a:lnTo>
                  <a:close/>
                  <a:moveTo>
                    <a:pt x="28" y="16"/>
                  </a:moveTo>
                  <a:cubicBezTo>
                    <a:pt x="28" y="16"/>
                    <a:pt x="28" y="16"/>
                    <a:pt x="28" y="16"/>
                  </a:cubicBezTo>
                  <a:cubicBezTo>
                    <a:pt x="28" y="16"/>
                    <a:pt x="28" y="16"/>
                    <a:pt x="28" y="16"/>
                  </a:cubicBezTo>
                  <a:cubicBezTo>
                    <a:pt x="28" y="14"/>
                    <a:pt x="28" y="14"/>
                    <a:pt x="28" y="14"/>
                  </a:cubicBezTo>
                  <a:cubicBezTo>
                    <a:pt x="27" y="14"/>
                    <a:pt x="27" y="14"/>
                    <a:pt x="27" y="14"/>
                  </a:cubicBezTo>
                  <a:cubicBezTo>
                    <a:pt x="27" y="14"/>
                    <a:pt x="27" y="14"/>
                    <a:pt x="27" y="14"/>
                  </a:cubicBezTo>
                  <a:cubicBezTo>
                    <a:pt x="26" y="14"/>
                    <a:pt x="26" y="14"/>
                    <a:pt x="26" y="14"/>
                  </a:cubicBezTo>
                  <a:cubicBezTo>
                    <a:pt x="25" y="14"/>
                    <a:pt x="25" y="14"/>
                    <a:pt x="25" y="14"/>
                  </a:cubicBezTo>
                  <a:cubicBezTo>
                    <a:pt x="24" y="14"/>
                    <a:pt x="24" y="14"/>
                    <a:pt x="24" y="14"/>
                  </a:cubicBezTo>
                  <a:cubicBezTo>
                    <a:pt x="22" y="14"/>
                    <a:pt x="22" y="13"/>
                    <a:pt x="21" y="13"/>
                  </a:cubicBezTo>
                  <a:cubicBezTo>
                    <a:pt x="20" y="15"/>
                    <a:pt x="20" y="15"/>
                    <a:pt x="20" y="15"/>
                  </a:cubicBezTo>
                  <a:cubicBezTo>
                    <a:pt x="20" y="15"/>
                    <a:pt x="20" y="15"/>
                    <a:pt x="20" y="15"/>
                  </a:cubicBezTo>
                  <a:cubicBezTo>
                    <a:pt x="21" y="14"/>
                    <a:pt x="21" y="14"/>
                    <a:pt x="21" y="14"/>
                  </a:cubicBezTo>
                  <a:cubicBezTo>
                    <a:pt x="22" y="14"/>
                    <a:pt x="22" y="14"/>
                    <a:pt x="22" y="14"/>
                  </a:cubicBezTo>
                  <a:cubicBezTo>
                    <a:pt x="23" y="14"/>
                    <a:pt x="23" y="14"/>
                    <a:pt x="23" y="14"/>
                  </a:cubicBezTo>
                  <a:cubicBezTo>
                    <a:pt x="24" y="15"/>
                    <a:pt x="24" y="15"/>
                    <a:pt x="24" y="15"/>
                  </a:cubicBezTo>
                  <a:cubicBezTo>
                    <a:pt x="24" y="15"/>
                    <a:pt x="24" y="15"/>
                    <a:pt x="24" y="15"/>
                  </a:cubicBezTo>
                  <a:cubicBezTo>
                    <a:pt x="25" y="15"/>
                    <a:pt x="25" y="15"/>
                    <a:pt x="25" y="15"/>
                  </a:cubicBezTo>
                  <a:cubicBezTo>
                    <a:pt x="24" y="16"/>
                    <a:pt x="24" y="16"/>
                    <a:pt x="24" y="16"/>
                  </a:cubicBezTo>
                  <a:cubicBezTo>
                    <a:pt x="24" y="16"/>
                    <a:pt x="24" y="16"/>
                    <a:pt x="24" y="16"/>
                  </a:cubicBezTo>
                  <a:cubicBezTo>
                    <a:pt x="25" y="17"/>
                    <a:pt x="25" y="17"/>
                    <a:pt x="25" y="17"/>
                  </a:cubicBezTo>
                  <a:cubicBezTo>
                    <a:pt x="25" y="17"/>
                    <a:pt x="25" y="17"/>
                    <a:pt x="25" y="17"/>
                  </a:cubicBezTo>
                  <a:cubicBezTo>
                    <a:pt x="25" y="18"/>
                    <a:pt x="25" y="18"/>
                    <a:pt x="25" y="18"/>
                  </a:cubicBezTo>
                  <a:cubicBezTo>
                    <a:pt x="25" y="18"/>
                    <a:pt x="25" y="18"/>
                    <a:pt x="25" y="18"/>
                  </a:cubicBezTo>
                  <a:cubicBezTo>
                    <a:pt x="23" y="17"/>
                    <a:pt x="23" y="17"/>
                    <a:pt x="23" y="17"/>
                  </a:cubicBezTo>
                  <a:cubicBezTo>
                    <a:pt x="22" y="18"/>
                    <a:pt x="22" y="18"/>
                    <a:pt x="22" y="18"/>
                  </a:cubicBezTo>
                  <a:cubicBezTo>
                    <a:pt x="21" y="17"/>
                    <a:pt x="21" y="17"/>
                    <a:pt x="21" y="17"/>
                  </a:cubicBezTo>
                  <a:cubicBezTo>
                    <a:pt x="22" y="19"/>
                    <a:pt x="22" y="19"/>
                    <a:pt x="22" y="19"/>
                  </a:cubicBezTo>
                  <a:cubicBezTo>
                    <a:pt x="22" y="19"/>
                    <a:pt x="22" y="19"/>
                    <a:pt x="22" y="19"/>
                  </a:cubicBezTo>
                  <a:cubicBezTo>
                    <a:pt x="22" y="20"/>
                    <a:pt x="22" y="20"/>
                    <a:pt x="22" y="20"/>
                  </a:cubicBezTo>
                  <a:cubicBezTo>
                    <a:pt x="22" y="22"/>
                    <a:pt x="22" y="22"/>
                    <a:pt x="22" y="22"/>
                  </a:cubicBezTo>
                  <a:cubicBezTo>
                    <a:pt x="22" y="23"/>
                    <a:pt x="22" y="23"/>
                    <a:pt x="22" y="23"/>
                  </a:cubicBezTo>
                  <a:cubicBezTo>
                    <a:pt x="22" y="23"/>
                    <a:pt x="22" y="23"/>
                    <a:pt x="22" y="23"/>
                  </a:cubicBezTo>
                  <a:cubicBezTo>
                    <a:pt x="22" y="24"/>
                    <a:pt x="21" y="25"/>
                    <a:pt x="19" y="26"/>
                  </a:cubicBezTo>
                  <a:cubicBezTo>
                    <a:pt x="18" y="27"/>
                    <a:pt x="16" y="29"/>
                    <a:pt x="15" y="30"/>
                  </a:cubicBezTo>
                  <a:cubicBezTo>
                    <a:pt x="13" y="32"/>
                    <a:pt x="13" y="34"/>
                    <a:pt x="13" y="35"/>
                  </a:cubicBezTo>
                  <a:cubicBezTo>
                    <a:pt x="11" y="36"/>
                    <a:pt x="11" y="36"/>
                    <a:pt x="11" y="36"/>
                  </a:cubicBezTo>
                  <a:cubicBezTo>
                    <a:pt x="11" y="36"/>
                    <a:pt x="11" y="36"/>
                    <a:pt x="11" y="36"/>
                  </a:cubicBezTo>
                  <a:cubicBezTo>
                    <a:pt x="11" y="36"/>
                    <a:pt x="11" y="36"/>
                    <a:pt x="11" y="36"/>
                  </a:cubicBezTo>
                  <a:cubicBezTo>
                    <a:pt x="14" y="35"/>
                    <a:pt x="14" y="35"/>
                    <a:pt x="14" y="35"/>
                  </a:cubicBezTo>
                  <a:cubicBezTo>
                    <a:pt x="16" y="34"/>
                    <a:pt x="16" y="34"/>
                    <a:pt x="16" y="34"/>
                  </a:cubicBezTo>
                  <a:cubicBezTo>
                    <a:pt x="17" y="35"/>
                    <a:pt x="17" y="35"/>
                    <a:pt x="17" y="35"/>
                  </a:cubicBezTo>
                  <a:cubicBezTo>
                    <a:pt x="18" y="36"/>
                    <a:pt x="18" y="36"/>
                    <a:pt x="18" y="36"/>
                  </a:cubicBezTo>
                  <a:cubicBezTo>
                    <a:pt x="19" y="35"/>
                    <a:pt x="19" y="35"/>
                    <a:pt x="19" y="35"/>
                  </a:cubicBezTo>
                  <a:cubicBezTo>
                    <a:pt x="19" y="33"/>
                    <a:pt x="19" y="33"/>
                    <a:pt x="19" y="33"/>
                  </a:cubicBezTo>
                  <a:cubicBezTo>
                    <a:pt x="20" y="33"/>
                    <a:pt x="20" y="33"/>
                    <a:pt x="20" y="33"/>
                  </a:cubicBezTo>
                  <a:cubicBezTo>
                    <a:pt x="20" y="33"/>
                    <a:pt x="20" y="33"/>
                    <a:pt x="20" y="33"/>
                  </a:cubicBezTo>
                  <a:cubicBezTo>
                    <a:pt x="21" y="34"/>
                    <a:pt x="21" y="34"/>
                    <a:pt x="21" y="34"/>
                  </a:cubicBezTo>
                  <a:cubicBezTo>
                    <a:pt x="21" y="35"/>
                    <a:pt x="21" y="35"/>
                    <a:pt x="21" y="35"/>
                  </a:cubicBezTo>
                  <a:cubicBezTo>
                    <a:pt x="22" y="35"/>
                    <a:pt x="22" y="35"/>
                    <a:pt x="22" y="35"/>
                  </a:cubicBezTo>
                  <a:cubicBezTo>
                    <a:pt x="22" y="35"/>
                    <a:pt x="22" y="35"/>
                    <a:pt x="22" y="35"/>
                  </a:cubicBezTo>
                  <a:cubicBezTo>
                    <a:pt x="23" y="33"/>
                    <a:pt x="23" y="33"/>
                    <a:pt x="23" y="33"/>
                  </a:cubicBezTo>
                  <a:cubicBezTo>
                    <a:pt x="24" y="33"/>
                    <a:pt x="24" y="33"/>
                    <a:pt x="24" y="33"/>
                  </a:cubicBezTo>
                  <a:cubicBezTo>
                    <a:pt x="24" y="33"/>
                    <a:pt x="24" y="33"/>
                    <a:pt x="24" y="33"/>
                  </a:cubicBezTo>
                  <a:cubicBezTo>
                    <a:pt x="24" y="34"/>
                    <a:pt x="24" y="34"/>
                    <a:pt x="24" y="34"/>
                  </a:cubicBezTo>
                  <a:cubicBezTo>
                    <a:pt x="25" y="35"/>
                    <a:pt x="25" y="35"/>
                    <a:pt x="25" y="35"/>
                  </a:cubicBezTo>
                  <a:cubicBezTo>
                    <a:pt x="25" y="35"/>
                    <a:pt x="25" y="35"/>
                    <a:pt x="25" y="35"/>
                  </a:cubicBezTo>
                  <a:cubicBezTo>
                    <a:pt x="28" y="33"/>
                    <a:pt x="28" y="33"/>
                    <a:pt x="28" y="33"/>
                  </a:cubicBezTo>
                  <a:cubicBezTo>
                    <a:pt x="28" y="32"/>
                    <a:pt x="28" y="32"/>
                    <a:pt x="28" y="31"/>
                  </a:cubicBezTo>
                  <a:cubicBezTo>
                    <a:pt x="28" y="30"/>
                    <a:pt x="28" y="30"/>
                    <a:pt x="28" y="30"/>
                  </a:cubicBezTo>
                  <a:cubicBezTo>
                    <a:pt x="28" y="29"/>
                    <a:pt x="29" y="28"/>
                    <a:pt x="29" y="26"/>
                  </a:cubicBezTo>
                  <a:cubicBezTo>
                    <a:pt x="29" y="26"/>
                    <a:pt x="29" y="26"/>
                    <a:pt x="29" y="26"/>
                  </a:cubicBezTo>
                  <a:cubicBezTo>
                    <a:pt x="29" y="26"/>
                    <a:pt x="29" y="26"/>
                    <a:pt x="29" y="26"/>
                  </a:cubicBezTo>
                  <a:cubicBezTo>
                    <a:pt x="29" y="26"/>
                    <a:pt x="29" y="26"/>
                    <a:pt x="29" y="26"/>
                  </a:cubicBezTo>
                  <a:cubicBezTo>
                    <a:pt x="29" y="25"/>
                    <a:pt x="29" y="25"/>
                    <a:pt x="29" y="25"/>
                  </a:cubicBezTo>
                  <a:cubicBezTo>
                    <a:pt x="30" y="23"/>
                    <a:pt x="30" y="23"/>
                    <a:pt x="30" y="23"/>
                  </a:cubicBezTo>
                  <a:cubicBezTo>
                    <a:pt x="30" y="21"/>
                    <a:pt x="30" y="21"/>
                    <a:pt x="30" y="21"/>
                  </a:cubicBezTo>
                  <a:cubicBezTo>
                    <a:pt x="30" y="18"/>
                    <a:pt x="28" y="17"/>
                    <a:pt x="28" y="16"/>
                  </a:cubicBezTo>
                  <a:moveTo>
                    <a:pt x="29" y="31"/>
                  </a:moveTo>
                  <a:cubicBezTo>
                    <a:pt x="29" y="32"/>
                    <a:pt x="29" y="32"/>
                    <a:pt x="29" y="32"/>
                  </a:cubicBezTo>
                  <a:cubicBezTo>
                    <a:pt x="29" y="32"/>
                    <a:pt x="29" y="32"/>
                    <a:pt x="29" y="32"/>
                  </a:cubicBezTo>
                  <a:cubicBezTo>
                    <a:pt x="31" y="32"/>
                    <a:pt x="32" y="31"/>
                    <a:pt x="32" y="29"/>
                  </a:cubicBezTo>
                  <a:cubicBezTo>
                    <a:pt x="32" y="28"/>
                    <a:pt x="32" y="28"/>
                    <a:pt x="32" y="28"/>
                  </a:cubicBezTo>
                  <a:cubicBezTo>
                    <a:pt x="31" y="28"/>
                    <a:pt x="30" y="27"/>
                    <a:pt x="29" y="27"/>
                  </a:cubicBezTo>
                  <a:cubicBezTo>
                    <a:pt x="29" y="28"/>
                    <a:pt x="29" y="30"/>
                    <a:pt x="29" y="30"/>
                  </a:cubicBezTo>
                  <a:lnTo>
                    <a:pt x="29" y="31"/>
                  </a:lnTo>
                  <a:close/>
                  <a:moveTo>
                    <a:pt x="33" y="18"/>
                  </a:moveTo>
                  <a:cubicBezTo>
                    <a:pt x="33" y="18"/>
                    <a:pt x="33" y="18"/>
                    <a:pt x="33" y="18"/>
                  </a:cubicBezTo>
                  <a:cubicBezTo>
                    <a:pt x="33" y="17"/>
                    <a:pt x="33" y="17"/>
                    <a:pt x="33" y="17"/>
                  </a:cubicBezTo>
                  <a:cubicBezTo>
                    <a:pt x="32" y="16"/>
                    <a:pt x="32" y="16"/>
                    <a:pt x="32" y="16"/>
                  </a:cubicBezTo>
                  <a:cubicBezTo>
                    <a:pt x="31" y="18"/>
                    <a:pt x="31" y="18"/>
                    <a:pt x="31" y="18"/>
                  </a:cubicBezTo>
                  <a:cubicBezTo>
                    <a:pt x="31" y="19"/>
                    <a:pt x="31" y="20"/>
                    <a:pt x="30" y="20"/>
                  </a:cubicBezTo>
                  <a:cubicBezTo>
                    <a:pt x="30" y="20"/>
                    <a:pt x="30" y="20"/>
                    <a:pt x="30" y="20"/>
                  </a:cubicBezTo>
                  <a:cubicBezTo>
                    <a:pt x="30" y="21"/>
                    <a:pt x="30" y="21"/>
                    <a:pt x="30" y="21"/>
                  </a:cubicBezTo>
                  <a:cubicBezTo>
                    <a:pt x="30" y="21"/>
                    <a:pt x="30" y="21"/>
                    <a:pt x="30" y="21"/>
                  </a:cubicBezTo>
                  <a:cubicBezTo>
                    <a:pt x="30" y="22"/>
                    <a:pt x="30" y="22"/>
                    <a:pt x="30" y="22"/>
                  </a:cubicBezTo>
                  <a:cubicBezTo>
                    <a:pt x="30" y="23"/>
                    <a:pt x="30" y="23"/>
                    <a:pt x="30" y="23"/>
                  </a:cubicBezTo>
                  <a:cubicBezTo>
                    <a:pt x="30" y="24"/>
                    <a:pt x="30" y="24"/>
                    <a:pt x="30" y="24"/>
                  </a:cubicBezTo>
                  <a:cubicBezTo>
                    <a:pt x="32" y="22"/>
                    <a:pt x="32" y="22"/>
                    <a:pt x="32" y="22"/>
                  </a:cubicBezTo>
                  <a:cubicBezTo>
                    <a:pt x="33" y="21"/>
                    <a:pt x="33" y="21"/>
                    <a:pt x="33" y="21"/>
                  </a:cubicBezTo>
                  <a:cubicBezTo>
                    <a:pt x="33" y="21"/>
                    <a:pt x="33" y="21"/>
                    <a:pt x="33" y="21"/>
                  </a:cubicBezTo>
                  <a:cubicBezTo>
                    <a:pt x="33" y="20"/>
                    <a:pt x="33" y="20"/>
                    <a:pt x="33" y="20"/>
                  </a:cubicBezTo>
                  <a:lnTo>
                    <a:pt x="33" y="18"/>
                  </a:lnTo>
                  <a:close/>
                  <a:moveTo>
                    <a:pt x="35" y="13"/>
                  </a:moveTo>
                  <a:cubicBezTo>
                    <a:pt x="35" y="13"/>
                    <a:pt x="35" y="13"/>
                    <a:pt x="35" y="13"/>
                  </a:cubicBezTo>
                  <a:cubicBezTo>
                    <a:pt x="35" y="13"/>
                    <a:pt x="35" y="13"/>
                    <a:pt x="35" y="13"/>
                  </a:cubicBezTo>
                  <a:cubicBezTo>
                    <a:pt x="34" y="11"/>
                    <a:pt x="34" y="11"/>
                    <a:pt x="34" y="11"/>
                  </a:cubicBezTo>
                  <a:cubicBezTo>
                    <a:pt x="34" y="12"/>
                    <a:pt x="34" y="16"/>
                    <a:pt x="33" y="17"/>
                  </a:cubicBezTo>
                  <a:cubicBezTo>
                    <a:pt x="33" y="18"/>
                    <a:pt x="34" y="19"/>
                    <a:pt x="34" y="20"/>
                  </a:cubicBezTo>
                  <a:cubicBezTo>
                    <a:pt x="34" y="20"/>
                    <a:pt x="34" y="20"/>
                    <a:pt x="34" y="20"/>
                  </a:cubicBezTo>
                  <a:cubicBezTo>
                    <a:pt x="35" y="18"/>
                    <a:pt x="35" y="18"/>
                    <a:pt x="35" y="18"/>
                  </a:cubicBezTo>
                  <a:cubicBezTo>
                    <a:pt x="36" y="16"/>
                    <a:pt x="36" y="16"/>
                    <a:pt x="36" y="16"/>
                  </a:cubicBezTo>
                  <a:cubicBezTo>
                    <a:pt x="36" y="16"/>
                    <a:pt x="36" y="16"/>
                    <a:pt x="36" y="16"/>
                  </a:cubicBezTo>
                  <a:cubicBezTo>
                    <a:pt x="36" y="16"/>
                    <a:pt x="36" y="16"/>
                    <a:pt x="36" y="16"/>
                  </a:cubicBezTo>
                  <a:cubicBezTo>
                    <a:pt x="36" y="15"/>
                    <a:pt x="35" y="14"/>
                    <a:pt x="35" y="13"/>
                  </a:cubicBezTo>
                  <a:moveTo>
                    <a:pt x="36" y="1"/>
                  </a:moveTo>
                  <a:cubicBezTo>
                    <a:pt x="36" y="2"/>
                    <a:pt x="36" y="5"/>
                    <a:pt x="36" y="8"/>
                  </a:cubicBezTo>
                  <a:cubicBezTo>
                    <a:pt x="36" y="9"/>
                    <a:pt x="36" y="11"/>
                    <a:pt x="35" y="12"/>
                  </a:cubicBezTo>
                  <a:cubicBezTo>
                    <a:pt x="35" y="12"/>
                    <a:pt x="36" y="13"/>
                    <a:pt x="36" y="14"/>
                  </a:cubicBezTo>
                  <a:cubicBezTo>
                    <a:pt x="36" y="14"/>
                    <a:pt x="38" y="10"/>
                    <a:pt x="38" y="7"/>
                  </a:cubicBezTo>
                  <a:cubicBezTo>
                    <a:pt x="38" y="5"/>
                    <a:pt x="37" y="3"/>
                    <a:pt x="36" y="1"/>
                  </a:cubicBezTo>
                  <a:moveTo>
                    <a:pt x="37" y="2"/>
                  </a:moveTo>
                  <a:cubicBezTo>
                    <a:pt x="38" y="4"/>
                    <a:pt x="38" y="5"/>
                    <a:pt x="38" y="7"/>
                  </a:cubicBezTo>
                  <a:cubicBezTo>
                    <a:pt x="38" y="11"/>
                    <a:pt x="36" y="15"/>
                    <a:pt x="36" y="15"/>
                  </a:cubicBezTo>
                  <a:cubicBezTo>
                    <a:pt x="36" y="15"/>
                    <a:pt x="36" y="15"/>
                    <a:pt x="36" y="15"/>
                  </a:cubicBezTo>
                  <a:cubicBezTo>
                    <a:pt x="37" y="16"/>
                    <a:pt x="37" y="16"/>
                    <a:pt x="37" y="16"/>
                  </a:cubicBezTo>
                  <a:cubicBezTo>
                    <a:pt x="37" y="15"/>
                    <a:pt x="37" y="15"/>
                    <a:pt x="37" y="15"/>
                  </a:cubicBezTo>
                  <a:cubicBezTo>
                    <a:pt x="39" y="12"/>
                    <a:pt x="39" y="12"/>
                    <a:pt x="39" y="12"/>
                  </a:cubicBezTo>
                  <a:cubicBezTo>
                    <a:pt x="39" y="10"/>
                    <a:pt x="39" y="10"/>
                    <a:pt x="39" y="10"/>
                  </a:cubicBezTo>
                  <a:cubicBezTo>
                    <a:pt x="39" y="10"/>
                    <a:pt x="39" y="10"/>
                    <a:pt x="39" y="10"/>
                  </a:cubicBezTo>
                  <a:cubicBezTo>
                    <a:pt x="39" y="10"/>
                    <a:pt x="39" y="10"/>
                    <a:pt x="39" y="10"/>
                  </a:cubicBezTo>
                  <a:cubicBezTo>
                    <a:pt x="39" y="10"/>
                    <a:pt x="39" y="10"/>
                    <a:pt x="39" y="10"/>
                  </a:cubicBezTo>
                  <a:cubicBezTo>
                    <a:pt x="39" y="9"/>
                    <a:pt x="39" y="9"/>
                    <a:pt x="39" y="9"/>
                  </a:cubicBezTo>
                  <a:cubicBezTo>
                    <a:pt x="39" y="7"/>
                    <a:pt x="38" y="4"/>
                    <a:pt x="37" y="2"/>
                  </a:cubicBezTo>
                  <a:moveTo>
                    <a:pt x="40" y="12"/>
                  </a:moveTo>
                  <a:cubicBezTo>
                    <a:pt x="40" y="11"/>
                    <a:pt x="40" y="11"/>
                    <a:pt x="40" y="11"/>
                  </a:cubicBezTo>
                  <a:cubicBezTo>
                    <a:pt x="39" y="13"/>
                    <a:pt x="37" y="16"/>
                    <a:pt x="37" y="17"/>
                  </a:cubicBezTo>
                  <a:cubicBezTo>
                    <a:pt x="37" y="18"/>
                    <a:pt x="37" y="18"/>
                    <a:pt x="37" y="18"/>
                  </a:cubicBezTo>
                  <a:cubicBezTo>
                    <a:pt x="37" y="20"/>
                    <a:pt x="37" y="20"/>
                    <a:pt x="37" y="20"/>
                  </a:cubicBezTo>
                  <a:cubicBezTo>
                    <a:pt x="38" y="20"/>
                    <a:pt x="38" y="20"/>
                    <a:pt x="38" y="20"/>
                  </a:cubicBezTo>
                  <a:cubicBezTo>
                    <a:pt x="38" y="20"/>
                    <a:pt x="40" y="16"/>
                    <a:pt x="40" y="12"/>
                  </a:cubicBezTo>
                  <a:close/>
                  <a:moveTo>
                    <a:pt x="27" y="44"/>
                  </a:moveTo>
                  <a:cubicBezTo>
                    <a:pt x="26" y="41"/>
                    <a:pt x="26" y="41"/>
                    <a:pt x="26" y="41"/>
                  </a:cubicBezTo>
                  <a:cubicBezTo>
                    <a:pt x="26" y="41"/>
                    <a:pt x="26" y="41"/>
                    <a:pt x="26" y="41"/>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1"/>
                    <a:pt x="23" y="41"/>
                    <a:pt x="23" y="41"/>
                  </a:cubicBezTo>
                  <a:cubicBezTo>
                    <a:pt x="23" y="42"/>
                    <a:pt x="25" y="43"/>
                    <a:pt x="27" y="44"/>
                  </a:cubicBezTo>
                  <a:moveTo>
                    <a:pt x="27" y="44"/>
                  </a:moveTo>
                  <a:cubicBezTo>
                    <a:pt x="29" y="48"/>
                    <a:pt x="29" y="48"/>
                    <a:pt x="29" y="48"/>
                  </a:cubicBezTo>
                  <a:cubicBezTo>
                    <a:pt x="29" y="47"/>
                    <a:pt x="29" y="47"/>
                    <a:pt x="29" y="47"/>
                  </a:cubicBezTo>
                  <a:cubicBezTo>
                    <a:pt x="29" y="46"/>
                    <a:pt x="28" y="45"/>
                    <a:pt x="28" y="44"/>
                  </a:cubicBezTo>
                  <a:cubicBezTo>
                    <a:pt x="28" y="44"/>
                    <a:pt x="28" y="44"/>
                    <a:pt x="28" y="44"/>
                  </a:cubicBezTo>
                  <a:cubicBezTo>
                    <a:pt x="28" y="44"/>
                    <a:pt x="28" y="44"/>
                    <a:pt x="28" y="44"/>
                  </a:cubicBezTo>
                  <a:lnTo>
                    <a:pt x="27" y="44"/>
                  </a:lnTo>
                  <a:close/>
                  <a:moveTo>
                    <a:pt x="28" y="44"/>
                  </a:moveTo>
                  <a:cubicBezTo>
                    <a:pt x="28" y="42"/>
                    <a:pt x="28" y="42"/>
                    <a:pt x="28" y="42"/>
                  </a:cubicBezTo>
                  <a:cubicBezTo>
                    <a:pt x="28" y="42"/>
                    <a:pt x="28" y="42"/>
                    <a:pt x="28" y="42"/>
                  </a:cubicBezTo>
                  <a:cubicBezTo>
                    <a:pt x="27" y="41"/>
                    <a:pt x="27" y="41"/>
                    <a:pt x="27" y="41"/>
                  </a:cubicBezTo>
                  <a:lnTo>
                    <a:pt x="28" y="44"/>
                  </a:lnTo>
                  <a:close/>
                  <a:moveTo>
                    <a:pt x="28" y="44"/>
                  </a:moveTo>
                  <a:cubicBezTo>
                    <a:pt x="28" y="44"/>
                    <a:pt x="28" y="44"/>
                    <a:pt x="28" y="44"/>
                  </a:cubicBezTo>
                  <a:cubicBezTo>
                    <a:pt x="29" y="44"/>
                    <a:pt x="30" y="45"/>
                    <a:pt x="33" y="45"/>
                  </a:cubicBezTo>
                  <a:cubicBezTo>
                    <a:pt x="31" y="45"/>
                    <a:pt x="30" y="43"/>
                    <a:pt x="30" y="42"/>
                  </a:cubicBezTo>
                  <a:cubicBezTo>
                    <a:pt x="29" y="42"/>
                    <a:pt x="29" y="42"/>
                    <a:pt x="29" y="42"/>
                  </a:cubicBezTo>
                  <a:lnTo>
                    <a:pt x="28" y="44"/>
                  </a:lnTo>
                  <a:close/>
                  <a:moveTo>
                    <a:pt x="37" y="34"/>
                  </a:moveTo>
                  <a:cubicBezTo>
                    <a:pt x="38" y="34"/>
                    <a:pt x="38" y="34"/>
                    <a:pt x="38" y="34"/>
                  </a:cubicBezTo>
                  <a:cubicBezTo>
                    <a:pt x="38" y="34"/>
                    <a:pt x="38" y="34"/>
                    <a:pt x="38" y="34"/>
                  </a:cubicBezTo>
                  <a:cubicBezTo>
                    <a:pt x="38" y="34"/>
                    <a:pt x="38" y="34"/>
                    <a:pt x="38" y="34"/>
                  </a:cubicBezTo>
                  <a:cubicBezTo>
                    <a:pt x="38" y="34"/>
                    <a:pt x="38" y="34"/>
                    <a:pt x="38" y="34"/>
                  </a:cubicBezTo>
                  <a:cubicBezTo>
                    <a:pt x="38" y="34"/>
                    <a:pt x="38" y="34"/>
                    <a:pt x="38" y="34"/>
                  </a:cubicBezTo>
                  <a:cubicBezTo>
                    <a:pt x="39" y="34"/>
                    <a:pt x="39" y="34"/>
                    <a:pt x="39" y="34"/>
                  </a:cubicBezTo>
                  <a:cubicBezTo>
                    <a:pt x="37" y="32"/>
                    <a:pt x="37" y="32"/>
                    <a:pt x="37" y="32"/>
                  </a:cubicBezTo>
                  <a:cubicBezTo>
                    <a:pt x="37" y="34"/>
                    <a:pt x="37" y="34"/>
                    <a:pt x="37" y="34"/>
                  </a:cubicBezTo>
                  <a:cubicBezTo>
                    <a:pt x="37" y="34"/>
                    <a:pt x="37" y="34"/>
                    <a:pt x="37" y="34"/>
                  </a:cubicBezTo>
                  <a:close/>
                  <a:moveTo>
                    <a:pt x="37" y="38"/>
                  </a:moveTo>
                  <a:cubicBezTo>
                    <a:pt x="36" y="39"/>
                    <a:pt x="35" y="39"/>
                    <a:pt x="35" y="39"/>
                  </a:cubicBezTo>
                  <a:cubicBezTo>
                    <a:pt x="36" y="40"/>
                    <a:pt x="36" y="40"/>
                    <a:pt x="36" y="40"/>
                  </a:cubicBezTo>
                  <a:cubicBezTo>
                    <a:pt x="38" y="42"/>
                    <a:pt x="38" y="42"/>
                    <a:pt x="38" y="42"/>
                  </a:cubicBezTo>
                  <a:cubicBezTo>
                    <a:pt x="38" y="41"/>
                    <a:pt x="38" y="39"/>
                    <a:pt x="37" y="38"/>
                  </a:cubicBezTo>
                  <a:moveTo>
                    <a:pt x="34" y="40"/>
                  </a:moveTo>
                  <a:cubicBezTo>
                    <a:pt x="34" y="41"/>
                    <a:pt x="34" y="42"/>
                    <a:pt x="34" y="42"/>
                  </a:cubicBezTo>
                  <a:cubicBezTo>
                    <a:pt x="33" y="42"/>
                    <a:pt x="33" y="42"/>
                    <a:pt x="33" y="42"/>
                  </a:cubicBezTo>
                  <a:cubicBezTo>
                    <a:pt x="33" y="42"/>
                    <a:pt x="33" y="42"/>
                    <a:pt x="33" y="42"/>
                  </a:cubicBezTo>
                  <a:cubicBezTo>
                    <a:pt x="32" y="42"/>
                    <a:pt x="31" y="42"/>
                    <a:pt x="31" y="42"/>
                  </a:cubicBezTo>
                  <a:cubicBezTo>
                    <a:pt x="31" y="43"/>
                    <a:pt x="32" y="45"/>
                    <a:pt x="34" y="45"/>
                  </a:cubicBezTo>
                  <a:cubicBezTo>
                    <a:pt x="34" y="45"/>
                    <a:pt x="34" y="43"/>
                    <a:pt x="33" y="42"/>
                  </a:cubicBezTo>
                  <a:cubicBezTo>
                    <a:pt x="34" y="42"/>
                    <a:pt x="34" y="42"/>
                    <a:pt x="34" y="42"/>
                  </a:cubicBezTo>
                  <a:cubicBezTo>
                    <a:pt x="34" y="42"/>
                    <a:pt x="34" y="42"/>
                    <a:pt x="34" y="42"/>
                  </a:cubicBezTo>
                  <a:cubicBezTo>
                    <a:pt x="36" y="43"/>
                    <a:pt x="36" y="43"/>
                    <a:pt x="36" y="43"/>
                  </a:cubicBezTo>
                  <a:cubicBezTo>
                    <a:pt x="37" y="42"/>
                    <a:pt x="37" y="42"/>
                    <a:pt x="37" y="42"/>
                  </a:cubicBezTo>
                  <a:cubicBezTo>
                    <a:pt x="36" y="42"/>
                    <a:pt x="35" y="40"/>
                    <a:pt x="34" y="40"/>
                  </a:cubicBezTo>
                  <a:moveTo>
                    <a:pt x="37" y="44"/>
                  </a:moveTo>
                  <a:cubicBezTo>
                    <a:pt x="37" y="43"/>
                    <a:pt x="37" y="43"/>
                    <a:pt x="37" y="43"/>
                  </a:cubicBezTo>
                  <a:cubicBezTo>
                    <a:pt x="36" y="43"/>
                    <a:pt x="36" y="43"/>
                    <a:pt x="36" y="43"/>
                  </a:cubicBezTo>
                  <a:cubicBezTo>
                    <a:pt x="34" y="43"/>
                    <a:pt x="34" y="43"/>
                    <a:pt x="34" y="43"/>
                  </a:cubicBezTo>
                  <a:cubicBezTo>
                    <a:pt x="34" y="44"/>
                    <a:pt x="35" y="45"/>
                    <a:pt x="35" y="46"/>
                  </a:cubicBezTo>
                  <a:cubicBezTo>
                    <a:pt x="35" y="46"/>
                    <a:pt x="35" y="46"/>
                    <a:pt x="35" y="46"/>
                  </a:cubicBezTo>
                  <a:cubicBezTo>
                    <a:pt x="34" y="46"/>
                    <a:pt x="34" y="46"/>
                    <a:pt x="34" y="46"/>
                  </a:cubicBezTo>
                  <a:cubicBezTo>
                    <a:pt x="34" y="46"/>
                    <a:pt x="34" y="46"/>
                    <a:pt x="34" y="46"/>
                  </a:cubicBezTo>
                  <a:cubicBezTo>
                    <a:pt x="33" y="46"/>
                    <a:pt x="33" y="46"/>
                    <a:pt x="33" y="46"/>
                  </a:cubicBezTo>
                  <a:cubicBezTo>
                    <a:pt x="32" y="46"/>
                    <a:pt x="32" y="46"/>
                    <a:pt x="32" y="46"/>
                  </a:cubicBezTo>
                  <a:cubicBezTo>
                    <a:pt x="32" y="47"/>
                    <a:pt x="32" y="47"/>
                    <a:pt x="32" y="47"/>
                  </a:cubicBezTo>
                  <a:cubicBezTo>
                    <a:pt x="32" y="48"/>
                    <a:pt x="33" y="48"/>
                    <a:pt x="33" y="50"/>
                  </a:cubicBezTo>
                  <a:cubicBezTo>
                    <a:pt x="34" y="52"/>
                    <a:pt x="36" y="54"/>
                    <a:pt x="38" y="55"/>
                  </a:cubicBezTo>
                  <a:cubicBezTo>
                    <a:pt x="39" y="57"/>
                    <a:pt x="40" y="58"/>
                    <a:pt x="41" y="60"/>
                  </a:cubicBezTo>
                  <a:cubicBezTo>
                    <a:pt x="41" y="61"/>
                    <a:pt x="41" y="61"/>
                    <a:pt x="41" y="61"/>
                  </a:cubicBezTo>
                  <a:cubicBezTo>
                    <a:pt x="42" y="61"/>
                    <a:pt x="42" y="61"/>
                    <a:pt x="42" y="61"/>
                  </a:cubicBezTo>
                  <a:cubicBezTo>
                    <a:pt x="42" y="61"/>
                    <a:pt x="42" y="61"/>
                    <a:pt x="42" y="61"/>
                  </a:cubicBezTo>
                  <a:cubicBezTo>
                    <a:pt x="43" y="61"/>
                    <a:pt x="44" y="59"/>
                    <a:pt x="44" y="59"/>
                  </a:cubicBezTo>
                  <a:cubicBezTo>
                    <a:pt x="44" y="58"/>
                    <a:pt x="44" y="58"/>
                    <a:pt x="44" y="58"/>
                  </a:cubicBezTo>
                  <a:cubicBezTo>
                    <a:pt x="44" y="54"/>
                    <a:pt x="39" y="52"/>
                    <a:pt x="37" y="44"/>
                  </a:cubicBezTo>
                  <a:moveTo>
                    <a:pt x="31" y="42"/>
                  </a:moveTo>
                  <a:cubicBezTo>
                    <a:pt x="32" y="42"/>
                    <a:pt x="32" y="42"/>
                    <a:pt x="32" y="42"/>
                  </a:cubicBezTo>
                  <a:cubicBezTo>
                    <a:pt x="31" y="41"/>
                    <a:pt x="31" y="40"/>
                    <a:pt x="31" y="39"/>
                  </a:cubicBezTo>
                  <a:cubicBezTo>
                    <a:pt x="30" y="40"/>
                    <a:pt x="30" y="40"/>
                    <a:pt x="30" y="40"/>
                  </a:cubicBezTo>
                  <a:cubicBezTo>
                    <a:pt x="29" y="42"/>
                    <a:pt x="29" y="42"/>
                    <a:pt x="29" y="42"/>
                  </a:cubicBezTo>
                  <a:lnTo>
                    <a:pt x="31" y="42"/>
                  </a:lnTo>
                  <a:close/>
                  <a:moveTo>
                    <a:pt x="33" y="41"/>
                  </a:moveTo>
                  <a:cubicBezTo>
                    <a:pt x="34" y="39"/>
                    <a:pt x="34" y="39"/>
                    <a:pt x="34" y="39"/>
                  </a:cubicBezTo>
                  <a:cubicBezTo>
                    <a:pt x="34" y="39"/>
                    <a:pt x="34" y="39"/>
                    <a:pt x="34" y="39"/>
                  </a:cubicBezTo>
                  <a:cubicBezTo>
                    <a:pt x="34" y="39"/>
                    <a:pt x="34" y="39"/>
                    <a:pt x="34" y="39"/>
                  </a:cubicBezTo>
                  <a:cubicBezTo>
                    <a:pt x="34" y="39"/>
                    <a:pt x="34" y="39"/>
                    <a:pt x="34" y="39"/>
                  </a:cubicBezTo>
                  <a:cubicBezTo>
                    <a:pt x="34" y="39"/>
                    <a:pt x="35" y="39"/>
                    <a:pt x="37" y="38"/>
                  </a:cubicBezTo>
                  <a:cubicBezTo>
                    <a:pt x="36" y="38"/>
                    <a:pt x="35" y="37"/>
                    <a:pt x="35" y="36"/>
                  </a:cubicBezTo>
                  <a:cubicBezTo>
                    <a:pt x="34" y="38"/>
                    <a:pt x="34" y="38"/>
                    <a:pt x="34" y="38"/>
                  </a:cubicBezTo>
                  <a:cubicBezTo>
                    <a:pt x="34" y="38"/>
                    <a:pt x="34" y="38"/>
                    <a:pt x="34" y="38"/>
                  </a:cubicBezTo>
                  <a:cubicBezTo>
                    <a:pt x="34" y="38"/>
                    <a:pt x="34" y="38"/>
                    <a:pt x="34" y="38"/>
                  </a:cubicBezTo>
                  <a:cubicBezTo>
                    <a:pt x="34" y="38"/>
                    <a:pt x="34" y="38"/>
                    <a:pt x="33" y="38"/>
                  </a:cubicBezTo>
                  <a:cubicBezTo>
                    <a:pt x="31" y="39"/>
                    <a:pt x="31" y="39"/>
                    <a:pt x="31" y="39"/>
                  </a:cubicBezTo>
                  <a:cubicBezTo>
                    <a:pt x="31" y="39"/>
                    <a:pt x="31" y="39"/>
                    <a:pt x="31" y="39"/>
                  </a:cubicBezTo>
                  <a:cubicBezTo>
                    <a:pt x="31" y="39"/>
                    <a:pt x="32" y="41"/>
                    <a:pt x="33" y="41"/>
                  </a:cubicBezTo>
                  <a:moveTo>
                    <a:pt x="35" y="35"/>
                  </a:moveTo>
                  <a:cubicBezTo>
                    <a:pt x="35" y="35"/>
                    <a:pt x="35" y="35"/>
                    <a:pt x="35" y="35"/>
                  </a:cubicBezTo>
                  <a:cubicBezTo>
                    <a:pt x="35" y="36"/>
                    <a:pt x="35" y="36"/>
                    <a:pt x="35" y="36"/>
                  </a:cubicBezTo>
                  <a:cubicBezTo>
                    <a:pt x="35" y="36"/>
                    <a:pt x="36" y="37"/>
                    <a:pt x="37" y="38"/>
                  </a:cubicBezTo>
                  <a:cubicBezTo>
                    <a:pt x="37" y="36"/>
                    <a:pt x="37" y="36"/>
                    <a:pt x="37" y="36"/>
                  </a:cubicBezTo>
                  <a:cubicBezTo>
                    <a:pt x="37" y="36"/>
                    <a:pt x="37" y="36"/>
                    <a:pt x="37" y="36"/>
                  </a:cubicBezTo>
                  <a:cubicBezTo>
                    <a:pt x="37" y="34"/>
                    <a:pt x="37" y="34"/>
                    <a:pt x="37" y="34"/>
                  </a:cubicBezTo>
                  <a:cubicBezTo>
                    <a:pt x="37" y="34"/>
                    <a:pt x="37" y="34"/>
                    <a:pt x="37" y="34"/>
                  </a:cubicBezTo>
                  <a:cubicBezTo>
                    <a:pt x="37" y="34"/>
                    <a:pt x="37" y="34"/>
                    <a:pt x="37" y="34"/>
                  </a:cubicBezTo>
                  <a:cubicBezTo>
                    <a:pt x="37" y="34"/>
                    <a:pt x="37" y="34"/>
                    <a:pt x="37" y="34"/>
                  </a:cubicBezTo>
                  <a:cubicBezTo>
                    <a:pt x="37" y="35"/>
                    <a:pt x="37" y="35"/>
                    <a:pt x="37" y="35"/>
                  </a:cubicBezTo>
                  <a:cubicBezTo>
                    <a:pt x="37" y="35"/>
                    <a:pt x="37" y="35"/>
                    <a:pt x="37" y="35"/>
                  </a:cubicBezTo>
                  <a:cubicBezTo>
                    <a:pt x="36" y="35"/>
                    <a:pt x="36" y="35"/>
                    <a:pt x="36" y="35"/>
                  </a:cubicBezTo>
                  <a:cubicBezTo>
                    <a:pt x="35" y="35"/>
                    <a:pt x="35" y="35"/>
                    <a:pt x="35" y="35"/>
                  </a:cubicBezTo>
                  <a:close/>
                  <a:moveTo>
                    <a:pt x="39" y="34"/>
                  </a:moveTo>
                  <a:cubicBezTo>
                    <a:pt x="39" y="32"/>
                    <a:pt x="39" y="32"/>
                    <a:pt x="39" y="32"/>
                  </a:cubicBezTo>
                  <a:cubicBezTo>
                    <a:pt x="39" y="31"/>
                    <a:pt x="39" y="31"/>
                    <a:pt x="39" y="31"/>
                  </a:cubicBezTo>
                  <a:cubicBezTo>
                    <a:pt x="39" y="30"/>
                    <a:pt x="39" y="30"/>
                    <a:pt x="39" y="30"/>
                  </a:cubicBezTo>
                  <a:cubicBezTo>
                    <a:pt x="39" y="30"/>
                    <a:pt x="39" y="30"/>
                    <a:pt x="39" y="30"/>
                  </a:cubicBezTo>
                  <a:cubicBezTo>
                    <a:pt x="41" y="29"/>
                    <a:pt x="41" y="29"/>
                    <a:pt x="41" y="29"/>
                  </a:cubicBezTo>
                  <a:cubicBezTo>
                    <a:pt x="41" y="28"/>
                    <a:pt x="41" y="28"/>
                    <a:pt x="41" y="28"/>
                  </a:cubicBezTo>
                  <a:cubicBezTo>
                    <a:pt x="41" y="28"/>
                    <a:pt x="41" y="28"/>
                    <a:pt x="41" y="28"/>
                  </a:cubicBezTo>
                  <a:cubicBezTo>
                    <a:pt x="38" y="28"/>
                    <a:pt x="38" y="28"/>
                    <a:pt x="38" y="28"/>
                  </a:cubicBezTo>
                  <a:cubicBezTo>
                    <a:pt x="39" y="29"/>
                    <a:pt x="39" y="30"/>
                    <a:pt x="39" y="30"/>
                  </a:cubicBezTo>
                  <a:cubicBezTo>
                    <a:pt x="39" y="30"/>
                    <a:pt x="39" y="30"/>
                    <a:pt x="39" y="30"/>
                  </a:cubicBezTo>
                  <a:cubicBezTo>
                    <a:pt x="39" y="30"/>
                    <a:pt x="39" y="30"/>
                    <a:pt x="39" y="30"/>
                  </a:cubicBezTo>
                  <a:cubicBezTo>
                    <a:pt x="37" y="32"/>
                    <a:pt x="37" y="32"/>
                    <a:pt x="37" y="32"/>
                  </a:cubicBezTo>
                  <a:lnTo>
                    <a:pt x="39" y="34"/>
                  </a:lnTo>
                  <a:close/>
                  <a:moveTo>
                    <a:pt x="38" y="27"/>
                  </a:moveTo>
                  <a:cubicBezTo>
                    <a:pt x="39" y="27"/>
                    <a:pt x="40" y="27"/>
                    <a:pt x="41" y="28"/>
                  </a:cubicBezTo>
                  <a:cubicBezTo>
                    <a:pt x="41" y="27"/>
                    <a:pt x="41" y="27"/>
                    <a:pt x="41" y="27"/>
                  </a:cubicBezTo>
                  <a:cubicBezTo>
                    <a:pt x="40" y="25"/>
                    <a:pt x="40" y="25"/>
                    <a:pt x="40" y="25"/>
                  </a:cubicBezTo>
                  <a:cubicBezTo>
                    <a:pt x="40" y="25"/>
                    <a:pt x="40" y="25"/>
                    <a:pt x="40" y="25"/>
                  </a:cubicBezTo>
                  <a:cubicBezTo>
                    <a:pt x="40" y="25"/>
                    <a:pt x="40" y="25"/>
                    <a:pt x="40" y="25"/>
                  </a:cubicBezTo>
                  <a:cubicBezTo>
                    <a:pt x="38" y="27"/>
                    <a:pt x="38" y="27"/>
                    <a:pt x="38" y="27"/>
                  </a:cubicBezTo>
                  <a:close/>
                  <a:moveTo>
                    <a:pt x="40" y="25"/>
                  </a:move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1" y="24"/>
                    <a:pt x="41" y="23"/>
                  </a:cubicBezTo>
                  <a:cubicBezTo>
                    <a:pt x="41" y="23"/>
                    <a:pt x="41" y="23"/>
                    <a:pt x="41" y="23"/>
                  </a:cubicBezTo>
                  <a:cubicBezTo>
                    <a:pt x="39" y="23"/>
                    <a:pt x="39" y="23"/>
                    <a:pt x="39" y="23"/>
                  </a:cubicBezTo>
                  <a:cubicBezTo>
                    <a:pt x="38" y="23"/>
                    <a:pt x="38" y="23"/>
                    <a:pt x="38" y="23"/>
                  </a:cubicBezTo>
                  <a:cubicBezTo>
                    <a:pt x="39" y="25"/>
                    <a:pt x="39" y="25"/>
                    <a:pt x="39" y="25"/>
                  </a:cubicBezTo>
                  <a:lnTo>
                    <a:pt x="40" y="25"/>
                  </a:lnTo>
                  <a:close/>
                  <a:moveTo>
                    <a:pt x="38" y="23"/>
                  </a:moveTo>
                  <a:cubicBezTo>
                    <a:pt x="39" y="22"/>
                    <a:pt x="40" y="22"/>
                    <a:pt x="41" y="22"/>
                  </a:cubicBezTo>
                  <a:cubicBezTo>
                    <a:pt x="39" y="21"/>
                    <a:pt x="39" y="21"/>
                    <a:pt x="39" y="21"/>
                  </a:cubicBezTo>
                  <a:cubicBezTo>
                    <a:pt x="39" y="21"/>
                    <a:pt x="39" y="21"/>
                    <a:pt x="39" y="21"/>
                  </a:cubicBezTo>
                  <a:lnTo>
                    <a:pt x="38" y="23"/>
                  </a:lnTo>
                  <a:close/>
                  <a:moveTo>
                    <a:pt x="46" y="3"/>
                  </a:moveTo>
                  <a:cubicBezTo>
                    <a:pt x="45" y="5"/>
                    <a:pt x="42" y="10"/>
                    <a:pt x="40" y="12"/>
                  </a:cubicBezTo>
                  <a:cubicBezTo>
                    <a:pt x="40" y="13"/>
                    <a:pt x="40" y="14"/>
                    <a:pt x="40" y="15"/>
                  </a:cubicBezTo>
                  <a:cubicBezTo>
                    <a:pt x="42" y="13"/>
                    <a:pt x="46" y="7"/>
                    <a:pt x="46" y="3"/>
                  </a:cubicBezTo>
                  <a:close/>
                  <a:moveTo>
                    <a:pt x="46" y="2"/>
                  </a:moveTo>
                  <a:cubicBezTo>
                    <a:pt x="46" y="3"/>
                    <a:pt x="46" y="3"/>
                    <a:pt x="46" y="3"/>
                  </a:cubicBezTo>
                  <a:cubicBezTo>
                    <a:pt x="46" y="2"/>
                    <a:pt x="46" y="2"/>
                    <a:pt x="46" y="2"/>
                  </a:cubicBezTo>
                  <a:close/>
                  <a:moveTo>
                    <a:pt x="47" y="5"/>
                  </a:moveTo>
                  <a:cubicBezTo>
                    <a:pt x="47" y="3"/>
                    <a:pt x="47" y="3"/>
                    <a:pt x="47" y="3"/>
                  </a:cubicBezTo>
                  <a:cubicBezTo>
                    <a:pt x="47" y="3"/>
                    <a:pt x="47" y="3"/>
                    <a:pt x="47" y="3"/>
                  </a:cubicBezTo>
                  <a:cubicBezTo>
                    <a:pt x="47" y="9"/>
                    <a:pt x="40" y="16"/>
                    <a:pt x="40" y="16"/>
                  </a:cubicBezTo>
                  <a:cubicBezTo>
                    <a:pt x="40" y="17"/>
                    <a:pt x="39" y="19"/>
                    <a:pt x="39" y="20"/>
                  </a:cubicBezTo>
                  <a:cubicBezTo>
                    <a:pt x="40" y="19"/>
                    <a:pt x="41" y="18"/>
                    <a:pt x="42" y="16"/>
                  </a:cubicBezTo>
                  <a:cubicBezTo>
                    <a:pt x="42" y="16"/>
                    <a:pt x="42" y="16"/>
                    <a:pt x="42" y="16"/>
                  </a:cubicBezTo>
                  <a:cubicBezTo>
                    <a:pt x="42" y="16"/>
                    <a:pt x="47" y="10"/>
                    <a:pt x="47" y="5"/>
                  </a:cubicBezTo>
                  <a:moveTo>
                    <a:pt x="43" y="16"/>
                  </a:moveTo>
                  <a:cubicBezTo>
                    <a:pt x="41" y="18"/>
                    <a:pt x="39" y="20"/>
                    <a:pt x="39" y="20"/>
                  </a:cubicBezTo>
                  <a:cubicBezTo>
                    <a:pt x="40" y="21"/>
                    <a:pt x="40" y="21"/>
                    <a:pt x="40" y="21"/>
                  </a:cubicBezTo>
                  <a:cubicBezTo>
                    <a:pt x="40" y="21"/>
                    <a:pt x="42" y="19"/>
                    <a:pt x="43" y="18"/>
                  </a:cubicBezTo>
                  <a:cubicBezTo>
                    <a:pt x="44" y="17"/>
                    <a:pt x="46" y="15"/>
                    <a:pt x="47" y="13"/>
                  </a:cubicBezTo>
                  <a:cubicBezTo>
                    <a:pt x="46" y="14"/>
                    <a:pt x="44" y="16"/>
                    <a:pt x="43" y="16"/>
                  </a:cubicBezTo>
                  <a:moveTo>
                    <a:pt x="43" y="22"/>
                  </a:moveTo>
                  <a:cubicBezTo>
                    <a:pt x="42" y="22"/>
                    <a:pt x="42" y="22"/>
                    <a:pt x="42" y="22"/>
                  </a:cubicBezTo>
                  <a:cubicBezTo>
                    <a:pt x="42" y="22"/>
                    <a:pt x="47" y="18"/>
                    <a:pt x="47" y="14"/>
                  </a:cubicBezTo>
                  <a:cubicBezTo>
                    <a:pt x="47" y="14"/>
                    <a:pt x="47" y="14"/>
                    <a:pt x="47" y="14"/>
                  </a:cubicBezTo>
                  <a:cubicBezTo>
                    <a:pt x="46" y="17"/>
                    <a:pt x="41" y="20"/>
                    <a:pt x="40" y="21"/>
                  </a:cubicBezTo>
                  <a:cubicBezTo>
                    <a:pt x="42" y="22"/>
                    <a:pt x="42" y="22"/>
                    <a:pt x="42" y="22"/>
                  </a:cubicBezTo>
                  <a:cubicBezTo>
                    <a:pt x="42" y="22"/>
                    <a:pt x="42" y="22"/>
                    <a:pt x="42" y="22"/>
                  </a:cubicBezTo>
                  <a:cubicBezTo>
                    <a:pt x="42" y="22"/>
                    <a:pt x="42" y="22"/>
                    <a:pt x="42" y="22"/>
                  </a:cubicBezTo>
                  <a:cubicBezTo>
                    <a:pt x="42" y="24"/>
                    <a:pt x="41" y="25"/>
                    <a:pt x="40" y="25"/>
                  </a:cubicBezTo>
                  <a:cubicBezTo>
                    <a:pt x="41" y="26"/>
                    <a:pt x="41" y="26"/>
                    <a:pt x="41" y="26"/>
                  </a:cubicBezTo>
                  <a:cubicBezTo>
                    <a:pt x="41" y="25"/>
                    <a:pt x="42" y="25"/>
                    <a:pt x="43" y="24"/>
                  </a:cubicBezTo>
                  <a:cubicBezTo>
                    <a:pt x="45" y="23"/>
                    <a:pt x="46" y="22"/>
                    <a:pt x="46" y="21"/>
                  </a:cubicBezTo>
                  <a:cubicBezTo>
                    <a:pt x="45" y="21"/>
                    <a:pt x="44" y="21"/>
                    <a:pt x="43" y="22"/>
                  </a:cubicBezTo>
                  <a:moveTo>
                    <a:pt x="44" y="26"/>
                  </a:moveTo>
                  <a:cubicBezTo>
                    <a:pt x="45" y="25"/>
                    <a:pt x="46" y="23"/>
                    <a:pt x="47" y="22"/>
                  </a:cubicBezTo>
                  <a:cubicBezTo>
                    <a:pt x="45" y="24"/>
                    <a:pt x="42" y="26"/>
                    <a:pt x="41" y="26"/>
                  </a:cubicBezTo>
                  <a:cubicBezTo>
                    <a:pt x="42" y="28"/>
                    <a:pt x="42" y="28"/>
                    <a:pt x="42" y="28"/>
                  </a:cubicBezTo>
                  <a:cubicBezTo>
                    <a:pt x="42" y="28"/>
                    <a:pt x="42" y="28"/>
                    <a:pt x="42" y="28"/>
                  </a:cubicBezTo>
                  <a:cubicBezTo>
                    <a:pt x="42" y="28"/>
                    <a:pt x="42" y="28"/>
                    <a:pt x="42" y="28"/>
                  </a:cubicBezTo>
                  <a:cubicBezTo>
                    <a:pt x="43" y="28"/>
                    <a:pt x="44" y="27"/>
                    <a:pt x="44" y="26"/>
                  </a:cubicBezTo>
                  <a:moveTo>
                    <a:pt x="45" y="29"/>
                  </a:moveTo>
                  <a:cubicBezTo>
                    <a:pt x="44" y="29"/>
                    <a:pt x="44" y="28"/>
                    <a:pt x="43" y="28"/>
                  </a:cubicBezTo>
                  <a:cubicBezTo>
                    <a:pt x="43" y="28"/>
                    <a:pt x="43" y="28"/>
                    <a:pt x="43" y="28"/>
                  </a:cubicBezTo>
                  <a:cubicBezTo>
                    <a:pt x="43" y="28"/>
                    <a:pt x="43" y="28"/>
                    <a:pt x="43" y="28"/>
                  </a:cubicBezTo>
                  <a:cubicBezTo>
                    <a:pt x="42" y="29"/>
                    <a:pt x="42" y="29"/>
                    <a:pt x="42" y="29"/>
                  </a:cubicBezTo>
                  <a:cubicBezTo>
                    <a:pt x="42" y="29"/>
                    <a:pt x="42" y="29"/>
                    <a:pt x="42" y="29"/>
                  </a:cubicBezTo>
                  <a:cubicBezTo>
                    <a:pt x="42" y="29"/>
                    <a:pt x="42" y="29"/>
                    <a:pt x="42" y="29"/>
                  </a:cubicBezTo>
                  <a:cubicBezTo>
                    <a:pt x="40" y="30"/>
                    <a:pt x="40" y="30"/>
                    <a:pt x="40" y="30"/>
                  </a:cubicBezTo>
                  <a:cubicBezTo>
                    <a:pt x="42" y="30"/>
                    <a:pt x="42" y="30"/>
                    <a:pt x="42" y="30"/>
                  </a:cubicBezTo>
                  <a:cubicBezTo>
                    <a:pt x="43" y="30"/>
                    <a:pt x="45" y="29"/>
                    <a:pt x="45" y="29"/>
                  </a:cubicBezTo>
                  <a:close/>
                  <a:moveTo>
                    <a:pt x="45" y="30"/>
                  </a:moveTo>
                  <a:cubicBezTo>
                    <a:pt x="43" y="31"/>
                    <a:pt x="41" y="31"/>
                    <a:pt x="40" y="31"/>
                  </a:cubicBezTo>
                  <a:cubicBezTo>
                    <a:pt x="40" y="32"/>
                    <a:pt x="40" y="32"/>
                    <a:pt x="40" y="32"/>
                  </a:cubicBezTo>
                  <a:cubicBezTo>
                    <a:pt x="40" y="34"/>
                    <a:pt x="40" y="34"/>
                    <a:pt x="40" y="34"/>
                  </a:cubicBezTo>
                  <a:cubicBezTo>
                    <a:pt x="40" y="34"/>
                    <a:pt x="40" y="34"/>
                    <a:pt x="40" y="34"/>
                  </a:cubicBezTo>
                  <a:cubicBezTo>
                    <a:pt x="40" y="34"/>
                    <a:pt x="40" y="34"/>
                    <a:pt x="40" y="34"/>
                  </a:cubicBezTo>
                  <a:cubicBezTo>
                    <a:pt x="41" y="33"/>
                    <a:pt x="41" y="33"/>
                    <a:pt x="41" y="33"/>
                  </a:cubicBezTo>
                  <a:cubicBezTo>
                    <a:pt x="42" y="33"/>
                    <a:pt x="44" y="32"/>
                    <a:pt x="45" y="30"/>
                  </a:cubicBezTo>
                  <a:moveTo>
                    <a:pt x="43" y="35"/>
                  </a:moveTo>
                  <a:cubicBezTo>
                    <a:pt x="43" y="35"/>
                    <a:pt x="43" y="35"/>
                    <a:pt x="43" y="35"/>
                  </a:cubicBezTo>
                  <a:cubicBezTo>
                    <a:pt x="44" y="35"/>
                    <a:pt x="44" y="35"/>
                    <a:pt x="44" y="35"/>
                  </a:cubicBezTo>
                  <a:cubicBezTo>
                    <a:pt x="44" y="35"/>
                    <a:pt x="46" y="36"/>
                    <a:pt x="46" y="38"/>
                  </a:cubicBezTo>
                  <a:cubicBezTo>
                    <a:pt x="46" y="38"/>
                    <a:pt x="46" y="38"/>
                    <a:pt x="46" y="38"/>
                  </a:cubicBezTo>
                  <a:cubicBezTo>
                    <a:pt x="46" y="40"/>
                    <a:pt x="46" y="40"/>
                    <a:pt x="46" y="40"/>
                  </a:cubicBezTo>
                  <a:cubicBezTo>
                    <a:pt x="45" y="40"/>
                    <a:pt x="45" y="40"/>
                    <a:pt x="45" y="40"/>
                  </a:cubicBezTo>
                  <a:cubicBezTo>
                    <a:pt x="45" y="40"/>
                    <a:pt x="43" y="40"/>
                    <a:pt x="43" y="42"/>
                  </a:cubicBezTo>
                  <a:cubicBezTo>
                    <a:pt x="43" y="43"/>
                    <a:pt x="43" y="43"/>
                    <a:pt x="43" y="43"/>
                  </a:cubicBezTo>
                  <a:cubicBezTo>
                    <a:pt x="44" y="45"/>
                    <a:pt x="46" y="46"/>
                    <a:pt x="46" y="48"/>
                  </a:cubicBezTo>
                  <a:cubicBezTo>
                    <a:pt x="46" y="48"/>
                    <a:pt x="46" y="48"/>
                    <a:pt x="46" y="48"/>
                  </a:cubicBezTo>
                  <a:cubicBezTo>
                    <a:pt x="46" y="49"/>
                    <a:pt x="45" y="50"/>
                    <a:pt x="45" y="51"/>
                  </a:cubicBezTo>
                  <a:cubicBezTo>
                    <a:pt x="45" y="51"/>
                    <a:pt x="45" y="51"/>
                    <a:pt x="45" y="51"/>
                  </a:cubicBezTo>
                  <a:cubicBezTo>
                    <a:pt x="45" y="51"/>
                    <a:pt x="45" y="51"/>
                    <a:pt x="45" y="51"/>
                  </a:cubicBezTo>
                  <a:cubicBezTo>
                    <a:pt x="45" y="51"/>
                    <a:pt x="46" y="50"/>
                    <a:pt x="46" y="49"/>
                  </a:cubicBezTo>
                  <a:cubicBezTo>
                    <a:pt x="46" y="48"/>
                    <a:pt x="46" y="48"/>
                    <a:pt x="46" y="48"/>
                  </a:cubicBezTo>
                  <a:cubicBezTo>
                    <a:pt x="46" y="46"/>
                    <a:pt x="46" y="46"/>
                    <a:pt x="46" y="46"/>
                  </a:cubicBezTo>
                  <a:cubicBezTo>
                    <a:pt x="45" y="45"/>
                    <a:pt x="44" y="44"/>
                    <a:pt x="44" y="43"/>
                  </a:cubicBezTo>
                  <a:cubicBezTo>
                    <a:pt x="44" y="42"/>
                    <a:pt x="44" y="42"/>
                    <a:pt x="44" y="42"/>
                  </a:cubicBezTo>
                  <a:cubicBezTo>
                    <a:pt x="44" y="41"/>
                    <a:pt x="46" y="40"/>
                    <a:pt x="46" y="40"/>
                  </a:cubicBezTo>
                  <a:cubicBezTo>
                    <a:pt x="46" y="40"/>
                    <a:pt x="46" y="40"/>
                    <a:pt x="46" y="40"/>
                  </a:cubicBezTo>
                  <a:cubicBezTo>
                    <a:pt x="46" y="40"/>
                    <a:pt x="45" y="41"/>
                    <a:pt x="45" y="42"/>
                  </a:cubicBezTo>
                  <a:cubicBezTo>
                    <a:pt x="45" y="43"/>
                    <a:pt x="45" y="43"/>
                    <a:pt x="45" y="43"/>
                  </a:cubicBezTo>
                  <a:cubicBezTo>
                    <a:pt x="45" y="44"/>
                    <a:pt x="46" y="45"/>
                    <a:pt x="46" y="46"/>
                  </a:cubicBezTo>
                  <a:cubicBezTo>
                    <a:pt x="47" y="48"/>
                    <a:pt x="47" y="48"/>
                    <a:pt x="47" y="48"/>
                  </a:cubicBezTo>
                  <a:cubicBezTo>
                    <a:pt x="47" y="49"/>
                    <a:pt x="47" y="49"/>
                    <a:pt x="47" y="49"/>
                  </a:cubicBezTo>
                  <a:cubicBezTo>
                    <a:pt x="46" y="50"/>
                    <a:pt x="46" y="50"/>
                    <a:pt x="46" y="50"/>
                  </a:cubicBezTo>
                  <a:cubicBezTo>
                    <a:pt x="47" y="49"/>
                    <a:pt x="47" y="49"/>
                    <a:pt x="47" y="49"/>
                  </a:cubicBezTo>
                  <a:cubicBezTo>
                    <a:pt x="47" y="49"/>
                    <a:pt x="47" y="49"/>
                    <a:pt x="47" y="48"/>
                  </a:cubicBezTo>
                  <a:cubicBezTo>
                    <a:pt x="47" y="48"/>
                    <a:pt x="47" y="48"/>
                    <a:pt x="47" y="48"/>
                  </a:cubicBezTo>
                  <a:cubicBezTo>
                    <a:pt x="47" y="47"/>
                    <a:pt x="46" y="43"/>
                    <a:pt x="45" y="43"/>
                  </a:cubicBezTo>
                  <a:cubicBezTo>
                    <a:pt x="45" y="42"/>
                    <a:pt x="45" y="42"/>
                    <a:pt x="45" y="42"/>
                  </a:cubicBezTo>
                  <a:cubicBezTo>
                    <a:pt x="45" y="41"/>
                    <a:pt x="47" y="40"/>
                    <a:pt x="47" y="40"/>
                  </a:cubicBezTo>
                  <a:cubicBezTo>
                    <a:pt x="47" y="41"/>
                    <a:pt x="47" y="41"/>
                    <a:pt x="47" y="41"/>
                  </a:cubicBezTo>
                  <a:cubicBezTo>
                    <a:pt x="47" y="41"/>
                    <a:pt x="47" y="41"/>
                    <a:pt x="47" y="41"/>
                  </a:cubicBezTo>
                  <a:cubicBezTo>
                    <a:pt x="46" y="42"/>
                    <a:pt x="46" y="42"/>
                    <a:pt x="46" y="42"/>
                  </a:cubicBezTo>
                  <a:cubicBezTo>
                    <a:pt x="46" y="43"/>
                    <a:pt x="46" y="43"/>
                    <a:pt x="46" y="43"/>
                  </a:cubicBezTo>
                  <a:cubicBezTo>
                    <a:pt x="46" y="43"/>
                    <a:pt x="47" y="46"/>
                    <a:pt x="47" y="48"/>
                  </a:cubicBezTo>
                  <a:cubicBezTo>
                    <a:pt x="47" y="48"/>
                    <a:pt x="47" y="48"/>
                    <a:pt x="47" y="48"/>
                  </a:cubicBezTo>
                  <a:cubicBezTo>
                    <a:pt x="47" y="50"/>
                    <a:pt x="47" y="50"/>
                    <a:pt x="47" y="50"/>
                  </a:cubicBezTo>
                  <a:cubicBezTo>
                    <a:pt x="46" y="51"/>
                    <a:pt x="46" y="51"/>
                    <a:pt x="46" y="51"/>
                  </a:cubicBezTo>
                  <a:cubicBezTo>
                    <a:pt x="47" y="51"/>
                    <a:pt x="48" y="50"/>
                    <a:pt x="48" y="49"/>
                  </a:cubicBezTo>
                  <a:cubicBezTo>
                    <a:pt x="48" y="48"/>
                    <a:pt x="48" y="48"/>
                    <a:pt x="48" y="48"/>
                  </a:cubicBezTo>
                  <a:cubicBezTo>
                    <a:pt x="47" y="44"/>
                    <a:pt x="47" y="44"/>
                    <a:pt x="46" y="43"/>
                  </a:cubicBezTo>
                  <a:cubicBezTo>
                    <a:pt x="46" y="43"/>
                    <a:pt x="46" y="43"/>
                    <a:pt x="46" y="43"/>
                  </a:cubicBezTo>
                  <a:cubicBezTo>
                    <a:pt x="47" y="42"/>
                    <a:pt x="48" y="41"/>
                    <a:pt x="48" y="38"/>
                  </a:cubicBezTo>
                  <a:cubicBezTo>
                    <a:pt x="48" y="38"/>
                    <a:pt x="48" y="38"/>
                    <a:pt x="48" y="38"/>
                  </a:cubicBezTo>
                  <a:cubicBezTo>
                    <a:pt x="48" y="35"/>
                    <a:pt x="46" y="34"/>
                    <a:pt x="43" y="34"/>
                  </a:cubicBezTo>
                  <a:cubicBezTo>
                    <a:pt x="43" y="34"/>
                    <a:pt x="43" y="34"/>
                    <a:pt x="43" y="34"/>
                  </a:cubicBezTo>
                  <a:cubicBezTo>
                    <a:pt x="41" y="34"/>
                    <a:pt x="41" y="34"/>
                    <a:pt x="41" y="34"/>
                  </a:cubicBezTo>
                  <a:cubicBezTo>
                    <a:pt x="41" y="34"/>
                    <a:pt x="41" y="34"/>
                    <a:pt x="41" y="34"/>
                  </a:cubicBezTo>
                  <a:cubicBezTo>
                    <a:pt x="41" y="35"/>
                    <a:pt x="41" y="35"/>
                    <a:pt x="41" y="35"/>
                  </a:cubicBezTo>
                  <a:lnTo>
                    <a:pt x="43" y="35"/>
                  </a:lnTo>
                  <a:close/>
                  <a:moveTo>
                    <a:pt x="40" y="34"/>
                  </a:moveTo>
                  <a:cubicBezTo>
                    <a:pt x="40" y="34"/>
                    <a:pt x="40" y="34"/>
                    <a:pt x="40" y="34"/>
                  </a:cubicBezTo>
                  <a:cubicBezTo>
                    <a:pt x="40" y="34"/>
                    <a:pt x="40" y="34"/>
                    <a:pt x="40" y="34"/>
                  </a:cubicBezTo>
                  <a:cubicBezTo>
                    <a:pt x="40" y="34"/>
                    <a:pt x="40" y="34"/>
                    <a:pt x="40" y="34"/>
                  </a:cubicBezTo>
                  <a:cubicBezTo>
                    <a:pt x="40" y="35"/>
                    <a:pt x="40" y="35"/>
                    <a:pt x="40" y="35"/>
                  </a:cubicBezTo>
                  <a:cubicBezTo>
                    <a:pt x="38" y="35"/>
                    <a:pt x="38" y="35"/>
                    <a:pt x="38" y="35"/>
                  </a:cubicBezTo>
                  <a:cubicBezTo>
                    <a:pt x="41" y="37"/>
                    <a:pt x="41" y="37"/>
                    <a:pt x="41" y="37"/>
                  </a:cubicBezTo>
                  <a:lnTo>
                    <a:pt x="40" y="34"/>
                  </a:lnTo>
                  <a:close/>
                  <a:moveTo>
                    <a:pt x="41" y="37"/>
                  </a:moveTo>
                  <a:cubicBezTo>
                    <a:pt x="40" y="37"/>
                    <a:pt x="38" y="36"/>
                    <a:pt x="38" y="35"/>
                  </a:cubicBezTo>
                  <a:cubicBezTo>
                    <a:pt x="38" y="36"/>
                    <a:pt x="38" y="36"/>
                    <a:pt x="38" y="36"/>
                  </a:cubicBezTo>
                  <a:cubicBezTo>
                    <a:pt x="38" y="36"/>
                    <a:pt x="38" y="36"/>
                    <a:pt x="38" y="36"/>
                  </a:cubicBezTo>
                  <a:cubicBezTo>
                    <a:pt x="38" y="38"/>
                    <a:pt x="38" y="38"/>
                    <a:pt x="38" y="38"/>
                  </a:cubicBezTo>
                  <a:cubicBezTo>
                    <a:pt x="38" y="38"/>
                    <a:pt x="40" y="37"/>
                    <a:pt x="41" y="37"/>
                  </a:cubicBezTo>
                  <a:moveTo>
                    <a:pt x="22" y="57"/>
                  </a:moveTo>
                  <a:cubicBezTo>
                    <a:pt x="20" y="57"/>
                    <a:pt x="18" y="57"/>
                    <a:pt x="17" y="61"/>
                  </a:cubicBezTo>
                  <a:cubicBezTo>
                    <a:pt x="19" y="63"/>
                    <a:pt x="19" y="63"/>
                    <a:pt x="19" y="63"/>
                  </a:cubicBezTo>
                  <a:cubicBezTo>
                    <a:pt x="19" y="63"/>
                    <a:pt x="19" y="63"/>
                    <a:pt x="19" y="63"/>
                  </a:cubicBezTo>
                  <a:cubicBezTo>
                    <a:pt x="19" y="64"/>
                    <a:pt x="19" y="64"/>
                    <a:pt x="19" y="64"/>
                  </a:cubicBezTo>
                  <a:cubicBezTo>
                    <a:pt x="18" y="64"/>
                    <a:pt x="18" y="64"/>
                    <a:pt x="18" y="64"/>
                  </a:cubicBezTo>
                  <a:cubicBezTo>
                    <a:pt x="19" y="65"/>
                    <a:pt x="19" y="65"/>
                    <a:pt x="19" y="65"/>
                  </a:cubicBezTo>
                  <a:cubicBezTo>
                    <a:pt x="20" y="66"/>
                    <a:pt x="22" y="68"/>
                    <a:pt x="23" y="69"/>
                  </a:cubicBezTo>
                  <a:cubicBezTo>
                    <a:pt x="24" y="70"/>
                    <a:pt x="24" y="70"/>
                    <a:pt x="24" y="70"/>
                  </a:cubicBezTo>
                  <a:cubicBezTo>
                    <a:pt x="24" y="71"/>
                    <a:pt x="23" y="72"/>
                    <a:pt x="22" y="73"/>
                  </a:cubicBezTo>
                  <a:cubicBezTo>
                    <a:pt x="22" y="74"/>
                    <a:pt x="20" y="76"/>
                    <a:pt x="19" y="77"/>
                  </a:cubicBezTo>
                  <a:cubicBezTo>
                    <a:pt x="18" y="78"/>
                    <a:pt x="18" y="78"/>
                    <a:pt x="18" y="78"/>
                  </a:cubicBezTo>
                  <a:cubicBezTo>
                    <a:pt x="18" y="78"/>
                    <a:pt x="18" y="78"/>
                    <a:pt x="18" y="78"/>
                  </a:cubicBezTo>
                  <a:cubicBezTo>
                    <a:pt x="18" y="78"/>
                    <a:pt x="18" y="78"/>
                    <a:pt x="18" y="78"/>
                  </a:cubicBezTo>
                  <a:cubicBezTo>
                    <a:pt x="19" y="80"/>
                    <a:pt x="19" y="80"/>
                    <a:pt x="19" y="80"/>
                  </a:cubicBezTo>
                  <a:cubicBezTo>
                    <a:pt x="18" y="80"/>
                    <a:pt x="18" y="80"/>
                    <a:pt x="18" y="80"/>
                  </a:cubicBezTo>
                  <a:cubicBezTo>
                    <a:pt x="18" y="79"/>
                    <a:pt x="18" y="79"/>
                    <a:pt x="18" y="79"/>
                  </a:cubicBezTo>
                  <a:cubicBezTo>
                    <a:pt x="18" y="78"/>
                    <a:pt x="18" y="78"/>
                    <a:pt x="18" y="78"/>
                  </a:cubicBezTo>
                  <a:cubicBezTo>
                    <a:pt x="17" y="78"/>
                    <a:pt x="17" y="78"/>
                    <a:pt x="17" y="78"/>
                  </a:cubicBezTo>
                  <a:cubicBezTo>
                    <a:pt x="17" y="77"/>
                    <a:pt x="17" y="77"/>
                    <a:pt x="17" y="77"/>
                  </a:cubicBezTo>
                  <a:cubicBezTo>
                    <a:pt x="16" y="76"/>
                    <a:pt x="16" y="76"/>
                    <a:pt x="16" y="76"/>
                  </a:cubicBezTo>
                  <a:cubicBezTo>
                    <a:pt x="16" y="76"/>
                    <a:pt x="16" y="76"/>
                    <a:pt x="16" y="76"/>
                  </a:cubicBezTo>
                  <a:cubicBezTo>
                    <a:pt x="15" y="76"/>
                    <a:pt x="15" y="76"/>
                    <a:pt x="15" y="76"/>
                  </a:cubicBezTo>
                  <a:cubicBezTo>
                    <a:pt x="14" y="76"/>
                    <a:pt x="14" y="76"/>
                    <a:pt x="14" y="76"/>
                  </a:cubicBezTo>
                  <a:cubicBezTo>
                    <a:pt x="14" y="76"/>
                    <a:pt x="14" y="76"/>
                    <a:pt x="14" y="76"/>
                  </a:cubicBezTo>
                  <a:cubicBezTo>
                    <a:pt x="16" y="75"/>
                    <a:pt x="16" y="75"/>
                    <a:pt x="16" y="75"/>
                  </a:cubicBezTo>
                  <a:cubicBezTo>
                    <a:pt x="16" y="75"/>
                    <a:pt x="16" y="75"/>
                    <a:pt x="16" y="75"/>
                  </a:cubicBezTo>
                  <a:cubicBezTo>
                    <a:pt x="17" y="76"/>
                    <a:pt x="17" y="76"/>
                    <a:pt x="17" y="76"/>
                  </a:cubicBezTo>
                  <a:cubicBezTo>
                    <a:pt x="17" y="77"/>
                    <a:pt x="17" y="77"/>
                    <a:pt x="17" y="77"/>
                  </a:cubicBezTo>
                  <a:cubicBezTo>
                    <a:pt x="17" y="75"/>
                    <a:pt x="17" y="75"/>
                    <a:pt x="17" y="75"/>
                  </a:cubicBezTo>
                  <a:cubicBezTo>
                    <a:pt x="16" y="74"/>
                    <a:pt x="16" y="74"/>
                    <a:pt x="16" y="74"/>
                  </a:cubicBezTo>
                  <a:cubicBezTo>
                    <a:pt x="15" y="74"/>
                    <a:pt x="15" y="74"/>
                    <a:pt x="15" y="74"/>
                  </a:cubicBezTo>
                  <a:cubicBezTo>
                    <a:pt x="15" y="74"/>
                    <a:pt x="15" y="74"/>
                    <a:pt x="15" y="74"/>
                  </a:cubicBezTo>
                  <a:cubicBezTo>
                    <a:pt x="14" y="75"/>
                    <a:pt x="14" y="75"/>
                    <a:pt x="14" y="75"/>
                  </a:cubicBezTo>
                  <a:cubicBezTo>
                    <a:pt x="14" y="74"/>
                    <a:pt x="14" y="74"/>
                    <a:pt x="14" y="74"/>
                  </a:cubicBezTo>
                  <a:cubicBezTo>
                    <a:pt x="14" y="74"/>
                    <a:pt x="14" y="74"/>
                    <a:pt x="14" y="74"/>
                  </a:cubicBezTo>
                  <a:cubicBezTo>
                    <a:pt x="15" y="74"/>
                    <a:pt x="15" y="74"/>
                    <a:pt x="15" y="74"/>
                  </a:cubicBezTo>
                  <a:cubicBezTo>
                    <a:pt x="14" y="73"/>
                    <a:pt x="14" y="73"/>
                    <a:pt x="14" y="73"/>
                  </a:cubicBezTo>
                  <a:cubicBezTo>
                    <a:pt x="14" y="73"/>
                    <a:pt x="14" y="73"/>
                    <a:pt x="14" y="73"/>
                  </a:cubicBezTo>
                  <a:cubicBezTo>
                    <a:pt x="14" y="75"/>
                    <a:pt x="14" y="75"/>
                    <a:pt x="14" y="75"/>
                  </a:cubicBezTo>
                  <a:cubicBezTo>
                    <a:pt x="15" y="79"/>
                    <a:pt x="15" y="79"/>
                    <a:pt x="15" y="79"/>
                  </a:cubicBezTo>
                  <a:cubicBezTo>
                    <a:pt x="15" y="80"/>
                    <a:pt x="17" y="82"/>
                    <a:pt x="18" y="82"/>
                  </a:cubicBezTo>
                  <a:cubicBezTo>
                    <a:pt x="19" y="82"/>
                    <a:pt x="20" y="82"/>
                    <a:pt x="20" y="81"/>
                  </a:cubicBezTo>
                  <a:cubicBezTo>
                    <a:pt x="21" y="80"/>
                    <a:pt x="21" y="78"/>
                    <a:pt x="21" y="78"/>
                  </a:cubicBezTo>
                  <a:cubicBezTo>
                    <a:pt x="21" y="78"/>
                    <a:pt x="21" y="78"/>
                    <a:pt x="21" y="78"/>
                  </a:cubicBezTo>
                  <a:cubicBezTo>
                    <a:pt x="22" y="78"/>
                    <a:pt x="22" y="78"/>
                    <a:pt x="22" y="78"/>
                  </a:cubicBezTo>
                  <a:cubicBezTo>
                    <a:pt x="23" y="78"/>
                    <a:pt x="23" y="78"/>
                    <a:pt x="23" y="78"/>
                  </a:cubicBezTo>
                  <a:cubicBezTo>
                    <a:pt x="24" y="76"/>
                    <a:pt x="24" y="76"/>
                    <a:pt x="24" y="76"/>
                  </a:cubicBezTo>
                  <a:cubicBezTo>
                    <a:pt x="26" y="74"/>
                    <a:pt x="26" y="74"/>
                    <a:pt x="26" y="74"/>
                  </a:cubicBezTo>
                  <a:cubicBezTo>
                    <a:pt x="28" y="73"/>
                    <a:pt x="28" y="73"/>
                    <a:pt x="28" y="73"/>
                  </a:cubicBezTo>
                  <a:cubicBezTo>
                    <a:pt x="28" y="72"/>
                    <a:pt x="28" y="72"/>
                    <a:pt x="28" y="72"/>
                  </a:cubicBezTo>
                  <a:cubicBezTo>
                    <a:pt x="28" y="72"/>
                    <a:pt x="28" y="72"/>
                    <a:pt x="28" y="72"/>
                  </a:cubicBezTo>
                  <a:cubicBezTo>
                    <a:pt x="27" y="69"/>
                    <a:pt x="27" y="69"/>
                    <a:pt x="27" y="69"/>
                  </a:cubicBezTo>
                  <a:cubicBezTo>
                    <a:pt x="26" y="68"/>
                    <a:pt x="26" y="68"/>
                    <a:pt x="26" y="68"/>
                  </a:cubicBezTo>
                  <a:cubicBezTo>
                    <a:pt x="26" y="68"/>
                    <a:pt x="26" y="68"/>
                    <a:pt x="26" y="68"/>
                  </a:cubicBezTo>
                  <a:cubicBezTo>
                    <a:pt x="26" y="67"/>
                    <a:pt x="26" y="67"/>
                    <a:pt x="26" y="67"/>
                  </a:cubicBezTo>
                  <a:cubicBezTo>
                    <a:pt x="26" y="65"/>
                    <a:pt x="26" y="64"/>
                    <a:pt x="25" y="63"/>
                  </a:cubicBezTo>
                  <a:cubicBezTo>
                    <a:pt x="25" y="62"/>
                    <a:pt x="23" y="62"/>
                    <a:pt x="23" y="62"/>
                  </a:cubicBezTo>
                  <a:cubicBezTo>
                    <a:pt x="24" y="61"/>
                    <a:pt x="24" y="61"/>
                    <a:pt x="24" y="61"/>
                  </a:cubicBezTo>
                  <a:cubicBezTo>
                    <a:pt x="25" y="61"/>
                    <a:pt x="25" y="61"/>
                    <a:pt x="25" y="61"/>
                  </a:cubicBezTo>
                  <a:cubicBezTo>
                    <a:pt x="25" y="62"/>
                    <a:pt x="25" y="62"/>
                    <a:pt x="25" y="62"/>
                  </a:cubicBezTo>
                  <a:cubicBezTo>
                    <a:pt x="26" y="63"/>
                    <a:pt x="26" y="63"/>
                    <a:pt x="26" y="63"/>
                  </a:cubicBezTo>
                  <a:cubicBezTo>
                    <a:pt x="26" y="64"/>
                    <a:pt x="27" y="65"/>
                    <a:pt x="27" y="67"/>
                  </a:cubicBezTo>
                  <a:cubicBezTo>
                    <a:pt x="28" y="68"/>
                    <a:pt x="28" y="68"/>
                    <a:pt x="28" y="68"/>
                  </a:cubicBezTo>
                  <a:cubicBezTo>
                    <a:pt x="30" y="69"/>
                    <a:pt x="30" y="69"/>
                    <a:pt x="30" y="69"/>
                  </a:cubicBezTo>
                  <a:cubicBezTo>
                    <a:pt x="29" y="67"/>
                    <a:pt x="29" y="65"/>
                    <a:pt x="29" y="64"/>
                  </a:cubicBezTo>
                  <a:cubicBezTo>
                    <a:pt x="29" y="64"/>
                    <a:pt x="29" y="64"/>
                    <a:pt x="29" y="64"/>
                  </a:cubicBezTo>
                  <a:cubicBezTo>
                    <a:pt x="29" y="62"/>
                    <a:pt x="29" y="62"/>
                    <a:pt x="29" y="62"/>
                  </a:cubicBezTo>
                  <a:cubicBezTo>
                    <a:pt x="29" y="62"/>
                    <a:pt x="29" y="62"/>
                    <a:pt x="29" y="62"/>
                  </a:cubicBezTo>
                  <a:cubicBezTo>
                    <a:pt x="29" y="62"/>
                    <a:pt x="28" y="61"/>
                    <a:pt x="27" y="61"/>
                  </a:cubicBezTo>
                  <a:cubicBezTo>
                    <a:pt x="26" y="60"/>
                    <a:pt x="26" y="60"/>
                    <a:pt x="26" y="60"/>
                  </a:cubicBezTo>
                  <a:cubicBezTo>
                    <a:pt x="25" y="60"/>
                    <a:pt x="25" y="60"/>
                    <a:pt x="25" y="60"/>
                  </a:cubicBezTo>
                  <a:cubicBezTo>
                    <a:pt x="25" y="60"/>
                    <a:pt x="25" y="60"/>
                    <a:pt x="25" y="60"/>
                  </a:cubicBezTo>
                  <a:cubicBezTo>
                    <a:pt x="25" y="59"/>
                    <a:pt x="25" y="59"/>
                    <a:pt x="25" y="59"/>
                  </a:cubicBezTo>
                  <a:cubicBezTo>
                    <a:pt x="25" y="57"/>
                    <a:pt x="25" y="57"/>
                    <a:pt x="25" y="57"/>
                  </a:cubicBezTo>
                  <a:cubicBezTo>
                    <a:pt x="24" y="57"/>
                    <a:pt x="23" y="57"/>
                    <a:pt x="22" y="57"/>
                  </a:cubicBezTo>
                  <a:moveTo>
                    <a:pt x="21" y="52"/>
                  </a:moveTo>
                  <a:cubicBezTo>
                    <a:pt x="21" y="52"/>
                    <a:pt x="21" y="52"/>
                    <a:pt x="21" y="52"/>
                  </a:cubicBezTo>
                  <a:cubicBezTo>
                    <a:pt x="21" y="53"/>
                    <a:pt x="23" y="54"/>
                    <a:pt x="24" y="55"/>
                  </a:cubicBezTo>
                  <a:cubicBezTo>
                    <a:pt x="25" y="57"/>
                    <a:pt x="25" y="57"/>
                    <a:pt x="25" y="57"/>
                  </a:cubicBezTo>
                  <a:cubicBezTo>
                    <a:pt x="25" y="57"/>
                    <a:pt x="25" y="57"/>
                    <a:pt x="25" y="57"/>
                  </a:cubicBezTo>
                  <a:cubicBezTo>
                    <a:pt x="25" y="57"/>
                    <a:pt x="25" y="57"/>
                    <a:pt x="25" y="57"/>
                  </a:cubicBezTo>
                  <a:cubicBezTo>
                    <a:pt x="25" y="57"/>
                    <a:pt x="25" y="57"/>
                    <a:pt x="25" y="57"/>
                  </a:cubicBezTo>
                  <a:cubicBezTo>
                    <a:pt x="25" y="57"/>
                    <a:pt x="25" y="57"/>
                    <a:pt x="25" y="57"/>
                  </a:cubicBezTo>
                  <a:cubicBezTo>
                    <a:pt x="26" y="59"/>
                    <a:pt x="26" y="59"/>
                    <a:pt x="26" y="59"/>
                  </a:cubicBezTo>
                  <a:cubicBezTo>
                    <a:pt x="26" y="59"/>
                    <a:pt x="26" y="59"/>
                    <a:pt x="26" y="59"/>
                  </a:cubicBezTo>
                  <a:cubicBezTo>
                    <a:pt x="28" y="60"/>
                    <a:pt x="28" y="60"/>
                    <a:pt x="28" y="60"/>
                  </a:cubicBezTo>
                  <a:cubicBezTo>
                    <a:pt x="29" y="62"/>
                    <a:pt x="29" y="62"/>
                    <a:pt x="29" y="62"/>
                  </a:cubicBezTo>
                  <a:cubicBezTo>
                    <a:pt x="30" y="61"/>
                    <a:pt x="30" y="60"/>
                    <a:pt x="30" y="60"/>
                  </a:cubicBezTo>
                  <a:cubicBezTo>
                    <a:pt x="30" y="59"/>
                    <a:pt x="30" y="59"/>
                    <a:pt x="30" y="59"/>
                  </a:cubicBezTo>
                  <a:cubicBezTo>
                    <a:pt x="30" y="57"/>
                    <a:pt x="30" y="57"/>
                    <a:pt x="30" y="57"/>
                  </a:cubicBezTo>
                  <a:cubicBezTo>
                    <a:pt x="30" y="57"/>
                    <a:pt x="30" y="57"/>
                    <a:pt x="30" y="57"/>
                  </a:cubicBezTo>
                  <a:cubicBezTo>
                    <a:pt x="30" y="57"/>
                    <a:pt x="31" y="58"/>
                    <a:pt x="31" y="59"/>
                  </a:cubicBezTo>
                  <a:cubicBezTo>
                    <a:pt x="31" y="60"/>
                    <a:pt x="31" y="60"/>
                    <a:pt x="31" y="60"/>
                  </a:cubicBezTo>
                  <a:cubicBezTo>
                    <a:pt x="31" y="60"/>
                    <a:pt x="30" y="61"/>
                    <a:pt x="30" y="62"/>
                  </a:cubicBezTo>
                  <a:cubicBezTo>
                    <a:pt x="30" y="63"/>
                    <a:pt x="30" y="63"/>
                    <a:pt x="30" y="63"/>
                  </a:cubicBezTo>
                  <a:cubicBezTo>
                    <a:pt x="30" y="63"/>
                    <a:pt x="30" y="63"/>
                    <a:pt x="30" y="63"/>
                  </a:cubicBezTo>
                  <a:cubicBezTo>
                    <a:pt x="29" y="64"/>
                    <a:pt x="29" y="64"/>
                    <a:pt x="29" y="64"/>
                  </a:cubicBezTo>
                  <a:cubicBezTo>
                    <a:pt x="29" y="64"/>
                    <a:pt x="29" y="64"/>
                    <a:pt x="29" y="64"/>
                  </a:cubicBezTo>
                  <a:cubicBezTo>
                    <a:pt x="30" y="66"/>
                    <a:pt x="30" y="68"/>
                    <a:pt x="31" y="70"/>
                  </a:cubicBezTo>
                  <a:cubicBezTo>
                    <a:pt x="32" y="71"/>
                    <a:pt x="32" y="71"/>
                    <a:pt x="32" y="71"/>
                  </a:cubicBezTo>
                  <a:cubicBezTo>
                    <a:pt x="32" y="71"/>
                    <a:pt x="32" y="71"/>
                    <a:pt x="32" y="71"/>
                  </a:cubicBezTo>
                  <a:cubicBezTo>
                    <a:pt x="32" y="71"/>
                    <a:pt x="32" y="71"/>
                    <a:pt x="32" y="71"/>
                  </a:cubicBezTo>
                  <a:cubicBezTo>
                    <a:pt x="32" y="74"/>
                    <a:pt x="32" y="74"/>
                    <a:pt x="32" y="74"/>
                  </a:cubicBezTo>
                  <a:cubicBezTo>
                    <a:pt x="33" y="74"/>
                    <a:pt x="34" y="77"/>
                    <a:pt x="35" y="78"/>
                  </a:cubicBezTo>
                  <a:cubicBezTo>
                    <a:pt x="36" y="79"/>
                    <a:pt x="36" y="80"/>
                    <a:pt x="37" y="81"/>
                  </a:cubicBezTo>
                  <a:cubicBezTo>
                    <a:pt x="37" y="82"/>
                    <a:pt x="36" y="83"/>
                    <a:pt x="37" y="83"/>
                  </a:cubicBezTo>
                  <a:cubicBezTo>
                    <a:pt x="38" y="85"/>
                    <a:pt x="38" y="85"/>
                    <a:pt x="38" y="86"/>
                  </a:cubicBezTo>
                  <a:cubicBezTo>
                    <a:pt x="38" y="87"/>
                    <a:pt x="38" y="87"/>
                    <a:pt x="38" y="87"/>
                  </a:cubicBezTo>
                  <a:cubicBezTo>
                    <a:pt x="38" y="88"/>
                    <a:pt x="38" y="88"/>
                    <a:pt x="39" y="89"/>
                  </a:cubicBezTo>
                  <a:cubicBezTo>
                    <a:pt x="39" y="90"/>
                    <a:pt x="40" y="91"/>
                    <a:pt x="40" y="92"/>
                  </a:cubicBezTo>
                  <a:cubicBezTo>
                    <a:pt x="39" y="93"/>
                    <a:pt x="39" y="93"/>
                    <a:pt x="39" y="93"/>
                  </a:cubicBezTo>
                  <a:cubicBezTo>
                    <a:pt x="39" y="94"/>
                    <a:pt x="39" y="96"/>
                    <a:pt x="38" y="96"/>
                  </a:cubicBezTo>
                  <a:cubicBezTo>
                    <a:pt x="37" y="96"/>
                    <a:pt x="37" y="96"/>
                    <a:pt x="37" y="96"/>
                  </a:cubicBezTo>
                  <a:cubicBezTo>
                    <a:pt x="36" y="96"/>
                    <a:pt x="36" y="96"/>
                    <a:pt x="36" y="96"/>
                  </a:cubicBezTo>
                  <a:cubicBezTo>
                    <a:pt x="36" y="96"/>
                    <a:pt x="36" y="96"/>
                    <a:pt x="36" y="96"/>
                  </a:cubicBezTo>
                  <a:cubicBezTo>
                    <a:pt x="35" y="96"/>
                    <a:pt x="35" y="96"/>
                    <a:pt x="35" y="96"/>
                  </a:cubicBezTo>
                  <a:cubicBezTo>
                    <a:pt x="34" y="97"/>
                    <a:pt x="34" y="97"/>
                    <a:pt x="34" y="97"/>
                  </a:cubicBezTo>
                  <a:cubicBezTo>
                    <a:pt x="34" y="98"/>
                    <a:pt x="34" y="98"/>
                    <a:pt x="34" y="98"/>
                  </a:cubicBezTo>
                  <a:cubicBezTo>
                    <a:pt x="34" y="98"/>
                    <a:pt x="34" y="98"/>
                    <a:pt x="34" y="98"/>
                  </a:cubicBezTo>
                  <a:cubicBezTo>
                    <a:pt x="33" y="98"/>
                    <a:pt x="33" y="98"/>
                    <a:pt x="33" y="98"/>
                  </a:cubicBezTo>
                  <a:cubicBezTo>
                    <a:pt x="33" y="98"/>
                    <a:pt x="33" y="98"/>
                    <a:pt x="33" y="98"/>
                  </a:cubicBezTo>
                  <a:cubicBezTo>
                    <a:pt x="34" y="97"/>
                    <a:pt x="34" y="97"/>
                    <a:pt x="34" y="97"/>
                  </a:cubicBezTo>
                  <a:cubicBezTo>
                    <a:pt x="35" y="96"/>
                    <a:pt x="35" y="96"/>
                    <a:pt x="35" y="96"/>
                  </a:cubicBezTo>
                  <a:cubicBezTo>
                    <a:pt x="35" y="96"/>
                    <a:pt x="35" y="96"/>
                    <a:pt x="35" y="96"/>
                  </a:cubicBezTo>
                  <a:cubicBezTo>
                    <a:pt x="35" y="96"/>
                    <a:pt x="35" y="96"/>
                    <a:pt x="35" y="96"/>
                  </a:cubicBezTo>
                  <a:cubicBezTo>
                    <a:pt x="34" y="96"/>
                    <a:pt x="34" y="96"/>
                    <a:pt x="34" y="96"/>
                  </a:cubicBezTo>
                  <a:cubicBezTo>
                    <a:pt x="33" y="96"/>
                    <a:pt x="33" y="96"/>
                    <a:pt x="33" y="96"/>
                  </a:cubicBezTo>
                  <a:cubicBezTo>
                    <a:pt x="32" y="97"/>
                    <a:pt x="32" y="97"/>
                    <a:pt x="32" y="97"/>
                  </a:cubicBezTo>
                  <a:cubicBezTo>
                    <a:pt x="31" y="97"/>
                    <a:pt x="31" y="97"/>
                    <a:pt x="31" y="97"/>
                  </a:cubicBezTo>
                  <a:cubicBezTo>
                    <a:pt x="32" y="96"/>
                    <a:pt x="32" y="96"/>
                    <a:pt x="32" y="96"/>
                  </a:cubicBezTo>
                  <a:cubicBezTo>
                    <a:pt x="31" y="97"/>
                    <a:pt x="31" y="97"/>
                    <a:pt x="31" y="97"/>
                  </a:cubicBezTo>
                  <a:cubicBezTo>
                    <a:pt x="31" y="97"/>
                    <a:pt x="31" y="97"/>
                    <a:pt x="31" y="97"/>
                  </a:cubicBezTo>
                  <a:cubicBezTo>
                    <a:pt x="32" y="98"/>
                    <a:pt x="32" y="98"/>
                    <a:pt x="32" y="98"/>
                  </a:cubicBezTo>
                  <a:cubicBezTo>
                    <a:pt x="33" y="99"/>
                    <a:pt x="34" y="99"/>
                    <a:pt x="35" y="100"/>
                  </a:cubicBezTo>
                  <a:cubicBezTo>
                    <a:pt x="36" y="100"/>
                    <a:pt x="38" y="100"/>
                    <a:pt x="39" y="100"/>
                  </a:cubicBezTo>
                  <a:cubicBezTo>
                    <a:pt x="40" y="100"/>
                    <a:pt x="40" y="100"/>
                    <a:pt x="40" y="100"/>
                  </a:cubicBezTo>
                  <a:cubicBezTo>
                    <a:pt x="42" y="98"/>
                    <a:pt x="42" y="98"/>
                    <a:pt x="42" y="98"/>
                  </a:cubicBezTo>
                  <a:cubicBezTo>
                    <a:pt x="42" y="95"/>
                    <a:pt x="42" y="95"/>
                    <a:pt x="42" y="95"/>
                  </a:cubicBezTo>
                  <a:cubicBezTo>
                    <a:pt x="43" y="93"/>
                    <a:pt x="43" y="93"/>
                    <a:pt x="43" y="93"/>
                  </a:cubicBezTo>
                  <a:cubicBezTo>
                    <a:pt x="42" y="88"/>
                    <a:pt x="42" y="88"/>
                    <a:pt x="42" y="88"/>
                  </a:cubicBezTo>
                  <a:cubicBezTo>
                    <a:pt x="42" y="88"/>
                    <a:pt x="41" y="87"/>
                    <a:pt x="41" y="86"/>
                  </a:cubicBezTo>
                  <a:cubicBezTo>
                    <a:pt x="41" y="84"/>
                    <a:pt x="42" y="83"/>
                    <a:pt x="42" y="82"/>
                  </a:cubicBezTo>
                  <a:cubicBezTo>
                    <a:pt x="40" y="79"/>
                    <a:pt x="40" y="79"/>
                    <a:pt x="40" y="79"/>
                  </a:cubicBezTo>
                  <a:cubicBezTo>
                    <a:pt x="40" y="77"/>
                    <a:pt x="40" y="77"/>
                    <a:pt x="40" y="77"/>
                  </a:cubicBezTo>
                  <a:cubicBezTo>
                    <a:pt x="40" y="78"/>
                    <a:pt x="40" y="78"/>
                    <a:pt x="40" y="78"/>
                  </a:cubicBezTo>
                  <a:cubicBezTo>
                    <a:pt x="39" y="77"/>
                    <a:pt x="39" y="77"/>
                    <a:pt x="39" y="77"/>
                  </a:cubicBezTo>
                  <a:cubicBezTo>
                    <a:pt x="38" y="75"/>
                    <a:pt x="38" y="75"/>
                    <a:pt x="38" y="75"/>
                  </a:cubicBezTo>
                  <a:cubicBezTo>
                    <a:pt x="38" y="75"/>
                    <a:pt x="38" y="75"/>
                    <a:pt x="38" y="75"/>
                  </a:cubicBezTo>
                  <a:cubicBezTo>
                    <a:pt x="38" y="74"/>
                    <a:pt x="38" y="73"/>
                    <a:pt x="39" y="72"/>
                  </a:cubicBezTo>
                  <a:cubicBezTo>
                    <a:pt x="40" y="70"/>
                    <a:pt x="41" y="67"/>
                    <a:pt x="41" y="66"/>
                  </a:cubicBezTo>
                  <a:cubicBezTo>
                    <a:pt x="41" y="66"/>
                    <a:pt x="41" y="66"/>
                    <a:pt x="41" y="66"/>
                  </a:cubicBezTo>
                  <a:cubicBezTo>
                    <a:pt x="41" y="65"/>
                    <a:pt x="40" y="62"/>
                    <a:pt x="40" y="62"/>
                  </a:cubicBezTo>
                  <a:cubicBezTo>
                    <a:pt x="40" y="62"/>
                    <a:pt x="40" y="62"/>
                    <a:pt x="40" y="62"/>
                  </a:cubicBezTo>
                  <a:cubicBezTo>
                    <a:pt x="40" y="62"/>
                    <a:pt x="42" y="64"/>
                    <a:pt x="42" y="66"/>
                  </a:cubicBezTo>
                  <a:cubicBezTo>
                    <a:pt x="42" y="66"/>
                    <a:pt x="42" y="66"/>
                    <a:pt x="42" y="66"/>
                  </a:cubicBezTo>
                  <a:cubicBezTo>
                    <a:pt x="41" y="67"/>
                    <a:pt x="40" y="71"/>
                    <a:pt x="40" y="72"/>
                  </a:cubicBezTo>
                  <a:cubicBezTo>
                    <a:pt x="39" y="73"/>
                    <a:pt x="38" y="75"/>
                    <a:pt x="38" y="75"/>
                  </a:cubicBezTo>
                  <a:cubicBezTo>
                    <a:pt x="38" y="75"/>
                    <a:pt x="38" y="75"/>
                    <a:pt x="38" y="75"/>
                  </a:cubicBezTo>
                  <a:cubicBezTo>
                    <a:pt x="39" y="77"/>
                    <a:pt x="39" y="77"/>
                    <a:pt x="39" y="77"/>
                  </a:cubicBezTo>
                  <a:cubicBezTo>
                    <a:pt x="40" y="77"/>
                    <a:pt x="40" y="77"/>
                    <a:pt x="40" y="77"/>
                  </a:cubicBezTo>
                  <a:cubicBezTo>
                    <a:pt x="40" y="77"/>
                    <a:pt x="40" y="77"/>
                    <a:pt x="40" y="77"/>
                  </a:cubicBezTo>
                  <a:cubicBezTo>
                    <a:pt x="41" y="76"/>
                    <a:pt x="41" y="76"/>
                    <a:pt x="41" y="76"/>
                  </a:cubicBezTo>
                  <a:cubicBezTo>
                    <a:pt x="40" y="76"/>
                    <a:pt x="40" y="76"/>
                    <a:pt x="40" y="76"/>
                  </a:cubicBezTo>
                  <a:cubicBezTo>
                    <a:pt x="40" y="75"/>
                    <a:pt x="40" y="75"/>
                    <a:pt x="40" y="75"/>
                  </a:cubicBezTo>
                  <a:cubicBezTo>
                    <a:pt x="39" y="74"/>
                    <a:pt x="39" y="74"/>
                    <a:pt x="39" y="74"/>
                  </a:cubicBezTo>
                  <a:cubicBezTo>
                    <a:pt x="41" y="74"/>
                    <a:pt x="41" y="74"/>
                    <a:pt x="41" y="74"/>
                  </a:cubicBezTo>
                  <a:cubicBezTo>
                    <a:pt x="41" y="73"/>
                    <a:pt x="41" y="73"/>
                    <a:pt x="41" y="73"/>
                  </a:cubicBezTo>
                  <a:cubicBezTo>
                    <a:pt x="41" y="72"/>
                    <a:pt x="41" y="72"/>
                    <a:pt x="41" y="72"/>
                  </a:cubicBezTo>
                  <a:cubicBezTo>
                    <a:pt x="42" y="72"/>
                    <a:pt x="42" y="72"/>
                    <a:pt x="42" y="72"/>
                  </a:cubicBezTo>
                  <a:cubicBezTo>
                    <a:pt x="42" y="71"/>
                    <a:pt x="42" y="71"/>
                    <a:pt x="42" y="71"/>
                  </a:cubicBezTo>
                  <a:cubicBezTo>
                    <a:pt x="42" y="71"/>
                    <a:pt x="42" y="71"/>
                    <a:pt x="42" y="71"/>
                  </a:cubicBezTo>
                  <a:cubicBezTo>
                    <a:pt x="43" y="71"/>
                    <a:pt x="43" y="71"/>
                    <a:pt x="43" y="71"/>
                  </a:cubicBezTo>
                  <a:cubicBezTo>
                    <a:pt x="42" y="70"/>
                    <a:pt x="42" y="70"/>
                    <a:pt x="42" y="70"/>
                  </a:cubicBezTo>
                  <a:cubicBezTo>
                    <a:pt x="42" y="69"/>
                    <a:pt x="42" y="69"/>
                    <a:pt x="42" y="69"/>
                  </a:cubicBezTo>
                  <a:cubicBezTo>
                    <a:pt x="43" y="70"/>
                    <a:pt x="43" y="70"/>
                    <a:pt x="43" y="70"/>
                  </a:cubicBezTo>
                  <a:cubicBezTo>
                    <a:pt x="43" y="68"/>
                    <a:pt x="43" y="68"/>
                    <a:pt x="43" y="68"/>
                  </a:cubicBezTo>
                  <a:cubicBezTo>
                    <a:pt x="43" y="68"/>
                    <a:pt x="43" y="68"/>
                    <a:pt x="43" y="68"/>
                  </a:cubicBezTo>
                  <a:cubicBezTo>
                    <a:pt x="44" y="68"/>
                    <a:pt x="44" y="68"/>
                    <a:pt x="44" y="68"/>
                  </a:cubicBezTo>
                  <a:cubicBezTo>
                    <a:pt x="43" y="66"/>
                    <a:pt x="43" y="66"/>
                    <a:pt x="43" y="66"/>
                  </a:cubicBezTo>
                  <a:cubicBezTo>
                    <a:pt x="43" y="66"/>
                    <a:pt x="43" y="66"/>
                    <a:pt x="43" y="66"/>
                  </a:cubicBezTo>
                  <a:cubicBezTo>
                    <a:pt x="43" y="65"/>
                    <a:pt x="43" y="65"/>
                    <a:pt x="43" y="65"/>
                  </a:cubicBezTo>
                  <a:cubicBezTo>
                    <a:pt x="43" y="65"/>
                    <a:pt x="47" y="62"/>
                    <a:pt x="47" y="59"/>
                  </a:cubicBezTo>
                  <a:cubicBezTo>
                    <a:pt x="47" y="55"/>
                    <a:pt x="39" y="48"/>
                    <a:pt x="39" y="41"/>
                  </a:cubicBezTo>
                  <a:cubicBezTo>
                    <a:pt x="39" y="41"/>
                    <a:pt x="39" y="41"/>
                    <a:pt x="39" y="41"/>
                  </a:cubicBezTo>
                  <a:cubicBezTo>
                    <a:pt x="39" y="40"/>
                    <a:pt x="39" y="39"/>
                    <a:pt x="40" y="38"/>
                  </a:cubicBezTo>
                  <a:cubicBezTo>
                    <a:pt x="38" y="38"/>
                    <a:pt x="38" y="38"/>
                    <a:pt x="38" y="38"/>
                  </a:cubicBezTo>
                  <a:cubicBezTo>
                    <a:pt x="38" y="40"/>
                    <a:pt x="38" y="42"/>
                    <a:pt x="38" y="42"/>
                  </a:cubicBezTo>
                  <a:cubicBezTo>
                    <a:pt x="38" y="43"/>
                    <a:pt x="38" y="43"/>
                    <a:pt x="38" y="43"/>
                  </a:cubicBezTo>
                  <a:cubicBezTo>
                    <a:pt x="38" y="43"/>
                    <a:pt x="38" y="43"/>
                    <a:pt x="38" y="43"/>
                  </a:cubicBezTo>
                  <a:cubicBezTo>
                    <a:pt x="38" y="43"/>
                    <a:pt x="38" y="43"/>
                    <a:pt x="38" y="43"/>
                  </a:cubicBezTo>
                  <a:cubicBezTo>
                    <a:pt x="38" y="43"/>
                    <a:pt x="38" y="43"/>
                    <a:pt x="38" y="43"/>
                  </a:cubicBezTo>
                  <a:cubicBezTo>
                    <a:pt x="38" y="43"/>
                    <a:pt x="38" y="43"/>
                    <a:pt x="38" y="43"/>
                  </a:cubicBezTo>
                  <a:cubicBezTo>
                    <a:pt x="37" y="43"/>
                    <a:pt x="37" y="43"/>
                    <a:pt x="37" y="43"/>
                  </a:cubicBezTo>
                  <a:cubicBezTo>
                    <a:pt x="38" y="44"/>
                    <a:pt x="38" y="44"/>
                    <a:pt x="38" y="44"/>
                  </a:cubicBezTo>
                  <a:cubicBezTo>
                    <a:pt x="39" y="51"/>
                    <a:pt x="45" y="53"/>
                    <a:pt x="45" y="58"/>
                  </a:cubicBezTo>
                  <a:cubicBezTo>
                    <a:pt x="45" y="59"/>
                    <a:pt x="45" y="59"/>
                    <a:pt x="45" y="59"/>
                  </a:cubicBezTo>
                  <a:cubicBezTo>
                    <a:pt x="45" y="59"/>
                    <a:pt x="44" y="62"/>
                    <a:pt x="42" y="62"/>
                  </a:cubicBezTo>
                  <a:cubicBezTo>
                    <a:pt x="42" y="62"/>
                    <a:pt x="42" y="62"/>
                    <a:pt x="42" y="62"/>
                  </a:cubicBezTo>
                  <a:cubicBezTo>
                    <a:pt x="42" y="62"/>
                    <a:pt x="42" y="62"/>
                    <a:pt x="42" y="62"/>
                  </a:cubicBezTo>
                  <a:cubicBezTo>
                    <a:pt x="41" y="61"/>
                    <a:pt x="41" y="61"/>
                    <a:pt x="41" y="61"/>
                  </a:cubicBezTo>
                  <a:cubicBezTo>
                    <a:pt x="40" y="60"/>
                    <a:pt x="40" y="60"/>
                    <a:pt x="40" y="60"/>
                  </a:cubicBezTo>
                  <a:cubicBezTo>
                    <a:pt x="39" y="58"/>
                    <a:pt x="39" y="57"/>
                    <a:pt x="37" y="56"/>
                  </a:cubicBezTo>
                  <a:cubicBezTo>
                    <a:pt x="36" y="54"/>
                    <a:pt x="33" y="52"/>
                    <a:pt x="33" y="50"/>
                  </a:cubicBezTo>
                  <a:cubicBezTo>
                    <a:pt x="32" y="49"/>
                    <a:pt x="31" y="48"/>
                    <a:pt x="31" y="47"/>
                  </a:cubicBezTo>
                  <a:cubicBezTo>
                    <a:pt x="31" y="46"/>
                    <a:pt x="31" y="46"/>
                    <a:pt x="31" y="46"/>
                  </a:cubicBezTo>
                  <a:cubicBezTo>
                    <a:pt x="30" y="46"/>
                    <a:pt x="30" y="45"/>
                    <a:pt x="29" y="45"/>
                  </a:cubicBezTo>
                  <a:cubicBezTo>
                    <a:pt x="30" y="47"/>
                    <a:pt x="30" y="49"/>
                    <a:pt x="30" y="49"/>
                  </a:cubicBezTo>
                  <a:cubicBezTo>
                    <a:pt x="30" y="49"/>
                    <a:pt x="30" y="49"/>
                    <a:pt x="30" y="49"/>
                  </a:cubicBezTo>
                  <a:cubicBezTo>
                    <a:pt x="29" y="49"/>
                    <a:pt x="29" y="49"/>
                    <a:pt x="29" y="49"/>
                  </a:cubicBezTo>
                  <a:cubicBezTo>
                    <a:pt x="27" y="49"/>
                    <a:pt x="25" y="46"/>
                    <a:pt x="24" y="46"/>
                  </a:cubicBezTo>
                  <a:cubicBezTo>
                    <a:pt x="24" y="46"/>
                    <a:pt x="24" y="46"/>
                    <a:pt x="24" y="46"/>
                  </a:cubicBezTo>
                  <a:cubicBezTo>
                    <a:pt x="21" y="49"/>
                    <a:pt x="21" y="49"/>
                    <a:pt x="21" y="49"/>
                  </a:cubicBezTo>
                  <a:cubicBezTo>
                    <a:pt x="21" y="51"/>
                    <a:pt x="21" y="51"/>
                    <a:pt x="21" y="51"/>
                  </a:cubicBezTo>
                  <a:cubicBezTo>
                    <a:pt x="21" y="51"/>
                    <a:pt x="21" y="51"/>
                    <a:pt x="21" y="51"/>
                  </a:cubicBezTo>
                  <a:cubicBezTo>
                    <a:pt x="20" y="51"/>
                    <a:pt x="20" y="51"/>
                    <a:pt x="20" y="51"/>
                  </a:cubicBezTo>
                  <a:lnTo>
                    <a:pt x="21" y="52"/>
                  </a:lnTo>
                  <a:close/>
                  <a:moveTo>
                    <a:pt x="9" y="62"/>
                  </a:moveTo>
                  <a:cubicBezTo>
                    <a:pt x="10" y="62"/>
                    <a:pt x="10" y="62"/>
                    <a:pt x="10" y="62"/>
                  </a:cubicBezTo>
                  <a:cubicBezTo>
                    <a:pt x="11" y="62"/>
                    <a:pt x="11" y="62"/>
                    <a:pt x="11" y="62"/>
                  </a:cubicBezTo>
                  <a:cubicBezTo>
                    <a:pt x="11" y="62"/>
                    <a:pt x="11" y="62"/>
                    <a:pt x="11" y="62"/>
                  </a:cubicBezTo>
                  <a:cubicBezTo>
                    <a:pt x="11" y="62"/>
                    <a:pt x="11" y="62"/>
                    <a:pt x="11" y="62"/>
                  </a:cubicBezTo>
                  <a:cubicBezTo>
                    <a:pt x="10" y="61"/>
                    <a:pt x="10" y="61"/>
                    <a:pt x="10" y="61"/>
                  </a:cubicBezTo>
                  <a:cubicBezTo>
                    <a:pt x="10" y="62"/>
                    <a:pt x="10" y="62"/>
                    <a:pt x="10" y="62"/>
                  </a:cubicBezTo>
                  <a:lnTo>
                    <a:pt x="9" y="62"/>
                  </a:lnTo>
                  <a:close/>
                  <a:moveTo>
                    <a:pt x="5" y="45"/>
                  </a:moveTo>
                  <a:cubicBezTo>
                    <a:pt x="4" y="46"/>
                    <a:pt x="4" y="46"/>
                    <a:pt x="4" y="46"/>
                  </a:cubicBezTo>
                  <a:cubicBezTo>
                    <a:pt x="5" y="46"/>
                    <a:pt x="5" y="46"/>
                    <a:pt x="5" y="46"/>
                  </a:cubicBezTo>
                  <a:cubicBezTo>
                    <a:pt x="5" y="46"/>
                    <a:pt x="5" y="46"/>
                    <a:pt x="5" y="46"/>
                  </a:cubicBezTo>
                  <a:cubicBezTo>
                    <a:pt x="5" y="46"/>
                    <a:pt x="5" y="46"/>
                    <a:pt x="5" y="46"/>
                  </a:cubicBezTo>
                  <a:cubicBezTo>
                    <a:pt x="5" y="45"/>
                    <a:pt x="5" y="45"/>
                    <a:pt x="5" y="45"/>
                  </a:cubicBezTo>
                  <a:close/>
                  <a:moveTo>
                    <a:pt x="8" y="48"/>
                  </a:moveTo>
                  <a:cubicBezTo>
                    <a:pt x="8" y="47"/>
                    <a:pt x="8" y="47"/>
                    <a:pt x="8" y="47"/>
                  </a:cubicBezTo>
                  <a:cubicBezTo>
                    <a:pt x="8" y="47"/>
                    <a:pt x="8" y="47"/>
                    <a:pt x="8" y="47"/>
                  </a:cubicBezTo>
                  <a:cubicBezTo>
                    <a:pt x="8" y="47"/>
                    <a:pt x="8" y="47"/>
                    <a:pt x="8" y="47"/>
                  </a:cubicBezTo>
                  <a:cubicBezTo>
                    <a:pt x="8" y="46"/>
                    <a:pt x="8" y="46"/>
                    <a:pt x="8" y="46"/>
                  </a:cubicBezTo>
                  <a:cubicBezTo>
                    <a:pt x="7" y="46"/>
                    <a:pt x="7" y="46"/>
                    <a:pt x="7" y="46"/>
                  </a:cubicBezTo>
                  <a:cubicBezTo>
                    <a:pt x="8" y="48"/>
                    <a:pt x="8" y="48"/>
                    <a:pt x="8" y="48"/>
                  </a:cubicBezTo>
                  <a:cubicBezTo>
                    <a:pt x="8" y="50"/>
                    <a:pt x="8" y="50"/>
                    <a:pt x="8" y="50"/>
                  </a:cubicBezTo>
                  <a:cubicBezTo>
                    <a:pt x="8" y="50"/>
                    <a:pt x="8" y="50"/>
                    <a:pt x="8" y="50"/>
                  </a:cubicBezTo>
                  <a:cubicBezTo>
                    <a:pt x="8" y="51"/>
                    <a:pt x="8" y="51"/>
                    <a:pt x="8" y="51"/>
                  </a:cubicBezTo>
                  <a:cubicBezTo>
                    <a:pt x="8" y="51"/>
                    <a:pt x="8" y="51"/>
                    <a:pt x="8" y="51"/>
                  </a:cubicBezTo>
                  <a:cubicBezTo>
                    <a:pt x="8" y="50"/>
                    <a:pt x="8" y="50"/>
                    <a:pt x="8" y="50"/>
                  </a:cubicBezTo>
                  <a:cubicBezTo>
                    <a:pt x="8" y="48"/>
                    <a:pt x="8" y="48"/>
                    <a:pt x="8" y="48"/>
                  </a:cubicBezTo>
                  <a:cubicBezTo>
                    <a:pt x="8" y="48"/>
                    <a:pt x="8" y="48"/>
                    <a:pt x="8" y="48"/>
                  </a:cubicBezTo>
                  <a:close/>
                  <a:moveTo>
                    <a:pt x="9" y="49"/>
                  </a:moveTo>
                  <a:cubicBezTo>
                    <a:pt x="9" y="49"/>
                    <a:pt x="9" y="49"/>
                    <a:pt x="9" y="49"/>
                  </a:cubicBezTo>
                  <a:cubicBezTo>
                    <a:pt x="9" y="49"/>
                    <a:pt x="9" y="49"/>
                    <a:pt x="9" y="49"/>
                  </a:cubicBezTo>
                  <a:cubicBezTo>
                    <a:pt x="9" y="48"/>
                    <a:pt x="9" y="48"/>
                    <a:pt x="9" y="48"/>
                  </a:cubicBezTo>
                  <a:cubicBezTo>
                    <a:pt x="9" y="48"/>
                    <a:pt x="9" y="48"/>
                    <a:pt x="9" y="48"/>
                  </a:cubicBezTo>
                  <a:cubicBezTo>
                    <a:pt x="9" y="48"/>
                    <a:pt x="9" y="48"/>
                    <a:pt x="9" y="48"/>
                  </a:cubicBezTo>
                  <a:cubicBezTo>
                    <a:pt x="8" y="50"/>
                    <a:pt x="8" y="50"/>
                    <a:pt x="8" y="50"/>
                  </a:cubicBezTo>
                  <a:cubicBezTo>
                    <a:pt x="8" y="50"/>
                    <a:pt x="8" y="50"/>
                    <a:pt x="8" y="50"/>
                  </a:cubicBezTo>
                  <a:cubicBezTo>
                    <a:pt x="9" y="50"/>
                    <a:pt x="9" y="50"/>
                    <a:pt x="9" y="50"/>
                  </a:cubicBezTo>
                  <a:lnTo>
                    <a:pt x="9" y="49"/>
                  </a:lnTo>
                  <a:close/>
                  <a:moveTo>
                    <a:pt x="13" y="51"/>
                  </a:moveTo>
                  <a:cubicBezTo>
                    <a:pt x="13" y="51"/>
                    <a:pt x="13" y="51"/>
                    <a:pt x="13" y="51"/>
                  </a:cubicBezTo>
                  <a:cubicBezTo>
                    <a:pt x="12" y="52"/>
                    <a:pt x="11" y="52"/>
                    <a:pt x="11" y="52"/>
                  </a:cubicBezTo>
                  <a:cubicBezTo>
                    <a:pt x="9" y="53"/>
                    <a:pt x="9" y="53"/>
                    <a:pt x="9" y="53"/>
                  </a:cubicBezTo>
                  <a:cubicBezTo>
                    <a:pt x="9" y="53"/>
                    <a:pt x="9" y="53"/>
                    <a:pt x="9" y="53"/>
                  </a:cubicBezTo>
                  <a:cubicBezTo>
                    <a:pt x="9" y="53"/>
                    <a:pt x="9" y="53"/>
                    <a:pt x="9" y="53"/>
                  </a:cubicBezTo>
                  <a:cubicBezTo>
                    <a:pt x="9" y="53"/>
                    <a:pt x="9" y="53"/>
                    <a:pt x="9" y="53"/>
                  </a:cubicBezTo>
                  <a:cubicBezTo>
                    <a:pt x="8" y="52"/>
                    <a:pt x="8" y="52"/>
                    <a:pt x="8" y="52"/>
                  </a:cubicBezTo>
                  <a:cubicBezTo>
                    <a:pt x="8" y="52"/>
                    <a:pt x="8" y="52"/>
                    <a:pt x="8" y="52"/>
                  </a:cubicBezTo>
                  <a:cubicBezTo>
                    <a:pt x="8" y="51"/>
                    <a:pt x="8" y="51"/>
                    <a:pt x="8" y="51"/>
                  </a:cubicBezTo>
                  <a:cubicBezTo>
                    <a:pt x="7" y="50"/>
                    <a:pt x="7" y="50"/>
                    <a:pt x="7" y="50"/>
                  </a:cubicBezTo>
                  <a:cubicBezTo>
                    <a:pt x="7" y="50"/>
                    <a:pt x="7" y="50"/>
                    <a:pt x="7" y="50"/>
                  </a:cubicBezTo>
                  <a:cubicBezTo>
                    <a:pt x="7" y="48"/>
                    <a:pt x="7" y="48"/>
                    <a:pt x="7" y="48"/>
                  </a:cubicBezTo>
                  <a:cubicBezTo>
                    <a:pt x="7" y="46"/>
                    <a:pt x="7" y="46"/>
                    <a:pt x="7" y="46"/>
                  </a:cubicBezTo>
                  <a:cubicBezTo>
                    <a:pt x="6" y="45"/>
                    <a:pt x="6" y="45"/>
                    <a:pt x="6" y="45"/>
                  </a:cubicBezTo>
                  <a:cubicBezTo>
                    <a:pt x="6" y="45"/>
                    <a:pt x="6" y="45"/>
                    <a:pt x="6" y="45"/>
                  </a:cubicBezTo>
                  <a:cubicBezTo>
                    <a:pt x="5" y="46"/>
                    <a:pt x="5" y="46"/>
                    <a:pt x="5" y="46"/>
                  </a:cubicBezTo>
                  <a:cubicBezTo>
                    <a:pt x="6" y="49"/>
                    <a:pt x="6" y="49"/>
                    <a:pt x="6" y="49"/>
                  </a:cubicBezTo>
                  <a:cubicBezTo>
                    <a:pt x="7" y="52"/>
                    <a:pt x="7" y="52"/>
                    <a:pt x="7" y="52"/>
                  </a:cubicBezTo>
                  <a:cubicBezTo>
                    <a:pt x="8" y="55"/>
                    <a:pt x="8" y="55"/>
                    <a:pt x="8" y="55"/>
                  </a:cubicBezTo>
                  <a:cubicBezTo>
                    <a:pt x="8" y="56"/>
                    <a:pt x="9" y="57"/>
                    <a:pt x="9" y="58"/>
                  </a:cubicBezTo>
                  <a:cubicBezTo>
                    <a:pt x="9" y="60"/>
                    <a:pt x="9" y="60"/>
                    <a:pt x="9" y="60"/>
                  </a:cubicBezTo>
                  <a:cubicBezTo>
                    <a:pt x="11" y="61"/>
                    <a:pt x="11" y="61"/>
                    <a:pt x="11" y="61"/>
                  </a:cubicBezTo>
                  <a:cubicBezTo>
                    <a:pt x="11" y="60"/>
                    <a:pt x="11" y="60"/>
                    <a:pt x="11" y="60"/>
                  </a:cubicBezTo>
                  <a:cubicBezTo>
                    <a:pt x="11" y="60"/>
                    <a:pt x="11" y="60"/>
                    <a:pt x="11" y="60"/>
                  </a:cubicBezTo>
                  <a:cubicBezTo>
                    <a:pt x="11" y="59"/>
                    <a:pt x="11" y="59"/>
                    <a:pt x="11" y="59"/>
                  </a:cubicBezTo>
                  <a:cubicBezTo>
                    <a:pt x="9" y="57"/>
                    <a:pt x="9" y="57"/>
                    <a:pt x="9" y="57"/>
                  </a:cubicBezTo>
                  <a:cubicBezTo>
                    <a:pt x="9" y="56"/>
                    <a:pt x="9" y="56"/>
                    <a:pt x="9" y="56"/>
                  </a:cubicBezTo>
                  <a:cubicBezTo>
                    <a:pt x="9" y="55"/>
                    <a:pt x="9" y="55"/>
                    <a:pt x="9" y="55"/>
                  </a:cubicBezTo>
                  <a:cubicBezTo>
                    <a:pt x="9" y="55"/>
                    <a:pt x="10" y="55"/>
                    <a:pt x="11" y="54"/>
                  </a:cubicBezTo>
                  <a:cubicBezTo>
                    <a:pt x="12" y="54"/>
                    <a:pt x="12" y="53"/>
                    <a:pt x="13" y="53"/>
                  </a:cubicBezTo>
                  <a:cubicBezTo>
                    <a:pt x="15" y="53"/>
                    <a:pt x="15" y="53"/>
                    <a:pt x="15" y="53"/>
                  </a:cubicBezTo>
                  <a:cubicBezTo>
                    <a:pt x="15" y="52"/>
                    <a:pt x="15" y="52"/>
                    <a:pt x="15" y="52"/>
                  </a:cubicBezTo>
                  <a:cubicBezTo>
                    <a:pt x="15" y="52"/>
                    <a:pt x="15" y="52"/>
                    <a:pt x="15" y="52"/>
                  </a:cubicBezTo>
                  <a:cubicBezTo>
                    <a:pt x="14" y="52"/>
                    <a:pt x="14" y="52"/>
                    <a:pt x="14" y="52"/>
                  </a:cubicBezTo>
                  <a:lnTo>
                    <a:pt x="13" y="51"/>
                  </a:lnTo>
                  <a:close/>
                  <a:moveTo>
                    <a:pt x="13" y="47"/>
                  </a:moveTo>
                  <a:cubicBezTo>
                    <a:pt x="14" y="49"/>
                    <a:pt x="14" y="49"/>
                    <a:pt x="14" y="49"/>
                  </a:cubicBezTo>
                  <a:cubicBezTo>
                    <a:pt x="15" y="49"/>
                    <a:pt x="15" y="49"/>
                    <a:pt x="15" y="49"/>
                  </a:cubicBezTo>
                  <a:cubicBezTo>
                    <a:pt x="14" y="49"/>
                    <a:pt x="14" y="49"/>
                    <a:pt x="14" y="49"/>
                  </a:cubicBezTo>
                  <a:cubicBezTo>
                    <a:pt x="14" y="51"/>
                    <a:pt x="14" y="51"/>
                    <a:pt x="14" y="51"/>
                  </a:cubicBezTo>
                  <a:cubicBezTo>
                    <a:pt x="14" y="52"/>
                    <a:pt x="14" y="52"/>
                    <a:pt x="14" y="52"/>
                  </a:cubicBezTo>
                  <a:cubicBezTo>
                    <a:pt x="15" y="52"/>
                    <a:pt x="15" y="52"/>
                    <a:pt x="15" y="52"/>
                  </a:cubicBezTo>
                  <a:cubicBezTo>
                    <a:pt x="15" y="52"/>
                    <a:pt x="15" y="52"/>
                    <a:pt x="15" y="52"/>
                  </a:cubicBezTo>
                  <a:cubicBezTo>
                    <a:pt x="15" y="52"/>
                    <a:pt x="15" y="52"/>
                    <a:pt x="15" y="52"/>
                  </a:cubicBezTo>
                  <a:cubicBezTo>
                    <a:pt x="15" y="52"/>
                    <a:pt x="15" y="52"/>
                    <a:pt x="15" y="52"/>
                  </a:cubicBezTo>
                  <a:cubicBezTo>
                    <a:pt x="15" y="53"/>
                    <a:pt x="15" y="54"/>
                    <a:pt x="16" y="55"/>
                  </a:cubicBezTo>
                  <a:cubicBezTo>
                    <a:pt x="16" y="54"/>
                    <a:pt x="18" y="51"/>
                    <a:pt x="20" y="50"/>
                  </a:cubicBezTo>
                  <a:cubicBezTo>
                    <a:pt x="20" y="50"/>
                    <a:pt x="20" y="50"/>
                    <a:pt x="20" y="50"/>
                  </a:cubicBezTo>
                  <a:cubicBezTo>
                    <a:pt x="20" y="50"/>
                    <a:pt x="20" y="50"/>
                    <a:pt x="20" y="50"/>
                  </a:cubicBezTo>
                  <a:cubicBezTo>
                    <a:pt x="20" y="48"/>
                    <a:pt x="20" y="48"/>
                    <a:pt x="20" y="48"/>
                  </a:cubicBezTo>
                  <a:cubicBezTo>
                    <a:pt x="21" y="47"/>
                    <a:pt x="21" y="47"/>
                    <a:pt x="21" y="47"/>
                  </a:cubicBezTo>
                  <a:cubicBezTo>
                    <a:pt x="21" y="45"/>
                    <a:pt x="21" y="45"/>
                    <a:pt x="21" y="45"/>
                  </a:cubicBezTo>
                  <a:cubicBezTo>
                    <a:pt x="22" y="45"/>
                    <a:pt x="22" y="45"/>
                    <a:pt x="22" y="45"/>
                  </a:cubicBezTo>
                  <a:cubicBezTo>
                    <a:pt x="21" y="47"/>
                    <a:pt x="21" y="47"/>
                    <a:pt x="21" y="47"/>
                  </a:cubicBezTo>
                  <a:cubicBezTo>
                    <a:pt x="21" y="48"/>
                    <a:pt x="21" y="48"/>
                    <a:pt x="21" y="48"/>
                  </a:cubicBezTo>
                  <a:cubicBezTo>
                    <a:pt x="23" y="46"/>
                    <a:pt x="23" y="46"/>
                    <a:pt x="23" y="46"/>
                  </a:cubicBezTo>
                  <a:cubicBezTo>
                    <a:pt x="24" y="45"/>
                    <a:pt x="24" y="45"/>
                    <a:pt x="24" y="45"/>
                  </a:cubicBezTo>
                  <a:cubicBezTo>
                    <a:pt x="24" y="45"/>
                    <a:pt x="24" y="45"/>
                    <a:pt x="24" y="45"/>
                  </a:cubicBezTo>
                  <a:cubicBezTo>
                    <a:pt x="24" y="45"/>
                    <a:pt x="24" y="45"/>
                    <a:pt x="24" y="45"/>
                  </a:cubicBezTo>
                  <a:cubicBezTo>
                    <a:pt x="24" y="45"/>
                    <a:pt x="26" y="47"/>
                    <a:pt x="29" y="48"/>
                  </a:cubicBezTo>
                  <a:cubicBezTo>
                    <a:pt x="26" y="44"/>
                    <a:pt x="26" y="44"/>
                    <a:pt x="26" y="44"/>
                  </a:cubicBezTo>
                  <a:cubicBezTo>
                    <a:pt x="23" y="43"/>
                    <a:pt x="22" y="41"/>
                    <a:pt x="22" y="41"/>
                  </a:cubicBezTo>
                  <a:cubicBezTo>
                    <a:pt x="22" y="41"/>
                    <a:pt x="22" y="41"/>
                    <a:pt x="22" y="41"/>
                  </a:cubicBezTo>
                  <a:cubicBezTo>
                    <a:pt x="21" y="41"/>
                    <a:pt x="21" y="41"/>
                    <a:pt x="21" y="41"/>
                  </a:cubicBezTo>
                  <a:cubicBezTo>
                    <a:pt x="21" y="41"/>
                    <a:pt x="21" y="41"/>
                    <a:pt x="21" y="41"/>
                  </a:cubicBezTo>
                  <a:cubicBezTo>
                    <a:pt x="23" y="41"/>
                    <a:pt x="23" y="41"/>
                    <a:pt x="23" y="41"/>
                  </a:cubicBezTo>
                  <a:cubicBezTo>
                    <a:pt x="23" y="41"/>
                    <a:pt x="23" y="41"/>
                    <a:pt x="23" y="41"/>
                  </a:cubicBezTo>
                  <a:cubicBezTo>
                    <a:pt x="23" y="40"/>
                    <a:pt x="23" y="40"/>
                    <a:pt x="23" y="40"/>
                  </a:cubicBezTo>
                  <a:cubicBezTo>
                    <a:pt x="24" y="40"/>
                    <a:pt x="24" y="40"/>
                    <a:pt x="24" y="40"/>
                  </a:cubicBezTo>
                  <a:cubicBezTo>
                    <a:pt x="24" y="40"/>
                    <a:pt x="24" y="40"/>
                    <a:pt x="24" y="40"/>
                  </a:cubicBezTo>
                  <a:cubicBezTo>
                    <a:pt x="24" y="40"/>
                    <a:pt x="24" y="40"/>
                    <a:pt x="24" y="40"/>
                  </a:cubicBezTo>
                  <a:cubicBezTo>
                    <a:pt x="25" y="40"/>
                    <a:pt x="25" y="40"/>
                    <a:pt x="25" y="40"/>
                  </a:cubicBezTo>
                  <a:cubicBezTo>
                    <a:pt x="26" y="41"/>
                    <a:pt x="26" y="41"/>
                    <a:pt x="26" y="41"/>
                  </a:cubicBezTo>
                  <a:cubicBezTo>
                    <a:pt x="27" y="41"/>
                    <a:pt x="28" y="41"/>
                    <a:pt x="28" y="41"/>
                  </a:cubicBezTo>
                  <a:cubicBezTo>
                    <a:pt x="28" y="41"/>
                    <a:pt x="28" y="41"/>
                    <a:pt x="28" y="41"/>
                  </a:cubicBezTo>
                  <a:cubicBezTo>
                    <a:pt x="29" y="41"/>
                    <a:pt x="29" y="41"/>
                    <a:pt x="29" y="41"/>
                  </a:cubicBezTo>
                  <a:cubicBezTo>
                    <a:pt x="29" y="41"/>
                    <a:pt x="29" y="41"/>
                    <a:pt x="29" y="41"/>
                  </a:cubicBezTo>
                  <a:cubicBezTo>
                    <a:pt x="30" y="40"/>
                    <a:pt x="30" y="40"/>
                    <a:pt x="30" y="40"/>
                  </a:cubicBezTo>
                  <a:cubicBezTo>
                    <a:pt x="30" y="38"/>
                    <a:pt x="30" y="38"/>
                    <a:pt x="30" y="38"/>
                  </a:cubicBezTo>
                  <a:cubicBezTo>
                    <a:pt x="31" y="38"/>
                    <a:pt x="31" y="38"/>
                    <a:pt x="31" y="38"/>
                  </a:cubicBezTo>
                  <a:cubicBezTo>
                    <a:pt x="31" y="38"/>
                    <a:pt x="31" y="38"/>
                    <a:pt x="31" y="38"/>
                  </a:cubicBezTo>
                  <a:cubicBezTo>
                    <a:pt x="31" y="38"/>
                    <a:pt x="31" y="38"/>
                    <a:pt x="31" y="38"/>
                  </a:cubicBezTo>
                  <a:cubicBezTo>
                    <a:pt x="33" y="38"/>
                    <a:pt x="33" y="38"/>
                    <a:pt x="33" y="38"/>
                  </a:cubicBezTo>
                  <a:cubicBezTo>
                    <a:pt x="34" y="38"/>
                    <a:pt x="34" y="38"/>
                    <a:pt x="34" y="38"/>
                  </a:cubicBezTo>
                  <a:cubicBezTo>
                    <a:pt x="34" y="38"/>
                    <a:pt x="34" y="38"/>
                    <a:pt x="34" y="38"/>
                  </a:cubicBezTo>
                  <a:cubicBezTo>
                    <a:pt x="34" y="35"/>
                    <a:pt x="34" y="35"/>
                    <a:pt x="34" y="35"/>
                  </a:cubicBezTo>
                  <a:cubicBezTo>
                    <a:pt x="34" y="35"/>
                    <a:pt x="34" y="35"/>
                    <a:pt x="34" y="35"/>
                  </a:cubicBezTo>
                  <a:cubicBezTo>
                    <a:pt x="34" y="34"/>
                    <a:pt x="34" y="34"/>
                    <a:pt x="34" y="34"/>
                  </a:cubicBezTo>
                  <a:cubicBezTo>
                    <a:pt x="34" y="34"/>
                    <a:pt x="34" y="34"/>
                    <a:pt x="34" y="34"/>
                  </a:cubicBezTo>
                  <a:cubicBezTo>
                    <a:pt x="34" y="34"/>
                    <a:pt x="34" y="34"/>
                    <a:pt x="34" y="34"/>
                  </a:cubicBezTo>
                  <a:cubicBezTo>
                    <a:pt x="36" y="34"/>
                    <a:pt x="36" y="34"/>
                    <a:pt x="36" y="34"/>
                  </a:cubicBezTo>
                  <a:cubicBezTo>
                    <a:pt x="36" y="34"/>
                    <a:pt x="36" y="34"/>
                    <a:pt x="36" y="34"/>
                  </a:cubicBezTo>
                  <a:cubicBezTo>
                    <a:pt x="36" y="34"/>
                    <a:pt x="36" y="34"/>
                    <a:pt x="36" y="34"/>
                  </a:cubicBezTo>
                  <a:cubicBezTo>
                    <a:pt x="36" y="32"/>
                    <a:pt x="36" y="32"/>
                    <a:pt x="36" y="32"/>
                  </a:cubicBezTo>
                  <a:cubicBezTo>
                    <a:pt x="36" y="32"/>
                    <a:pt x="36" y="32"/>
                    <a:pt x="36" y="32"/>
                  </a:cubicBezTo>
                  <a:cubicBezTo>
                    <a:pt x="36" y="32"/>
                    <a:pt x="36" y="32"/>
                    <a:pt x="36" y="32"/>
                  </a:cubicBezTo>
                  <a:cubicBezTo>
                    <a:pt x="35" y="32"/>
                    <a:pt x="35" y="32"/>
                    <a:pt x="35" y="32"/>
                  </a:cubicBezTo>
                  <a:cubicBezTo>
                    <a:pt x="36" y="31"/>
                    <a:pt x="36" y="31"/>
                    <a:pt x="36" y="31"/>
                  </a:cubicBezTo>
                  <a:cubicBezTo>
                    <a:pt x="36" y="31"/>
                    <a:pt x="36" y="31"/>
                    <a:pt x="36" y="31"/>
                  </a:cubicBezTo>
                  <a:cubicBezTo>
                    <a:pt x="36" y="31"/>
                    <a:pt x="36" y="31"/>
                    <a:pt x="36" y="31"/>
                  </a:cubicBezTo>
                  <a:cubicBezTo>
                    <a:pt x="38" y="30"/>
                    <a:pt x="38" y="30"/>
                    <a:pt x="38" y="30"/>
                  </a:cubicBezTo>
                  <a:cubicBezTo>
                    <a:pt x="38" y="28"/>
                    <a:pt x="38" y="28"/>
                    <a:pt x="38" y="28"/>
                  </a:cubicBezTo>
                  <a:cubicBezTo>
                    <a:pt x="38" y="28"/>
                    <a:pt x="38" y="28"/>
                    <a:pt x="38" y="28"/>
                  </a:cubicBezTo>
                  <a:cubicBezTo>
                    <a:pt x="37" y="28"/>
                    <a:pt x="37" y="28"/>
                    <a:pt x="37" y="28"/>
                  </a:cubicBezTo>
                  <a:cubicBezTo>
                    <a:pt x="36" y="28"/>
                    <a:pt x="36" y="28"/>
                    <a:pt x="36" y="28"/>
                  </a:cubicBezTo>
                  <a:cubicBezTo>
                    <a:pt x="37" y="26"/>
                    <a:pt x="37" y="26"/>
                    <a:pt x="37" y="26"/>
                  </a:cubicBezTo>
                  <a:cubicBezTo>
                    <a:pt x="37" y="26"/>
                    <a:pt x="37" y="26"/>
                    <a:pt x="37" y="26"/>
                  </a:cubicBezTo>
                  <a:cubicBezTo>
                    <a:pt x="38" y="27"/>
                    <a:pt x="38" y="27"/>
                    <a:pt x="38" y="27"/>
                  </a:cubicBezTo>
                  <a:cubicBezTo>
                    <a:pt x="39" y="25"/>
                    <a:pt x="39" y="25"/>
                    <a:pt x="39" y="25"/>
                  </a:cubicBezTo>
                  <a:cubicBezTo>
                    <a:pt x="38" y="24"/>
                    <a:pt x="38" y="24"/>
                    <a:pt x="38" y="24"/>
                  </a:cubicBezTo>
                  <a:cubicBezTo>
                    <a:pt x="37" y="24"/>
                    <a:pt x="37" y="24"/>
                    <a:pt x="37" y="24"/>
                  </a:cubicBezTo>
                  <a:cubicBezTo>
                    <a:pt x="37" y="25"/>
                    <a:pt x="37" y="25"/>
                    <a:pt x="37" y="25"/>
                  </a:cubicBezTo>
                  <a:cubicBezTo>
                    <a:pt x="37" y="23"/>
                    <a:pt x="37" y="23"/>
                    <a:pt x="37" y="23"/>
                  </a:cubicBezTo>
                  <a:cubicBezTo>
                    <a:pt x="37" y="23"/>
                    <a:pt x="37" y="23"/>
                    <a:pt x="37" y="23"/>
                  </a:cubicBezTo>
                  <a:cubicBezTo>
                    <a:pt x="37" y="23"/>
                    <a:pt x="37" y="23"/>
                    <a:pt x="37" y="23"/>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6" y="20"/>
                    <a:pt x="36" y="20"/>
                    <a:pt x="36" y="20"/>
                  </a:cubicBezTo>
                  <a:cubicBezTo>
                    <a:pt x="36" y="20"/>
                    <a:pt x="36" y="20"/>
                    <a:pt x="36" y="20"/>
                  </a:cubicBezTo>
                  <a:cubicBezTo>
                    <a:pt x="36" y="20"/>
                    <a:pt x="37" y="19"/>
                    <a:pt x="37" y="18"/>
                  </a:cubicBezTo>
                  <a:cubicBezTo>
                    <a:pt x="36" y="16"/>
                    <a:pt x="36" y="16"/>
                    <a:pt x="36" y="16"/>
                  </a:cubicBezTo>
                  <a:cubicBezTo>
                    <a:pt x="36" y="16"/>
                    <a:pt x="36" y="16"/>
                    <a:pt x="36" y="16"/>
                  </a:cubicBezTo>
                  <a:cubicBezTo>
                    <a:pt x="36" y="17"/>
                    <a:pt x="36" y="18"/>
                    <a:pt x="35" y="19"/>
                  </a:cubicBezTo>
                  <a:cubicBezTo>
                    <a:pt x="35" y="20"/>
                    <a:pt x="34" y="21"/>
                    <a:pt x="32" y="22"/>
                  </a:cubicBezTo>
                  <a:cubicBezTo>
                    <a:pt x="31" y="23"/>
                    <a:pt x="30" y="24"/>
                    <a:pt x="30" y="25"/>
                  </a:cubicBezTo>
                  <a:cubicBezTo>
                    <a:pt x="30" y="25"/>
                    <a:pt x="30" y="25"/>
                    <a:pt x="30" y="25"/>
                  </a:cubicBezTo>
                  <a:cubicBezTo>
                    <a:pt x="30" y="26"/>
                    <a:pt x="30" y="26"/>
                    <a:pt x="30" y="26"/>
                  </a:cubicBezTo>
                  <a:cubicBezTo>
                    <a:pt x="30" y="26"/>
                    <a:pt x="31" y="28"/>
                    <a:pt x="32" y="28"/>
                  </a:cubicBezTo>
                  <a:cubicBezTo>
                    <a:pt x="32" y="28"/>
                    <a:pt x="32" y="28"/>
                    <a:pt x="32" y="28"/>
                  </a:cubicBezTo>
                  <a:cubicBezTo>
                    <a:pt x="32" y="28"/>
                    <a:pt x="32" y="28"/>
                    <a:pt x="32" y="28"/>
                  </a:cubicBezTo>
                  <a:cubicBezTo>
                    <a:pt x="32" y="28"/>
                    <a:pt x="32" y="28"/>
                    <a:pt x="32" y="28"/>
                  </a:cubicBezTo>
                  <a:cubicBezTo>
                    <a:pt x="32" y="29"/>
                    <a:pt x="32" y="29"/>
                    <a:pt x="32" y="29"/>
                  </a:cubicBezTo>
                  <a:cubicBezTo>
                    <a:pt x="32" y="31"/>
                    <a:pt x="32" y="33"/>
                    <a:pt x="29" y="33"/>
                  </a:cubicBezTo>
                  <a:cubicBezTo>
                    <a:pt x="29" y="33"/>
                    <a:pt x="29" y="33"/>
                    <a:pt x="29" y="33"/>
                  </a:cubicBezTo>
                  <a:cubicBezTo>
                    <a:pt x="29" y="33"/>
                    <a:pt x="26" y="35"/>
                    <a:pt x="25" y="35"/>
                  </a:cubicBezTo>
                  <a:cubicBezTo>
                    <a:pt x="25" y="35"/>
                    <a:pt x="25" y="35"/>
                    <a:pt x="25" y="35"/>
                  </a:cubicBezTo>
                  <a:cubicBezTo>
                    <a:pt x="24" y="35"/>
                    <a:pt x="24" y="35"/>
                    <a:pt x="24" y="35"/>
                  </a:cubicBezTo>
                  <a:cubicBezTo>
                    <a:pt x="23" y="34"/>
                    <a:pt x="23" y="34"/>
                    <a:pt x="23" y="34"/>
                  </a:cubicBezTo>
                  <a:cubicBezTo>
                    <a:pt x="22" y="36"/>
                    <a:pt x="22" y="36"/>
                    <a:pt x="22" y="36"/>
                  </a:cubicBezTo>
                  <a:cubicBezTo>
                    <a:pt x="21" y="36"/>
                    <a:pt x="21" y="36"/>
                    <a:pt x="21" y="36"/>
                  </a:cubicBezTo>
                  <a:cubicBezTo>
                    <a:pt x="21" y="34"/>
                    <a:pt x="21" y="34"/>
                    <a:pt x="21" y="34"/>
                  </a:cubicBezTo>
                  <a:cubicBezTo>
                    <a:pt x="20" y="34"/>
                    <a:pt x="20" y="34"/>
                    <a:pt x="20" y="34"/>
                  </a:cubicBezTo>
                  <a:cubicBezTo>
                    <a:pt x="20" y="33"/>
                    <a:pt x="20" y="33"/>
                    <a:pt x="20" y="33"/>
                  </a:cubicBezTo>
                  <a:cubicBezTo>
                    <a:pt x="19" y="35"/>
                    <a:pt x="19" y="35"/>
                    <a:pt x="19" y="35"/>
                  </a:cubicBezTo>
                  <a:cubicBezTo>
                    <a:pt x="18" y="36"/>
                    <a:pt x="18" y="36"/>
                    <a:pt x="18" y="36"/>
                  </a:cubicBezTo>
                  <a:cubicBezTo>
                    <a:pt x="18" y="38"/>
                    <a:pt x="18" y="38"/>
                    <a:pt x="18" y="38"/>
                  </a:cubicBezTo>
                  <a:cubicBezTo>
                    <a:pt x="17" y="39"/>
                    <a:pt x="17" y="39"/>
                    <a:pt x="17" y="39"/>
                  </a:cubicBezTo>
                  <a:cubicBezTo>
                    <a:pt x="17" y="41"/>
                    <a:pt x="18" y="43"/>
                    <a:pt x="18" y="44"/>
                  </a:cubicBezTo>
                  <a:cubicBezTo>
                    <a:pt x="18" y="45"/>
                    <a:pt x="18" y="45"/>
                    <a:pt x="18" y="45"/>
                  </a:cubicBezTo>
                  <a:cubicBezTo>
                    <a:pt x="18" y="46"/>
                    <a:pt x="17" y="48"/>
                    <a:pt x="17" y="48"/>
                  </a:cubicBezTo>
                  <a:cubicBezTo>
                    <a:pt x="17" y="49"/>
                    <a:pt x="17" y="49"/>
                    <a:pt x="17" y="49"/>
                  </a:cubicBezTo>
                  <a:cubicBezTo>
                    <a:pt x="16" y="48"/>
                    <a:pt x="16" y="48"/>
                    <a:pt x="16" y="48"/>
                  </a:cubicBezTo>
                  <a:cubicBezTo>
                    <a:pt x="16" y="48"/>
                    <a:pt x="16" y="48"/>
                    <a:pt x="16" y="48"/>
                  </a:cubicBezTo>
                  <a:cubicBezTo>
                    <a:pt x="16" y="48"/>
                    <a:pt x="15" y="48"/>
                    <a:pt x="13" y="47"/>
                  </a:cubicBezTo>
                  <a:moveTo>
                    <a:pt x="37" y="27"/>
                  </a:moveTo>
                  <a:cubicBezTo>
                    <a:pt x="37" y="27"/>
                    <a:pt x="37" y="27"/>
                    <a:pt x="37" y="27"/>
                  </a:cubicBezTo>
                  <a:cubicBezTo>
                    <a:pt x="37" y="27"/>
                    <a:pt x="37" y="27"/>
                    <a:pt x="37" y="27"/>
                  </a:cubicBezTo>
                  <a:close/>
                  <a:moveTo>
                    <a:pt x="13" y="42"/>
                  </a:moveTo>
                  <a:cubicBezTo>
                    <a:pt x="14" y="45"/>
                    <a:pt x="16" y="47"/>
                    <a:pt x="17" y="48"/>
                  </a:cubicBezTo>
                  <a:cubicBezTo>
                    <a:pt x="17" y="47"/>
                    <a:pt x="18" y="46"/>
                    <a:pt x="18" y="45"/>
                  </a:cubicBezTo>
                  <a:cubicBezTo>
                    <a:pt x="18" y="44"/>
                    <a:pt x="18" y="44"/>
                    <a:pt x="18" y="44"/>
                  </a:cubicBezTo>
                  <a:cubicBezTo>
                    <a:pt x="18" y="43"/>
                    <a:pt x="17" y="41"/>
                    <a:pt x="17" y="39"/>
                  </a:cubicBezTo>
                  <a:cubicBezTo>
                    <a:pt x="17" y="38"/>
                    <a:pt x="17" y="38"/>
                    <a:pt x="17" y="38"/>
                  </a:cubicBezTo>
                  <a:cubicBezTo>
                    <a:pt x="17" y="37"/>
                    <a:pt x="17" y="37"/>
                    <a:pt x="17" y="37"/>
                  </a:cubicBezTo>
                  <a:cubicBezTo>
                    <a:pt x="17" y="36"/>
                    <a:pt x="17" y="36"/>
                    <a:pt x="17" y="36"/>
                  </a:cubicBezTo>
                  <a:cubicBezTo>
                    <a:pt x="17" y="35"/>
                    <a:pt x="17" y="35"/>
                    <a:pt x="17" y="35"/>
                  </a:cubicBezTo>
                  <a:cubicBezTo>
                    <a:pt x="16" y="34"/>
                    <a:pt x="16" y="34"/>
                    <a:pt x="16" y="34"/>
                  </a:cubicBezTo>
                  <a:cubicBezTo>
                    <a:pt x="14" y="36"/>
                    <a:pt x="14" y="36"/>
                    <a:pt x="14" y="36"/>
                  </a:cubicBezTo>
                  <a:cubicBezTo>
                    <a:pt x="12" y="37"/>
                    <a:pt x="12" y="37"/>
                    <a:pt x="12" y="37"/>
                  </a:cubicBezTo>
                  <a:cubicBezTo>
                    <a:pt x="12" y="39"/>
                    <a:pt x="12" y="39"/>
                    <a:pt x="12" y="39"/>
                  </a:cubicBezTo>
                  <a:cubicBezTo>
                    <a:pt x="12" y="40"/>
                    <a:pt x="12" y="41"/>
                    <a:pt x="13" y="42"/>
                  </a:cubicBezTo>
                  <a:moveTo>
                    <a:pt x="4" y="32"/>
                  </a:moveTo>
                  <a:cubicBezTo>
                    <a:pt x="5" y="32"/>
                    <a:pt x="5" y="32"/>
                    <a:pt x="5" y="32"/>
                  </a:cubicBezTo>
                  <a:cubicBezTo>
                    <a:pt x="7" y="32"/>
                    <a:pt x="7" y="32"/>
                    <a:pt x="7" y="32"/>
                  </a:cubicBezTo>
                  <a:cubicBezTo>
                    <a:pt x="8" y="33"/>
                    <a:pt x="8" y="35"/>
                    <a:pt x="8" y="36"/>
                  </a:cubicBezTo>
                  <a:cubicBezTo>
                    <a:pt x="8" y="37"/>
                    <a:pt x="8" y="37"/>
                    <a:pt x="8" y="37"/>
                  </a:cubicBezTo>
                  <a:cubicBezTo>
                    <a:pt x="9" y="38"/>
                    <a:pt x="9" y="38"/>
                    <a:pt x="9" y="38"/>
                  </a:cubicBezTo>
                  <a:cubicBezTo>
                    <a:pt x="11" y="39"/>
                    <a:pt x="11" y="39"/>
                    <a:pt x="11" y="39"/>
                  </a:cubicBezTo>
                  <a:cubicBezTo>
                    <a:pt x="11" y="39"/>
                    <a:pt x="11" y="39"/>
                    <a:pt x="11" y="39"/>
                  </a:cubicBezTo>
                  <a:cubicBezTo>
                    <a:pt x="12" y="37"/>
                    <a:pt x="12" y="37"/>
                    <a:pt x="12" y="37"/>
                  </a:cubicBezTo>
                  <a:cubicBezTo>
                    <a:pt x="11" y="37"/>
                    <a:pt x="11" y="37"/>
                    <a:pt x="11" y="37"/>
                  </a:cubicBezTo>
                  <a:cubicBezTo>
                    <a:pt x="11" y="37"/>
                    <a:pt x="11" y="37"/>
                    <a:pt x="11" y="37"/>
                  </a:cubicBezTo>
                  <a:cubicBezTo>
                    <a:pt x="10" y="37"/>
                    <a:pt x="10" y="37"/>
                    <a:pt x="10" y="37"/>
                  </a:cubicBezTo>
                  <a:cubicBezTo>
                    <a:pt x="10" y="37"/>
                    <a:pt x="10" y="37"/>
                    <a:pt x="10" y="37"/>
                  </a:cubicBezTo>
                  <a:cubicBezTo>
                    <a:pt x="10" y="36"/>
                    <a:pt x="10" y="36"/>
                    <a:pt x="10" y="36"/>
                  </a:cubicBezTo>
                  <a:cubicBezTo>
                    <a:pt x="12" y="34"/>
                    <a:pt x="12" y="34"/>
                    <a:pt x="12" y="34"/>
                  </a:cubicBezTo>
                  <a:cubicBezTo>
                    <a:pt x="12" y="34"/>
                    <a:pt x="12" y="34"/>
                    <a:pt x="12" y="34"/>
                  </a:cubicBezTo>
                  <a:cubicBezTo>
                    <a:pt x="11" y="31"/>
                    <a:pt x="11" y="31"/>
                    <a:pt x="11" y="31"/>
                  </a:cubicBezTo>
                  <a:cubicBezTo>
                    <a:pt x="11" y="31"/>
                    <a:pt x="10" y="30"/>
                    <a:pt x="10" y="29"/>
                  </a:cubicBezTo>
                  <a:cubicBezTo>
                    <a:pt x="10" y="28"/>
                    <a:pt x="10" y="27"/>
                    <a:pt x="10" y="26"/>
                  </a:cubicBezTo>
                  <a:cubicBezTo>
                    <a:pt x="9" y="27"/>
                    <a:pt x="8" y="28"/>
                    <a:pt x="8" y="29"/>
                  </a:cubicBezTo>
                  <a:cubicBezTo>
                    <a:pt x="8" y="29"/>
                    <a:pt x="8" y="29"/>
                    <a:pt x="8" y="29"/>
                  </a:cubicBezTo>
                  <a:cubicBezTo>
                    <a:pt x="8" y="30"/>
                    <a:pt x="8" y="30"/>
                    <a:pt x="8" y="30"/>
                  </a:cubicBezTo>
                  <a:cubicBezTo>
                    <a:pt x="8" y="29"/>
                    <a:pt x="8" y="29"/>
                    <a:pt x="8" y="29"/>
                  </a:cubicBezTo>
                  <a:cubicBezTo>
                    <a:pt x="7" y="28"/>
                    <a:pt x="7" y="28"/>
                    <a:pt x="7" y="28"/>
                  </a:cubicBezTo>
                  <a:cubicBezTo>
                    <a:pt x="7" y="30"/>
                    <a:pt x="7" y="30"/>
                    <a:pt x="7" y="30"/>
                  </a:cubicBezTo>
                  <a:cubicBezTo>
                    <a:pt x="7" y="30"/>
                    <a:pt x="7" y="30"/>
                    <a:pt x="7" y="30"/>
                  </a:cubicBezTo>
                  <a:cubicBezTo>
                    <a:pt x="7" y="31"/>
                    <a:pt x="7" y="31"/>
                    <a:pt x="7" y="31"/>
                  </a:cubicBezTo>
                  <a:cubicBezTo>
                    <a:pt x="6" y="31"/>
                    <a:pt x="6" y="31"/>
                    <a:pt x="6" y="31"/>
                  </a:cubicBezTo>
                  <a:cubicBezTo>
                    <a:pt x="5" y="30"/>
                    <a:pt x="5" y="30"/>
                    <a:pt x="5" y="30"/>
                  </a:cubicBezTo>
                  <a:cubicBezTo>
                    <a:pt x="5" y="30"/>
                    <a:pt x="5" y="31"/>
                    <a:pt x="4" y="32"/>
                  </a:cubicBezTo>
                  <a:moveTo>
                    <a:pt x="1" y="29"/>
                  </a:moveTo>
                  <a:cubicBezTo>
                    <a:pt x="1" y="29"/>
                    <a:pt x="1" y="29"/>
                    <a:pt x="1" y="29"/>
                  </a:cubicBezTo>
                  <a:cubicBezTo>
                    <a:pt x="1" y="29"/>
                    <a:pt x="1" y="29"/>
                    <a:pt x="1" y="29"/>
                  </a:cubicBezTo>
                  <a:cubicBezTo>
                    <a:pt x="2" y="28"/>
                    <a:pt x="2" y="28"/>
                    <a:pt x="2" y="28"/>
                  </a:cubicBezTo>
                  <a:cubicBezTo>
                    <a:pt x="1" y="28"/>
                    <a:pt x="1" y="28"/>
                    <a:pt x="1" y="28"/>
                  </a:cubicBezTo>
                  <a:cubicBezTo>
                    <a:pt x="1" y="28"/>
                    <a:pt x="1" y="28"/>
                    <a:pt x="1" y="28"/>
                  </a:cubicBezTo>
                  <a:lnTo>
                    <a:pt x="1" y="29"/>
                  </a:lnTo>
                  <a:close/>
                  <a:moveTo>
                    <a:pt x="1" y="15"/>
                  </a:moveTo>
                  <a:cubicBezTo>
                    <a:pt x="3" y="18"/>
                    <a:pt x="3" y="18"/>
                    <a:pt x="3" y="18"/>
                  </a:cubicBezTo>
                  <a:cubicBezTo>
                    <a:pt x="3" y="18"/>
                    <a:pt x="3" y="19"/>
                    <a:pt x="3" y="20"/>
                  </a:cubicBezTo>
                  <a:cubicBezTo>
                    <a:pt x="3" y="21"/>
                    <a:pt x="3" y="21"/>
                    <a:pt x="3" y="21"/>
                  </a:cubicBezTo>
                  <a:cubicBezTo>
                    <a:pt x="2" y="25"/>
                    <a:pt x="2" y="25"/>
                    <a:pt x="2" y="25"/>
                  </a:cubicBezTo>
                  <a:cubicBezTo>
                    <a:pt x="1" y="27"/>
                    <a:pt x="1" y="27"/>
                    <a:pt x="1" y="27"/>
                  </a:cubicBezTo>
                  <a:cubicBezTo>
                    <a:pt x="1" y="27"/>
                    <a:pt x="1" y="27"/>
                    <a:pt x="1" y="27"/>
                  </a:cubicBezTo>
                  <a:cubicBezTo>
                    <a:pt x="2" y="28"/>
                    <a:pt x="2" y="28"/>
                    <a:pt x="2" y="28"/>
                  </a:cubicBezTo>
                  <a:cubicBezTo>
                    <a:pt x="2" y="28"/>
                    <a:pt x="2" y="28"/>
                    <a:pt x="2" y="28"/>
                  </a:cubicBezTo>
                  <a:cubicBezTo>
                    <a:pt x="2" y="27"/>
                    <a:pt x="2" y="27"/>
                    <a:pt x="2" y="27"/>
                  </a:cubicBezTo>
                  <a:cubicBezTo>
                    <a:pt x="3" y="26"/>
                    <a:pt x="3" y="26"/>
                    <a:pt x="3" y="26"/>
                  </a:cubicBezTo>
                  <a:cubicBezTo>
                    <a:pt x="3" y="24"/>
                    <a:pt x="3" y="24"/>
                    <a:pt x="3" y="24"/>
                  </a:cubicBezTo>
                  <a:cubicBezTo>
                    <a:pt x="3" y="23"/>
                    <a:pt x="3" y="23"/>
                    <a:pt x="3" y="23"/>
                  </a:cubicBezTo>
                  <a:cubicBezTo>
                    <a:pt x="3" y="23"/>
                    <a:pt x="3" y="23"/>
                    <a:pt x="3" y="23"/>
                  </a:cubicBezTo>
                  <a:cubicBezTo>
                    <a:pt x="3" y="23"/>
                    <a:pt x="3" y="23"/>
                    <a:pt x="3" y="23"/>
                  </a:cubicBezTo>
                  <a:cubicBezTo>
                    <a:pt x="3" y="22"/>
                    <a:pt x="3" y="22"/>
                    <a:pt x="3" y="22"/>
                  </a:cubicBezTo>
                  <a:cubicBezTo>
                    <a:pt x="4" y="23"/>
                    <a:pt x="4" y="23"/>
                    <a:pt x="4" y="23"/>
                  </a:cubicBezTo>
                  <a:cubicBezTo>
                    <a:pt x="4" y="23"/>
                    <a:pt x="4" y="23"/>
                    <a:pt x="4" y="23"/>
                  </a:cubicBezTo>
                  <a:cubicBezTo>
                    <a:pt x="4" y="23"/>
                    <a:pt x="4" y="23"/>
                    <a:pt x="4" y="23"/>
                  </a:cubicBezTo>
                  <a:cubicBezTo>
                    <a:pt x="4" y="23"/>
                    <a:pt x="4" y="23"/>
                    <a:pt x="4" y="23"/>
                  </a:cubicBezTo>
                  <a:cubicBezTo>
                    <a:pt x="4" y="23"/>
                    <a:pt x="5" y="25"/>
                    <a:pt x="5" y="26"/>
                  </a:cubicBezTo>
                  <a:cubicBezTo>
                    <a:pt x="6" y="28"/>
                    <a:pt x="6" y="28"/>
                    <a:pt x="6" y="28"/>
                  </a:cubicBezTo>
                  <a:cubicBezTo>
                    <a:pt x="6" y="30"/>
                    <a:pt x="6" y="30"/>
                    <a:pt x="6" y="30"/>
                  </a:cubicBezTo>
                  <a:cubicBezTo>
                    <a:pt x="6" y="28"/>
                    <a:pt x="6" y="28"/>
                    <a:pt x="6" y="28"/>
                  </a:cubicBezTo>
                  <a:cubicBezTo>
                    <a:pt x="7" y="27"/>
                    <a:pt x="7" y="27"/>
                    <a:pt x="7" y="27"/>
                  </a:cubicBezTo>
                  <a:cubicBezTo>
                    <a:pt x="7" y="27"/>
                    <a:pt x="7" y="27"/>
                    <a:pt x="7" y="27"/>
                  </a:cubicBezTo>
                  <a:cubicBezTo>
                    <a:pt x="6" y="26"/>
                    <a:pt x="6" y="26"/>
                    <a:pt x="6" y="26"/>
                  </a:cubicBezTo>
                  <a:cubicBezTo>
                    <a:pt x="6" y="24"/>
                    <a:pt x="5" y="22"/>
                    <a:pt x="5" y="21"/>
                  </a:cubicBezTo>
                  <a:cubicBezTo>
                    <a:pt x="5" y="20"/>
                    <a:pt x="5" y="20"/>
                    <a:pt x="5" y="20"/>
                  </a:cubicBezTo>
                  <a:cubicBezTo>
                    <a:pt x="5" y="18"/>
                    <a:pt x="5" y="18"/>
                    <a:pt x="5" y="18"/>
                  </a:cubicBezTo>
                  <a:cubicBezTo>
                    <a:pt x="5" y="19"/>
                    <a:pt x="5" y="19"/>
                    <a:pt x="5" y="19"/>
                  </a:cubicBezTo>
                  <a:cubicBezTo>
                    <a:pt x="5" y="18"/>
                    <a:pt x="5" y="18"/>
                    <a:pt x="5" y="18"/>
                  </a:cubicBezTo>
                  <a:cubicBezTo>
                    <a:pt x="5" y="16"/>
                    <a:pt x="5" y="16"/>
                    <a:pt x="5" y="16"/>
                  </a:cubicBezTo>
                  <a:cubicBezTo>
                    <a:pt x="5" y="15"/>
                    <a:pt x="6" y="14"/>
                    <a:pt x="6" y="14"/>
                  </a:cubicBezTo>
                  <a:cubicBezTo>
                    <a:pt x="6" y="14"/>
                    <a:pt x="6" y="14"/>
                    <a:pt x="6" y="14"/>
                  </a:cubicBezTo>
                  <a:cubicBezTo>
                    <a:pt x="6" y="13"/>
                    <a:pt x="6" y="13"/>
                    <a:pt x="6" y="13"/>
                  </a:cubicBezTo>
                  <a:cubicBezTo>
                    <a:pt x="5" y="12"/>
                    <a:pt x="5" y="12"/>
                    <a:pt x="5" y="12"/>
                  </a:cubicBezTo>
                  <a:cubicBezTo>
                    <a:pt x="5" y="12"/>
                    <a:pt x="5" y="12"/>
                    <a:pt x="5" y="12"/>
                  </a:cubicBezTo>
                  <a:cubicBezTo>
                    <a:pt x="4" y="12"/>
                    <a:pt x="4" y="12"/>
                    <a:pt x="4" y="12"/>
                  </a:cubicBezTo>
                  <a:cubicBezTo>
                    <a:pt x="4" y="14"/>
                    <a:pt x="4" y="14"/>
                    <a:pt x="4" y="14"/>
                  </a:cubicBezTo>
                  <a:cubicBezTo>
                    <a:pt x="4" y="14"/>
                    <a:pt x="4" y="14"/>
                    <a:pt x="4" y="14"/>
                  </a:cubicBezTo>
                  <a:cubicBezTo>
                    <a:pt x="4" y="14"/>
                    <a:pt x="4" y="14"/>
                    <a:pt x="4" y="14"/>
                  </a:cubicBezTo>
                  <a:cubicBezTo>
                    <a:pt x="4" y="15"/>
                    <a:pt x="4" y="15"/>
                    <a:pt x="4" y="15"/>
                  </a:cubicBezTo>
                  <a:cubicBezTo>
                    <a:pt x="4" y="16"/>
                    <a:pt x="4" y="16"/>
                    <a:pt x="4" y="16"/>
                  </a:cubicBezTo>
                  <a:cubicBezTo>
                    <a:pt x="4" y="16"/>
                    <a:pt x="4" y="16"/>
                    <a:pt x="4" y="16"/>
                  </a:cubicBezTo>
                  <a:cubicBezTo>
                    <a:pt x="4" y="17"/>
                    <a:pt x="4" y="17"/>
                    <a:pt x="4" y="17"/>
                  </a:cubicBezTo>
                  <a:cubicBezTo>
                    <a:pt x="4" y="19"/>
                    <a:pt x="4" y="19"/>
                    <a:pt x="4" y="19"/>
                  </a:cubicBezTo>
                  <a:cubicBezTo>
                    <a:pt x="4" y="19"/>
                    <a:pt x="4" y="19"/>
                    <a:pt x="4" y="19"/>
                  </a:cubicBezTo>
                  <a:cubicBezTo>
                    <a:pt x="4" y="17"/>
                    <a:pt x="4" y="17"/>
                    <a:pt x="4" y="17"/>
                  </a:cubicBezTo>
                  <a:cubicBezTo>
                    <a:pt x="4" y="16"/>
                    <a:pt x="4" y="16"/>
                    <a:pt x="4" y="16"/>
                  </a:cubicBezTo>
                  <a:cubicBezTo>
                    <a:pt x="4" y="16"/>
                    <a:pt x="4" y="16"/>
                    <a:pt x="4" y="16"/>
                  </a:cubicBezTo>
                  <a:cubicBezTo>
                    <a:pt x="3" y="15"/>
                    <a:pt x="3" y="15"/>
                    <a:pt x="3" y="15"/>
                  </a:cubicBezTo>
                  <a:cubicBezTo>
                    <a:pt x="3" y="15"/>
                    <a:pt x="3" y="15"/>
                    <a:pt x="3" y="15"/>
                  </a:cubicBezTo>
                  <a:cubicBezTo>
                    <a:pt x="2" y="13"/>
                    <a:pt x="2" y="13"/>
                    <a:pt x="2" y="13"/>
                  </a:cubicBezTo>
                  <a:cubicBezTo>
                    <a:pt x="1" y="13"/>
                    <a:pt x="1" y="13"/>
                    <a:pt x="1" y="13"/>
                  </a:cubicBezTo>
                  <a:cubicBezTo>
                    <a:pt x="1" y="13"/>
                    <a:pt x="1" y="13"/>
                    <a:pt x="1" y="13"/>
                  </a:cubicBezTo>
                  <a:cubicBezTo>
                    <a:pt x="1" y="14"/>
                    <a:pt x="1" y="14"/>
                    <a:pt x="1" y="14"/>
                  </a:cubicBezTo>
                  <a:lnTo>
                    <a:pt x="1" y="15"/>
                  </a:lnTo>
                  <a:close/>
                  <a:moveTo>
                    <a:pt x="1" y="13"/>
                  </a:moveTo>
                  <a:cubicBezTo>
                    <a:pt x="1" y="13"/>
                    <a:pt x="1" y="13"/>
                    <a:pt x="1" y="13"/>
                  </a:cubicBezTo>
                  <a:cubicBezTo>
                    <a:pt x="2" y="13"/>
                    <a:pt x="2" y="13"/>
                    <a:pt x="2" y="13"/>
                  </a:cubicBezTo>
                  <a:cubicBezTo>
                    <a:pt x="1" y="12"/>
                    <a:pt x="1" y="12"/>
                    <a:pt x="1" y="12"/>
                  </a:cubicBezTo>
                  <a:cubicBezTo>
                    <a:pt x="0" y="12"/>
                    <a:pt x="0" y="12"/>
                    <a:pt x="0" y="12"/>
                  </a:cubicBezTo>
                  <a:lnTo>
                    <a:pt x="1" y="13"/>
                  </a:lnTo>
                  <a:close/>
                  <a:moveTo>
                    <a:pt x="37" y="78"/>
                  </a:moveTo>
                  <a:cubicBezTo>
                    <a:pt x="38" y="79"/>
                    <a:pt x="38" y="79"/>
                    <a:pt x="38" y="79"/>
                  </a:cubicBezTo>
                  <a:cubicBezTo>
                    <a:pt x="38" y="80"/>
                    <a:pt x="38" y="80"/>
                    <a:pt x="38" y="80"/>
                  </a:cubicBezTo>
                  <a:cubicBezTo>
                    <a:pt x="38" y="81"/>
                    <a:pt x="38" y="81"/>
                    <a:pt x="38" y="81"/>
                  </a:cubicBezTo>
                  <a:cubicBezTo>
                    <a:pt x="38" y="81"/>
                    <a:pt x="38" y="81"/>
                    <a:pt x="38" y="81"/>
                  </a:cubicBezTo>
                  <a:cubicBezTo>
                    <a:pt x="38" y="80"/>
                    <a:pt x="38" y="80"/>
                    <a:pt x="38" y="80"/>
                  </a:cubicBezTo>
                  <a:cubicBezTo>
                    <a:pt x="37" y="80"/>
                    <a:pt x="37" y="80"/>
                    <a:pt x="37" y="80"/>
                  </a:cubicBezTo>
                  <a:cubicBezTo>
                    <a:pt x="37" y="78"/>
                    <a:pt x="37" y="78"/>
                    <a:pt x="37" y="78"/>
                  </a:cubicBezTo>
                  <a:close/>
                  <a:moveTo>
                    <a:pt x="23" y="52"/>
                  </a:moveTo>
                  <a:cubicBezTo>
                    <a:pt x="23" y="52"/>
                    <a:pt x="24" y="53"/>
                    <a:pt x="26" y="54"/>
                  </a:cubicBezTo>
                  <a:cubicBezTo>
                    <a:pt x="28" y="55"/>
                    <a:pt x="29" y="55"/>
                    <a:pt x="29" y="56"/>
                  </a:cubicBezTo>
                  <a:cubicBezTo>
                    <a:pt x="29" y="57"/>
                    <a:pt x="29" y="57"/>
                    <a:pt x="29" y="57"/>
                  </a:cubicBezTo>
                  <a:cubicBezTo>
                    <a:pt x="29" y="57"/>
                    <a:pt x="29" y="57"/>
                    <a:pt x="29" y="57"/>
                  </a:cubicBezTo>
                  <a:cubicBezTo>
                    <a:pt x="28" y="56"/>
                    <a:pt x="28" y="56"/>
                    <a:pt x="28" y="56"/>
                  </a:cubicBezTo>
                  <a:cubicBezTo>
                    <a:pt x="28" y="55"/>
                    <a:pt x="28" y="55"/>
                    <a:pt x="26" y="54"/>
                  </a:cubicBezTo>
                  <a:cubicBezTo>
                    <a:pt x="24" y="54"/>
                    <a:pt x="22" y="52"/>
                    <a:pt x="22" y="52"/>
                  </a:cubicBezTo>
                  <a:lnTo>
                    <a:pt x="23" y="52"/>
                  </a:lnTo>
                  <a:close/>
                  <a:moveTo>
                    <a:pt x="41" y="82"/>
                  </a:moveTo>
                  <a:cubicBezTo>
                    <a:pt x="41" y="83"/>
                    <a:pt x="41" y="83"/>
                    <a:pt x="41" y="83"/>
                  </a:cubicBezTo>
                  <a:cubicBezTo>
                    <a:pt x="41" y="83"/>
                    <a:pt x="41" y="83"/>
                    <a:pt x="41" y="83"/>
                  </a:cubicBezTo>
                  <a:cubicBezTo>
                    <a:pt x="41" y="83"/>
                    <a:pt x="41" y="83"/>
                    <a:pt x="41" y="83"/>
                  </a:cubicBezTo>
                  <a:cubicBezTo>
                    <a:pt x="40" y="84"/>
                    <a:pt x="40" y="84"/>
                    <a:pt x="40" y="84"/>
                  </a:cubicBezTo>
                  <a:cubicBezTo>
                    <a:pt x="40" y="85"/>
                    <a:pt x="40" y="85"/>
                    <a:pt x="40" y="85"/>
                  </a:cubicBezTo>
                  <a:cubicBezTo>
                    <a:pt x="40" y="85"/>
                    <a:pt x="40" y="86"/>
                    <a:pt x="40" y="86"/>
                  </a:cubicBezTo>
                  <a:cubicBezTo>
                    <a:pt x="41" y="88"/>
                    <a:pt x="41" y="88"/>
                    <a:pt x="41" y="88"/>
                  </a:cubicBezTo>
                  <a:cubicBezTo>
                    <a:pt x="42" y="89"/>
                    <a:pt x="42" y="89"/>
                    <a:pt x="42" y="89"/>
                  </a:cubicBezTo>
                  <a:cubicBezTo>
                    <a:pt x="42" y="90"/>
                    <a:pt x="41" y="91"/>
                    <a:pt x="41" y="92"/>
                  </a:cubicBezTo>
                  <a:cubicBezTo>
                    <a:pt x="42" y="95"/>
                    <a:pt x="42" y="95"/>
                    <a:pt x="42" y="95"/>
                  </a:cubicBezTo>
                  <a:cubicBezTo>
                    <a:pt x="41" y="95"/>
                    <a:pt x="41" y="95"/>
                    <a:pt x="41" y="95"/>
                  </a:cubicBezTo>
                  <a:cubicBezTo>
                    <a:pt x="41" y="96"/>
                    <a:pt x="41" y="96"/>
                    <a:pt x="41" y="96"/>
                  </a:cubicBezTo>
                  <a:cubicBezTo>
                    <a:pt x="40" y="96"/>
                    <a:pt x="40" y="96"/>
                    <a:pt x="40" y="96"/>
                  </a:cubicBezTo>
                  <a:cubicBezTo>
                    <a:pt x="41" y="95"/>
                    <a:pt x="41" y="95"/>
                    <a:pt x="41" y="95"/>
                  </a:cubicBezTo>
                  <a:cubicBezTo>
                    <a:pt x="41" y="95"/>
                    <a:pt x="41" y="95"/>
                    <a:pt x="41" y="95"/>
                  </a:cubicBezTo>
                  <a:cubicBezTo>
                    <a:pt x="41" y="92"/>
                    <a:pt x="41" y="92"/>
                    <a:pt x="41" y="92"/>
                  </a:cubicBezTo>
                  <a:cubicBezTo>
                    <a:pt x="41" y="91"/>
                    <a:pt x="41" y="90"/>
                    <a:pt x="41" y="89"/>
                  </a:cubicBezTo>
                  <a:cubicBezTo>
                    <a:pt x="41" y="89"/>
                    <a:pt x="41" y="89"/>
                    <a:pt x="41" y="89"/>
                  </a:cubicBezTo>
                  <a:cubicBezTo>
                    <a:pt x="40" y="87"/>
                    <a:pt x="40" y="87"/>
                    <a:pt x="40" y="87"/>
                  </a:cubicBezTo>
                  <a:cubicBezTo>
                    <a:pt x="39" y="85"/>
                    <a:pt x="39" y="85"/>
                    <a:pt x="39" y="85"/>
                  </a:cubicBezTo>
                  <a:cubicBezTo>
                    <a:pt x="39" y="84"/>
                    <a:pt x="39" y="84"/>
                    <a:pt x="39" y="84"/>
                  </a:cubicBezTo>
                  <a:cubicBezTo>
                    <a:pt x="39" y="83"/>
                    <a:pt x="40" y="83"/>
                    <a:pt x="40" y="82"/>
                  </a:cubicBezTo>
                  <a:lnTo>
                    <a:pt x="41" y="82"/>
                  </a:lnTo>
                  <a:close/>
                  <a:moveTo>
                    <a:pt x="28" y="34"/>
                  </a:moveTo>
                  <a:cubicBezTo>
                    <a:pt x="29" y="34"/>
                    <a:pt x="29" y="34"/>
                    <a:pt x="29" y="34"/>
                  </a:cubicBezTo>
                  <a:cubicBezTo>
                    <a:pt x="30" y="34"/>
                    <a:pt x="30" y="34"/>
                    <a:pt x="30" y="34"/>
                  </a:cubicBezTo>
                  <a:cubicBezTo>
                    <a:pt x="30" y="34"/>
                    <a:pt x="30" y="34"/>
                    <a:pt x="30" y="34"/>
                  </a:cubicBezTo>
                  <a:cubicBezTo>
                    <a:pt x="30" y="33"/>
                    <a:pt x="30" y="33"/>
                    <a:pt x="30" y="33"/>
                  </a:cubicBezTo>
                  <a:cubicBezTo>
                    <a:pt x="31" y="32"/>
                    <a:pt x="31" y="32"/>
                    <a:pt x="33" y="32"/>
                  </a:cubicBezTo>
                  <a:cubicBezTo>
                    <a:pt x="34" y="31"/>
                    <a:pt x="34" y="31"/>
                    <a:pt x="34" y="30"/>
                  </a:cubicBezTo>
                  <a:cubicBezTo>
                    <a:pt x="34" y="30"/>
                    <a:pt x="34" y="30"/>
                    <a:pt x="34" y="30"/>
                  </a:cubicBezTo>
                  <a:cubicBezTo>
                    <a:pt x="33" y="29"/>
                    <a:pt x="33" y="29"/>
                    <a:pt x="33" y="29"/>
                  </a:cubicBezTo>
                  <a:cubicBezTo>
                    <a:pt x="33" y="29"/>
                    <a:pt x="33" y="29"/>
                    <a:pt x="33" y="29"/>
                  </a:cubicBezTo>
                  <a:cubicBezTo>
                    <a:pt x="34" y="27"/>
                    <a:pt x="34" y="27"/>
                    <a:pt x="34" y="27"/>
                  </a:cubicBezTo>
                  <a:cubicBezTo>
                    <a:pt x="34" y="25"/>
                    <a:pt x="34" y="25"/>
                    <a:pt x="34" y="25"/>
                  </a:cubicBezTo>
                  <a:cubicBezTo>
                    <a:pt x="34" y="26"/>
                    <a:pt x="34" y="26"/>
                    <a:pt x="34" y="26"/>
                  </a:cubicBezTo>
                  <a:cubicBezTo>
                    <a:pt x="33" y="26"/>
                    <a:pt x="33" y="26"/>
                    <a:pt x="33" y="26"/>
                  </a:cubicBezTo>
                  <a:cubicBezTo>
                    <a:pt x="32" y="25"/>
                    <a:pt x="32" y="25"/>
                    <a:pt x="32" y="25"/>
                  </a:cubicBezTo>
                  <a:cubicBezTo>
                    <a:pt x="32" y="25"/>
                    <a:pt x="32" y="25"/>
                    <a:pt x="32" y="25"/>
                  </a:cubicBezTo>
                  <a:cubicBezTo>
                    <a:pt x="33" y="23"/>
                    <a:pt x="33" y="23"/>
                    <a:pt x="33" y="23"/>
                  </a:cubicBezTo>
                  <a:cubicBezTo>
                    <a:pt x="34" y="22"/>
                    <a:pt x="34" y="22"/>
                    <a:pt x="34" y="22"/>
                  </a:cubicBezTo>
                  <a:cubicBezTo>
                    <a:pt x="35" y="22"/>
                    <a:pt x="35" y="22"/>
                    <a:pt x="35" y="22"/>
                  </a:cubicBezTo>
                  <a:cubicBezTo>
                    <a:pt x="34" y="23"/>
                    <a:pt x="34" y="23"/>
                    <a:pt x="34" y="23"/>
                  </a:cubicBezTo>
                  <a:cubicBezTo>
                    <a:pt x="33" y="23"/>
                    <a:pt x="33" y="23"/>
                    <a:pt x="33" y="23"/>
                  </a:cubicBezTo>
                  <a:cubicBezTo>
                    <a:pt x="33" y="25"/>
                    <a:pt x="33" y="25"/>
                    <a:pt x="33" y="25"/>
                  </a:cubicBezTo>
                  <a:cubicBezTo>
                    <a:pt x="33" y="25"/>
                    <a:pt x="33" y="25"/>
                    <a:pt x="33" y="25"/>
                  </a:cubicBezTo>
                  <a:cubicBezTo>
                    <a:pt x="33" y="25"/>
                    <a:pt x="33" y="25"/>
                    <a:pt x="33" y="25"/>
                  </a:cubicBezTo>
                  <a:cubicBezTo>
                    <a:pt x="33" y="25"/>
                    <a:pt x="33" y="25"/>
                    <a:pt x="33" y="25"/>
                  </a:cubicBezTo>
                  <a:cubicBezTo>
                    <a:pt x="34" y="25"/>
                    <a:pt x="34" y="25"/>
                    <a:pt x="34" y="25"/>
                  </a:cubicBezTo>
                  <a:cubicBezTo>
                    <a:pt x="35" y="24"/>
                    <a:pt x="35" y="24"/>
                    <a:pt x="35" y="24"/>
                  </a:cubicBezTo>
                  <a:cubicBezTo>
                    <a:pt x="35" y="25"/>
                    <a:pt x="35" y="25"/>
                    <a:pt x="35" y="25"/>
                  </a:cubicBezTo>
                  <a:cubicBezTo>
                    <a:pt x="35" y="27"/>
                    <a:pt x="35" y="27"/>
                    <a:pt x="35" y="27"/>
                  </a:cubicBezTo>
                  <a:cubicBezTo>
                    <a:pt x="34" y="29"/>
                    <a:pt x="34" y="29"/>
                    <a:pt x="34" y="29"/>
                  </a:cubicBezTo>
                  <a:cubicBezTo>
                    <a:pt x="34" y="29"/>
                    <a:pt x="34" y="29"/>
                    <a:pt x="34" y="29"/>
                  </a:cubicBezTo>
                  <a:cubicBezTo>
                    <a:pt x="34" y="30"/>
                    <a:pt x="34" y="30"/>
                    <a:pt x="34" y="30"/>
                  </a:cubicBezTo>
                  <a:cubicBezTo>
                    <a:pt x="34" y="31"/>
                    <a:pt x="34" y="31"/>
                    <a:pt x="34" y="31"/>
                  </a:cubicBezTo>
                  <a:cubicBezTo>
                    <a:pt x="34" y="31"/>
                    <a:pt x="34" y="32"/>
                    <a:pt x="33" y="32"/>
                  </a:cubicBezTo>
                  <a:cubicBezTo>
                    <a:pt x="31" y="33"/>
                    <a:pt x="31" y="33"/>
                    <a:pt x="31" y="33"/>
                  </a:cubicBezTo>
                  <a:cubicBezTo>
                    <a:pt x="31" y="34"/>
                    <a:pt x="31" y="34"/>
                    <a:pt x="31" y="34"/>
                  </a:cubicBezTo>
                  <a:cubicBezTo>
                    <a:pt x="30" y="35"/>
                    <a:pt x="30" y="35"/>
                    <a:pt x="30" y="35"/>
                  </a:cubicBezTo>
                  <a:cubicBezTo>
                    <a:pt x="29" y="34"/>
                    <a:pt x="29" y="34"/>
                    <a:pt x="29" y="34"/>
                  </a:cubicBezTo>
                  <a:cubicBezTo>
                    <a:pt x="28" y="34"/>
                    <a:pt x="28" y="34"/>
                    <a:pt x="28" y="34"/>
                  </a:cubicBezTo>
                  <a:cubicBezTo>
                    <a:pt x="27" y="35"/>
                    <a:pt x="26" y="36"/>
                    <a:pt x="26" y="37"/>
                  </a:cubicBezTo>
                  <a:cubicBezTo>
                    <a:pt x="26" y="37"/>
                    <a:pt x="26" y="37"/>
                    <a:pt x="26" y="37"/>
                  </a:cubicBezTo>
                  <a:cubicBezTo>
                    <a:pt x="26" y="37"/>
                    <a:pt x="26" y="37"/>
                    <a:pt x="26" y="37"/>
                  </a:cubicBezTo>
                  <a:cubicBezTo>
                    <a:pt x="26" y="37"/>
                    <a:pt x="26" y="37"/>
                    <a:pt x="26" y="37"/>
                  </a:cubicBezTo>
                  <a:cubicBezTo>
                    <a:pt x="26" y="36"/>
                    <a:pt x="27" y="34"/>
                    <a:pt x="28" y="34"/>
                  </a:cubicBezTo>
                  <a:moveTo>
                    <a:pt x="23" y="23"/>
                  </a:moveTo>
                  <a:cubicBezTo>
                    <a:pt x="23" y="20"/>
                    <a:pt x="23" y="20"/>
                    <a:pt x="23" y="20"/>
                  </a:cubicBezTo>
                  <a:cubicBezTo>
                    <a:pt x="22" y="19"/>
                    <a:pt x="22" y="19"/>
                    <a:pt x="22" y="19"/>
                  </a:cubicBezTo>
                  <a:cubicBezTo>
                    <a:pt x="22" y="19"/>
                    <a:pt x="22" y="19"/>
                    <a:pt x="22" y="19"/>
                  </a:cubicBezTo>
                  <a:cubicBezTo>
                    <a:pt x="23" y="20"/>
                    <a:pt x="23" y="20"/>
                    <a:pt x="23" y="20"/>
                  </a:cubicBezTo>
                  <a:cubicBezTo>
                    <a:pt x="23" y="20"/>
                    <a:pt x="23" y="20"/>
                    <a:pt x="23" y="20"/>
                  </a:cubicBezTo>
                  <a:cubicBezTo>
                    <a:pt x="23" y="20"/>
                    <a:pt x="23" y="20"/>
                    <a:pt x="23" y="20"/>
                  </a:cubicBezTo>
                  <a:cubicBezTo>
                    <a:pt x="23" y="22"/>
                    <a:pt x="23" y="22"/>
                    <a:pt x="23" y="22"/>
                  </a:cubicBezTo>
                  <a:lnTo>
                    <a:pt x="23" y="23"/>
                  </a:lnTo>
                  <a:close/>
                  <a:moveTo>
                    <a:pt x="26" y="73"/>
                  </a:moveTo>
                  <a:cubicBezTo>
                    <a:pt x="26" y="73"/>
                    <a:pt x="26" y="73"/>
                    <a:pt x="26" y="73"/>
                  </a:cubicBezTo>
                  <a:cubicBezTo>
                    <a:pt x="26" y="74"/>
                    <a:pt x="26" y="74"/>
                    <a:pt x="26" y="74"/>
                  </a:cubicBezTo>
                  <a:cubicBezTo>
                    <a:pt x="26" y="74"/>
                    <a:pt x="26" y="74"/>
                    <a:pt x="26" y="74"/>
                  </a:cubicBezTo>
                  <a:cubicBezTo>
                    <a:pt x="26" y="74"/>
                    <a:pt x="26" y="74"/>
                    <a:pt x="26" y="74"/>
                  </a:cubicBezTo>
                  <a:cubicBezTo>
                    <a:pt x="25" y="74"/>
                    <a:pt x="25" y="74"/>
                    <a:pt x="25" y="74"/>
                  </a:cubicBezTo>
                  <a:cubicBezTo>
                    <a:pt x="25" y="74"/>
                    <a:pt x="25" y="74"/>
                    <a:pt x="25" y="74"/>
                  </a:cubicBezTo>
                  <a:cubicBezTo>
                    <a:pt x="24" y="75"/>
                    <a:pt x="24" y="75"/>
                    <a:pt x="24" y="75"/>
                  </a:cubicBezTo>
                  <a:cubicBezTo>
                    <a:pt x="23" y="75"/>
                    <a:pt x="23" y="77"/>
                    <a:pt x="22" y="78"/>
                  </a:cubicBezTo>
                  <a:cubicBezTo>
                    <a:pt x="21" y="78"/>
                    <a:pt x="21" y="79"/>
                    <a:pt x="20" y="79"/>
                  </a:cubicBezTo>
                  <a:cubicBezTo>
                    <a:pt x="20" y="79"/>
                    <a:pt x="20" y="79"/>
                    <a:pt x="20" y="79"/>
                  </a:cubicBezTo>
                  <a:cubicBezTo>
                    <a:pt x="20" y="79"/>
                    <a:pt x="20" y="79"/>
                    <a:pt x="20" y="79"/>
                  </a:cubicBezTo>
                  <a:cubicBezTo>
                    <a:pt x="20" y="78"/>
                    <a:pt x="20" y="78"/>
                    <a:pt x="20" y="78"/>
                  </a:cubicBezTo>
                  <a:cubicBezTo>
                    <a:pt x="21" y="77"/>
                    <a:pt x="21" y="77"/>
                    <a:pt x="21" y="77"/>
                  </a:cubicBezTo>
                  <a:cubicBezTo>
                    <a:pt x="24" y="74"/>
                    <a:pt x="24" y="74"/>
                    <a:pt x="24" y="74"/>
                  </a:cubicBezTo>
                  <a:cubicBezTo>
                    <a:pt x="24" y="74"/>
                    <a:pt x="24" y="74"/>
                    <a:pt x="24" y="74"/>
                  </a:cubicBezTo>
                  <a:cubicBezTo>
                    <a:pt x="25" y="73"/>
                    <a:pt x="25" y="73"/>
                    <a:pt x="25" y="73"/>
                  </a:cubicBezTo>
                  <a:cubicBezTo>
                    <a:pt x="24" y="72"/>
                    <a:pt x="24" y="72"/>
                    <a:pt x="24" y="72"/>
                  </a:cubicBezTo>
                  <a:cubicBezTo>
                    <a:pt x="24" y="72"/>
                    <a:pt x="24" y="72"/>
                    <a:pt x="24" y="72"/>
                  </a:cubicBezTo>
                  <a:cubicBezTo>
                    <a:pt x="24" y="72"/>
                    <a:pt x="25" y="72"/>
                    <a:pt x="26"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5" name="Freeform 34">
              <a:extLst>
                <a:ext uri="{FF2B5EF4-FFF2-40B4-BE49-F238E27FC236}">
                  <a16:creationId xmlns:a16="http://schemas.microsoft.com/office/drawing/2014/main" id="{7F685A3D-EA88-4C00-9579-D0BF09CE6276}"/>
                </a:ext>
              </a:extLst>
            </p:cNvPr>
            <p:cNvSpPr>
              <a:spLocks noEditPoints="1"/>
            </p:cNvSpPr>
            <p:nvPr/>
          </p:nvSpPr>
          <p:spPr bwMode="auto">
            <a:xfrm>
              <a:off x="6108700" y="2516188"/>
              <a:ext cx="288925" cy="365125"/>
            </a:xfrm>
            <a:custGeom>
              <a:avLst/>
              <a:gdLst>
                <a:gd name="T0" fmla="*/ 127 w 133"/>
                <a:gd name="T1" fmla="*/ 60 h 169"/>
                <a:gd name="T2" fmla="*/ 60 w 133"/>
                <a:gd name="T3" fmla="*/ 165 h 169"/>
                <a:gd name="T4" fmla="*/ 79 w 133"/>
                <a:gd name="T5" fmla="*/ 158 h 169"/>
                <a:gd name="T6" fmla="*/ 60 w 133"/>
                <a:gd name="T7" fmla="*/ 157 h 169"/>
                <a:gd name="T8" fmla="*/ 79 w 133"/>
                <a:gd name="T9" fmla="*/ 154 h 169"/>
                <a:gd name="T10" fmla="*/ 42 w 133"/>
                <a:gd name="T11" fmla="*/ 151 h 169"/>
                <a:gd name="T12" fmla="*/ 66 w 133"/>
                <a:gd name="T13" fmla="*/ 164 h 169"/>
                <a:gd name="T14" fmla="*/ 123 w 133"/>
                <a:gd name="T15" fmla="*/ 35 h 169"/>
                <a:gd name="T16" fmla="*/ 86 w 133"/>
                <a:gd name="T17" fmla="*/ 152 h 169"/>
                <a:gd name="T18" fmla="*/ 53 w 133"/>
                <a:gd name="T19" fmla="*/ 150 h 169"/>
                <a:gd name="T20" fmla="*/ 85 w 133"/>
                <a:gd name="T21" fmla="*/ 153 h 169"/>
                <a:gd name="T22" fmla="*/ 39 w 133"/>
                <a:gd name="T23" fmla="*/ 62 h 169"/>
                <a:gd name="T24" fmla="*/ 29 w 133"/>
                <a:gd name="T25" fmla="*/ 53 h 169"/>
                <a:gd name="T26" fmla="*/ 32 w 133"/>
                <a:gd name="T27" fmla="*/ 78 h 169"/>
                <a:gd name="T28" fmla="*/ 27 w 133"/>
                <a:gd name="T29" fmla="*/ 79 h 169"/>
                <a:gd name="T30" fmla="*/ 18 w 133"/>
                <a:gd name="T31" fmla="*/ 72 h 169"/>
                <a:gd name="T32" fmla="*/ 17 w 133"/>
                <a:gd name="T33" fmla="*/ 96 h 169"/>
                <a:gd name="T34" fmla="*/ 7 w 133"/>
                <a:gd name="T35" fmla="*/ 83 h 169"/>
                <a:gd name="T36" fmla="*/ 7 w 133"/>
                <a:gd name="T37" fmla="*/ 71 h 169"/>
                <a:gd name="T38" fmla="*/ 6 w 133"/>
                <a:gd name="T39" fmla="*/ 37 h 169"/>
                <a:gd name="T40" fmla="*/ 8 w 133"/>
                <a:gd name="T41" fmla="*/ 35 h 169"/>
                <a:gd name="T42" fmla="*/ 10 w 133"/>
                <a:gd name="T43" fmla="*/ 11 h 169"/>
                <a:gd name="T44" fmla="*/ 21 w 133"/>
                <a:gd name="T45" fmla="*/ 14 h 169"/>
                <a:gd name="T46" fmla="*/ 33 w 133"/>
                <a:gd name="T47" fmla="*/ 16 h 169"/>
                <a:gd name="T48" fmla="*/ 30 w 133"/>
                <a:gd name="T49" fmla="*/ 23 h 169"/>
                <a:gd name="T50" fmla="*/ 41 w 133"/>
                <a:gd name="T51" fmla="*/ 30 h 169"/>
                <a:gd name="T52" fmla="*/ 44 w 133"/>
                <a:gd name="T53" fmla="*/ 12 h 169"/>
                <a:gd name="T54" fmla="*/ 46 w 133"/>
                <a:gd name="T55" fmla="*/ 16 h 169"/>
                <a:gd name="T56" fmla="*/ 47 w 133"/>
                <a:gd name="T57" fmla="*/ 22 h 169"/>
                <a:gd name="T58" fmla="*/ 47 w 133"/>
                <a:gd name="T59" fmla="*/ 27 h 169"/>
                <a:gd name="T60" fmla="*/ 37 w 133"/>
                <a:gd name="T61" fmla="*/ 43 h 169"/>
                <a:gd name="T62" fmla="*/ 40 w 133"/>
                <a:gd name="T63" fmla="*/ 50 h 169"/>
                <a:gd name="T64" fmla="*/ 0 w 133"/>
                <a:gd name="T65" fmla="*/ 82 h 169"/>
                <a:gd name="T66" fmla="*/ 12 w 133"/>
                <a:gd name="T67" fmla="*/ 45 h 169"/>
                <a:gd name="T68" fmla="*/ 12 w 133"/>
                <a:gd name="T69" fmla="*/ 44 h 169"/>
                <a:gd name="T70" fmla="*/ 44 w 133"/>
                <a:gd name="T71" fmla="*/ 50 h 169"/>
                <a:gd name="T72" fmla="*/ 40 w 133"/>
                <a:gd name="T73" fmla="*/ 62 h 169"/>
                <a:gd name="T74" fmla="*/ 132 w 133"/>
                <a:gd name="T75" fmla="*/ 0 h 169"/>
                <a:gd name="T76" fmla="*/ 124 w 133"/>
                <a:gd name="T77" fmla="*/ 38 h 169"/>
                <a:gd name="T78" fmla="*/ 125 w 133"/>
                <a:gd name="T79" fmla="*/ 72 h 169"/>
                <a:gd name="T80" fmla="*/ 125 w 133"/>
                <a:gd name="T81" fmla="*/ 89 h 169"/>
                <a:gd name="T82" fmla="*/ 121 w 133"/>
                <a:gd name="T83" fmla="*/ 97 h 169"/>
                <a:gd name="T84" fmla="*/ 111 w 133"/>
                <a:gd name="T85" fmla="*/ 69 h 169"/>
                <a:gd name="T86" fmla="*/ 103 w 133"/>
                <a:gd name="T87" fmla="*/ 82 h 169"/>
                <a:gd name="T88" fmla="*/ 102 w 133"/>
                <a:gd name="T89" fmla="*/ 78 h 169"/>
                <a:gd name="T90" fmla="*/ 99 w 133"/>
                <a:gd name="T91" fmla="*/ 57 h 169"/>
                <a:gd name="T92" fmla="*/ 92 w 133"/>
                <a:gd name="T93" fmla="*/ 63 h 169"/>
                <a:gd name="T94" fmla="*/ 88 w 133"/>
                <a:gd name="T95" fmla="*/ 47 h 169"/>
                <a:gd name="T96" fmla="*/ 91 w 133"/>
                <a:gd name="T97" fmla="*/ 53 h 169"/>
                <a:gd name="T98" fmla="*/ 92 w 133"/>
                <a:gd name="T99" fmla="*/ 39 h 169"/>
                <a:gd name="T100" fmla="*/ 85 w 133"/>
                <a:gd name="T101" fmla="*/ 29 h 169"/>
                <a:gd name="T102" fmla="*/ 84 w 133"/>
                <a:gd name="T103" fmla="*/ 16 h 169"/>
                <a:gd name="T104" fmla="*/ 87 w 133"/>
                <a:gd name="T105" fmla="*/ 13 h 169"/>
                <a:gd name="T106" fmla="*/ 90 w 133"/>
                <a:gd name="T107" fmla="*/ 14 h 169"/>
                <a:gd name="T108" fmla="*/ 93 w 133"/>
                <a:gd name="T109" fmla="*/ 30 h 169"/>
                <a:gd name="T110" fmla="*/ 97 w 133"/>
                <a:gd name="T111" fmla="*/ 23 h 169"/>
                <a:gd name="T112" fmla="*/ 107 w 133"/>
                <a:gd name="T113" fmla="*/ 14 h 169"/>
                <a:gd name="T114" fmla="*/ 113 w 133"/>
                <a:gd name="T115" fmla="*/ 22 h 169"/>
                <a:gd name="T116" fmla="*/ 129 w 133"/>
                <a:gd name="T117" fmla="*/ 3 h 169"/>
                <a:gd name="T118" fmla="*/ 130 w 133"/>
                <a:gd name="T119" fmla="*/ 44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3" h="169">
                  <a:moveTo>
                    <a:pt x="120" y="44"/>
                  </a:moveTo>
                  <a:cubicBezTo>
                    <a:pt x="118" y="44"/>
                    <a:pt x="117" y="43"/>
                    <a:pt x="117" y="43"/>
                  </a:cubicBezTo>
                  <a:cubicBezTo>
                    <a:pt x="117" y="45"/>
                    <a:pt x="117" y="47"/>
                    <a:pt x="117" y="47"/>
                  </a:cubicBezTo>
                  <a:cubicBezTo>
                    <a:pt x="116" y="47"/>
                    <a:pt x="116" y="47"/>
                    <a:pt x="115" y="47"/>
                  </a:cubicBezTo>
                  <a:cubicBezTo>
                    <a:pt x="115" y="48"/>
                    <a:pt x="115" y="48"/>
                    <a:pt x="115" y="48"/>
                  </a:cubicBezTo>
                  <a:cubicBezTo>
                    <a:pt x="115" y="49"/>
                    <a:pt x="115" y="50"/>
                    <a:pt x="116" y="51"/>
                  </a:cubicBezTo>
                  <a:cubicBezTo>
                    <a:pt x="116" y="53"/>
                    <a:pt x="119" y="55"/>
                    <a:pt x="121" y="56"/>
                  </a:cubicBezTo>
                  <a:cubicBezTo>
                    <a:pt x="122" y="58"/>
                    <a:pt x="123" y="59"/>
                    <a:pt x="123" y="61"/>
                  </a:cubicBezTo>
                  <a:cubicBezTo>
                    <a:pt x="124" y="62"/>
                    <a:pt x="123" y="63"/>
                    <a:pt x="125" y="63"/>
                  </a:cubicBezTo>
                  <a:cubicBezTo>
                    <a:pt x="127" y="62"/>
                    <a:pt x="127" y="60"/>
                    <a:pt x="127" y="60"/>
                  </a:cubicBezTo>
                  <a:cubicBezTo>
                    <a:pt x="128" y="54"/>
                    <a:pt x="122" y="53"/>
                    <a:pt x="120" y="45"/>
                  </a:cubicBezTo>
                  <a:lnTo>
                    <a:pt x="120" y="44"/>
                  </a:lnTo>
                  <a:close/>
                  <a:moveTo>
                    <a:pt x="112" y="26"/>
                  </a:moveTo>
                  <a:cubicBezTo>
                    <a:pt x="113" y="24"/>
                    <a:pt x="113" y="24"/>
                    <a:pt x="113" y="24"/>
                  </a:cubicBezTo>
                  <a:lnTo>
                    <a:pt x="112" y="26"/>
                  </a:lnTo>
                  <a:close/>
                  <a:moveTo>
                    <a:pt x="67" y="169"/>
                  </a:moveTo>
                  <a:cubicBezTo>
                    <a:pt x="67" y="169"/>
                    <a:pt x="72" y="167"/>
                    <a:pt x="79" y="163"/>
                  </a:cubicBezTo>
                  <a:cubicBezTo>
                    <a:pt x="76" y="163"/>
                    <a:pt x="76" y="165"/>
                    <a:pt x="73" y="165"/>
                  </a:cubicBezTo>
                  <a:cubicBezTo>
                    <a:pt x="70" y="165"/>
                    <a:pt x="69" y="163"/>
                    <a:pt x="66" y="163"/>
                  </a:cubicBezTo>
                  <a:cubicBezTo>
                    <a:pt x="62" y="163"/>
                    <a:pt x="62" y="165"/>
                    <a:pt x="60" y="165"/>
                  </a:cubicBezTo>
                  <a:cubicBezTo>
                    <a:pt x="57" y="165"/>
                    <a:pt x="56" y="164"/>
                    <a:pt x="55" y="163"/>
                  </a:cubicBezTo>
                  <a:cubicBezTo>
                    <a:pt x="49" y="160"/>
                    <a:pt x="49" y="160"/>
                    <a:pt x="49" y="160"/>
                  </a:cubicBezTo>
                  <a:cubicBezTo>
                    <a:pt x="50" y="160"/>
                    <a:pt x="51" y="159"/>
                    <a:pt x="53" y="159"/>
                  </a:cubicBezTo>
                  <a:cubicBezTo>
                    <a:pt x="56" y="159"/>
                    <a:pt x="57" y="161"/>
                    <a:pt x="60" y="161"/>
                  </a:cubicBezTo>
                  <a:cubicBezTo>
                    <a:pt x="62" y="161"/>
                    <a:pt x="62" y="159"/>
                    <a:pt x="66" y="159"/>
                  </a:cubicBezTo>
                  <a:cubicBezTo>
                    <a:pt x="69" y="159"/>
                    <a:pt x="70" y="161"/>
                    <a:pt x="73" y="161"/>
                  </a:cubicBezTo>
                  <a:cubicBezTo>
                    <a:pt x="76" y="161"/>
                    <a:pt x="76" y="159"/>
                    <a:pt x="79" y="159"/>
                  </a:cubicBezTo>
                  <a:cubicBezTo>
                    <a:pt x="82" y="159"/>
                    <a:pt x="82" y="160"/>
                    <a:pt x="84" y="161"/>
                  </a:cubicBezTo>
                  <a:cubicBezTo>
                    <a:pt x="85" y="160"/>
                    <a:pt x="85" y="160"/>
                    <a:pt x="85" y="160"/>
                  </a:cubicBezTo>
                  <a:cubicBezTo>
                    <a:pt x="83" y="160"/>
                    <a:pt x="82" y="158"/>
                    <a:pt x="79" y="158"/>
                  </a:cubicBezTo>
                  <a:cubicBezTo>
                    <a:pt x="76" y="158"/>
                    <a:pt x="76" y="160"/>
                    <a:pt x="73" y="160"/>
                  </a:cubicBezTo>
                  <a:cubicBezTo>
                    <a:pt x="70" y="160"/>
                    <a:pt x="69" y="158"/>
                    <a:pt x="66" y="158"/>
                  </a:cubicBezTo>
                  <a:cubicBezTo>
                    <a:pt x="62" y="158"/>
                    <a:pt x="62" y="160"/>
                    <a:pt x="60" y="160"/>
                  </a:cubicBezTo>
                  <a:cubicBezTo>
                    <a:pt x="57" y="160"/>
                    <a:pt x="56" y="158"/>
                    <a:pt x="53" y="158"/>
                  </a:cubicBezTo>
                  <a:cubicBezTo>
                    <a:pt x="50" y="158"/>
                    <a:pt x="50" y="159"/>
                    <a:pt x="48" y="160"/>
                  </a:cubicBezTo>
                  <a:cubicBezTo>
                    <a:pt x="41" y="155"/>
                    <a:pt x="41" y="155"/>
                    <a:pt x="41" y="155"/>
                  </a:cubicBezTo>
                  <a:cubicBezTo>
                    <a:pt x="42" y="155"/>
                    <a:pt x="42" y="155"/>
                    <a:pt x="42" y="155"/>
                  </a:cubicBezTo>
                  <a:cubicBezTo>
                    <a:pt x="46" y="155"/>
                    <a:pt x="47" y="157"/>
                    <a:pt x="47" y="157"/>
                  </a:cubicBezTo>
                  <a:cubicBezTo>
                    <a:pt x="50" y="157"/>
                    <a:pt x="50" y="155"/>
                    <a:pt x="53" y="155"/>
                  </a:cubicBezTo>
                  <a:cubicBezTo>
                    <a:pt x="56" y="155"/>
                    <a:pt x="57" y="157"/>
                    <a:pt x="60" y="157"/>
                  </a:cubicBezTo>
                  <a:cubicBezTo>
                    <a:pt x="62" y="157"/>
                    <a:pt x="62" y="155"/>
                    <a:pt x="66" y="155"/>
                  </a:cubicBezTo>
                  <a:cubicBezTo>
                    <a:pt x="69" y="155"/>
                    <a:pt x="70" y="157"/>
                    <a:pt x="73" y="157"/>
                  </a:cubicBezTo>
                  <a:cubicBezTo>
                    <a:pt x="76" y="156"/>
                    <a:pt x="76" y="155"/>
                    <a:pt x="79" y="155"/>
                  </a:cubicBezTo>
                  <a:cubicBezTo>
                    <a:pt x="82" y="155"/>
                    <a:pt x="83" y="157"/>
                    <a:pt x="85" y="157"/>
                  </a:cubicBezTo>
                  <a:cubicBezTo>
                    <a:pt x="88" y="157"/>
                    <a:pt x="88" y="155"/>
                    <a:pt x="92" y="155"/>
                  </a:cubicBezTo>
                  <a:cubicBezTo>
                    <a:pt x="92" y="155"/>
                    <a:pt x="92" y="155"/>
                    <a:pt x="92" y="155"/>
                  </a:cubicBezTo>
                  <a:cubicBezTo>
                    <a:pt x="94" y="154"/>
                    <a:pt x="94" y="154"/>
                    <a:pt x="94" y="154"/>
                  </a:cubicBezTo>
                  <a:cubicBezTo>
                    <a:pt x="93" y="154"/>
                    <a:pt x="93" y="154"/>
                    <a:pt x="92" y="154"/>
                  </a:cubicBezTo>
                  <a:cubicBezTo>
                    <a:pt x="88" y="154"/>
                    <a:pt x="88" y="156"/>
                    <a:pt x="85" y="156"/>
                  </a:cubicBezTo>
                  <a:cubicBezTo>
                    <a:pt x="83" y="156"/>
                    <a:pt x="82" y="154"/>
                    <a:pt x="79" y="154"/>
                  </a:cubicBezTo>
                  <a:cubicBezTo>
                    <a:pt x="76" y="154"/>
                    <a:pt x="76" y="156"/>
                    <a:pt x="73" y="156"/>
                  </a:cubicBezTo>
                  <a:cubicBezTo>
                    <a:pt x="70" y="156"/>
                    <a:pt x="69" y="154"/>
                    <a:pt x="66" y="154"/>
                  </a:cubicBezTo>
                  <a:cubicBezTo>
                    <a:pt x="62" y="154"/>
                    <a:pt x="62" y="156"/>
                    <a:pt x="60" y="156"/>
                  </a:cubicBezTo>
                  <a:cubicBezTo>
                    <a:pt x="57" y="156"/>
                    <a:pt x="56" y="154"/>
                    <a:pt x="53" y="154"/>
                  </a:cubicBezTo>
                  <a:cubicBezTo>
                    <a:pt x="50" y="154"/>
                    <a:pt x="50" y="155"/>
                    <a:pt x="47" y="156"/>
                  </a:cubicBezTo>
                  <a:cubicBezTo>
                    <a:pt x="47" y="156"/>
                    <a:pt x="46" y="154"/>
                    <a:pt x="42" y="154"/>
                  </a:cubicBezTo>
                  <a:cubicBezTo>
                    <a:pt x="41" y="154"/>
                    <a:pt x="40" y="154"/>
                    <a:pt x="40" y="154"/>
                  </a:cubicBezTo>
                  <a:cubicBezTo>
                    <a:pt x="37" y="152"/>
                    <a:pt x="37" y="152"/>
                    <a:pt x="37" y="152"/>
                  </a:cubicBezTo>
                  <a:cubicBezTo>
                    <a:pt x="39" y="152"/>
                    <a:pt x="39" y="151"/>
                    <a:pt x="42" y="151"/>
                  </a:cubicBezTo>
                  <a:cubicBezTo>
                    <a:pt x="42" y="151"/>
                    <a:pt x="42" y="151"/>
                    <a:pt x="42" y="151"/>
                  </a:cubicBezTo>
                  <a:cubicBezTo>
                    <a:pt x="41" y="150"/>
                    <a:pt x="41" y="149"/>
                    <a:pt x="41" y="149"/>
                  </a:cubicBezTo>
                  <a:cubicBezTo>
                    <a:pt x="41" y="149"/>
                    <a:pt x="41" y="149"/>
                    <a:pt x="41" y="149"/>
                  </a:cubicBezTo>
                  <a:cubicBezTo>
                    <a:pt x="41" y="149"/>
                    <a:pt x="41" y="149"/>
                    <a:pt x="41" y="149"/>
                  </a:cubicBezTo>
                  <a:cubicBezTo>
                    <a:pt x="41" y="149"/>
                    <a:pt x="42" y="147"/>
                    <a:pt x="44" y="146"/>
                  </a:cubicBezTo>
                  <a:cubicBezTo>
                    <a:pt x="45" y="145"/>
                    <a:pt x="45" y="144"/>
                    <a:pt x="46" y="144"/>
                  </a:cubicBezTo>
                  <a:cubicBezTo>
                    <a:pt x="48" y="142"/>
                    <a:pt x="48" y="142"/>
                    <a:pt x="48" y="142"/>
                  </a:cubicBezTo>
                  <a:cubicBezTo>
                    <a:pt x="49" y="135"/>
                    <a:pt x="49" y="135"/>
                    <a:pt x="49" y="135"/>
                  </a:cubicBezTo>
                  <a:cubicBezTo>
                    <a:pt x="19" y="135"/>
                    <a:pt x="19" y="135"/>
                    <a:pt x="19" y="135"/>
                  </a:cubicBezTo>
                  <a:cubicBezTo>
                    <a:pt x="39" y="160"/>
                    <a:pt x="67" y="169"/>
                    <a:pt x="67" y="169"/>
                  </a:cubicBezTo>
                  <a:moveTo>
                    <a:pt x="66" y="164"/>
                  </a:moveTo>
                  <a:cubicBezTo>
                    <a:pt x="69" y="164"/>
                    <a:pt x="70" y="166"/>
                    <a:pt x="73" y="166"/>
                  </a:cubicBezTo>
                  <a:cubicBezTo>
                    <a:pt x="67" y="169"/>
                    <a:pt x="67" y="169"/>
                    <a:pt x="67" y="169"/>
                  </a:cubicBezTo>
                  <a:cubicBezTo>
                    <a:pt x="60" y="166"/>
                    <a:pt x="60" y="166"/>
                    <a:pt x="60" y="166"/>
                  </a:cubicBezTo>
                  <a:cubicBezTo>
                    <a:pt x="62" y="166"/>
                    <a:pt x="62" y="164"/>
                    <a:pt x="66" y="164"/>
                  </a:cubicBezTo>
                  <a:moveTo>
                    <a:pt x="59" y="0"/>
                  </a:moveTo>
                  <a:cubicBezTo>
                    <a:pt x="72" y="0"/>
                    <a:pt x="72" y="0"/>
                    <a:pt x="72" y="0"/>
                  </a:cubicBezTo>
                  <a:cubicBezTo>
                    <a:pt x="72" y="0"/>
                    <a:pt x="72" y="0"/>
                    <a:pt x="72" y="0"/>
                  </a:cubicBezTo>
                  <a:cubicBezTo>
                    <a:pt x="59" y="0"/>
                    <a:pt x="59" y="0"/>
                    <a:pt x="59" y="0"/>
                  </a:cubicBezTo>
                  <a:close/>
                  <a:moveTo>
                    <a:pt x="123" y="35"/>
                  </a:moveTo>
                  <a:cubicBezTo>
                    <a:pt x="123" y="35"/>
                    <a:pt x="123" y="35"/>
                    <a:pt x="123" y="35"/>
                  </a:cubicBezTo>
                  <a:cubicBezTo>
                    <a:pt x="123" y="35"/>
                    <a:pt x="123" y="35"/>
                    <a:pt x="123" y="35"/>
                  </a:cubicBezTo>
                  <a:close/>
                  <a:moveTo>
                    <a:pt x="85" y="142"/>
                  </a:moveTo>
                  <a:cubicBezTo>
                    <a:pt x="85" y="143"/>
                    <a:pt x="85" y="143"/>
                    <a:pt x="85" y="143"/>
                  </a:cubicBezTo>
                  <a:cubicBezTo>
                    <a:pt x="87" y="144"/>
                    <a:pt x="87" y="144"/>
                    <a:pt x="87" y="144"/>
                  </a:cubicBezTo>
                  <a:cubicBezTo>
                    <a:pt x="88" y="146"/>
                    <a:pt x="88" y="146"/>
                    <a:pt x="88" y="146"/>
                  </a:cubicBezTo>
                  <a:cubicBezTo>
                    <a:pt x="91" y="150"/>
                    <a:pt x="91" y="150"/>
                    <a:pt x="91" y="150"/>
                  </a:cubicBezTo>
                  <a:cubicBezTo>
                    <a:pt x="92" y="150"/>
                    <a:pt x="92" y="150"/>
                    <a:pt x="92" y="150"/>
                  </a:cubicBezTo>
                  <a:cubicBezTo>
                    <a:pt x="91" y="151"/>
                    <a:pt x="91" y="151"/>
                    <a:pt x="91" y="151"/>
                  </a:cubicBezTo>
                  <a:cubicBezTo>
                    <a:pt x="91" y="151"/>
                    <a:pt x="89" y="151"/>
                    <a:pt x="87" y="151"/>
                  </a:cubicBezTo>
                  <a:cubicBezTo>
                    <a:pt x="86" y="152"/>
                    <a:pt x="86" y="152"/>
                    <a:pt x="86" y="152"/>
                  </a:cubicBezTo>
                  <a:cubicBezTo>
                    <a:pt x="85" y="152"/>
                    <a:pt x="84" y="151"/>
                    <a:pt x="83" y="151"/>
                  </a:cubicBezTo>
                  <a:cubicBezTo>
                    <a:pt x="81" y="151"/>
                    <a:pt x="80" y="150"/>
                    <a:pt x="78" y="150"/>
                  </a:cubicBezTo>
                  <a:cubicBezTo>
                    <a:pt x="76" y="150"/>
                    <a:pt x="75" y="151"/>
                    <a:pt x="73" y="152"/>
                  </a:cubicBezTo>
                  <a:cubicBezTo>
                    <a:pt x="72" y="152"/>
                    <a:pt x="72" y="152"/>
                    <a:pt x="72" y="152"/>
                  </a:cubicBezTo>
                  <a:cubicBezTo>
                    <a:pt x="70" y="152"/>
                    <a:pt x="67" y="150"/>
                    <a:pt x="66" y="150"/>
                  </a:cubicBezTo>
                  <a:cubicBezTo>
                    <a:pt x="66" y="150"/>
                    <a:pt x="66" y="150"/>
                    <a:pt x="66" y="150"/>
                  </a:cubicBezTo>
                  <a:cubicBezTo>
                    <a:pt x="64" y="150"/>
                    <a:pt x="61" y="152"/>
                    <a:pt x="60" y="152"/>
                  </a:cubicBezTo>
                  <a:cubicBezTo>
                    <a:pt x="60" y="152"/>
                    <a:pt x="60" y="152"/>
                    <a:pt x="60" y="152"/>
                  </a:cubicBezTo>
                  <a:cubicBezTo>
                    <a:pt x="59" y="152"/>
                    <a:pt x="58" y="152"/>
                    <a:pt x="57" y="151"/>
                  </a:cubicBezTo>
                  <a:cubicBezTo>
                    <a:pt x="56" y="151"/>
                    <a:pt x="54" y="150"/>
                    <a:pt x="53" y="150"/>
                  </a:cubicBezTo>
                  <a:cubicBezTo>
                    <a:pt x="53" y="150"/>
                    <a:pt x="53" y="150"/>
                    <a:pt x="53" y="150"/>
                  </a:cubicBezTo>
                  <a:cubicBezTo>
                    <a:pt x="52" y="150"/>
                    <a:pt x="50" y="151"/>
                    <a:pt x="49" y="152"/>
                  </a:cubicBezTo>
                  <a:cubicBezTo>
                    <a:pt x="49" y="152"/>
                    <a:pt x="48" y="152"/>
                    <a:pt x="47" y="152"/>
                  </a:cubicBezTo>
                  <a:cubicBezTo>
                    <a:pt x="47" y="153"/>
                    <a:pt x="47" y="153"/>
                    <a:pt x="47" y="153"/>
                  </a:cubicBezTo>
                  <a:cubicBezTo>
                    <a:pt x="50" y="152"/>
                    <a:pt x="50" y="151"/>
                    <a:pt x="53" y="151"/>
                  </a:cubicBezTo>
                  <a:cubicBezTo>
                    <a:pt x="56" y="151"/>
                    <a:pt x="57" y="153"/>
                    <a:pt x="60" y="153"/>
                  </a:cubicBezTo>
                  <a:cubicBezTo>
                    <a:pt x="62" y="153"/>
                    <a:pt x="62" y="151"/>
                    <a:pt x="66" y="151"/>
                  </a:cubicBezTo>
                  <a:cubicBezTo>
                    <a:pt x="69" y="151"/>
                    <a:pt x="70" y="153"/>
                    <a:pt x="73" y="153"/>
                  </a:cubicBezTo>
                  <a:cubicBezTo>
                    <a:pt x="76" y="153"/>
                    <a:pt x="76" y="151"/>
                    <a:pt x="79" y="151"/>
                  </a:cubicBezTo>
                  <a:cubicBezTo>
                    <a:pt x="82" y="151"/>
                    <a:pt x="83" y="153"/>
                    <a:pt x="85" y="153"/>
                  </a:cubicBezTo>
                  <a:cubicBezTo>
                    <a:pt x="88" y="153"/>
                    <a:pt x="88" y="151"/>
                    <a:pt x="92" y="151"/>
                  </a:cubicBezTo>
                  <a:cubicBezTo>
                    <a:pt x="95" y="151"/>
                    <a:pt x="94" y="152"/>
                    <a:pt x="96" y="152"/>
                  </a:cubicBezTo>
                  <a:cubicBezTo>
                    <a:pt x="102" y="148"/>
                    <a:pt x="108" y="142"/>
                    <a:pt x="113" y="136"/>
                  </a:cubicBezTo>
                  <a:cubicBezTo>
                    <a:pt x="84" y="136"/>
                    <a:pt x="84" y="136"/>
                    <a:pt x="84" y="136"/>
                  </a:cubicBezTo>
                  <a:lnTo>
                    <a:pt x="85" y="142"/>
                  </a:lnTo>
                  <a:close/>
                  <a:moveTo>
                    <a:pt x="0" y="82"/>
                  </a:moveTo>
                  <a:cubicBezTo>
                    <a:pt x="0" y="105"/>
                    <a:pt x="9" y="122"/>
                    <a:pt x="19" y="135"/>
                  </a:cubicBezTo>
                  <a:cubicBezTo>
                    <a:pt x="40" y="63"/>
                    <a:pt x="40" y="63"/>
                    <a:pt x="40" y="63"/>
                  </a:cubicBezTo>
                  <a:cubicBezTo>
                    <a:pt x="39" y="63"/>
                    <a:pt x="39" y="63"/>
                    <a:pt x="39" y="63"/>
                  </a:cubicBezTo>
                  <a:cubicBezTo>
                    <a:pt x="39" y="62"/>
                    <a:pt x="39" y="62"/>
                    <a:pt x="39" y="62"/>
                  </a:cubicBezTo>
                  <a:cubicBezTo>
                    <a:pt x="38" y="61"/>
                    <a:pt x="38" y="61"/>
                    <a:pt x="38" y="61"/>
                  </a:cubicBezTo>
                  <a:cubicBezTo>
                    <a:pt x="39" y="59"/>
                    <a:pt x="39" y="59"/>
                    <a:pt x="39" y="59"/>
                  </a:cubicBezTo>
                  <a:cubicBezTo>
                    <a:pt x="40" y="58"/>
                    <a:pt x="40" y="58"/>
                    <a:pt x="40" y="58"/>
                  </a:cubicBezTo>
                  <a:cubicBezTo>
                    <a:pt x="40" y="57"/>
                    <a:pt x="40" y="57"/>
                    <a:pt x="40" y="57"/>
                  </a:cubicBezTo>
                  <a:cubicBezTo>
                    <a:pt x="40" y="56"/>
                    <a:pt x="40" y="56"/>
                    <a:pt x="39" y="55"/>
                  </a:cubicBezTo>
                  <a:cubicBezTo>
                    <a:pt x="38" y="55"/>
                    <a:pt x="37" y="54"/>
                    <a:pt x="37" y="54"/>
                  </a:cubicBezTo>
                  <a:cubicBezTo>
                    <a:pt x="34" y="54"/>
                    <a:pt x="34" y="54"/>
                    <a:pt x="34" y="54"/>
                  </a:cubicBezTo>
                  <a:cubicBezTo>
                    <a:pt x="34" y="55"/>
                    <a:pt x="34" y="56"/>
                    <a:pt x="34" y="57"/>
                  </a:cubicBezTo>
                  <a:cubicBezTo>
                    <a:pt x="34" y="57"/>
                    <a:pt x="32" y="53"/>
                    <a:pt x="30" y="52"/>
                  </a:cubicBezTo>
                  <a:cubicBezTo>
                    <a:pt x="29" y="53"/>
                    <a:pt x="29" y="53"/>
                    <a:pt x="29" y="53"/>
                  </a:cubicBezTo>
                  <a:cubicBezTo>
                    <a:pt x="30" y="54"/>
                    <a:pt x="27" y="55"/>
                    <a:pt x="26" y="56"/>
                  </a:cubicBezTo>
                  <a:cubicBezTo>
                    <a:pt x="25" y="57"/>
                    <a:pt x="25" y="58"/>
                    <a:pt x="25" y="58"/>
                  </a:cubicBezTo>
                  <a:cubicBezTo>
                    <a:pt x="26" y="58"/>
                    <a:pt x="32" y="56"/>
                    <a:pt x="32" y="62"/>
                  </a:cubicBezTo>
                  <a:cubicBezTo>
                    <a:pt x="32" y="62"/>
                    <a:pt x="32" y="64"/>
                    <a:pt x="31" y="64"/>
                  </a:cubicBezTo>
                  <a:cubicBezTo>
                    <a:pt x="31" y="64"/>
                    <a:pt x="32" y="65"/>
                    <a:pt x="31" y="66"/>
                  </a:cubicBezTo>
                  <a:cubicBezTo>
                    <a:pt x="30" y="67"/>
                    <a:pt x="28" y="69"/>
                    <a:pt x="27" y="70"/>
                  </a:cubicBezTo>
                  <a:cubicBezTo>
                    <a:pt x="25" y="72"/>
                    <a:pt x="27" y="73"/>
                    <a:pt x="28" y="74"/>
                  </a:cubicBezTo>
                  <a:cubicBezTo>
                    <a:pt x="28" y="75"/>
                    <a:pt x="30" y="77"/>
                    <a:pt x="30" y="78"/>
                  </a:cubicBezTo>
                  <a:cubicBezTo>
                    <a:pt x="32" y="79"/>
                    <a:pt x="32" y="79"/>
                    <a:pt x="32" y="79"/>
                  </a:cubicBezTo>
                  <a:cubicBezTo>
                    <a:pt x="32" y="78"/>
                    <a:pt x="32" y="78"/>
                    <a:pt x="32" y="78"/>
                  </a:cubicBezTo>
                  <a:cubicBezTo>
                    <a:pt x="33" y="76"/>
                    <a:pt x="33" y="76"/>
                    <a:pt x="33" y="76"/>
                  </a:cubicBezTo>
                  <a:cubicBezTo>
                    <a:pt x="34" y="75"/>
                    <a:pt x="34" y="75"/>
                    <a:pt x="34" y="75"/>
                  </a:cubicBezTo>
                  <a:cubicBezTo>
                    <a:pt x="35" y="74"/>
                    <a:pt x="35" y="74"/>
                    <a:pt x="35" y="74"/>
                  </a:cubicBezTo>
                  <a:cubicBezTo>
                    <a:pt x="36" y="73"/>
                    <a:pt x="36" y="73"/>
                    <a:pt x="36" y="73"/>
                  </a:cubicBezTo>
                  <a:cubicBezTo>
                    <a:pt x="36" y="76"/>
                    <a:pt x="36" y="76"/>
                    <a:pt x="36" y="76"/>
                  </a:cubicBezTo>
                  <a:cubicBezTo>
                    <a:pt x="36" y="76"/>
                    <a:pt x="36" y="79"/>
                    <a:pt x="35" y="80"/>
                  </a:cubicBezTo>
                  <a:cubicBezTo>
                    <a:pt x="34" y="81"/>
                    <a:pt x="33" y="83"/>
                    <a:pt x="32" y="83"/>
                  </a:cubicBezTo>
                  <a:cubicBezTo>
                    <a:pt x="30" y="83"/>
                    <a:pt x="30" y="83"/>
                    <a:pt x="29" y="82"/>
                  </a:cubicBezTo>
                  <a:cubicBezTo>
                    <a:pt x="29" y="81"/>
                    <a:pt x="28" y="79"/>
                    <a:pt x="28" y="79"/>
                  </a:cubicBezTo>
                  <a:cubicBezTo>
                    <a:pt x="27" y="79"/>
                    <a:pt x="27" y="79"/>
                    <a:pt x="27" y="79"/>
                  </a:cubicBezTo>
                  <a:cubicBezTo>
                    <a:pt x="25" y="77"/>
                    <a:pt x="25" y="77"/>
                    <a:pt x="25" y="77"/>
                  </a:cubicBezTo>
                  <a:cubicBezTo>
                    <a:pt x="23" y="75"/>
                    <a:pt x="23" y="75"/>
                    <a:pt x="23" y="75"/>
                  </a:cubicBezTo>
                  <a:cubicBezTo>
                    <a:pt x="22" y="74"/>
                    <a:pt x="22" y="74"/>
                    <a:pt x="22" y="74"/>
                  </a:cubicBezTo>
                  <a:cubicBezTo>
                    <a:pt x="22" y="72"/>
                    <a:pt x="22" y="72"/>
                    <a:pt x="22" y="72"/>
                  </a:cubicBezTo>
                  <a:cubicBezTo>
                    <a:pt x="23" y="70"/>
                    <a:pt x="23" y="70"/>
                    <a:pt x="23" y="70"/>
                  </a:cubicBezTo>
                  <a:cubicBezTo>
                    <a:pt x="23" y="69"/>
                    <a:pt x="23" y="69"/>
                    <a:pt x="23" y="69"/>
                  </a:cubicBezTo>
                  <a:cubicBezTo>
                    <a:pt x="23" y="68"/>
                    <a:pt x="23" y="68"/>
                    <a:pt x="23" y="68"/>
                  </a:cubicBezTo>
                  <a:cubicBezTo>
                    <a:pt x="23" y="68"/>
                    <a:pt x="22" y="69"/>
                    <a:pt x="21" y="69"/>
                  </a:cubicBezTo>
                  <a:cubicBezTo>
                    <a:pt x="20" y="70"/>
                    <a:pt x="20" y="70"/>
                    <a:pt x="20" y="70"/>
                  </a:cubicBezTo>
                  <a:cubicBezTo>
                    <a:pt x="18" y="72"/>
                    <a:pt x="18" y="72"/>
                    <a:pt x="18" y="72"/>
                  </a:cubicBezTo>
                  <a:cubicBezTo>
                    <a:pt x="18" y="72"/>
                    <a:pt x="18" y="74"/>
                    <a:pt x="18" y="75"/>
                  </a:cubicBezTo>
                  <a:cubicBezTo>
                    <a:pt x="17" y="75"/>
                    <a:pt x="16" y="78"/>
                    <a:pt x="15" y="79"/>
                  </a:cubicBezTo>
                  <a:cubicBezTo>
                    <a:pt x="14" y="80"/>
                    <a:pt x="13" y="81"/>
                    <a:pt x="13" y="82"/>
                  </a:cubicBezTo>
                  <a:cubicBezTo>
                    <a:pt x="13" y="83"/>
                    <a:pt x="13" y="84"/>
                    <a:pt x="13" y="85"/>
                  </a:cubicBezTo>
                  <a:cubicBezTo>
                    <a:pt x="12" y="86"/>
                    <a:pt x="12" y="86"/>
                    <a:pt x="12" y="87"/>
                  </a:cubicBezTo>
                  <a:cubicBezTo>
                    <a:pt x="12" y="88"/>
                    <a:pt x="12" y="89"/>
                    <a:pt x="11" y="91"/>
                  </a:cubicBezTo>
                  <a:cubicBezTo>
                    <a:pt x="10" y="92"/>
                    <a:pt x="10" y="93"/>
                    <a:pt x="10" y="94"/>
                  </a:cubicBezTo>
                  <a:cubicBezTo>
                    <a:pt x="11" y="95"/>
                    <a:pt x="11" y="97"/>
                    <a:pt x="12" y="97"/>
                  </a:cubicBezTo>
                  <a:cubicBezTo>
                    <a:pt x="13" y="97"/>
                    <a:pt x="14" y="96"/>
                    <a:pt x="15" y="96"/>
                  </a:cubicBezTo>
                  <a:cubicBezTo>
                    <a:pt x="16" y="96"/>
                    <a:pt x="17" y="96"/>
                    <a:pt x="17" y="96"/>
                  </a:cubicBezTo>
                  <a:cubicBezTo>
                    <a:pt x="19" y="98"/>
                    <a:pt x="19" y="98"/>
                    <a:pt x="19" y="98"/>
                  </a:cubicBezTo>
                  <a:cubicBezTo>
                    <a:pt x="19" y="99"/>
                    <a:pt x="19" y="98"/>
                    <a:pt x="18" y="99"/>
                  </a:cubicBezTo>
                  <a:cubicBezTo>
                    <a:pt x="17" y="100"/>
                    <a:pt x="16" y="101"/>
                    <a:pt x="14" y="101"/>
                  </a:cubicBezTo>
                  <a:cubicBezTo>
                    <a:pt x="13" y="101"/>
                    <a:pt x="11" y="101"/>
                    <a:pt x="10" y="101"/>
                  </a:cubicBezTo>
                  <a:cubicBezTo>
                    <a:pt x="8" y="100"/>
                    <a:pt x="8" y="100"/>
                    <a:pt x="8" y="100"/>
                  </a:cubicBezTo>
                  <a:cubicBezTo>
                    <a:pt x="7" y="96"/>
                    <a:pt x="7" y="96"/>
                    <a:pt x="7" y="96"/>
                  </a:cubicBezTo>
                  <a:cubicBezTo>
                    <a:pt x="7" y="94"/>
                    <a:pt x="7" y="94"/>
                    <a:pt x="7" y="94"/>
                  </a:cubicBezTo>
                  <a:cubicBezTo>
                    <a:pt x="7" y="89"/>
                    <a:pt x="7" y="89"/>
                    <a:pt x="7" y="89"/>
                  </a:cubicBezTo>
                  <a:cubicBezTo>
                    <a:pt x="8" y="89"/>
                    <a:pt x="8" y="88"/>
                    <a:pt x="8" y="87"/>
                  </a:cubicBezTo>
                  <a:cubicBezTo>
                    <a:pt x="8" y="85"/>
                    <a:pt x="7" y="84"/>
                    <a:pt x="7" y="83"/>
                  </a:cubicBezTo>
                  <a:cubicBezTo>
                    <a:pt x="9" y="80"/>
                    <a:pt x="9" y="80"/>
                    <a:pt x="9" y="80"/>
                  </a:cubicBezTo>
                  <a:cubicBezTo>
                    <a:pt x="9" y="78"/>
                    <a:pt x="9" y="78"/>
                    <a:pt x="9" y="78"/>
                  </a:cubicBezTo>
                  <a:cubicBezTo>
                    <a:pt x="8" y="78"/>
                    <a:pt x="8" y="78"/>
                    <a:pt x="8" y="78"/>
                  </a:cubicBezTo>
                  <a:cubicBezTo>
                    <a:pt x="10" y="75"/>
                    <a:pt x="10" y="75"/>
                    <a:pt x="10" y="75"/>
                  </a:cubicBezTo>
                  <a:cubicBezTo>
                    <a:pt x="8" y="75"/>
                    <a:pt x="8" y="75"/>
                    <a:pt x="8" y="75"/>
                  </a:cubicBezTo>
                  <a:cubicBezTo>
                    <a:pt x="8" y="74"/>
                    <a:pt x="8" y="74"/>
                    <a:pt x="8" y="74"/>
                  </a:cubicBezTo>
                  <a:cubicBezTo>
                    <a:pt x="7" y="74"/>
                    <a:pt x="7" y="74"/>
                    <a:pt x="7" y="74"/>
                  </a:cubicBezTo>
                  <a:cubicBezTo>
                    <a:pt x="7" y="72"/>
                    <a:pt x="7" y="72"/>
                    <a:pt x="7" y="72"/>
                  </a:cubicBezTo>
                  <a:cubicBezTo>
                    <a:pt x="7" y="72"/>
                    <a:pt x="7" y="72"/>
                    <a:pt x="7" y="72"/>
                  </a:cubicBezTo>
                  <a:cubicBezTo>
                    <a:pt x="7" y="71"/>
                    <a:pt x="7" y="71"/>
                    <a:pt x="7" y="71"/>
                  </a:cubicBezTo>
                  <a:cubicBezTo>
                    <a:pt x="6" y="71"/>
                    <a:pt x="6" y="71"/>
                    <a:pt x="6" y="71"/>
                  </a:cubicBezTo>
                  <a:cubicBezTo>
                    <a:pt x="7" y="69"/>
                    <a:pt x="7" y="69"/>
                    <a:pt x="7" y="69"/>
                  </a:cubicBezTo>
                  <a:cubicBezTo>
                    <a:pt x="5" y="69"/>
                    <a:pt x="5" y="69"/>
                    <a:pt x="5" y="69"/>
                  </a:cubicBezTo>
                  <a:cubicBezTo>
                    <a:pt x="7" y="67"/>
                    <a:pt x="7" y="67"/>
                    <a:pt x="7" y="67"/>
                  </a:cubicBezTo>
                  <a:cubicBezTo>
                    <a:pt x="7" y="67"/>
                    <a:pt x="3" y="64"/>
                    <a:pt x="3" y="60"/>
                  </a:cubicBezTo>
                  <a:cubicBezTo>
                    <a:pt x="3" y="55"/>
                    <a:pt x="10" y="49"/>
                    <a:pt x="10" y="42"/>
                  </a:cubicBezTo>
                  <a:cubicBezTo>
                    <a:pt x="10" y="41"/>
                    <a:pt x="10" y="39"/>
                    <a:pt x="10" y="39"/>
                  </a:cubicBezTo>
                  <a:cubicBezTo>
                    <a:pt x="8" y="38"/>
                    <a:pt x="8" y="38"/>
                    <a:pt x="8" y="38"/>
                  </a:cubicBezTo>
                  <a:cubicBezTo>
                    <a:pt x="8" y="37"/>
                    <a:pt x="8" y="37"/>
                    <a:pt x="8" y="37"/>
                  </a:cubicBezTo>
                  <a:cubicBezTo>
                    <a:pt x="8" y="36"/>
                    <a:pt x="6" y="37"/>
                    <a:pt x="6" y="37"/>
                  </a:cubicBezTo>
                  <a:cubicBezTo>
                    <a:pt x="6" y="36"/>
                    <a:pt x="4" y="37"/>
                    <a:pt x="4" y="39"/>
                  </a:cubicBezTo>
                  <a:cubicBezTo>
                    <a:pt x="4" y="40"/>
                    <a:pt x="4" y="40"/>
                    <a:pt x="4" y="40"/>
                  </a:cubicBezTo>
                  <a:cubicBezTo>
                    <a:pt x="4" y="40"/>
                    <a:pt x="8" y="41"/>
                    <a:pt x="7" y="44"/>
                  </a:cubicBezTo>
                  <a:cubicBezTo>
                    <a:pt x="6" y="46"/>
                    <a:pt x="4" y="48"/>
                    <a:pt x="4" y="49"/>
                  </a:cubicBezTo>
                  <a:cubicBezTo>
                    <a:pt x="4" y="50"/>
                    <a:pt x="5" y="52"/>
                    <a:pt x="5" y="52"/>
                  </a:cubicBezTo>
                  <a:cubicBezTo>
                    <a:pt x="6" y="52"/>
                    <a:pt x="1" y="53"/>
                    <a:pt x="2" y="49"/>
                  </a:cubicBezTo>
                  <a:cubicBezTo>
                    <a:pt x="2" y="45"/>
                    <a:pt x="3" y="45"/>
                    <a:pt x="3" y="44"/>
                  </a:cubicBezTo>
                  <a:cubicBezTo>
                    <a:pt x="3" y="43"/>
                    <a:pt x="1" y="42"/>
                    <a:pt x="1" y="39"/>
                  </a:cubicBezTo>
                  <a:cubicBezTo>
                    <a:pt x="2" y="36"/>
                    <a:pt x="4" y="35"/>
                    <a:pt x="6" y="34"/>
                  </a:cubicBezTo>
                  <a:cubicBezTo>
                    <a:pt x="8" y="35"/>
                    <a:pt x="8" y="35"/>
                    <a:pt x="8" y="35"/>
                  </a:cubicBezTo>
                  <a:cubicBezTo>
                    <a:pt x="7" y="34"/>
                    <a:pt x="5" y="33"/>
                    <a:pt x="4" y="30"/>
                  </a:cubicBezTo>
                  <a:cubicBezTo>
                    <a:pt x="4" y="30"/>
                    <a:pt x="5" y="29"/>
                    <a:pt x="7" y="29"/>
                  </a:cubicBezTo>
                  <a:cubicBezTo>
                    <a:pt x="6" y="29"/>
                    <a:pt x="2" y="24"/>
                    <a:pt x="3" y="22"/>
                  </a:cubicBezTo>
                  <a:cubicBezTo>
                    <a:pt x="3" y="22"/>
                    <a:pt x="6" y="22"/>
                    <a:pt x="7" y="23"/>
                  </a:cubicBezTo>
                  <a:cubicBezTo>
                    <a:pt x="7" y="23"/>
                    <a:pt x="1" y="18"/>
                    <a:pt x="2" y="14"/>
                  </a:cubicBezTo>
                  <a:cubicBezTo>
                    <a:pt x="2" y="14"/>
                    <a:pt x="6" y="17"/>
                    <a:pt x="7" y="17"/>
                  </a:cubicBezTo>
                  <a:cubicBezTo>
                    <a:pt x="7" y="17"/>
                    <a:pt x="0" y="7"/>
                    <a:pt x="4" y="3"/>
                  </a:cubicBezTo>
                  <a:cubicBezTo>
                    <a:pt x="4" y="3"/>
                    <a:pt x="8" y="12"/>
                    <a:pt x="9" y="13"/>
                  </a:cubicBezTo>
                  <a:cubicBezTo>
                    <a:pt x="9" y="13"/>
                    <a:pt x="10" y="12"/>
                    <a:pt x="10" y="11"/>
                  </a:cubicBezTo>
                  <a:cubicBezTo>
                    <a:pt x="10" y="11"/>
                    <a:pt x="10" y="11"/>
                    <a:pt x="10" y="11"/>
                  </a:cubicBezTo>
                  <a:cubicBezTo>
                    <a:pt x="10" y="8"/>
                    <a:pt x="12" y="2"/>
                    <a:pt x="14" y="1"/>
                  </a:cubicBezTo>
                  <a:cubicBezTo>
                    <a:pt x="14" y="1"/>
                    <a:pt x="13" y="11"/>
                    <a:pt x="15" y="13"/>
                  </a:cubicBezTo>
                  <a:cubicBezTo>
                    <a:pt x="15" y="13"/>
                    <a:pt x="15" y="12"/>
                    <a:pt x="16" y="12"/>
                  </a:cubicBezTo>
                  <a:cubicBezTo>
                    <a:pt x="16" y="12"/>
                    <a:pt x="16" y="17"/>
                    <a:pt x="17" y="18"/>
                  </a:cubicBezTo>
                  <a:cubicBezTo>
                    <a:pt x="18" y="17"/>
                    <a:pt x="18" y="17"/>
                    <a:pt x="18" y="17"/>
                  </a:cubicBezTo>
                  <a:cubicBezTo>
                    <a:pt x="18" y="17"/>
                    <a:pt x="19" y="20"/>
                    <a:pt x="20" y="21"/>
                  </a:cubicBezTo>
                  <a:cubicBezTo>
                    <a:pt x="20" y="21"/>
                    <a:pt x="20" y="21"/>
                    <a:pt x="20" y="22"/>
                  </a:cubicBezTo>
                  <a:cubicBezTo>
                    <a:pt x="20" y="19"/>
                    <a:pt x="21" y="18"/>
                    <a:pt x="21" y="17"/>
                  </a:cubicBezTo>
                  <a:cubicBezTo>
                    <a:pt x="21" y="17"/>
                    <a:pt x="21" y="17"/>
                    <a:pt x="21" y="17"/>
                  </a:cubicBezTo>
                  <a:cubicBezTo>
                    <a:pt x="21" y="14"/>
                    <a:pt x="21" y="14"/>
                    <a:pt x="21" y="14"/>
                  </a:cubicBezTo>
                  <a:cubicBezTo>
                    <a:pt x="22" y="15"/>
                    <a:pt x="22" y="15"/>
                    <a:pt x="22" y="15"/>
                  </a:cubicBezTo>
                  <a:cubicBezTo>
                    <a:pt x="23" y="15"/>
                    <a:pt x="23" y="15"/>
                    <a:pt x="23" y="15"/>
                  </a:cubicBezTo>
                  <a:cubicBezTo>
                    <a:pt x="23" y="15"/>
                    <a:pt x="23" y="15"/>
                    <a:pt x="23" y="15"/>
                  </a:cubicBezTo>
                  <a:cubicBezTo>
                    <a:pt x="23" y="14"/>
                    <a:pt x="23" y="14"/>
                    <a:pt x="23" y="14"/>
                  </a:cubicBezTo>
                  <a:cubicBezTo>
                    <a:pt x="26" y="14"/>
                    <a:pt x="26" y="14"/>
                    <a:pt x="26" y="14"/>
                  </a:cubicBezTo>
                  <a:cubicBezTo>
                    <a:pt x="25" y="15"/>
                    <a:pt x="25" y="15"/>
                    <a:pt x="25" y="15"/>
                  </a:cubicBezTo>
                  <a:cubicBezTo>
                    <a:pt x="26" y="14"/>
                    <a:pt x="26" y="14"/>
                    <a:pt x="26" y="14"/>
                  </a:cubicBezTo>
                  <a:cubicBezTo>
                    <a:pt x="27" y="14"/>
                    <a:pt x="27" y="14"/>
                    <a:pt x="28" y="14"/>
                  </a:cubicBezTo>
                  <a:cubicBezTo>
                    <a:pt x="30" y="14"/>
                    <a:pt x="30" y="16"/>
                    <a:pt x="30" y="16"/>
                  </a:cubicBezTo>
                  <a:cubicBezTo>
                    <a:pt x="33" y="16"/>
                    <a:pt x="33" y="16"/>
                    <a:pt x="33" y="16"/>
                  </a:cubicBezTo>
                  <a:cubicBezTo>
                    <a:pt x="36" y="16"/>
                    <a:pt x="36" y="19"/>
                    <a:pt x="36" y="19"/>
                  </a:cubicBezTo>
                  <a:cubicBezTo>
                    <a:pt x="34" y="18"/>
                    <a:pt x="34" y="18"/>
                    <a:pt x="34" y="18"/>
                  </a:cubicBezTo>
                  <a:cubicBezTo>
                    <a:pt x="32" y="20"/>
                    <a:pt x="32" y="20"/>
                    <a:pt x="32" y="20"/>
                  </a:cubicBezTo>
                  <a:cubicBezTo>
                    <a:pt x="32" y="20"/>
                    <a:pt x="32" y="20"/>
                    <a:pt x="32" y="20"/>
                  </a:cubicBezTo>
                  <a:cubicBezTo>
                    <a:pt x="32" y="21"/>
                    <a:pt x="32" y="21"/>
                    <a:pt x="32" y="21"/>
                  </a:cubicBezTo>
                  <a:cubicBezTo>
                    <a:pt x="34" y="22"/>
                    <a:pt x="34" y="22"/>
                    <a:pt x="34" y="22"/>
                  </a:cubicBezTo>
                  <a:cubicBezTo>
                    <a:pt x="36" y="22"/>
                    <a:pt x="36" y="22"/>
                    <a:pt x="36" y="22"/>
                  </a:cubicBezTo>
                  <a:cubicBezTo>
                    <a:pt x="35" y="23"/>
                    <a:pt x="35" y="23"/>
                    <a:pt x="35" y="23"/>
                  </a:cubicBezTo>
                  <a:cubicBezTo>
                    <a:pt x="35" y="23"/>
                    <a:pt x="34" y="24"/>
                    <a:pt x="33" y="24"/>
                  </a:cubicBezTo>
                  <a:cubicBezTo>
                    <a:pt x="32" y="24"/>
                    <a:pt x="31" y="23"/>
                    <a:pt x="30" y="23"/>
                  </a:cubicBezTo>
                  <a:cubicBezTo>
                    <a:pt x="28" y="23"/>
                    <a:pt x="28" y="23"/>
                    <a:pt x="28" y="23"/>
                  </a:cubicBezTo>
                  <a:cubicBezTo>
                    <a:pt x="28" y="23"/>
                    <a:pt x="28" y="23"/>
                    <a:pt x="28" y="23"/>
                  </a:cubicBezTo>
                  <a:cubicBezTo>
                    <a:pt x="28" y="24"/>
                    <a:pt x="28" y="24"/>
                    <a:pt x="28" y="24"/>
                  </a:cubicBezTo>
                  <a:cubicBezTo>
                    <a:pt x="28" y="25"/>
                    <a:pt x="29" y="26"/>
                    <a:pt x="30" y="27"/>
                  </a:cubicBezTo>
                  <a:cubicBezTo>
                    <a:pt x="32" y="28"/>
                    <a:pt x="34" y="30"/>
                    <a:pt x="35" y="31"/>
                  </a:cubicBezTo>
                  <a:cubicBezTo>
                    <a:pt x="36" y="32"/>
                    <a:pt x="36" y="34"/>
                    <a:pt x="37" y="35"/>
                  </a:cubicBezTo>
                  <a:cubicBezTo>
                    <a:pt x="38" y="32"/>
                    <a:pt x="38" y="32"/>
                    <a:pt x="38" y="32"/>
                  </a:cubicBezTo>
                  <a:cubicBezTo>
                    <a:pt x="39" y="31"/>
                    <a:pt x="39" y="31"/>
                    <a:pt x="39" y="30"/>
                  </a:cubicBezTo>
                  <a:cubicBezTo>
                    <a:pt x="39" y="29"/>
                    <a:pt x="40" y="27"/>
                    <a:pt x="40" y="27"/>
                  </a:cubicBezTo>
                  <a:cubicBezTo>
                    <a:pt x="40" y="27"/>
                    <a:pt x="42" y="28"/>
                    <a:pt x="41" y="30"/>
                  </a:cubicBezTo>
                  <a:cubicBezTo>
                    <a:pt x="42" y="28"/>
                    <a:pt x="42" y="28"/>
                    <a:pt x="42" y="28"/>
                  </a:cubicBezTo>
                  <a:cubicBezTo>
                    <a:pt x="43" y="28"/>
                    <a:pt x="43" y="28"/>
                    <a:pt x="43" y="28"/>
                  </a:cubicBezTo>
                  <a:cubicBezTo>
                    <a:pt x="43" y="27"/>
                    <a:pt x="43" y="27"/>
                    <a:pt x="43" y="27"/>
                  </a:cubicBezTo>
                  <a:cubicBezTo>
                    <a:pt x="44" y="25"/>
                    <a:pt x="44" y="23"/>
                    <a:pt x="44" y="21"/>
                  </a:cubicBezTo>
                  <a:cubicBezTo>
                    <a:pt x="44" y="20"/>
                    <a:pt x="44" y="19"/>
                    <a:pt x="43" y="18"/>
                  </a:cubicBezTo>
                  <a:cubicBezTo>
                    <a:pt x="43" y="17"/>
                    <a:pt x="42" y="16"/>
                    <a:pt x="42" y="16"/>
                  </a:cubicBezTo>
                  <a:cubicBezTo>
                    <a:pt x="42" y="14"/>
                    <a:pt x="42" y="14"/>
                    <a:pt x="42" y="14"/>
                  </a:cubicBezTo>
                  <a:cubicBezTo>
                    <a:pt x="42" y="14"/>
                    <a:pt x="42" y="14"/>
                    <a:pt x="42" y="14"/>
                  </a:cubicBezTo>
                  <a:cubicBezTo>
                    <a:pt x="43" y="12"/>
                    <a:pt x="43" y="12"/>
                    <a:pt x="43" y="12"/>
                  </a:cubicBezTo>
                  <a:cubicBezTo>
                    <a:pt x="44" y="12"/>
                    <a:pt x="44" y="12"/>
                    <a:pt x="44" y="12"/>
                  </a:cubicBezTo>
                  <a:cubicBezTo>
                    <a:pt x="43" y="14"/>
                    <a:pt x="43" y="14"/>
                    <a:pt x="43" y="14"/>
                  </a:cubicBezTo>
                  <a:cubicBezTo>
                    <a:pt x="43" y="14"/>
                    <a:pt x="43" y="14"/>
                    <a:pt x="43" y="14"/>
                  </a:cubicBezTo>
                  <a:cubicBezTo>
                    <a:pt x="44" y="14"/>
                    <a:pt x="44" y="14"/>
                    <a:pt x="44" y="14"/>
                  </a:cubicBezTo>
                  <a:cubicBezTo>
                    <a:pt x="44" y="13"/>
                    <a:pt x="44" y="13"/>
                    <a:pt x="44" y="13"/>
                  </a:cubicBezTo>
                  <a:cubicBezTo>
                    <a:pt x="44" y="13"/>
                    <a:pt x="44" y="11"/>
                    <a:pt x="46" y="11"/>
                  </a:cubicBezTo>
                  <a:cubicBezTo>
                    <a:pt x="46" y="11"/>
                    <a:pt x="46" y="11"/>
                    <a:pt x="46" y="11"/>
                  </a:cubicBezTo>
                  <a:cubicBezTo>
                    <a:pt x="46" y="11"/>
                    <a:pt x="45" y="12"/>
                    <a:pt x="45" y="13"/>
                  </a:cubicBezTo>
                  <a:cubicBezTo>
                    <a:pt x="45" y="13"/>
                    <a:pt x="45" y="13"/>
                    <a:pt x="45" y="13"/>
                  </a:cubicBezTo>
                  <a:cubicBezTo>
                    <a:pt x="46" y="15"/>
                    <a:pt x="46" y="15"/>
                    <a:pt x="46" y="15"/>
                  </a:cubicBezTo>
                  <a:cubicBezTo>
                    <a:pt x="46" y="16"/>
                    <a:pt x="46" y="16"/>
                    <a:pt x="46" y="16"/>
                  </a:cubicBezTo>
                  <a:cubicBezTo>
                    <a:pt x="47" y="14"/>
                    <a:pt x="47" y="14"/>
                    <a:pt x="47" y="14"/>
                  </a:cubicBezTo>
                  <a:cubicBezTo>
                    <a:pt x="48" y="14"/>
                    <a:pt x="48" y="14"/>
                    <a:pt x="48" y="14"/>
                  </a:cubicBezTo>
                  <a:cubicBezTo>
                    <a:pt x="48" y="14"/>
                    <a:pt x="48" y="14"/>
                    <a:pt x="48" y="14"/>
                  </a:cubicBezTo>
                  <a:cubicBezTo>
                    <a:pt x="48" y="14"/>
                    <a:pt x="47" y="12"/>
                    <a:pt x="50" y="13"/>
                  </a:cubicBezTo>
                  <a:cubicBezTo>
                    <a:pt x="49" y="14"/>
                    <a:pt x="49" y="14"/>
                    <a:pt x="49" y="14"/>
                  </a:cubicBezTo>
                  <a:cubicBezTo>
                    <a:pt x="49" y="14"/>
                    <a:pt x="49" y="14"/>
                    <a:pt x="49" y="14"/>
                  </a:cubicBezTo>
                  <a:cubicBezTo>
                    <a:pt x="49" y="14"/>
                    <a:pt x="49" y="14"/>
                    <a:pt x="49" y="14"/>
                  </a:cubicBezTo>
                  <a:cubicBezTo>
                    <a:pt x="48" y="16"/>
                    <a:pt x="48" y="16"/>
                    <a:pt x="48" y="16"/>
                  </a:cubicBezTo>
                  <a:cubicBezTo>
                    <a:pt x="47" y="19"/>
                    <a:pt x="47" y="19"/>
                    <a:pt x="47" y="19"/>
                  </a:cubicBezTo>
                  <a:cubicBezTo>
                    <a:pt x="47" y="22"/>
                    <a:pt x="47" y="22"/>
                    <a:pt x="47" y="22"/>
                  </a:cubicBezTo>
                  <a:cubicBezTo>
                    <a:pt x="48" y="26"/>
                    <a:pt x="48" y="26"/>
                    <a:pt x="48" y="26"/>
                  </a:cubicBezTo>
                  <a:cubicBezTo>
                    <a:pt x="49" y="28"/>
                    <a:pt x="49" y="28"/>
                    <a:pt x="49" y="28"/>
                  </a:cubicBezTo>
                  <a:cubicBezTo>
                    <a:pt x="48" y="29"/>
                    <a:pt x="48" y="29"/>
                    <a:pt x="48" y="29"/>
                  </a:cubicBezTo>
                  <a:cubicBezTo>
                    <a:pt x="48" y="29"/>
                    <a:pt x="48" y="29"/>
                    <a:pt x="48" y="29"/>
                  </a:cubicBezTo>
                  <a:cubicBezTo>
                    <a:pt x="49" y="30"/>
                    <a:pt x="49" y="30"/>
                    <a:pt x="49" y="30"/>
                  </a:cubicBezTo>
                  <a:cubicBezTo>
                    <a:pt x="49" y="30"/>
                    <a:pt x="49" y="30"/>
                    <a:pt x="49" y="30"/>
                  </a:cubicBezTo>
                  <a:cubicBezTo>
                    <a:pt x="47" y="29"/>
                    <a:pt x="47" y="29"/>
                    <a:pt x="47" y="29"/>
                  </a:cubicBezTo>
                  <a:cubicBezTo>
                    <a:pt x="48" y="29"/>
                    <a:pt x="48" y="29"/>
                    <a:pt x="48" y="29"/>
                  </a:cubicBezTo>
                  <a:cubicBezTo>
                    <a:pt x="47" y="29"/>
                    <a:pt x="47" y="29"/>
                    <a:pt x="47" y="29"/>
                  </a:cubicBezTo>
                  <a:cubicBezTo>
                    <a:pt x="47" y="27"/>
                    <a:pt x="47" y="27"/>
                    <a:pt x="47" y="27"/>
                  </a:cubicBezTo>
                  <a:cubicBezTo>
                    <a:pt x="46" y="25"/>
                    <a:pt x="46" y="25"/>
                    <a:pt x="46" y="25"/>
                  </a:cubicBezTo>
                  <a:cubicBezTo>
                    <a:pt x="46" y="25"/>
                    <a:pt x="46" y="25"/>
                    <a:pt x="46" y="25"/>
                  </a:cubicBezTo>
                  <a:cubicBezTo>
                    <a:pt x="46" y="25"/>
                    <a:pt x="45" y="26"/>
                    <a:pt x="45" y="27"/>
                  </a:cubicBezTo>
                  <a:cubicBezTo>
                    <a:pt x="45" y="28"/>
                    <a:pt x="44" y="29"/>
                    <a:pt x="44" y="30"/>
                  </a:cubicBezTo>
                  <a:cubicBezTo>
                    <a:pt x="44" y="31"/>
                    <a:pt x="44" y="31"/>
                    <a:pt x="44" y="31"/>
                  </a:cubicBezTo>
                  <a:cubicBezTo>
                    <a:pt x="44" y="31"/>
                    <a:pt x="46" y="31"/>
                    <a:pt x="46" y="35"/>
                  </a:cubicBezTo>
                  <a:cubicBezTo>
                    <a:pt x="46" y="35"/>
                    <a:pt x="45" y="32"/>
                    <a:pt x="43" y="33"/>
                  </a:cubicBezTo>
                  <a:cubicBezTo>
                    <a:pt x="41" y="35"/>
                    <a:pt x="42" y="39"/>
                    <a:pt x="41" y="39"/>
                  </a:cubicBezTo>
                  <a:cubicBezTo>
                    <a:pt x="40" y="39"/>
                    <a:pt x="38" y="40"/>
                    <a:pt x="38" y="41"/>
                  </a:cubicBezTo>
                  <a:cubicBezTo>
                    <a:pt x="37" y="43"/>
                    <a:pt x="37" y="43"/>
                    <a:pt x="37" y="43"/>
                  </a:cubicBezTo>
                  <a:cubicBezTo>
                    <a:pt x="35" y="46"/>
                    <a:pt x="34" y="48"/>
                    <a:pt x="33" y="49"/>
                  </a:cubicBezTo>
                  <a:cubicBezTo>
                    <a:pt x="33" y="49"/>
                    <a:pt x="33" y="49"/>
                    <a:pt x="33" y="49"/>
                  </a:cubicBezTo>
                  <a:cubicBezTo>
                    <a:pt x="33" y="49"/>
                    <a:pt x="35" y="48"/>
                    <a:pt x="37" y="48"/>
                  </a:cubicBezTo>
                  <a:cubicBezTo>
                    <a:pt x="35" y="50"/>
                    <a:pt x="35" y="50"/>
                    <a:pt x="35" y="50"/>
                  </a:cubicBezTo>
                  <a:cubicBezTo>
                    <a:pt x="36" y="51"/>
                    <a:pt x="36" y="51"/>
                    <a:pt x="36" y="51"/>
                  </a:cubicBezTo>
                  <a:cubicBezTo>
                    <a:pt x="37" y="52"/>
                    <a:pt x="38" y="53"/>
                    <a:pt x="39" y="53"/>
                  </a:cubicBezTo>
                  <a:cubicBezTo>
                    <a:pt x="40" y="54"/>
                    <a:pt x="40" y="54"/>
                    <a:pt x="40" y="54"/>
                  </a:cubicBezTo>
                  <a:cubicBezTo>
                    <a:pt x="41" y="53"/>
                    <a:pt x="41" y="53"/>
                    <a:pt x="41" y="53"/>
                  </a:cubicBezTo>
                  <a:cubicBezTo>
                    <a:pt x="41" y="51"/>
                    <a:pt x="41" y="51"/>
                    <a:pt x="41" y="51"/>
                  </a:cubicBezTo>
                  <a:cubicBezTo>
                    <a:pt x="40" y="50"/>
                    <a:pt x="40" y="50"/>
                    <a:pt x="40" y="50"/>
                  </a:cubicBezTo>
                  <a:cubicBezTo>
                    <a:pt x="41" y="49"/>
                    <a:pt x="41" y="49"/>
                    <a:pt x="41" y="49"/>
                  </a:cubicBezTo>
                  <a:cubicBezTo>
                    <a:pt x="41" y="48"/>
                    <a:pt x="41" y="48"/>
                    <a:pt x="41" y="48"/>
                  </a:cubicBezTo>
                  <a:cubicBezTo>
                    <a:pt x="42" y="47"/>
                    <a:pt x="42" y="47"/>
                    <a:pt x="42" y="47"/>
                  </a:cubicBezTo>
                  <a:cubicBezTo>
                    <a:pt x="43" y="47"/>
                    <a:pt x="43" y="47"/>
                    <a:pt x="43" y="47"/>
                  </a:cubicBezTo>
                  <a:cubicBezTo>
                    <a:pt x="44" y="46"/>
                    <a:pt x="44" y="46"/>
                    <a:pt x="44" y="46"/>
                  </a:cubicBezTo>
                  <a:cubicBezTo>
                    <a:pt x="45" y="46"/>
                    <a:pt x="45" y="46"/>
                    <a:pt x="45" y="46"/>
                  </a:cubicBezTo>
                  <a:cubicBezTo>
                    <a:pt x="45" y="47"/>
                    <a:pt x="45" y="47"/>
                    <a:pt x="45" y="47"/>
                  </a:cubicBezTo>
                  <a:cubicBezTo>
                    <a:pt x="59" y="0"/>
                    <a:pt x="59" y="0"/>
                    <a:pt x="59" y="0"/>
                  </a:cubicBezTo>
                  <a:cubicBezTo>
                    <a:pt x="0" y="0"/>
                    <a:pt x="0" y="0"/>
                    <a:pt x="0" y="0"/>
                  </a:cubicBezTo>
                  <a:lnTo>
                    <a:pt x="0" y="82"/>
                  </a:lnTo>
                  <a:close/>
                  <a:moveTo>
                    <a:pt x="115" y="29"/>
                  </a:moveTo>
                  <a:cubicBezTo>
                    <a:pt x="113" y="29"/>
                    <a:pt x="113" y="27"/>
                    <a:pt x="112" y="27"/>
                  </a:cubicBezTo>
                  <a:cubicBezTo>
                    <a:pt x="112" y="29"/>
                    <a:pt x="111" y="31"/>
                    <a:pt x="111" y="31"/>
                  </a:cubicBezTo>
                  <a:cubicBezTo>
                    <a:pt x="111" y="33"/>
                    <a:pt x="112" y="33"/>
                    <a:pt x="112" y="34"/>
                  </a:cubicBezTo>
                  <a:cubicBezTo>
                    <a:pt x="116" y="33"/>
                    <a:pt x="115" y="29"/>
                    <a:pt x="115" y="29"/>
                  </a:cubicBezTo>
                  <a:moveTo>
                    <a:pt x="20" y="26"/>
                  </a:moveTo>
                  <a:cubicBezTo>
                    <a:pt x="20" y="24"/>
                    <a:pt x="20" y="24"/>
                    <a:pt x="20" y="24"/>
                  </a:cubicBezTo>
                  <a:lnTo>
                    <a:pt x="20" y="26"/>
                  </a:lnTo>
                  <a:close/>
                  <a:moveTo>
                    <a:pt x="12" y="44"/>
                  </a:moveTo>
                  <a:cubicBezTo>
                    <a:pt x="12" y="45"/>
                    <a:pt x="12" y="45"/>
                    <a:pt x="12" y="45"/>
                  </a:cubicBezTo>
                  <a:cubicBezTo>
                    <a:pt x="10" y="53"/>
                    <a:pt x="5" y="54"/>
                    <a:pt x="5" y="60"/>
                  </a:cubicBezTo>
                  <a:cubicBezTo>
                    <a:pt x="5" y="60"/>
                    <a:pt x="6" y="62"/>
                    <a:pt x="7" y="63"/>
                  </a:cubicBezTo>
                  <a:cubicBezTo>
                    <a:pt x="9" y="63"/>
                    <a:pt x="8" y="62"/>
                    <a:pt x="9" y="61"/>
                  </a:cubicBezTo>
                  <a:cubicBezTo>
                    <a:pt x="10" y="59"/>
                    <a:pt x="10" y="58"/>
                    <a:pt x="12" y="56"/>
                  </a:cubicBezTo>
                  <a:cubicBezTo>
                    <a:pt x="14" y="55"/>
                    <a:pt x="16" y="53"/>
                    <a:pt x="17" y="51"/>
                  </a:cubicBezTo>
                  <a:cubicBezTo>
                    <a:pt x="17" y="50"/>
                    <a:pt x="18" y="49"/>
                    <a:pt x="18" y="48"/>
                  </a:cubicBezTo>
                  <a:cubicBezTo>
                    <a:pt x="18" y="47"/>
                    <a:pt x="18" y="47"/>
                    <a:pt x="18" y="47"/>
                  </a:cubicBezTo>
                  <a:cubicBezTo>
                    <a:pt x="17" y="47"/>
                    <a:pt x="16" y="47"/>
                    <a:pt x="15" y="47"/>
                  </a:cubicBezTo>
                  <a:cubicBezTo>
                    <a:pt x="15" y="47"/>
                    <a:pt x="15" y="45"/>
                    <a:pt x="16" y="43"/>
                  </a:cubicBezTo>
                  <a:cubicBezTo>
                    <a:pt x="16" y="43"/>
                    <a:pt x="15" y="44"/>
                    <a:pt x="12" y="44"/>
                  </a:cubicBezTo>
                  <a:moveTo>
                    <a:pt x="21" y="34"/>
                  </a:moveTo>
                  <a:cubicBezTo>
                    <a:pt x="21" y="33"/>
                    <a:pt x="21" y="33"/>
                    <a:pt x="21" y="31"/>
                  </a:cubicBezTo>
                  <a:cubicBezTo>
                    <a:pt x="21" y="31"/>
                    <a:pt x="21" y="29"/>
                    <a:pt x="20" y="27"/>
                  </a:cubicBezTo>
                  <a:cubicBezTo>
                    <a:pt x="20" y="27"/>
                    <a:pt x="19" y="29"/>
                    <a:pt x="18" y="29"/>
                  </a:cubicBezTo>
                  <a:cubicBezTo>
                    <a:pt x="18" y="29"/>
                    <a:pt x="16" y="33"/>
                    <a:pt x="21" y="34"/>
                  </a:cubicBezTo>
                  <a:moveTo>
                    <a:pt x="9" y="35"/>
                  </a:moveTo>
                  <a:cubicBezTo>
                    <a:pt x="9" y="35"/>
                    <a:pt x="9" y="35"/>
                    <a:pt x="9" y="35"/>
                  </a:cubicBezTo>
                  <a:cubicBezTo>
                    <a:pt x="9" y="35"/>
                    <a:pt x="9" y="35"/>
                    <a:pt x="9" y="35"/>
                  </a:cubicBezTo>
                  <a:close/>
                  <a:moveTo>
                    <a:pt x="44" y="50"/>
                  </a:moveTo>
                  <a:cubicBezTo>
                    <a:pt x="44" y="50"/>
                    <a:pt x="44" y="50"/>
                    <a:pt x="44" y="50"/>
                  </a:cubicBezTo>
                  <a:cubicBezTo>
                    <a:pt x="43" y="52"/>
                    <a:pt x="43" y="52"/>
                    <a:pt x="43" y="52"/>
                  </a:cubicBezTo>
                  <a:lnTo>
                    <a:pt x="44" y="50"/>
                  </a:lnTo>
                  <a:close/>
                  <a:moveTo>
                    <a:pt x="45" y="47"/>
                  </a:moveTo>
                  <a:cubicBezTo>
                    <a:pt x="45" y="47"/>
                    <a:pt x="45" y="47"/>
                    <a:pt x="45" y="47"/>
                  </a:cubicBezTo>
                  <a:cubicBezTo>
                    <a:pt x="45" y="47"/>
                    <a:pt x="45" y="47"/>
                    <a:pt x="45" y="47"/>
                  </a:cubicBezTo>
                  <a:cubicBezTo>
                    <a:pt x="45" y="48"/>
                    <a:pt x="45" y="48"/>
                    <a:pt x="45" y="48"/>
                  </a:cubicBezTo>
                  <a:cubicBezTo>
                    <a:pt x="45" y="48"/>
                    <a:pt x="45" y="48"/>
                    <a:pt x="45" y="48"/>
                  </a:cubicBezTo>
                  <a:lnTo>
                    <a:pt x="45" y="47"/>
                  </a:lnTo>
                  <a:close/>
                  <a:moveTo>
                    <a:pt x="40" y="61"/>
                  </a:moveTo>
                  <a:cubicBezTo>
                    <a:pt x="40" y="62"/>
                    <a:pt x="40" y="62"/>
                    <a:pt x="40" y="62"/>
                  </a:cubicBezTo>
                  <a:cubicBezTo>
                    <a:pt x="40" y="63"/>
                    <a:pt x="40" y="63"/>
                    <a:pt x="40" y="63"/>
                  </a:cubicBezTo>
                  <a:cubicBezTo>
                    <a:pt x="40" y="63"/>
                    <a:pt x="40" y="63"/>
                    <a:pt x="40" y="63"/>
                  </a:cubicBezTo>
                  <a:cubicBezTo>
                    <a:pt x="42" y="56"/>
                    <a:pt x="42" y="56"/>
                    <a:pt x="42" y="56"/>
                  </a:cubicBezTo>
                  <a:cubicBezTo>
                    <a:pt x="42" y="56"/>
                    <a:pt x="42" y="56"/>
                    <a:pt x="42" y="56"/>
                  </a:cubicBezTo>
                  <a:cubicBezTo>
                    <a:pt x="42" y="57"/>
                    <a:pt x="41" y="58"/>
                    <a:pt x="41" y="59"/>
                  </a:cubicBezTo>
                  <a:lnTo>
                    <a:pt x="40" y="61"/>
                  </a:lnTo>
                  <a:close/>
                  <a:moveTo>
                    <a:pt x="72" y="0"/>
                  </a:moveTo>
                  <a:cubicBezTo>
                    <a:pt x="113" y="136"/>
                    <a:pt x="113" y="136"/>
                    <a:pt x="113" y="136"/>
                  </a:cubicBezTo>
                  <a:cubicBezTo>
                    <a:pt x="124" y="123"/>
                    <a:pt x="132" y="105"/>
                    <a:pt x="132" y="82"/>
                  </a:cubicBezTo>
                  <a:cubicBezTo>
                    <a:pt x="132" y="0"/>
                    <a:pt x="132" y="0"/>
                    <a:pt x="132" y="0"/>
                  </a:cubicBezTo>
                  <a:lnTo>
                    <a:pt x="72" y="0"/>
                  </a:lnTo>
                  <a:close/>
                  <a:moveTo>
                    <a:pt x="131" y="49"/>
                  </a:moveTo>
                  <a:cubicBezTo>
                    <a:pt x="132" y="53"/>
                    <a:pt x="127" y="52"/>
                    <a:pt x="127" y="52"/>
                  </a:cubicBezTo>
                  <a:cubicBezTo>
                    <a:pt x="128" y="52"/>
                    <a:pt x="129" y="50"/>
                    <a:pt x="129" y="49"/>
                  </a:cubicBezTo>
                  <a:cubicBezTo>
                    <a:pt x="129" y="48"/>
                    <a:pt x="127" y="46"/>
                    <a:pt x="126" y="44"/>
                  </a:cubicBezTo>
                  <a:cubicBezTo>
                    <a:pt x="125" y="41"/>
                    <a:pt x="128" y="40"/>
                    <a:pt x="128" y="40"/>
                  </a:cubicBezTo>
                  <a:cubicBezTo>
                    <a:pt x="129" y="39"/>
                    <a:pt x="129" y="39"/>
                    <a:pt x="129" y="39"/>
                  </a:cubicBezTo>
                  <a:cubicBezTo>
                    <a:pt x="129" y="37"/>
                    <a:pt x="127" y="36"/>
                    <a:pt x="126" y="37"/>
                  </a:cubicBezTo>
                  <a:cubicBezTo>
                    <a:pt x="126" y="37"/>
                    <a:pt x="125" y="36"/>
                    <a:pt x="124" y="37"/>
                  </a:cubicBezTo>
                  <a:cubicBezTo>
                    <a:pt x="124" y="38"/>
                    <a:pt x="124" y="38"/>
                    <a:pt x="124" y="38"/>
                  </a:cubicBezTo>
                  <a:cubicBezTo>
                    <a:pt x="123" y="39"/>
                    <a:pt x="123" y="39"/>
                    <a:pt x="123" y="39"/>
                  </a:cubicBezTo>
                  <a:cubicBezTo>
                    <a:pt x="123" y="39"/>
                    <a:pt x="123" y="41"/>
                    <a:pt x="123" y="42"/>
                  </a:cubicBezTo>
                  <a:cubicBezTo>
                    <a:pt x="123" y="49"/>
                    <a:pt x="130" y="55"/>
                    <a:pt x="130" y="60"/>
                  </a:cubicBezTo>
                  <a:cubicBezTo>
                    <a:pt x="130" y="64"/>
                    <a:pt x="126" y="67"/>
                    <a:pt x="126" y="67"/>
                  </a:cubicBezTo>
                  <a:cubicBezTo>
                    <a:pt x="127" y="69"/>
                    <a:pt x="127" y="69"/>
                    <a:pt x="127" y="69"/>
                  </a:cubicBezTo>
                  <a:cubicBezTo>
                    <a:pt x="126" y="69"/>
                    <a:pt x="126" y="69"/>
                    <a:pt x="126" y="69"/>
                  </a:cubicBezTo>
                  <a:cubicBezTo>
                    <a:pt x="127" y="71"/>
                    <a:pt x="127" y="71"/>
                    <a:pt x="127" y="71"/>
                  </a:cubicBezTo>
                  <a:cubicBezTo>
                    <a:pt x="125" y="71"/>
                    <a:pt x="125" y="71"/>
                    <a:pt x="125" y="71"/>
                  </a:cubicBezTo>
                  <a:cubicBezTo>
                    <a:pt x="126" y="72"/>
                    <a:pt x="126" y="72"/>
                    <a:pt x="126" y="72"/>
                  </a:cubicBezTo>
                  <a:cubicBezTo>
                    <a:pt x="125" y="72"/>
                    <a:pt x="125" y="72"/>
                    <a:pt x="125" y="72"/>
                  </a:cubicBezTo>
                  <a:cubicBezTo>
                    <a:pt x="125" y="74"/>
                    <a:pt x="125" y="74"/>
                    <a:pt x="125" y="74"/>
                  </a:cubicBezTo>
                  <a:cubicBezTo>
                    <a:pt x="124" y="74"/>
                    <a:pt x="124" y="74"/>
                    <a:pt x="124" y="74"/>
                  </a:cubicBezTo>
                  <a:cubicBezTo>
                    <a:pt x="125" y="75"/>
                    <a:pt x="125" y="75"/>
                    <a:pt x="125" y="75"/>
                  </a:cubicBezTo>
                  <a:cubicBezTo>
                    <a:pt x="123" y="75"/>
                    <a:pt x="123" y="75"/>
                    <a:pt x="123" y="75"/>
                  </a:cubicBezTo>
                  <a:cubicBezTo>
                    <a:pt x="124" y="78"/>
                    <a:pt x="124" y="78"/>
                    <a:pt x="124" y="78"/>
                  </a:cubicBezTo>
                  <a:cubicBezTo>
                    <a:pt x="123" y="78"/>
                    <a:pt x="123" y="78"/>
                    <a:pt x="123" y="78"/>
                  </a:cubicBezTo>
                  <a:cubicBezTo>
                    <a:pt x="124" y="80"/>
                    <a:pt x="124" y="80"/>
                    <a:pt x="124" y="80"/>
                  </a:cubicBezTo>
                  <a:cubicBezTo>
                    <a:pt x="125" y="83"/>
                    <a:pt x="125" y="83"/>
                    <a:pt x="125" y="83"/>
                  </a:cubicBezTo>
                  <a:cubicBezTo>
                    <a:pt x="125" y="84"/>
                    <a:pt x="125" y="85"/>
                    <a:pt x="125" y="87"/>
                  </a:cubicBezTo>
                  <a:cubicBezTo>
                    <a:pt x="125" y="88"/>
                    <a:pt x="125" y="89"/>
                    <a:pt x="125" y="89"/>
                  </a:cubicBezTo>
                  <a:cubicBezTo>
                    <a:pt x="126" y="94"/>
                    <a:pt x="126" y="94"/>
                    <a:pt x="126" y="94"/>
                  </a:cubicBezTo>
                  <a:cubicBezTo>
                    <a:pt x="125" y="96"/>
                    <a:pt x="125" y="96"/>
                    <a:pt x="125" y="96"/>
                  </a:cubicBezTo>
                  <a:cubicBezTo>
                    <a:pt x="125" y="100"/>
                    <a:pt x="125" y="100"/>
                    <a:pt x="125" y="100"/>
                  </a:cubicBezTo>
                  <a:cubicBezTo>
                    <a:pt x="123" y="101"/>
                    <a:pt x="123" y="101"/>
                    <a:pt x="123" y="101"/>
                  </a:cubicBezTo>
                  <a:cubicBezTo>
                    <a:pt x="122" y="101"/>
                    <a:pt x="120" y="101"/>
                    <a:pt x="118" y="101"/>
                  </a:cubicBezTo>
                  <a:cubicBezTo>
                    <a:pt x="117" y="101"/>
                    <a:pt x="116" y="100"/>
                    <a:pt x="114" y="99"/>
                  </a:cubicBezTo>
                  <a:cubicBezTo>
                    <a:pt x="113" y="98"/>
                    <a:pt x="113" y="99"/>
                    <a:pt x="113" y="98"/>
                  </a:cubicBezTo>
                  <a:cubicBezTo>
                    <a:pt x="115" y="96"/>
                    <a:pt x="115" y="96"/>
                    <a:pt x="115" y="96"/>
                  </a:cubicBezTo>
                  <a:cubicBezTo>
                    <a:pt x="116" y="96"/>
                    <a:pt x="117" y="96"/>
                    <a:pt x="118" y="96"/>
                  </a:cubicBezTo>
                  <a:cubicBezTo>
                    <a:pt x="119" y="96"/>
                    <a:pt x="119" y="97"/>
                    <a:pt x="121" y="97"/>
                  </a:cubicBezTo>
                  <a:cubicBezTo>
                    <a:pt x="122" y="97"/>
                    <a:pt x="122" y="95"/>
                    <a:pt x="122" y="94"/>
                  </a:cubicBezTo>
                  <a:cubicBezTo>
                    <a:pt x="122" y="93"/>
                    <a:pt x="123" y="92"/>
                    <a:pt x="122" y="91"/>
                  </a:cubicBezTo>
                  <a:cubicBezTo>
                    <a:pt x="121" y="89"/>
                    <a:pt x="121" y="88"/>
                    <a:pt x="121" y="87"/>
                  </a:cubicBezTo>
                  <a:cubicBezTo>
                    <a:pt x="121" y="86"/>
                    <a:pt x="121" y="86"/>
                    <a:pt x="120" y="85"/>
                  </a:cubicBezTo>
                  <a:cubicBezTo>
                    <a:pt x="119" y="84"/>
                    <a:pt x="119" y="83"/>
                    <a:pt x="119" y="82"/>
                  </a:cubicBezTo>
                  <a:cubicBezTo>
                    <a:pt x="119" y="81"/>
                    <a:pt x="119" y="80"/>
                    <a:pt x="118" y="79"/>
                  </a:cubicBezTo>
                  <a:cubicBezTo>
                    <a:pt x="117" y="78"/>
                    <a:pt x="116" y="75"/>
                    <a:pt x="115" y="75"/>
                  </a:cubicBezTo>
                  <a:cubicBezTo>
                    <a:pt x="115" y="74"/>
                    <a:pt x="114" y="72"/>
                    <a:pt x="114" y="72"/>
                  </a:cubicBezTo>
                  <a:cubicBezTo>
                    <a:pt x="113" y="70"/>
                    <a:pt x="113" y="70"/>
                    <a:pt x="113" y="70"/>
                  </a:cubicBezTo>
                  <a:cubicBezTo>
                    <a:pt x="111" y="69"/>
                    <a:pt x="111" y="69"/>
                    <a:pt x="111" y="69"/>
                  </a:cubicBezTo>
                  <a:cubicBezTo>
                    <a:pt x="110" y="68"/>
                    <a:pt x="110" y="68"/>
                    <a:pt x="110" y="68"/>
                  </a:cubicBezTo>
                  <a:cubicBezTo>
                    <a:pt x="110" y="69"/>
                    <a:pt x="110" y="69"/>
                    <a:pt x="110" y="69"/>
                  </a:cubicBezTo>
                  <a:cubicBezTo>
                    <a:pt x="110" y="70"/>
                    <a:pt x="110" y="70"/>
                    <a:pt x="110" y="70"/>
                  </a:cubicBezTo>
                  <a:cubicBezTo>
                    <a:pt x="111" y="72"/>
                    <a:pt x="111" y="72"/>
                    <a:pt x="111" y="72"/>
                  </a:cubicBezTo>
                  <a:cubicBezTo>
                    <a:pt x="111" y="74"/>
                    <a:pt x="111" y="74"/>
                    <a:pt x="111" y="74"/>
                  </a:cubicBezTo>
                  <a:cubicBezTo>
                    <a:pt x="109" y="75"/>
                    <a:pt x="109" y="75"/>
                    <a:pt x="109" y="75"/>
                  </a:cubicBezTo>
                  <a:cubicBezTo>
                    <a:pt x="107" y="77"/>
                    <a:pt x="107" y="77"/>
                    <a:pt x="107" y="77"/>
                  </a:cubicBezTo>
                  <a:cubicBezTo>
                    <a:pt x="106" y="79"/>
                    <a:pt x="106" y="79"/>
                    <a:pt x="106" y="79"/>
                  </a:cubicBezTo>
                  <a:cubicBezTo>
                    <a:pt x="105" y="79"/>
                    <a:pt x="105" y="79"/>
                    <a:pt x="105" y="79"/>
                  </a:cubicBezTo>
                  <a:cubicBezTo>
                    <a:pt x="105" y="79"/>
                    <a:pt x="104" y="81"/>
                    <a:pt x="103" y="82"/>
                  </a:cubicBezTo>
                  <a:cubicBezTo>
                    <a:pt x="103" y="83"/>
                    <a:pt x="102" y="83"/>
                    <a:pt x="101" y="83"/>
                  </a:cubicBezTo>
                  <a:cubicBezTo>
                    <a:pt x="100" y="83"/>
                    <a:pt x="98" y="81"/>
                    <a:pt x="98" y="80"/>
                  </a:cubicBezTo>
                  <a:cubicBezTo>
                    <a:pt x="97" y="79"/>
                    <a:pt x="96" y="76"/>
                    <a:pt x="96" y="76"/>
                  </a:cubicBezTo>
                  <a:cubicBezTo>
                    <a:pt x="96" y="73"/>
                    <a:pt x="96" y="73"/>
                    <a:pt x="96" y="73"/>
                  </a:cubicBezTo>
                  <a:cubicBezTo>
                    <a:pt x="98" y="74"/>
                    <a:pt x="98" y="74"/>
                    <a:pt x="98" y="74"/>
                  </a:cubicBezTo>
                  <a:cubicBezTo>
                    <a:pt x="99" y="75"/>
                    <a:pt x="99" y="75"/>
                    <a:pt x="99" y="75"/>
                  </a:cubicBezTo>
                  <a:cubicBezTo>
                    <a:pt x="100" y="76"/>
                    <a:pt x="100" y="76"/>
                    <a:pt x="100" y="76"/>
                  </a:cubicBezTo>
                  <a:cubicBezTo>
                    <a:pt x="100" y="78"/>
                    <a:pt x="100" y="78"/>
                    <a:pt x="100" y="78"/>
                  </a:cubicBezTo>
                  <a:cubicBezTo>
                    <a:pt x="101" y="79"/>
                    <a:pt x="101" y="79"/>
                    <a:pt x="101" y="79"/>
                  </a:cubicBezTo>
                  <a:cubicBezTo>
                    <a:pt x="101" y="78"/>
                    <a:pt x="101" y="78"/>
                    <a:pt x="102" y="78"/>
                  </a:cubicBezTo>
                  <a:cubicBezTo>
                    <a:pt x="103" y="77"/>
                    <a:pt x="105" y="75"/>
                    <a:pt x="105" y="74"/>
                  </a:cubicBezTo>
                  <a:cubicBezTo>
                    <a:pt x="106" y="73"/>
                    <a:pt x="107" y="72"/>
                    <a:pt x="106" y="70"/>
                  </a:cubicBezTo>
                  <a:cubicBezTo>
                    <a:pt x="105" y="69"/>
                    <a:pt x="103" y="67"/>
                    <a:pt x="102" y="66"/>
                  </a:cubicBezTo>
                  <a:cubicBezTo>
                    <a:pt x="100" y="65"/>
                    <a:pt x="102" y="64"/>
                    <a:pt x="102" y="64"/>
                  </a:cubicBezTo>
                  <a:cubicBezTo>
                    <a:pt x="100" y="64"/>
                    <a:pt x="100" y="62"/>
                    <a:pt x="100" y="62"/>
                  </a:cubicBezTo>
                  <a:cubicBezTo>
                    <a:pt x="101" y="56"/>
                    <a:pt x="107" y="58"/>
                    <a:pt x="108" y="58"/>
                  </a:cubicBezTo>
                  <a:cubicBezTo>
                    <a:pt x="108" y="58"/>
                    <a:pt x="107" y="57"/>
                    <a:pt x="107" y="56"/>
                  </a:cubicBezTo>
                  <a:cubicBezTo>
                    <a:pt x="106" y="55"/>
                    <a:pt x="103" y="54"/>
                    <a:pt x="103" y="53"/>
                  </a:cubicBezTo>
                  <a:cubicBezTo>
                    <a:pt x="103" y="52"/>
                    <a:pt x="103" y="52"/>
                    <a:pt x="103" y="52"/>
                  </a:cubicBezTo>
                  <a:cubicBezTo>
                    <a:pt x="100" y="53"/>
                    <a:pt x="99" y="57"/>
                    <a:pt x="99" y="57"/>
                  </a:cubicBezTo>
                  <a:cubicBezTo>
                    <a:pt x="98" y="56"/>
                    <a:pt x="98" y="55"/>
                    <a:pt x="98" y="54"/>
                  </a:cubicBezTo>
                  <a:cubicBezTo>
                    <a:pt x="96" y="54"/>
                    <a:pt x="96" y="54"/>
                    <a:pt x="96" y="54"/>
                  </a:cubicBezTo>
                  <a:cubicBezTo>
                    <a:pt x="95" y="54"/>
                    <a:pt x="95" y="55"/>
                    <a:pt x="94" y="55"/>
                  </a:cubicBezTo>
                  <a:cubicBezTo>
                    <a:pt x="93" y="56"/>
                    <a:pt x="93" y="56"/>
                    <a:pt x="92" y="57"/>
                  </a:cubicBezTo>
                  <a:cubicBezTo>
                    <a:pt x="93" y="58"/>
                    <a:pt x="93" y="58"/>
                    <a:pt x="93" y="58"/>
                  </a:cubicBezTo>
                  <a:cubicBezTo>
                    <a:pt x="94" y="59"/>
                    <a:pt x="94" y="59"/>
                    <a:pt x="94" y="59"/>
                  </a:cubicBezTo>
                  <a:cubicBezTo>
                    <a:pt x="94" y="61"/>
                    <a:pt x="94" y="61"/>
                    <a:pt x="94" y="61"/>
                  </a:cubicBezTo>
                  <a:cubicBezTo>
                    <a:pt x="94" y="62"/>
                    <a:pt x="94" y="62"/>
                    <a:pt x="94" y="62"/>
                  </a:cubicBezTo>
                  <a:cubicBezTo>
                    <a:pt x="94" y="63"/>
                    <a:pt x="94" y="63"/>
                    <a:pt x="94" y="63"/>
                  </a:cubicBezTo>
                  <a:cubicBezTo>
                    <a:pt x="92" y="63"/>
                    <a:pt x="92" y="63"/>
                    <a:pt x="92" y="63"/>
                  </a:cubicBezTo>
                  <a:cubicBezTo>
                    <a:pt x="93" y="63"/>
                    <a:pt x="93" y="63"/>
                    <a:pt x="93" y="63"/>
                  </a:cubicBezTo>
                  <a:cubicBezTo>
                    <a:pt x="93" y="62"/>
                    <a:pt x="93" y="62"/>
                    <a:pt x="93" y="62"/>
                  </a:cubicBezTo>
                  <a:cubicBezTo>
                    <a:pt x="92" y="61"/>
                    <a:pt x="92" y="61"/>
                    <a:pt x="92" y="61"/>
                  </a:cubicBezTo>
                  <a:cubicBezTo>
                    <a:pt x="91" y="59"/>
                    <a:pt x="91" y="59"/>
                    <a:pt x="91" y="59"/>
                  </a:cubicBezTo>
                  <a:cubicBezTo>
                    <a:pt x="91" y="58"/>
                    <a:pt x="91" y="57"/>
                    <a:pt x="90" y="56"/>
                  </a:cubicBezTo>
                  <a:cubicBezTo>
                    <a:pt x="89" y="53"/>
                    <a:pt x="89" y="53"/>
                    <a:pt x="89" y="53"/>
                  </a:cubicBezTo>
                  <a:cubicBezTo>
                    <a:pt x="88" y="50"/>
                    <a:pt x="88" y="50"/>
                    <a:pt x="88" y="50"/>
                  </a:cubicBezTo>
                  <a:cubicBezTo>
                    <a:pt x="88" y="48"/>
                    <a:pt x="88" y="48"/>
                    <a:pt x="88" y="48"/>
                  </a:cubicBezTo>
                  <a:cubicBezTo>
                    <a:pt x="88" y="47"/>
                    <a:pt x="88" y="47"/>
                    <a:pt x="88" y="47"/>
                  </a:cubicBezTo>
                  <a:cubicBezTo>
                    <a:pt x="88" y="47"/>
                    <a:pt x="88" y="47"/>
                    <a:pt x="88" y="47"/>
                  </a:cubicBezTo>
                  <a:cubicBezTo>
                    <a:pt x="87" y="47"/>
                    <a:pt x="87" y="47"/>
                    <a:pt x="87" y="47"/>
                  </a:cubicBezTo>
                  <a:cubicBezTo>
                    <a:pt x="88" y="46"/>
                    <a:pt x="88" y="46"/>
                    <a:pt x="88" y="46"/>
                  </a:cubicBezTo>
                  <a:cubicBezTo>
                    <a:pt x="89" y="46"/>
                    <a:pt x="89" y="46"/>
                    <a:pt x="89" y="46"/>
                  </a:cubicBezTo>
                  <a:cubicBezTo>
                    <a:pt x="90" y="47"/>
                    <a:pt x="90" y="47"/>
                    <a:pt x="90" y="47"/>
                  </a:cubicBezTo>
                  <a:cubicBezTo>
                    <a:pt x="91" y="47"/>
                    <a:pt x="91" y="47"/>
                    <a:pt x="91" y="47"/>
                  </a:cubicBezTo>
                  <a:cubicBezTo>
                    <a:pt x="92" y="48"/>
                    <a:pt x="92" y="48"/>
                    <a:pt x="92" y="48"/>
                  </a:cubicBezTo>
                  <a:cubicBezTo>
                    <a:pt x="92" y="49"/>
                    <a:pt x="92" y="49"/>
                    <a:pt x="92" y="49"/>
                  </a:cubicBezTo>
                  <a:cubicBezTo>
                    <a:pt x="92" y="50"/>
                    <a:pt x="92" y="50"/>
                    <a:pt x="92" y="50"/>
                  </a:cubicBezTo>
                  <a:cubicBezTo>
                    <a:pt x="92" y="51"/>
                    <a:pt x="92" y="51"/>
                    <a:pt x="92" y="51"/>
                  </a:cubicBezTo>
                  <a:cubicBezTo>
                    <a:pt x="91" y="53"/>
                    <a:pt x="91" y="53"/>
                    <a:pt x="91" y="53"/>
                  </a:cubicBezTo>
                  <a:cubicBezTo>
                    <a:pt x="92" y="54"/>
                    <a:pt x="92" y="54"/>
                    <a:pt x="92" y="54"/>
                  </a:cubicBezTo>
                  <a:cubicBezTo>
                    <a:pt x="94" y="53"/>
                    <a:pt x="94" y="53"/>
                    <a:pt x="94" y="53"/>
                  </a:cubicBezTo>
                  <a:cubicBezTo>
                    <a:pt x="94" y="53"/>
                    <a:pt x="96" y="52"/>
                    <a:pt x="97" y="51"/>
                  </a:cubicBezTo>
                  <a:cubicBezTo>
                    <a:pt x="97" y="50"/>
                    <a:pt x="97" y="50"/>
                    <a:pt x="97" y="50"/>
                  </a:cubicBezTo>
                  <a:cubicBezTo>
                    <a:pt x="95" y="48"/>
                    <a:pt x="95" y="48"/>
                    <a:pt x="95" y="48"/>
                  </a:cubicBezTo>
                  <a:cubicBezTo>
                    <a:pt x="98" y="48"/>
                    <a:pt x="99" y="49"/>
                    <a:pt x="99" y="49"/>
                  </a:cubicBezTo>
                  <a:cubicBezTo>
                    <a:pt x="99" y="49"/>
                    <a:pt x="99" y="49"/>
                    <a:pt x="99" y="49"/>
                  </a:cubicBezTo>
                  <a:cubicBezTo>
                    <a:pt x="99" y="48"/>
                    <a:pt x="97" y="46"/>
                    <a:pt x="95" y="43"/>
                  </a:cubicBezTo>
                  <a:cubicBezTo>
                    <a:pt x="95" y="41"/>
                    <a:pt x="95" y="41"/>
                    <a:pt x="95" y="41"/>
                  </a:cubicBezTo>
                  <a:cubicBezTo>
                    <a:pt x="94" y="40"/>
                    <a:pt x="92" y="39"/>
                    <a:pt x="92" y="39"/>
                  </a:cubicBezTo>
                  <a:cubicBezTo>
                    <a:pt x="91" y="39"/>
                    <a:pt x="92" y="35"/>
                    <a:pt x="90" y="33"/>
                  </a:cubicBezTo>
                  <a:cubicBezTo>
                    <a:pt x="87" y="32"/>
                    <a:pt x="87" y="35"/>
                    <a:pt x="87" y="35"/>
                  </a:cubicBezTo>
                  <a:cubicBezTo>
                    <a:pt x="87" y="31"/>
                    <a:pt x="88" y="31"/>
                    <a:pt x="89" y="31"/>
                  </a:cubicBezTo>
                  <a:cubicBezTo>
                    <a:pt x="88" y="30"/>
                    <a:pt x="88" y="30"/>
                    <a:pt x="88" y="30"/>
                  </a:cubicBezTo>
                  <a:cubicBezTo>
                    <a:pt x="88" y="29"/>
                    <a:pt x="88" y="28"/>
                    <a:pt x="88" y="27"/>
                  </a:cubicBezTo>
                  <a:cubicBezTo>
                    <a:pt x="87" y="26"/>
                    <a:pt x="86" y="25"/>
                    <a:pt x="86" y="25"/>
                  </a:cubicBezTo>
                  <a:cubicBezTo>
                    <a:pt x="86" y="25"/>
                    <a:pt x="86" y="25"/>
                    <a:pt x="86" y="25"/>
                  </a:cubicBezTo>
                  <a:cubicBezTo>
                    <a:pt x="86" y="27"/>
                    <a:pt x="86" y="27"/>
                    <a:pt x="86" y="27"/>
                  </a:cubicBezTo>
                  <a:cubicBezTo>
                    <a:pt x="86" y="29"/>
                    <a:pt x="86" y="29"/>
                    <a:pt x="86" y="29"/>
                  </a:cubicBezTo>
                  <a:cubicBezTo>
                    <a:pt x="85" y="29"/>
                    <a:pt x="85" y="29"/>
                    <a:pt x="85" y="29"/>
                  </a:cubicBezTo>
                  <a:cubicBezTo>
                    <a:pt x="85" y="29"/>
                    <a:pt x="85" y="29"/>
                    <a:pt x="85" y="29"/>
                  </a:cubicBezTo>
                  <a:cubicBezTo>
                    <a:pt x="84" y="30"/>
                    <a:pt x="84" y="30"/>
                    <a:pt x="84" y="30"/>
                  </a:cubicBezTo>
                  <a:cubicBezTo>
                    <a:pt x="83" y="30"/>
                    <a:pt x="83" y="30"/>
                    <a:pt x="83" y="30"/>
                  </a:cubicBezTo>
                  <a:cubicBezTo>
                    <a:pt x="84" y="29"/>
                    <a:pt x="84" y="29"/>
                    <a:pt x="84" y="29"/>
                  </a:cubicBezTo>
                  <a:cubicBezTo>
                    <a:pt x="84" y="29"/>
                    <a:pt x="84" y="29"/>
                    <a:pt x="84" y="29"/>
                  </a:cubicBezTo>
                  <a:cubicBezTo>
                    <a:pt x="84" y="28"/>
                    <a:pt x="84" y="28"/>
                    <a:pt x="84" y="28"/>
                  </a:cubicBezTo>
                  <a:cubicBezTo>
                    <a:pt x="85" y="26"/>
                    <a:pt x="85" y="26"/>
                    <a:pt x="85" y="26"/>
                  </a:cubicBezTo>
                  <a:cubicBezTo>
                    <a:pt x="86" y="22"/>
                    <a:pt x="86" y="22"/>
                    <a:pt x="86" y="22"/>
                  </a:cubicBezTo>
                  <a:cubicBezTo>
                    <a:pt x="85" y="19"/>
                    <a:pt x="85" y="19"/>
                    <a:pt x="85" y="19"/>
                  </a:cubicBezTo>
                  <a:cubicBezTo>
                    <a:pt x="84" y="16"/>
                    <a:pt x="84" y="16"/>
                    <a:pt x="84" y="16"/>
                  </a:cubicBezTo>
                  <a:cubicBezTo>
                    <a:pt x="84" y="14"/>
                    <a:pt x="84" y="14"/>
                    <a:pt x="84" y="14"/>
                  </a:cubicBezTo>
                  <a:cubicBezTo>
                    <a:pt x="84" y="14"/>
                    <a:pt x="84" y="14"/>
                    <a:pt x="84" y="14"/>
                  </a:cubicBezTo>
                  <a:cubicBezTo>
                    <a:pt x="84" y="14"/>
                    <a:pt x="84" y="14"/>
                    <a:pt x="84" y="14"/>
                  </a:cubicBezTo>
                  <a:cubicBezTo>
                    <a:pt x="83" y="13"/>
                    <a:pt x="83" y="13"/>
                    <a:pt x="83" y="13"/>
                  </a:cubicBezTo>
                  <a:cubicBezTo>
                    <a:pt x="85" y="12"/>
                    <a:pt x="85" y="14"/>
                    <a:pt x="85" y="14"/>
                  </a:cubicBezTo>
                  <a:cubicBezTo>
                    <a:pt x="85" y="14"/>
                    <a:pt x="85" y="14"/>
                    <a:pt x="85" y="14"/>
                  </a:cubicBezTo>
                  <a:cubicBezTo>
                    <a:pt x="85" y="14"/>
                    <a:pt x="85" y="14"/>
                    <a:pt x="85" y="14"/>
                  </a:cubicBezTo>
                  <a:cubicBezTo>
                    <a:pt x="87" y="16"/>
                    <a:pt x="87" y="16"/>
                    <a:pt x="87" y="16"/>
                  </a:cubicBezTo>
                  <a:cubicBezTo>
                    <a:pt x="87" y="15"/>
                    <a:pt x="87" y="15"/>
                    <a:pt x="87" y="15"/>
                  </a:cubicBezTo>
                  <a:cubicBezTo>
                    <a:pt x="87" y="13"/>
                    <a:pt x="87" y="13"/>
                    <a:pt x="87" y="13"/>
                  </a:cubicBezTo>
                  <a:cubicBezTo>
                    <a:pt x="87" y="13"/>
                    <a:pt x="87" y="13"/>
                    <a:pt x="87" y="13"/>
                  </a:cubicBezTo>
                  <a:cubicBezTo>
                    <a:pt x="88" y="12"/>
                    <a:pt x="87" y="11"/>
                    <a:pt x="87" y="11"/>
                  </a:cubicBezTo>
                  <a:cubicBezTo>
                    <a:pt x="87" y="11"/>
                    <a:pt x="87" y="11"/>
                    <a:pt x="87" y="11"/>
                  </a:cubicBezTo>
                  <a:cubicBezTo>
                    <a:pt x="88" y="11"/>
                    <a:pt x="88" y="13"/>
                    <a:pt x="88" y="13"/>
                  </a:cubicBezTo>
                  <a:cubicBezTo>
                    <a:pt x="89" y="14"/>
                    <a:pt x="89" y="14"/>
                    <a:pt x="89" y="14"/>
                  </a:cubicBezTo>
                  <a:cubicBezTo>
                    <a:pt x="89" y="14"/>
                    <a:pt x="89" y="14"/>
                    <a:pt x="89" y="14"/>
                  </a:cubicBezTo>
                  <a:cubicBezTo>
                    <a:pt x="89" y="14"/>
                    <a:pt x="89" y="14"/>
                    <a:pt x="89" y="14"/>
                  </a:cubicBezTo>
                  <a:cubicBezTo>
                    <a:pt x="89" y="12"/>
                    <a:pt x="89" y="12"/>
                    <a:pt x="89" y="12"/>
                  </a:cubicBezTo>
                  <a:cubicBezTo>
                    <a:pt x="89" y="12"/>
                    <a:pt x="89" y="12"/>
                    <a:pt x="89" y="12"/>
                  </a:cubicBezTo>
                  <a:cubicBezTo>
                    <a:pt x="90" y="13"/>
                    <a:pt x="90" y="14"/>
                    <a:pt x="90" y="14"/>
                  </a:cubicBezTo>
                  <a:cubicBezTo>
                    <a:pt x="90" y="14"/>
                    <a:pt x="90" y="14"/>
                    <a:pt x="90" y="14"/>
                  </a:cubicBezTo>
                  <a:cubicBezTo>
                    <a:pt x="91" y="16"/>
                    <a:pt x="91" y="16"/>
                    <a:pt x="91" y="16"/>
                  </a:cubicBezTo>
                  <a:cubicBezTo>
                    <a:pt x="91" y="16"/>
                    <a:pt x="90" y="17"/>
                    <a:pt x="89" y="18"/>
                  </a:cubicBezTo>
                  <a:cubicBezTo>
                    <a:pt x="89" y="19"/>
                    <a:pt x="89" y="20"/>
                    <a:pt x="88" y="21"/>
                  </a:cubicBezTo>
                  <a:cubicBezTo>
                    <a:pt x="88" y="23"/>
                    <a:pt x="89" y="25"/>
                    <a:pt x="90" y="27"/>
                  </a:cubicBezTo>
                  <a:cubicBezTo>
                    <a:pt x="90" y="28"/>
                    <a:pt x="90" y="28"/>
                    <a:pt x="90" y="28"/>
                  </a:cubicBezTo>
                  <a:cubicBezTo>
                    <a:pt x="90" y="28"/>
                    <a:pt x="90" y="28"/>
                    <a:pt x="90" y="28"/>
                  </a:cubicBezTo>
                  <a:cubicBezTo>
                    <a:pt x="91" y="30"/>
                    <a:pt x="91" y="30"/>
                    <a:pt x="91" y="30"/>
                  </a:cubicBezTo>
                  <a:cubicBezTo>
                    <a:pt x="91" y="28"/>
                    <a:pt x="93" y="27"/>
                    <a:pt x="93" y="27"/>
                  </a:cubicBezTo>
                  <a:cubicBezTo>
                    <a:pt x="93" y="27"/>
                    <a:pt x="93" y="29"/>
                    <a:pt x="93" y="30"/>
                  </a:cubicBezTo>
                  <a:cubicBezTo>
                    <a:pt x="94" y="31"/>
                    <a:pt x="94" y="31"/>
                    <a:pt x="94" y="32"/>
                  </a:cubicBezTo>
                  <a:cubicBezTo>
                    <a:pt x="96" y="35"/>
                    <a:pt x="96" y="35"/>
                    <a:pt x="96" y="35"/>
                  </a:cubicBezTo>
                  <a:cubicBezTo>
                    <a:pt x="96" y="34"/>
                    <a:pt x="97" y="32"/>
                    <a:pt x="98" y="31"/>
                  </a:cubicBezTo>
                  <a:cubicBezTo>
                    <a:pt x="99" y="30"/>
                    <a:pt x="101" y="28"/>
                    <a:pt x="102" y="27"/>
                  </a:cubicBezTo>
                  <a:cubicBezTo>
                    <a:pt x="103" y="26"/>
                    <a:pt x="105" y="25"/>
                    <a:pt x="105" y="24"/>
                  </a:cubicBezTo>
                  <a:cubicBezTo>
                    <a:pt x="105" y="23"/>
                    <a:pt x="105" y="23"/>
                    <a:pt x="105" y="23"/>
                  </a:cubicBezTo>
                  <a:cubicBezTo>
                    <a:pt x="105" y="23"/>
                    <a:pt x="105" y="23"/>
                    <a:pt x="105" y="23"/>
                  </a:cubicBezTo>
                  <a:cubicBezTo>
                    <a:pt x="102" y="23"/>
                    <a:pt x="102" y="23"/>
                    <a:pt x="102" y="23"/>
                  </a:cubicBezTo>
                  <a:cubicBezTo>
                    <a:pt x="102" y="23"/>
                    <a:pt x="101" y="24"/>
                    <a:pt x="100" y="24"/>
                  </a:cubicBezTo>
                  <a:cubicBezTo>
                    <a:pt x="98" y="24"/>
                    <a:pt x="98" y="23"/>
                    <a:pt x="97" y="23"/>
                  </a:cubicBezTo>
                  <a:cubicBezTo>
                    <a:pt x="97" y="22"/>
                    <a:pt x="97" y="22"/>
                    <a:pt x="97" y="22"/>
                  </a:cubicBezTo>
                  <a:cubicBezTo>
                    <a:pt x="99" y="22"/>
                    <a:pt x="99" y="22"/>
                    <a:pt x="99" y="22"/>
                  </a:cubicBezTo>
                  <a:cubicBezTo>
                    <a:pt x="100" y="21"/>
                    <a:pt x="100" y="21"/>
                    <a:pt x="100" y="21"/>
                  </a:cubicBezTo>
                  <a:cubicBezTo>
                    <a:pt x="101" y="20"/>
                    <a:pt x="101" y="20"/>
                    <a:pt x="101" y="20"/>
                  </a:cubicBezTo>
                  <a:cubicBezTo>
                    <a:pt x="99" y="18"/>
                    <a:pt x="99" y="18"/>
                    <a:pt x="99" y="18"/>
                  </a:cubicBezTo>
                  <a:cubicBezTo>
                    <a:pt x="97" y="19"/>
                    <a:pt x="97" y="19"/>
                    <a:pt x="97" y="19"/>
                  </a:cubicBezTo>
                  <a:cubicBezTo>
                    <a:pt x="97" y="19"/>
                    <a:pt x="97" y="16"/>
                    <a:pt x="99" y="16"/>
                  </a:cubicBezTo>
                  <a:cubicBezTo>
                    <a:pt x="102" y="16"/>
                    <a:pt x="102" y="16"/>
                    <a:pt x="102" y="16"/>
                  </a:cubicBezTo>
                  <a:cubicBezTo>
                    <a:pt x="102" y="16"/>
                    <a:pt x="103" y="14"/>
                    <a:pt x="104" y="14"/>
                  </a:cubicBezTo>
                  <a:cubicBezTo>
                    <a:pt x="105" y="14"/>
                    <a:pt x="106" y="14"/>
                    <a:pt x="107" y="14"/>
                  </a:cubicBezTo>
                  <a:cubicBezTo>
                    <a:pt x="108" y="15"/>
                    <a:pt x="108" y="15"/>
                    <a:pt x="108" y="15"/>
                  </a:cubicBezTo>
                  <a:cubicBezTo>
                    <a:pt x="107" y="14"/>
                    <a:pt x="107" y="14"/>
                    <a:pt x="107" y="14"/>
                  </a:cubicBezTo>
                  <a:cubicBezTo>
                    <a:pt x="109" y="14"/>
                    <a:pt x="109" y="14"/>
                    <a:pt x="109" y="14"/>
                  </a:cubicBezTo>
                  <a:cubicBezTo>
                    <a:pt x="110" y="15"/>
                    <a:pt x="110" y="15"/>
                    <a:pt x="110" y="15"/>
                  </a:cubicBezTo>
                  <a:cubicBezTo>
                    <a:pt x="109" y="15"/>
                    <a:pt x="109" y="15"/>
                    <a:pt x="109" y="15"/>
                  </a:cubicBezTo>
                  <a:cubicBezTo>
                    <a:pt x="110" y="15"/>
                    <a:pt x="110" y="15"/>
                    <a:pt x="110" y="15"/>
                  </a:cubicBezTo>
                  <a:cubicBezTo>
                    <a:pt x="111" y="14"/>
                    <a:pt x="111" y="14"/>
                    <a:pt x="111" y="14"/>
                  </a:cubicBezTo>
                  <a:cubicBezTo>
                    <a:pt x="112" y="17"/>
                    <a:pt x="112" y="17"/>
                    <a:pt x="112" y="17"/>
                  </a:cubicBezTo>
                  <a:cubicBezTo>
                    <a:pt x="111" y="17"/>
                    <a:pt x="111" y="17"/>
                    <a:pt x="111" y="17"/>
                  </a:cubicBezTo>
                  <a:cubicBezTo>
                    <a:pt x="111" y="18"/>
                    <a:pt x="113" y="19"/>
                    <a:pt x="113" y="22"/>
                  </a:cubicBezTo>
                  <a:cubicBezTo>
                    <a:pt x="113" y="21"/>
                    <a:pt x="113" y="21"/>
                    <a:pt x="113" y="21"/>
                  </a:cubicBezTo>
                  <a:cubicBezTo>
                    <a:pt x="114" y="20"/>
                    <a:pt x="115" y="17"/>
                    <a:pt x="115" y="17"/>
                  </a:cubicBezTo>
                  <a:cubicBezTo>
                    <a:pt x="116" y="18"/>
                    <a:pt x="116" y="18"/>
                    <a:pt x="116" y="18"/>
                  </a:cubicBezTo>
                  <a:cubicBezTo>
                    <a:pt x="116" y="17"/>
                    <a:pt x="117" y="12"/>
                    <a:pt x="117" y="12"/>
                  </a:cubicBezTo>
                  <a:cubicBezTo>
                    <a:pt x="118" y="12"/>
                    <a:pt x="118" y="13"/>
                    <a:pt x="118" y="13"/>
                  </a:cubicBezTo>
                  <a:cubicBezTo>
                    <a:pt x="119" y="11"/>
                    <a:pt x="118" y="1"/>
                    <a:pt x="118" y="1"/>
                  </a:cubicBezTo>
                  <a:cubicBezTo>
                    <a:pt x="121" y="2"/>
                    <a:pt x="123" y="8"/>
                    <a:pt x="122" y="11"/>
                  </a:cubicBezTo>
                  <a:cubicBezTo>
                    <a:pt x="123" y="11"/>
                    <a:pt x="123" y="11"/>
                    <a:pt x="123" y="11"/>
                  </a:cubicBezTo>
                  <a:cubicBezTo>
                    <a:pt x="123" y="12"/>
                    <a:pt x="123" y="13"/>
                    <a:pt x="123" y="13"/>
                  </a:cubicBezTo>
                  <a:cubicBezTo>
                    <a:pt x="125" y="12"/>
                    <a:pt x="129" y="3"/>
                    <a:pt x="129" y="3"/>
                  </a:cubicBezTo>
                  <a:cubicBezTo>
                    <a:pt x="133" y="7"/>
                    <a:pt x="126" y="17"/>
                    <a:pt x="126" y="17"/>
                  </a:cubicBezTo>
                  <a:cubicBezTo>
                    <a:pt x="127" y="17"/>
                    <a:pt x="130" y="14"/>
                    <a:pt x="130" y="14"/>
                  </a:cubicBezTo>
                  <a:cubicBezTo>
                    <a:pt x="132" y="18"/>
                    <a:pt x="125" y="23"/>
                    <a:pt x="125" y="23"/>
                  </a:cubicBezTo>
                  <a:cubicBezTo>
                    <a:pt x="127" y="22"/>
                    <a:pt x="130" y="22"/>
                    <a:pt x="130" y="22"/>
                  </a:cubicBezTo>
                  <a:cubicBezTo>
                    <a:pt x="130" y="24"/>
                    <a:pt x="126" y="29"/>
                    <a:pt x="125" y="29"/>
                  </a:cubicBezTo>
                  <a:cubicBezTo>
                    <a:pt x="128" y="29"/>
                    <a:pt x="129" y="30"/>
                    <a:pt x="129" y="30"/>
                  </a:cubicBezTo>
                  <a:cubicBezTo>
                    <a:pt x="128" y="33"/>
                    <a:pt x="126" y="34"/>
                    <a:pt x="124" y="35"/>
                  </a:cubicBezTo>
                  <a:cubicBezTo>
                    <a:pt x="126" y="34"/>
                    <a:pt x="126" y="34"/>
                    <a:pt x="126" y="34"/>
                  </a:cubicBezTo>
                  <a:cubicBezTo>
                    <a:pt x="129" y="35"/>
                    <a:pt x="131" y="36"/>
                    <a:pt x="131" y="39"/>
                  </a:cubicBezTo>
                  <a:cubicBezTo>
                    <a:pt x="131" y="42"/>
                    <a:pt x="130" y="43"/>
                    <a:pt x="130" y="44"/>
                  </a:cubicBezTo>
                  <a:cubicBezTo>
                    <a:pt x="130" y="45"/>
                    <a:pt x="130" y="45"/>
                    <a:pt x="131" y="4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6" name="Freeform 35">
              <a:extLst>
                <a:ext uri="{FF2B5EF4-FFF2-40B4-BE49-F238E27FC236}">
                  <a16:creationId xmlns:a16="http://schemas.microsoft.com/office/drawing/2014/main" id="{0F7E33DF-DE4C-45D5-821E-C5C6AE765AAC}"/>
                </a:ext>
              </a:extLst>
            </p:cNvPr>
            <p:cNvSpPr>
              <a:spLocks noEditPoints="1"/>
            </p:cNvSpPr>
            <p:nvPr/>
          </p:nvSpPr>
          <p:spPr bwMode="auto">
            <a:xfrm>
              <a:off x="6200775" y="2614613"/>
              <a:ext cx="103188" cy="122238"/>
            </a:xfrm>
            <a:custGeom>
              <a:avLst/>
              <a:gdLst>
                <a:gd name="T0" fmla="*/ 21 w 48"/>
                <a:gd name="T1" fmla="*/ 19 h 56"/>
                <a:gd name="T2" fmla="*/ 23 w 48"/>
                <a:gd name="T3" fmla="*/ 4 h 56"/>
                <a:gd name="T4" fmla="*/ 19 w 48"/>
                <a:gd name="T5" fmla="*/ 21 h 56"/>
                <a:gd name="T6" fmla="*/ 7 w 48"/>
                <a:gd name="T7" fmla="*/ 22 h 56"/>
                <a:gd name="T8" fmla="*/ 25 w 48"/>
                <a:gd name="T9" fmla="*/ 24 h 56"/>
                <a:gd name="T10" fmla="*/ 42 w 48"/>
                <a:gd name="T11" fmla="*/ 23 h 56"/>
                <a:gd name="T12" fmla="*/ 43 w 48"/>
                <a:gd name="T13" fmla="*/ 23 h 56"/>
                <a:gd name="T14" fmla="*/ 25 w 48"/>
                <a:gd name="T15" fmla="*/ 23 h 56"/>
                <a:gd name="T16" fmla="*/ 31 w 48"/>
                <a:gd name="T17" fmla="*/ 17 h 56"/>
                <a:gd name="T18" fmla="*/ 24 w 48"/>
                <a:gd name="T19" fmla="*/ 22 h 56"/>
                <a:gd name="T20" fmla="*/ 24 w 48"/>
                <a:gd name="T21" fmla="*/ 4 h 56"/>
                <a:gd name="T22" fmla="*/ 24 w 48"/>
                <a:gd name="T23" fmla="*/ 4 h 56"/>
                <a:gd name="T24" fmla="*/ 24 w 48"/>
                <a:gd name="T25" fmla="*/ 22 h 56"/>
                <a:gd name="T26" fmla="*/ 17 w 48"/>
                <a:gd name="T27" fmla="*/ 17 h 56"/>
                <a:gd name="T28" fmla="*/ 23 w 48"/>
                <a:gd name="T29" fmla="*/ 23 h 56"/>
                <a:gd name="T30" fmla="*/ 7 w 48"/>
                <a:gd name="T31" fmla="*/ 23 h 56"/>
                <a:gd name="T32" fmla="*/ 5 w 48"/>
                <a:gd name="T33" fmla="*/ 23 h 56"/>
                <a:gd name="T34" fmla="*/ 6 w 48"/>
                <a:gd name="T35" fmla="*/ 23 h 56"/>
                <a:gd name="T36" fmla="*/ 18 w 48"/>
                <a:gd name="T37" fmla="*/ 28 h 56"/>
                <a:gd name="T38" fmla="*/ 19 w 48"/>
                <a:gd name="T39" fmla="*/ 29 h 56"/>
                <a:gd name="T40" fmla="*/ 24 w 48"/>
                <a:gd name="T41" fmla="*/ 49 h 56"/>
                <a:gd name="T42" fmla="*/ 24 w 48"/>
                <a:gd name="T43" fmla="*/ 50 h 56"/>
                <a:gd name="T44" fmla="*/ 24 w 48"/>
                <a:gd name="T45" fmla="*/ 25 h 56"/>
                <a:gd name="T46" fmla="*/ 29 w 48"/>
                <a:gd name="T47" fmla="*/ 29 h 56"/>
                <a:gd name="T48" fmla="*/ 30 w 48"/>
                <a:gd name="T49" fmla="*/ 28 h 56"/>
                <a:gd name="T50" fmla="*/ 44 w 48"/>
                <a:gd name="T51" fmla="*/ 23 h 56"/>
                <a:gd name="T52" fmla="*/ 26 w 48"/>
                <a:gd name="T53" fmla="*/ 24 h 56"/>
                <a:gd name="T54" fmla="*/ 48 w 48"/>
                <a:gd name="T55" fmla="*/ 23 h 56"/>
                <a:gd name="T56" fmla="*/ 43 w 48"/>
                <a:gd name="T57" fmla="*/ 22 h 56"/>
                <a:gd name="T58" fmla="*/ 44 w 48"/>
                <a:gd name="T59" fmla="*/ 23 h 56"/>
                <a:gd name="T60" fmla="*/ 24 w 48"/>
                <a:gd name="T61" fmla="*/ 50 h 56"/>
                <a:gd name="T62" fmla="*/ 23 w 48"/>
                <a:gd name="T63" fmla="*/ 25 h 56"/>
                <a:gd name="T64" fmla="*/ 24 w 48"/>
                <a:gd name="T65" fmla="*/ 56 h 56"/>
                <a:gd name="T66" fmla="*/ 28 w 48"/>
                <a:gd name="T67" fmla="*/ 29 h 56"/>
                <a:gd name="T68" fmla="*/ 25 w 48"/>
                <a:gd name="T69" fmla="*/ 49 h 56"/>
                <a:gd name="T70" fmla="*/ 6 w 48"/>
                <a:gd name="T71" fmla="*/ 24 h 56"/>
                <a:gd name="T72" fmla="*/ 6 w 48"/>
                <a:gd name="T73" fmla="*/ 22 h 56"/>
                <a:gd name="T74" fmla="*/ 0 w 48"/>
                <a:gd name="T75" fmla="*/ 23 h 56"/>
                <a:gd name="T76" fmla="*/ 22 w 48"/>
                <a:gd name="T77" fmla="*/ 24 h 56"/>
                <a:gd name="T78" fmla="*/ 43 w 48"/>
                <a:gd name="T79" fmla="*/ 22 h 56"/>
                <a:gd name="T80" fmla="*/ 26 w 48"/>
                <a:gd name="T81" fmla="*/ 22 h 56"/>
                <a:gd name="T82" fmla="*/ 25 w 48"/>
                <a:gd name="T83" fmla="*/ 4 h 56"/>
                <a:gd name="T84" fmla="*/ 25 w 48"/>
                <a:gd name="T85" fmla="*/ 21 h 56"/>
                <a:gd name="T86" fmla="*/ 24 w 48"/>
                <a:gd name="T87" fmla="*/ 0 h 56"/>
                <a:gd name="T88" fmla="*/ 23 w 48"/>
                <a:gd name="T89" fmla="*/ 4 h 56"/>
                <a:gd name="T90" fmla="*/ 24 w 48"/>
                <a:gd name="T91" fmla="*/ 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8" h="56">
                  <a:moveTo>
                    <a:pt x="23" y="4"/>
                  </a:moveTo>
                  <a:cubicBezTo>
                    <a:pt x="21" y="19"/>
                    <a:pt x="21" y="19"/>
                    <a:pt x="21" y="19"/>
                  </a:cubicBezTo>
                  <a:cubicBezTo>
                    <a:pt x="23" y="21"/>
                    <a:pt x="23" y="21"/>
                    <a:pt x="23" y="21"/>
                  </a:cubicBezTo>
                  <a:lnTo>
                    <a:pt x="23" y="4"/>
                  </a:lnTo>
                  <a:close/>
                  <a:moveTo>
                    <a:pt x="22" y="22"/>
                  </a:moveTo>
                  <a:cubicBezTo>
                    <a:pt x="19" y="21"/>
                    <a:pt x="19" y="21"/>
                    <a:pt x="19" y="21"/>
                  </a:cubicBezTo>
                  <a:cubicBezTo>
                    <a:pt x="7" y="22"/>
                    <a:pt x="7" y="22"/>
                    <a:pt x="7" y="22"/>
                  </a:cubicBezTo>
                  <a:cubicBezTo>
                    <a:pt x="7" y="22"/>
                    <a:pt x="7" y="22"/>
                    <a:pt x="7" y="22"/>
                  </a:cubicBezTo>
                  <a:cubicBezTo>
                    <a:pt x="10" y="22"/>
                    <a:pt x="19" y="22"/>
                    <a:pt x="22" y="22"/>
                  </a:cubicBezTo>
                  <a:moveTo>
                    <a:pt x="25" y="24"/>
                  </a:moveTo>
                  <a:cubicBezTo>
                    <a:pt x="26" y="24"/>
                    <a:pt x="26" y="24"/>
                    <a:pt x="26" y="24"/>
                  </a:cubicBezTo>
                  <a:cubicBezTo>
                    <a:pt x="26" y="24"/>
                    <a:pt x="40" y="23"/>
                    <a:pt x="42" y="23"/>
                  </a:cubicBezTo>
                  <a:cubicBezTo>
                    <a:pt x="43" y="23"/>
                    <a:pt x="43" y="23"/>
                    <a:pt x="43" y="23"/>
                  </a:cubicBezTo>
                  <a:cubicBezTo>
                    <a:pt x="43" y="23"/>
                    <a:pt x="43" y="23"/>
                    <a:pt x="43" y="23"/>
                  </a:cubicBezTo>
                  <a:cubicBezTo>
                    <a:pt x="43" y="23"/>
                    <a:pt x="43" y="23"/>
                    <a:pt x="43" y="23"/>
                  </a:cubicBezTo>
                  <a:cubicBezTo>
                    <a:pt x="25" y="23"/>
                    <a:pt x="25" y="23"/>
                    <a:pt x="25" y="23"/>
                  </a:cubicBezTo>
                  <a:cubicBezTo>
                    <a:pt x="30" y="18"/>
                    <a:pt x="30" y="18"/>
                    <a:pt x="30" y="18"/>
                  </a:cubicBezTo>
                  <a:cubicBezTo>
                    <a:pt x="31" y="17"/>
                    <a:pt x="31" y="17"/>
                    <a:pt x="31" y="17"/>
                  </a:cubicBezTo>
                  <a:cubicBezTo>
                    <a:pt x="29" y="17"/>
                    <a:pt x="29" y="17"/>
                    <a:pt x="29" y="17"/>
                  </a:cubicBezTo>
                  <a:cubicBezTo>
                    <a:pt x="24" y="22"/>
                    <a:pt x="24" y="22"/>
                    <a:pt x="24" y="22"/>
                  </a:cubicBezTo>
                  <a:cubicBezTo>
                    <a:pt x="24" y="22"/>
                    <a:pt x="24" y="22"/>
                    <a:pt x="24" y="22"/>
                  </a:cubicBezTo>
                  <a:cubicBezTo>
                    <a:pt x="24" y="4"/>
                    <a:pt x="24" y="4"/>
                    <a:pt x="24" y="4"/>
                  </a:cubicBezTo>
                  <a:cubicBezTo>
                    <a:pt x="24" y="4"/>
                    <a:pt x="24" y="4"/>
                    <a:pt x="24" y="4"/>
                  </a:cubicBezTo>
                  <a:cubicBezTo>
                    <a:pt x="24" y="4"/>
                    <a:pt x="24" y="4"/>
                    <a:pt x="24" y="4"/>
                  </a:cubicBezTo>
                  <a:cubicBezTo>
                    <a:pt x="24" y="4"/>
                    <a:pt x="24" y="4"/>
                    <a:pt x="24" y="4"/>
                  </a:cubicBezTo>
                  <a:cubicBezTo>
                    <a:pt x="24" y="22"/>
                    <a:pt x="24" y="22"/>
                    <a:pt x="24" y="22"/>
                  </a:cubicBezTo>
                  <a:cubicBezTo>
                    <a:pt x="19" y="18"/>
                    <a:pt x="19" y="18"/>
                    <a:pt x="19" y="18"/>
                  </a:cubicBezTo>
                  <a:cubicBezTo>
                    <a:pt x="17" y="17"/>
                    <a:pt x="17" y="17"/>
                    <a:pt x="17" y="17"/>
                  </a:cubicBezTo>
                  <a:cubicBezTo>
                    <a:pt x="18" y="18"/>
                    <a:pt x="18" y="18"/>
                    <a:pt x="18" y="18"/>
                  </a:cubicBezTo>
                  <a:cubicBezTo>
                    <a:pt x="23" y="23"/>
                    <a:pt x="23" y="23"/>
                    <a:pt x="23" y="23"/>
                  </a:cubicBezTo>
                  <a:cubicBezTo>
                    <a:pt x="22" y="23"/>
                    <a:pt x="22" y="23"/>
                    <a:pt x="22" y="23"/>
                  </a:cubicBezTo>
                  <a:cubicBezTo>
                    <a:pt x="22" y="23"/>
                    <a:pt x="10" y="23"/>
                    <a:pt x="7" y="23"/>
                  </a:cubicBezTo>
                  <a:cubicBezTo>
                    <a:pt x="6" y="23"/>
                    <a:pt x="6" y="23"/>
                    <a:pt x="6" y="23"/>
                  </a:cubicBezTo>
                  <a:cubicBezTo>
                    <a:pt x="5" y="23"/>
                    <a:pt x="5" y="23"/>
                    <a:pt x="5" y="23"/>
                  </a:cubicBezTo>
                  <a:cubicBezTo>
                    <a:pt x="6" y="23"/>
                    <a:pt x="6" y="23"/>
                    <a:pt x="6" y="23"/>
                  </a:cubicBezTo>
                  <a:cubicBezTo>
                    <a:pt x="6" y="23"/>
                    <a:pt x="6" y="23"/>
                    <a:pt x="6" y="23"/>
                  </a:cubicBezTo>
                  <a:cubicBezTo>
                    <a:pt x="23" y="23"/>
                    <a:pt x="23" y="23"/>
                    <a:pt x="23" y="23"/>
                  </a:cubicBezTo>
                  <a:cubicBezTo>
                    <a:pt x="18" y="28"/>
                    <a:pt x="18" y="28"/>
                    <a:pt x="18" y="28"/>
                  </a:cubicBezTo>
                  <a:cubicBezTo>
                    <a:pt x="17" y="30"/>
                    <a:pt x="17" y="30"/>
                    <a:pt x="17" y="30"/>
                  </a:cubicBezTo>
                  <a:cubicBezTo>
                    <a:pt x="19" y="29"/>
                    <a:pt x="19" y="29"/>
                    <a:pt x="19" y="29"/>
                  </a:cubicBezTo>
                  <a:cubicBezTo>
                    <a:pt x="24" y="24"/>
                    <a:pt x="24" y="24"/>
                    <a:pt x="24" y="24"/>
                  </a:cubicBezTo>
                  <a:cubicBezTo>
                    <a:pt x="24" y="49"/>
                    <a:pt x="24" y="49"/>
                    <a:pt x="24" y="49"/>
                  </a:cubicBezTo>
                  <a:cubicBezTo>
                    <a:pt x="24" y="50"/>
                    <a:pt x="24" y="50"/>
                    <a:pt x="24" y="50"/>
                  </a:cubicBezTo>
                  <a:cubicBezTo>
                    <a:pt x="24" y="50"/>
                    <a:pt x="24" y="50"/>
                    <a:pt x="24" y="50"/>
                  </a:cubicBezTo>
                  <a:cubicBezTo>
                    <a:pt x="24" y="49"/>
                    <a:pt x="24" y="49"/>
                    <a:pt x="24" y="49"/>
                  </a:cubicBezTo>
                  <a:cubicBezTo>
                    <a:pt x="24" y="25"/>
                    <a:pt x="24" y="25"/>
                    <a:pt x="24" y="25"/>
                  </a:cubicBezTo>
                  <a:cubicBezTo>
                    <a:pt x="24" y="24"/>
                    <a:pt x="24" y="24"/>
                    <a:pt x="24" y="24"/>
                  </a:cubicBezTo>
                  <a:cubicBezTo>
                    <a:pt x="29" y="29"/>
                    <a:pt x="29" y="29"/>
                    <a:pt x="29" y="29"/>
                  </a:cubicBezTo>
                  <a:cubicBezTo>
                    <a:pt x="30" y="30"/>
                    <a:pt x="30" y="30"/>
                    <a:pt x="30" y="30"/>
                  </a:cubicBezTo>
                  <a:cubicBezTo>
                    <a:pt x="30" y="28"/>
                    <a:pt x="30" y="28"/>
                    <a:pt x="30" y="28"/>
                  </a:cubicBezTo>
                  <a:lnTo>
                    <a:pt x="25" y="24"/>
                  </a:lnTo>
                  <a:close/>
                  <a:moveTo>
                    <a:pt x="44" y="23"/>
                  </a:moveTo>
                  <a:cubicBezTo>
                    <a:pt x="42" y="24"/>
                    <a:pt x="42" y="24"/>
                    <a:pt x="42" y="24"/>
                  </a:cubicBezTo>
                  <a:cubicBezTo>
                    <a:pt x="41" y="24"/>
                    <a:pt x="29" y="24"/>
                    <a:pt x="26" y="24"/>
                  </a:cubicBezTo>
                  <a:cubicBezTo>
                    <a:pt x="28" y="26"/>
                    <a:pt x="28" y="26"/>
                    <a:pt x="28" y="26"/>
                  </a:cubicBezTo>
                  <a:cubicBezTo>
                    <a:pt x="48" y="23"/>
                    <a:pt x="48" y="23"/>
                    <a:pt x="48" y="23"/>
                  </a:cubicBezTo>
                  <a:cubicBezTo>
                    <a:pt x="48" y="23"/>
                    <a:pt x="48" y="23"/>
                    <a:pt x="48" y="23"/>
                  </a:cubicBezTo>
                  <a:cubicBezTo>
                    <a:pt x="43" y="22"/>
                    <a:pt x="43" y="22"/>
                    <a:pt x="43" y="22"/>
                  </a:cubicBezTo>
                  <a:cubicBezTo>
                    <a:pt x="43" y="22"/>
                    <a:pt x="43" y="22"/>
                    <a:pt x="43" y="22"/>
                  </a:cubicBezTo>
                  <a:lnTo>
                    <a:pt x="44" y="23"/>
                  </a:lnTo>
                  <a:close/>
                  <a:moveTo>
                    <a:pt x="25" y="49"/>
                  </a:moveTo>
                  <a:cubicBezTo>
                    <a:pt x="25" y="50"/>
                    <a:pt x="25" y="50"/>
                    <a:pt x="24" y="50"/>
                  </a:cubicBezTo>
                  <a:cubicBezTo>
                    <a:pt x="23" y="49"/>
                    <a:pt x="23" y="49"/>
                    <a:pt x="23" y="49"/>
                  </a:cubicBezTo>
                  <a:cubicBezTo>
                    <a:pt x="23" y="25"/>
                    <a:pt x="23" y="25"/>
                    <a:pt x="23" y="25"/>
                  </a:cubicBezTo>
                  <a:cubicBezTo>
                    <a:pt x="20" y="28"/>
                    <a:pt x="20" y="28"/>
                    <a:pt x="20" y="28"/>
                  </a:cubicBezTo>
                  <a:cubicBezTo>
                    <a:pt x="24" y="56"/>
                    <a:pt x="24" y="56"/>
                    <a:pt x="24" y="56"/>
                  </a:cubicBezTo>
                  <a:cubicBezTo>
                    <a:pt x="24" y="56"/>
                    <a:pt x="24" y="56"/>
                    <a:pt x="24" y="56"/>
                  </a:cubicBezTo>
                  <a:cubicBezTo>
                    <a:pt x="28" y="29"/>
                    <a:pt x="28" y="29"/>
                    <a:pt x="28" y="29"/>
                  </a:cubicBezTo>
                  <a:cubicBezTo>
                    <a:pt x="25" y="25"/>
                    <a:pt x="25" y="25"/>
                    <a:pt x="25" y="25"/>
                  </a:cubicBezTo>
                  <a:lnTo>
                    <a:pt x="25" y="49"/>
                  </a:lnTo>
                  <a:close/>
                  <a:moveTo>
                    <a:pt x="22" y="24"/>
                  </a:moveTo>
                  <a:cubicBezTo>
                    <a:pt x="6" y="24"/>
                    <a:pt x="6" y="24"/>
                    <a:pt x="6" y="24"/>
                  </a:cubicBezTo>
                  <a:cubicBezTo>
                    <a:pt x="6" y="24"/>
                    <a:pt x="5" y="24"/>
                    <a:pt x="5" y="23"/>
                  </a:cubicBezTo>
                  <a:cubicBezTo>
                    <a:pt x="6" y="22"/>
                    <a:pt x="6" y="22"/>
                    <a:pt x="6" y="22"/>
                  </a:cubicBezTo>
                  <a:cubicBezTo>
                    <a:pt x="0" y="23"/>
                    <a:pt x="0" y="23"/>
                    <a:pt x="0" y="23"/>
                  </a:cubicBezTo>
                  <a:cubicBezTo>
                    <a:pt x="0" y="23"/>
                    <a:pt x="0" y="23"/>
                    <a:pt x="0" y="23"/>
                  </a:cubicBezTo>
                  <a:cubicBezTo>
                    <a:pt x="19" y="26"/>
                    <a:pt x="19" y="26"/>
                    <a:pt x="19" y="26"/>
                  </a:cubicBezTo>
                  <a:lnTo>
                    <a:pt x="22" y="24"/>
                  </a:lnTo>
                  <a:close/>
                  <a:moveTo>
                    <a:pt x="26" y="22"/>
                  </a:moveTo>
                  <a:cubicBezTo>
                    <a:pt x="43" y="22"/>
                    <a:pt x="43" y="22"/>
                    <a:pt x="43" y="22"/>
                  </a:cubicBezTo>
                  <a:cubicBezTo>
                    <a:pt x="28" y="20"/>
                    <a:pt x="28" y="20"/>
                    <a:pt x="28" y="20"/>
                  </a:cubicBezTo>
                  <a:lnTo>
                    <a:pt x="26" y="22"/>
                  </a:lnTo>
                  <a:close/>
                  <a:moveTo>
                    <a:pt x="24" y="4"/>
                  </a:moveTo>
                  <a:cubicBezTo>
                    <a:pt x="25" y="4"/>
                    <a:pt x="25" y="4"/>
                    <a:pt x="25" y="4"/>
                  </a:cubicBezTo>
                  <a:cubicBezTo>
                    <a:pt x="25" y="4"/>
                    <a:pt x="25" y="4"/>
                    <a:pt x="25" y="4"/>
                  </a:cubicBezTo>
                  <a:cubicBezTo>
                    <a:pt x="25" y="21"/>
                    <a:pt x="25" y="21"/>
                    <a:pt x="25" y="21"/>
                  </a:cubicBezTo>
                  <a:cubicBezTo>
                    <a:pt x="28" y="18"/>
                    <a:pt x="28" y="18"/>
                    <a:pt x="28" y="18"/>
                  </a:cubicBezTo>
                  <a:cubicBezTo>
                    <a:pt x="24" y="0"/>
                    <a:pt x="24" y="0"/>
                    <a:pt x="24" y="0"/>
                  </a:cubicBezTo>
                  <a:cubicBezTo>
                    <a:pt x="24" y="0"/>
                    <a:pt x="24" y="0"/>
                    <a:pt x="24" y="0"/>
                  </a:cubicBezTo>
                  <a:cubicBezTo>
                    <a:pt x="23" y="4"/>
                    <a:pt x="23" y="4"/>
                    <a:pt x="23" y="4"/>
                  </a:cubicBezTo>
                  <a:cubicBezTo>
                    <a:pt x="23" y="4"/>
                    <a:pt x="23" y="4"/>
                    <a:pt x="23" y="4"/>
                  </a:cubicBezTo>
                  <a:lnTo>
                    <a:pt x="2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70" name="Freeform 36">
              <a:extLst>
                <a:ext uri="{FF2B5EF4-FFF2-40B4-BE49-F238E27FC236}">
                  <a16:creationId xmlns:a16="http://schemas.microsoft.com/office/drawing/2014/main" id="{E86E4DC5-E5CD-4A06-A99D-DAE408561FD6}"/>
                </a:ext>
              </a:extLst>
            </p:cNvPr>
            <p:cNvSpPr>
              <a:spLocks noEditPoints="1"/>
            </p:cNvSpPr>
            <p:nvPr/>
          </p:nvSpPr>
          <p:spPr bwMode="auto">
            <a:xfrm>
              <a:off x="6197600" y="2746375"/>
              <a:ext cx="107950" cy="98425"/>
            </a:xfrm>
            <a:custGeom>
              <a:avLst/>
              <a:gdLst>
                <a:gd name="T0" fmla="*/ 14 w 50"/>
                <a:gd name="T1" fmla="*/ 20 h 45"/>
                <a:gd name="T2" fmla="*/ 15 w 50"/>
                <a:gd name="T3" fmla="*/ 11 h 45"/>
                <a:gd name="T4" fmla="*/ 13 w 50"/>
                <a:gd name="T5" fmla="*/ 27 h 45"/>
                <a:gd name="T6" fmla="*/ 22 w 50"/>
                <a:gd name="T7" fmla="*/ 14 h 45"/>
                <a:gd name="T8" fmla="*/ 37 w 50"/>
                <a:gd name="T9" fmla="*/ 24 h 45"/>
                <a:gd name="T10" fmla="*/ 25 w 50"/>
                <a:gd name="T11" fmla="*/ 24 h 45"/>
                <a:gd name="T12" fmla="*/ 43 w 50"/>
                <a:gd name="T13" fmla="*/ 31 h 45"/>
                <a:gd name="T14" fmla="*/ 25 w 50"/>
                <a:gd name="T15" fmla="*/ 22 h 45"/>
                <a:gd name="T16" fmla="*/ 38 w 50"/>
                <a:gd name="T17" fmla="*/ 3 h 45"/>
                <a:gd name="T18" fmla="*/ 19 w 50"/>
                <a:gd name="T19" fmla="*/ 3 h 45"/>
                <a:gd name="T20" fmla="*/ 40 w 50"/>
                <a:gd name="T21" fmla="*/ 0 h 45"/>
                <a:gd name="T22" fmla="*/ 43 w 50"/>
                <a:gd name="T23" fmla="*/ 39 h 45"/>
                <a:gd name="T24" fmla="*/ 46 w 50"/>
                <a:gd name="T25" fmla="*/ 41 h 45"/>
                <a:gd name="T26" fmla="*/ 47 w 50"/>
                <a:gd name="T27" fmla="*/ 44 h 45"/>
                <a:gd name="T28" fmla="*/ 7 w 50"/>
                <a:gd name="T29" fmla="*/ 39 h 45"/>
                <a:gd name="T30" fmla="*/ 10 w 50"/>
                <a:gd name="T31" fmla="*/ 41 h 45"/>
                <a:gd name="T32" fmla="*/ 14 w 50"/>
                <a:gd name="T33" fmla="*/ 41 h 45"/>
                <a:gd name="T34" fmla="*/ 17 w 50"/>
                <a:gd name="T35" fmla="*/ 43 h 45"/>
                <a:gd name="T36" fmla="*/ 20 w 50"/>
                <a:gd name="T37" fmla="*/ 42 h 45"/>
                <a:gd name="T38" fmla="*/ 18 w 50"/>
                <a:gd name="T39" fmla="*/ 38 h 45"/>
                <a:gd name="T40" fmla="*/ 10 w 50"/>
                <a:gd name="T41" fmla="*/ 38 h 45"/>
                <a:gd name="T42" fmla="*/ 5 w 50"/>
                <a:gd name="T43" fmla="*/ 37 h 45"/>
                <a:gd name="T44" fmla="*/ 32 w 50"/>
                <a:gd name="T45" fmla="*/ 10 h 45"/>
                <a:gd name="T46" fmla="*/ 26 w 50"/>
                <a:gd name="T47" fmla="*/ 17 h 45"/>
                <a:gd name="T48" fmla="*/ 37 w 50"/>
                <a:gd name="T49" fmla="*/ 17 h 45"/>
                <a:gd name="T50" fmla="*/ 33 w 50"/>
                <a:gd name="T51" fmla="*/ 21 h 45"/>
                <a:gd name="T52" fmla="*/ 42 w 50"/>
                <a:gd name="T53" fmla="*/ 43 h 45"/>
                <a:gd name="T54" fmla="*/ 42 w 50"/>
                <a:gd name="T55" fmla="*/ 42 h 45"/>
                <a:gd name="T56" fmla="*/ 38 w 50"/>
                <a:gd name="T57" fmla="*/ 27 h 45"/>
                <a:gd name="T58" fmla="*/ 12 w 50"/>
                <a:gd name="T59" fmla="*/ 24 h 45"/>
                <a:gd name="T60" fmla="*/ 10 w 50"/>
                <a:gd name="T61" fmla="*/ 37 h 45"/>
                <a:gd name="T62" fmla="*/ 18 w 50"/>
                <a:gd name="T63" fmla="*/ 38 h 45"/>
                <a:gd name="T64" fmla="*/ 32 w 50"/>
                <a:gd name="T65" fmla="*/ 38 h 45"/>
                <a:gd name="T66" fmla="*/ 45 w 50"/>
                <a:gd name="T67" fmla="*/ 38 h 45"/>
                <a:gd name="T68" fmla="*/ 43 w 50"/>
                <a:gd name="T69" fmla="*/ 40 h 45"/>
                <a:gd name="T70" fmla="*/ 38 w 50"/>
                <a:gd name="T71" fmla="*/ 39 h 45"/>
                <a:gd name="T72" fmla="*/ 40 w 50"/>
                <a:gd name="T73" fmla="*/ 42 h 45"/>
                <a:gd name="T74" fmla="*/ 42 w 50"/>
                <a:gd name="T75" fmla="*/ 41 h 45"/>
                <a:gd name="T76" fmla="*/ 31 w 50"/>
                <a:gd name="T77" fmla="*/ 40 h 45"/>
                <a:gd name="T78" fmla="*/ 28 w 50"/>
                <a:gd name="T79" fmla="*/ 39 h 45"/>
                <a:gd name="T80" fmla="*/ 23 w 50"/>
                <a:gd name="T81" fmla="*/ 40 h 45"/>
                <a:gd name="T82" fmla="*/ 20 w 50"/>
                <a:gd name="T83" fmla="*/ 41 h 45"/>
                <a:gd name="T84" fmla="*/ 44 w 50"/>
                <a:gd name="T85" fmla="*/ 42 h 45"/>
                <a:gd name="T86" fmla="*/ 41 w 50"/>
                <a:gd name="T87" fmla="*/ 43 h 45"/>
                <a:gd name="T88" fmla="*/ 34 w 50"/>
                <a:gd name="T89" fmla="*/ 43 h 45"/>
                <a:gd name="T90" fmla="*/ 27 w 50"/>
                <a:gd name="T91" fmla="*/ 43 h 45"/>
                <a:gd name="T92" fmla="*/ 46 w 50"/>
                <a:gd name="T93" fmla="*/ 44 h 45"/>
                <a:gd name="T94" fmla="*/ 18 w 50"/>
                <a:gd name="T95" fmla="*/ 44 h 45"/>
                <a:gd name="T96" fmla="*/ 14 w 50"/>
                <a:gd name="T97" fmla="*/ 42 h 45"/>
                <a:gd name="T98" fmla="*/ 11 w 50"/>
                <a:gd name="T99" fmla="*/ 42 h 45"/>
                <a:gd name="T100" fmla="*/ 1 w 50"/>
                <a:gd name="T101" fmla="*/ 44 h 45"/>
                <a:gd name="T102" fmla="*/ 19 w 50"/>
                <a:gd name="T103" fmla="*/ 45 h 45"/>
                <a:gd name="T104" fmla="*/ 38 w 50"/>
                <a:gd name="T105" fmla="*/ 40 h 45"/>
                <a:gd name="T106" fmla="*/ 35 w 50"/>
                <a:gd name="T107" fmla="*/ 40 h 45"/>
                <a:gd name="T108" fmla="*/ 17 w 50"/>
                <a:gd name="T109" fmla="*/ 24 h 45"/>
                <a:gd name="T110" fmla="*/ 36 w 50"/>
                <a:gd name="T111" fmla="*/ 11 h 45"/>
                <a:gd name="T112" fmla="*/ 41 w 50"/>
                <a:gd name="T113" fmla="*/ 24 h 45"/>
                <a:gd name="T114" fmla="*/ 13 w 50"/>
                <a:gd name="T115" fmla="*/ 17 h 45"/>
                <a:gd name="T116" fmla="*/ 11 w 50"/>
                <a:gd name="T117" fmla="*/ 14 h 45"/>
                <a:gd name="T118" fmla="*/ 38 w 50"/>
                <a:gd name="T119" fmla="*/ 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45">
                  <a:moveTo>
                    <a:pt x="20" y="24"/>
                  </a:moveTo>
                  <a:cubicBezTo>
                    <a:pt x="21" y="23"/>
                    <a:pt x="22" y="22"/>
                    <a:pt x="25" y="22"/>
                  </a:cubicBezTo>
                  <a:cubicBezTo>
                    <a:pt x="25" y="21"/>
                    <a:pt x="25" y="21"/>
                    <a:pt x="25" y="21"/>
                  </a:cubicBezTo>
                  <a:cubicBezTo>
                    <a:pt x="17" y="21"/>
                    <a:pt x="17" y="21"/>
                    <a:pt x="17" y="21"/>
                  </a:cubicBezTo>
                  <a:cubicBezTo>
                    <a:pt x="17" y="24"/>
                    <a:pt x="17" y="24"/>
                    <a:pt x="17" y="24"/>
                  </a:cubicBezTo>
                  <a:cubicBezTo>
                    <a:pt x="20" y="24"/>
                    <a:pt x="20" y="24"/>
                    <a:pt x="20" y="24"/>
                  </a:cubicBezTo>
                  <a:close/>
                  <a:moveTo>
                    <a:pt x="21" y="17"/>
                  </a:moveTo>
                  <a:cubicBezTo>
                    <a:pt x="14" y="17"/>
                    <a:pt x="14" y="17"/>
                    <a:pt x="14" y="17"/>
                  </a:cubicBezTo>
                  <a:cubicBezTo>
                    <a:pt x="14" y="20"/>
                    <a:pt x="14" y="20"/>
                    <a:pt x="14" y="20"/>
                  </a:cubicBezTo>
                  <a:cubicBezTo>
                    <a:pt x="21" y="20"/>
                    <a:pt x="21" y="20"/>
                    <a:pt x="21" y="20"/>
                  </a:cubicBezTo>
                  <a:lnTo>
                    <a:pt x="21" y="17"/>
                  </a:lnTo>
                  <a:close/>
                  <a:moveTo>
                    <a:pt x="25" y="15"/>
                  </a:moveTo>
                  <a:cubicBezTo>
                    <a:pt x="18" y="15"/>
                    <a:pt x="18" y="15"/>
                    <a:pt x="18" y="15"/>
                  </a:cubicBezTo>
                  <a:cubicBezTo>
                    <a:pt x="18" y="17"/>
                    <a:pt x="18" y="17"/>
                    <a:pt x="18" y="17"/>
                  </a:cubicBezTo>
                  <a:cubicBezTo>
                    <a:pt x="25" y="17"/>
                    <a:pt x="25" y="17"/>
                    <a:pt x="25" y="17"/>
                  </a:cubicBezTo>
                  <a:lnTo>
                    <a:pt x="25" y="15"/>
                  </a:lnTo>
                  <a:close/>
                  <a:moveTo>
                    <a:pt x="21" y="11"/>
                  </a:moveTo>
                  <a:cubicBezTo>
                    <a:pt x="15" y="11"/>
                    <a:pt x="15" y="11"/>
                    <a:pt x="15" y="11"/>
                  </a:cubicBezTo>
                  <a:cubicBezTo>
                    <a:pt x="15" y="14"/>
                    <a:pt x="15" y="14"/>
                    <a:pt x="15" y="14"/>
                  </a:cubicBezTo>
                  <a:cubicBezTo>
                    <a:pt x="21" y="14"/>
                    <a:pt x="21" y="14"/>
                    <a:pt x="21" y="14"/>
                  </a:cubicBezTo>
                  <a:lnTo>
                    <a:pt x="21" y="11"/>
                  </a:lnTo>
                  <a:close/>
                  <a:moveTo>
                    <a:pt x="13" y="27"/>
                  </a:moveTo>
                  <a:cubicBezTo>
                    <a:pt x="19" y="27"/>
                    <a:pt x="19" y="27"/>
                    <a:pt x="19" y="27"/>
                  </a:cubicBezTo>
                  <a:cubicBezTo>
                    <a:pt x="20" y="24"/>
                    <a:pt x="20" y="24"/>
                    <a:pt x="20" y="24"/>
                  </a:cubicBezTo>
                  <a:cubicBezTo>
                    <a:pt x="20" y="24"/>
                    <a:pt x="20" y="24"/>
                    <a:pt x="20" y="24"/>
                  </a:cubicBezTo>
                  <a:cubicBezTo>
                    <a:pt x="13" y="24"/>
                    <a:pt x="13" y="24"/>
                    <a:pt x="13" y="24"/>
                  </a:cubicBezTo>
                  <a:lnTo>
                    <a:pt x="13" y="27"/>
                  </a:lnTo>
                  <a:close/>
                  <a:moveTo>
                    <a:pt x="30" y="30"/>
                  </a:moveTo>
                  <a:cubicBezTo>
                    <a:pt x="34" y="30"/>
                    <a:pt x="34" y="30"/>
                    <a:pt x="34" y="30"/>
                  </a:cubicBezTo>
                  <a:cubicBezTo>
                    <a:pt x="34" y="27"/>
                    <a:pt x="34" y="27"/>
                    <a:pt x="34" y="27"/>
                  </a:cubicBezTo>
                  <a:cubicBezTo>
                    <a:pt x="32" y="27"/>
                    <a:pt x="32" y="27"/>
                    <a:pt x="32" y="27"/>
                  </a:cubicBezTo>
                  <a:cubicBezTo>
                    <a:pt x="32" y="29"/>
                    <a:pt x="32" y="29"/>
                    <a:pt x="32" y="29"/>
                  </a:cubicBezTo>
                  <a:cubicBezTo>
                    <a:pt x="32" y="29"/>
                    <a:pt x="32" y="29"/>
                    <a:pt x="32" y="29"/>
                  </a:cubicBezTo>
                  <a:cubicBezTo>
                    <a:pt x="30" y="29"/>
                    <a:pt x="30" y="29"/>
                    <a:pt x="30" y="29"/>
                  </a:cubicBezTo>
                  <a:lnTo>
                    <a:pt x="30" y="30"/>
                  </a:lnTo>
                  <a:close/>
                  <a:moveTo>
                    <a:pt x="22" y="14"/>
                  </a:moveTo>
                  <a:cubicBezTo>
                    <a:pt x="28" y="14"/>
                    <a:pt x="28" y="14"/>
                    <a:pt x="28" y="14"/>
                  </a:cubicBezTo>
                  <a:cubicBezTo>
                    <a:pt x="28" y="11"/>
                    <a:pt x="28" y="11"/>
                    <a:pt x="28" y="11"/>
                  </a:cubicBezTo>
                  <a:cubicBezTo>
                    <a:pt x="22" y="11"/>
                    <a:pt x="22" y="11"/>
                    <a:pt x="22" y="11"/>
                  </a:cubicBezTo>
                  <a:lnTo>
                    <a:pt x="22" y="14"/>
                  </a:lnTo>
                  <a:close/>
                  <a:moveTo>
                    <a:pt x="37" y="24"/>
                  </a:moveTo>
                  <a:cubicBezTo>
                    <a:pt x="31" y="24"/>
                    <a:pt x="31" y="24"/>
                    <a:pt x="31" y="24"/>
                  </a:cubicBezTo>
                  <a:cubicBezTo>
                    <a:pt x="32" y="27"/>
                    <a:pt x="32" y="27"/>
                    <a:pt x="32" y="27"/>
                  </a:cubicBezTo>
                  <a:cubicBezTo>
                    <a:pt x="37" y="27"/>
                    <a:pt x="37" y="27"/>
                    <a:pt x="37" y="27"/>
                  </a:cubicBezTo>
                  <a:lnTo>
                    <a:pt x="37" y="24"/>
                  </a:lnTo>
                  <a:close/>
                  <a:moveTo>
                    <a:pt x="20" y="29"/>
                  </a:moveTo>
                  <a:cubicBezTo>
                    <a:pt x="18" y="29"/>
                    <a:pt x="18" y="29"/>
                    <a:pt x="18" y="29"/>
                  </a:cubicBezTo>
                  <a:cubicBezTo>
                    <a:pt x="18" y="29"/>
                    <a:pt x="18" y="29"/>
                    <a:pt x="18" y="29"/>
                  </a:cubicBezTo>
                  <a:cubicBezTo>
                    <a:pt x="18" y="27"/>
                    <a:pt x="18" y="27"/>
                    <a:pt x="18" y="27"/>
                  </a:cubicBezTo>
                  <a:cubicBezTo>
                    <a:pt x="17" y="27"/>
                    <a:pt x="17" y="27"/>
                    <a:pt x="17" y="27"/>
                  </a:cubicBezTo>
                  <a:cubicBezTo>
                    <a:pt x="17" y="30"/>
                    <a:pt x="17" y="30"/>
                    <a:pt x="17" y="30"/>
                  </a:cubicBezTo>
                  <a:cubicBezTo>
                    <a:pt x="20" y="30"/>
                    <a:pt x="20" y="30"/>
                    <a:pt x="20" y="30"/>
                  </a:cubicBezTo>
                  <a:lnTo>
                    <a:pt x="20" y="29"/>
                  </a:lnTo>
                  <a:close/>
                  <a:moveTo>
                    <a:pt x="25" y="24"/>
                  </a:moveTo>
                  <a:cubicBezTo>
                    <a:pt x="21" y="24"/>
                    <a:pt x="21" y="27"/>
                    <a:pt x="21" y="29"/>
                  </a:cubicBezTo>
                  <a:cubicBezTo>
                    <a:pt x="21" y="35"/>
                    <a:pt x="21" y="35"/>
                    <a:pt x="21" y="35"/>
                  </a:cubicBezTo>
                  <a:cubicBezTo>
                    <a:pt x="30" y="35"/>
                    <a:pt x="30" y="35"/>
                    <a:pt x="30" y="35"/>
                  </a:cubicBezTo>
                  <a:cubicBezTo>
                    <a:pt x="30" y="29"/>
                    <a:pt x="30" y="29"/>
                    <a:pt x="30" y="29"/>
                  </a:cubicBezTo>
                  <a:cubicBezTo>
                    <a:pt x="30" y="28"/>
                    <a:pt x="29" y="24"/>
                    <a:pt x="25" y="24"/>
                  </a:cubicBezTo>
                  <a:moveTo>
                    <a:pt x="30" y="35"/>
                  </a:moveTo>
                  <a:cubicBezTo>
                    <a:pt x="32" y="35"/>
                    <a:pt x="32" y="35"/>
                    <a:pt x="32" y="35"/>
                  </a:cubicBezTo>
                  <a:cubicBezTo>
                    <a:pt x="43" y="35"/>
                    <a:pt x="43" y="35"/>
                    <a:pt x="43" y="35"/>
                  </a:cubicBezTo>
                  <a:cubicBezTo>
                    <a:pt x="43" y="31"/>
                    <a:pt x="43" y="31"/>
                    <a:pt x="43" y="31"/>
                  </a:cubicBezTo>
                  <a:cubicBezTo>
                    <a:pt x="30" y="31"/>
                    <a:pt x="30" y="31"/>
                    <a:pt x="30" y="31"/>
                  </a:cubicBezTo>
                  <a:lnTo>
                    <a:pt x="30" y="35"/>
                  </a:lnTo>
                  <a:close/>
                  <a:moveTo>
                    <a:pt x="34" y="30"/>
                  </a:moveTo>
                  <a:cubicBezTo>
                    <a:pt x="43" y="30"/>
                    <a:pt x="43" y="30"/>
                    <a:pt x="43" y="30"/>
                  </a:cubicBezTo>
                  <a:cubicBezTo>
                    <a:pt x="42" y="27"/>
                    <a:pt x="42" y="27"/>
                    <a:pt x="42" y="27"/>
                  </a:cubicBezTo>
                  <a:cubicBezTo>
                    <a:pt x="34" y="27"/>
                    <a:pt x="34" y="27"/>
                    <a:pt x="34" y="27"/>
                  </a:cubicBezTo>
                  <a:lnTo>
                    <a:pt x="34" y="30"/>
                  </a:lnTo>
                  <a:close/>
                  <a:moveTo>
                    <a:pt x="32" y="28"/>
                  </a:moveTo>
                  <a:cubicBezTo>
                    <a:pt x="32" y="27"/>
                    <a:pt x="31" y="22"/>
                    <a:pt x="25" y="22"/>
                  </a:cubicBezTo>
                  <a:cubicBezTo>
                    <a:pt x="20" y="22"/>
                    <a:pt x="19" y="27"/>
                    <a:pt x="19" y="28"/>
                  </a:cubicBezTo>
                  <a:cubicBezTo>
                    <a:pt x="20" y="28"/>
                    <a:pt x="20" y="28"/>
                    <a:pt x="20" y="28"/>
                  </a:cubicBezTo>
                  <a:cubicBezTo>
                    <a:pt x="20" y="27"/>
                    <a:pt x="21" y="26"/>
                    <a:pt x="21" y="25"/>
                  </a:cubicBezTo>
                  <a:cubicBezTo>
                    <a:pt x="22" y="24"/>
                    <a:pt x="23" y="23"/>
                    <a:pt x="25" y="23"/>
                  </a:cubicBezTo>
                  <a:cubicBezTo>
                    <a:pt x="30" y="23"/>
                    <a:pt x="30" y="27"/>
                    <a:pt x="30" y="29"/>
                  </a:cubicBezTo>
                  <a:lnTo>
                    <a:pt x="32" y="28"/>
                  </a:lnTo>
                  <a:close/>
                  <a:moveTo>
                    <a:pt x="40" y="0"/>
                  </a:moveTo>
                  <a:cubicBezTo>
                    <a:pt x="38" y="0"/>
                    <a:pt x="38" y="0"/>
                    <a:pt x="38" y="0"/>
                  </a:cubicBezTo>
                  <a:cubicBezTo>
                    <a:pt x="38" y="3"/>
                    <a:pt x="38" y="3"/>
                    <a:pt x="38" y="3"/>
                  </a:cubicBezTo>
                  <a:cubicBezTo>
                    <a:pt x="35" y="3"/>
                    <a:pt x="35" y="3"/>
                    <a:pt x="35" y="3"/>
                  </a:cubicBezTo>
                  <a:cubicBezTo>
                    <a:pt x="35" y="0"/>
                    <a:pt x="35" y="0"/>
                    <a:pt x="35" y="0"/>
                  </a:cubicBezTo>
                  <a:cubicBezTo>
                    <a:pt x="31" y="0"/>
                    <a:pt x="31" y="0"/>
                    <a:pt x="31" y="0"/>
                  </a:cubicBezTo>
                  <a:cubicBezTo>
                    <a:pt x="31" y="3"/>
                    <a:pt x="31" y="3"/>
                    <a:pt x="31" y="3"/>
                  </a:cubicBezTo>
                  <a:cubicBezTo>
                    <a:pt x="28" y="3"/>
                    <a:pt x="28" y="3"/>
                    <a:pt x="28" y="3"/>
                  </a:cubicBezTo>
                  <a:cubicBezTo>
                    <a:pt x="28" y="0"/>
                    <a:pt x="28" y="0"/>
                    <a:pt x="28" y="0"/>
                  </a:cubicBezTo>
                  <a:cubicBezTo>
                    <a:pt x="22" y="0"/>
                    <a:pt x="22" y="0"/>
                    <a:pt x="22" y="0"/>
                  </a:cubicBezTo>
                  <a:cubicBezTo>
                    <a:pt x="22" y="3"/>
                    <a:pt x="22" y="3"/>
                    <a:pt x="22" y="3"/>
                  </a:cubicBezTo>
                  <a:cubicBezTo>
                    <a:pt x="19" y="3"/>
                    <a:pt x="19" y="3"/>
                    <a:pt x="19" y="3"/>
                  </a:cubicBezTo>
                  <a:cubicBezTo>
                    <a:pt x="19" y="0"/>
                    <a:pt x="19" y="0"/>
                    <a:pt x="19" y="0"/>
                  </a:cubicBezTo>
                  <a:cubicBezTo>
                    <a:pt x="15" y="0"/>
                    <a:pt x="15" y="0"/>
                    <a:pt x="15" y="0"/>
                  </a:cubicBezTo>
                  <a:cubicBezTo>
                    <a:pt x="15" y="3"/>
                    <a:pt x="15" y="3"/>
                    <a:pt x="15" y="3"/>
                  </a:cubicBezTo>
                  <a:cubicBezTo>
                    <a:pt x="12" y="3"/>
                    <a:pt x="12" y="3"/>
                    <a:pt x="12" y="3"/>
                  </a:cubicBezTo>
                  <a:cubicBezTo>
                    <a:pt x="12" y="0"/>
                    <a:pt x="12" y="0"/>
                    <a:pt x="12" y="0"/>
                  </a:cubicBezTo>
                  <a:cubicBezTo>
                    <a:pt x="10" y="0"/>
                    <a:pt x="10" y="0"/>
                    <a:pt x="10" y="0"/>
                  </a:cubicBezTo>
                  <a:cubicBezTo>
                    <a:pt x="10" y="5"/>
                    <a:pt x="10" y="5"/>
                    <a:pt x="10" y="5"/>
                  </a:cubicBezTo>
                  <a:cubicBezTo>
                    <a:pt x="40" y="5"/>
                    <a:pt x="40" y="5"/>
                    <a:pt x="40" y="5"/>
                  </a:cubicBezTo>
                  <a:lnTo>
                    <a:pt x="40" y="0"/>
                  </a:lnTo>
                  <a:close/>
                  <a:moveTo>
                    <a:pt x="47" y="39"/>
                  </a:moveTo>
                  <a:cubicBezTo>
                    <a:pt x="46" y="37"/>
                    <a:pt x="46" y="37"/>
                    <a:pt x="46" y="37"/>
                  </a:cubicBezTo>
                  <a:cubicBezTo>
                    <a:pt x="45" y="37"/>
                    <a:pt x="45" y="37"/>
                    <a:pt x="45" y="37"/>
                  </a:cubicBezTo>
                  <a:cubicBezTo>
                    <a:pt x="46" y="38"/>
                    <a:pt x="46" y="38"/>
                    <a:pt x="46" y="38"/>
                  </a:cubicBezTo>
                  <a:cubicBezTo>
                    <a:pt x="45" y="38"/>
                    <a:pt x="45" y="38"/>
                    <a:pt x="45" y="38"/>
                  </a:cubicBezTo>
                  <a:cubicBezTo>
                    <a:pt x="45" y="38"/>
                    <a:pt x="45" y="38"/>
                    <a:pt x="45" y="38"/>
                  </a:cubicBezTo>
                  <a:cubicBezTo>
                    <a:pt x="43" y="38"/>
                    <a:pt x="43" y="38"/>
                    <a:pt x="43" y="38"/>
                  </a:cubicBezTo>
                  <a:cubicBezTo>
                    <a:pt x="43" y="38"/>
                    <a:pt x="43" y="38"/>
                    <a:pt x="43" y="38"/>
                  </a:cubicBezTo>
                  <a:cubicBezTo>
                    <a:pt x="43" y="39"/>
                    <a:pt x="43" y="39"/>
                    <a:pt x="43" y="39"/>
                  </a:cubicBezTo>
                  <a:cubicBezTo>
                    <a:pt x="43" y="39"/>
                    <a:pt x="43" y="39"/>
                    <a:pt x="43" y="39"/>
                  </a:cubicBezTo>
                  <a:cubicBezTo>
                    <a:pt x="43" y="39"/>
                    <a:pt x="43" y="39"/>
                    <a:pt x="43" y="39"/>
                  </a:cubicBezTo>
                  <a:cubicBezTo>
                    <a:pt x="43" y="39"/>
                    <a:pt x="43" y="39"/>
                    <a:pt x="43" y="39"/>
                  </a:cubicBezTo>
                  <a:cubicBezTo>
                    <a:pt x="43" y="40"/>
                    <a:pt x="43" y="40"/>
                    <a:pt x="43" y="40"/>
                  </a:cubicBezTo>
                  <a:cubicBezTo>
                    <a:pt x="43" y="40"/>
                    <a:pt x="43" y="40"/>
                    <a:pt x="43" y="40"/>
                  </a:cubicBezTo>
                  <a:cubicBezTo>
                    <a:pt x="45" y="41"/>
                    <a:pt x="45" y="41"/>
                    <a:pt x="45" y="41"/>
                  </a:cubicBezTo>
                  <a:cubicBezTo>
                    <a:pt x="44" y="41"/>
                    <a:pt x="44" y="41"/>
                    <a:pt x="44" y="41"/>
                  </a:cubicBezTo>
                  <a:cubicBezTo>
                    <a:pt x="45" y="41"/>
                    <a:pt x="45" y="41"/>
                    <a:pt x="45" y="41"/>
                  </a:cubicBezTo>
                  <a:cubicBezTo>
                    <a:pt x="46" y="41"/>
                    <a:pt x="46" y="41"/>
                    <a:pt x="46" y="41"/>
                  </a:cubicBezTo>
                  <a:cubicBezTo>
                    <a:pt x="46" y="41"/>
                    <a:pt x="46" y="41"/>
                    <a:pt x="46" y="41"/>
                  </a:cubicBezTo>
                  <a:cubicBezTo>
                    <a:pt x="46" y="41"/>
                    <a:pt x="46" y="41"/>
                    <a:pt x="46" y="41"/>
                  </a:cubicBezTo>
                  <a:cubicBezTo>
                    <a:pt x="46" y="42"/>
                    <a:pt x="46" y="42"/>
                    <a:pt x="46" y="42"/>
                  </a:cubicBezTo>
                  <a:cubicBezTo>
                    <a:pt x="46" y="42"/>
                    <a:pt x="46" y="42"/>
                    <a:pt x="46" y="42"/>
                  </a:cubicBezTo>
                  <a:cubicBezTo>
                    <a:pt x="46" y="42"/>
                    <a:pt x="46" y="42"/>
                    <a:pt x="46" y="42"/>
                  </a:cubicBezTo>
                  <a:cubicBezTo>
                    <a:pt x="47" y="43"/>
                    <a:pt x="47" y="43"/>
                    <a:pt x="47" y="43"/>
                  </a:cubicBezTo>
                  <a:cubicBezTo>
                    <a:pt x="47" y="43"/>
                    <a:pt x="47" y="43"/>
                    <a:pt x="47" y="43"/>
                  </a:cubicBezTo>
                  <a:cubicBezTo>
                    <a:pt x="47" y="43"/>
                    <a:pt x="47" y="43"/>
                    <a:pt x="47" y="43"/>
                  </a:cubicBezTo>
                  <a:cubicBezTo>
                    <a:pt x="47" y="44"/>
                    <a:pt x="47" y="44"/>
                    <a:pt x="47" y="44"/>
                  </a:cubicBezTo>
                  <a:cubicBezTo>
                    <a:pt x="47" y="44"/>
                    <a:pt x="47" y="44"/>
                    <a:pt x="47" y="44"/>
                  </a:cubicBezTo>
                  <a:cubicBezTo>
                    <a:pt x="47" y="44"/>
                    <a:pt x="47" y="44"/>
                    <a:pt x="47" y="44"/>
                  </a:cubicBezTo>
                  <a:cubicBezTo>
                    <a:pt x="48" y="44"/>
                    <a:pt x="49" y="43"/>
                    <a:pt x="50" y="43"/>
                  </a:cubicBezTo>
                  <a:cubicBezTo>
                    <a:pt x="49" y="42"/>
                    <a:pt x="47" y="39"/>
                    <a:pt x="47" y="39"/>
                  </a:cubicBezTo>
                  <a:moveTo>
                    <a:pt x="6" y="39"/>
                  </a:moveTo>
                  <a:cubicBezTo>
                    <a:pt x="7" y="38"/>
                    <a:pt x="7" y="38"/>
                    <a:pt x="7" y="38"/>
                  </a:cubicBezTo>
                  <a:cubicBezTo>
                    <a:pt x="7" y="38"/>
                    <a:pt x="7" y="38"/>
                    <a:pt x="7" y="38"/>
                  </a:cubicBezTo>
                  <a:cubicBezTo>
                    <a:pt x="7" y="39"/>
                    <a:pt x="7" y="39"/>
                    <a:pt x="7" y="39"/>
                  </a:cubicBezTo>
                  <a:cubicBezTo>
                    <a:pt x="7" y="39"/>
                    <a:pt x="7" y="39"/>
                    <a:pt x="7" y="39"/>
                  </a:cubicBezTo>
                  <a:cubicBezTo>
                    <a:pt x="7" y="39"/>
                    <a:pt x="7" y="39"/>
                    <a:pt x="7" y="39"/>
                  </a:cubicBezTo>
                  <a:cubicBezTo>
                    <a:pt x="5" y="41"/>
                    <a:pt x="5" y="41"/>
                    <a:pt x="5" y="41"/>
                  </a:cubicBezTo>
                  <a:cubicBezTo>
                    <a:pt x="6" y="44"/>
                    <a:pt x="6" y="44"/>
                    <a:pt x="6" y="44"/>
                  </a:cubicBezTo>
                  <a:cubicBezTo>
                    <a:pt x="7" y="44"/>
                    <a:pt x="7" y="44"/>
                    <a:pt x="7" y="44"/>
                  </a:cubicBezTo>
                  <a:cubicBezTo>
                    <a:pt x="10" y="42"/>
                    <a:pt x="10" y="42"/>
                    <a:pt x="10" y="42"/>
                  </a:cubicBezTo>
                  <a:cubicBezTo>
                    <a:pt x="10" y="42"/>
                    <a:pt x="10" y="42"/>
                    <a:pt x="10" y="42"/>
                  </a:cubicBezTo>
                  <a:cubicBezTo>
                    <a:pt x="10" y="42"/>
                    <a:pt x="10" y="42"/>
                    <a:pt x="10" y="42"/>
                  </a:cubicBezTo>
                  <a:cubicBezTo>
                    <a:pt x="10" y="42"/>
                    <a:pt x="10" y="42"/>
                    <a:pt x="10" y="42"/>
                  </a:cubicBezTo>
                  <a:cubicBezTo>
                    <a:pt x="10" y="41"/>
                    <a:pt x="10" y="41"/>
                    <a:pt x="10" y="41"/>
                  </a:cubicBezTo>
                  <a:cubicBezTo>
                    <a:pt x="11" y="41"/>
                    <a:pt x="11" y="41"/>
                    <a:pt x="11" y="41"/>
                  </a:cubicBezTo>
                  <a:cubicBezTo>
                    <a:pt x="12" y="40"/>
                    <a:pt x="12" y="40"/>
                    <a:pt x="12" y="40"/>
                  </a:cubicBezTo>
                  <a:cubicBezTo>
                    <a:pt x="13" y="39"/>
                    <a:pt x="13" y="39"/>
                    <a:pt x="13" y="39"/>
                  </a:cubicBezTo>
                  <a:cubicBezTo>
                    <a:pt x="13" y="39"/>
                    <a:pt x="13" y="39"/>
                    <a:pt x="13" y="39"/>
                  </a:cubicBezTo>
                  <a:cubicBezTo>
                    <a:pt x="13" y="38"/>
                    <a:pt x="13" y="38"/>
                    <a:pt x="13" y="38"/>
                  </a:cubicBezTo>
                  <a:cubicBezTo>
                    <a:pt x="13" y="39"/>
                    <a:pt x="13" y="39"/>
                    <a:pt x="13" y="39"/>
                  </a:cubicBezTo>
                  <a:cubicBezTo>
                    <a:pt x="13" y="40"/>
                    <a:pt x="13" y="40"/>
                    <a:pt x="13" y="40"/>
                  </a:cubicBezTo>
                  <a:cubicBezTo>
                    <a:pt x="14" y="41"/>
                    <a:pt x="14" y="41"/>
                    <a:pt x="14" y="41"/>
                  </a:cubicBezTo>
                  <a:cubicBezTo>
                    <a:pt x="14" y="41"/>
                    <a:pt x="14" y="41"/>
                    <a:pt x="14" y="41"/>
                  </a:cubicBezTo>
                  <a:cubicBezTo>
                    <a:pt x="14" y="41"/>
                    <a:pt x="14" y="41"/>
                    <a:pt x="14" y="41"/>
                  </a:cubicBezTo>
                  <a:cubicBezTo>
                    <a:pt x="14" y="42"/>
                    <a:pt x="14" y="42"/>
                    <a:pt x="14" y="42"/>
                  </a:cubicBezTo>
                  <a:cubicBezTo>
                    <a:pt x="14" y="42"/>
                    <a:pt x="14" y="42"/>
                    <a:pt x="14" y="42"/>
                  </a:cubicBezTo>
                  <a:cubicBezTo>
                    <a:pt x="14" y="42"/>
                    <a:pt x="14" y="42"/>
                    <a:pt x="14" y="42"/>
                  </a:cubicBezTo>
                  <a:cubicBezTo>
                    <a:pt x="15" y="43"/>
                    <a:pt x="15" y="43"/>
                    <a:pt x="15" y="43"/>
                  </a:cubicBezTo>
                  <a:cubicBezTo>
                    <a:pt x="16" y="43"/>
                    <a:pt x="16" y="43"/>
                    <a:pt x="16" y="43"/>
                  </a:cubicBezTo>
                  <a:cubicBezTo>
                    <a:pt x="17" y="43"/>
                    <a:pt x="17" y="43"/>
                    <a:pt x="17" y="43"/>
                  </a:cubicBezTo>
                  <a:cubicBezTo>
                    <a:pt x="17" y="43"/>
                    <a:pt x="17" y="43"/>
                    <a:pt x="17" y="43"/>
                  </a:cubicBezTo>
                  <a:cubicBezTo>
                    <a:pt x="17" y="43"/>
                    <a:pt x="17" y="43"/>
                    <a:pt x="17" y="43"/>
                  </a:cubicBezTo>
                  <a:cubicBezTo>
                    <a:pt x="18" y="44"/>
                    <a:pt x="18" y="44"/>
                    <a:pt x="18" y="44"/>
                  </a:cubicBezTo>
                  <a:cubicBezTo>
                    <a:pt x="18" y="44"/>
                    <a:pt x="18" y="44"/>
                    <a:pt x="18" y="44"/>
                  </a:cubicBezTo>
                  <a:cubicBezTo>
                    <a:pt x="18" y="44"/>
                    <a:pt x="18" y="44"/>
                    <a:pt x="18" y="44"/>
                  </a:cubicBezTo>
                  <a:cubicBezTo>
                    <a:pt x="18" y="44"/>
                    <a:pt x="18" y="44"/>
                    <a:pt x="18" y="44"/>
                  </a:cubicBezTo>
                  <a:cubicBezTo>
                    <a:pt x="19" y="44"/>
                    <a:pt x="19" y="44"/>
                    <a:pt x="19" y="44"/>
                  </a:cubicBezTo>
                  <a:cubicBezTo>
                    <a:pt x="19" y="44"/>
                    <a:pt x="19" y="44"/>
                    <a:pt x="19" y="44"/>
                  </a:cubicBezTo>
                  <a:cubicBezTo>
                    <a:pt x="19" y="43"/>
                    <a:pt x="19" y="43"/>
                    <a:pt x="19" y="43"/>
                  </a:cubicBezTo>
                  <a:cubicBezTo>
                    <a:pt x="19" y="43"/>
                    <a:pt x="19" y="43"/>
                    <a:pt x="19" y="43"/>
                  </a:cubicBezTo>
                  <a:cubicBezTo>
                    <a:pt x="20" y="42"/>
                    <a:pt x="20" y="42"/>
                    <a:pt x="20" y="42"/>
                  </a:cubicBezTo>
                  <a:cubicBezTo>
                    <a:pt x="19" y="41"/>
                    <a:pt x="19" y="41"/>
                    <a:pt x="19" y="41"/>
                  </a:cubicBezTo>
                  <a:cubicBezTo>
                    <a:pt x="19" y="41"/>
                    <a:pt x="19" y="41"/>
                    <a:pt x="19" y="41"/>
                  </a:cubicBezTo>
                  <a:cubicBezTo>
                    <a:pt x="19" y="41"/>
                    <a:pt x="19" y="41"/>
                    <a:pt x="19" y="41"/>
                  </a:cubicBezTo>
                  <a:cubicBezTo>
                    <a:pt x="20" y="39"/>
                    <a:pt x="20" y="39"/>
                    <a:pt x="20" y="39"/>
                  </a:cubicBezTo>
                  <a:cubicBezTo>
                    <a:pt x="20" y="38"/>
                    <a:pt x="20" y="38"/>
                    <a:pt x="20" y="38"/>
                  </a:cubicBezTo>
                  <a:cubicBezTo>
                    <a:pt x="20" y="38"/>
                    <a:pt x="20" y="38"/>
                    <a:pt x="20" y="38"/>
                  </a:cubicBezTo>
                  <a:cubicBezTo>
                    <a:pt x="19" y="38"/>
                    <a:pt x="19" y="38"/>
                    <a:pt x="19" y="38"/>
                  </a:cubicBezTo>
                  <a:cubicBezTo>
                    <a:pt x="18" y="38"/>
                    <a:pt x="18" y="38"/>
                    <a:pt x="18" y="38"/>
                  </a:cubicBezTo>
                  <a:cubicBezTo>
                    <a:pt x="18" y="38"/>
                    <a:pt x="18" y="38"/>
                    <a:pt x="18" y="38"/>
                  </a:cubicBezTo>
                  <a:cubicBezTo>
                    <a:pt x="18" y="39"/>
                    <a:pt x="18" y="39"/>
                    <a:pt x="18" y="39"/>
                  </a:cubicBezTo>
                  <a:cubicBezTo>
                    <a:pt x="18" y="39"/>
                    <a:pt x="18" y="39"/>
                    <a:pt x="18" y="39"/>
                  </a:cubicBezTo>
                  <a:cubicBezTo>
                    <a:pt x="17" y="39"/>
                    <a:pt x="16" y="39"/>
                    <a:pt x="15" y="39"/>
                  </a:cubicBezTo>
                  <a:cubicBezTo>
                    <a:pt x="14" y="39"/>
                    <a:pt x="14" y="39"/>
                    <a:pt x="14" y="39"/>
                  </a:cubicBezTo>
                  <a:cubicBezTo>
                    <a:pt x="14" y="39"/>
                    <a:pt x="14" y="39"/>
                    <a:pt x="14" y="39"/>
                  </a:cubicBezTo>
                  <a:cubicBezTo>
                    <a:pt x="14" y="39"/>
                    <a:pt x="14" y="39"/>
                    <a:pt x="14" y="39"/>
                  </a:cubicBezTo>
                  <a:cubicBezTo>
                    <a:pt x="13" y="38"/>
                    <a:pt x="12" y="38"/>
                    <a:pt x="11"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9" y="38"/>
                    <a:pt x="8" y="37"/>
                    <a:pt x="7" y="37"/>
                  </a:cubicBezTo>
                  <a:cubicBezTo>
                    <a:pt x="7" y="37"/>
                    <a:pt x="7" y="37"/>
                    <a:pt x="7" y="37"/>
                  </a:cubicBezTo>
                  <a:cubicBezTo>
                    <a:pt x="7" y="37"/>
                    <a:pt x="7" y="37"/>
                    <a:pt x="7" y="37"/>
                  </a:cubicBezTo>
                  <a:cubicBezTo>
                    <a:pt x="6" y="37"/>
                    <a:pt x="6" y="37"/>
                    <a:pt x="6" y="37"/>
                  </a:cubicBezTo>
                  <a:cubicBezTo>
                    <a:pt x="5" y="37"/>
                    <a:pt x="5" y="37"/>
                    <a:pt x="5" y="37"/>
                  </a:cubicBezTo>
                  <a:cubicBezTo>
                    <a:pt x="5" y="37"/>
                    <a:pt x="5" y="37"/>
                    <a:pt x="5" y="37"/>
                  </a:cubicBezTo>
                  <a:cubicBezTo>
                    <a:pt x="5" y="37"/>
                    <a:pt x="5" y="37"/>
                    <a:pt x="5" y="37"/>
                  </a:cubicBezTo>
                  <a:cubicBezTo>
                    <a:pt x="5" y="37"/>
                    <a:pt x="4" y="38"/>
                    <a:pt x="3" y="39"/>
                  </a:cubicBezTo>
                  <a:cubicBezTo>
                    <a:pt x="2" y="40"/>
                    <a:pt x="1" y="42"/>
                    <a:pt x="0" y="42"/>
                  </a:cubicBezTo>
                  <a:cubicBezTo>
                    <a:pt x="1" y="43"/>
                    <a:pt x="1" y="43"/>
                    <a:pt x="1" y="43"/>
                  </a:cubicBezTo>
                  <a:cubicBezTo>
                    <a:pt x="1" y="43"/>
                    <a:pt x="1" y="43"/>
                    <a:pt x="1" y="43"/>
                  </a:cubicBezTo>
                  <a:cubicBezTo>
                    <a:pt x="2" y="43"/>
                    <a:pt x="3" y="42"/>
                    <a:pt x="4" y="41"/>
                  </a:cubicBezTo>
                  <a:lnTo>
                    <a:pt x="6" y="39"/>
                  </a:lnTo>
                  <a:close/>
                  <a:moveTo>
                    <a:pt x="26" y="10"/>
                  </a:moveTo>
                  <a:cubicBezTo>
                    <a:pt x="32" y="10"/>
                    <a:pt x="32" y="10"/>
                    <a:pt x="32" y="10"/>
                  </a:cubicBezTo>
                  <a:cubicBezTo>
                    <a:pt x="32" y="9"/>
                    <a:pt x="32" y="9"/>
                    <a:pt x="32" y="9"/>
                  </a:cubicBezTo>
                  <a:cubicBezTo>
                    <a:pt x="26" y="9"/>
                    <a:pt x="26" y="9"/>
                    <a:pt x="26" y="9"/>
                  </a:cubicBezTo>
                  <a:lnTo>
                    <a:pt x="26" y="10"/>
                  </a:lnTo>
                  <a:close/>
                  <a:moveTo>
                    <a:pt x="29" y="14"/>
                  </a:moveTo>
                  <a:cubicBezTo>
                    <a:pt x="36" y="14"/>
                    <a:pt x="36" y="14"/>
                    <a:pt x="36" y="14"/>
                  </a:cubicBezTo>
                  <a:cubicBezTo>
                    <a:pt x="36" y="11"/>
                    <a:pt x="36" y="11"/>
                    <a:pt x="36" y="11"/>
                  </a:cubicBezTo>
                  <a:cubicBezTo>
                    <a:pt x="29" y="11"/>
                    <a:pt x="29" y="11"/>
                    <a:pt x="29" y="11"/>
                  </a:cubicBezTo>
                  <a:lnTo>
                    <a:pt x="29" y="14"/>
                  </a:lnTo>
                  <a:close/>
                  <a:moveTo>
                    <a:pt x="26" y="17"/>
                  </a:moveTo>
                  <a:cubicBezTo>
                    <a:pt x="32" y="17"/>
                    <a:pt x="32" y="17"/>
                    <a:pt x="32" y="17"/>
                  </a:cubicBezTo>
                  <a:cubicBezTo>
                    <a:pt x="32" y="15"/>
                    <a:pt x="32" y="15"/>
                    <a:pt x="32" y="15"/>
                  </a:cubicBezTo>
                  <a:cubicBezTo>
                    <a:pt x="26" y="15"/>
                    <a:pt x="26" y="15"/>
                    <a:pt x="26" y="15"/>
                  </a:cubicBezTo>
                  <a:lnTo>
                    <a:pt x="26" y="17"/>
                  </a:lnTo>
                  <a:close/>
                  <a:moveTo>
                    <a:pt x="37" y="17"/>
                  </a:moveTo>
                  <a:cubicBezTo>
                    <a:pt x="29" y="17"/>
                    <a:pt x="29" y="17"/>
                    <a:pt x="29" y="17"/>
                  </a:cubicBezTo>
                  <a:cubicBezTo>
                    <a:pt x="29" y="20"/>
                    <a:pt x="29" y="20"/>
                    <a:pt x="29" y="20"/>
                  </a:cubicBezTo>
                  <a:cubicBezTo>
                    <a:pt x="37" y="20"/>
                    <a:pt x="37" y="20"/>
                    <a:pt x="37" y="20"/>
                  </a:cubicBezTo>
                  <a:lnTo>
                    <a:pt x="37" y="17"/>
                  </a:lnTo>
                  <a:close/>
                  <a:moveTo>
                    <a:pt x="29" y="17"/>
                  </a:moveTo>
                  <a:cubicBezTo>
                    <a:pt x="22" y="17"/>
                    <a:pt x="22" y="17"/>
                    <a:pt x="22" y="17"/>
                  </a:cubicBezTo>
                  <a:cubicBezTo>
                    <a:pt x="22" y="20"/>
                    <a:pt x="22" y="20"/>
                    <a:pt x="22" y="20"/>
                  </a:cubicBezTo>
                  <a:cubicBezTo>
                    <a:pt x="29" y="20"/>
                    <a:pt x="29" y="20"/>
                    <a:pt x="29" y="20"/>
                  </a:cubicBezTo>
                  <a:lnTo>
                    <a:pt x="29" y="17"/>
                  </a:lnTo>
                  <a:close/>
                  <a:moveTo>
                    <a:pt x="26" y="22"/>
                  </a:moveTo>
                  <a:cubicBezTo>
                    <a:pt x="28" y="22"/>
                    <a:pt x="29" y="23"/>
                    <a:pt x="30" y="24"/>
                  </a:cubicBezTo>
                  <a:cubicBezTo>
                    <a:pt x="33" y="24"/>
                    <a:pt x="33" y="24"/>
                    <a:pt x="33" y="24"/>
                  </a:cubicBezTo>
                  <a:cubicBezTo>
                    <a:pt x="33" y="21"/>
                    <a:pt x="33" y="21"/>
                    <a:pt x="33" y="21"/>
                  </a:cubicBezTo>
                  <a:cubicBezTo>
                    <a:pt x="26" y="21"/>
                    <a:pt x="26" y="21"/>
                    <a:pt x="26" y="21"/>
                  </a:cubicBezTo>
                  <a:lnTo>
                    <a:pt x="26" y="22"/>
                  </a:lnTo>
                  <a:close/>
                  <a:moveTo>
                    <a:pt x="19" y="10"/>
                  </a:moveTo>
                  <a:cubicBezTo>
                    <a:pt x="25" y="10"/>
                    <a:pt x="25" y="10"/>
                    <a:pt x="25" y="10"/>
                  </a:cubicBezTo>
                  <a:cubicBezTo>
                    <a:pt x="25" y="9"/>
                    <a:pt x="25" y="9"/>
                    <a:pt x="25" y="9"/>
                  </a:cubicBezTo>
                  <a:cubicBezTo>
                    <a:pt x="19" y="9"/>
                    <a:pt x="19" y="9"/>
                    <a:pt x="19" y="9"/>
                  </a:cubicBezTo>
                  <a:lnTo>
                    <a:pt x="19" y="10"/>
                  </a:lnTo>
                  <a:close/>
                  <a:moveTo>
                    <a:pt x="42" y="43"/>
                  </a:moveTo>
                  <a:cubicBezTo>
                    <a:pt x="42" y="43"/>
                    <a:pt x="42" y="43"/>
                    <a:pt x="42" y="43"/>
                  </a:cubicBezTo>
                  <a:cubicBezTo>
                    <a:pt x="43" y="43"/>
                    <a:pt x="43" y="43"/>
                    <a:pt x="43" y="43"/>
                  </a:cubicBezTo>
                  <a:cubicBezTo>
                    <a:pt x="44" y="41"/>
                    <a:pt x="44" y="41"/>
                    <a:pt x="44" y="41"/>
                  </a:cubicBezTo>
                  <a:cubicBezTo>
                    <a:pt x="44" y="41"/>
                    <a:pt x="44" y="41"/>
                    <a:pt x="44" y="41"/>
                  </a:cubicBezTo>
                  <a:cubicBezTo>
                    <a:pt x="44" y="41"/>
                    <a:pt x="44" y="41"/>
                    <a:pt x="44" y="41"/>
                  </a:cubicBezTo>
                  <a:cubicBezTo>
                    <a:pt x="43" y="41"/>
                    <a:pt x="43" y="41"/>
                    <a:pt x="43" y="41"/>
                  </a:cubicBezTo>
                  <a:cubicBezTo>
                    <a:pt x="43" y="41"/>
                    <a:pt x="43" y="41"/>
                    <a:pt x="43" y="41"/>
                  </a:cubicBezTo>
                  <a:cubicBezTo>
                    <a:pt x="43" y="41"/>
                    <a:pt x="43" y="41"/>
                    <a:pt x="43" y="41"/>
                  </a:cubicBezTo>
                  <a:cubicBezTo>
                    <a:pt x="43" y="41"/>
                    <a:pt x="43" y="41"/>
                    <a:pt x="43" y="41"/>
                  </a:cubicBezTo>
                  <a:cubicBezTo>
                    <a:pt x="42" y="42"/>
                    <a:pt x="42" y="42"/>
                    <a:pt x="42" y="42"/>
                  </a:cubicBezTo>
                  <a:cubicBezTo>
                    <a:pt x="42" y="42"/>
                    <a:pt x="42" y="42"/>
                    <a:pt x="42" y="42"/>
                  </a:cubicBezTo>
                  <a:cubicBezTo>
                    <a:pt x="42" y="42"/>
                    <a:pt x="42" y="42"/>
                    <a:pt x="42" y="42"/>
                  </a:cubicBezTo>
                  <a:cubicBezTo>
                    <a:pt x="42" y="43"/>
                    <a:pt x="42" y="43"/>
                    <a:pt x="42" y="43"/>
                  </a:cubicBezTo>
                  <a:close/>
                  <a:moveTo>
                    <a:pt x="20" y="31"/>
                  </a:moveTo>
                  <a:cubicBezTo>
                    <a:pt x="8" y="31"/>
                    <a:pt x="8" y="31"/>
                    <a:pt x="8" y="31"/>
                  </a:cubicBezTo>
                  <a:cubicBezTo>
                    <a:pt x="7" y="35"/>
                    <a:pt x="7" y="35"/>
                    <a:pt x="7" y="35"/>
                  </a:cubicBezTo>
                  <a:cubicBezTo>
                    <a:pt x="20" y="35"/>
                    <a:pt x="20" y="35"/>
                    <a:pt x="20" y="35"/>
                  </a:cubicBezTo>
                  <a:lnTo>
                    <a:pt x="20" y="31"/>
                  </a:lnTo>
                  <a:close/>
                  <a:moveTo>
                    <a:pt x="38" y="27"/>
                  </a:moveTo>
                  <a:cubicBezTo>
                    <a:pt x="42" y="27"/>
                    <a:pt x="42" y="27"/>
                    <a:pt x="42" y="27"/>
                  </a:cubicBezTo>
                  <a:cubicBezTo>
                    <a:pt x="41" y="24"/>
                    <a:pt x="41" y="24"/>
                    <a:pt x="41" y="24"/>
                  </a:cubicBezTo>
                  <a:cubicBezTo>
                    <a:pt x="38" y="24"/>
                    <a:pt x="38" y="24"/>
                    <a:pt x="38" y="24"/>
                  </a:cubicBezTo>
                  <a:lnTo>
                    <a:pt x="38" y="27"/>
                  </a:lnTo>
                  <a:close/>
                  <a:moveTo>
                    <a:pt x="12" y="24"/>
                  </a:moveTo>
                  <a:cubicBezTo>
                    <a:pt x="9" y="24"/>
                    <a:pt x="9" y="24"/>
                    <a:pt x="9" y="24"/>
                  </a:cubicBezTo>
                  <a:cubicBezTo>
                    <a:pt x="9" y="27"/>
                    <a:pt x="9" y="27"/>
                    <a:pt x="9" y="27"/>
                  </a:cubicBezTo>
                  <a:cubicBezTo>
                    <a:pt x="12" y="27"/>
                    <a:pt x="12" y="27"/>
                    <a:pt x="12" y="27"/>
                  </a:cubicBezTo>
                  <a:lnTo>
                    <a:pt x="12" y="24"/>
                  </a:lnTo>
                  <a:close/>
                  <a:moveTo>
                    <a:pt x="16" y="27"/>
                  </a:moveTo>
                  <a:cubicBezTo>
                    <a:pt x="9" y="27"/>
                    <a:pt x="9" y="27"/>
                    <a:pt x="9" y="27"/>
                  </a:cubicBezTo>
                  <a:cubicBezTo>
                    <a:pt x="8" y="30"/>
                    <a:pt x="8" y="30"/>
                    <a:pt x="8" y="30"/>
                  </a:cubicBezTo>
                  <a:cubicBezTo>
                    <a:pt x="16" y="30"/>
                    <a:pt x="16" y="30"/>
                    <a:pt x="16" y="30"/>
                  </a:cubicBezTo>
                  <a:lnTo>
                    <a:pt x="16" y="27"/>
                  </a:lnTo>
                  <a:close/>
                  <a:moveTo>
                    <a:pt x="7" y="37"/>
                  </a:moveTo>
                  <a:cubicBezTo>
                    <a:pt x="7" y="37"/>
                    <a:pt x="7" y="37"/>
                    <a:pt x="7" y="37"/>
                  </a:cubicBezTo>
                  <a:cubicBezTo>
                    <a:pt x="7" y="37"/>
                    <a:pt x="7" y="37"/>
                    <a:pt x="7" y="37"/>
                  </a:cubicBezTo>
                  <a:cubicBezTo>
                    <a:pt x="8" y="37"/>
                    <a:pt x="9" y="37"/>
                    <a:pt x="10" y="37"/>
                  </a:cubicBezTo>
                  <a:cubicBezTo>
                    <a:pt x="10" y="37"/>
                    <a:pt x="10" y="37"/>
                    <a:pt x="10" y="37"/>
                  </a:cubicBezTo>
                  <a:cubicBezTo>
                    <a:pt x="10" y="37"/>
                    <a:pt x="10" y="37"/>
                    <a:pt x="10" y="37"/>
                  </a:cubicBezTo>
                  <a:cubicBezTo>
                    <a:pt x="10" y="37"/>
                    <a:pt x="10" y="37"/>
                    <a:pt x="10" y="37"/>
                  </a:cubicBezTo>
                  <a:cubicBezTo>
                    <a:pt x="10" y="38"/>
                    <a:pt x="10" y="38"/>
                    <a:pt x="10" y="38"/>
                  </a:cubicBezTo>
                  <a:cubicBezTo>
                    <a:pt x="11" y="38"/>
                    <a:pt x="11" y="38"/>
                    <a:pt x="11" y="38"/>
                  </a:cubicBezTo>
                  <a:cubicBezTo>
                    <a:pt x="12" y="38"/>
                    <a:pt x="13" y="38"/>
                    <a:pt x="14" y="38"/>
                  </a:cubicBezTo>
                  <a:cubicBezTo>
                    <a:pt x="15" y="38"/>
                    <a:pt x="15" y="38"/>
                    <a:pt x="15" y="38"/>
                  </a:cubicBezTo>
                  <a:cubicBezTo>
                    <a:pt x="16" y="38"/>
                    <a:pt x="17" y="38"/>
                    <a:pt x="18" y="38"/>
                  </a:cubicBezTo>
                  <a:cubicBezTo>
                    <a:pt x="18" y="38"/>
                    <a:pt x="18" y="38"/>
                    <a:pt x="18" y="38"/>
                  </a:cubicBezTo>
                  <a:cubicBezTo>
                    <a:pt x="19" y="38"/>
                    <a:pt x="19" y="38"/>
                    <a:pt x="19" y="38"/>
                  </a:cubicBezTo>
                  <a:cubicBezTo>
                    <a:pt x="19" y="38"/>
                    <a:pt x="19" y="38"/>
                    <a:pt x="19" y="38"/>
                  </a:cubicBezTo>
                  <a:cubicBezTo>
                    <a:pt x="19" y="37"/>
                    <a:pt x="19" y="37"/>
                    <a:pt x="19" y="37"/>
                  </a:cubicBezTo>
                  <a:cubicBezTo>
                    <a:pt x="20" y="37"/>
                    <a:pt x="20" y="37"/>
                    <a:pt x="20" y="37"/>
                  </a:cubicBezTo>
                  <a:cubicBezTo>
                    <a:pt x="22" y="38"/>
                    <a:pt x="24" y="38"/>
                    <a:pt x="27" y="38"/>
                  </a:cubicBezTo>
                  <a:cubicBezTo>
                    <a:pt x="28" y="38"/>
                    <a:pt x="28" y="38"/>
                    <a:pt x="28" y="38"/>
                  </a:cubicBezTo>
                  <a:cubicBezTo>
                    <a:pt x="29" y="38"/>
                    <a:pt x="30" y="38"/>
                    <a:pt x="32" y="38"/>
                  </a:cubicBezTo>
                  <a:cubicBezTo>
                    <a:pt x="32" y="38"/>
                    <a:pt x="32" y="38"/>
                    <a:pt x="32" y="38"/>
                  </a:cubicBezTo>
                  <a:cubicBezTo>
                    <a:pt x="32" y="38"/>
                    <a:pt x="32" y="38"/>
                    <a:pt x="32" y="38"/>
                  </a:cubicBezTo>
                  <a:cubicBezTo>
                    <a:pt x="33" y="38"/>
                    <a:pt x="33" y="38"/>
                    <a:pt x="33" y="38"/>
                  </a:cubicBezTo>
                  <a:cubicBezTo>
                    <a:pt x="33" y="38"/>
                    <a:pt x="33" y="38"/>
                    <a:pt x="33" y="38"/>
                  </a:cubicBezTo>
                  <a:cubicBezTo>
                    <a:pt x="33" y="38"/>
                    <a:pt x="33" y="38"/>
                    <a:pt x="33" y="38"/>
                  </a:cubicBezTo>
                  <a:cubicBezTo>
                    <a:pt x="34" y="38"/>
                    <a:pt x="34" y="38"/>
                    <a:pt x="34" y="38"/>
                  </a:cubicBezTo>
                  <a:cubicBezTo>
                    <a:pt x="36" y="38"/>
                    <a:pt x="36" y="38"/>
                    <a:pt x="36" y="38"/>
                  </a:cubicBezTo>
                  <a:cubicBezTo>
                    <a:pt x="36" y="38"/>
                    <a:pt x="36" y="38"/>
                    <a:pt x="36" y="38"/>
                  </a:cubicBezTo>
                  <a:cubicBezTo>
                    <a:pt x="36" y="38"/>
                    <a:pt x="36" y="38"/>
                    <a:pt x="36" y="38"/>
                  </a:cubicBezTo>
                  <a:cubicBezTo>
                    <a:pt x="39" y="38"/>
                    <a:pt x="39" y="38"/>
                    <a:pt x="39" y="38"/>
                  </a:cubicBezTo>
                  <a:cubicBezTo>
                    <a:pt x="45" y="38"/>
                    <a:pt x="45" y="38"/>
                    <a:pt x="45" y="38"/>
                  </a:cubicBezTo>
                  <a:cubicBezTo>
                    <a:pt x="45" y="37"/>
                    <a:pt x="45" y="37"/>
                    <a:pt x="45" y="37"/>
                  </a:cubicBezTo>
                  <a:cubicBezTo>
                    <a:pt x="44" y="36"/>
                    <a:pt x="44" y="36"/>
                    <a:pt x="44" y="36"/>
                  </a:cubicBezTo>
                  <a:cubicBezTo>
                    <a:pt x="44" y="36"/>
                    <a:pt x="44" y="36"/>
                    <a:pt x="44" y="36"/>
                  </a:cubicBezTo>
                  <a:cubicBezTo>
                    <a:pt x="33" y="36"/>
                    <a:pt x="33" y="36"/>
                    <a:pt x="33" y="36"/>
                  </a:cubicBezTo>
                  <a:cubicBezTo>
                    <a:pt x="7" y="36"/>
                    <a:pt x="7" y="36"/>
                    <a:pt x="7" y="36"/>
                  </a:cubicBezTo>
                  <a:cubicBezTo>
                    <a:pt x="6" y="36"/>
                    <a:pt x="6" y="36"/>
                    <a:pt x="6" y="36"/>
                  </a:cubicBezTo>
                  <a:cubicBezTo>
                    <a:pt x="7" y="36"/>
                    <a:pt x="7" y="36"/>
                    <a:pt x="7" y="36"/>
                  </a:cubicBezTo>
                  <a:lnTo>
                    <a:pt x="7" y="37"/>
                  </a:lnTo>
                  <a:close/>
                  <a:moveTo>
                    <a:pt x="43" y="40"/>
                  </a:moveTo>
                  <a:cubicBezTo>
                    <a:pt x="42" y="39"/>
                    <a:pt x="42" y="39"/>
                    <a:pt x="42" y="39"/>
                  </a:cubicBezTo>
                  <a:cubicBezTo>
                    <a:pt x="42" y="39"/>
                    <a:pt x="42" y="39"/>
                    <a:pt x="42" y="39"/>
                  </a:cubicBezTo>
                  <a:cubicBezTo>
                    <a:pt x="42" y="38"/>
                    <a:pt x="42" y="38"/>
                    <a:pt x="42" y="38"/>
                  </a:cubicBezTo>
                  <a:cubicBezTo>
                    <a:pt x="42" y="38"/>
                    <a:pt x="42" y="38"/>
                    <a:pt x="42" y="38"/>
                  </a:cubicBezTo>
                  <a:cubicBezTo>
                    <a:pt x="39" y="38"/>
                    <a:pt x="39" y="38"/>
                    <a:pt x="39" y="38"/>
                  </a:cubicBezTo>
                  <a:cubicBezTo>
                    <a:pt x="36" y="38"/>
                    <a:pt x="36" y="38"/>
                    <a:pt x="36" y="38"/>
                  </a:cubicBezTo>
                  <a:cubicBezTo>
                    <a:pt x="37" y="39"/>
                    <a:pt x="37" y="39"/>
                    <a:pt x="37" y="39"/>
                  </a:cubicBezTo>
                  <a:cubicBezTo>
                    <a:pt x="38" y="39"/>
                    <a:pt x="38" y="39"/>
                    <a:pt x="38" y="39"/>
                  </a:cubicBezTo>
                  <a:cubicBezTo>
                    <a:pt x="38" y="39"/>
                    <a:pt x="38" y="39"/>
                    <a:pt x="38" y="39"/>
                  </a:cubicBezTo>
                  <a:cubicBezTo>
                    <a:pt x="38" y="39"/>
                    <a:pt x="38" y="39"/>
                    <a:pt x="38" y="39"/>
                  </a:cubicBezTo>
                  <a:cubicBezTo>
                    <a:pt x="38" y="40"/>
                    <a:pt x="38" y="40"/>
                    <a:pt x="38" y="40"/>
                  </a:cubicBezTo>
                  <a:cubicBezTo>
                    <a:pt x="38" y="40"/>
                    <a:pt x="38" y="40"/>
                    <a:pt x="38" y="40"/>
                  </a:cubicBezTo>
                  <a:cubicBezTo>
                    <a:pt x="38" y="40"/>
                    <a:pt x="38" y="40"/>
                    <a:pt x="38" y="40"/>
                  </a:cubicBezTo>
                  <a:cubicBezTo>
                    <a:pt x="39" y="41"/>
                    <a:pt x="39" y="41"/>
                    <a:pt x="39" y="41"/>
                  </a:cubicBezTo>
                  <a:cubicBezTo>
                    <a:pt x="39" y="41"/>
                    <a:pt x="39" y="41"/>
                    <a:pt x="39" y="41"/>
                  </a:cubicBezTo>
                  <a:cubicBezTo>
                    <a:pt x="39" y="42"/>
                    <a:pt x="39" y="42"/>
                    <a:pt x="39" y="42"/>
                  </a:cubicBezTo>
                  <a:cubicBezTo>
                    <a:pt x="39" y="42"/>
                    <a:pt x="39" y="42"/>
                    <a:pt x="39" y="42"/>
                  </a:cubicBezTo>
                  <a:cubicBezTo>
                    <a:pt x="40" y="42"/>
                    <a:pt x="40" y="42"/>
                    <a:pt x="40" y="42"/>
                  </a:cubicBezTo>
                  <a:cubicBezTo>
                    <a:pt x="40" y="42"/>
                    <a:pt x="40" y="42"/>
                    <a:pt x="40" y="42"/>
                  </a:cubicBezTo>
                  <a:cubicBezTo>
                    <a:pt x="40" y="42"/>
                    <a:pt x="40" y="42"/>
                    <a:pt x="40" y="42"/>
                  </a:cubicBezTo>
                  <a:cubicBezTo>
                    <a:pt x="40" y="42"/>
                    <a:pt x="40" y="42"/>
                    <a:pt x="40" y="42"/>
                  </a:cubicBezTo>
                  <a:cubicBezTo>
                    <a:pt x="40" y="42"/>
                    <a:pt x="40" y="42"/>
                    <a:pt x="40" y="42"/>
                  </a:cubicBezTo>
                  <a:cubicBezTo>
                    <a:pt x="41" y="42"/>
                    <a:pt x="41" y="42"/>
                    <a:pt x="41" y="42"/>
                  </a:cubicBezTo>
                  <a:cubicBezTo>
                    <a:pt x="41" y="42"/>
                    <a:pt x="41" y="42"/>
                    <a:pt x="41" y="42"/>
                  </a:cubicBezTo>
                  <a:cubicBezTo>
                    <a:pt x="41" y="42"/>
                    <a:pt x="41" y="42"/>
                    <a:pt x="41" y="42"/>
                  </a:cubicBezTo>
                  <a:cubicBezTo>
                    <a:pt x="41" y="42"/>
                    <a:pt x="41" y="42"/>
                    <a:pt x="41" y="42"/>
                  </a:cubicBezTo>
                  <a:cubicBezTo>
                    <a:pt x="42" y="41"/>
                    <a:pt x="42" y="41"/>
                    <a:pt x="42" y="41"/>
                  </a:cubicBezTo>
                  <a:cubicBezTo>
                    <a:pt x="42" y="41"/>
                    <a:pt x="42" y="41"/>
                    <a:pt x="42" y="41"/>
                  </a:cubicBezTo>
                  <a:cubicBezTo>
                    <a:pt x="42" y="41"/>
                    <a:pt x="42" y="41"/>
                    <a:pt x="42" y="41"/>
                  </a:cubicBezTo>
                  <a:cubicBezTo>
                    <a:pt x="43" y="41"/>
                    <a:pt x="43" y="41"/>
                    <a:pt x="43" y="41"/>
                  </a:cubicBezTo>
                  <a:cubicBezTo>
                    <a:pt x="43" y="40"/>
                    <a:pt x="43" y="40"/>
                    <a:pt x="43" y="40"/>
                  </a:cubicBezTo>
                  <a:close/>
                  <a:moveTo>
                    <a:pt x="29" y="40"/>
                  </a:moveTo>
                  <a:cubicBezTo>
                    <a:pt x="30" y="40"/>
                    <a:pt x="30" y="40"/>
                    <a:pt x="30" y="40"/>
                  </a:cubicBezTo>
                  <a:cubicBezTo>
                    <a:pt x="30" y="40"/>
                    <a:pt x="30" y="40"/>
                    <a:pt x="30" y="40"/>
                  </a:cubicBezTo>
                  <a:cubicBezTo>
                    <a:pt x="31" y="40"/>
                    <a:pt x="31" y="40"/>
                    <a:pt x="31" y="40"/>
                  </a:cubicBezTo>
                  <a:cubicBezTo>
                    <a:pt x="31" y="40"/>
                    <a:pt x="31" y="40"/>
                    <a:pt x="31" y="40"/>
                  </a:cubicBezTo>
                  <a:cubicBezTo>
                    <a:pt x="31" y="40"/>
                    <a:pt x="31" y="40"/>
                    <a:pt x="31" y="40"/>
                  </a:cubicBezTo>
                  <a:cubicBezTo>
                    <a:pt x="32" y="41"/>
                    <a:pt x="33" y="43"/>
                    <a:pt x="34" y="43"/>
                  </a:cubicBezTo>
                  <a:cubicBezTo>
                    <a:pt x="34" y="42"/>
                    <a:pt x="34" y="41"/>
                    <a:pt x="34" y="40"/>
                  </a:cubicBezTo>
                  <a:cubicBezTo>
                    <a:pt x="33" y="39"/>
                    <a:pt x="33" y="39"/>
                    <a:pt x="33" y="39"/>
                  </a:cubicBezTo>
                  <a:cubicBezTo>
                    <a:pt x="33" y="39"/>
                    <a:pt x="33" y="39"/>
                    <a:pt x="33" y="39"/>
                  </a:cubicBezTo>
                  <a:cubicBezTo>
                    <a:pt x="33" y="39"/>
                    <a:pt x="33" y="39"/>
                    <a:pt x="33" y="39"/>
                  </a:cubicBezTo>
                  <a:cubicBezTo>
                    <a:pt x="33" y="39"/>
                    <a:pt x="33" y="39"/>
                    <a:pt x="33" y="39"/>
                  </a:cubicBezTo>
                  <a:cubicBezTo>
                    <a:pt x="32" y="39"/>
                    <a:pt x="32" y="39"/>
                    <a:pt x="32" y="39"/>
                  </a:cubicBezTo>
                  <a:cubicBezTo>
                    <a:pt x="30" y="39"/>
                    <a:pt x="29" y="39"/>
                    <a:pt x="28" y="39"/>
                  </a:cubicBezTo>
                  <a:cubicBezTo>
                    <a:pt x="27" y="39"/>
                    <a:pt x="27" y="39"/>
                    <a:pt x="27" y="39"/>
                  </a:cubicBezTo>
                  <a:cubicBezTo>
                    <a:pt x="25" y="38"/>
                    <a:pt x="25" y="38"/>
                    <a:pt x="25" y="38"/>
                  </a:cubicBezTo>
                  <a:cubicBezTo>
                    <a:pt x="25" y="39"/>
                    <a:pt x="25" y="39"/>
                    <a:pt x="25" y="39"/>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0"/>
                    <a:pt x="23" y="40"/>
                    <a:pt x="23" y="40"/>
                  </a:cubicBezTo>
                  <a:cubicBezTo>
                    <a:pt x="25" y="38"/>
                    <a:pt x="25" y="38"/>
                    <a:pt x="25" y="38"/>
                  </a:cubicBezTo>
                  <a:cubicBezTo>
                    <a:pt x="23" y="38"/>
                    <a:pt x="22" y="38"/>
                    <a:pt x="21" y="38"/>
                  </a:cubicBezTo>
                  <a:cubicBezTo>
                    <a:pt x="21" y="39"/>
                    <a:pt x="21" y="39"/>
                    <a:pt x="21" y="39"/>
                  </a:cubicBezTo>
                  <a:cubicBezTo>
                    <a:pt x="21" y="39"/>
                    <a:pt x="21" y="39"/>
                    <a:pt x="21" y="39"/>
                  </a:cubicBezTo>
                  <a:cubicBezTo>
                    <a:pt x="20" y="39"/>
                    <a:pt x="20" y="39"/>
                    <a:pt x="20" y="39"/>
                  </a:cubicBezTo>
                  <a:cubicBezTo>
                    <a:pt x="20" y="41"/>
                    <a:pt x="20" y="41"/>
                    <a:pt x="20" y="41"/>
                  </a:cubicBezTo>
                  <a:cubicBezTo>
                    <a:pt x="20" y="41"/>
                    <a:pt x="20" y="41"/>
                    <a:pt x="20" y="41"/>
                  </a:cubicBezTo>
                  <a:cubicBezTo>
                    <a:pt x="20" y="41"/>
                    <a:pt x="20" y="41"/>
                    <a:pt x="20" y="41"/>
                  </a:cubicBezTo>
                  <a:cubicBezTo>
                    <a:pt x="20" y="41"/>
                    <a:pt x="20" y="41"/>
                    <a:pt x="20" y="41"/>
                  </a:cubicBezTo>
                  <a:cubicBezTo>
                    <a:pt x="23" y="41"/>
                    <a:pt x="23" y="41"/>
                    <a:pt x="23" y="41"/>
                  </a:cubicBezTo>
                  <a:cubicBezTo>
                    <a:pt x="23" y="41"/>
                    <a:pt x="23" y="41"/>
                    <a:pt x="23" y="41"/>
                  </a:cubicBezTo>
                  <a:cubicBezTo>
                    <a:pt x="23" y="42"/>
                    <a:pt x="24" y="42"/>
                    <a:pt x="26" y="42"/>
                  </a:cubicBezTo>
                  <a:cubicBezTo>
                    <a:pt x="27" y="42"/>
                    <a:pt x="27" y="42"/>
                    <a:pt x="27" y="42"/>
                  </a:cubicBezTo>
                  <a:cubicBezTo>
                    <a:pt x="27" y="42"/>
                    <a:pt x="28" y="41"/>
                    <a:pt x="29" y="40"/>
                  </a:cubicBezTo>
                  <a:moveTo>
                    <a:pt x="46" y="42"/>
                  </a:moveTo>
                  <a:cubicBezTo>
                    <a:pt x="46" y="42"/>
                    <a:pt x="46" y="42"/>
                    <a:pt x="46" y="42"/>
                  </a:cubicBezTo>
                  <a:cubicBezTo>
                    <a:pt x="45" y="42"/>
                    <a:pt x="45" y="42"/>
                    <a:pt x="45" y="42"/>
                  </a:cubicBezTo>
                  <a:cubicBezTo>
                    <a:pt x="44" y="42"/>
                    <a:pt x="44" y="42"/>
                    <a:pt x="44" y="42"/>
                  </a:cubicBezTo>
                  <a:cubicBezTo>
                    <a:pt x="44" y="42"/>
                    <a:pt x="43" y="43"/>
                    <a:pt x="43" y="43"/>
                  </a:cubicBezTo>
                  <a:cubicBezTo>
                    <a:pt x="42" y="43"/>
                    <a:pt x="42" y="43"/>
                    <a:pt x="42" y="43"/>
                  </a:cubicBezTo>
                  <a:cubicBezTo>
                    <a:pt x="42" y="43"/>
                    <a:pt x="42" y="43"/>
                    <a:pt x="42" y="43"/>
                  </a:cubicBezTo>
                  <a:cubicBezTo>
                    <a:pt x="42" y="43"/>
                    <a:pt x="42" y="43"/>
                    <a:pt x="42" y="43"/>
                  </a:cubicBezTo>
                  <a:cubicBezTo>
                    <a:pt x="42" y="43"/>
                    <a:pt x="42" y="43"/>
                    <a:pt x="42" y="43"/>
                  </a:cubicBezTo>
                  <a:cubicBezTo>
                    <a:pt x="42" y="42"/>
                    <a:pt x="42" y="42"/>
                    <a:pt x="42" y="42"/>
                  </a:cubicBezTo>
                  <a:cubicBezTo>
                    <a:pt x="42" y="42"/>
                    <a:pt x="42" y="42"/>
                    <a:pt x="42" y="42"/>
                  </a:cubicBezTo>
                  <a:cubicBezTo>
                    <a:pt x="41" y="43"/>
                    <a:pt x="41" y="43"/>
                    <a:pt x="41" y="43"/>
                  </a:cubicBezTo>
                  <a:cubicBezTo>
                    <a:pt x="41" y="43"/>
                    <a:pt x="41" y="43"/>
                    <a:pt x="41" y="43"/>
                  </a:cubicBezTo>
                  <a:cubicBezTo>
                    <a:pt x="40" y="43"/>
                    <a:pt x="40" y="43"/>
                    <a:pt x="40" y="43"/>
                  </a:cubicBezTo>
                  <a:cubicBezTo>
                    <a:pt x="39" y="42"/>
                    <a:pt x="39" y="42"/>
                    <a:pt x="39" y="42"/>
                  </a:cubicBezTo>
                  <a:cubicBezTo>
                    <a:pt x="37" y="42"/>
                    <a:pt x="37" y="42"/>
                    <a:pt x="37" y="42"/>
                  </a:cubicBezTo>
                  <a:cubicBezTo>
                    <a:pt x="37" y="42"/>
                    <a:pt x="37" y="42"/>
                    <a:pt x="37" y="42"/>
                  </a:cubicBezTo>
                  <a:cubicBezTo>
                    <a:pt x="35" y="41"/>
                    <a:pt x="35" y="41"/>
                    <a:pt x="35" y="41"/>
                  </a:cubicBezTo>
                  <a:cubicBezTo>
                    <a:pt x="35" y="41"/>
                    <a:pt x="35" y="41"/>
                    <a:pt x="35" y="41"/>
                  </a:cubicBezTo>
                  <a:cubicBezTo>
                    <a:pt x="35" y="41"/>
                    <a:pt x="35" y="41"/>
                    <a:pt x="35" y="41"/>
                  </a:cubicBezTo>
                  <a:cubicBezTo>
                    <a:pt x="35" y="40"/>
                    <a:pt x="35" y="40"/>
                    <a:pt x="35" y="40"/>
                  </a:cubicBezTo>
                  <a:cubicBezTo>
                    <a:pt x="35" y="41"/>
                    <a:pt x="35" y="42"/>
                    <a:pt x="34" y="43"/>
                  </a:cubicBezTo>
                  <a:cubicBezTo>
                    <a:pt x="34" y="43"/>
                    <a:pt x="34" y="43"/>
                    <a:pt x="34" y="43"/>
                  </a:cubicBezTo>
                  <a:cubicBezTo>
                    <a:pt x="34" y="43"/>
                    <a:pt x="34" y="43"/>
                    <a:pt x="34" y="43"/>
                  </a:cubicBezTo>
                  <a:cubicBezTo>
                    <a:pt x="34" y="43"/>
                    <a:pt x="34" y="43"/>
                    <a:pt x="34" y="43"/>
                  </a:cubicBezTo>
                  <a:cubicBezTo>
                    <a:pt x="32" y="43"/>
                    <a:pt x="31" y="41"/>
                    <a:pt x="31" y="40"/>
                  </a:cubicBezTo>
                  <a:cubicBezTo>
                    <a:pt x="30" y="40"/>
                    <a:pt x="30" y="40"/>
                    <a:pt x="30" y="40"/>
                  </a:cubicBezTo>
                  <a:cubicBezTo>
                    <a:pt x="30" y="40"/>
                    <a:pt x="30" y="40"/>
                    <a:pt x="30" y="40"/>
                  </a:cubicBezTo>
                  <a:cubicBezTo>
                    <a:pt x="29" y="40"/>
                    <a:pt x="29" y="40"/>
                    <a:pt x="29" y="40"/>
                  </a:cubicBezTo>
                  <a:cubicBezTo>
                    <a:pt x="27" y="43"/>
                    <a:pt x="27" y="43"/>
                    <a:pt x="27" y="43"/>
                  </a:cubicBezTo>
                  <a:cubicBezTo>
                    <a:pt x="27" y="43"/>
                    <a:pt x="27" y="43"/>
                    <a:pt x="27" y="43"/>
                  </a:cubicBezTo>
                  <a:cubicBezTo>
                    <a:pt x="27" y="43"/>
                    <a:pt x="27" y="43"/>
                    <a:pt x="27" y="43"/>
                  </a:cubicBezTo>
                  <a:cubicBezTo>
                    <a:pt x="26" y="43"/>
                    <a:pt x="26" y="43"/>
                    <a:pt x="26" y="43"/>
                  </a:cubicBezTo>
                  <a:cubicBezTo>
                    <a:pt x="27" y="43"/>
                    <a:pt x="30" y="44"/>
                    <a:pt x="31" y="44"/>
                  </a:cubicBezTo>
                  <a:cubicBezTo>
                    <a:pt x="34" y="44"/>
                    <a:pt x="35" y="43"/>
                    <a:pt x="37" y="43"/>
                  </a:cubicBezTo>
                  <a:cubicBezTo>
                    <a:pt x="39" y="43"/>
                    <a:pt x="40" y="43"/>
                    <a:pt x="42" y="44"/>
                  </a:cubicBezTo>
                  <a:cubicBezTo>
                    <a:pt x="43" y="44"/>
                    <a:pt x="44" y="44"/>
                    <a:pt x="45" y="44"/>
                  </a:cubicBezTo>
                  <a:cubicBezTo>
                    <a:pt x="46" y="44"/>
                    <a:pt x="46" y="44"/>
                    <a:pt x="46" y="44"/>
                  </a:cubicBezTo>
                  <a:cubicBezTo>
                    <a:pt x="46" y="44"/>
                    <a:pt x="46" y="44"/>
                    <a:pt x="46" y="44"/>
                  </a:cubicBezTo>
                  <a:cubicBezTo>
                    <a:pt x="46" y="44"/>
                    <a:pt x="46" y="44"/>
                    <a:pt x="46" y="44"/>
                  </a:cubicBezTo>
                  <a:lnTo>
                    <a:pt x="46" y="42"/>
                  </a:lnTo>
                  <a:close/>
                  <a:moveTo>
                    <a:pt x="22" y="42"/>
                  </a:moveTo>
                  <a:cubicBezTo>
                    <a:pt x="20" y="42"/>
                    <a:pt x="20" y="42"/>
                    <a:pt x="20" y="42"/>
                  </a:cubicBezTo>
                  <a:cubicBezTo>
                    <a:pt x="20" y="42"/>
                    <a:pt x="20" y="42"/>
                    <a:pt x="20" y="42"/>
                  </a:cubicBezTo>
                  <a:cubicBezTo>
                    <a:pt x="20" y="44"/>
                    <a:pt x="20" y="44"/>
                    <a:pt x="20" y="44"/>
                  </a:cubicBezTo>
                  <a:cubicBezTo>
                    <a:pt x="20" y="44"/>
                    <a:pt x="20" y="44"/>
                    <a:pt x="20" y="44"/>
                  </a:cubicBezTo>
                  <a:cubicBezTo>
                    <a:pt x="19" y="44"/>
                    <a:pt x="19" y="44"/>
                    <a:pt x="19" y="44"/>
                  </a:cubicBezTo>
                  <a:cubicBezTo>
                    <a:pt x="19" y="44"/>
                    <a:pt x="19" y="44"/>
                    <a:pt x="19" y="44"/>
                  </a:cubicBezTo>
                  <a:cubicBezTo>
                    <a:pt x="18" y="44"/>
                    <a:pt x="18" y="44"/>
                    <a:pt x="18" y="44"/>
                  </a:cubicBezTo>
                  <a:cubicBezTo>
                    <a:pt x="18" y="44"/>
                    <a:pt x="18" y="44"/>
                    <a:pt x="18" y="44"/>
                  </a:cubicBezTo>
                  <a:cubicBezTo>
                    <a:pt x="17" y="44"/>
                    <a:pt x="17" y="44"/>
                    <a:pt x="17" y="44"/>
                  </a:cubicBezTo>
                  <a:cubicBezTo>
                    <a:pt x="16" y="44"/>
                    <a:pt x="16" y="44"/>
                    <a:pt x="16" y="44"/>
                  </a:cubicBezTo>
                  <a:cubicBezTo>
                    <a:pt x="16" y="44"/>
                    <a:pt x="16" y="44"/>
                    <a:pt x="16" y="44"/>
                  </a:cubicBezTo>
                  <a:cubicBezTo>
                    <a:pt x="16" y="44"/>
                    <a:pt x="16" y="44"/>
                    <a:pt x="16" y="44"/>
                  </a:cubicBezTo>
                  <a:cubicBezTo>
                    <a:pt x="15" y="43"/>
                    <a:pt x="15" y="43"/>
                    <a:pt x="15" y="43"/>
                  </a:cubicBezTo>
                  <a:cubicBezTo>
                    <a:pt x="15" y="43"/>
                    <a:pt x="15" y="43"/>
                    <a:pt x="15" y="43"/>
                  </a:cubicBezTo>
                  <a:cubicBezTo>
                    <a:pt x="15" y="43"/>
                    <a:pt x="15" y="43"/>
                    <a:pt x="15" y="43"/>
                  </a:cubicBezTo>
                  <a:cubicBezTo>
                    <a:pt x="14" y="42"/>
                    <a:pt x="14" y="42"/>
                    <a:pt x="14" y="42"/>
                  </a:cubicBezTo>
                  <a:cubicBezTo>
                    <a:pt x="14" y="42"/>
                    <a:pt x="14" y="42"/>
                    <a:pt x="14" y="42"/>
                  </a:cubicBezTo>
                  <a:cubicBezTo>
                    <a:pt x="14" y="42"/>
                    <a:pt x="14" y="42"/>
                    <a:pt x="14" y="42"/>
                  </a:cubicBezTo>
                  <a:cubicBezTo>
                    <a:pt x="13" y="42"/>
                    <a:pt x="13" y="42"/>
                    <a:pt x="13" y="42"/>
                  </a:cubicBezTo>
                  <a:cubicBezTo>
                    <a:pt x="13" y="41"/>
                    <a:pt x="13" y="41"/>
                    <a:pt x="13" y="41"/>
                  </a:cubicBezTo>
                  <a:cubicBezTo>
                    <a:pt x="13" y="41"/>
                    <a:pt x="13" y="41"/>
                    <a:pt x="13" y="41"/>
                  </a:cubicBezTo>
                  <a:cubicBezTo>
                    <a:pt x="13" y="40"/>
                    <a:pt x="13" y="40"/>
                    <a:pt x="13" y="40"/>
                  </a:cubicBezTo>
                  <a:cubicBezTo>
                    <a:pt x="11" y="42"/>
                    <a:pt x="11" y="42"/>
                    <a:pt x="11" y="42"/>
                  </a:cubicBezTo>
                  <a:cubicBezTo>
                    <a:pt x="11" y="42"/>
                    <a:pt x="11" y="42"/>
                    <a:pt x="11" y="42"/>
                  </a:cubicBezTo>
                  <a:cubicBezTo>
                    <a:pt x="11" y="42"/>
                    <a:pt x="11" y="42"/>
                    <a:pt x="11" y="42"/>
                  </a:cubicBezTo>
                  <a:cubicBezTo>
                    <a:pt x="10" y="42"/>
                    <a:pt x="10" y="42"/>
                    <a:pt x="10" y="42"/>
                  </a:cubicBezTo>
                  <a:cubicBezTo>
                    <a:pt x="8" y="44"/>
                    <a:pt x="8" y="44"/>
                    <a:pt x="8" y="44"/>
                  </a:cubicBezTo>
                  <a:cubicBezTo>
                    <a:pt x="8" y="44"/>
                    <a:pt x="8" y="44"/>
                    <a:pt x="8" y="44"/>
                  </a:cubicBezTo>
                  <a:cubicBezTo>
                    <a:pt x="7" y="44"/>
                    <a:pt x="7" y="44"/>
                    <a:pt x="7" y="44"/>
                  </a:cubicBezTo>
                  <a:cubicBezTo>
                    <a:pt x="6" y="44"/>
                    <a:pt x="6" y="44"/>
                    <a:pt x="6" y="44"/>
                  </a:cubicBezTo>
                  <a:cubicBezTo>
                    <a:pt x="6" y="44"/>
                    <a:pt x="6" y="44"/>
                    <a:pt x="6" y="44"/>
                  </a:cubicBezTo>
                  <a:cubicBezTo>
                    <a:pt x="6" y="44"/>
                    <a:pt x="6" y="44"/>
                    <a:pt x="6" y="44"/>
                  </a:cubicBezTo>
                  <a:cubicBezTo>
                    <a:pt x="5" y="43"/>
                    <a:pt x="5" y="43"/>
                    <a:pt x="4" y="42"/>
                  </a:cubicBezTo>
                  <a:cubicBezTo>
                    <a:pt x="4" y="42"/>
                    <a:pt x="3" y="43"/>
                    <a:pt x="1" y="44"/>
                  </a:cubicBezTo>
                  <a:cubicBezTo>
                    <a:pt x="2" y="44"/>
                    <a:pt x="2" y="44"/>
                    <a:pt x="2" y="44"/>
                  </a:cubicBezTo>
                  <a:cubicBezTo>
                    <a:pt x="3" y="44"/>
                    <a:pt x="3" y="44"/>
                    <a:pt x="5" y="45"/>
                  </a:cubicBezTo>
                  <a:cubicBezTo>
                    <a:pt x="5" y="45"/>
                    <a:pt x="5" y="45"/>
                    <a:pt x="5" y="45"/>
                  </a:cubicBezTo>
                  <a:cubicBezTo>
                    <a:pt x="7" y="45"/>
                    <a:pt x="8" y="44"/>
                    <a:pt x="8" y="44"/>
                  </a:cubicBezTo>
                  <a:cubicBezTo>
                    <a:pt x="9" y="44"/>
                    <a:pt x="11" y="42"/>
                    <a:pt x="12" y="42"/>
                  </a:cubicBezTo>
                  <a:cubicBezTo>
                    <a:pt x="12" y="42"/>
                    <a:pt x="12" y="42"/>
                    <a:pt x="12" y="42"/>
                  </a:cubicBezTo>
                  <a:cubicBezTo>
                    <a:pt x="13" y="42"/>
                    <a:pt x="15" y="43"/>
                    <a:pt x="16" y="44"/>
                  </a:cubicBezTo>
                  <a:cubicBezTo>
                    <a:pt x="17" y="44"/>
                    <a:pt x="18" y="45"/>
                    <a:pt x="19" y="45"/>
                  </a:cubicBezTo>
                  <a:cubicBezTo>
                    <a:pt x="19" y="45"/>
                    <a:pt x="19" y="45"/>
                    <a:pt x="19" y="45"/>
                  </a:cubicBezTo>
                  <a:cubicBezTo>
                    <a:pt x="20" y="45"/>
                    <a:pt x="22" y="43"/>
                    <a:pt x="24" y="43"/>
                  </a:cubicBezTo>
                  <a:lnTo>
                    <a:pt x="22" y="42"/>
                  </a:lnTo>
                  <a:close/>
                  <a:moveTo>
                    <a:pt x="37" y="42"/>
                  </a:moveTo>
                  <a:cubicBezTo>
                    <a:pt x="39" y="42"/>
                    <a:pt x="39" y="42"/>
                    <a:pt x="39" y="42"/>
                  </a:cubicBezTo>
                  <a:cubicBezTo>
                    <a:pt x="39" y="42"/>
                    <a:pt x="39" y="42"/>
                    <a:pt x="39" y="42"/>
                  </a:cubicBezTo>
                  <a:cubicBezTo>
                    <a:pt x="38" y="41"/>
                    <a:pt x="38" y="41"/>
                    <a:pt x="38" y="41"/>
                  </a:cubicBezTo>
                  <a:cubicBezTo>
                    <a:pt x="38" y="41"/>
                    <a:pt x="38" y="41"/>
                    <a:pt x="38" y="41"/>
                  </a:cubicBezTo>
                  <a:cubicBezTo>
                    <a:pt x="38" y="41"/>
                    <a:pt x="38" y="41"/>
                    <a:pt x="38" y="41"/>
                  </a:cubicBezTo>
                  <a:cubicBezTo>
                    <a:pt x="38" y="40"/>
                    <a:pt x="38" y="40"/>
                    <a:pt x="38" y="40"/>
                  </a:cubicBezTo>
                  <a:cubicBezTo>
                    <a:pt x="37" y="40"/>
                    <a:pt x="37" y="40"/>
                    <a:pt x="37" y="40"/>
                  </a:cubicBezTo>
                  <a:cubicBezTo>
                    <a:pt x="37" y="40"/>
                    <a:pt x="37" y="40"/>
                    <a:pt x="37" y="40"/>
                  </a:cubicBezTo>
                  <a:cubicBezTo>
                    <a:pt x="36" y="38"/>
                    <a:pt x="36" y="38"/>
                    <a:pt x="36" y="38"/>
                  </a:cubicBezTo>
                  <a:cubicBezTo>
                    <a:pt x="34" y="39"/>
                    <a:pt x="34" y="39"/>
                    <a:pt x="34" y="39"/>
                  </a:cubicBezTo>
                  <a:cubicBezTo>
                    <a:pt x="34" y="39"/>
                    <a:pt x="34" y="39"/>
                    <a:pt x="34" y="39"/>
                  </a:cubicBezTo>
                  <a:cubicBezTo>
                    <a:pt x="35" y="39"/>
                    <a:pt x="35" y="39"/>
                    <a:pt x="35" y="39"/>
                  </a:cubicBezTo>
                  <a:cubicBezTo>
                    <a:pt x="35" y="40"/>
                    <a:pt x="35" y="40"/>
                    <a:pt x="35" y="40"/>
                  </a:cubicBezTo>
                  <a:cubicBezTo>
                    <a:pt x="35" y="40"/>
                    <a:pt x="35" y="40"/>
                    <a:pt x="35" y="40"/>
                  </a:cubicBezTo>
                  <a:cubicBezTo>
                    <a:pt x="35" y="40"/>
                    <a:pt x="35" y="40"/>
                    <a:pt x="35" y="40"/>
                  </a:cubicBezTo>
                  <a:cubicBezTo>
                    <a:pt x="35" y="40"/>
                    <a:pt x="35" y="40"/>
                    <a:pt x="35" y="40"/>
                  </a:cubicBezTo>
                  <a:cubicBezTo>
                    <a:pt x="36" y="40"/>
                    <a:pt x="36" y="40"/>
                    <a:pt x="36" y="40"/>
                  </a:cubicBezTo>
                  <a:cubicBezTo>
                    <a:pt x="36" y="40"/>
                    <a:pt x="36" y="40"/>
                    <a:pt x="36" y="40"/>
                  </a:cubicBezTo>
                  <a:cubicBezTo>
                    <a:pt x="36" y="41"/>
                    <a:pt x="36" y="41"/>
                    <a:pt x="36" y="41"/>
                  </a:cubicBezTo>
                  <a:lnTo>
                    <a:pt x="37" y="42"/>
                  </a:lnTo>
                  <a:close/>
                  <a:moveTo>
                    <a:pt x="17" y="21"/>
                  </a:moveTo>
                  <a:cubicBezTo>
                    <a:pt x="10" y="21"/>
                    <a:pt x="10" y="21"/>
                    <a:pt x="10" y="21"/>
                  </a:cubicBezTo>
                  <a:cubicBezTo>
                    <a:pt x="9" y="24"/>
                    <a:pt x="9" y="24"/>
                    <a:pt x="9" y="24"/>
                  </a:cubicBezTo>
                  <a:cubicBezTo>
                    <a:pt x="17" y="24"/>
                    <a:pt x="17" y="24"/>
                    <a:pt x="17" y="24"/>
                  </a:cubicBezTo>
                  <a:lnTo>
                    <a:pt x="17" y="21"/>
                  </a:lnTo>
                  <a:close/>
                  <a:moveTo>
                    <a:pt x="32" y="9"/>
                  </a:moveTo>
                  <a:cubicBezTo>
                    <a:pt x="32" y="10"/>
                    <a:pt x="32" y="10"/>
                    <a:pt x="32" y="10"/>
                  </a:cubicBezTo>
                  <a:cubicBezTo>
                    <a:pt x="39" y="10"/>
                    <a:pt x="39" y="10"/>
                    <a:pt x="39" y="10"/>
                  </a:cubicBezTo>
                  <a:cubicBezTo>
                    <a:pt x="38" y="9"/>
                    <a:pt x="38" y="9"/>
                    <a:pt x="38" y="9"/>
                  </a:cubicBezTo>
                  <a:lnTo>
                    <a:pt x="32" y="9"/>
                  </a:lnTo>
                  <a:close/>
                  <a:moveTo>
                    <a:pt x="39" y="14"/>
                  </a:moveTo>
                  <a:cubicBezTo>
                    <a:pt x="39" y="11"/>
                    <a:pt x="39" y="11"/>
                    <a:pt x="39" y="11"/>
                  </a:cubicBezTo>
                  <a:cubicBezTo>
                    <a:pt x="36" y="11"/>
                    <a:pt x="36" y="11"/>
                    <a:pt x="36" y="11"/>
                  </a:cubicBezTo>
                  <a:cubicBezTo>
                    <a:pt x="36" y="14"/>
                    <a:pt x="36" y="14"/>
                    <a:pt x="36" y="14"/>
                  </a:cubicBezTo>
                  <a:lnTo>
                    <a:pt x="39" y="14"/>
                  </a:lnTo>
                  <a:close/>
                  <a:moveTo>
                    <a:pt x="40" y="15"/>
                  </a:moveTo>
                  <a:cubicBezTo>
                    <a:pt x="33" y="15"/>
                    <a:pt x="33" y="15"/>
                    <a:pt x="33" y="15"/>
                  </a:cubicBezTo>
                  <a:cubicBezTo>
                    <a:pt x="33" y="17"/>
                    <a:pt x="33" y="17"/>
                    <a:pt x="33" y="17"/>
                  </a:cubicBezTo>
                  <a:cubicBezTo>
                    <a:pt x="40" y="17"/>
                    <a:pt x="40" y="17"/>
                    <a:pt x="40" y="17"/>
                  </a:cubicBezTo>
                  <a:lnTo>
                    <a:pt x="40" y="15"/>
                  </a:lnTo>
                  <a:close/>
                  <a:moveTo>
                    <a:pt x="34" y="24"/>
                  </a:moveTo>
                  <a:cubicBezTo>
                    <a:pt x="41" y="24"/>
                    <a:pt x="41" y="24"/>
                    <a:pt x="41" y="24"/>
                  </a:cubicBezTo>
                  <a:cubicBezTo>
                    <a:pt x="41" y="21"/>
                    <a:pt x="41" y="21"/>
                    <a:pt x="41" y="21"/>
                  </a:cubicBezTo>
                  <a:cubicBezTo>
                    <a:pt x="34" y="21"/>
                    <a:pt x="34" y="21"/>
                    <a:pt x="34" y="21"/>
                  </a:cubicBezTo>
                  <a:lnTo>
                    <a:pt x="34" y="24"/>
                  </a:lnTo>
                  <a:close/>
                  <a:moveTo>
                    <a:pt x="37" y="17"/>
                  </a:moveTo>
                  <a:cubicBezTo>
                    <a:pt x="37" y="20"/>
                    <a:pt x="37" y="20"/>
                    <a:pt x="37" y="20"/>
                  </a:cubicBezTo>
                  <a:cubicBezTo>
                    <a:pt x="41" y="20"/>
                    <a:pt x="41" y="20"/>
                    <a:pt x="41" y="20"/>
                  </a:cubicBezTo>
                  <a:cubicBezTo>
                    <a:pt x="40" y="17"/>
                    <a:pt x="40" y="17"/>
                    <a:pt x="40" y="17"/>
                  </a:cubicBezTo>
                  <a:lnTo>
                    <a:pt x="37" y="17"/>
                  </a:lnTo>
                  <a:close/>
                  <a:moveTo>
                    <a:pt x="13" y="17"/>
                  </a:moveTo>
                  <a:cubicBezTo>
                    <a:pt x="10" y="17"/>
                    <a:pt x="10" y="17"/>
                    <a:pt x="10" y="17"/>
                  </a:cubicBezTo>
                  <a:cubicBezTo>
                    <a:pt x="10" y="20"/>
                    <a:pt x="10" y="20"/>
                    <a:pt x="10" y="20"/>
                  </a:cubicBezTo>
                  <a:cubicBezTo>
                    <a:pt x="13" y="20"/>
                    <a:pt x="13" y="20"/>
                    <a:pt x="13" y="20"/>
                  </a:cubicBezTo>
                  <a:lnTo>
                    <a:pt x="13" y="17"/>
                  </a:lnTo>
                  <a:close/>
                  <a:moveTo>
                    <a:pt x="11" y="14"/>
                  </a:moveTo>
                  <a:cubicBezTo>
                    <a:pt x="14" y="14"/>
                    <a:pt x="14" y="14"/>
                    <a:pt x="14" y="14"/>
                  </a:cubicBezTo>
                  <a:cubicBezTo>
                    <a:pt x="14" y="11"/>
                    <a:pt x="14" y="11"/>
                    <a:pt x="14" y="11"/>
                  </a:cubicBezTo>
                  <a:cubicBezTo>
                    <a:pt x="12" y="11"/>
                    <a:pt x="12" y="11"/>
                    <a:pt x="12" y="11"/>
                  </a:cubicBezTo>
                  <a:lnTo>
                    <a:pt x="11" y="14"/>
                  </a:lnTo>
                  <a:close/>
                  <a:moveTo>
                    <a:pt x="18" y="15"/>
                  </a:moveTo>
                  <a:cubicBezTo>
                    <a:pt x="11" y="15"/>
                    <a:pt x="11" y="15"/>
                    <a:pt x="11" y="15"/>
                  </a:cubicBezTo>
                  <a:cubicBezTo>
                    <a:pt x="10" y="17"/>
                    <a:pt x="10" y="17"/>
                    <a:pt x="10" y="17"/>
                  </a:cubicBezTo>
                  <a:cubicBezTo>
                    <a:pt x="18" y="17"/>
                    <a:pt x="18" y="17"/>
                    <a:pt x="18" y="17"/>
                  </a:cubicBezTo>
                  <a:lnTo>
                    <a:pt x="18" y="15"/>
                  </a:lnTo>
                  <a:close/>
                  <a:moveTo>
                    <a:pt x="10" y="6"/>
                  </a:moveTo>
                  <a:cubicBezTo>
                    <a:pt x="12" y="8"/>
                    <a:pt x="12" y="8"/>
                    <a:pt x="12" y="8"/>
                  </a:cubicBezTo>
                  <a:cubicBezTo>
                    <a:pt x="38" y="8"/>
                    <a:pt x="38" y="8"/>
                    <a:pt x="38" y="8"/>
                  </a:cubicBezTo>
                  <a:cubicBezTo>
                    <a:pt x="38" y="8"/>
                    <a:pt x="38" y="8"/>
                    <a:pt x="38" y="8"/>
                  </a:cubicBezTo>
                  <a:cubicBezTo>
                    <a:pt x="40" y="6"/>
                    <a:pt x="40" y="6"/>
                    <a:pt x="40" y="6"/>
                  </a:cubicBezTo>
                  <a:lnTo>
                    <a:pt x="10" y="6"/>
                  </a:lnTo>
                  <a:close/>
                  <a:moveTo>
                    <a:pt x="18" y="9"/>
                  </a:moveTo>
                  <a:cubicBezTo>
                    <a:pt x="12" y="9"/>
                    <a:pt x="12" y="9"/>
                    <a:pt x="12" y="9"/>
                  </a:cubicBezTo>
                  <a:cubicBezTo>
                    <a:pt x="12" y="10"/>
                    <a:pt x="12" y="10"/>
                    <a:pt x="12" y="10"/>
                  </a:cubicBezTo>
                  <a:cubicBezTo>
                    <a:pt x="18" y="10"/>
                    <a:pt x="18" y="10"/>
                    <a:pt x="18" y="10"/>
                  </a:cubicBezTo>
                  <a:lnTo>
                    <a:pt x="18"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nvGrpSpPr>
          <p:cNvPr id="171" name="Grupo 170">
            <a:extLst>
              <a:ext uri="{FF2B5EF4-FFF2-40B4-BE49-F238E27FC236}">
                <a16:creationId xmlns:a16="http://schemas.microsoft.com/office/drawing/2014/main" id="{691E41E7-7A24-46C3-9D1F-1F7B928CC969}"/>
              </a:ext>
            </a:extLst>
          </p:cNvPr>
          <p:cNvGrpSpPr/>
          <p:nvPr userDrawn="1"/>
        </p:nvGrpSpPr>
        <p:grpSpPr>
          <a:xfrm>
            <a:off x="9269672" y="352811"/>
            <a:ext cx="1108652" cy="538385"/>
            <a:chOff x="3838575" y="2246313"/>
            <a:chExt cx="1931988" cy="938213"/>
          </a:xfrm>
        </p:grpSpPr>
        <p:sp>
          <p:nvSpPr>
            <p:cNvPr id="172" name="Rectangle 5">
              <a:extLst>
                <a:ext uri="{FF2B5EF4-FFF2-40B4-BE49-F238E27FC236}">
                  <a16:creationId xmlns:a16="http://schemas.microsoft.com/office/drawing/2014/main" id="{98A30CFF-8288-4235-86D8-35E89A6B8B9C}"/>
                </a:ext>
              </a:extLst>
            </p:cNvPr>
            <p:cNvSpPr>
              <a:spLocks noChangeArrowheads="1"/>
            </p:cNvSpPr>
            <p:nvPr/>
          </p:nvSpPr>
          <p:spPr bwMode="auto">
            <a:xfrm>
              <a:off x="3838575" y="2246313"/>
              <a:ext cx="1931988" cy="938213"/>
            </a:xfrm>
            <a:prstGeom prst="rect">
              <a:avLst/>
            </a:prstGeom>
            <a:solidFill>
              <a:srgbClr val="00B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73" name="Freeform 37">
              <a:extLst>
                <a:ext uri="{FF2B5EF4-FFF2-40B4-BE49-F238E27FC236}">
                  <a16:creationId xmlns:a16="http://schemas.microsoft.com/office/drawing/2014/main" id="{F5377FCD-72EE-4881-B934-191CFCADD7D5}"/>
                </a:ext>
              </a:extLst>
            </p:cNvPr>
            <p:cNvSpPr>
              <a:spLocks noEditPoints="1"/>
            </p:cNvSpPr>
            <p:nvPr/>
          </p:nvSpPr>
          <p:spPr bwMode="auto">
            <a:xfrm>
              <a:off x="3968750" y="2727325"/>
              <a:ext cx="1668463" cy="123825"/>
            </a:xfrm>
            <a:custGeom>
              <a:avLst/>
              <a:gdLst>
                <a:gd name="T0" fmla="*/ 768 w 770"/>
                <a:gd name="T1" fmla="*/ 17 h 57"/>
                <a:gd name="T2" fmla="*/ 743 w 770"/>
                <a:gd name="T3" fmla="*/ 44 h 57"/>
                <a:gd name="T4" fmla="*/ 715 w 770"/>
                <a:gd name="T5" fmla="*/ 22 h 57"/>
                <a:gd name="T6" fmla="*/ 720 w 770"/>
                <a:gd name="T7" fmla="*/ 17 h 57"/>
                <a:gd name="T8" fmla="*/ 704 w 770"/>
                <a:gd name="T9" fmla="*/ 51 h 57"/>
                <a:gd name="T10" fmla="*/ 689 w 770"/>
                <a:gd name="T11" fmla="*/ 56 h 57"/>
                <a:gd name="T12" fmla="*/ 669 w 770"/>
                <a:gd name="T13" fmla="*/ 20 h 57"/>
                <a:gd name="T14" fmla="*/ 662 w 770"/>
                <a:gd name="T15" fmla="*/ 48 h 57"/>
                <a:gd name="T16" fmla="*/ 662 w 770"/>
                <a:gd name="T17" fmla="*/ 17 h 57"/>
                <a:gd name="T18" fmla="*/ 607 w 770"/>
                <a:gd name="T19" fmla="*/ 17 h 57"/>
                <a:gd name="T20" fmla="*/ 593 w 770"/>
                <a:gd name="T21" fmla="*/ 17 h 57"/>
                <a:gd name="T22" fmla="*/ 597 w 770"/>
                <a:gd name="T23" fmla="*/ 56 h 57"/>
                <a:gd name="T24" fmla="*/ 610 w 770"/>
                <a:gd name="T25" fmla="*/ 56 h 57"/>
                <a:gd name="T26" fmla="*/ 563 w 770"/>
                <a:gd name="T27" fmla="*/ 51 h 57"/>
                <a:gd name="T28" fmla="*/ 560 w 770"/>
                <a:gd name="T29" fmla="*/ 29 h 57"/>
                <a:gd name="T30" fmla="*/ 568 w 770"/>
                <a:gd name="T31" fmla="*/ 17 h 57"/>
                <a:gd name="T32" fmla="*/ 569 w 770"/>
                <a:gd name="T33" fmla="*/ 56 h 57"/>
                <a:gd name="T34" fmla="*/ 511 w 770"/>
                <a:gd name="T35" fmla="*/ 17 h 57"/>
                <a:gd name="T36" fmla="*/ 504 w 770"/>
                <a:gd name="T37" fmla="*/ 54 h 57"/>
                <a:gd name="T38" fmla="*/ 504 w 770"/>
                <a:gd name="T39" fmla="*/ 29 h 57"/>
                <a:gd name="T40" fmla="*/ 453 w 770"/>
                <a:gd name="T41" fmla="*/ 17 h 57"/>
                <a:gd name="T42" fmla="*/ 430 w 770"/>
                <a:gd name="T43" fmla="*/ 17 h 57"/>
                <a:gd name="T44" fmla="*/ 422 w 770"/>
                <a:gd name="T45" fmla="*/ 56 h 57"/>
                <a:gd name="T46" fmla="*/ 379 w 770"/>
                <a:gd name="T47" fmla="*/ 41 h 57"/>
                <a:gd name="T48" fmla="*/ 395 w 770"/>
                <a:gd name="T49" fmla="*/ 56 h 57"/>
                <a:gd name="T50" fmla="*/ 350 w 770"/>
                <a:gd name="T51" fmla="*/ 56 h 57"/>
                <a:gd name="T52" fmla="*/ 377 w 770"/>
                <a:gd name="T53" fmla="*/ 52 h 57"/>
                <a:gd name="T54" fmla="*/ 347 w 770"/>
                <a:gd name="T55" fmla="*/ 20 h 57"/>
                <a:gd name="T56" fmla="*/ 327 w 770"/>
                <a:gd name="T57" fmla="*/ 56 h 57"/>
                <a:gd name="T58" fmla="*/ 310 w 770"/>
                <a:gd name="T59" fmla="*/ 28 h 57"/>
                <a:gd name="T60" fmla="*/ 320 w 770"/>
                <a:gd name="T61" fmla="*/ 52 h 57"/>
                <a:gd name="T62" fmla="*/ 284 w 770"/>
                <a:gd name="T63" fmla="*/ 17 h 57"/>
                <a:gd name="T64" fmla="*/ 303 w 770"/>
                <a:gd name="T65" fmla="*/ 52 h 57"/>
                <a:gd name="T66" fmla="*/ 275 w 770"/>
                <a:gd name="T67" fmla="*/ 45 h 57"/>
                <a:gd name="T68" fmla="*/ 271 w 770"/>
                <a:gd name="T69" fmla="*/ 42 h 57"/>
                <a:gd name="T70" fmla="*/ 270 w 770"/>
                <a:gd name="T71" fmla="*/ 27 h 57"/>
                <a:gd name="T72" fmla="*/ 245 w 770"/>
                <a:gd name="T73" fmla="*/ 52 h 57"/>
                <a:gd name="T74" fmla="*/ 238 w 770"/>
                <a:gd name="T75" fmla="*/ 20 h 57"/>
                <a:gd name="T76" fmla="*/ 218 w 770"/>
                <a:gd name="T77" fmla="*/ 56 h 57"/>
                <a:gd name="T78" fmla="*/ 199 w 770"/>
                <a:gd name="T79" fmla="*/ 35 h 57"/>
                <a:gd name="T80" fmla="*/ 171 w 770"/>
                <a:gd name="T81" fmla="*/ 21 h 57"/>
                <a:gd name="T82" fmla="*/ 177 w 770"/>
                <a:gd name="T83" fmla="*/ 34 h 57"/>
                <a:gd name="T84" fmla="*/ 211 w 770"/>
                <a:gd name="T85" fmla="*/ 20 h 57"/>
                <a:gd name="T86" fmla="*/ 145 w 770"/>
                <a:gd name="T87" fmla="*/ 38 h 57"/>
                <a:gd name="T88" fmla="*/ 138 w 770"/>
                <a:gd name="T89" fmla="*/ 21 h 57"/>
                <a:gd name="T90" fmla="*/ 131 w 770"/>
                <a:gd name="T91" fmla="*/ 21 h 57"/>
                <a:gd name="T92" fmla="*/ 102 w 770"/>
                <a:gd name="T93" fmla="*/ 35 h 57"/>
                <a:gd name="T94" fmla="*/ 108 w 770"/>
                <a:gd name="T95" fmla="*/ 22 h 57"/>
                <a:gd name="T96" fmla="*/ 115 w 770"/>
                <a:gd name="T97" fmla="*/ 54 h 57"/>
                <a:gd name="T98" fmla="*/ 62 w 770"/>
                <a:gd name="T99" fmla="*/ 21 h 57"/>
                <a:gd name="T100" fmla="*/ 27 w 770"/>
                <a:gd name="T101" fmla="*/ 20 h 57"/>
                <a:gd name="T102" fmla="*/ 40 w 770"/>
                <a:gd name="T103" fmla="*/ 51 h 57"/>
                <a:gd name="T104" fmla="*/ 69 w 770"/>
                <a:gd name="T105" fmla="*/ 21 h 57"/>
                <a:gd name="T106" fmla="*/ 20 w 770"/>
                <a:gd name="T107" fmla="*/ 17 h 57"/>
                <a:gd name="T108" fmla="*/ 20 w 770"/>
                <a:gd name="T109" fmla="*/ 5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70" h="57">
                  <a:moveTo>
                    <a:pt x="770" y="44"/>
                  </a:moveTo>
                  <a:cubicBezTo>
                    <a:pt x="770" y="31"/>
                    <a:pt x="750" y="35"/>
                    <a:pt x="750" y="27"/>
                  </a:cubicBezTo>
                  <a:cubicBezTo>
                    <a:pt x="750" y="23"/>
                    <a:pt x="752" y="21"/>
                    <a:pt x="758" y="21"/>
                  </a:cubicBezTo>
                  <a:cubicBezTo>
                    <a:pt x="759" y="21"/>
                    <a:pt x="761" y="21"/>
                    <a:pt x="762" y="21"/>
                  </a:cubicBezTo>
                  <a:cubicBezTo>
                    <a:pt x="763" y="23"/>
                    <a:pt x="763" y="25"/>
                    <a:pt x="763" y="28"/>
                  </a:cubicBezTo>
                  <a:cubicBezTo>
                    <a:pt x="768" y="28"/>
                    <a:pt x="768" y="28"/>
                    <a:pt x="768" y="28"/>
                  </a:cubicBezTo>
                  <a:cubicBezTo>
                    <a:pt x="768" y="17"/>
                    <a:pt x="768" y="17"/>
                    <a:pt x="768" y="17"/>
                  </a:cubicBezTo>
                  <a:cubicBezTo>
                    <a:pt x="765" y="16"/>
                    <a:pt x="761" y="16"/>
                    <a:pt x="758" y="16"/>
                  </a:cubicBezTo>
                  <a:cubicBezTo>
                    <a:pt x="748" y="16"/>
                    <a:pt x="742" y="21"/>
                    <a:pt x="742" y="28"/>
                  </a:cubicBezTo>
                  <a:cubicBezTo>
                    <a:pt x="742" y="40"/>
                    <a:pt x="763" y="36"/>
                    <a:pt x="763" y="45"/>
                  </a:cubicBezTo>
                  <a:cubicBezTo>
                    <a:pt x="763" y="50"/>
                    <a:pt x="758" y="51"/>
                    <a:pt x="754" y="51"/>
                  </a:cubicBezTo>
                  <a:cubicBezTo>
                    <a:pt x="752" y="51"/>
                    <a:pt x="750" y="51"/>
                    <a:pt x="749" y="51"/>
                  </a:cubicBezTo>
                  <a:cubicBezTo>
                    <a:pt x="748" y="49"/>
                    <a:pt x="748" y="47"/>
                    <a:pt x="748" y="44"/>
                  </a:cubicBezTo>
                  <a:cubicBezTo>
                    <a:pt x="743" y="44"/>
                    <a:pt x="743" y="44"/>
                    <a:pt x="743" y="44"/>
                  </a:cubicBezTo>
                  <a:cubicBezTo>
                    <a:pt x="743" y="55"/>
                    <a:pt x="743" y="55"/>
                    <a:pt x="743" y="55"/>
                  </a:cubicBezTo>
                  <a:cubicBezTo>
                    <a:pt x="746" y="56"/>
                    <a:pt x="750" y="57"/>
                    <a:pt x="753" y="57"/>
                  </a:cubicBezTo>
                  <a:cubicBezTo>
                    <a:pt x="763" y="57"/>
                    <a:pt x="770" y="52"/>
                    <a:pt x="770" y="44"/>
                  </a:cubicBezTo>
                  <a:moveTo>
                    <a:pt x="722" y="41"/>
                  </a:moveTo>
                  <a:cubicBezTo>
                    <a:pt x="708" y="41"/>
                    <a:pt x="708" y="41"/>
                    <a:pt x="708" y="41"/>
                  </a:cubicBezTo>
                  <a:cubicBezTo>
                    <a:pt x="713" y="29"/>
                    <a:pt x="713" y="29"/>
                    <a:pt x="713" y="29"/>
                  </a:cubicBezTo>
                  <a:cubicBezTo>
                    <a:pt x="713" y="27"/>
                    <a:pt x="714" y="24"/>
                    <a:pt x="715" y="22"/>
                  </a:cubicBezTo>
                  <a:cubicBezTo>
                    <a:pt x="715" y="22"/>
                    <a:pt x="715" y="22"/>
                    <a:pt x="715" y="22"/>
                  </a:cubicBezTo>
                  <a:cubicBezTo>
                    <a:pt x="715" y="24"/>
                    <a:pt x="716" y="27"/>
                    <a:pt x="717" y="29"/>
                  </a:cubicBezTo>
                  <a:lnTo>
                    <a:pt x="722" y="41"/>
                  </a:lnTo>
                  <a:close/>
                  <a:moveTo>
                    <a:pt x="737" y="56"/>
                  </a:moveTo>
                  <a:cubicBezTo>
                    <a:pt x="737" y="52"/>
                    <a:pt x="737" y="52"/>
                    <a:pt x="737" y="52"/>
                  </a:cubicBezTo>
                  <a:cubicBezTo>
                    <a:pt x="736" y="52"/>
                    <a:pt x="734" y="51"/>
                    <a:pt x="733" y="51"/>
                  </a:cubicBezTo>
                  <a:cubicBezTo>
                    <a:pt x="720" y="17"/>
                    <a:pt x="720" y="17"/>
                    <a:pt x="720" y="17"/>
                  </a:cubicBezTo>
                  <a:cubicBezTo>
                    <a:pt x="711" y="17"/>
                    <a:pt x="711" y="17"/>
                    <a:pt x="711" y="17"/>
                  </a:cubicBezTo>
                  <a:cubicBezTo>
                    <a:pt x="697" y="51"/>
                    <a:pt x="697" y="51"/>
                    <a:pt x="697" y="51"/>
                  </a:cubicBezTo>
                  <a:cubicBezTo>
                    <a:pt x="696" y="51"/>
                    <a:pt x="694" y="52"/>
                    <a:pt x="693" y="52"/>
                  </a:cubicBezTo>
                  <a:cubicBezTo>
                    <a:pt x="693" y="56"/>
                    <a:pt x="693" y="56"/>
                    <a:pt x="693" y="56"/>
                  </a:cubicBezTo>
                  <a:cubicBezTo>
                    <a:pt x="710" y="56"/>
                    <a:pt x="710" y="56"/>
                    <a:pt x="710" y="56"/>
                  </a:cubicBezTo>
                  <a:cubicBezTo>
                    <a:pt x="710" y="52"/>
                    <a:pt x="710" y="52"/>
                    <a:pt x="710" y="52"/>
                  </a:cubicBezTo>
                  <a:cubicBezTo>
                    <a:pt x="708" y="52"/>
                    <a:pt x="706" y="51"/>
                    <a:pt x="704" y="51"/>
                  </a:cubicBezTo>
                  <a:cubicBezTo>
                    <a:pt x="706" y="46"/>
                    <a:pt x="706" y="46"/>
                    <a:pt x="706" y="46"/>
                  </a:cubicBezTo>
                  <a:cubicBezTo>
                    <a:pt x="723" y="46"/>
                    <a:pt x="723" y="46"/>
                    <a:pt x="723" y="46"/>
                  </a:cubicBezTo>
                  <a:cubicBezTo>
                    <a:pt x="725" y="51"/>
                    <a:pt x="725" y="51"/>
                    <a:pt x="725" y="51"/>
                  </a:cubicBezTo>
                  <a:cubicBezTo>
                    <a:pt x="723" y="51"/>
                    <a:pt x="721" y="52"/>
                    <a:pt x="719" y="52"/>
                  </a:cubicBezTo>
                  <a:cubicBezTo>
                    <a:pt x="719" y="56"/>
                    <a:pt x="719" y="56"/>
                    <a:pt x="719" y="56"/>
                  </a:cubicBezTo>
                  <a:lnTo>
                    <a:pt x="737" y="56"/>
                  </a:lnTo>
                  <a:close/>
                  <a:moveTo>
                    <a:pt x="689" y="56"/>
                  </a:moveTo>
                  <a:cubicBezTo>
                    <a:pt x="689" y="52"/>
                    <a:pt x="689" y="52"/>
                    <a:pt x="689" y="52"/>
                  </a:cubicBezTo>
                  <a:cubicBezTo>
                    <a:pt x="687" y="52"/>
                    <a:pt x="685" y="51"/>
                    <a:pt x="683" y="51"/>
                  </a:cubicBezTo>
                  <a:cubicBezTo>
                    <a:pt x="683" y="21"/>
                    <a:pt x="683" y="21"/>
                    <a:pt x="683" y="21"/>
                  </a:cubicBezTo>
                  <a:cubicBezTo>
                    <a:pt x="685" y="21"/>
                    <a:pt x="687" y="21"/>
                    <a:pt x="689" y="20"/>
                  </a:cubicBezTo>
                  <a:cubicBezTo>
                    <a:pt x="689" y="17"/>
                    <a:pt x="689" y="17"/>
                    <a:pt x="689" y="17"/>
                  </a:cubicBezTo>
                  <a:cubicBezTo>
                    <a:pt x="669" y="17"/>
                    <a:pt x="669" y="17"/>
                    <a:pt x="669" y="17"/>
                  </a:cubicBezTo>
                  <a:cubicBezTo>
                    <a:pt x="669" y="20"/>
                    <a:pt x="669" y="20"/>
                    <a:pt x="669" y="20"/>
                  </a:cubicBezTo>
                  <a:cubicBezTo>
                    <a:pt x="671" y="21"/>
                    <a:pt x="674" y="21"/>
                    <a:pt x="676" y="21"/>
                  </a:cubicBezTo>
                  <a:cubicBezTo>
                    <a:pt x="676" y="51"/>
                    <a:pt x="676" y="51"/>
                    <a:pt x="676" y="51"/>
                  </a:cubicBezTo>
                  <a:cubicBezTo>
                    <a:pt x="674" y="51"/>
                    <a:pt x="671" y="52"/>
                    <a:pt x="669" y="52"/>
                  </a:cubicBezTo>
                  <a:cubicBezTo>
                    <a:pt x="669" y="56"/>
                    <a:pt x="669" y="56"/>
                    <a:pt x="669" y="56"/>
                  </a:cubicBezTo>
                  <a:lnTo>
                    <a:pt x="689" y="56"/>
                  </a:lnTo>
                  <a:close/>
                  <a:moveTo>
                    <a:pt x="662" y="54"/>
                  </a:moveTo>
                  <a:cubicBezTo>
                    <a:pt x="662" y="48"/>
                    <a:pt x="662" y="48"/>
                    <a:pt x="662" y="48"/>
                  </a:cubicBezTo>
                  <a:cubicBezTo>
                    <a:pt x="659" y="49"/>
                    <a:pt x="655" y="50"/>
                    <a:pt x="652" y="50"/>
                  </a:cubicBezTo>
                  <a:cubicBezTo>
                    <a:pt x="643" y="50"/>
                    <a:pt x="638" y="45"/>
                    <a:pt x="638" y="36"/>
                  </a:cubicBezTo>
                  <a:cubicBezTo>
                    <a:pt x="638" y="28"/>
                    <a:pt x="643" y="22"/>
                    <a:pt x="651" y="22"/>
                  </a:cubicBezTo>
                  <a:cubicBezTo>
                    <a:pt x="653" y="22"/>
                    <a:pt x="654" y="22"/>
                    <a:pt x="656" y="23"/>
                  </a:cubicBezTo>
                  <a:cubicBezTo>
                    <a:pt x="656" y="25"/>
                    <a:pt x="656" y="27"/>
                    <a:pt x="657" y="29"/>
                  </a:cubicBezTo>
                  <a:cubicBezTo>
                    <a:pt x="662" y="29"/>
                    <a:pt x="662" y="29"/>
                    <a:pt x="662" y="29"/>
                  </a:cubicBezTo>
                  <a:cubicBezTo>
                    <a:pt x="662" y="17"/>
                    <a:pt x="662" y="17"/>
                    <a:pt x="662" y="17"/>
                  </a:cubicBezTo>
                  <a:cubicBezTo>
                    <a:pt x="659" y="17"/>
                    <a:pt x="655" y="16"/>
                    <a:pt x="652" y="16"/>
                  </a:cubicBezTo>
                  <a:cubicBezTo>
                    <a:pt x="638" y="16"/>
                    <a:pt x="631" y="26"/>
                    <a:pt x="631" y="37"/>
                  </a:cubicBezTo>
                  <a:cubicBezTo>
                    <a:pt x="631" y="49"/>
                    <a:pt x="638" y="56"/>
                    <a:pt x="651" y="56"/>
                  </a:cubicBezTo>
                  <a:cubicBezTo>
                    <a:pt x="655" y="56"/>
                    <a:pt x="659" y="56"/>
                    <a:pt x="662" y="54"/>
                  </a:cubicBezTo>
                  <a:moveTo>
                    <a:pt x="625" y="20"/>
                  </a:moveTo>
                  <a:cubicBezTo>
                    <a:pt x="625" y="17"/>
                    <a:pt x="625" y="17"/>
                    <a:pt x="625" y="17"/>
                  </a:cubicBezTo>
                  <a:cubicBezTo>
                    <a:pt x="607" y="17"/>
                    <a:pt x="607" y="17"/>
                    <a:pt x="607" y="17"/>
                  </a:cubicBezTo>
                  <a:cubicBezTo>
                    <a:pt x="607" y="20"/>
                    <a:pt x="607" y="20"/>
                    <a:pt x="607" y="20"/>
                  </a:cubicBezTo>
                  <a:cubicBezTo>
                    <a:pt x="608" y="21"/>
                    <a:pt x="611" y="21"/>
                    <a:pt x="613" y="21"/>
                  </a:cubicBezTo>
                  <a:cubicBezTo>
                    <a:pt x="613" y="35"/>
                    <a:pt x="613" y="35"/>
                    <a:pt x="613" y="35"/>
                  </a:cubicBezTo>
                  <a:cubicBezTo>
                    <a:pt x="613" y="41"/>
                    <a:pt x="613" y="45"/>
                    <a:pt x="613" y="48"/>
                  </a:cubicBezTo>
                  <a:cubicBezTo>
                    <a:pt x="613" y="48"/>
                    <a:pt x="613" y="48"/>
                    <a:pt x="613" y="48"/>
                  </a:cubicBezTo>
                  <a:cubicBezTo>
                    <a:pt x="612" y="45"/>
                    <a:pt x="610" y="42"/>
                    <a:pt x="608" y="40"/>
                  </a:cubicBezTo>
                  <a:cubicBezTo>
                    <a:pt x="593" y="17"/>
                    <a:pt x="593" y="17"/>
                    <a:pt x="593" y="17"/>
                  </a:cubicBezTo>
                  <a:cubicBezTo>
                    <a:pt x="577" y="17"/>
                    <a:pt x="577" y="17"/>
                    <a:pt x="577" y="17"/>
                  </a:cubicBezTo>
                  <a:cubicBezTo>
                    <a:pt x="577" y="20"/>
                    <a:pt x="577" y="20"/>
                    <a:pt x="577" y="20"/>
                  </a:cubicBezTo>
                  <a:cubicBezTo>
                    <a:pt x="579" y="21"/>
                    <a:pt x="582" y="21"/>
                    <a:pt x="584" y="21"/>
                  </a:cubicBezTo>
                  <a:cubicBezTo>
                    <a:pt x="584" y="51"/>
                    <a:pt x="584" y="51"/>
                    <a:pt x="584" y="51"/>
                  </a:cubicBezTo>
                  <a:cubicBezTo>
                    <a:pt x="582" y="51"/>
                    <a:pt x="579" y="52"/>
                    <a:pt x="577" y="52"/>
                  </a:cubicBezTo>
                  <a:cubicBezTo>
                    <a:pt x="577" y="56"/>
                    <a:pt x="577" y="56"/>
                    <a:pt x="577" y="56"/>
                  </a:cubicBezTo>
                  <a:cubicBezTo>
                    <a:pt x="597" y="56"/>
                    <a:pt x="597" y="56"/>
                    <a:pt x="597" y="56"/>
                  </a:cubicBezTo>
                  <a:cubicBezTo>
                    <a:pt x="597" y="52"/>
                    <a:pt x="597" y="52"/>
                    <a:pt x="597" y="52"/>
                  </a:cubicBezTo>
                  <a:cubicBezTo>
                    <a:pt x="595" y="52"/>
                    <a:pt x="593" y="51"/>
                    <a:pt x="591" y="51"/>
                  </a:cubicBezTo>
                  <a:cubicBezTo>
                    <a:pt x="591" y="34"/>
                    <a:pt x="591" y="34"/>
                    <a:pt x="591" y="34"/>
                  </a:cubicBezTo>
                  <a:cubicBezTo>
                    <a:pt x="591" y="30"/>
                    <a:pt x="590" y="27"/>
                    <a:pt x="590" y="25"/>
                  </a:cubicBezTo>
                  <a:cubicBezTo>
                    <a:pt x="590" y="25"/>
                    <a:pt x="590" y="25"/>
                    <a:pt x="590" y="25"/>
                  </a:cubicBezTo>
                  <a:cubicBezTo>
                    <a:pt x="592" y="27"/>
                    <a:pt x="593" y="30"/>
                    <a:pt x="595" y="32"/>
                  </a:cubicBezTo>
                  <a:cubicBezTo>
                    <a:pt x="610" y="56"/>
                    <a:pt x="610" y="56"/>
                    <a:pt x="610" y="56"/>
                  </a:cubicBezTo>
                  <a:cubicBezTo>
                    <a:pt x="619" y="56"/>
                    <a:pt x="619" y="56"/>
                    <a:pt x="619" y="56"/>
                  </a:cubicBezTo>
                  <a:cubicBezTo>
                    <a:pt x="619" y="21"/>
                    <a:pt x="619" y="21"/>
                    <a:pt x="619" y="21"/>
                  </a:cubicBezTo>
                  <a:cubicBezTo>
                    <a:pt x="621" y="21"/>
                    <a:pt x="623" y="21"/>
                    <a:pt x="625" y="20"/>
                  </a:cubicBezTo>
                  <a:moveTo>
                    <a:pt x="569" y="56"/>
                  </a:moveTo>
                  <a:cubicBezTo>
                    <a:pt x="569" y="45"/>
                    <a:pt x="569" y="45"/>
                    <a:pt x="569" y="45"/>
                  </a:cubicBezTo>
                  <a:cubicBezTo>
                    <a:pt x="564" y="45"/>
                    <a:pt x="564" y="45"/>
                    <a:pt x="564" y="45"/>
                  </a:cubicBezTo>
                  <a:cubicBezTo>
                    <a:pt x="563" y="47"/>
                    <a:pt x="563" y="49"/>
                    <a:pt x="563" y="51"/>
                  </a:cubicBezTo>
                  <a:cubicBezTo>
                    <a:pt x="552" y="51"/>
                    <a:pt x="552" y="51"/>
                    <a:pt x="552" y="51"/>
                  </a:cubicBezTo>
                  <a:cubicBezTo>
                    <a:pt x="552" y="38"/>
                    <a:pt x="552" y="38"/>
                    <a:pt x="552" y="38"/>
                  </a:cubicBezTo>
                  <a:cubicBezTo>
                    <a:pt x="559" y="38"/>
                    <a:pt x="559" y="38"/>
                    <a:pt x="559" y="38"/>
                  </a:cubicBezTo>
                  <a:cubicBezTo>
                    <a:pt x="559" y="40"/>
                    <a:pt x="559" y="41"/>
                    <a:pt x="560" y="42"/>
                  </a:cubicBezTo>
                  <a:cubicBezTo>
                    <a:pt x="564" y="42"/>
                    <a:pt x="564" y="42"/>
                    <a:pt x="564" y="42"/>
                  </a:cubicBezTo>
                  <a:cubicBezTo>
                    <a:pt x="564" y="29"/>
                    <a:pt x="564" y="29"/>
                    <a:pt x="564" y="29"/>
                  </a:cubicBezTo>
                  <a:cubicBezTo>
                    <a:pt x="560" y="29"/>
                    <a:pt x="560" y="29"/>
                    <a:pt x="560" y="29"/>
                  </a:cubicBezTo>
                  <a:cubicBezTo>
                    <a:pt x="559" y="30"/>
                    <a:pt x="559" y="32"/>
                    <a:pt x="559" y="33"/>
                  </a:cubicBezTo>
                  <a:cubicBezTo>
                    <a:pt x="552" y="33"/>
                    <a:pt x="552" y="33"/>
                    <a:pt x="552" y="33"/>
                  </a:cubicBezTo>
                  <a:cubicBezTo>
                    <a:pt x="552" y="21"/>
                    <a:pt x="552" y="21"/>
                    <a:pt x="552" y="21"/>
                  </a:cubicBezTo>
                  <a:cubicBezTo>
                    <a:pt x="563" y="21"/>
                    <a:pt x="563" y="21"/>
                    <a:pt x="563" y="21"/>
                  </a:cubicBezTo>
                  <a:cubicBezTo>
                    <a:pt x="563" y="23"/>
                    <a:pt x="563" y="25"/>
                    <a:pt x="564" y="27"/>
                  </a:cubicBezTo>
                  <a:cubicBezTo>
                    <a:pt x="568" y="27"/>
                    <a:pt x="568" y="27"/>
                    <a:pt x="568" y="27"/>
                  </a:cubicBezTo>
                  <a:cubicBezTo>
                    <a:pt x="568" y="17"/>
                    <a:pt x="568" y="17"/>
                    <a:pt x="568" y="17"/>
                  </a:cubicBezTo>
                  <a:cubicBezTo>
                    <a:pt x="538" y="17"/>
                    <a:pt x="538" y="17"/>
                    <a:pt x="538" y="17"/>
                  </a:cubicBezTo>
                  <a:cubicBezTo>
                    <a:pt x="538" y="20"/>
                    <a:pt x="538" y="20"/>
                    <a:pt x="538" y="20"/>
                  </a:cubicBezTo>
                  <a:cubicBezTo>
                    <a:pt x="540" y="21"/>
                    <a:pt x="543" y="21"/>
                    <a:pt x="545" y="21"/>
                  </a:cubicBezTo>
                  <a:cubicBezTo>
                    <a:pt x="545" y="51"/>
                    <a:pt x="545" y="51"/>
                    <a:pt x="545" y="51"/>
                  </a:cubicBezTo>
                  <a:cubicBezTo>
                    <a:pt x="543" y="51"/>
                    <a:pt x="540" y="52"/>
                    <a:pt x="538" y="52"/>
                  </a:cubicBezTo>
                  <a:cubicBezTo>
                    <a:pt x="538" y="56"/>
                    <a:pt x="538" y="56"/>
                    <a:pt x="538" y="56"/>
                  </a:cubicBezTo>
                  <a:lnTo>
                    <a:pt x="569" y="56"/>
                  </a:lnTo>
                  <a:close/>
                  <a:moveTo>
                    <a:pt x="531" y="56"/>
                  </a:moveTo>
                  <a:cubicBezTo>
                    <a:pt x="531" y="52"/>
                    <a:pt x="531" y="52"/>
                    <a:pt x="531" y="52"/>
                  </a:cubicBezTo>
                  <a:cubicBezTo>
                    <a:pt x="529" y="52"/>
                    <a:pt x="527" y="51"/>
                    <a:pt x="525" y="51"/>
                  </a:cubicBezTo>
                  <a:cubicBezTo>
                    <a:pt x="525" y="21"/>
                    <a:pt x="525" y="21"/>
                    <a:pt x="525" y="21"/>
                  </a:cubicBezTo>
                  <a:cubicBezTo>
                    <a:pt x="527" y="21"/>
                    <a:pt x="529" y="21"/>
                    <a:pt x="531" y="20"/>
                  </a:cubicBezTo>
                  <a:cubicBezTo>
                    <a:pt x="531" y="17"/>
                    <a:pt x="531" y="17"/>
                    <a:pt x="531" y="17"/>
                  </a:cubicBezTo>
                  <a:cubicBezTo>
                    <a:pt x="511" y="17"/>
                    <a:pt x="511" y="17"/>
                    <a:pt x="511" y="17"/>
                  </a:cubicBezTo>
                  <a:cubicBezTo>
                    <a:pt x="511" y="20"/>
                    <a:pt x="511" y="20"/>
                    <a:pt x="511" y="20"/>
                  </a:cubicBezTo>
                  <a:cubicBezTo>
                    <a:pt x="513" y="21"/>
                    <a:pt x="516" y="21"/>
                    <a:pt x="518" y="21"/>
                  </a:cubicBezTo>
                  <a:cubicBezTo>
                    <a:pt x="518" y="51"/>
                    <a:pt x="518" y="51"/>
                    <a:pt x="518" y="51"/>
                  </a:cubicBezTo>
                  <a:cubicBezTo>
                    <a:pt x="516" y="51"/>
                    <a:pt x="513" y="52"/>
                    <a:pt x="511" y="52"/>
                  </a:cubicBezTo>
                  <a:cubicBezTo>
                    <a:pt x="511" y="56"/>
                    <a:pt x="511" y="56"/>
                    <a:pt x="511" y="56"/>
                  </a:cubicBezTo>
                  <a:lnTo>
                    <a:pt x="531" y="56"/>
                  </a:lnTo>
                  <a:close/>
                  <a:moveTo>
                    <a:pt x="504" y="54"/>
                  </a:moveTo>
                  <a:cubicBezTo>
                    <a:pt x="504" y="48"/>
                    <a:pt x="504" y="48"/>
                    <a:pt x="504" y="48"/>
                  </a:cubicBezTo>
                  <a:cubicBezTo>
                    <a:pt x="501" y="49"/>
                    <a:pt x="497" y="50"/>
                    <a:pt x="494" y="50"/>
                  </a:cubicBezTo>
                  <a:cubicBezTo>
                    <a:pt x="485" y="50"/>
                    <a:pt x="481" y="45"/>
                    <a:pt x="481" y="36"/>
                  </a:cubicBezTo>
                  <a:cubicBezTo>
                    <a:pt x="481" y="28"/>
                    <a:pt x="485" y="22"/>
                    <a:pt x="493" y="22"/>
                  </a:cubicBezTo>
                  <a:cubicBezTo>
                    <a:pt x="495" y="22"/>
                    <a:pt x="496" y="22"/>
                    <a:pt x="498" y="23"/>
                  </a:cubicBezTo>
                  <a:cubicBezTo>
                    <a:pt x="498" y="25"/>
                    <a:pt x="499" y="27"/>
                    <a:pt x="499" y="29"/>
                  </a:cubicBezTo>
                  <a:cubicBezTo>
                    <a:pt x="504" y="29"/>
                    <a:pt x="504" y="29"/>
                    <a:pt x="504" y="29"/>
                  </a:cubicBezTo>
                  <a:cubicBezTo>
                    <a:pt x="504" y="17"/>
                    <a:pt x="504" y="17"/>
                    <a:pt x="504" y="17"/>
                  </a:cubicBezTo>
                  <a:cubicBezTo>
                    <a:pt x="501" y="17"/>
                    <a:pt x="497" y="16"/>
                    <a:pt x="494" y="16"/>
                  </a:cubicBezTo>
                  <a:cubicBezTo>
                    <a:pt x="480" y="16"/>
                    <a:pt x="473" y="26"/>
                    <a:pt x="473" y="37"/>
                  </a:cubicBezTo>
                  <a:cubicBezTo>
                    <a:pt x="473" y="49"/>
                    <a:pt x="480" y="56"/>
                    <a:pt x="493" y="56"/>
                  </a:cubicBezTo>
                  <a:cubicBezTo>
                    <a:pt x="497" y="56"/>
                    <a:pt x="501" y="56"/>
                    <a:pt x="504" y="54"/>
                  </a:cubicBezTo>
                  <a:moveTo>
                    <a:pt x="453" y="20"/>
                  </a:moveTo>
                  <a:cubicBezTo>
                    <a:pt x="453" y="17"/>
                    <a:pt x="453" y="17"/>
                    <a:pt x="453" y="17"/>
                  </a:cubicBezTo>
                  <a:cubicBezTo>
                    <a:pt x="436" y="17"/>
                    <a:pt x="436" y="17"/>
                    <a:pt x="436" y="17"/>
                  </a:cubicBezTo>
                  <a:cubicBezTo>
                    <a:pt x="436" y="20"/>
                    <a:pt x="436" y="20"/>
                    <a:pt x="436" y="20"/>
                  </a:cubicBezTo>
                  <a:cubicBezTo>
                    <a:pt x="437" y="21"/>
                    <a:pt x="439" y="21"/>
                    <a:pt x="440" y="21"/>
                  </a:cubicBezTo>
                  <a:cubicBezTo>
                    <a:pt x="433" y="36"/>
                    <a:pt x="433" y="36"/>
                    <a:pt x="433" y="36"/>
                  </a:cubicBezTo>
                  <a:cubicBezTo>
                    <a:pt x="425" y="21"/>
                    <a:pt x="425" y="21"/>
                    <a:pt x="425" y="21"/>
                  </a:cubicBezTo>
                  <a:cubicBezTo>
                    <a:pt x="426" y="21"/>
                    <a:pt x="428" y="21"/>
                    <a:pt x="430" y="20"/>
                  </a:cubicBezTo>
                  <a:cubicBezTo>
                    <a:pt x="430" y="17"/>
                    <a:pt x="430" y="17"/>
                    <a:pt x="430" y="17"/>
                  </a:cubicBezTo>
                  <a:cubicBezTo>
                    <a:pt x="412" y="17"/>
                    <a:pt x="412" y="17"/>
                    <a:pt x="412" y="17"/>
                  </a:cubicBezTo>
                  <a:cubicBezTo>
                    <a:pt x="412" y="20"/>
                    <a:pt x="412" y="20"/>
                    <a:pt x="412" y="20"/>
                  </a:cubicBezTo>
                  <a:cubicBezTo>
                    <a:pt x="414" y="21"/>
                    <a:pt x="415" y="21"/>
                    <a:pt x="417" y="21"/>
                  </a:cubicBezTo>
                  <a:cubicBezTo>
                    <a:pt x="429" y="42"/>
                    <a:pt x="429" y="42"/>
                    <a:pt x="429" y="42"/>
                  </a:cubicBezTo>
                  <a:cubicBezTo>
                    <a:pt x="429" y="51"/>
                    <a:pt x="429" y="51"/>
                    <a:pt x="429" y="51"/>
                  </a:cubicBezTo>
                  <a:cubicBezTo>
                    <a:pt x="427" y="51"/>
                    <a:pt x="424" y="52"/>
                    <a:pt x="422" y="52"/>
                  </a:cubicBezTo>
                  <a:cubicBezTo>
                    <a:pt x="422" y="56"/>
                    <a:pt x="422" y="56"/>
                    <a:pt x="422" y="56"/>
                  </a:cubicBezTo>
                  <a:cubicBezTo>
                    <a:pt x="442" y="56"/>
                    <a:pt x="442" y="56"/>
                    <a:pt x="442" y="56"/>
                  </a:cubicBezTo>
                  <a:cubicBezTo>
                    <a:pt x="442" y="52"/>
                    <a:pt x="442" y="52"/>
                    <a:pt x="442" y="52"/>
                  </a:cubicBezTo>
                  <a:cubicBezTo>
                    <a:pt x="440" y="52"/>
                    <a:pt x="438" y="51"/>
                    <a:pt x="436" y="51"/>
                  </a:cubicBezTo>
                  <a:cubicBezTo>
                    <a:pt x="436" y="42"/>
                    <a:pt x="436" y="42"/>
                    <a:pt x="436" y="42"/>
                  </a:cubicBezTo>
                  <a:cubicBezTo>
                    <a:pt x="448" y="21"/>
                    <a:pt x="448" y="21"/>
                    <a:pt x="448" y="21"/>
                  </a:cubicBezTo>
                  <a:cubicBezTo>
                    <a:pt x="449" y="21"/>
                    <a:pt x="451" y="21"/>
                    <a:pt x="453" y="20"/>
                  </a:cubicBezTo>
                  <a:moveTo>
                    <a:pt x="379" y="41"/>
                  </a:moveTo>
                  <a:cubicBezTo>
                    <a:pt x="365" y="41"/>
                    <a:pt x="365" y="41"/>
                    <a:pt x="365" y="41"/>
                  </a:cubicBezTo>
                  <a:cubicBezTo>
                    <a:pt x="370" y="29"/>
                    <a:pt x="370" y="29"/>
                    <a:pt x="370" y="29"/>
                  </a:cubicBezTo>
                  <a:cubicBezTo>
                    <a:pt x="371" y="27"/>
                    <a:pt x="372" y="24"/>
                    <a:pt x="372" y="22"/>
                  </a:cubicBezTo>
                  <a:cubicBezTo>
                    <a:pt x="372" y="22"/>
                    <a:pt x="372" y="22"/>
                    <a:pt x="372" y="22"/>
                  </a:cubicBezTo>
                  <a:cubicBezTo>
                    <a:pt x="373" y="24"/>
                    <a:pt x="373" y="27"/>
                    <a:pt x="374" y="29"/>
                  </a:cubicBezTo>
                  <a:lnTo>
                    <a:pt x="379" y="41"/>
                  </a:lnTo>
                  <a:close/>
                  <a:moveTo>
                    <a:pt x="395" y="56"/>
                  </a:moveTo>
                  <a:cubicBezTo>
                    <a:pt x="395" y="52"/>
                    <a:pt x="395" y="52"/>
                    <a:pt x="395" y="52"/>
                  </a:cubicBezTo>
                  <a:cubicBezTo>
                    <a:pt x="393" y="52"/>
                    <a:pt x="392" y="51"/>
                    <a:pt x="390" y="51"/>
                  </a:cubicBezTo>
                  <a:cubicBezTo>
                    <a:pt x="377" y="17"/>
                    <a:pt x="377" y="17"/>
                    <a:pt x="377" y="17"/>
                  </a:cubicBezTo>
                  <a:cubicBezTo>
                    <a:pt x="368" y="17"/>
                    <a:pt x="368" y="17"/>
                    <a:pt x="368" y="17"/>
                  </a:cubicBezTo>
                  <a:cubicBezTo>
                    <a:pt x="355" y="51"/>
                    <a:pt x="355" y="51"/>
                    <a:pt x="355" y="51"/>
                  </a:cubicBezTo>
                  <a:cubicBezTo>
                    <a:pt x="353" y="51"/>
                    <a:pt x="351" y="52"/>
                    <a:pt x="350" y="52"/>
                  </a:cubicBezTo>
                  <a:cubicBezTo>
                    <a:pt x="350" y="56"/>
                    <a:pt x="350" y="56"/>
                    <a:pt x="350" y="56"/>
                  </a:cubicBezTo>
                  <a:cubicBezTo>
                    <a:pt x="367" y="56"/>
                    <a:pt x="367" y="56"/>
                    <a:pt x="367" y="56"/>
                  </a:cubicBezTo>
                  <a:cubicBezTo>
                    <a:pt x="367" y="52"/>
                    <a:pt x="367" y="52"/>
                    <a:pt x="367" y="52"/>
                  </a:cubicBezTo>
                  <a:cubicBezTo>
                    <a:pt x="366" y="52"/>
                    <a:pt x="363" y="51"/>
                    <a:pt x="362" y="51"/>
                  </a:cubicBezTo>
                  <a:cubicBezTo>
                    <a:pt x="364" y="46"/>
                    <a:pt x="364" y="46"/>
                    <a:pt x="364" y="46"/>
                  </a:cubicBezTo>
                  <a:cubicBezTo>
                    <a:pt x="381" y="46"/>
                    <a:pt x="381" y="46"/>
                    <a:pt x="381" y="46"/>
                  </a:cubicBezTo>
                  <a:cubicBezTo>
                    <a:pt x="383" y="51"/>
                    <a:pt x="383" y="51"/>
                    <a:pt x="383" y="51"/>
                  </a:cubicBezTo>
                  <a:cubicBezTo>
                    <a:pt x="381" y="51"/>
                    <a:pt x="379" y="52"/>
                    <a:pt x="377" y="52"/>
                  </a:cubicBezTo>
                  <a:cubicBezTo>
                    <a:pt x="377" y="56"/>
                    <a:pt x="377" y="56"/>
                    <a:pt x="377" y="56"/>
                  </a:cubicBezTo>
                  <a:lnTo>
                    <a:pt x="395" y="56"/>
                  </a:lnTo>
                  <a:close/>
                  <a:moveTo>
                    <a:pt x="347" y="56"/>
                  </a:moveTo>
                  <a:cubicBezTo>
                    <a:pt x="347" y="52"/>
                    <a:pt x="347" y="52"/>
                    <a:pt x="347" y="52"/>
                  </a:cubicBezTo>
                  <a:cubicBezTo>
                    <a:pt x="345" y="52"/>
                    <a:pt x="342" y="51"/>
                    <a:pt x="340" y="51"/>
                  </a:cubicBezTo>
                  <a:cubicBezTo>
                    <a:pt x="340" y="21"/>
                    <a:pt x="340" y="21"/>
                    <a:pt x="340" y="21"/>
                  </a:cubicBezTo>
                  <a:cubicBezTo>
                    <a:pt x="342" y="21"/>
                    <a:pt x="345" y="21"/>
                    <a:pt x="347" y="20"/>
                  </a:cubicBezTo>
                  <a:cubicBezTo>
                    <a:pt x="347" y="17"/>
                    <a:pt x="347" y="17"/>
                    <a:pt x="347" y="17"/>
                  </a:cubicBezTo>
                  <a:cubicBezTo>
                    <a:pt x="327" y="17"/>
                    <a:pt x="327" y="17"/>
                    <a:pt x="327" y="17"/>
                  </a:cubicBezTo>
                  <a:cubicBezTo>
                    <a:pt x="327" y="20"/>
                    <a:pt x="327" y="20"/>
                    <a:pt x="327" y="20"/>
                  </a:cubicBezTo>
                  <a:cubicBezTo>
                    <a:pt x="329" y="21"/>
                    <a:pt x="331" y="21"/>
                    <a:pt x="333" y="21"/>
                  </a:cubicBezTo>
                  <a:cubicBezTo>
                    <a:pt x="333" y="51"/>
                    <a:pt x="333" y="51"/>
                    <a:pt x="333" y="51"/>
                  </a:cubicBezTo>
                  <a:cubicBezTo>
                    <a:pt x="331" y="51"/>
                    <a:pt x="329" y="52"/>
                    <a:pt x="327" y="52"/>
                  </a:cubicBezTo>
                  <a:cubicBezTo>
                    <a:pt x="327" y="56"/>
                    <a:pt x="327" y="56"/>
                    <a:pt x="327" y="56"/>
                  </a:cubicBezTo>
                  <a:lnTo>
                    <a:pt x="347" y="56"/>
                  </a:lnTo>
                  <a:close/>
                  <a:moveTo>
                    <a:pt x="346" y="5"/>
                  </a:moveTo>
                  <a:cubicBezTo>
                    <a:pt x="343" y="0"/>
                    <a:pt x="343" y="0"/>
                    <a:pt x="343" y="0"/>
                  </a:cubicBezTo>
                  <a:cubicBezTo>
                    <a:pt x="332" y="9"/>
                    <a:pt x="332" y="9"/>
                    <a:pt x="332" y="9"/>
                  </a:cubicBezTo>
                  <a:cubicBezTo>
                    <a:pt x="335" y="12"/>
                    <a:pt x="335" y="12"/>
                    <a:pt x="335" y="12"/>
                  </a:cubicBezTo>
                  <a:lnTo>
                    <a:pt x="346" y="5"/>
                  </a:lnTo>
                  <a:close/>
                  <a:moveTo>
                    <a:pt x="310" y="28"/>
                  </a:moveTo>
                  <a:cubicBezTo>
                    <a:pt x="310" y="32"/>
                    <a:pt x="307" y="34"/>
                    <a:pt x="302" y="34"/>
                  </a:cubicBezTo>
                  <a:cubicBezTo>
                    <a:pt x="300" y="34"/>
                    <a:pt x="299" y="34"/>
                    <a:pt x="298" y="34"/>
                  </a:cubicBezTo>
                  <a:cubicBezTo>
                    <a:pt x="298" y="22"/>
                    <a:pt x="298" y="22"/>
                    <a:pt x="298" y="22"/>
                  </a:cubicBezTo>
                  <a:cubicBezTo>
                    <a:pt x="299" y="22"/>
                    <a:pt x="300" y="21"/>
                    <a:pt x="302" y="21"/>
                  </a:cubicBezTo>
                  <a:cubicBezTo>
                    <a:pt x="307" y="21"/>
                    <a:pt x="310" y="23"/>
                    <a:pt x="310" y="28"/>
                  </a:cubicBezTo>
                  <a:moveTo>
                    <a:pt x="320" y="56"/>
                  </a:moveTo>
                  <a:cubicBezTo>
                    <a:pt x="320" y="52"/>
                    <a:pt x="320" y="52"/>
                    <a:pt x="320" y="52"/>
                  </a:cubicBezTo>
                  <a:cubicBezTo>
                    <a:pt x="319" y="52"/>
                    <a:pt x="317" y="51"/>
                    <a:pt x="315" y="51"/>
                  </a:cubicBezTo>
                  <a:cubicBezTo>
                    <a:pt x="309" y="42"/>
                    <a:pt x="309" y="42"/>
                    <a:pt x="309" y="42"/>
                  </a:cubicBezTo>
                  <a:cubicBezTo>
                    <a:pt x="308" y="40"/>
                    <a:pt x="307" y="39"/>
                    <a:pt x="306" y="38"/>
                  </a:cubicBezTo>
                  <a:cubicBezTo>
                    <a:pt x="313" y="37"/>
                    <a:pt x="317" y="33"/>
                    <a:pt x="317" y="27"/>
                  </a:cubicBezTo>
                  <a:cubicBezTo>
                    <a:pt x="317" y="20"/>
                    <a:pt x="312" y="16"/>
                    <a:pt x="303" y="16"/>
                  </a:cubicBezTo>
                  <a:cubicBezTo>
                    <a:pt x="298" y="16"/>
                    <a:pt x="293" y="17"/>
                    <a:pt x="290" y="17"/>
                  </a:cubicBezTo>
                  <a:cubicBezTo>
                    <a:pt x="284" y="17"/>
                    <a:pt x="284" y="17"/>
                    <a:pt x="284" y="17"/>
                  </a:cubicBezTo>
                  <a:cubicBezTo>
                    <a:pt x="284" y="20"/>
                    <a:pt x="284" y="20"/>
                    <a:pt x="284" y="20"/>
                  </a:cubicBezTo>
                  <a:cubicBezTo>
                    <a:pt x="286" y="21"/>
                    <a:pt x="288" y="21"/>
                    <a:pt x="291" y="21"/>
                  </a:cubicBezTo>
                  <a:cubicBezTo>
                    <a:pt x="291" y="51"/>
                    <a:pt x="291" y="51"/>
                    <a:pt x="291" y="51"/>
                  </a:cubicBezTo>
                  <a:cubicBezTo>
                    <a:pt x="288" y="51"/>
                    <a:pt x="286" y="52"/>
                    <a:pt x="284" y="52"/>
                  </a:cubicBezTo>
                  <a:cubicBezTo>
                    <a:pt x="284" y="56"/>
                    <a:pt x="284" y="56"/>
                    <a:pt x="284" y="56"/>
                  </a:cubicBezTo>
                  <a:cubicBezTo>
                    <a:pt x="303" y="56"/>
                    <a:pt x="303" y="56"/>
                    <a:pt x="303" y="56"/>
                  </a:cubicBezTo>
                  <a:cubicBezTo>
                    <a:pt x="303" y="52"/>
                    <a:pt x="303" y="52"/>
                    <a:pt x="303" y="52"/>
                  </a:cubicBezTo>
                  <a:cubicBezTo>
                    <a:pt x="301" y="52"/>
                    <a:pt x="299" y="51"/>
                    <a:pt x="298" y="51"/>
                  </a:cubicBezTo>
                  <a:cubicBezTo>
                    <a:pt x="298" y="39"/>
                    <a:pt x="298" y="39"/>
                    <a:pt x="298" y="39"/>
                  </a:cubicBezTo>
                  <a:cubicBezTo>
                    <a:pt x="299" y="39"/>
                    <a:pt x="299" y="39"/>
                    <a:pt x="299" y="39"/>
                  </a:cubicBezTo>
                  <a:cubicBezTo>
                    <a:pt x="310" y="56"/>
                    <a:pt x="310" y="56"/>
                    <a:pt x="310" y="56"/>
                  </a:cubicBezTo>
                  <a:lnTo>
                    <a:pt x="320" y="56"/>
                  </a:lnTo>
                  <a:close/>
                  <a:moveTo>
                    <a:pt x="275" y="56"/>
                  </a:moveTo>
                  <a:cubicBezTo>
                    <a:pt x="275" y="45"/>
                    <a:pt x="275" y="45"/>
                    <a:pt x="275" y="45"/>
                  </a:cubicBezTo>
                  <a:cubicBezTo>
                    <a:pt x="270" y="45"/>
                    <a:pt x="270" y="45"/>
                    <a:pt x="270" y="45"/>
                  </a:cubicBezTo>
                  <a:cubicBezTo>
                    <a:pt x="270" y="47"/>
                    <a:pt x="270" y="49"/>
                    <a:pt x="269" y="51"/>
                  </a:cubicBezTo>
                  <a:cubicBezTo>
                    <a:pt x="258" y="51"/>
                    <a:pt x="258" y="51"/>
                    <a:pt x="258" y="51"/>
                  </a:cubicBezTo>
                  <a:cubicBezTo>
                    <a:pt x="258" y="38"/>
                    <a:pt x="258" y="38"/>
                    <a:pt x="258" y="38"/>
                  </a:cubicBezTo>
                  <a:cubicBezTo>
                    <a:pt x="266" y="38"/>
                    <a:pt x="266" y="38"/>
                    <a:pt x="266" y="38"/>
                  </a:cubicBezTo>
                  <a:cubicBezTo>
                    <a:pt x="266" y="40"/>
                    <a:pt x="266" y="41"/>
                    <a:pt x="266" y="42"/>
                  </a:cubicBezTo>
                  <a:cubicBezTo>
                    <a:pt x="271" y="42"/>
                    <a:pt x="271" y="42"/>
                    <a:pt x="271" y="42"/>
                  </a:cubicBezTo>
                  <a:cubicBezTo>
                    <a:pt x="271" y="29"/>
                    <a:pt x="271" y="29"/>
                    <a:pt x="271" y="29"/>
                  </a:cubicBezTo>
                  <a:cubicBezTo>
                    <a:pt x="266" y="29"/>
                    <a:pt x="266" y="29"/>
                    <a:pt x="266" y="29"/>
                  </a:cubicBezTo>
                  <a:cubicBezTo>
                    <a:pt x="266" y="30"/>
                    <a:pt x="266" y="32"/>
                    <a:pt x="266" y="33"/>
                  </a:cubicBezTo>
                  <a:cubicBezTo>
                    <a:pt x="258" y="33"/>
                    <a:pt x="258" y="33"/>
                    <a:pt x="258" y="33"/>
                  </a:cubicBezTo>
                  <a:cubicBezTo>
                    <a:pt x="258" y="21"/>
                    <a:pt x="258" y="21"/>
                    <a:pt x="258" y="21"/>
                  </a:cubicBezTo>
                  <a:cubicBezTo>
                    <a:pt x="269" y="21"/>
                    <a:pt x="269" y="21"/>
                    <a:pt x="269" y="21"/>
                  </a:cubicBezTo>
                  <a:cubicBezTo>
                    <a:pt x="269" y="23"/>
                    <a:pt x="270" y="25"/>
                    <a:pt x="270" y="27"/>
                  </a:cubicBezTo>
                  <a:cubicBezTo>
                    <a:pt x="275" y="27"/>
                    <a:pt x="275" y="27"/>
                    <a:pt x="275" y="27"/>
                  </a:cubicBezTo>
                  <a:cubicBezTo>
                    <a:pt x="275" y="17"/>
                    <a:pt x="275" y="17"/>
                    <a:pt x="275" y="17"/>
                  </a:cubicBezTo>
                  <a:cubicBezTo>
                    <a:pt x="245" y="17"/>
                    <a:pt x="245" y="17"/>
                    <a:pt x="245" y="17"/>
                  </a:cubicBezTo>
                  <a:cubicBezTo>
                    <a:pt x="245" y="20"/>
                    <a:pt x="245" y="20"/>
                    <a:pt x="245" y="20"/>
                  </a:cubicBezTo>
                  <a:cubicBezTo>
                    <a:pt x="247" y="21"/>
                    <a:pt x="249" y="21"/>
                    <a:pt x="252" y="21"/>
                  </a:cubicBezTo>
                  <a:cubicBezTo>
                    <a:pt x="252" y="51"/>
                    <a:pt x="252" y="51"/>
                    <a:pt x="252" y="51"/>
                  </a:cubicBezTo>
                  <a:cubicBezTo>
                    <a:pt x="249" y="51"/>
                    <a:pt x="247" y="52"/>
                    <a:pt x="245" y="52"/>
                  </a:cubicBezTo>
                  <a:cubicBezTo>
                    <a:pt x="245" y="56"/>
                    <a:pt x="245" y="56"/>
                    <a:pt x="245" y="56"/>
                  </a:cubicBezTo>
                  <a:lnTo>
                    <a:pt x="275" y="56"/>
                  </a:lnTo>
                  <a:close/>
                  <a:moveTo>
                    <a:pt x="238" y="56"/>
                  </a:moveTo>
                  <a:cubicBezTo>
                    <a:pt x="238" y="52"/>
                    <a:pt x="238" y="52"/>
                    <a:pt x="238" y="52"/>
                  </a:cubicBezTo>
                  <a:cubicBezTo>
                    <a:pt x="236" y="52"/>
                    <a:pt x="234" y="51"/>
                    <a:pt x="232" y="51"/>
                  </a:cubicBezTo>
                  <a:cubicBezTo>
                    <a:pt x="232" y="21"/>
                    <a:pt x="232" y="21"/>
                    <a:pt x="232" y="21"/>
                  </a:cubicBezTo>
                  <a:cubicBezTo>
                    <a:pt x="234" y="21"/>
                    <a:pt x="236" y="21"/>
                    <a:pt x="238" y="20"/>
                  </a:cubicBezTo>
                  <a:cubicBezTo>
                    <a:pt x="238" y="17"/>
                    <a:pt x="238" y="17"/>
                    <a:pt x="238" y="17"/>
                  </a:cubicBezTo>
                  <a:cubicBezTo>
                    <a:pt x="218" y="17"/>
                    <a:pt x="218" y="17"/>
                    <a:pt x="218" y="17"/>
                  </a:cubicBezTo>
                  <a:cubicBezTo>
                    <a:pt x="218" y="20"/>
                    <a:pt x="218" y="20"/>
                    <a:pt x="218" y="20"/>
                  </a:cubicBezTo>
                  <a:cubicBezTo>
                    <a:pt x="220" y="21"/>
                    <a:pt x="222" y="21"/>
                    <a:pt x="225" y="21"/>
                  </a:cubicBezTo>
                  <a:cubicBezTo>
                    <a:pt x="225" y="51"/>
                    <a:pt x="225" y="51"/>
                    <a:pt x="225" y="51"/>
                  </a:cubicBezTo>
                  <a:cubicBezTo>
                    <a:pt x="222" y="51"/>
                    <a:pt x="220" y="52"/>
                    <a:pt x="218" y="52"/>
                  </a:cubicBezTo>
                  <a:cubicBezTo>
                    <a:pt x="218" y="56"/>
                    <a:pt x="218" y="56"/>
                    <a:pt x="218" y="56"/>
                  </a:cubicBezTo>
                  <a:lnTo>
                    <a:pt x="238" y="56"/>
                  </a:lnTo>
                  <a:close/>
                  <a:moveTo>
                    <a:pt x="211" y="20"/>
                  </a:moveTo>
                  <a:cubicBezTo>
                    <a:pt x="211" y="17"/>
                    <a:pt x="211" y="17"/>
                    <a:pt x="211" y="17"/>
                  </a:cubicBezTo>
                  <a:cubicBezTo>
                    <a:pt x="193" y="17"/>
                    <a:pt x="193" y="17"/>
                    <a:pt x="193" y="17"/>
                  </a:cubicBezTo>
                  <a:cubicBezTo>
                    <a:pt x="193" y="20"/>
                    <a:pt x="193" y="20"/>
                    <a:pt x="193" y="20"/>
                  </a:cubicBezTo>
                  <a:cubicBezTo>
                    <a:pt x="195" y="21"/>
                    <a:pt x="197" y="21"/>
                    <a:pt x="199" y="21"/>
                  </a:cubicBezTo>
                  <a:cubicBezTo>
                    <a:pt x="199" y="35"/>
                    <a:pt x="199" y="35"/>
                    <a:pt x="199" y="35"/>
                  </a:cubicBezTo>
                  <a:cubicBezTo>
                    <a:pt x="199" y="41"/>
                    <a:pt x="199" y="45"/>
                    <a:pt x="200" y="48"/>
                  </a:cubicBezTo>
                  <a:cubicBezTo>
                    <a:pt x="199" y="48"/>
                    <a:pt x="199" y="48"/>
                    <a:pt x="199" y="48"/>
                  </a:cubicBezTo>
                  <a:cubicBezTo>
                    <a:pt x="198" y="45"/>
                    <a:pt x="196" y="42"/>
                    <a:pt x="195" y="40"/>
                  </a:cubicBezTo>
                  <a:cubicBezTo>
                    <a:pt x="180" y="17"/>
                    <a:pt x="180" y="17"/>
                    <a:pt x="180" y="17"/>
                  </a:cubicBezTo>
                  <a:cubicBezTo>
                    <a:pt x="164" y="17"/>
                    <a:pt x="164" y="17"/>
                    <a:pt x="164" y="17"/>
                  </a:cubicBezTo>
                  <a:cubicBezTo>
                    <a:pt x="164" y="20"/>
                    <a:pt x="164" y="20"/>
                    <a:pt x="164" y="20"/>
                  </a:cubicBezTo>
                  <a:cubicBezTo>
                    <a:pt x="166" y="21"/>
                    <a:pt x="168" y="21"/>
                    <a:pt x="171" y="21"/>
                  </a:cubicBezTo>
                  <a:cubicBezTo>
                    <a:pt x="171" y="51"/>
                    <a:pt x="171" y="51"/>
                    <a:pt x="171" y="51"/>
                  </a:cubicBezTo>
                  <a:cubicBezTo>
                    <a:pt x="168" y="51"/>
                    <a:pt x="166" y="52"/>
                    <a:pt x="164" y="52"/>
                  </a:cubicBezTo>
                  <a:cubicBezTo>
                    <a:pt x="164" y="56"/>
                    <a:pt x="164" y="56"/>
                    <a:pt x="164" y="56"/>
                  </a:cubicBezTo>
                  <a:cubicBezTo>
                    <a:pt x="183" y="56"/>
                    <a:pt x="183" y="56"/>
                    <a:pt x="183" y="56"/>
                  </a:cubicBezTo>
                  <a:cubicBezTo>
                    <a:pt x="183" y="52"/>
                    <a:pt x="183" y="52"/>
                    <a:pt x="183" y="52"/>
                  </a:cubicBezTo>
                  <a:cubicBezTo>
                    <a:pt x="182" y="52"/>
                    <a:pt x="179" y="51"/>
                    <a:pt x="177" y="51"/>
                  </a:cubicBezTo>
                  <a:cubicBezTo>
                    <a:pt x="177" y="34"/>
                    <a:pt x="177" y="34"/>
                    <a:pt x="177" y="34"/>
                  </a:cubicBezTo>
                  <a:cubicBezTo>
                    <a:pt x="177" y="30"/>
                    <a:pt x="177" y="27"/>
                    <a:pt x="177" y="25"/>
                  </a:cubicBezTo>
                  <a:cubicBezTo>
                    <a:pt x="177" y="25"/>
                    <a:pt x="177" y="25"/>
                    <a:pt x="177" y="25"/>
                  </a:cubicBezTo>
                  <a:cubicBezTo>
                    <a:pt x="178" y="27"/>
                    <a:pt x="180" y="30"/>
                    <a:pt x="181" y="32"/>
                  </a:cubicBezTo>
                  <a:cubicBezTo>
                    <a:pt x="197" y="56"/>
                    <a:pt x="197" y="56"/>
                    <a:pt x="197" y="56"/>
                  </a:cubicBezTo>
                  <a:cubicBezTo>
                    <a:pt x="206" y="56"/>
                    <a:pt x="206" y="56"/>
                    <a:pt x="206" y="56"/>
                  </a:cubicBezTo>
                  <a:cubicBezTo>
                    <a:pt x="206" y="21"/>
                    <a:pt x="206" y="21"/>
                    <a:pt x="206" y="21"/>
                  </a:cubicBezTo>
                  <a:cubicBezTo>
                    <a:pt x="208" y="21"/>
                    <a:pt x="210" y="21"/>
                    <a:pt x="211" y="20"/>
                  </a:cubicBezTo>
                  <a:moveTo>
                    <a:pt x="155" y="56"/>
                  </a:moveTo>
                  <a:cubicBezTo>
                    <a:pt x="155" y="45"/>
                    <a:pt x="155" y="45"/>
                    <a:pt x="155" y="45"/>
                  </a:cubicBezTo>
                  <a:cubicBezTo>
                    <a:pt x="150" y="45"/>
                    <a:pt x="150" y="45"/>
                    <a:pt x="150" y="45"/>
                  </a:cubicBezTo>
                  <a:cubicBezTo>
                    <a:pt x="150" y="47"/>
                    <a:pt x="149" y="49"/>
                    <a:pt x="149" y="51"/>
                  </a:cubicBezTo>
                  <a:cubicBezTo>
                    <a:pt x="138" y="51"/>
                    <a:pt x="138" y="51"/>
                    <a:pt x="138" y="51"/>
                  </a:cubicBezTo>
                  <a:cubicBezTo>
                    <a:pt x="138" y="38"/>
                    <a:pt x="138" y="38"/>
                    <a:pt x="138" y="38"/>
                  </a:cubicBezTo>
                  <a:cubicBezTo>
                    <a:pt x="145" y="38"/>
                    <a:pt x="145" y="38"/>
                    <a:pt x="145" y="38"/>
                  </a:cubicBezTo>
                  <a:cubicBezTo>
                    <a:pt x="145" y="40"/>
                    <a:pt x="146" y="41"/>
                    <a:pt x="146" y="42"/>
                  </a:cubicBezTo>
                  <a:cubicBezTo>
                    <a:pt x="151" y="42"/>
                    <a:pt x="151" y="42"/>
                    <a:pt x="151" y="42"/>
                  </a:cubicBezTo>
                  <a:cubicBezTo>
                    <a:pt x="151" y="29"/>
                    <a:pt x="151" y="29"/>
                    <a:pt x="151" y="29"/>
                  </a:cubicBezTo>
                  <a:cubicBezTo>
                    <a:pt x="146" y="29"/>
                    <a:pt x="146" y="29"/>
                    <a:pt x="146" y="29"/>
                  </a:cubicBezTo>
                  <a:cubicBezTo>
                    <a:pt x="146" y="30"/>
                    <a:pt x="146" y="32"/>
                    <a:pt x="145" y="33"/>
                  </a:cubicBezTo>
                  <a:cubicBezTo>
                    <a:pt x="138" y="33"/>
                    <a:pt x="138" y="33"/>
                    <a:pt x="138" y="33"/>
                  </a:cubicBezTo>
                  <a:cubicBezTo>
                    <a:pt x="138" y="21"/>
                    <a:pt x="138" y="21"/>
                    <a:pt x="138" y="21"/>
                  </a:cubicBezTo>
                  <a:cubicBezTo>
                    <a:pt x="149" y="21"/>
                    <a:pt x="149" y="21"/>
                    <a:pt x="149" y="21"/>
                  </a:cubicBezTo>
                  <a:cubicBezTo>
                    <a:pt x="149" y="23"/>
                    <a:pt x="150" y="25"/>
                    <a:pt x="150" y="27"/>
                  </a:cubicBezTo>
                  <a:cubicBezTo>
                    <a:pt x="155" y="27"/>
                    <a:pt x="155" y="27"/>
                    <a:pt x="155" y="27"/>
                  </a:cubicBezTo>
                  <a:cubicBezTo>
                    <a:pt x="155" y="17"/>
                    <a:pt x="155" y="17"/>
                    <a:pt x="155" y="17"/>
                  </a:cubicBezTo>
                  <a:cubicBezTo>
                    <a:pt x="125" y="17"/>
                    <a:pt x="125" y="17"/>
                    <a:pt x="125" y="17"/>
                  </a:cubicBezTo>
                  <a:cubicBezTo>
                    <a:pt x="125" y="20"/>
                    <a:pt x="125" y="20"/>
                    <a:pt x="125" y="20"/>
                  </a:cubicBezTo>
                  <a:cubicBezTo>
                    <a:pt x="127" y="21"/>
                    <a:pt x="129" y="21"/>
                    <a:pt x="131" y="21"/>
                  </a:cubicBezTo>
                  <a:cubicBezTo>
                    <a:pt x="131" y="51"/>
                    <a:pt x="131" y="51"/>
                    <a:pt x="131" y="51"/>
                  </a:cubicBezTo>
                  <a:cubicBezTo>
                    <a:pt x="129" y="51"/>
                    <a:pt x="127" y="52"/>
                    <a:pt x="125" y="52"/>
                  </a:cubicBezTo>
                  <a:cubicBezTo>
                    <a:pt x="125" y="56"/>
                    <a:pt x="125" y="56"/>
                    <a:pt x="125" y="56"/>
                  </a:cubicBezTo>
                  <a:lnTo>
                    <a:pt x="155" y="56"/>
                  </a:lnTo>
                  <a:close/>
                  <a:moveTo>
                    <a:pt x="120" y="39"/>
                  </a:moveTo>
                  <a:cubicBezTo>
                    <a:pt x="120" y="35"/>
                    <a:pt x="120" y="35"/>
                    <a:pt x="120" y="35"/>
                  </a:cubicBezTo>
                  <a:cubicBezTo>
                    <a:pt x="102" y="35"/>
                    <a:pt x="102" y="35"/>
                    <a:pt x="102" y="35"/>
                  </a:cubicBezTo>
                  <a:cubicBezTo>
                    <a:pt x="102" y="39"/>
                    <a:pt x="102" y="39"/>
                    <a:pt x="102" y="39"/>
                  </a:cubicBezTo>
                  <a:cubicBezTo>
                    <a:pt x="104" y="40"/>
                    <a:pt x="106" y="40"/>
                    <a:pt x="108" y="40"/>
                  </a:cubicBezTo>
                  <a:cubicBezTo>
                    <a:pt x="108" y="50"/>
                    <a:pt x="108" y="50"/>
                    <a:pt x="108" y="50"/>
                  </a:cubicBezTo>
                  <a:cubicBezTo>
                    <a:pt x="106" y="50"/>
                    <a:pt x="104" y="51"/>
                    <a:pt x="102" y="51"/>
                  </a:cubicBezTo>
                  <a:cubicBezTo>
                    <a:pt x="93" y="51"/>
                    <a:pt x="88" y="46"/>
                    <a:pt x="88" y="36"/>
                  </a:cubicBezTo>
                  <a:cubicBezTo>
                    <a:pt x="88" y="27"/>
                    <a:pt x="94" y="22"/>
                    <a:pt x="102" y="22"/>
                  </a:cubicBezTo>
                  <a:cubicBezTo>
                    <a:pt x="104" y="22"/>
                    <a:pt x="106" y="22"/>
                    <a:pt x="108" y="22"/>
                  </a:cubicBezTo>
                  <a:cubicBezTo>
                    <a:pt x="108" y="24"/>
                    <a:pt x="109" y="26"/>
                    <a:pt x="109" y="29"/>
                  </a:cubicBezTo>
                  <a:cubicBezTo>
                    <a:pt x="114" y="29"/>
                    <a:pt x="114" y="29"/>
                    <a:pt x="114" y="29"/>
                  </a:cubicBezTo>
                  <a:cubicBezTo>
                    <a:pt x="114" y="17"/>
                    <a:pt x="114" y="17"/>
                    <a:pt x="114" y="17"/>
                  </a:cubicBezTo>
                  <a:cubicBezTo>
                    <a:pt x="110" y="16"/>
                    <a:pt x="106" y="16"/>
                    <a:pt x="102" y="16"/>
                  </a:cubicBezTo>
                  <a:cubicBezTo>
                    <a:pt x="88" y="16"/>
                    <a:pt x="80" y="25"/>
                    <a:pt x="80" y="37"/>
                  </a:cubicBezTo>
                  <a:cubicBezTo>
                    <a:pt x="80" y="50"/>
                    <a:pt x="89" y="56"/>
                    <a:pt x="101" y="56"/>
                  </a:cubicBezTo>
                  <a:cubicBezTo>
                    <a:pt x="106" y="56"/>
                    <a:pt x="111" y="56"/>
                    <a:pt x="115" y="54"/>
                  </a:cubicBezTo>
                  <a:cubicBezTo>
                    <a:pt x="115" y="40"/>
                    <a:pt x="115" y="40"/>
                    <a:pt x="115" y="40"/>
                  </a:cubicBezTo>
                  <a:cubicBezTo>
                    <a:pt x="117" y="40"/>
                    <a:pt x="118" y="40"/>
                    <a:pt x="120" y="39"/>
                  </a:cubicBezTo>
                  <a:moveTo>
                    <a:pt x="74" y="20"/>
                  </a:moveTo>
                  <a:cubicBezTo>
                    <a:pt x="74" y="17"/>
                    <a:pt x="74" y="17"/>
                    <a:pt x="74" y="17"/>
                  </a:cubicBezTo>
                  <a:cubicBezTo>
                    <a:pt x="56" y="17"/>
                    <a:pt x="56" y="17"/>
                    <a:pt x="56" y="17"/>
                  </a:cubicBezTo>
                  <a:cubicBezTo>
                    <a:pt x="56" y="20"/>
                    <a:pt x="56" y="20"/>
                    <a:pt x="56" y="20"/>
                  </a:cubicBezTo>
                  <a:cubicBezTo>
                    <a:pt x="58" y="21"/>
                    <a:pt x="60" y="21"/>
                    <a:pt x="62" y="21"/>
                  </a:cubicBezTo>
                  <a:cubicBezTo>
                    <a:pt x="62" y="35"/>
                    <a:pt x="62" y="35"/>
                    <a:pt x="62" y="35"/>
                  </a:cubicBezTo>
                  <a:cubicBezTo>
                    <a:pt x="62" y="41"/>
                    <a:pt x="62" y="45"/>
                    <a:pt x="62" y="48"/>
                  </a:cubicBezTo>
                  <a:cubicBezTo>
                    <a:pt x="62" y="48"/>
                    <a:pt x="62" y="48"/>
                    <a:pt x="62" y="48"/>
                  </a:cubicBezTo>
                  <a:cubicBezTo>
                    <a:pt x="61" y="45"/>
                    <a:pt x="59" y="42"/>
                    <a:pt x="58" y="40"/>
                  </a:cubicBezTo>
                  <a:cubicBezTo>
                    <a:pt x="43" y="17"/>
                    <a:pt x="43" y="17"/>
                    <a:pt x="43" y="17"/>
                  </a:cubicBezTo>
                  <a:cubicBezTo>
                    <a:pt x="27" y="17"/>
                    <a:pt x="27" y="17"/>
                    <a:pt x="27" y="17"/>
                  </a:cubicBezTo>
                  <a:cubicBezTo>
                    <a:pt x="27" y="20"/>
                    <a:pt x="27" y="20"/>
                    <a:pt x="27" y="20"/>
                  </a:cubicBezTo>
                  <a:cubicBezTo>
                    <a:pt x="29" y="21"/>
                    <a:pt x="31" y="21"/>
                    <a:pt x="34" y="21"/>
                  </a:cubicBezTo>
                  <a:cubicBezTo>
                    <a:pt x="34" y="51"/>
                    <a:pt x="34" y="51"/>
                    <a:pt x="34" y="51"/>
                  </a:cubicBezTo>
                  <a:cubicBezTo>
                    <a:pt x="31" y="51"/>
                    <a:pt x="29" y="52"/>
                    <a:pt x="27" y="52"/>
                  </a:cubicBezTo>
                  <a:cubicBezTo>
                    <a:pt x="27" y="56"/>
                    <a:pt x="27" y="56"/>
                    <a:pt x="27" y="56"/>
                  </a:cubicBezTo>
                  <a:cubicBezTo>
                    <a:pt x="46" y="56"/>
                    <a:pt x="46" y="56"/>
                    <a:pt x="46" y="56"/>
                  </a:cubicBezTo>
                  <a:cubicBezTo>
                    <a:pt x="46" y="52"/>
                    <a:pt x="46" y="52"/>
                    <a:pt x="46" y="52"/>
                  </a:cubicBezTo>
                  <a:cubicBezTo>
                    <a:pt x="44" y="52"/>
                    <a:pt x="42" y="51"/>
                    <a:pt x="40" y="51"/>
                  </a:cubicBezTo>
                  <a:cubicBezTo>
                    <a:pt x="40" y="34"/>
                    <a:pt x="40" y="34"/>
                    <a:pt x="40" y="34"/>
                  </a:cubicBezTo>
                  <a:cubicBezTo>
                    <a:pt x="40" y="30"/>
                    <a:pt x="40" y="27"/>
                    <a:pt x="40" y="25"/>
                  </a:cubicBezTo>
                  <a:cubicBezTo>
                    <a:pt x="40" y="25"/>
                    <a:pt x="40" y="25"/>
                    <a:pt x="40" y="25"/>
                  </a:cubicBezTo>
                  <a:cubicBezTo>
                    <a:pt x="41" y="27"/>
                    <a:pt x="43" y="30"/>
                    <a:pt x="44" y="32"/>
                  </a:cubicBezTo>
                  <a:cubicBezTo>
                    <a:pt x="60" y="56"/>
                    <a:pt x="60" y="56"/>
                    <a:pt x="60" y="56"/>
                  </a:cubicBezTo>
                  <a:cubicBezTo>
                    <a:pt x="69" y="56"/>
                    <a:pt x="69" y="56"/>
                    <a:pt x="69" y="56"/>
                  </a:cubicBezTo>
                  <a:cubicBezTo>
                    <a:pt x="69" y="21"/>
                    <a:pt x="69" y="21"/>
                    <a:pt x="69" y="21"/>
                  </a:cubicBezTo>
                  <a:cubicBezTo>
                    <a:pt x="71" y="21"/>
                    <a:pt x="73" y="21"/>
                    <a:pt x="74" y="20"/>
                  </a:cubicBezTo>
                  <a:moveTo>
                    <a:pt x="20" y="56"/>
                  </a:moveTo>
                  <a:cubicBezTo>
                    <a:pt x="20" y="52"/>
                    <a:pt x="20" y="52"/>
                    <a:pt x="20" y="52"/>
                  </a:cubicBezTo>
                  <a:cubicBezTo>
                    <a:pt x="18" y="52"/>
                    <a:pt x="16" y="51"/>
                    <a:pt x="13" y="51"/>
                  </a:cubicBezTo>
                  <a:cubicBezTo>
                    <a:pt x="13" y="21"/>
                    <a:pt x="13" y="21"/>
                    <a:pt x="13" y="21"/>
                  </a:cubicBezTo>
                  <a:cubicBezTo>
                    <a:pt x="16" y="21"/>
                    <a:pt x="18" y="21"/>
                    <a:pt x="20" y="20"/>
                  </a:cubicBezTo>
                  <a:cubicBezTo>
                    <a:pt x="20" y="17"/>
                    <a:pt x="20" y="17"/>
                    <a:pt x="20" y="17"/>
                  </a:cubicBezTo>
                  <a:cubicBezTo>
                    <a:pt x="0" y="17"/>
                    <a:pt x="0" y="17"/>
                    <a:pt x="0" y="17"/>
                  </a:cubicBezTo>
                  <a:cubicBezTo>
                    <a:pt x="0" y="20"/>
                    <a:pt x="0" y="20"/>
                    <a:pt x="0" y="20"/>
                  </a:cubicBezTo>
                  <a:cubicBezTo>
                    <a:pt x="2" y="21"/>
                    <a:pt x="4" y="21"/>
                    <a:pt x="7" y="21"/>
                  </a:cubicBezTo>
                  <a:cubicBezTo>
                    <a:pt x="7" y="51"/>
                    <a:pt x="7" y="51"/>
                    <a:pt x="7" y="51"/>
                  </a:cubicBezTo>
                  <a:cubicBezTo>
                    <a:pt x="4" y="51"/>
                    <a:pt x="2" y="52"/>
                    <a:pt x="0" y="52"/>
                  </a:cubicBezTo>
                  <a:cubicBezTo>
                    <a:pt x="0" y="56"/>
                    <a:pt x="0" y="56"/>
                    <a:pt x="0" y="56"/>
                  </a:cubicBezTo>
                  <a:lnTo>
                    <a:pt x="20" y="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74" name="Freeform 38">
              <a:extLst>
                <a:ext uri="{FF2B5EF4-FFF2-40B4-BE49-F238E27FC236}">
                  <a16:creationId xmlns:a16="http://schemas.microsoft.com/office/drawing/2014/main" id="{2DC7FE0D-A1D0-4690-9031-2C3E1C21B4DB}"/>
                </a:ext>
              </a:extLst>
            </p:cNvPr>
            <p:cNvSpPr>
              <a:spLocks noEditPoints="1"/>
            </p:cNvSpPr>
            <p:nvPr/>
          </p:nvSpPr>
          <p:spPr bwMode="auto">
            <a:xfrm>
              <a:off x="3968750" y="2597150"/>
              <a:ext cx="908050" cy="88900"/>
            </a:xfrm>
            <a:custGeom>
              <a:avLst/>
              <a:gdLst>
                <a:gd name="T0" fmla="*/ 413 w 419"/>
                <a:gd name="T1" fmla="*/ 35 h 41"/>
                <a:gd name="T2" fmla="*/ 410 w 419"/>
                <a:gd name="T3" fmla="*/ 27 h 41"/>
                <a:gd name="T4" fmla="*/ 410 w 419"/>
                <a:gd name="T5" fmla="*/ 18 h 41"/>
                <a:gd name="T6" fmla="*/ 414 w 419"/>
                <a:gd name="T7" fmla="*/ 12 h 41"/>
                <a:gd name="T8" fmla="*/ 389 w 419"/>
                <a:gd name="T9" fmla="*/ 5 h 41"/>
                <a:gd name="T10" fmla="*/ 389 w 419"/>
                <a:gd name="T11" fmla="*/ 40 h 41"/>
                <a:gd name="T12" fmla="*/ 355 w 419"/>
                <a:gd name="T13" fmla="*/ 35 h 41"/>
                <a:gd name="T14" fmla="*/ 383 w 419"/>
                <a:gd name="T15" fmla="*/ 20 h 41"/>
                <a:gd name="T16" fmla="*/ 342 w 419"/>
                <a:gd name="T17" fmla="*/ 5 h 41"/>
                <a:gd name="T18" fmla="*/ 342 w 419"/>
                <a:gd name="T19" fmla="*/ 40 h 41"/>
                <a:gd name="T20" fmla="*/ 312 w 419"/>
                <a:gd name="T21" fmla="*/ 20 h 41"/>
                <a:gd name="T22" fmla="*/ 297 w 419"/>
                <a:gd name="T23" fmla="*/ 6 h 41"/>
                <a:gd name="T24" fmla="*/ 285 w 419"/>
                <a:gd name="T25" fmla="*/ 1 h 41"/>
                <a:gd name="T26" fmla="*/ 285 w 419"/>
                <a:gd name="T27" fmla="*/ 35 h 41"/>
                <a:gd name="T28" fmla="*/ 296 w 419"/>
                <a:gd name="T29" fmla="*/ 41 h 41"/>
                <a:gd name="T30" fmla="*/ 250 w 419"/>
                <a:gd name="T31" fmla="*/ 13 h 41"/>
                <a:gd name="T32" fmla="*/ 259 w 419"/>
                <a:gd name="T33" fmla="*/ 25 h 41"/>
                <a:gd name="T34" fmla="*/ 257 w 419"/>
                <a:gd name="T35" fmla="*/ 1 h 41"/>
                <a:gd name="T36" fmla="*/ 230 w 419"/>
                <a:gd name="T37" fmla="*/ 40 h 41"/>
                <a:gd name="T38" fmla="*/ 243 w 419"/>
                <a:gd name="T39" fmla="*/ 30 h 41"/>
                <a:gd name="T40" fmla="*/ 257 w 419"/>
                <a:gd name="T41" fmla="*/ 40 h 41"/>
                <a:gd name="T42" fmla="*/ 195 w 419"/>
                <a:gd name="T43" fmla="*/ 1 h 41"/>
                <a:gd name="T44" fmla="*/ 209 w 419"/>
                <a:gd name="T45" fmla="*/ 6 h 41"/>
                <a:gd name="T46" fmla="*/ 223 w 419"/>
                <a:gd name="T47" fmla="*/ 40 h 41"/>
                <a:gd name="T48" fmla="*/ 225 w 419"/>
                <a:gd name="T49" fmla="*/ 6 h 41"/>
                <a:gd name="T50" fmla="*/ 194 w 419"/>
                <a:gd name="T51" fmla="*/ 28 h 41"/>
                <a:gd name="T52" fmla="*/ 178 w 419"/>
                <a:gd name="T53" fmla="*/ 6 h 41"/>
                <a:gd name="T54" fmla="*/ 164 w 419"/>
                <a:gd name="T55" fmla="*/ 5 h 41"/>
                <a:gd name="T56" fmla="*/ 164 w 419"/>
                <a:gd name="T57" fmla="*/ 40 h 41"/>
                <a:gd name="T58" fmla="*/ 140 w 419"/>
                <a:gd name="T59" fmla="*/ 1 h 41"/>
                <a:gd name="T60" fmla="*/ 136 w 419"/>
                <a:gd name="T61" fmla="*/ 35 h 41"/>
                <a:gd name="T62" fmla="*/ 132 w 419"/>
                <a:gd name="T63" fmla="*/ 1 h 41"/>
                <a:gd name="T64" fmla="*/ 119 w 419"/>
                <a:gd name="T65" fmla="*/ 27 h 41"/>
                <a:gd name="T66" fmla="*/ 158 w 419"/>
                <a:gd name="T67" fmla="*/ 5 h 41"/>
                <a:gd name="T68" fmla="*/ 84 w 419"/>
                <a:gd name="T69" fmla="*/ 21 h 41"/>
                <a:gd name="T70" fmla="*/ 107 w 419"/>
                <a:gd name="T71" fmla="*/ 13 h 41"/>
                <a:gd name="T72" fmla="*/ 96 w 419"/>
                <a:gd name="T73" fmla="*/ 41 h 41"/>
                <a:gd name="T74" fmla="*/ 49 w 419"/>
                <a:gd name="T75" fmla="*/ 13 h 41"/>
                <a:gd name="T76" fmla="*/ 58 w 419"/>
                <a:gd name="T77" fmla="*/ 25 h 41"/>
                <a:gd name="T78" fmla="*/ 56 w 419"/>
                <a:gd name="T79" fmla="*/ 1 h 41"/>
                <a:gd name="T80" fmla="*/ 29 w 419"/>
                <a:gd name="T81" fmla="*/ 40 h 41"/>
                <a:gd name="T82" fmla="*/ 43 w 419"/>
                <a:gd name="T83" fmla="*/ 30 h 41"/>
                <a:gd name="T84" fmla="*/ 56 w 419"/>
                <a:gd name="T85" fmla="*/ 40 h 41"/>
                <a:gd name="T86" fmla="*/ 0 w 419"/>
                <a:gd name="T87" fmla="*/ 1 h 41"/>
                <a:gd name="T88" fmla="*/ 0 w 419"/>
                <a:gd name="T89" fmla="*/ 36 h 41"/>
                <a:gd name="T90" fmla="*/ 13 w 419"/>
                <a:gd name="T91" fmla="*/ 35 h 41"/>
                <a:gd name="T92" fmla="*/ 26 w 419"/>
                <a:gd name="T93" fmla="*/ 27 h 41"/>
                <a:gd name="T94" fmla="*/ 13 w 419"/>
                <a:gd name="T95" fmla="*/ 18 h 41"/>
                <a:gd name="T96" fmla="*/ 30 w 419"/>
                <a:gd name="T97"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19" h="41">
                  <a:moveTo>
                    <a:pt x="419" y="40"/>
                  </a:moveTo>
                  <a:cubicBezTo>
                    <a:pt x="419" y="29"/>
                    <a:pt x="419" y="29"/>
                    <a:pt x="419" y="29"/>
                  </a:cubicBezTo>
                  <a:cubicBezTo>
                    <a:pt x="414" y="29"/>
                    <a:pt x="414" y="29"/>
                    <a:pt x="414" y="29"/>
                  </a:cubicBezTo>
                  <a:cubicBezTo>
                    <a:pt x="414" y="31"/>
                    <a:pt x="414" y="34"/>
                    <a:pt x="413" y="35"/>
                  </a:cubicBezTo>
                  <a:cubicBezTo>
                    <a:pt x="402" y="35"/>
                    <a:pt x="402" y="35"/>
                    <a:pt x="402" y="35"/>
                  </a:cubicBezTo>
                  <a:cubicBezTo>
                    <a:pt x="402" y="22"/>
                    <a:pt x="402" y="22"/>
                    <a:pt x="402" y="22"/>
                  </a:cubicBezTo>
                  <a:cubicBezTo>
                    <a:pt x="410" y="22"/>
                    <a:pt x="410" y="22"/>
                    <a:pt x="410" y="22"/>
                  </a:cubicBezTo>
                  <a:cubicBezTo>
                    <a:pt x="410" y="24"/>
                    <a:pt x="410" y="25"/>
                    <a:pt x="410" y="27"/>
                  </a:cubicBezTo>
                  <a:cubicBezTo>
                    <a:pt x="415" y="27"/>
                    <a:pt x="415" y="27"/>
                    <a:pt x="415" y="27"/>
                  </a:cubicBezTo>
                  <a:cubicBezTo>
                    <a:pt x="415" y="14"/>
                    <a:pt x="415" y="14"/>
                    <a:pt x="415" y="14"/>
                  </a:cubicBezTo>
                  <a:cubicBezTo>
                    <a:pt x="410" y="14"/>
                    <a:pt x="410" y="14"/>
                    <a:pt x="410" y="14"/>
                  </a:cubicBezTo>
                  <a:cubicBezTo>
                    <a:pt x="410" y="15"/>
                    <a:pt x="410" y="16"/>
                    <a:pt x="410" y="18"/>
                  </a:cubicBezTo>
                  <a:cubicBezTo>
                    <a:pt x="402" y="18"/>
                    <a:pt x="402" y="18"/>
                    <a:pt x="402" y="18"/>
                  </a:cubicBezTo>
                  <a:cubicBezTo>
                    <a:pt x="402" y="6"/>
                    <a:pt x="402" y="6"/>
                    <a:pt x="402" y="6"/>
                  </a:cubicBezTo>
                  <a:cubicBezTo>
                    <a:pt x="413" y="6"/>
                    <a:pt x="413" y="6"/>
                    <a:pt x="413" y="6"/>
                  </a:cubicBezTo>
                  <a:cubicBezTo>
                    <a:pt x="413" y="7"/>
                    <a:pt x="414" y="10"/>
                    <a:pt x="414" y="12"/>
                  </a:cubicBezTo>
                  <a:cubicBezTo>
                    <a:pt x="419" y="12"/>
                    <a:pt x="419" y="12"/>
                    <a:pt x="419" y="12"/>
                  </a:cubicBezTo>
                  <a:cubicBezTo>
                    <a:pt x="419" y="1"/>
                    <a:pt x="419" y="1"/>
                    <a:pt x="419" y="1"/>
                  </a:cubicBezTo>
                  <a:cubicBezTo>
                    <a:pt x="389" y="1"/>
                    <a:pt x="389" y="1"/>
                    <a:pt x="389" y="1"/>
                  </a:cubicBezTo>
                  <a:cubicBezTo>
                    <a:pt x="389" y="5"/>
                    <a:pt x="389" y="5"/>
                    <a:pt x="389" y="5"/>
                  </a:cubicBezTo>
                  <a:cubicBezTo>
                    <a:pt x="391" y="5"/>
                    <a:pt x="393" y="6"/>
                    <a:pt x="396" y="6"/>
                  </a:cubicBezTo>
                  <a:cubicBezTo>
                    <a:pt x="396" y="35"/>
                    <a:pt x="396" y="35"/>
                    <a:pt x="396" y="35"/>
                  </a:cubicBezTo>
                  <a:cubicBezTo>
                    <a:pt x="393" y="36"/>
                    <a:pt x="391" y="36"/>
                    <a:pt x="389" y="36"/>
                  </a:cubicBezTo>
                  <a:cubicBezTo>
                    <a:pt x="389" y="40"/>
                    <a:pt x="389" y="40"/>
                    <a:pt x="389" y="40"/>
                  </a:cubicBezTo>
                  <a:lnTo>
                    <a:pt x="419" y="40"/>
                  </a:lnTo>
                  <a:close/>
                  <a:moveTo>
                    <a:pt x="376" y="20"/>
                  </a:moveTo>
                  <a:cubicBezTo>
                    <a:pt x="376" y="30"/>
                    <a:pt x="369" y="35"/>
                    <a:pt x="360" y="35"/>
                  </a:cubicBezTo>
                  <a:cubicBezTo>
                    <a:pt x="359" y="35"/>
                    <a:pt x="356" y="35"/>
                    <a:pt x="355" y="35"/>
                  </a:cubicBezTo>
                  <a:cubicBezTo>
                    <a:pt x="355" y="6"/>
                    <a:pt x="355" y="6"/>
                    <a:pt x="355" y="6"/>
                  </a:cubicBezTo>
                  <a:cubicBezTo>
                    <a:pt x="357" y="6"/>
                    <a:pt x="359" y="6"/>
                    <a:pt x="361" y="6"/>
                  </a:cubicBezTo>
                  <a:cubicBezTo>
                    <a:pt x="371" y="6"/>
                    <a:pt x="376" y="11"/>
                    <a:pt x="376" y="20"/>
                  </a:cubicBezTo>
                  <a:moveTo>
                    <a:pt x="383" y="20"/>
                  </a:moveTo>
                  <a:cubicBezTo>
                    <a:pt x="383" y="6"/>
                    <a:pt x="375" y="1"/>
                    <a:pt x="362" y="1"/>
                  </a:cubicBezTo>
                  <a:cubicBezTo>
                    <a:pt x="357" y="1"/>
                    <a:pt x="352" y="1"/>
                    <a:pt x="348" y="1"/>
                  </a:cubicBezTo>
                  <a:cubicBezTo>
                    <a:pt x="342" y="1"/>
                    <a:pt x="342" y="1"/>
                    <a:pt x="342" y="1"/>
                  </a:cubicBezTo>
                  <a:cubicBezTo>
                    <a:pt x="342" y="5"/>
                    <a:pt x="342" y="5"/>
                    <a:pt x="342" y="5"/>
                  </a:cubicBezTo>
                  <a:cubicBezTo>
                    <a:pt x="344" y="5"/>
                    <a:pt x="346" y="6"/>
                    <a:pt x="348" y="6"/>
                  </a:cubicBezTo>
                  <a:cubicBezTo>
                    <a:pt x="348" y="35"/>
                    <a:pt x="348" y="35"/>
                    <a:pt x="348" y="35"/>
                  </a:cubicBezTo>
                  <a:cubicBezTo>
                    <a:pt x="346" y="36"/>
                    <a:pt x="344" y="36"/>
                    <a:pt x="342" y="36"/>
                  </a:cubicBezTo>
                  <a:cubicBezTo>
                    <a:pt x="342" y="40"/>
                    <a:pt x="342" y="40"/>
                    <a:pt x="342" y="40"/>
                  </a:cubicBezTo>
                  <a:cubicBezTo>
                    <a:pt x="348" y="40"/>
                    <a:pt x="348" y="40"/>
                    <a:pt x="348" y="40"/>
                  </a:cubicBezTo>
                  <a:cubicBezTo>
                    <a:pt x="352" y="40"/>
                    <a:pt x="355" y="41"/>
                    <a:pt x="360" y="41"/>
                  </a:cubicBezTo>
                  <a:cubicBezTo>
                    <a:pt x="373" y="41"/>
                    <a:pt x="383" y="34"/>
                    <a:pt x="383" y="20"/>
                  </a:cubicBezTo>
                  <a:moveTo>
                    <a:pt x="312" y="20"/>
                  </a:moveTo>
                  <a:cubicBezTo>
                    <a:pt x="312" y="30"/>
                    <a:pt x="306" y="35"/>
                    <a:pt x="297" y="35"/>
                  </a:cubicBezTo>
                  <a:cubicBezTo>
                    <a:pt x="295" y="35"/>
                    <a:pt x="293" y="35"/>
                    <a:pt x="291" y="35"/>
                  </a:cubicBezTo>
                  <a:cubicBezTo>
                    <a:pt x="291" y="6"/>
                    <a:pt x="291" y="6"/>
                    <a:pt x="291" y="6"/>
                  </a:cubicBezTo>
                  <a:cubicBezTo>
                    <a:pt x="293" y="6"/>
                    <a:pt x="295" y="6"/>
                    <a:pt x="297" y="6"/>
                  </a:cubicBezTo>
                  <a:cubicBezTo>
                    <a:pt x="307" y="6"/>
                    <a:pt x="312" y="11"/>
                    <a:pt x="312" y="20"/>
                  </a:cubicBezTo>
                  <a:moveTo>
                    <a:pt x="319" y="20"/>
                  </a:moveTo>
                  <a:cubicBezTo>
                    <a:pt x="319" y="6"/>
                    <a:pt x="311" y="1"/>
                    <a:pt x="298" y="1"/>
                  </a:cubicBezTo>
                  <a:cubicBezTo>
                    <a:pt x="294" y="1"/>
                    <a:pt x="288" y="1"/>
                    <a:pt x="285" y="1"/>
                  </a:cubicBezTo>
                  <a:cubicBezTo>
                    <a:pt x="278" y="1"/>
                    <a:pt x="278" y="1"/>
                    <a:pt x="278" y="1"/>
                  </a:cubicBezTo>
                  <a:cubicBezTo>
                    <a:pt x="278" y="5"/>
                    <a:pt x="278" y="5"/>
                    <a:pt x="278" y="5"/>
                  </a:cubicBezTo>
                  <a:cubicBezTo>
                    <a:pt x="280" y="5"/>
                    <a:pt x="282" y="6"/>
                    <a:pt x="285" y="6"/>
                  </a:cubicBezTo>
                  <a:cubicBezTo>
                    <a:pt x="285" y="35"/>
                    <a:pt x="285" y="35"/>
                    <a:pt x="285" y="35"/>
                  </a:cubicBezTo>
                  <a:cubicBezTo>
                    <a:pt x="282" y="36"/>
                    <a:pt x="280" y="36"/>
                    <a:pt x="278" y="36"/>
                  </a:cubicBezTo>
                  <a:cubicBezTo>
                    <a:pt x="278" y="40"/>
                    <a:pt x="278" y="40"/>
                    <a:pt x="278" y="40"/>
                  </a:cubicBezTo>
                  <a:cubicBezTo>
                    <a:pt x="285" y="40"/>
                    <a:pt x="285" y="40"/>
                    <a:pt x="285" y="40"/>
                  </a:cubicBezTo>
                  <a:cubicBezTo>
                    <a:pt x="288" y="40"/>
                    <a:pt x="291" y="41"/>
                    <a:pt x="296" y="41"/>
                  </a:cubicBezTo>
                  <a:cubicBezTo>
                    <a:pt x="309" y="41"/>
                    <a:pt x="319" y="34"/>
                    <a:pt x="319" y="20"/>
                  </a:cubicBezTo>
                  <a:moveTo>
                    <a:pt x="259" y="25"/>
                  </a:moveTo>
                  <a:cubicBezTo>
                    <a:pt x="245" y="25"/>
                    <a:pt x="245" y="25"/>
                    <a:pt x="245" y="25"/>
                  </a:cubicBezTo>
                  <a:cubicBezTo>
                    <a:pt x="250" y="13"/>
                    <a:pt x="250" y="13"/>
                    <a:pt x="250" y="13"/>
                  </a:cubicBezTo>
                  <a:cubicBezTo>
                    <a:pt x="251" y="11"/>
                    <a:pt x="251" y="9"/>
                    <a:pt x="252" y="7"/>
                  </a:cubicBezTo>
                  <a:cubicBezTo>
                    <a:pt x="252" y="7"/>
                    <a:pt x="252" y="7"/>
                    <a:pt x="252" y="7"/>
                  </a:cubicBezTo>
                  <a:cubicBezTo>
                    <a:pt x="253" y="9"/>
                    <a:pt x="253" y="11"/>
                    <a:pt x="254" y="13"/>
                  </a:cubicBezTo>
                  <a:lnTo>
                    <a:pt x="259" y="25"/>
                  </a:lnTo>
                  <a:close/>
                  <a:moveTo>
                    <a:pt x="275" y="40"/>
                  </a:moveTo>
                  <a:cubicBezTo>
                    <a:pt x="275" y="36"/>
                    <a:pt x="275" y="36"/>
                    <a:pt x="275" y="36"/>
                  </a:cubicBezTo>
                  <a:cubicBezTo>
                    <a:pt x="273" y="36"/>
                    <a:pt x="271" y="36"/>
                    <a:pt x="270" y="36"/>
                  </a:cubicBezTo>
                  <a:cubicBezTo>
                    <a:pt x="257" y="1"/>
                    <a:pt x="257" y="1"/>
                    <a:pt x="257" y="1"/>
                  </a:cubicBezTo>
                  <a:cubicBezTo>
                    <a:pt x="248" y="1"/>
                    <a:pt x="248" y="1"/>
                    <a:pt x="248" y="1"/>
                  </a:cubicBezTo>
                  <a:cubicBezTo>
                    <a:pt x="234" y="36"/>
                    <a:pt x="234" y="36"/>
                    <a:pt x="234" y="36"/>
                  </a:cubicBezTo>
                  <a:cubicBezTo>
                    <a:pt x="233" y="36"/>
                    <a:pt x="231" y="36"/>
                    <a:pt x="230" y="36"/>
                  </a:cubicBezTo>
                  <a:cubicBezTo>
                    <a:pt x="230" y="40"/>
                    <a:pt x="230" y="40"/>
                    <a:pt x="230" y="40"/>
                  </a:cubicBezTo>
                  <a:cubicBezTo>
                    <a:pt x="247" y="40"/>
                    <a:pt x="247" y="40"/>
                    <a:pt x="247" y="40"/>
                  </a:cubicBezTo>
                  <a:cubicBezTo>
                    <a:pt x="247" y="36"/>
                    <a:pt x="247" y="36"/>
                    <a:pt x="247" y="36"/>
                  </a:cubicBezTo>
                  <a:cubicBezTo>
                    <a:pt x="246" y="36"/>
                    <a:pt x="243" y="36"/>
                    <a:pt x="241" y="36"/>
                  </a:cubicBezTo>
                  <a:cubicBezTo>
                    <a:pt x="243" y="30"/>
                    <a:pt x="243" y="30"/>
                    <a:pt x="243" y="30"/>
                  </a:cubicBezTo>
                  <a:cubicBezTo>
                    <a:pt x="261" y="30"/>
                    <a:pt x="261" y="30"/>
                    <a:pt x="261" y="30"/>
                  </a:cubicBezTo>
                  <a:cubicBezTo>
                    <a:pt x="262" y="36"/>
                    <a:pt x="262" y="36"/>
                    <a:pt x="262" y="36"/>
                  </a:cubicBezTo>
                  <a:cubicBezTo>
                    <a:pt x="261" y="36"/>
                    <a:pt x="258" y="36"/>
                    <a:pt x="257" y="36"/>
                  </a:cubicBezTo>
                  <a:cubicBezTo>
                    <a:pt x="257" y="40"/>
                    <a:pt x="257" y="40"/>
                    <a:pt x="257" y="40"/>
                  </a:cubicBezTo>
                  <a:lnTo>
                    <a:pt x="275" y="40"/>
                  </a:lnTo>
                  <a:close/>
                  <a:moveTo>
                    <a:pt x="231" y="14"/>
                  </a:moveTo>
                  <a:cubicBezTo>
                    <a:pt x="231" y="1"/>
                    <a:pt x="231" y="1"/>
                    <a:pt x="231" y="1"/>
                  </a:cubicBezTo>
                  <a:cubicBezTo>
                    <a:pt x="195" y="1"/>
                    <a:pt x="195" y="1"/>
                    <a:pt x="195" y="1"/>
                  </a:cubicBezTo>
                  <a:cubicBezTo>
                    <a:pt x="195" y="14"/>
                    <a:pt x="195" y="14"/>
                    <a:pt x="195" y="14"/>
                  </a:cubicBezTo>
                  <a:cubicBezTo>
                    <a:pt x="199" y="14"/>
                    <a:pt x="199" y="14"/>
                    <a:pt x="199" y="14"/>
                  </a:cubicBezTo>
                  <a:cubicBezTo>
                    <a:pt x="200" y="11"/>
                    <a:pt x="200" y="8"/>
                    <a:pt x="200" y="6"/>
                  </a:cubicBezTo>
                  <a:cubicBezTo>
                    <a:pt x="209" y="6"/>
                    <a:pt x="209" y="6"/>
                    <a:pt x="209" y="6"/>
                  </a:cubicBezTo>
                  <a:cubicBezTo>
                    <a:pt x="209" y="35"/>
                    <a:pt x="209" y="35"/>
                    <a:pt x="209" y="35"/>
                  </a:cubicBezTo>
                  <a:cubicBezTo>
                    <a:pt x="207" y="36"/>
                    <a:pt x="205" y="36"/>
                    <a:pt x="203" y="36"/>
                  </a:cubicBezTo>
                  <a:cubicBezTo>
                    <a:pt x="203" y="40"/>
                    <a:pt x="203" y="40"/>
                    <a:pt x="203" y="40"/>
                  </a:cubicBezTo>
                  <a:cubicBezTo>
                    <a:pt x="223" y="40"/>
                    <a:pt x="223" y="40"/>
                    <a:pt x="223" y="40"/>
                  </a:cubicBezTo>
                  <a:cubicBezTo>
                    <a:pt x="223" y="36"/>
                    <a:pt x="223" y="36"/>
                    <a:pt x="223" y="36"/>
                  </a:cubicBezTo>
                  <a:cubicBezTo>
                    <a:pt x="221" y="36"/>
                    <a:pt x="218" y="36"/>
                    <a:pt x="216" y="35"/>
                  </a:cubicBezTo>
                  <a:cubicBezTo>
                    <a:pt x="216" y="6"/>
                    <a:pt x="216" y="6"/>
                    <a:pt x="216" y="6"/>
                  </a:cubicBezTo>
                  <a:cubicBezTo>
                    <a:pt x="225" y="6"/>
                    <a:pt x="225" y="6"/>
                    <a:pt x="225" y="6"/>
                  </a:cubicBezTo>
                  <a:cubicBezTo>
                    <a:pt x="225" y="8"/>
                    <a:pt x="226" y="11"/>
                    <a:pt x="226" y="14"/>
                  </a:cubicBezTo>
                  <a:lnTo>
                    <a:pt x="231" y="14"/>
                  </a:lnTo>
                  <a:close/>
                  <a:moveTo>
                    <a:pt x="194" y="40"/>
                  </a:moveTo>
                  <a:cubicBezTo>
                    <a:pt x="194" y="28"/>
                    <a:pt x="194" y="28"/>
                    <a:pt x="194" y="28"/>
                  </a:cubicBezTo>
                  <a:cubicBezTo>
                    <a:pt x="189" y="28"/>
                    <a:pt x="189" y="28"/>
                    <a:pt x="189" y="28"/>
                  </a:cubicBezTo>
                  <a:cubicBezTo>
                    <a:pt x="189" y="30"/>
                    <a:pt x="189" y="33"/>
                    <a:pt x="188" y="35"/>
                  </a:cubicBezTo>
                  <a:cubicBezTo>
                    <a:pt x="178" y="35"/>
                    <a:pt x="178" y="35"/>
                    <a:pt x="178" y="35"/>
                  </a:cubicBezTo>
                  <a:cubicBezTo>
                    <a:pt x="178" y="6"/>
                    <a:pt x="178" y="6"/>
                    <a:pt x="178" y="6"/>
                  </a:cubicBezTo>
                  <a:cubicBezTo>
                    <a:pt x="180" y="6"/>
                    <a:pt x="182" y="5"/>
                    <a:pt x="184" y="5"/>
                  </a:cubicBezTo>
                  <a:cubicBezTo>
                    <a:pt x="184" y="1"/>
                    <a:pt x="184" y="1"/>
                    <a:pt x="184" y="1"/>
                  </a:cubicBezTo>
                  <a:cubicBezTo>
                    <a:pt x="164" y="1"/>
                    <a:pt x="164" y="1"/>
                    <a:pt x="164" y="1"/>
                  </a:cubicBezTo>
                  <a:cubicBezTo>
                    <a:pt x="164" y="5"/>
                    <a:pt x="164" y="5"/>
                    <a:pt x="164" y="5"/>
                  </a:cubicBezTo>
                  <a:cubicBezTo>
                    <a:pt x="166" y="5"/>
                    <a:pt x="169" y="6"/>
                    <a:pt x="171" y="6"/>
                  </a:cubicBezTo>
                  <a:cubicBezTo>
                    <a:pt x="171" y="35"/>
                    <a:pt x="171" y="35"/>
                    <a:pt x="171" y="35"/>
                  </a:cubicBezTo>
                  <a:cubicBezTo>
                    <a:pt x="169" y="36"/>
                    <a:pt x="166" y="36"/>
                    <a:pt x="164" y="36"/>
                  </a:cubicBezTo>
                  <a:cubicBezTo>
                    <a:pt x="164" y="40"/>
                    <a:pt x="164" y="40"/>
                    <a:pt x="164" y="40"/>
                  </a:cubicBezTo>
                  <a:lnTo>
                    <a:pt x="194" y="40"/>
                  </a:lnTo>
                  <a:close/>
                  <a:moveTo>
                    <a:pt x="158" y="5"/>
                  </a:moveTo>
                  <a:cubicBezTo>
                    <a:pt x="158" y="1"/>
                    <a:pt x="158" y="1"/>
                    <a:pt x="158" y="1"/>
                  </a:cubicBezTo>
                  <a:cubicBezTo>
                    <a:pt x="140" y="1"/>
                    <a:pt x="140" y="1"/>
                    <a:pt x="140" y="1"/>
                  </a:cubicBezTo>
                  <a:cubicBezTo>
                    <a:pt x="140" y="5"/>
                    <a:pt x="140" y="5"/>
                    <a:pt x="140" y="5"/>
                  </a:cubicBezTo>
                  <a:cubicBezTo>
                    <a:pt x="142" y="5"/>
                    <a:pt x="144" y="6"/>
                    <a:pt x="146" y="6"/>
                  </a:cubicBezTo>
                  <a:cubicBezTo>
                    <a:pt x="146" y="25"/>
                    <a:pt x="146" y="25"/>
                    <a:pt x="146" y="25"/>
                  </a:cubicBezTo>
                  <a:cubicBezTo>
                    <a:pt x="146" y="31"/>
                    <a:pt x="143" y="35"/>
                    <a:pt x="136" y="35"/>
                  </a:cubicBezTo>
                  <a:cubicBezTo>
                    <a:pt x="129" y="35"/>
                    <a:pt x="126" y="32"/>
                    <a:pt x="126" y="25"/>
                  </a:cubicBezTo>
                  <a:cubicBezTo>
                    <a:pt x="126" y="6"/>
                    <a:pt x="126" y="6"/>
                    <a:pt x="126" y="6"/>
                  </a:cubicBezTo>
                  <a:cubicBezTo>
                    <a:pt x="128" y="6"/>
                    <a:pt x="130" y="5"/>
                    <a:pt x="132" y="5"/>
                  </a:cubicBezTo>
                  <a:cubicBezTo>
                    <a:pt x="132" y="1"/>
                    <a:pt x="132" y="1"/>
                    <a:pt x="132" y="1"/>
                  </a:cubicBezTo>
                  <a:cubicBezTo>
                    <a:pt x="113" y="1"/>
                    <a:pt x="113" y="1"/>
                    <a:pt x="113" y="1"/>
                  </a:cubicBezTo>
                  <a:cubicBezTo>
                    <a:pt x="113" y="5"/>
                    <a:pt x="113" y="5"/>
                    <a:pt x="113" y="5"/>
                  </a:cubicBezTo>
                  <a:cubicBezTo>
                    <a:pt x="115" y="5"/>
                    <a:pt x="117" y="6"/>
                    <a:pt x="119" y="6"/>
                  </a:cubicBezTo>
                  <a:cubicBezTo>
                    <a:pt x="119" y="27"/>
                    <a:pt x="119" y="27"/>
                    <a:pt x="119" y="27"/>
                  </a:cubicBezTo>
                  <a:cubicBezTo>
                    <a:pt x="119" y="36"/>
                    <a:pt x="125" y="41"/>
                    <a:pt x="135" y="41"/>
                  </a:cubicBezTo>
                  <a:cubicBezTo>
                    <a:pt x="148" y="41"/>
                    <a:pt x="153" y="34"/>
                    <a:pt x="153" y="25"/>
                  </a:cubicBezTo>
                  <a:cubicBezTo>
                    <a:pt x="153" y="6"/>
                    <a:pt x="153" y="6"/>
                    <a:pt x="153" y="6"/>
                  </a:cubicBezTo>
                  <a:cubicBezTo>
                    <a:pt x="155" y="6"/>
                    <a:pt x="157" y="5"/>
                    <a:pt x="158" y="5"/>
                  </a:cubicBezTo>
                  <a:moveTo>
                    <a:pt x="107" y="39"/>
                  </a:moveTo>
                  <a:cubicBezTo>
                    <a:pt x="107" y="32"/>
                    <a:pt x="107" y="32"/>
                    <a:pt x="107" y="32"/>
                  </a:cubicBezTo>
                  <a:cubicBezTo>
                    <a:pt x="104" y="34"/>
                    <a:pt x="101" y="35"/>
                    <a:pt x="97" y="35"/>
                  </a:cubicBezTo>
                  <a:cubicBezTo>
                    <a:pt x="88" y="35"/>
                    <a:pt x="84" y="30"/>
                    <a:pt x="84" y="21"/>
                  </a:cubicBezTo>
                  <a:cubicBezTo>
                    <a:pt x="84" y="13"/>
                    <a:pt x="88" y="6"/>
                    <a:pt x="96" y="6"/>
                  </a:cubicBezTo>
                  <a:cubicBezTo>
                    <a:pt x="98" y="6"/>
                    <a:pt x="99" y="7"/>
                    <a:pt x="101" y="7"/>
                  </a:cubicBezTo>
                  <a:cubicBezTo>
                    <a:pt x="101" y="9"/>
                    <a:pt x="102" y="11"/>
                    <a:pt x="102" y="13"/>
                  </a:cubicBezTo>
                  <a:cubicBezTo>
                    <a:pt x="107" y="13"/>
                    <a:pt x="107" y="13"/>
                    <a:pt x="107" y="13"/>
                  </a:cubicBezTo>
                  <a:cubicBezTo>
                    <a:pt x="107" y="2"/>
                    <a:pt x="107" y="2"/>
                    <a:pt x="107" y="2"/>
                  </a:cubicBezTo>
                  <a:cubicBezTo>
                    <a:pt x="104" y="1"/>
                    <a:pt x="100" y="0"/>
                    <a:pt x="97" y="0"/>
                  </a:cubicBezTo>
                  <a:cubicBezTo>
                    <a:pt x="83" y="0"/>
                    <a:pt x="76" y="10"/>
                    <a:pt x="76" y="21"/>
                  </a:cubicBezTo>
                  <a:cubicBezTo>
                    <a:pt x="76" y="33"/>
                    <a:pt x="83" y="41"/>
                    <a:pt x="96" y="41"/>
                  </a:cubicBezTo>
                  <a:cubicBezTo>
                    <a:pt x="100" y="41"/>
                    <a:pt x="104" y="40"/>
                    <a:pt x="107" y="39"/>
                  </a:cubicBezTo>
                  <a:moveTo>
                    <a:pt x="58" y="25"/>
                  </a:moveTo>
                  <a:cubicBezTo>
                    <a:pt x="45" y="25"/>
                    <a:pt x="45" y="25"/>
                    <a:pt x="45" y="25"/>
                  </a:cubicBezTo>
                  <a:cubicBezTo>
                    <a:pt x="49" y="13"/>
                    <a:pt x="49" y="13"/>
                    <a:pt x="49" y="13"/>
                  </a:cubicBezTo>
                  <a:cubicBezTo>
                    <a:pt x="50" y="11"/>
                    <a:pt x="51" y="9"/>
                    <a:pt x="51" y="7"/>
                  </a:cubicBezTo>
                  <a:cubicBezTo>
                    <a:pt x="52" y="7"/>
                    <a:pt x="52" y="7"/>
                    <a:pt x="52" y="7"/>
                  </a:cubicBezTo>
                  <a:cubicBezTo>
                    <a:pt x="52" y="9"/>
                    <a:pt x="53" y="11"/>
                    <a:pt x="54" y="13"/>
                  </a:cubicBezTo>
                  <a:lnTo>
                    <a:pt x="58" y="25"/>
                  </a:lnTo>
                  <a:close/>
                  <a:moveTo>
                    <a:pt x="74" y="40"/>
                  </a:moveTo>
                  <a:cubicBezTo>
                    <a:pt x="74" y="36"/>
                    <a:pt x="74" y="36"/>
                    <a:pt x="74" y="36"/>
                  </a:cubicBezTo>
                  <a:cubicBezTo>
                    <a:pt x="73" y="36"/>
                    <a:pt x="71" y="36"/>
                    <a:pt x="69" y="36"/>
                  </a:cubicBezTo>
                  <a:cubicBezTo>
                    <a:pt x="56" y="1"/>
                    <a:pt x="56" y="1"/>
                    <a:pt x="56" y="1"/>
                  </a:cubicBezTo>
                  <a:cubicBezTo>
                    <a:pt x="47" y="1"/>
                    <a:pt x="47" y="1"/>
                    <a:pt x="47" y="1"/>
                  </a:cubicBezTo>
                  <a:cubicBezTo>
                    <a:pt x="34" y="36"/>
                    <a:pt x="34" y="36"/>
                    <a:pt x="34" y="36"/>
                  </a:cubicBezTo>
                  <a:cubicBezTo>
                    <a:pt x="33" y="36"/>
                    <a:pt x="31" y="36"/>
                    <a:pt x="29" y="36"/>
                  </a:cubicBezTo>
                  <a:cubicBezTo>
                    <a:pt x="29" y="40"/>
                    <a:pt x="29" y="40"/>
                    <a:pt x="29" y="40"/>
                  </a:cubicBezTo>
                  <a:cubicBezTo>
                    <a:pt x="47" y="40"/>
                    <a:pt x="47" y="40"/>
                    <a:pt x="47" y="40"/>
                  </a:cubicBezTo>
                  <a:cubicBezTo>
                    <a:pt x="47" y="36"/>
                    <a:pt x="47" y="36"/>
                    <a:pt x="47" y="36"/>
                  </a:cubicBezTo>
                  <a:cubicBezTo>
                    <a:pt x="45" y="36"/>
                    <a:pt x="43" y="36"/>
                    <a:pt x="41" y="36"/>
                  </a:cubicBezTo>
                  <a:cubicBezTo>
                    <a:pt x="43" y="30"/>
                    <a:pt x="43" y="30"/>
                    <a:pt x="43" y="30"/>
                  </a:cubicBezTo>
                  <a:cubicBezTo>
                    <a:pt x="60" y="30"/>
                    <a:pt x="60" y="30"/>
                    <a:pt x="60" y="30"/>
                  </a:cubicBezTo>
                  <a:cubicBezTo>
                    <a:pt x="62" y="36"/>
                    <a:pt x="62" y="36"/>
                    <a:pt x="62" y="36"/>
                  </a:cubicBezTo>
                  <a:cubicBezTo>
                    <a:pt x="60" y="36"/>
                    <a:pt x="58" y="36"/>
                    <a:pt x="56" y="36"/>
                  </a:cubicBezTo>
                  <a:cubicBezTo>
                    <a:pt x="56" y="40"/>
                    <a:pt x="56" y="40"/>
                    <a:pt x="56" y="40"/>
                  </a:cubicBezTo>
                  <a:lnTo>
                    <a:pt x="74" y="40"/>
                  </a:lnTo>
                  <a:close/>
                  <a:moveTo>
                    <a:pt x="30" y="12"/>
                  </a:moveTo>
                  <a:cubicBezTo>
                    <a:pt x="30" y="1"/>
                    <a:pt x="30" y="1"/>
                    <a:pt x="30" y="1"/>
                  </a:cubicBezTo>
                  <a:cubicBezTo>
                    <a:pt x="0" y="1"/>
                    <a:pt x="0" y="1"/>
                    <a:pt x="0" y="1"/>
                  </a:cubicBezTo>
                  <a:cubicBezTo>
                    <a:pt x="0" y="5"/>
                    <a:pt x="0" y="5"/>
                    <a:pt x="0" y="5"/>
                  </a:cubicBezTo>
                  <a:cubicBezTo>
                    <a:pt x="2" y="5"/>
                    <a:pt x="4" y="6"/>
                    <a:pt x="7" y="6"/>
                  </a:cubicBezTo>
                  <a:cubicBezTo>
                    <a:pt x="7" y="35"/>
                    <a:pt x="7" y="35"/>
                    <a:pt x="7" y="35"/>
                  </a:cubicBezTo>
                  <a:cubicBezTo>
                    <a:pt x="4" y="36"/>
                    <a:pt x="2" y="36"/>
                    <a:pt x="0" y="36"/>
                  </a:cubicBezTo>
                  <a:cubicBezTo>
                    <a:pt x="0" y="40"/>
                    <a:pt x="0" y="40"/>
                    <a:pt x="0" y="40"/>
                  </a:cubicBezTo>
                  <a:cubicBezTo>
                    <a:pt x="20" y="40"/>
                    <a:pt x="20" y="40"/>
                    <a:pt x="20" y="40"/>
                  </a:cubicBezTo>
                  <a:cubicBezTo>
                    <a:pt x="20" y="36"/>
                    <a:pt x="20" y="36"/>
                    <a:pt x="20" y="36"/>
                  </a:cubicBezTo>
                  <a:cubicBezTo>
                    <a:pt x="18" y="36"/>
                    <a:pt x="16" y="36"/>
                    <a:pt x="13" y="35"/>
                  </a:cubicBezTo>
                  <a:cubicBezTo>
                    <a:pt x="13" y="23"/>
                    <a:pt x="13" y="23"/>
                    <a:pt x="13" y="23"/>
                  </a:cubicBezTo>
                  <a:cubicBezTo>
                    <a:pt x="21" y="23"/>
                    <a:pt x="21" y="23"/>
                    <a:pt x="21" y="23"/>
                  </a:cubicBezTo>
                  <a:cubicBezTo>
                    <a:pt x="21" y="24"/>
                    <a:pt x="21" y="26"/>
                    <a:pt x="22" y="27"/>
                  </a:cubicBezTo>
                  <a:cubicBezTo>
                    <a:pt x="26" y="27"/>
                    <a:pt x="26" y="27"/>
                    <a:pt x="26" y="27"/>
                  </a:cubicBezTo>
                  <a:cubicBezTo>
                    <a:pt x="26" y="14"/>
                    <a:pt x="26" y="14"/>
                    <a:pt x="26" y="14"/>
                  </a:cubicBezTo>
                  <a:cubicBezTo>
                    <a:pt x="22" y="14"/>
                    <a:pt x="22" y="14"/>
                    <a:pt x="22" y="14"/>
                  </a:cubicBezTo>
                  <a:cubicBezTo>
                    <a:pt x="21" y="15"/>
                    <a:pt x="21" y="17"/>
                    <a:pt x="21" y="18"/>
                  </a:cubicBezTo>
                  <a:cubicBezTo>
                    <a:pt x="13" y="18"/>
                    <a:pt x="13" y="18"/>
                    <a:pt x="13" y="18"/>
                  </a:cubicBezTo>
                  <a:cubicBezTo>
                    <a:pt x="13" y="6"/>
                    <a:pt x="13" y="6"/>
                    <a:pt x="13" y="6"/>
                  </a:cubicBezTo>
                  <a:cubicBezTo>
                    <a:pt x="24" y="6"/>
                    <a:pt x="24" y="6"/>
                    <a:pt x="24" y="6"/>
                  </a:cubicBezTo>
                  <a:cubicBezTo>
                    <a:pt x="24" y="7"/>
                    <a:pt x="24" y="10"/>
                    <a:pt x="25" y="12"/>
                  </a:cubicBezTo>
                  <a:lnTo>
                    <a:pt x="30"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79" name="Marcador de número de diapositiva 70">
            <a:extLst>
              <a:ext uri="{FF2B5EF4-FFF2-40B4-BE49-F238E27FC236}">
                <a16:creationId xmlns:a16="http://schemas.microsoft.com/office/drawing/2014/main" id="{64EACE25-1980-4704-A58D-E0A21D5FF546}"/>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bg1"/>
                </a:solidFill>
                <a:latin typeface="+mn-lt"/>
                <a:cs typeface="Segoe UI" panose="020B0502040204020203" pitchFamily="34" charset="0"/>
              </a:defRPr>
            </a:lvl1pPr>
          </a:lstStyle>
          <a:p>
            <a:fld id="{17D46556-FC13-40CA-B770-6C4B149AF5AA}" type="slidenum">
              <a:rPr lang="es-CL" smtClean="0"/>
              <a:pPr/>
              <a:t>‹Nº›</a:t>
            </a:fld>
            <a:endParaRPr lang="es-CL"/>
          </a:p>
        </p:txBody>
      </p:sp>
      <p:sp>
        <p:nvSpPr>
          <p:cNvPr id="71" name="Marcador de texto 2">
            <a:extLst>
              <a:ext uri="{FF2B5EF4-FFF2-40B4-BE49-F238E27FC236}">
                <a16:creationId xmlns:a16="http://schemas.microsoft.com/office/drawing/2014/main" id="{FB1315A8-50D5-452C-93E2-03879234E5E0}"/>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bg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72" name="Marcador de texto 2">
            <a:extLst>
              <a:ext uri="{FF2B5EF4-FFF2-40B4-BE49-F238E27FC236}">
                <a16:creationId xmlns:a16="http://schemas.microsoft.com/office/drawing/2014/main" id="{5452253E-D9FB-497C-99F2-CA2D44C64033}"/>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bg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73" name="Conector recto 72">
            <a:extLst>
              <a:ext uri="{FF2B5EF4-FFF2-40B4-BE49-F238E27FC236}">
                <a16:creationId xmlns:a16="http://schemas.microsoft.com/office/drawing/2014/main" id="{D6CBC86C-8C7B-4162-AB8A-F49CBFC77597}"/>
              </a:ext>
            </a:extLst>
          </p:cNvPr>
          <p:cNvCxnSpPr/>
          <p:nvPr userDrawn="1"/>
        </p:nvCxnSpPr>
        <p:spPr>
          <a:xfrm>
            <a:off x="2100263" y="441325"/>
            <a:ext cx="0" cy="395288"/>
          </a:xfrm>
          <a:prstGeom prst="line">
            <a:avLst/>
          </a:prstGeom>
          <a:ln w="12700" cap="rnd">
            <a:solidFill>
              <a:schemeClr val="bg2"/>
            </a:solidFill>
            <a:prstDash val="sysDot"/>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451175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4201">
          <p15:clr>
            <a:srgbClr val="FBAE40"/>
          </p15:clr>
        </p15:guide>
        <p15:guide id="3" orient="horz" pos="96">
          <p15:clr>
            <a:srgbClr val="FBAE40"/>
          </p15:clr>
        </p15:guide>
        <p15:guide id="4" pos="3840">
          <p15:clr>
            <a:srgbClr val="FBAE40"/>
          </p15:clr>
        </p15:guide>
        <p15:guide id="5" pos="166">
          <p15:clr>
            <a:srgbClr val="FBAE40"/>
          </p15:clr>
        </p15:guide>
        <p15:guide id="6" pos="7469">
          <p15:clr>
            <a:srgbClr val="FBAE40"/>
          </p15:clr>
        </p15:guide>
        <p15:guide id="7" orient="horz" pos="43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1_Imagen Full">
    <p:spTree>
      <p:nvGrpSpPr>
        <p:cNvPr id="1" name=""/>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4A7C7672-94BA-4FA5-814B-6E725F379404}"/>
              </a:ext>
            </a:extLst>
          </p:cNvPr>
          <p:cNvSpPr>
            <a:spLocks noGrp="1"/>
          </p:cNvSpPr>
          <p:nvPr>
            <p:ph type="pic" sz="quarter" idx="10" hasCustomPrompt="1"/>
          </p:nvPr>
        </p:nvSpPr>
        <p:spPr>
          <a:xfrm>
            <a:off x="0" y="0"/>
            <a:ext cx="11936140" cy="6858000"/>
          </a:xfrm>
          <a:prstGeom prst="rect">
            <a:avLst/>
          </a:prstGeom>
          <a:solidFill>
            <a:schemeClr val="bg1">
              <a:lumMod val="85000"/>
            </a:schemeClr>
          </a:solidFill>
        </p:spPr>
        <p:txBody>
          <a:bodyPr anchor="ctr"/>
          <a:lstStyle>
            <a:lvl1pPr marL="0" indent="0" algn="ctr">
              <a:buNone/>
              <a:defRPr/>
            </a:lvl1pPr>
          </a:lstStyle>
          <a:p>
            <a:r>
              <a:rPr lang="es-CL" dirty="0"/>
              <a:t>Espacio para imagen full </a:t>
            </a:r>
          </a:p>
        </p:txBody>
      </p:sp>
      <p:grpSp>
        <p:nvGrpSpPr>
          <p:cNvPr id="72" name="Grupo 71">
            <a:extLst>
              <a:ext uri="{FF2B5EF4-FFF2-40B4-BE49-F238E27FC236}">
                <a16:creationId xmlns:a16="http://schemas.microsoft.com/office/drawing/2014/main" id="{7F760D59-0D75-468D-9532-CC7064DC9846}"/>
              </a:ext>
            </a:extLst>
          </p:cNvPr>
          <p:cNvGrpSpPr/>
          <p:nvPr userDrawn="1"/>
        </p:nvGrpSpPr>
        <p:grpSpPr>
          <a:xfrm>
            <a:off x="260637" y="160236"/>
            <a:ext cx="1086071" cy="910924"/>
            <a:chOff x="137601" y="239283"/>
            <a:chExt cx="897579" cy="752830"/>
          </a:xfrm>
          <a:solidFill>
            <a:schemeClr val="bg2"/>
          </a:solidFill>
        </p:grpSpPr>
        <p:sp>
          <p:nvSpPr>
            <p:cNvPr id="73" name="Freeform 109">
              <a:extLst>
                <a:ext uri="{FF2B5EF4-FFF2-40B4-BE49-F238E27FC236}">
                  <a16:creationId xmlns:a16="http://schemas.microsoft.com/office/drawing/2014/main" id="{2A16ABED-1480-4A17-8C5D-B31F7DF5CAF0}"/>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74" name="Freeform 110">
              <a:extLst>
                <a:ext uri="{FF2B5EF4-FFF2-40B4-BE49-F238E27FC236}">
                  <a16:creationId xmlns:a16="http://schemas.microsoft.com/office/drawing/2014/main" id="{0E93C5EF-86D1-4D3D-9F8D-64EA1AC1D8ED}"/>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75" name="Grupo 74">
              <a:extLst>
                <a:ext uri="{FF2B5EF4-FFF2-40B4-BE49-F238E27FC236}">
                  <a16:creationId xmlns:a16="http://schemas.microsoft.com/office/drawing/2014/main" id="{FE4F3B71-11F7-4774-9AA8-F249F7CFCCF6}"/>
                </a:ext>
              </a:extLst>
            </p:cNvPr>
            <p:cNvGrpSpPr/>
            <p:nvPr userDrawn="1"/>
          </p:nvGrpSpPr>
          <p:grpSpPr>
            <a:xfrm>
              <a:off x="137601" y="474669"/>
              <a:ext cx="897579" cy="326700"/>
              <a:chOff x="137601" y="474669"/>
              <a:chExt cx="897579" cy="326700"/>
            </a:xfrm>
            <a:grpFill/>
          </p:grpSpPr>
          <p:sp>
            <p:nvSpPr>
              <p:cNvPr id="86" name="Freeform 111">
                <a:extLst>
                  <a:ext uri="{FF2B5EF4-FFF2-40B4-BE49-F238E27FC236}">
                    <a16:creationId xmlns:a16="http://schemas.microsoft.com/office/drawing/2014/main" id="{5E806105-4795-4E11-AB36-1BA90E4DCA54}"/>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7" name="Freeform 112">
                <a:extLst>
                  <a:ext uri="{FF2B5EF4-FFF2-40B4-BE49-F238E27FC236}">
                    <a16:creationId xmlns:a16="http://schemas.microsoft.com/office/drawing/2014/main" id="{260EC9DB-4F20-4C3D-BC00-FE17BD3F5723}"/>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8" name="Freeform 113">
                <a:extLst>
                  <a:ext uri="{FF2B5EF4-FFF2-40B4-BE49-F238E27FC236}">
                    <a16:creationId xmlns:a16="http://schemas.microsoft.com/office/drawing/2014/main" id="{32D144DC-08C4-4D36-9F09-30318CB0C727}"/>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9" name="Freeform 114">
                <a:extLst>
                  <a:ext uri="{FF2B5EF4-FFF2-40B4-BE49-F238E27FC236}">
                    <a16:creationId xmlns:a16="http://schemas.microsoft.com/office/drawing/2014/main" id="{FA1527B0-419A-4EDE-90DE-3DB5EA195A0D}"/>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0" name="Freeform 115">
                <a:extLst>
                  <a:ext uri="{FF2B5EF4-FFF2-40B4-BE49-F238E27FC236}">
                    <a16:creationId xmlns:a16="http://schemas.microsoft.com/office/drawing/2014/main" id="{E160C73E-6C60-4B73-B515-7E4F6BA2E343}"/>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1" name="Freeform 116">
                <a:extLst>
                  <a:ext uri="{FF2B5EF4-FFF2-40B4-BE49-F238E27FC236}">
                    <a16:creationId xmlns:a16="http://schemas.microsoft.com/office/drawing/2014/main" id="{A2A72D1B-DCF0-48EE-9878-F2B782CC82D6}"/>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2" name="Freeform 117">
                <a:extLst>
                  <a:ext uri="{FF2B5EF4-FFF2-40B4-BE49-F238E27FC236}">
                    <a16:creationId xmlns:a16="http://schemas.microsoft.com/office/drawing/2014/main" id="{0FC7E7C9-E634-427E-9E58-B9C430BBEF0F}"/>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3" name="Freeform 118">
                <a:extLst>
                  <a:ext uri="{FF2B5EF4-FFF2-40B4-BE49-F238E27FC236}">
                    <a16:creationId xmlns:a16="http://schemas.microsoft.com/office/drawing/2014/main" id="{E6D10DBA-3876-48D7-9601-6583978F05B5}"/>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4" name="Freeform 119">
                <a:extLst>
                  <a:ext uri="{FF2B5EF4-FFF2-40B4-BE49-F238E27FC236}">
                    <a16:creationId xmlns:a16="http://schemas.microsoft.com/office/drawing/2014/main" id="{223290B5-A74A-46C5-88F1-980FA81DC737}"/>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5" name="Freeform 120">
                <a:extLst>
                  <a:ext uri="{FF2B5EF4-FFF2-40B4-BE49-F238E27FC236}">
                    <a16:creationId xmlns:a16="http://schemas.microsoft.com/office/drawing/2014/main" id="{C0B629AE-44FB-4B7E-9242-726B09C3EA1A}"/>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6" name="Freeform 121">
                <a:extLst>
                  <a:ext uri="{FF2B5EF4-FFF2-40B4-BE49-F238E27FC236}">
                    <a16:creationId xmlns:a16="http://schemas.microsoft.com/office/drawing/2014/main" id="{E7B5A626-9DB1-4C57-9694-B16E694E01BE}"/>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7" name="Freeform 122">
                <a:extLst>
                  <a:ext uri="{FF2B5EF4-FFF2-40B4-BE49-F238E27FC236}">
                    <a16:creationId xmlns:a16="http://schemas.microsoft.com/office/drawing/2014/main" id="{F263ACAE-6424-44F4-8469-025661D4830A}"/>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8" name="Freeform 123">
                <a:extLst>
                  <a:ext uri="{FF2B5EF4-FFF2-40B4-BE49-F238E27FC236}">
                    <a16:creationId xmlns:a16="http://schemas.microsoft.com/office/drawing/2014/main" id="{004F788D-5BD1-4CC0-A248-1F5FB64040BC}"/>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99" name="Freeform 124">
                <a:extLst>
                  <a:ext uri="{FF2B5EF4-FFF2-40B4-BE49-F238E27FC236}">
                    <a16:creationId xmlns:a16="http://schemas.microsoft.com/office/drawing/2014/main" id="{345DB0C7-3792-447E-88EF-C02FD39F0E87}"/>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00" name="Freeform 125">
                <a:extLst>
                  <a:ext uri="{FF2B5EF4-FFF2-40B4-BE49-F238E27FC236}">
                    <a16:creationId xmlns:a16="http://schemas.microsoft.com/office/drawing/2014/main" id="{47231F00-A661-44B2-AB6B-48B47B564DA9}"/>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01" name="Freeform 126">
                <a:extLst>
                  <a:ext uri="{FF2B5EF4-FFF2-40B4-BE49-F238E27FC236}">
                    <a16:creationId xmlns:a16="http://schemas.microsoft.com/office/drawing/2014/main" id="{17D94E06-E3C2-4394-A870-6ABF58C7E176}"/>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02" name="Freeform 127">
                <a:extLst>
                  <a:ext uri="{FF2B5EF4-FFF2-40B4-BE49-F238E27FC236}">
                    <a16:creationId xmlns:a16="http://schemas.microsoft.com/office/drawing/2014/main" id="{95FF73C3-9273-4025-8043-B93FDB908DF2}"/>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76" name="Freeform 128">
              <a:extLst>
                <a:ext uri="{FF2B5EF4-FFF2-40B4-BE49-F238E27FC236}">
                  <a16:creationId xmlns:a16="http://schemas.microsoft.com/office/drawing/2014/main" id="{02564356-1093-43A9-85A9-A61F0CB1197D}"/>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77" name="Freeform 129">
              <a:extLst>
                <a:ext uri="{FF2B5EF4-FFF2-40B4-BE49-F238E27FC236}">
                  <a16:creationId xmlns:a16="http://schemas.microsoft.com/office/drawing/2014/main" id="{7EE7B7E7-D770-4BE6-A229-C7F8E56EF0A0}"/>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78" name="Freeform 130">
              <a:extLst>
                <a:ext uri="{FF2B5EF4-FFF2-40B4-BE49-F238E27FC236}">
                  <a16:creationId xmlns:a16="http://schemas.microsoft.com/office/drawing/2014/main" id="{81BB9DD0-461A-464C-BAD1-1B749AF42F76}"/>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79" name="Freeform 131">
              <a:extLst>
                <a:ext uri="{FF2B5EF4-FFF2-40B4-BE49-F238E27FC236}">
                  <a16:creationId xmlns:a16="http://schemas.microsoft.com/office/drawing/2014/main" id="{BA540343-1981-4C56-93A1-76806F9915D2}"/>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0" name="Freeform 132">
              <a:extLst>
                <a:ext uri="{FF2B5EF4-FFF2-40B4-BE49-F238E27FC236}">
                  <a16:creationId xmlns:a16="http://schemas.microsoft.com/office/drawing/2014/main" id="{9323C4A7-BC9A-4F71-8065-157BEB3ED4A6}"/>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1" name="Freeform 133">
              <a:extLst>
                <a:ext uri="{FF2B5EF4-FFF2-40B4-BE49-F238E27FC236}">
                  <a16:creationId xmlns:a16="http://schemas.microsoft.com/office/drawing/2014/main" id="{3840820B-B609-4264-80E3-C63ABAEF443B}"/>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2" name="Freeform 134">
              <a:extLst>
                <a:ext uri="{FF2B5EF4-FFF2-40B4-BE49-F238E27FC236}">
                  <a16:creationId xmlns:a16="http://schemas.microsoft.com/office/drawing/2014/main" id="{90734FCE-4632-4FF5-94EC-7A53F6744BFC}"/>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3" name="Freeform 135">
              <a:extLst>
                <a:ext uri="{FF2B5EF4-FFF2-40B4-BE49-F238E27FC236}">
                  <a16:creationId xmlns:a16="http://schemas.microsoft.com/office/drawing/2014/main" id="{07EDB1F7-C7B6-480C-A0F2-8E205E41A862}"/>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4" name="Freeform 136">
              <a:extLst>
                <a:ext uri="{FF2B5EF4-FFF2-40B4-BE49-F238E27FC236}">
                  <a16:creationId xmlns:a16="http://schemas.microsoft.com/office/drawing/2014/main" id="{9749C220-7280-435F-9427-913718A34983}"/>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85" name="Freeform 137">
              <a:extLst>
                <a:ext uri="{FF2B5EF4-FFF2-40B4-BE49-F238E27FC236}">
                  <a16:creationId xmlns:a16="http://schemas.microsoft.com/office/drawing/2014/main" id="{80B56448-91AA-43A2-96EB-6B2C6DD0F229}"/>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grpSp>
        <p:nvGrpSpPr>
          <p:cNvPr id="105" name="Grupo 104">
            <a:extLst>
              <a:ext uri="{FF2B5EF4-FFF2-40B4-BE49-F238E27FC236}">
                <a16:creationId xmlns:a16="http://schemas.microsoft.com/office/drawing/2014/main" id="{DF4E9642-1CEE-4C36-84A5-E7707F351C20}"/>
              </a:ext>
            </a:extLst>
          </p:cNvPr>
          <p:cNvGrpSpPr/>
          <p:nvPr userDrawn="1"/>
        </p:nvGrpSpPr>
        <p:grpSpPr>
          <a:xfrm>
            <a:off x="10580559" y="518761"/>
            <a:ext cx="1147824" cy="235942"/>
            <a:chOff x="6094413" y="2516188"/>
            <a:chExt cx="2000250" cy="411162"/>
          </a:xfrm>
          <a:solidFill>
            <a:schemeClr val="bg2"/>
          </a:solidFill>
        </p:grpSpPr>
        <p:sp>
          <p:nvSpPr>
            <p:cNvPr id="106" name="Freeform 7">
              <a:extLst>
                <a:ext uri="{FF2B5EF4-FFF2-40B4-BE49-F238E27FC236}">
                  <a16:creationId xmlns:a16="http://schemas.microsoft.com/office/drawing/2014/main" id="{D5CAF925-F4D9-4B08-8765-47D2A3FAF972}"/>
                </a:ext>
              </a:extLst>
            </p:cNvPr>
            <p:cNvSpPr>
              <a:spLocks noEditPoints="1"/>
            </p:cNvSpPr>
            <p:nvPr/>
          </p:nvSpPr>
          <p:spPr bwMode="auto">
            <a:xfrm>
              <a:off x="6494463" y="2516188"/>
              <a:ext cx="1600200" cy="265113"/>
            </a:xfrm>
            <a:custGeom>
              <a:avLst/>
              <a:gdLst>
                <a:gd name="T0" fmla="*/ 644 w 1008"/>
                <a:gd name="T1" fmla="*/ 90 h 167"/>
                <a:gd name="T2" fmla="*/ 644 w 1008"/>
                <a:gd name="T3" fmla="*/ 39 h 167"/>
                <a:gd name="T4" fmla="*/ 363 w 1008"/>
                <a:gd name="T5" fmla="*/ 39 h 167"/>
                <a:gd name="T6" fmla="*/ 363 w 1008"/>
                <a:gd name="T7" fmla="*/ 90 h 167"/>
                <a:gd name="T8" fmla="*/ 644 w 1008"/>
                <a:gd name="T9" fmla="*/ 90 h 167"/>
                <a:gd name="T10" fmla="*/ 40 w 1008"/>
                <a:gd name="T11" fmla="*/ 0 h 167"/>
                <a:gd name="T12" fmla="*/ 40 w 1008"/>
                <a:gd name="T13" fmla="*/ 128 h 167"/>
                <a:gd name="T14" fmla="*/ 323 w 1008"/>
                <a:gd name="T15" fmla="*/ 128 h 167"/>
                <a:gd name="T16" fmla="*/ 323 w 1008"/>
                <a:gd name="T17" fmla="*/ 0 h 167"/>
                <a:gd name="T18" fmla="*/ 685 w 1008"/>
                <a:gd name="T19" fmla="*/ 0 h 167"/>
                <a:gd name="T20" fmla="*/ 685 w 1008"/>
                <a:gd name="T21" fmla="*/ 129 h 167"/>
                <a:gd name="T22" fmla="*/ 967 w 1008"/>
                <a:gd name="T23" fmla="*/ 129 h 167"/>
                <a:gd name="T24" fmla="*/ 967 w 1008"/>
                <a:gd name="T25" fmla="*/ 58 h 167"/>
                <a:gd name="T26" fmla="*/ 1008 w 1008"/>
                <a:gd name="T27" fmla="*/ 58 h 167"/>
                <a:gd name="T28" fmla="*/ 1008 w 1008"/>
                <a:gd name="T29" fmla="*/ 167 h 167"/>
                <a:gd name="T30" fmla="*/ 644 w 1008"/>
                <a:gd name="T31" fmla="*/ 167 h 167"/>
                <a:gd name="T32" fmla="*/ 644 w 1008"/>
                <a:gd name="T33" fmla="*/ 130 h 167"/>
                <a:gd name="T34" fmla="*/ 363 w 1008"/>
                <a:gd name="T35" fmla="*/ 130 h 167"/>
                <a:gd name="T36" fmla="*/ 363 w 1008"/>
                <a:gd name="T37" fmla="*/ 167 h 167"/>
                <a:gd name="T38" fmla="*/ 0 w 1008"/>
                <a:gd name="T39" fmla="*/ 167 h 167"/>
                <a:gd name="T40" fmla="*/ 0 w 1008"/>
                <a:gd name="T41" fmla="*/ 0 h 167"/>
                <a:gd name="T42" fmla="*/ 40 w 1008"/>
                <a:gd name="T43" fmla="*/ 0 h 167"/>
                <a:gd name="T44" fmla="*/ 967 w 1008"/>
                <a:gd name="T45" fmla="*/ 0 h 167"/>
                <a:gd name="T46" fmla="*/ 1007 w 1008"/>
                <a:gd name="T47" fmla="*/ 0 h 167"/>
                <a:gd name="T48" fmla="*/ 1007 w 1008"/>
                <a:gd name="T49" fmla="*/ 38 h 167"/>
                <a:gd name="T50" fmla="*/ 967 w 1008"/>
                <a:gd name="T51" fmla="*/ 38 h 167"/>
                <a:gd name="T52" fmla="*/ 967 w 1008"/>
                <a:gd name="T5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08" h="167">
                  <a:moveTo>
                    <a:pt x="644" y="90"/>
                  </a:moveTo>
                  <a:lnTo>
                    <a:pt x="644" y="39"/>
                  </a:lnTo>
                  <a:lnTo>
                    <a:pt x="363" y="39"/>
                  </a:lnTo>
                  <a:lnTo>
                    <a:pt x="363" y="90"/>
                  </a:lnTo>
                  <a:lnTo>
                    <a:pt x="644" y="90"/>
                  </a:lnTo>
                  <a:close/>
                  <a:moveTo>
                    <a:pt x="40" y="0"/>
                  </a:moveTo>
                  <a:lnTo>
                    <a:pt x="40" y="128"/>
                  </a:lnTo>
                  <a:lnTo>
                    <a:pt x="323" y="128"/>
                  </a:lnTo>
                  <a:lnTo>
                    <a:pt x="323" y="0"/>
                  </a:lnTo>
                  <a:lnTo>
                    <a:pt x="685" y="0"/>
                  </a:lnTo>
                  <a:lnTo>
                    <a:pt x="685" y="129"/>
                  </a:lnTo>
                  <a:lnTo>
                    <a:pt x="967" y="129"/>
                  </a:lnTo>
                  <a:lnTo>
                    <a:pt x="967" y="58"/>
                  </a:lnTo>
                  <a:lnTo>
                    <a:pt x="1008" y="58"/>
                  </a:lnTo>
                  <a:lnTo>
                    <a:pt x="1008" y="167"/>
                  </a:lnTo>
                  <a:lnTo>
                    <a:pt x="644" y="167"/>
                  </a:lnTo>
                  <a:lnTo>
                    <a:pt x="644" y="130"/>
                  </a:lnTo>
                  <a:lnTo>
                    <a:pt x="363" y="130"/>
                  </a:lnTo>
                  <a:lnTo>
                    <a:pt x="363" y="167"/>
                  </a:lnTo>
                  <a:lnTo>
                    <a:pt x="0" y="167"/>
                  </a:lnTo>
                  <a:lnTo>
                    <a:pt x="0" y="0"/>
                  </a:lnTo>
                  <a:lnTo>
                    <a:pt x="40" y="0"/>
                  </a:lnTo>
                  <a:close/>
                  <a:moveTo>
                    <a:pt x="967" y="0"/>
                  </a:moveTo>
                  <a:lnTo>
                    <a:pt x="1007" y="0"/>
                  </a:lnTo>
                  <a:lnTo>
                    <a:pt x="1007" y="38"/>
                  </a:lnTo>
                  <a:lnTo>
                    <a:pt x="967" y="38"/>
                  </a:lnTo>
                  <a:lnTo>
                    <a:pt x="96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7" name="Freeform 8">
              <a:extLst>
                <a:ext uri="{FF2B5EF4-FFF2-40B4-BE49-F238E27FC236}">
                  <a16:creationId xmlns:a16="http://schemas.microsoft.com/office/drawing/2014/main" id="{41C85E79-FC7E-456C-B7BA-6CFB5906B779}"/>
                </a:ext>
              </a:extLst>
            </p:cNvPr>
            <p:cNvSpPr>
              <a:spLocks/>
            </p:cNvSpPr>
            <p:nvPr/>
          </p:nvSpPr>
          <p:spPr bwMode="auto">
            <a:xfrm>
              <a:off x="6494463" y="2840038"/>
              <a:ext cx="63500" cy="80963"/>
            </a:xfrm>
            <a:custGeom>
              <a:avLst/>
              <a:gdLst>
                <a:gd name="T0" fmla="*/ 29 w 29"/>
                <a:gd name="T1" fmla="*/ 0 h 37"/>
                <a:gd name="T2" fmla="*/ 22 w 29"/>
                <a:gd name="T3" fmla="*/ 0 h 37"/>
                <a:gd name="T4" fmla="*/ 22 w 29"/>
                <a:gd name="T5" fmla="*/ 23 h 37"/>
                <a:gd name="T6" fmla="*/ 21 w 29"/>
                <a:gd name="T7" fmla="*/ 28 h 37"/>
                <a:gd name="T8" fmla="*/ 16 w 29"/>
                <a:gd name="T9" fmla="*/ 30 h 37"/>
                <a:gd name="T10" fmla="*/ 10 w 29"/>
                <a:gd name="T11" fmla="*/ 28 h 37"/>
                <a:gd name="T12" fmla="*/ 9 w 29"/>
                <a:gd name="T13" fmla="*/ 23 h 37"/>
                <a:gd name="T14" fmla="*/ 9 w 29"/>
                <a:gd name="T15" fmla="*/ 0 h 37"/>
                <a:gd name="T16" fmla="*/ 0 w 29"/>
                <a:gd name="T17" fmla="*/ 0 h 37"/>
                <a:gd name="T18" fmla="*/ 0 w 29"/>
                <a:gd name="T19" fmla="*/ 23 h 37"/>
                <a:gd name="T20" fmla="*/ 3 w 29"/>
                <a:gd name="T21" fmla="*/ 33 h 37"/>
                <a:gd name="T22" fmla="*/ 15 w 29"/>
                <a:gd name="T23" fmla="*/ 37 h 37"/>
                <a:gd name="T24" fmla="*/ 26 w 29"/>
                <a:gd name="T25" fmla="*/ 34 h 37"/>
                <a:gd name="T26" fmla="*/ 29 w 29"/>
                <a:gd name="T27" fmla="*/ 23 h 37"/>
                <a:gd name="T28" fmla="*/ 29 w 29"/>
                <a:gd name="T2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37">
                  <a:moveTo>
                    <a:pt x="29" y="0"/>
                  </a:moveTo>
                  <a:cubicBezTo>
                    <a:pt x="22" y="0"/>
                    <a:pt x="22" y="0"/>
                    <a:pt x="22" y="0"/>
                  </a:cubicBezTo>
                  <a:cubicBezTo>
                    <a:pt x="22" y="23"/>
                    <a:pt x="22" y="23"/>
                    <a:pt x="22" y="23"/>
                  </a:cubicBezTo>
                  <a:cubicBezTo>
                    <a:pt x="22" y="26"/>
                    <a:pt x="22" y="27"/>
                    <a:pt x="21" y="28"/>
                  </a:cubicBezTo>
                  <a:cubicBezTo>
                    <a:pt x="20" y="29"/>
                    <a:pt x="18" y="30"/>
                    <a:pt x="16" y="30"/>
                  </a:cubicBezTo>
                  <a:cubicBezTo>
                    <a:pt x="13" y="30"/>
                    <a:pt x="11" y="29"/>
                    <a:pt x="10" y="28"/>
                  </a:cubicBezTo>
                  <a:cubicBezTo>
                    <a:pt x="10" y="27"/>
                    <a:pt x="9" y="26"/>
                    <a:pt x="9" y="23"/>
                  </a:cubicBezTo>
                  <a:cubicBezTo>
                    <a:pt x="9" y="0"/>
                    <a:pt x="9" y="0"/>
                    <a:pt x="9" y="0"/>
                  </a:cubicBezTo>
                  <a:cubicBezTo>
                    <a:pt x="0" y="0"/>
                    <a:pt x="0" y="0"/>
                    <a:pt x="0" y="0"/>
                  </a:cubicBezTo>
                  <a:cubicBezTo>
                    <a:pt x="0" y="23"/>
                    <a:pt x="0" y="23"/>
                    <a:pt x="0" y="23"/>
                  </a:cubicBezTo>
                  <a:cubicBezTo>
                    <a:pt x="0" y="28"/>
                    <a:pt x="1" y="31"/>
                    <a:pt x="3" y="33"/>
                  </a:cubicBezTo>
                  <a:cubicBezTo>
                    <a:pt x="6" y="36"/>
                    <a:pt x="10" y="37"/>
                    <a:pt x="15" y="37"/>
                  </a:cubicBezTo>
                  <a:cubicBezTo>
                    <a:pt x="20" y="37"/>
                    <a:pt x="23" y="36"/>
                    <a:pt x="26" y="34"/>
                  </a:cubicBezTo>
                  <a:cubicBezTo>
                    <a:pt x="28" y="31"/>
                    <a:pt x="29" y="29"/>
                    <a:pt x="29" y="23"/>
                  </a:cubicBezTo>
                  <a:lnTo>
                    <a:pt x="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8" name="Freeform 9">
              <a:extLst>
                <a:ext uri="{FF2B5EF4-FFF2-40B4-BE49-F238E27FC236}">
                  <a16:creationId xmlns:a16="http://schemas.microsoft.com/office/drawing/2014/main" id="{1B7CB862-FD9B-489B-88C2-457D3EBAA785}"/>
                </a:ext>
              </a:extLst>
            </p:cNvPr>
            <p:cNvSpPr>
              <a:spLocks/>
            </p:cNvSpPr>
            <p:nvPr/>
          </p:nvSpPr>
          <p:spPr bwMode="auto">
            <a:xfrm>
              <a:off x="6572250" y="2840038"/>
              <a:ext cx="60325" cy="77788"/>
            </a:xfrm>
            <a:custGeom>
              <a:avLst/>
              <a:gdLst>
                <a:gd name="T0" fmla="*/ 28 w 28"/>
                <a:gd name="T1" fmla="*/ 0 h 36"/>
                <a:gd name="T2" fmla="*/ 22 w 28"/>
                <a:gd name="T3" fmla="*/ 0 h 36"/>
                <a:gd name="T4" fmla="*/ 22 w 28"/>
                <a:gd name="T5" fmla="*/ 19 h 36"/>
                <a:gd name="T6" fmla="*/ 22 w 28"/>
                <a:gd name="T7" fmla="*/ 21 h 36"/>
                <a:gd name="T8" fmla="*/ 9 w 28"/>
                <a:gd name="T9" fmla="*/ 0 h 36"/>
                <a:gd name="T10" fmla="*/ 0 w 28"/>
                <a:gd name="T11" fmla="*/ 0 h 36"/>
                <a:gd name="T12" fmla="*/ 0 w 28"/>
                <a:gd name="T13" fmla="*/ 36 h 36"/>
                <a:gd name="T14" fmla="*/ 7 w 28"/>
                <a:gd name="T15" fmla="*/ 36 h 36"/>
                <a:gd name="T16" fmla="*/ 7 w 28"/>
                <a:gd name="T17" fmla="*/ 15 h 36"/>
                <a:gd name="T18" fmla="*/ 7 w 28"/>
                <a:gd name="T19" fmla="*/ 13 h 36"/>
                <a:gd name="T20" fmla="*/ 6 w 28"/>
                <a:gd name="T21" fmla="*/ 12 h 36"/>
                <a:gd name="T22" fmla="*/ 21 w 28"/>
                <a:gd name="T23" fmla="*/ 36 h 36"/>
                <a:gd name="T24" fmla="*/ 28 w 28"/>
                <a:gd name="T25" fmla="*/ 36 h 36"/>
                <a:gd name="T26" fmla="*/ 28 w 28"/>
                <a:gd name="T2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6">
                  <a:moveTo>
                    <a:pt x="28" y="0"/>
                  </a:moveTo>
                  <a:cubicBezTo>
                    <a:pt x="22" y="0"/>
                    <a:pt x="22" y="0"/>
                    <a:pt x="22" y="0"/>
                  </a:cubicBezTo>
                  <a:cubicBezTo>
                    <a:pt x="22" y="19"/>
                    <a:pt x="22" y="19"/>
                    <a:pt x="22" y="19"/>
                  </a:cubicBezTo>
                  <a:cubicBezTo>
                    <a:pt x="22" y="20"/>
                    <a:pt x="22" y="20"/>
                    <a:pt x="22" y="21"/>
                  </a:cubicBezTo>
                  <a:cubicBezTo>
                    <a:pt x="9" y="0"/>
                    <a:pt x="9" y="0"/>
                    <a:pt x="9" y="0"/>
                  </a:cubicBezTo>
                  <a:cubicBezTo>
                    <a:pt x="0" y="0"/>
                    <a:pt x="0" y="0"/>
                    <a:pt x="0" y="0"/>
                  </a:cubicBezTo>
                  <a:cubicBezTo>
                    <a:pt x="0" y="36"/>
                    <a:pt x="0" y="36"/>
                    <a:pt x="0" y="36"/>
                  </a:cubicBezTo>
                  <a:cubicBezTo>
                    <a:pt x="7" y="36"/>
                    <a:pt x="7" y="36"/>
                    <a:pt x="7" y="36"/>
                  </a:cubicBezTo>
                  <a:cubicBezTo>
                    <a:pt x="7" y="15"/>
                    <a:pt x="7" y="15"/>
                    <a:pt x="7" y="15"/>
                  </a:cubicBezTo>
                  <a:cubicBezTo>
                    <a:pt x="7" y="13"/>
                    <a:pt x="7" y="13"/>
                    <a:pt x="7" y="13"/>
                  </a:cubicBezTo>
                  <a:cubicBezTo>
                    <a:pt x="6" y="12"/>
                    <a:pt x="6" y="12"/>
                    <a:pt x="6" y="12"/>
                  </a:cubicBezTo>
                  <a:cubicBezTo>
                    <a:pt x="21" y="36"/>
                    <a:pt x="21" y="36"/>
                    <a:pt x="21" y="36"/>
                  </a:cubicBezTo>
                  <a:cubicBezTo>
                    <a:pt x="28" y="36"/>
                    <a:pt x="28" y="36"/>
                    <a:pt x="28" y="36"/>
                  </a:cubicBezTo>
                  <a:lnTo>
                    <a:pt x="2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9" name="Rectangle 10">
              <a:extLst>
                <a:ext uri="{FF2B5EF4-FFF2-40B4-BE49-F238E27FC236}">
                  <a16:creationId xmlns:a16="http://schemas.microsoft.com/office/drawing/2014/main" id="{66DE9029-ECBD-4D59-B3EB-039F06433983}"/>
                </a:ext>
              </a:extLst>
            </p:cNvPr>
            <p:cNvSpPr>
              <a:spLocks noChangeArrowheads="1"/>
            </p:cNvSpPr>
            <p:nvPr/>
          </p:nvSpPr>
          <p:spPr bwMode="auto">
            <a:xfrm>
              <a:off x="6648450"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0" name="Freeform 11">
              <a:extLst>
                <a:ext uri="{FF2B5EF4-FFF2-40B4-BE49-F238E27FC236}">
                  <a16:creationId xmlns:a16="http://schemas.microsoft.com/office/drawing/2014/main" id="{93A73A41-9855-449C-8CE6-8988E14DC578}"/>
                </a:ext>
              </a:extLst>
            </p:cNvPr>
            <p:cNvSpPr>
              <a:spLocks/>
            </p:cNvSpPr>
            <p:nvPr/>
          </p:nvSpPr>
          <p:spPr bwMode="auto">
            <a:xfrm>
              <a:off x="6673850" y="2840038"/>
              <a:ext cx="68263" cy="77788"/>
            </a:xfrm>
            <a:custGeom>
              <a:avLst/>
              <a:gdLst>
                <a:gd name="T0" fmla="*/ 43 w 43"/>
                <a:gd name="T1" fmla="*/ 0 h 49"/>
                <a:gd name="T2" fmla="*/ 33 w 43"/>
                <a:gd name="T3" fmla="*/ 0 h 49"/>
                <a:gd name="T4" fmla="*/ 24 w 43"/>
                <a:gd name="T5" fmla="*/ 36 h 49"/>
                <a:gd name="T6" fmla="*/ 13 w 43"/>
                <a:gd name="T7" fmla="*/ 0 h 49"/>
                <a:gd name="T8" fmla="*/ 0 w 43"/>
                <a:gd name="T9" fmla="*/ 0 h 49"/>
                <a:gd name="T10" fmla="*/ 15 w 43"/>
                <a:gd name="T11" fmla="*/ 49 h 49"/>
                <a:gd name="T12" fmla="*/ 28 w 43"/>
                <a:gd name="T13" fmla="*/ 49 h 49"/>
                <a:gd name="T14" fmla="*/ 43 w 43"/>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9">
                  <a:moveTo>
                    <a:pt x="43" y="0"/>
                  </a:moveTo>
                  <a:lnTo>
                    <a:pt x="33" y="0"/>
                  </a:lnTo>
                  <a:lnTo>
                    <a:pt x="24" y="36"/>
                  </a:lnTo>
                  <a:lnTo>
                    <a:pt x="13" y="0"/>
                  </a:lnTo>
                  <a:lnTo>
                    <a:pt x="0" y="0"/>
                  </a:lnTo>
                  <a:lnTo>
                    <a:pt x="15" y="49"/>
                  </a:lnTo>
                  <a:lnTo>
                    <a:pt x="28" y="49"/>
                  </a:lnTo>
                  <a:lnTo>
                    <a:pt x="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1" name="Freeform 12">
              <a:extLst>
                <a:ext uri="{FF2B5EF4-FFF2-40B4-BE49-F238E27FC236}">
                  <a16:creationId xmlns:a16="http://schemas.microsoft.com/office/drawing/2014/main" id="{27FE99BC-A8B1-4FD8-866A-DD0FCA6E6567}"/>
                </a:ext>
              </a:extLst>
            </p:cNvPr>
            <p:cNvSpPr>
              <a:spLocks/>
            </p:cNvSpPr>
            <p:nvPr/>
          </p:nvSpPr>
          <p:spPr bwMode="auto">
            <a:xfrm>
              <a:off x="6750050" y="2840038"/>
              <a:ext cx="57150" cy="77788"/>
            </a:xfrm>
            <a:custGeom>
              <a:avLst/>
              <a:gdLst>
                <a:gd name="T0" fmla="*/ 36 w 36"/>
                <a:gd name="T1" fmla="*/ 10 h 49"/>
                <a:gd name="T2" fmla="*/ 36 w 36"/>
                <a:gd name="T3" fmla="*/ 0 h 49"/>
                <a:gd name="T4" fmla="*/ 0 w 36"/>
                <a:gd name="T5" fmla="*/ 0 h 49"/>
                <a:gd name="T6" fmla="*/ 0 w 36"/>
                <a:gd name="T7" fmla="*/ 49 h 49"/>
                <a:gd name="T8" fmla="*/ 36 w 36"/>
                <a:gd name="T9" fmla="*/ 49 h 49"/>
                <a:gd name="T10" fmla="*/ 36 w 36"/>
                <a:gd name="T11" fmla="*/ 40 h 49"/>
                <a:gd name="T12" fmla="*/ 11 w 36"/>
                <a:gd name="T13" fmla="*/ 40 h 49"/>
                <a:gd name="T14" fmla="*/ 11 w 36"/>
                <a:gd name="T15" fmla="*/ 29 h 49"/>
                <a:gd name="T16" fmla="*/ 30 w 36"/>
                <a:gd name="T17" fmla="*/ 29 h 49"/>
                <a:gd name="T18" fmla="*/ 30 w 36"/>
                <a:gd name="T19" fmla="*/ 19 h 49"/>
                <a:gd name="T20" fmla="*/ 11 w 36"/>
                <a:gd name="T21" fmla="*/ 19 h 49"/>
                <a:gd name="T22" fmla="*/ 11 w 36"/>
                <a:gd name="T23" fmla="*/ 10 h 49"/>
                <a:gd name="T24" fmla="*/ 36 w 36"/>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49">
                  <a:moveTo>
                    <a:pt x="36" y="10"/>
                  </a:moveTo>
                  <a:lnTo>
                    <a:pt x="36" y="0"/>
                  </a:lnTo>
                  <a:lnTo>
                    <a:pt x="0" y="0"/>
                  </a:lnTo>
                  <a:lnTo>
                    <a:pt x="0" y="49"/>
                  </a:lnTo>
                  <a:lnTo>
                    <a:pt x="36" y="49"/>
                  </a:lnTo>
                  <a:lnTo>
                    <a:pt x="36" y="40"/>
                  </a:lnTo>
                  <a:lnTo>
                    <a:pt x="11" y="40"/>
                  </a:lnTo>
                  <a:lnTo>
                    <a:pt x="11" y="29"/>
                  </a:lnTo>
                  <a:lnTo>
                    <a:pt x="30" y="29"/>
                  </a:lnTo>
                  <a:lnTo>
                    <a:pt x="30" y="19"/>
                  </a:lnTo>
                  <a:lnTo>
                    <a:pt x="11" y="19"/>
                  </a:lnTo>
                  <a:lnTo>
                    <a:pt x="11"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2" name="Freeform 13">
              <a:extLst>
                <a:ext uri="{FF2B5EF4-FFF2-40B4-BE49-F238E27FC236}">
                  <a16:creationId xmlns:a16="http://schemas.microsoft.com/office/drawing/2014/main" id="{5483F718-1B44-47B2-B16F-08A84E25088C}"/>
                </a:ext>
              </a:extLst>
            </p:cNvPr>
            <p:cNvSpPr>
              <a:spLocks noEditPoints="1"/>
            </p:cNvSpPr>
            <p:nvPr/>
          </p:nvSpPr>
          <p:spPr bwMode="auto">
            <a:xfrm>
              <a:off x="6816725" y="2840038"/>
              <a:ext cx="65088" cy="77788"/>
            </a:xfrm>
            <a:custGeom>
              <a:avLst/>
              <a:gdLst>
                <a:gd name="T0" fmla="*/ 8 w 30"/>
                <a:gd name="T1" fmla="*/ 22 h 36"/>
                <a:gd name="T2" fmla="*/ 15 w 30"/>
                <a:gd name="T3" fmla="*/ 22 h 36"/>
                <a:gd name="T4" fmla="*/ 20 w 30"/>
                <a:gd name="T5" fmla="*/ 36 h 36"/>
                <a:gd name="T6" fmla="*/ 30 w 30"/>
                <a:gd name="T7" fmla="*/ 36 h 36"/>
                <a:gd name="T8" fmla="*/ 23 w 30"/>
                <a:gd name="T9" fmla="*/ 20 h 36"/>
                <a:gd name="T10" fmla="*/ 26 w 30"/>
                <a:gd name="T11" fmla="*/ 18 h 36"/>
                <a:gd name="T12" fmla="*/ 29 w 30"/>
                <a:gd name="T13" fmla="*/ 11 h 36"/>
                <a:gd name="T14" fmla="*/ 25 w 30"/>
                <a:gd name="T15" fmla="*/ 2 h 36"/>
                <a:gd name="T16" fmla="*/ 16 w 30"/>
                <a:gd name="T17" fmla="*/ 0 h 36"/>
                <a:gd name="T18" fmla="*/ 0 w 30"/>
                <a:gd name="T19" fmla="*/ 0 h 36"/>
                <a:gd name="T20" fmla="*/ 0 w 30"/>
                <a:gd name="T21" fmla="*/ 36 h 36"/>
                <a:gd name="T22" fmla="*/ 8 w 30"/>
                <a:gd name="T23" fmla="*/ 36 h 36"/>
                <a:gd name="T24" fmla="*/ 8 w 30"/>
                <a:gd name="T25" fmla="*/ 22 h 36"/>
                <a:gd name="T26" fmla="*/ 8 w 30"/>
                <a:gd name="T27" fmla="*/ 6 h 36"/>
                <a:gd name="T28" fmla="*/ 13 w 30"/>
                <a:gd name="T29" fmla="*/ 6 h 36"/>
                <a:gd name="T30" fmla="*/ 19 w 30"/>
                <a:gd name="T31" fmla="*/ 7 h 36"/>
                <a:gd name="T32" fmla="*/ 20 w 30"/>
                <a:gd name="T33" fmla="*/ 11 h 36"/>
                <a:gd name="T34" fmla="*/ 18 w 30"/>
                <a:gd name="T35" fmla="*/ 15 h 36"/>
                <a:gd name="T36" fmla="*/ 14 w 30"/>
                <a:gd name="T37" fmla="*/ 16 h 36"/>
                <a:gd name="T38" fmla="*/ 8 w 30"/>
                <a:gd name="T39" fmla="*/ 16 h 36"/>
                <a:gd name="T40" fmla="*/ 8 w 30"/>
                <a:gd name="T41"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6">
                  <a:moveTo>
                    <a:pt x="8" y="22"/>
                  </a:moveTo>
                  <a:cubicBezTo>
                    <a:pt x="15" y="22"/>
                    <a:pt x="15" y="22"/>
                    <a:pt x="15" y="22"/>
                  </a:cubicBezTo>
                  <a:cubicBezTo>
                    <a:pt x="20" y="36"/>
                    <a:pt x="20" y="36"/>
                    <a:pt x="20" y="36"/>
                  </a:cubicBezTo>
                  <a:cubicBezTo>
                    <a:pt x="30" y="36"/>
                    <a:pt x="30" y="36"/>
                    <a:pt x="30" y="36"/>
                  </a:cubicBezTo>
                  <a:cubicBezTo>
                    <a:pt x="23" y="20"/>
                    <a:pt x="23" y="20"/>
                    <a:pt x="23" y="20"/>
                  </a:cubicBezTo>
                  <a:cubicBezTo>
                    <a:pt x="25" y="19"/>
                    <a:pt x="25" y="19"/>
                    <a:pt x="26" y="18"/>
                  </a:cubicBezTo>
                  <a:cubicBezTo>
                    <a:pt x="28" y="16"/>
                    <a:pt x="29" y="14"/>
                    <a:pt x="29" y="11"/>
                  </a:cubicBezTo>
                  <a:cubicBezTo>
                    <a:pt x="29" y="8"/>
                    <a:pt x="28" y="4"/>
                    <a:pt x="25" y="2"/>
                  </a:cubicBezTo>
                  <a:cubicBezTo>
                    <a:pt x="23" y="1"/>
                    <a:pt x="21" y="0"/>
                    <a:pt x="16" y="0"/>
                  </a:cubicBezTo>
                  <a:cubicBezTo>
                    <a:pt x="0" y="0"/>
                    <a:pt x="0" y="0"/>
                    <a:pt x="0" y="0"/>
                  </a:cubicBezTo>
                  <a:cubicBezTo>
                    <a:pt x="0" y="36"/>
                    <a:pt x="0" y="36"/>
                    <a:pt x="0" y="36"/>
                  </a:cubicBezTo>
                  <a:cubicBezTo>
                    <a:pt x="8" y="36"/>
                    <a:pt x="8" y="36"/>
                    <a:pt x="8" y="36"/>
                  </a:cubicBezTo>
                  <a:lnTo>
                    <a:pt x="8" y="22"/>
                  </a:lnTo>
                  <a:close/>
                  <a:moveTo>
                    <a:pt x="8" y="6"/>
                  </a:moveTo>
                  <a:cubicBezTo>
                    <a:pt x="13" y="6"/>
                    <a:pt x="13" y="6"/>
                    <a:pt x="13" y="6"/>
                  </a:cubicBezTo>
                  <a:cubicBezTo>
                    <a:pt x="17" y="6"/>
                    <a:pt x="18" y="6"/>
                    <a:pt x="19" y="7"/>
                  </a:cubicBezTo>
                  <a:cubicBezTo>
                    <a:pt x="20" y="8"/>
                    <a:pt x="20" y="10"/>
                    <a:pt x="20" y="11"/>
                  </a:cubicBezTo>
                  <a:cubicBezTo>
                    <a:pt x="20" y="12"/>
                    <a:pt x="19" y="14"/>
                    <a:pt x="18" y="15"/>
                  </a:cubicBezTo>
                  <a:cubicBezTo>
                    <a:pt x="17" y="16"/>
                    <a:pt x="17" y="16"/>
                    <a:pt x="14" y="16"/>
                  </a:cubicBezTo>
                  <a:cubicBezTo>
                    <a:pt x="8" y="16"/>
                    <a:pt x="8" y="16"/>
                    <a:pt x="8" y="16"/>
                  </a:cubicBezTo>
                  <a:lnTo>
                    <a:pt x="8"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3" name="Freeform 14">
              <a:extLst>
                <a:ext uri="{FF2B5EF4-FFF2-40B4-BE49-F238E27FC236}">
                  <a16:creationId xmlns:a16="http://schemas.microsoft.com/office/drawing/2014/main" id="{A1B4900B-01A3-42FF-A7D7-53EB75F2061A}"/>
                </a:ext>
              </a:extLst>
            </p:cNvPr>
            <p:cNvSpPr>
              <a:spLocks/>
            </p:cNvSpPr>
            <p:nvPr/>
          </p:nvSpPr>
          <p:spPr bwMode="auto">
            <a:xfrm>
              <a:off x="6886575" y="2838450"/>
              <a:ext cx="65088" cy="82550"/>
            </a:xfrm>
            <a:custGeom>
              <a:avLst/>
              <a:gdLst>
                <a:gd name="T0" fmla="*/ 29 w 30"/>
                <a:gd name="T1" fmla="*/ 9 h 38"/>
                <a:gd name="T2" fmla="*/ 25 w 30"/>
                <a:gd name="T3" fmla="*/ 3 h 38"/>
                <a:gd name="T4" fmla="*/ 15 w 30"/>
                <a:gd name="T5" fmla="*/ 0 h 38"/>
                <a:gd name="T6" fmla="*/ 6 w 30"/>
                <a:gd name="T7" fmla="*/ 3 h 38"/>
                <a:gd name="T8" fmla="*/ 2 w 30"/>
                <a:gd name="T9" fmla="*/ 12 h 38"/>
                <a:gd name="T10" fmla="*/ 6 w 30"/>
                <a:gd name="T11" fmla="*/ 20 h 38"/>
                <a:gd name="T12" fmla="*/ 15 w 30"/>
                <a:gd name="T13" fmla="*/ 23 h 38"/>
                <a:gd name="T14" fmla="*/ 21 w 30"/>
                <a:gd name="T15" fmla="*/ 27 h 38"/>
                <a:gd name="T16" fmla="*/ 15 w 30"/>
                <a:gd name="T17" fmla="*/ 31 h 38"/>
                <a:gd name="T18" fmla="*/ 8 w 30"/>
                <a:gd name="T19" fmla="*/ 26 h 38"/>
                <a:gd name="T20" fmla="*/ 0 w 30"/>
                <a:gd name="T21" fmla="*/ 28 h 38"/>
                <a:gd name="T22" fmla="*/ 4 w 30"/>
                <a:gd name="T23" fmla="*/ 35 h 38"/>
                <a:gd name="T24" fmla="*/ 15 w 30"/>
                <a:gd name="T25" fmla="*/ 38 h 38"/>
                <a:gd name="T26" fmla="*/ 25 w 30"/>
                <a:gd name="T27" fmla="*/ 36 h 38"/>
                <a:gd name="T28" fmla="*/ 30 w 30"/>
                <a:gd name="T29" fmla="*/ 26 h 38"/>
                <a:gd name="T30" fmla="*/ 25 w 30"/>
                <a:gd name="T31" fmla="*/ 17 h 38"/>
                <a:gd name="T32" fmla="*/ 16 w 30"/>
                <a:gd name="T33" fmla="*/ 14 h 38"/>
                <a:gd name="T34" fmla="*/ 10 w 30"/>
                <a:gd name="T35" fmla="*/ 10 h 38"/>
                <a:gd name="T36" fmla="*/ 15 w 30"/>
                <a:gd name="T37" fmla="*/ 7 h 38"/>
                <a:gd name="T38" fmla="*/ 22 w 30"/>
                <a:gd name="T39" fmla="*/ 11 h 38"/>
                <a:gd name="T40" fmla="*/ 29 w 30"/>
                <a:gd name="T41" fmla="*/ 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8">
                  <a:moveTo>
                    <a:pt x="29" y="9"/>
                  </a:moveTo>
                  <a:cubicBezTo>
                    <a:pt x="28" y="6"/>
                    <a:pt x="27" y="5"/>
                    <a:pt x="25" y="3"/>
                  </a:cubicBezTo>
                  <a:cubicBezTo>
                    <a:pt x="22" y="1"/>
                    <a:pt x="19" y="0"/>
                    <a:pt x="15" y="0"/>
                  </a:cubicBezTo>
                  <a:cubicBezTo>
                    <a:pt x="11" y="0"/>
                    <a:pt x="8" y="1"/>
                    <a:pt x="6" y="3"/>
                  </a:cubicBezTo>
                  <a:cubicBezTo>
                    <a:pt x="3" y="6"/>
                    <a:pt x="2" y="9"/>
                    <a:pt x="2" y="12"/>
                  </a:cubicBezTo>
                  <a:cubicBezTo>
                    <a:pt x="2" y="16"/>
                    <a:pt x="4" y="19"/>
                    <a:pt x="6" y="20"/>
                  </a:cubicBezTo>
                  <a:cubicBezTo>
                    <a:pt x="8" y="21"/>
                    <a:pt x="11" y="22"/>
                    <a:pt x="15" y="23"/>
                  </a:cubicBezTo>
                  <a:cubicBezTo>
                    <a:pt x="20" y="24"/>
                    <a:pt x="21" y="25"/>
                    <a:pt x="21" y="27"/>
                  </a:cubicBezTo>
                  <a:cubicBezTo>
                    <a:pt x="21" y="30"/>
                    <a:pt x="19" y="31"/>
                    <a:pt x="15" y="31"/>
                  </a:cubicBezTo>
                  <a:cubicBezTo>
                    <a:pt x="11" y="31"/>
                    <a:pt x="9" y="30"/>
                    <a:pt x="8" y="26"/>
                  </a:cubicBezTo>
                  <a:cubicBezTo>
                    <a:pt x="0" y="28"/>
                    <a:pt x="0" y="28"/>
                    <a:pt x="0" y="28"/>
                  </a:cubicBezTo>
                  <a:cubicBezTo>
                    <a:pt x="1" y="31"/>
                    <a:pt x="2" y="33"/>
                    <a:pt x="4" y="35"/>
                  </a:cubicBezTo>
                  <a:cubicBezTo>
                    <a:pt x="7" y="37"/>
                    <a:pt x="11" y="38"/>
                    <a:pt x="15" y="38"/>
                  </a:cubicBezTo>
                  <a:cubicBezTo>
                    <a:pt x="19" y="38"/>
                    <a:pt x="22" y="37"/>
                    <a:pt x="25" y="36"/>
                  </a:cubicBezTo>
                  <a:cubicBezTo>
                    <a:pt x="28" y="33"/>
                    <a:pt x="30" y="30"/>
                    <a:pt x="30" y="26"/>
                  </a:cubicBezTo>
                  <a:cubicBezTo>
                    <a:pt x="30" y="22"/>
                    <a:pt x="28" y="19"/>
                    <a:pt x="25" y="17"/>
                  </a:cubicBezTo>
                  <a:cubicBezTo>
                    <a:pt x="24" y="16"/>
                    <a:pt x="21" y="15"/>
                    <a:pt x="16" y="14"/>
                  </a:cubicBezTo>
                  <a:cubicBezTo>
                    <a:pt x="12" y="13"/>
                    <a:pt x="10" y="12"/>
                    <a:pt x="10" y="10"/>
                  </a:cubicBezTo>
                  <a:cubicBezTo>
                    <a:pt x="10" y="8"/>
                    <a:pt x="12" y="7"/>
                    <a:pt x="15" y="7"/>
                  </a:cubicBezTo>
                  <a:cubicBezTo>
                    <a:pt x="19" y="7"/>
                    <a:pt x="20" y="8"/>
                    <a:pt x="22" y="11"/>
                  </a:cubicBezTo>
                  <a:lnTo>
                    <a:pt x="29"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4" name="Rectangle 15">
              <a:extLst>
                <a:ext uri="{FF2B5EF4-FFF2-40B4-BE49-F238E27FC236}">
                  <a16:creationId xmlns:a16="http://schemas.microsoft.com/office/drawing/2014/main" id="{A94C6E5B-ED5B-43EE-BB82-D6A187D69B35}"/>
                </a:ext>
              </a:extLst>
            </p:cNvPr>
            <p:cNvSpPr>
              <a:spLocks noChangeArrowheads="1"/>
            </p:cNvSpPr>
            <p:nvPr/>
          </p:nvSpPr>
          <p:spPr bwMode="auto">
            <a:xfrm>
              <a:off x="6964363" y="2840038"/>
              <a:ext cx="17463"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5" name="Freeform 16">
              <a:extLst>
                <a:ext uri="{FF2B5EF4-FFF2-40B4-BE49-F238E27FC236}">
                  <a16:creationId xmlns:a16="http://schemas.microsoft.com/office/drawing/2014/main" id="{065BAD0E-64C8-472A-8CA0-75B3B3620BC8}"/>
                </a:ext>
              </a:extLst>
            </p:cNvPr>
            <p:cNvSpPr>
              <a:spLocks noEditPoints="1"/>
            </p:cNvSpPr>
            <p:nvPr/>
          </p:nvSpPr>
          <p:spPr bwMode="auto">
            <a:xfrm>
              <a:off x="6997700"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1 w 30"/>
                <a:gd name="T13" fmla="*/ 0 h 36"/>
                <a:gd name="T14" fmla="*/ 0 w 30"/>
                <a:gd name="T15" fmla="*/ 0 h 36"/>
                <a:gd name="T16" fmla="*/ 9 w 30"/>
                <a:gd name="T17" fmla="*/ 7 h 36"/>
                <a:gd name="T18" fmla="*/ 12 w 30"/>
                <a:gd name="T19" fmla="*/ 7 h 36"/>
                <a:gd name="T20" fmla="*/ 19 w 30"/>
                <a:gd name="T21" fmla="*/ 10 h 36"/>
                <a:gd name="T22" fmla="*/ 21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8" y="0"/>
                    <a:pt x="11" y="0"/>
                  </a:cubicBezTo>
                  <a:lnTo>
                    <a:pt x="0" y="0"/>
                  </a:lnTo>
                  <a:close/>
                  <a:moveTo>
                    <a:pt x="9" y="7"/>
                  </a:moveTo>
                  <a:cubicBezTo>
                    <a:pt x="12" y="7"/>
                    <a:pt x="12" y="7"/>
                    <a:pt x="12" y="7"/>
                  </a:cubicBezTo>
                  <a:cubicBezTo>
                    <a:pt x="15" y="7"/>
                    <a:pt x="17" y="7"/>
                    <a:pt x="19" y="10"/>
                  </a:cubicBezTo>
                  <a:cubicBezTo>
                    <a:pt x="20" y="12"/>
                    <a:pt x="21" y="15"/>
                    <a:pt x="21" y="18"/>
                  </a:cubicBezTo>
                  <a:cubicBezTo>
                    <a:pt x="21" y="21"/>
                    <a:pt x="20"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6" name="Freeform 17">
              <a:extLst>
                <a:ext uri="{FF2B5EF4-FFF2-40B4-BE49-F238E27FC236}">
                  <a16:creationId xmlns:a16="http://schemas.microsoft.com/office/drawing/2014/main" id="{644128E1-5AB5-4BAA-9E8B-525FB6035DBB}"/>
                </a:ext>
              </a:extLst>
            </p:cNvPr>
            <p:cNvSpPr>
              <a:spLocks noEditPoints="1"/>
            </p:cNvSpPr>
            <p:nvPr/>
          </p:nvSpPr>
          <p:spPr bwMode="auto">
            <a:xfrm>
              <a:off x="7065963" y="2840038"/>
              <a:ext cx="71438" cy="77788"/>
            </a:xfrm>
            <a:custGeom>
              <a:avLst/>
              <a:gdLst>
                <a:gd name="T0" fmla="*/ 30 w 45"/>
                <a:gd name="T1" fmla="*/ 0 h 49"/>
                <a:gd name="T2" fmla="*/ 17 w 45"/>
                <a:gd name="T3" fmla="*/ 0 h 49"/>
                <a:gd name="T4" fmla="*/ 0 w 45"/>
                <a:gd name="T5" fmla="*/ 49 h 49"/>
                <a:gd name="T6" fmla="*/ 11 w 45"/>
                <a:gd name="T7" fmla="*/ 49 h 49"/>
                <a:gd name="T8" fmla="*/ 14 w 45"/>
                <a:gd name="T9" fmla="*/ 40 h 49"/>
                <a:gd name="T10" fmla="*/ 30 w 45"/>
                <a:gd name="T11" fmla="*/ 40 h 49"/>
                <a:gd name="T12" fmla="*/ 33 w 45"/>
                <a:gd name="T13" fmla="*/ 49 h 49"/>
                <a:gd name="T14" fmla="*/ 45 w 45"/>
                <a:gd name="T15" fmla="*/ 49 h 49"/>
                <a:gd name="T16" fmla="*/ 30 w 45"/>
                <a:gd name="T17" fmla="*/ 0 h 49"/>
                <a:gd name="T18" fmla="*/ 17 w 45"/>
                <a:gd name="T19" fmla="*/ 30 h 49"/>
                <a:gd name="T20" fmla="*/ 22 w 45"/>
                <a:gd name="T21" fmla="*/ 12 h 49"/>
                <a:gd name="T22" fmla="*/ 28 w 45"/>
                <a:gd name="T23" fmla="*/ 30 h 49"/>
                <a:gd name="T24" fmla="*/ 17 w 45"/>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9">
                  <a:moveTo>
                    <a:pt x="30" y="0"/>
                  </a:moveTo>
                  <a:lnTo>
                    <a:pt x="17" y="0"/>
                  </a:lnTo>
                  <a:lnTo>
                    <a:pt x="0" y="49"/>
                  </a:lnTo>
                  <a:lnTo>
                    <a:pt x="11" y="49"/>
                  </a:lnTo>
                  <a:lnTo>
                    <a:pt x="14" y="40"/>
                  </a:lnTo>
                  <a:lnTo>
                    <a:pt x="30" y="40"/>
                  </a:lnTo>
                  <a:lnTo>
                    <a:pt x="33" y="49"/>
                  </a:lnTo>
                  <a:lnTo>
                    <a:pt x="45" y="49"/>
                  </a:lnTo>
                  <a:lnTo>
                    <a:pt x="30" y="0"/>
                  </a:lnTo>
                  <a:close/>
                  <a:moveTo>
                    <a:pt x="17" y="30"/>
                  </a:moveTo>
                  <a:lnTo>
                    <a:pt x="22" y="12"/>
                  </a:lnTo>
                  <a:lnTo>
                    <a:pt x="28" y="30"/>
                  </a:lnTo>
                  <a:lnTo>
                    <a:pt x="17"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7" name="Freeform 18">
              <a:extLst>
                <a:ext uri="{FF2B5EF4-FFF2-40B4-BE49-F238E27FC236}">
                  <a16:creationId xmlns:a16="http://schemas.microsoft.com/office/drawing/2014/main" id="{E1D815EA-8F6D-4949-A069-8AD272597881}"/>
                </a:ext>
              </a:extLst>
            </p:cNvPr>
            <p:cNvSpPr>
              <a:spLocks noEditPoints="1"/>
            </p:cNvSpPr>
            <p:nvPr/>
          </p:nvSpPr>
          <p:spPr bwMode="auto">
            <a:xfrm>
              <a:off x="7146925" y="2840038"/>
              <a:ext cx="65088" cy="77788"/>
            </a:xfrm>
            <a:custGeom>
              <a:avLst/>
              <a:gdLst>
                <a:gd name="T0" fmla="*/ 0 w 30"/>
                <a:gd name="T1" fmla="*/ 0 h 36"/>
                <a:gd name="T2" fmla="*/ 0 w 30"/>
                <a:gd name="T3" fmla="*/ 36 h 36"/>
                <a:gd name="T4" fmla="*/ 13 w 30"/>
                <a:gd name="T5" fmla="*/ 36 h 36"/>
                <a:gd name="T6" fmla="*/ 25 w 30"/>
                <a:gd name="T7" fmla="*/ 31 h 36"/>
                <a:gd name="T8" fmla="*/ 30 w 30"/>
                <a:gd name="T9" fmla="*/ 18 h 36"/>
                <a:gd name="T10" fmla="*/ 25 w 30"/>
                <a:gd name="T11" fmla="*/ 5 h 36"/>
                <a:gd name="T12" fmla="*/ 11 w 30"/>
                <a:gd name="T13" fmla="*/ 0 h 36"/>
                <a:gd name="T14" fmla="*/ 0 w 30"/>
                <a:gd name="T15" fmla="*/ 0 h 36"/>
                <a:gd name="T16" fmla="*/ 8 w 30"/>
                <a:gd name="T17" fmla="*/ 7 h 36"/>
                <a:gd name="T18" fmla="*/ 12 w 30"/>
                <a:gd name="T19" fmla="*/ 7 h 36"/>
                <a:gd name="T20" fmla="*/ 19 w 30"/>
                <a:gd name="T21" fmla="*/ 10 h 36"/>
                <a:gd name="T22" fmla="*/ 21 w 30"/>
                <a:gd name="T23" fmla="*/ 18 h 36"/>
                <a:gd name="T24" fmla="*/ 18 w 30"/>
                <a:gd name="T25" fmla="*/ 27 h 36"/>
                <a:gd name="T26" fmla="*/ 12 w 30"/>
                <a:gd name="T27" fmla="*/ 30 h 36"/>
                <a:gd name="T28" fmla="*/ 8 w 30"/>
                <a:gd name="T29" fmla="*/ 30 h 36"/>
                <a:gd name="T30" fmla="*/ 8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2" y="35"/>
                    <a:pt x="25" y="31"/>
                  </a:cubicBezTo>
                  <a:cubicBezTo>
                    <a:pt x="28" y="28"/>
                    <a:pt x="30" y="23"/>
                    <a:pt x="30" y="18"/>
                  </a:cubicBezTo>
                  <a:cubicBezTo>
                    <a:pt x="30" y="13"/>
                    <a:pt x="28" y="8"/>
                    <a:pt x="25" y="5"/>
                  </a:cubicBezTo>
                  <a:cubicBezTo>
                    <a:pt x="22" y="1"/>
                    <a:pt x="18" y="0"/>
                    <a:pt x="11" y="0"/>
                  </a:cubicBezTo>
                  <a:lnTo>
                    <a:pt x="0" y="0"/>
                  </a:lnTo>
                  <a:close/>
                  <a:moveTo>
                    <a:pt x="8" y="7"/>
                  </a:moveTo>
                  <a:cubicBezTo>
                    <a:pt x="12" y="7"/>
                    <a:pt x="12" y="7"/>
                    <a:pt x="12" y="7"/>
                  </a:cubicBezTo>
                  <a:cubicBezTo>
                    <a:pt x="15" y="7"/>
                    <a:pt x="17" y="7"/>
                    <a:pt x="19" y="10"/>
                  </a:cubicBezTo>
                  <a:cubicBezTo>
                    <a:pt x="20" y="12"/>
                    <a:pt x="21" y="15"/>
                    <a:pt x="21" y="18"/>
                  </a:cubicBezTo>
                  <a:cubicBezTo>
                    <a:pt x="21" y="21"/>
                    <a:pt x="20" y="24"/>
                    <a:pt x="18" y="27"/>
                  </a:cubicBezTo>
                  <a:cubicBezTo>
                    <a:pt x="17" y="29"/>
                    <a:pt x="15" y="30"/>
                    <a:pt x="12" y="30"/>
                  </a:cubicBezTo>
                  <a:cubicBezTo>
                    <a:pt x="8" y="30"/>
                    <a:pt x="8" y="30"/>
                    <a:pt x="8" y="30"/>
                  </a:cubicBezTo>
                  <a:lnTo>
                    <a:pt x="8"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8" name="Freeform 19">
              <a:extLst>
                <a:ext uri="{FF2B5EF4-FFF2-40B4-BE49-F238E27FC236}">
                  <a16:creationId xmlns:a16="http://schemas.microsoft.com/office/drawing/2014/main" id="{46FC4EF8-ECA3-4D5C-B580-FBB50F8B8626}"/>
                </a:ext>
              </a:extLst>
            </p:cNvPr>
            <p:cNvSpPr>
              <a:spLocks noEditPoints="1"/>
            </p:cNvSpPr>
            <p:nvPr/>
          </p:nvSpPr>
          <p:spPr bwMode="auto">
            <a:xfrm>
              <a:off x="7246938" y="2840038"/>
              <a:ext cx="68263" cy="77788"/>
            </a:xfrm>
            <a:custGeom>
              <a:avLst/>
              <a:gdLst>
                <a:gd name="T0" fmla="*/ 28 w 43"/>
                <a:gd name="T1" fmla="*/ 0 h 49"/>
                <a:gd name="T2" fmla="*/ 15 w 43"/>
                <a:gd name="T3" fmla="*/ 0 h 49"/>
                <a:gd name="T4" fmla="*/ 0 w 43"/>
                <a:gd name="T5" fmla="*/ 49 h 49"/>
                <a:gd name="T6" fmla="*/ 9 w 43"/>
                <a:gd name="T7" fmla="*/ 49 h 49"/>
                <a:gd name="T8" fmla="*/ 12 w 43"/>
                <a:gd name="T9" fmla="*/ 40 h 49"/>
                <a:gd name="T10" fmla="*/ 28 w 43"/>
                <a:gd name="T11" fmla="*/ 40 h 49"/>
                <a:gd name="T12" fmla="*/ 31 w 43"/>
                <a:gd name="T13" fmla="*/ 49 h 49"/>
                <a:gd name="T14" fmla="*/ 43 w 43"/>
                <a:gd name="T15" fmla="*/ 49 h 49"/>
                <a:gd name="T16" fmla="*/ 28 w 43"/>
                <a:gd name="T17" fmla="*/ 0 h 49"/>
                <a:gd name="T18" fmla="*/ 15 w 43"/>
                <a:gd name="T19" fmla="*/ 30 h 49"/>
                <a:gd name="T20" fmla="*/ 20 w 43"/>
                <a:gd name="T21" fmla="*/ 12 h 49"/>
                <a:gd name="T22" fmla="*/ 25 w 43"/>
                <a:gd name="T23" fmla="*/ 30 h 49"/>
                <a:gd name="T24" fmla="*/ 15 w 43"/>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9">
                  <a:moveTo>
                    <a:pt x="28" y="0"/>
                  </a:moveTo>
                  <a:lnTo>
                    <a:pt x="15" y="0"/>
                  </a:lnTo>
                  <a:lnTo>
                    <a:pt x="0" y="49"/>
                  </a:lnTo>
                  <a:lnTo>
                    <a:pt x="9" y="49"/>
                  </a:lnTo>
                  <a:lnTo>
                    <a:pt x="12" y="40"/>
                  </a:lnTo>
                  <a:lnTo>
                    <a:pt x="28" y="40"/>
                  </a:lnTo>
                  <a:lnTo>
                    <a:pt x="31" y="49"/>
                  </a:lnTo>
                  <a:lnTo>
                    <a:pt x="43" y="49"/>
                  </a:lnTo>
                  <a:lnTo>
                    <a:pt x="28" y="0"/>
                  </a:lnTo>
                  <a:close/>
                  <a:moveTo>
                    <a:pt x="15" y="30"/>
                  </a:moveTo>
                  <a:lnTo>
                    <a:pt x="20" y="12"/>
                  </a:lnTo>
                  <a:lnTo>
                    <a:pt x="25" y="30"/>
                  </a:lnTo>
                  <a:lnTo>
                    <a:pt x="15"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9" name="Freeform 20">
              <a:extLst>
                <a:ext uri="{FF2B5EF4-FFF2-40B4-BE49-F238E27FC236}">
                  <a16:creationId xmlns:a16="http://schemas.microsoft.com/office/drawing/2014/main" id="{D3F66839-DCD6-4B3A-8E61-921504D8C0CC}"/>
                </a:ext>
              </a:extLst>
            </p:cNvPr>
            <p:cNvSpPr>
              <a:spLocks noEditPoints="1"/>
            </p:cNvSpPr>
            <p:nvPr/>
          </p:nvSpPr>
          <p:spPr bwMode="auto">
            <a:xfrm>
              <a:off x="7324725"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2 w 30"/>
                <a:gd name="T13" fmla="*/ 0 h 36"/>
                <a:gd name="T14" fmla="*/ 0 w 30"/>
                <a:gd name="T15" fmla="*/ 0 h 36"/>
                <a:gd name="T16" fmla="*/ 9 w 30"/>
                <a:gd name="T17" fmla="*/ 7 h 36"/>
                <a:gd name="T18" fmla="*/ 12 w 30"/>
                <a:gd name="T19" fmla="*/ 7 h 36"/>
                <a:gd name="T20" fmla="*/ 19 w 30"/>
                <a:gd name="T21" fmla="*/ 10 h 36"/>
                <a:gd name="T22" fmla="*/ 22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9" y="0"/>
                    <a:pt x="12" y="0"/>
                  </a:cubicBezTo>
                  <a:lnTo>
                    <a:pt x="0" y="0"/>
                  </a:lnTo>
                  <a:close/>
                  <a:moveTo>
                    <a:pt x="9" y="7"/>
                  </a:moveTo>
                  <a:cubicBezTo>
                    <a:pt x="12" y="7"/>
                    <a:pt x="12" y="7"/>
                    <a:pt x="12" y="7"/>
                  </a:cubicBezTo>
                  <a:cubicBezTo>
                    <a:pt x="15" y="7"/>
                    <a:pt x="17" y="7"/>
                    <a:pt x="19" y="10"/>
                  </a:cubicBezTo>
                  <a:cubicBezTo>
                    <a:pt x="21" y="12"/>
                    <a:pt x="22" y="15"/>
                    <a:pt x="22" y="18"/>
                  </a:cubicBezTo>
                  <a:cubicBezTo>
                    <a:pt x="22" y="21"/>
                    <a:pt x="21"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0" name="Freeform 21">
              <a:extLst>
                <a:ext uri="{FF2B5EF4-FFF2-40B4-BE49-F238E27FC236}">
                  <a16:creationId xmlns:a16="http://schemas.microsoft.com/office/drawing/2014/main" id="{ACCD0273-2D1B-424F-A3DB-DDA76B91783D}"/>
                </a:ext>
              </a:extLst>
            </p:cNvPr>
            <p:cNvSpPr>
              <a:spLocks noEditPoints="1"/>
            </p:cNvSpPr>
            <p:nvPr/>
          </p:nvSpPr>
          <p:spPr bwMode="auto">
            <a:xfrm>
              <a:off x="7397750"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6 w 31"/>
                <a:gd name="T19" fmla="*/ 7 h 38"/>
                <a:gd name="T20" fmla="*/ 21 w 31"/>
                <a:gd name="T21" fmla="*/ 10 h 38"/>
                <a:gd name="T22" fmla="*/ 22 w 31"/>
                <a:gd name="T23" fmla="*/ 19 h 38"/>
                <a:gd name="T24" fmla="*/ 16 w 31"/>
                <a:gd name="T25" fmla="*/ 31 h 38"/>
                <a:gd name="T26" fmla="*/ 9 w 31"/>
                <a:gd name="T27" fmla="*/ 19 h 38"/>
                <a:gd name="T28" fmla="*/ 16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2" y="9"/>
                    <a:pt x="0" y="14"/>
                    <a:pt x="0" y="19"/>
                  </a:cubicBezTo>
                  <a:cubicBezTo>
                    <a:pt x="0" y="24"/>
                    <a:pt x="2" y="29"/>
                    <a:pt x="4" y="33"/>
                  </a:cubicBezTo>
                  <a:cubicBezTo>
                    <a:pt x="7" y="36"/>
                    <a:pt x="11" y="38"/>
                    <a:pt x="15" y="38"/>
                  </a:cubicBezTo>
                  <a:cubicBezTo>
                    <a:pt x="20" y="38"/>
                    <a:pt x="25" y="36"/>
                    <a:pt x="27" y="33"/>
                  </a:cubicBezTo>
                  <a:cubicBezTo>
                    <a:pt x="30" y="29"/>
                    <a:pt x="31" y="24"/>
                    <a:pt x="31" y="19"/>
                  </a:cubicBezTo>
                  <a:cubicBezTo>
                    <a:pt x="31" y="14"/>
                    <a:pt x="30" y="9"/>
                    <a:pt x="27" y="6"/>
                  </a:cubicBezTo>
                  <a:cubicBezTo>
                    <a:pt x="25" y="2"/>
                    <a:pt x="21" y="0"/>
                    <a:pt x="16" y="0"/>
                  </a:cubicBezTo>
                  <a:moveTo>
                    <a:pt x="16" y="7"/>
                  </a:moveTo>
                  <a:cubicBezTo>
                    <a:pt x="18" y="7"/>
                    <a:pt x="20" y="8"/>
                    <a:pt x="21" y="10"/>
                  </a:cubicBezTo>
                  <a:cubicBezTo>
                    <a:pt x="22" y="12"/>
                    <a:pt x="22" y="15"/>
                    <a:pt x="22" y="19"/>
                  </a:cubicBezTo>
                  <a:cubicBezTo>
                    <a:pt x="22" y="27"/>
                    <a:pt x="20" y="31"/>
                    <a:pt x="16" y="31"/>
                  </a:cubicBezTo>
                  <a:cubicBezTo>
                    <a:pt x="11" y="31"/>
                    <a:pt x="9" y="27"/>
                    <a:pt x="9" y="19"/>
                  </a:cubicBezTo>
                  <a:cubicBezTo>
                    <a:pt x="9" y="11"/>
                    <a:pt x="11" y="7"/>
                    <a:pt x="16"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1" name="Freeform 22">
              <a:extLst>
                <a:ext uri="{FF2B5EF4-FFF2-40B4-BE49-F238E27FC236}">
                  <a16:creationId xmlns:a16="http://schemas.microsoft.com/office/drawing/2014/main" id="{3209AFB6-C25C-4366-B217-7B70D579E950}"/>
                </a:ext>
              </a:extLst>
            </p:cNvPr>
            <p:cNvSpPr>
              <a:spLocks/>
            </p:cNvSpPr>
            <p:nvPr/>
          </p:nvSpPr>
          <p:spPr bwMode="auto">
            <a:xfrm>
              <a:off x="7478713" y="2840038"/>
              <a:ext cx="49213" cy="77788"/>
            </a:xfrm>
            <a:custGeom>
              <a:avLst/>
              <a:gdLst>
                <a:gd name="T0" fmla="*/ 10 w 31"/>
                <a:gd name="T1" fmla="*/ 40 h 49"/>
                <a:gd name="T2" fmla="*/ 10 w 31"/>
                <a:gd name="T3" fmla="*/ 0 h 49"/>
                <a:gd name="T4" fmla="*/ 0 w 31"/>
                <a:gd name="T5" fmla="*/ 0 h 49"/>
                <a:gd name="T6" fmla="*/ 0 w 31"/>
                <a:gd name="T7" fmla="*/ 49 h 49"/>
                <a:gd name="T8" fmla="*/ 31 w 31"/>
                <a:gd name="T9" fmla="*/ 49 h 49"/>
                <a:gd name="T10" fmla="*/ 31 w 31"/>
                <a:gd name="T11" fmla="*/ 40 h 49"/>
                <a:gd name="T12" fmla="*/ 10 w 31"/>
                <a:gd name="T13" fmla="*/ 40 h 49"/>
              </a:gdLst>
              <a:ahLst/>
              <a:cxnLst>
                <a:cxn ang="0">
                  <a:pos x="T0" y="T1"/>
                </a:cxn>
                <a:cxn ang="0">
                  <a:pos x="T2" y="T3"/>
                </a:cxn>
                <a:cxn ang="0">
                  <a:pos x="T4" y="T5"/>
                </a:cxn>
                <a:cxn ang="0">
                  <a:pos x="T6" y="T7"/>
                </a:cxn>
                <a:cxn ang="0">
                  <a:pos x="T8" y="T9"/>
                </a:cxn>
                <a:cxn ang="0">
                  <a:pos x="T10" y="T11"/>
                </a:cxn>
                <a:cxn ang="0">
                  <a:pos x="T12" y="T13"/>
                </a:cxn>
              </a:cxnLst>
              <a:rect l="0" t="0" r="r" b="b"/>
              <a:pathLst>
                <a:path w="31" h="49">
                  <a:moveTo>
                    <a:pt x="10" y="40"/>
                  </a:moveTo>
                  <a:lnTo>
                    <a:pt x="10" y="0"/>
                  </a:lnTo>
                  <a:lnTo>
                    <a:pt x="0" y="0"/>
                  </a:lnTo>
                  <a:lnTo>
                    <a:pt x="0" y="49"/>
                  </a:lnTo>
                  <a:lnTo>
                    <a:pt x="31" y="49"/>
                  </a:lnTo>
                  <a:lnTo>
                    <a:pt x="31" y="40"/>
                  </a:lnTo>
                  <a:lnTo>
                    <a:pt x="10"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2" name="Freeform 23">
              <a:extLst>
                <a:ext uri="{FF2B5EF4-FFF2-40B4-BE49-F238E27FC236}">
                  <a16:creationId xmlns:a16="http://schemas.microsoft.com/office/drawing/2014/main" id="{007308E1-4658-41E9-A05B-9D413B05F83A}"/>
                </a:ext>
              </a:extLst>
            </p:cNvPr>
            <p:cNvSpPr>
              <a:spLocks/>
            </p:cNvSpPr>
            <p:nvPr/>
          </p:nvSpPr>
          <p:spPr bwMode="auto">
            <a:xfrm>
              <a:off x="7535863" y="2840038"/>
              <a:ext cx="57150" cy="77788"/>
            </a:xfrm>
            <a:custGeom>
              <a:avLst/>
              <a:gdLst>
                <a:gd name="T0" fmla="*/ 36 w 36"/>
                <a:gd name="T1" fmla="*/ 10 h 49"/>
                <a:gd name="T2" fmla="*/ 36 w 36"/>
                <a:gd name="T3" fmla="*/ 0 h 49"/>
                <a:gd name="T4" fmla="*/ 0 w 36"/>
                <a:gd name="T5" fmla="*/ 0 h 49"/>
                <a:gd name="T6" fmla="*/ 0 w 36"/>
                <a:gd name="T7" fmla="*/ 49 h 49"/>
                <a:gd name="T8" fmla="*/ 13 w 36"/>
                <a:gd name="T9" fmla="*/ 49 h 49"/>
                <a:gd name="T10" fmla="*/ 13 w 36"/>
                <a:gd name="T11" fmla="*/ 30 h 49"/>
                <a:gd name="T12" fmla="*/ 32 w 36"/>
                <a:gd name="T13" fmla="*/ 30 h 49"/>
                <a:gd name="T14" fmla="*/ 32 w 36"/>
                <a:gd name="T15" fmla="*/ 21 h 49"/>
                <a:gd name="T16" fmla="*/ 13 w 36"/>
                <a:gd name="T17" fmla="*/ 21 h 49"/>
                <a:gd name="T18" fmla="*/ 13 w 36"/>
                <a:gd name="T19" fmla="*/ 10 h 49"/>
                <a:gd name="T20" fmla="*/ 36 w 36"/>
                <a:gd name="T21"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49">
                  <a:moveTo>
                    <a:pt x="36" y="10"/>
                  </a:moveTo>
                  <a:lnTo>
                    <a:pt x="36" y="0"/>
                  </a:lnTo>
                  <a:lnTo>
                    <a:pt x="0" y="0"/>
                  </a:lnTo>
                  <a:lnTo>
                    <a:pt x="0" y="49"/>
                  </a:lnTo>
                  <a:lnTo>
                    <a:pt x="13" y="49"/>
                  </a:lnTo>
                  <a:lnTo>
                    <a:pt x="13" y="30"/>
                  </a:lnTo>
                  <a:lnTo>
                    <a:pt x="32" y="30"/>
                  </a:lnTo>
                  <a:lnTo>
                    <a:pt x="32" y="21"/>
                  </a:lnTo>
                  <a:lnTo>
                    <a:pt x="13" y="21"/>
                  </a:lnTo>
                  <a:lnTo>
                    <a:pt x="13"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3" name="Freeform 24">
              <a:extLst>
                <a:ext uri="{FF2B5EF4-FFF2-40B4-BE49-F238E27FC236}">
                  <a16:creationId xmlns:a16="http://schemas.microsoft.com/office/drawing/2014/main" id="{BF400C19-7064-4416-A494-26E3F11F7DE2}"/>
                </a:ext>
              </a:extLst>
            </p:cNvPr>
            <p:cNvSpPr>
              <a:spLocks noEditPoints="1"/>
            </p:cNvSpPr>
            <p:nvPr/>
          </p:nvSpPr>
          <p:spPr bwMode="auto">
            <a:xfrm>
              <a:off x="7599363"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5 w 31"/>
                <a:gd name="T19" fmla="*/ 7 h 38"/>
                <a:gd name="T20" fmla="*/ 21 w 31"/>
                <a:gd name="T21" fmla="*/ 10 h 38"/>
                <a:gd name="T22" fmla="*/ 22 w 31"/>
                <a:gd name="T23" fmla="*/ 19 h 38"/>
                <a:gd name="T24" fmla="*/ 15 w 31"/>
                <a:gd name="T25" fmla="*/ 31 h 38"/>
                <a:gd name="T26" fmla="*/ 9 w 31"/>
                <a:gd name="T27" fmla="*/ 19 h 38"/>
                <a:gd name="T28" fmla="*/ 15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1" y="9"/>
                    <a:pt x="0" y="14"/>
                    <a:pt x="0" y="19"/>
                  </a:cubicBezTo>
                  <a:cubicBezTo>
                    <a:pt x="0" y="24"/>
                    <a:pt x="1" y="29"/>
                    <a:pt x="4" y="33"/>
                  </a:cubicBezTo>
                  <a:cubicBezTo>
                    <a:pt x="7" y="36"/>
                    <a:pt x="11" y="38"/>
                    <a:pt x="15" y="38"/>
                  </a:cubicBezTo>
                  <a:cubicBezTo>
                    <a:pt x="20" y="38"/>
                    <a:pt x="24" y="36"/>
                    <a:pt x="27" y="33"/>
                  </a:cubicBezTo>
                  <a:cubicBezTo>
                    <a:pt x="29" y="29"/>
                    <a:pt x="31" y="24"/>
                    <a:pt x="31" y="19"/>
                  </a:cubicBezTo>
                  <a:cubicBezTo>
                    <a:pt x="31" y="14"/>
                    <a:pt x="30" y="9"/>
                    <a:pt x="27" y="6"/>
                  </a:cubicBezTo>
                  <a:cubicBezTo>
                    <a:pt x="24" y="2"/>
                    <a:pt x="20" y="0"/>
                    <a:pt x="16" y="0"/>
                  </a:cubicBezTo>
                  <a:moveTo>
                    <a:pt x="15" y="7"/>
                  </a:moveTo>
                  <a:cubicBezTo>
                    <a:pt x="18" y="7"/>
                    <a:pt x="19" y="8"/>
                    <a:pt x="21" y="10"/>
                  </a:cubicBezTo>
                  <a:cubicBezTo>
                    <a:pt x="22" y="12"/>
                    <a:pt x="22" y="15"/>
                    <a:pt x="22" y="19"/>
                  </a:cubicBezTo>
                  <a:cubicBezTo>
                    <a:pt x="22" y="27"/>
                    <a:pt x="20" y="31"/>
                    <a:pt x="15" y="31"/>
                  </a:cubicBezTo>
                  <a:cubicBezTo>
                    <a:pt x="11" y="31"/>
                    <a:pt x="9" y="27"/>
                    <a:pt x="9" y="19"/>
                  </a:cubicBezTo>
                  <a:cubicBezTo>
                    <a:pt x="9" y="11"/>
                    <a:pt x="11" y="7"/>
                    <a:pt x="15"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4" name="Rectangle 25">
              <a:extLst>
                <a:ext uri="{FF2B5EF4-FFF2-40B4-BE49-F238E27FC236}">
                  <a16:creationId xmlns:a16="http://schemas.microsoft.com/office/drawing/2014/main" id="{3D6792A7-3ECF-4CD5-B495-F58746F0CA5D}"/>
                </a:ext>
              </a:extLst>
            </p:cNvPr>
            <p:cNvSpPr>
              <a:spLocks noChangeArrowheads="1"/>
            </p:cNvSpPr>
            <p:nvPr/>
          </p:nvSpPr>
          <p:spPr bwMode="auto">
            <a:xfrm>
              <a:off x="7707313"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5" name="Freeform 26">
              <a:extLst>
                <a:ext uri="{FF2B5EF4-FFF2-40B4-BE49-F238E27FC236}">
                  <a16:creationId xmlns:a16="http://schemas.microsoft.com/office/drawing/2014/main" id="{F0EB6394-BD27-454C-A015-9AD9232B5D60}"/>
                </a:ext>
              </a:extLst>
            </p:cNvPr>
            <p:cNvSpPr>
              <a:spLocks noEditPoints="1"/>
            </p:cNvSpPr>
            <p:nvPr/>
          </p:nvSpPr>
          <p:spPr bwMode="auto">
            <a:xfrm>
              <a:off x="7742238" y="2840038"/>
              <a:ext cx="65088" cy="77788"/>
            </a:xfrm>
            <a:custGeom>
              <a:avLst/>
              <a:gdLst>
                <a:gd name="T0" fmla="*/ 0 w 30"/>
                <a:gd name="T1" fmla="*/ 0 h 36"/>
                <a:gd name="T2" fmla="*/ 0 w 30"/>
                <a:gd name="T3" fmla="*/ 36 h 36"/>
                <a:gd name="T4" fmla="*/ 17 w 30"/>
                <a:gd name="T5" fmla="*/ 36 h 36"/>
                <a:gd name="T6" fmla="*/ 27 w 30"/>
                <a:gd name="T7" fmla="*/ 34 h 36"/>
                <a:gd name="T8" fmla="*/ 30 w 30"/>
                <a:gd name="T9" fmla="*/ 26 h 36"/>
                <a:gd name="T10" fmla="*/ 27 w 30"/>
                <a:gd name="T11" fmla="*/ 20 h 36"/>
                <a:gd name="T12" fmla="*/ 23 w 30"/>
                <a:gd name="T13" fmla="*/ 17 h 36"/>
                <a:gd name="T14" fmla="*/ 29 w 30"/>
                <a:gd name="T15" fmla="*/ 9 h 36"/>
                <a:gd name="T16" fmla="*/ 26 w 30"/>
                <a:gd name="T17" fmla="*/ 2 h 36"/>
                <a:gd name="T18" fmla="*/ 17 w 30"/>
                <a:gd name="T19" fmla="*/ 0 h 36"/>
                <a:gd name="T20" fmla="*/ 0 w 30"/>
                <a:gd name="T21" fmla="*/ 0 h 36"/>
                <a:gd name="T22" fmla="*/ 9 w 30"/>
                <a:gd name="T23" fmla="*/ 6 h 36"/>
                <a:gd name="T24" fmla="*/ 14 w 30"/>
                <a:gd name="T25" fmla="*/ 6 h 36"/>
                <a:gd name="T26" fmla="*/ 19 w 30"/>
                <a:gd name="T27" fmla="*/ 7 h 36"/>
                <a:gd name="T28" fmla="*/ 20 w 30"/>
                <a:gd name="T29" fmla="*/ 10 h 36"/>
                <a:gd name="T30" fmla="*/ 19 w 30"/>
                <a:gd name="T31" fmla="*/ 13 h 36"/>
                <a:gd name="T32" fmla="*/ 15 w 30"/>
                <a:gd name="T33" fmla="*/ 14 h 36"/>
                <a:gd name="T34" fmla="*/ 9 w 30"/>
                <a:gd name="T35" fmla="*/ 14 h 36"/>
                <a:gd name="T36" fmla="*/ 9 w 30"/>
                <a:gd name="T37" fmla="*/ 6 h 36"/>
                <a:gd name="T38" fmla="*/ 9 w 30"/>
                <a:gd name="T39" fmla="*/ 21 h 36"/>
                <a:gd name="T40" fmla="*/ 16 w 30"/>
                <a:gd name="T41" fmla="*/ 21 h 36"/>
                <a:gd name="T42" fmla="*/ 21 w 30"/>
                <a:gd name="T43" fmla="*/ 25 h 36"/>
                <a:gd name="T44" fmla="*/ 19 w 30"/>
                <a:gd name="T45" fmla="*/ 29 h 36"/>
                <a:gd name="T46" fmla="*/ 15 w 30"/>
                <a:gd name="T47" fmla="*/ 30 h 36"/>
                <a:gd name="T48" fmla="*/ 9 w 30"/>
                <a:gd name="T49" fmla="*/ 30 h 36"/>
                <a:gd name="T50" fmla="*/ 9 w 30"/>
                <a:gd name="T51"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 h="36">
                  <a:moveTo>
                    <a:pt x="0" y="0"/>
                  </a:moveTo>
                  <a:cubicBezTo>
                    <a:pt x="0" y="36"/>
                    <a:pt x="0" y="36"/>
                    <a:pt x="0" y="36"/>
                  </a:cubicBezTo>
                  <a:cubicBezTo>
                    <a:pt x="17" y="36"/>
                    <a:pt x="17" y="36"/>
                    <a:pt x="17" y="36"/>
                  </a:cubicBezTo>
                  <a:cubicBezTo>
                    <a:pt x="22" y="36"/>
                    <a:pt x="25" y="36"/>
                    <a:pt x="27" y="34"/>
                  </a:cubicBezTo>
                  <a:cubicBezTo>
                    <a:pt x="29" y="32"/>
                    <a:pt x="30" y="29"/>
                    <a:pt x="30" y="26"/>
                  </a:cubicBezTo>
                  <a:cubicBezTo>
                    <a:pt x="30" y="24"/>
                    <a:pt x="29" y="21"/>
                    <a:pt x="27" y="20"/>
                  </a:cubicBezTo>
                  <a:cubicBezTo>
                    <a:pt x="26" y="18"/>
                    <a:pt x="25" y="18"/>
                    <a:pt x="23" y="17"/>
                  </a:cubicBezTo>
                  <a:cubicBezTo>
                    <a:pt x="27" y="16"/>
                    <a:pt x="29" y="13"/>
                    <a:pt x="29" y="9"/>
                  </a:cubicBezTo>
                  <a:cubicBezTo>
                    <a:pt x="29" y="6"/>
                    <a:pt x="28" y="4"/>
                    <a:pt x="26" y="2"/>
                  </a:cubicBezTo>
                  <a:cubicBezTo>
                    <a:pt x="24" y="0"/>
                    <a:pt x="21" y="0"/>
                    <a:pt x="17" y="0"/>
                  </a:cubicBezTo>
                  <a:lnTo>
                    <a:pt x="0" y="0"/>
                  </a:lnTo>
                  <a:close/>
                  <a:moveTo>
                    <a:pt x="9" y="6"/>
                  </a:moveTo>
                  <a:cubicBezTo>
                    <a:pt x="14" y="6"/>
                    <a:pt x="14" y="6"/>
                    <a:pt x="14" y="6"/>
                  </a:cubicBezTo>
                  <a:cubicBezTo>
                    <a:pt x="18" y="6"/>
                    <a:pt x="18" y="6"/>
                    <a:pt x="19" y="7"/>
                  </a:cubicBezTo>
                  <a:cubicBezTo>
                    <a:pt x="20" y="8"/>
                    <a:pt x="20" y="9"/>
                    <a:pt x="20" y="10"/>
                  </a:cubicBezTo>
                  <a:cubicBezTo>
                    <a:pt x="20" y="12"/>
                    <a:pt x="20" y="13"/>
                    <a:pt x="19" y="13"/>
                  </a:cubicBezTo>
                  <a:cubicBezTo>
                    <a:pt x="18" y="14"/>
                    <a:pt x="17" y="14"/>
                    <a:pt x="15" y="14"/>
                  </a:cubicBezTo>
                  <a:cubicBezTo>
                    <a:pt x="9" y="14"/>
                    <a:pt x="9" y="14"/>
                    <a:pt x="9" y="14"/>
                  </a:cubicBezTo>
                  <a:lnTo>
                    <a:pt x="9" y="6"/>
                  </a:lnTo>
                  <a:close/>
                  <a:moveTo>
                    <a:pt x="9" y="21"/>
                  </a:moveTo>
                  <a:cubicBezTo>
                    <a:pt x="16" y="21"/>
                    <a:pt x="16" y="21"/>
                    <a:pt x="16" y="21"/>
                  </a:cubicBezTo>
                  <a:cubicBezTo>
                    <a:pt x="19" y="21"/>
                    <a:pt x="21" y="22"/>
                    <a:pt x="21" y="25"/>
                  </a:cubicBezTo>
                  <a:cubicBezTo>
                    <a:pt x="21" y="27"/>
                    <a:pt x="20" y="28"/>
                    <a:pt x="19" y="29"/>
                  </a:cubicBezTo>
                  <a:cubicBezTo>
                    <a:pt x="18" y="29"/>
                    <a:pt x="17" y="30"/>
                    <a:pt x="15" y="30"/>
                  </a:cubicBezTo>
                  <a:cubicBezTo>
                    <a:pt x="9" y="30"/>
                    <a:pt x="9" y="30"/>
                    <a:pt x="9" y="30"/>
                  </a:cubicBezTo>
                  <a:lnTo>
                    <a:pt x="9"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6" name="Freeform 27">
              <a:extLst>
                <a:ext uri="{FF2B5EF4-FFF2-40B4-BE49-F238E27FC236}">
                  <a16:creationId xmlns:a16="http://schemas.microsoft.com/office/drawing/2014/main" id="{61BE1907-7F66-4826-B330-4AC9B58E4382}"/>
                </a:ext>
              </a:extLst>
            </p:cNvPr>
            <p:cNvSpPr>
              <a:spLocks noEditPoints="1"/>
            </p:cNvSpPr>
            <p:nvPr/>
          </p:nvSpPr>
          <p:spPr bwMode="auto">
            <a:xfrm>
              <a:off x="7812088" y="2814638"/>
              <a:ext cx="71438" cy="103188"/>
            </a:xfrm>
            <a:custGeom>
              <a:avLst/>
              <a:gdLst>
                <a:gd name="T0" fmla="*/ 30 w 45"/>
                <a:gd name="T1" fmla="*/ 16 h 65"/>
                <a:gd name="T2" fmla="*/ 16 w 45"/>
                <a:gd name="T3" fmla="*/ 16 h 65"/>
                <a:gd name="T4" fmla="*/ 0 w 45"/>
                <a:gd name="T5" fmla="*/ 65 h 65"/>
                <a:gd name="T6" fmla="*/ 9 w 45"/>
                <a:gd name="T7" fmla="*/ 65 h 65"/>
                <a:gd name="T8" fmla="*/ 13 w 45"/>
                <a:gd name="T9" fmla="*/ 56 h 65"/>
                <a:gd name="T10" fmla="*/ 30 w 45"/>
                <a:gd name="T11" fmla="*/ 56 h 65"/>
                <a:gd name="T12" fmla="*/ 32 w 45"/>
                <a:gd name="T13" fmla="*/ 65 h 65"/>
                <a:gd name="T14" fmla="*/ 45 w 45"/>
                <a:gd name="T15" fmla="*/ 65 h 65"/>
                <a:gd name="T16" fmla="*/ 30 w 45"/>
                <a:gd name="T17" fmla="*/ 16 h 65"/>
                <a:gd name="T18" fmla="*/ 16 w 45"/>
                <a:gd name="T19" fmla="*/ 46 h 65"/>
                <a:gd name="T20" fmla="*/ 21 w 45"/>
                <a:gd name="T21" fmla="*/ 28 h 65"/>
                <a:gd name="T22" fmla="*/ 27 w 45"/>
                <a:gd name="T23" fmla="*/ 46 h 65"/>
                <a:gd name="T24" fmla="*/ 16 w 45"/>
                <a:gd name="T25" fmla="*/ 46 h 65"/>
                <a:gd name="T26" fmla="*/ 32 w 45"/>
                <a:gd name="T27" fmla="*/ 0 h 65"/>
                <a:gd name="T28" fmla="*/ 16 w 45"/>
                <a:gd name="T29" fmla="*/ 8 h 65"/>
                <a:gd name="T30" fmla="*/ 19 w 45"/>
                <a:gd name="T31" fmla="*/ 12 h 65"/>
                <a:gd name="T32" fmla="*/ 35 w 45"/>
                <a:gd name="T33" fmla="*/ 7 h 65"/>
                <a:gd name="T34" fmla="*/ 32 w 45"/>
                <a:gd name="T3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 h="65">
                  <a:moveTo>
                    <a:pt x="30" y="16"/>
                  </a:moveTo>
                  <a:lnTo>
                    <a:pt x="16" y="16"/>
                  </a:lnTo>
                  <a:lnTo>
                    <a:pt x="0" y="65"/>
                  </a:lnTo>
                  <a:lnTo>
                    <a:pt x="9" y="65"/>
                  </a:lnTo>
                  <a:lnTo>
                    <a:pt x="13" y="56"/>
                  </a:lnTo>
                  <a:lnTo>
                    <a:pt x="30" y="56"/>
                  </a:lnTo>
                  <a:lnTo>
                    <a:pt x="32" y="65"/>
                  </a:lnTo>
                  <a:lnTo>
                    <a:pt x="45" y="65"/>
                  </a:lnTo>
                  <a:lnTo>
                    <a:pt x="30" y="16"/>
                  </a:lnTo>
                  <a:close/>
                  <a:moveTo>
                    <a:pt x="16" y="46"/>
                  </a:moveTo>
                  <a:lnTo>
                    <a:pt x="21" y="28"/>
                  </a:lnTo>
                  <a:lnTo>
                    <a:pt x="27" y="46"/>
                  </a:lnTo>
                  <a:lnTo>
                    <a:pt x="16" y="46"/>
                  </a:lnTo>
                  <a:close/>
                  <a:moveTo>
                    <a:pt x="32" y="0"/>
                  </a:moveTo>
                  <a:lnTo>
                    <a:pt x="16" y="8"/>
                  </a:lnTo>
                  <a:lnTo>
                    <a:pt x="19" y="12"/>
                  </a:lnTo>
                  <a:lnTo>
                    <a:pt x="35" y="7"/>
                  </a:lnTo>
                  <a:lnTo>
                    <a:pt x="3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7" name="Freeform 28">
              <a:extLst>
                <a:ext uri="{FF2B5EF4-FFF2-40B4-BE49-F238E27FC236}">
                  <a16:creationId xmlns:a16="http://schemas.microsoft.com/office/drawing/2014/main" id="{ECE2AF28-3A55-48B9-95EB-CB34ABB9967A}"/>
                </a:ext>
              </a:extLst>
            </p:cNvPr>
            <p:cNvSpPr>
              <a:spLocks noEditPoints="1"/>
            </p:cNvSpPr>
            <p:nvPr/>
          </p:nvSpPr>
          <p:spPr bwMode="auto">
            <a:xfrm>
              <a:off x="7891463" y="2816225"/>
              <a:ext cx="60325" cy="101600"/>
            </a:xfrm>
            <a:custGeom>
              <a:avLst/>
              <a:gdLst>
                <a:gd name="T0" fmla="*/ 28 w 28"/>
                <a:gd name="T1" fmla="*/ 11 h 47"/>
                <a:gd name="T2" fmla="*/ 21 w 28"/>
                <a:gd name="T3" fmla="*/ 11 h 47"/>
                <a:gd name="T4" fmla="*/ 21 w 28"/>
                <a:gd name="T5" fmla="*/ 30 h 47"/>
                <a:gd name="T6" fmla="*/ 22 w 28"/>
                <a:gd name="T7" fmla="*/ 32 h 47"/>
                <a:gd name="T8" fmla="*/ 9 w 28"/>
                <a:gd name="T9" fmla="*/ 11 h 47"/>
                <a:gd name="T10" fmla="*/ 0 w 28"/>
                <a:gd name="T11" fmla="*/ 11 h 47"/>
                <a:gd name="T12" fmla="*/ 0 w 28"/>
                <a:gd name="T13" fmla="*/ 47 h 47"/>
                <a:gd name="T14" fmla="*/ 7 w 28"/>
                <a:gd name="T15" fmla="*/ 47 h 47"/>
                <a:gd name="T16" fmla="*/ 7 w 28"/>
                <a:gd name="T17" fmla="*/ 26 h 47"/>
                <a:gd name="T18" fmla="*/ 6 w 28"/>
                <a:gd name="T19" fmla="*/ 24 h 47"/>
                <a:gd name="T20" fmla="*/ 6 w 28"/>
                <a:gd name="T21" fmla="*/ 23 h 47"/>
                <a:gd name="T22" fmla="*/ 21 w 28"/>
                <a:gd name="T23" fmla="*/ 47 h 47"/>
                <a:gd name="T24" fmla="*/ 28 w 28"/>
                <a:gd name="T25" fmla="*/ 47 h 47"/>
                <a:gd name="T26" fmla="*/ 28 w 28"/>
                <a:gd name="T27" fmla="*/ 11 h 47"/>
                <a:gd name="T28" fmla="*/ 22 w 28"/>
                <a:gd name="T29" fmla="*/ 0 h 47"/>
                <a:gd name="T30" fmla="*/ 18 w 28"/>
                <a:gd name="T31" fmla="*/ 3 h 47"/>
                <a:gd name="T32" fmla="*/ 15 w 28"/>
                <a:gd name="T33" fmla="*/ 2 h 47"/>
                <a:gd name="T34" fmla="*/ 11 w 28"/>
                <a:gd name="T35" fmla="*/ 1 h 47"/>
                <a:gd name="T36" fmla="*/ 5 w 28"/>
                <a:gd name="T37" fmla="*/ 4 h 47"/>
                <a:gd name="T38" fmla="*/ 7 w 28"/>
                <a:gd name="T39" fmla="*/ 7 h 47"/>
                <a:gd name="T40" fmla="*/ 11 w 28"/>
                <a:gd name="T41" fmla="*/ 5 h 47"/>
                <a:gd name="T42" fmla="*/ 13 w 28"/>
                <a:gd name="T43" fmla="*/ 5 h 47"/>
                <a:gd name="T44" fmla="*/ 18 w 28"/>
                <a:gd name="T45" fmla="*/ 7 h 47"/>
                <a:gd name="T46" fmla="*/ 24 w 28"/>
                <a:gd name="T47" fmla="*/ 3 h 47"/>
                <a:gd name="T48" fmla="*/ 22 w 28"/>
                <a:gd name="T4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47">
                  <a:moveTo>
                    <a:pt x="28" y="11"/>
                  </a:moveTo>
                  <a:cubicBezTo>
                    <a:pt x="21" y="11"/>
                    <a:pt x="21" y="11"/>
                    <a:pt x="21" y="11"/>
                  </a:cubicBezTo>
                  <a:cubicBezTo>
                    <a:pt x="21" y="30"/>
                    <a:pt x="21" y="30"/>
                    <a:pt x="21" y="30"/>
                  </a:cubicBezTo>
                  <a:cubicBezTo>
                    <a:pt x="21" y="31"/>
                    <a:pt x="21" y="31"/>
                    <a:pt x="22" y="32"/>
                  </a:cubicBezTo>
                  <a:cubicBezTo>
                    <a:pt x="9" y="11"/>
                    <a:pt x="9" y="11"/>
                    <a:pt x="9" y="11"/>
                  </a:cubicBezTo>
                  <a:cubicBezTo>
                    <a:pt x="0" y="11"/>
                    <a:pt x="0" y="11"/>
                    <a:pt x="0" y="11"/>
                  </a:cubicBezTo>
                  <a:cubicBezTo>
                    <a:pt x="0" y="47"/>
                    <a:pt x="0" y="47"/>
                    <a:pt x="0" y="47"/>
                  </a:cubicBezTo>
                  <a:cubicBezTo>
                    <a:pt x="7" y="47"/>
                    <a:pt x="7" y="47"/>
                    <a:pt x="7" y="47"/>
                  </a:cubicBezTo>
                  <a:cubicBezTo>
                    <a:pt x="7" y="26"/>
                    <a:pt x="7" y="26"/>
                    <a:pt x="7" y="26"/>
                  </a:cubicBezTo>
                  <a:cubicBezTo>
                    <a:pt x="6" y="24"/>
                    <a:pt x="6" y="24"/>
                    <a:pt x="6" y="24"/>
                  </a:cubicBezTo>
                  <a:cubicBezTo>
                    <a:pt x="6" y="23"/>
                    <a:pt x="6" y="23"/>
                    <a:pt x="6" y="23"/>
                  </a:cubicBezTo>
                  <a:cubicBezTo>
                    <a:pt x="21" y="47"/>
                    <a:pt x="21" y="47"/>
                    <a:pt x="21" y="47"/>
                  </a:cubicBezTo>
                  <a:cubicBezTo>
                    <a:pt x="28" y="47"/>
                    <a:pt x="28" y="47"/>
                    <a:pt x="28" y="47"/>
                  </a:cubicBezTo>
                  <a:lnTo>
                    <a:pt x="28" y="11"/>
                  </a:lnTo>
                  <a:close/>
                  <a:moveTo>
                    <a:pt x="22" y="0"/>
                  </a:moveTo>
                  <a:cubicBezTo>
                    <a:pt x="21" y="2"/>
                    <a:pt x="19" y="3"/>
                    <a:pt x="18" y="3"/>
                  </a:cubicBezTo>
                  <a:cubicBezTo>
                    <a:pt x="17" y="3"/>
                    <a:pt x="16" y="2"/>
                    <a:pt x="15" y="2"/>
                  </a:cubicBezTo>
                  <a:cubicBezTo>
                    <a:pt x="13" y="1"/>
                    <a:pt x="12" y="1"/>
                    <a:pt x="11" y="1"/>
                  </a:cubicBezTo>
                  <a:cubicBezTo>
                    <a:pt x="9" y="1"/>
                    <a:pt x="7" y="2"/>
                    <a:pt x="5" y="4"/>
                  </a:cubicBezTo>
                  <a:cubicBezTo>
                    <a:pt x="7" y="7"/>
                    <a:pt x="7" y="7"/>
                    <a:pt x="7" y="7"/>
                  </a:cubicBezTo>
                  <a:cubicBezTo>
                    <a:pt x="9" y="5"/>
                    <a:pt x="10" y="5"/>
                    <a:pt x="11" y="5"/>
                  </a:cubicBezTo>
                  <a:cubicBezTo>
                    <a:pt x="12" y="5"/>
                    <a:pt x="12" y="5"/>
                    <a:pt x="13" y="5"/>
                  </a:cubicBezTo>
                  <a:cubicBezTo>
                    <a:pt x="16" y="7"/>
                    <a:pt x="16" y="7"/>
                    <a:pt x="18" y="7"/>
                  </a:cubicBezTo>
                  <a:cubicBezTo>
                    <a:pt x="20" y="7"/>
                    <a:pt x="22" y="6"/>
                    <a:pt x="24" y="3"/>
                  </a:cubicBezTo>
                  <a:lnTo>
                    <a:pt x="2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8" name="Freeform 29">
              <a:extLst>
                <a:ext uri="{FF2B5EF4-FFF2-40B4-BE49-F238E27FC236}">
                  <a16:creationId xmlns:a16="http://schemas.microsoft.com/office/drawing/2014/main" id="{32AD8873-A2CC-4724-B48C-96E123D8D358}"/>
                </a:ext>
              </a:extLst>
            </p:cNvPr>
            <p:cNvSpPr>
              <a:spLocks/>
            </p:cNvSpPr>
            <p:nvPr/>
          </p:nvSpPr>
          <p:spPr bwMode="auto">
            <a:xfrm>
              <a:off x="7967663" y="2840038"/>
              <a:ext cx="55563" cy="77788"/>
            </a:xfrm>
            <a:custGeom>
              <a:avLst/>
              <a:gdLst>
                <a:gd name="T0" fmla="*/ 35 w 35"/>
                <a:gd name="T1" fmla="*/ 10 h 49"/>
                <a:gd name="T2" fmla="*/ 35 w 35"/>
                <a:gd name="T3" fmla="*/ 0 h 49"/>
                <a:gd name="T4" fmla="*/ 0 w 35"/>
                <a:gd name="T5" fmla="*/ 0 h 49"/>
                <a:gd name="T6" fmla="*/ 0 w 35"/>
                <a:gd name="T7" fmla="*/ 49 h 49"/>
                <a:gd name="T8" fmla="*/ 35 w 35"/>
                <a:gd name="T9" fmla="*/ 49 h 49"/>
                <a:gd name="T10" fmla="*/ 35 w 35"/>
                <a:gd name="T11" fmla="*/ 40 h 49"/>
                <a:gd name="T12" fmla="*/ 12 w 35"/>
                <a:gd name="T13" fmla="*/ 40 h 49"/>
                <a:gd name="T14" fmla="*/ 12 w 35"/>
                <a:gd name="T15" fmla="*/ 29 h 49"/>
                <a:gd name="T16" fmla="*/ 31 w 35"/>
                <a:gd name="T17" fmla="*/ 29 h 49"/>
                <a:gd name="T18" fmla="*/ 31 w 35"/>
                <a:gd name="T19" fmla="*/ 19 h 49"/>
                <a:gd name="T20" fmla="*/ 12 w 35"/>
                <a:gd name="T21" fmla="*/ 19 h 49"/>
                <a:gd name="T22" fmla="*/ 12 w 35"/>
                <a:gd name="T23" fmla="*/ 10 h 49"/>
                <a:gd name="T24" fmla="*/ 35 w 35"/>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49">
                  <a:moveTo>
                    <a:pt x="35" y="10"/>
                  </a:moveTo>
                  <a:lnTo>
                    <a:pt x="35" y="0"/>
                  </a:lnTo>
                  <a:lnTo>
                    <a:pt x="0" y="0"/>
                  </a:lnTo>
                  <a:lnTo>
                    <a:pt x="0" y="49"/>
                  </a:lnTo>
                  <a:lnTo>
                    <a:pt x="35" y="49"/>
                  </a:lnTo>
                  <a:lnTo>
                    <a:pt x="35" y="40"/>
                  </a:lnTo>
                  <a:lnTo>
                    <a:pt x="12" y="40"/>
                  </a:lnTo>
                  <a:lnTo>
                    <a:pt x="12" y="29"/>
                  </a:lnTo>
                  <a:lnTo>
                    <a:pt x="31" y="29"/>
                  </a:lnTo>
                  <a:lnTo>
                    <a:pt x="31" y="19"/>
                  </a:lnTo>
                  <a:lnTo>
                    <a:pt x="12" y="19"/>
                  </a:lnTo>
                  <a:lnTo>
                    <a:pt x="12" y="10"/>
                  </a:lnTo>
                  <a:lnTo>
                    <a:pt x="35"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9" name="Freeform 30">
              <a:extLst>
                <a:ext uri="{FF2B5EF4-FFF2-40B4-BE49-F238E27FC236}">
                  <a16:creationId xmlns:a16="http://schemas.microsoft.com/office/drawing/2014/main" id="{6A181A18-0D61-4033-A3A2-E4555A6164BA}"/>
                </a:ext>
              </a:extLst>
            </p:cNvPr>
            <p:cNvSpPr>
              <a:spLocks/>
            </p:cNvSpPr>
            <p:nvPr/>
          </p:nvSpPr>
          <p:spPr bwMode="auto">
            <a:xfrm>
              <a:off x="8029575" y="2840038"/>
              <a:ext cx="63500" cy="77788"/>
            </a:xfrm>
            <a:custGeom>
              <a:avLst/>
              <a:gdLst>
                <a:gd name="T0" fmla="*/ 40 w 40"/>
                <a:gd name="T1" fmla="*/ 8 h 49"/>
                <a:gd name="T2" fmla="*/ 40 w 40"/>
                <a:gd name="T3" fmla="*/ 0 h 49"/>
                <a:gd name="T4" fmla="*/ 2 w 40"/>
                <a:gd name="T5" fmla="*/ 0 h 49"/>
                <a:gd name="T6" fmla="*/ 2 w 40"/>
                <a:gd name="T7" fmla="*/ 10 h 49"/>
                <a:gd name="T8" fmla="*/ 25 w 40"/>
                <a:gd name="T9" fmla="*/ 10 h 49"/>
                <a:gd name="T10" fmla="*/ 0 w 40"/>
                <a:gd name="T11" fmla="*/ 41 h 49"/>
                <a:gd name="T12" fmla="*/ 0 w 40"/>
                <a:gd name="T13" fmla="*/ 49 h 49"/>
                <a:gd name="T14" fmla="*/ 40 w 40"/>
                <a:gd name="T15" fmla="*/ 49 h 49"/>
                <a:gd name="T16" fmla="*/ 40 w 40"/>
                <a:gd name="T17" fmla="*/ 40 h 49"/>
                <a:gd name="T18" fmla="*/ 14 w 40"/>
                <a:gd name="T19" fmla="*/ 40 h 49"/>
                <a:gd name="T20" fmla="*/ 40 w 40"/>
                <a:gd name="T21"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49">
                  <a:moveTo>
                    <a:pt x="40" y="8"/>
                  </a:moveTo>
                  <a:lnTo>
                    <a:pt x="40" y="0"/>
                  </a:lnTo>
                  <a:lnTo>
                    <a:pt x="2" y="0"/>
                  </a:lnTo>
                  <a:lnTo>
                    <a:pt x="2" y="10"/>
                  </a:lnTo>
                  <a:lnTo>
                    <a:pt x="25" y="10"/>
                  </a:lnTo>
                  <a:lnTo>
                    <a:pt x="0" y="41"/>
                  </a:lnTo>
                  <a:lnTo>
                    <a:pt x="0" y="49"/>
                  </a:lnTo>
                  <a:lnTo>
                    <a:pt x="40" y="49"/>
                  </a:lnTo>
                  <a:lnTo>
                    <a:pt x="40" y="40"/>
                  </a:lnTo>
                  <a:lnTo>
                    <a:pt x="14" y="40"/>
                  </a:lnTo>
                  <a:lnTo>
                    <a:pt x="40"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0" name="Freeform 31">
              <a:extLst>
                <a:ext uri="{FF2B5EF4-FFF2-40B4-BE49-F238E27FC236}">
                  <a16:creationId xmlns:a16="http://schemas.microsoft.com/office/drawing/2014/main" id="{1D1155FD-EB03-4C5F-A0DF-06AC1EA70613}"/>
                </a:ext>
              </a:extLst>
            </p:cNvPr>
            <p:cNvSpPr>
              <a:spLocks noEditPoints="1"/>
            </p:cNvSpPr>
            <p:nvPr/>
          </p:nvSpPr>
          <p:spPr bwMode="auto">
            <a:xfrm>
              <a:off x="6094413" y="2803525"/>
              <a:ext cx="314325" cy="123825"/>
            </a:xfrm>
            <a:custGeom>
              <a:avLst/>
              <a:gdLst>
                <a:gd name="T0" fmla="*/ 135 w 145"/>
                <a:gd name="T1" fmla="*/ 15 h 57"/>
                <a:gd name="T2" fmla="*/ 24 w 145"/>
                <a:gd name="T3" fmla="*/ 16 h 57"/>
                <a:gd name="T4" fmla="*/ 10 w 145"/>
                <a:gd name="T5" fmla="*/ 13 h 57"/>
                <a:gd name="T6" fmla="*/ 142 w 145"/>
                <a:gd name="T7" fmla="*/ 8 h 57"/>
                <a:gd name="T8" fmla="*/ 120 w 145"/>
                <a:gd name="T9" fmla="*/ 18 h 57"/>
                <a:gd name="T10" fmla="*/ 42 w 145"/>
                <a:gd name="T11" fmla="*/ 47 h 57"/>
                <a:gd name="T12" fmla="*/ 11 w 145"/>
                <a:gd name="T13" fmla="*/ 20 h 57"/>
                <a:gd name="T14" fmla="*/ 127 w 145"/>
                <a:gd name="T15" fmla="*/ 32 h 57"/>
                <a:gd name="T16" fmla="*/ 98 w 145"/>
                <a:gd name="T17" fmla="*/ 49 h 57"/>
                <a:gd name="T18" fmla="*/ 85 w 145"/>
                <a:gd name="T19" fmla="*/ 50 h 57"/>
                <a:gd name="T20" fmla="*/ 70 w 145"/>
                <a:gd name="T21" fmla="*/ 52 h 57"/>
                <a:gd name="T22" fmla="*/ 97 w 145"/>
                <a:gd name="T23" fmla="*/ 47 h 57"/>
                <a:gd name="T24" fmla="*/ 92 w 145"/>
                <a:gd name="T25" fmla="*/ 50 h 57"/>
                <a:gd name="T26" fmla="*/ 0 w 145"/>
                <a:gd name="T27" fmla="*/ 26 h 57"/>
                <a:gd name="T28" fmla="*/ 138 w 145"/>
                <a:gd name="T29" fmla="*/ 17 h 57"/>
                <a:gd name="T30" fmla="*/ 82 w 145"/>
                <a:gd name="T31" fmla="*/ 44 h 57"/>
                <a:gd name="T32" fmla="*/ 64 w 145"/>
                <a:gd name="T33" fmla="*/ 44 h 57"/>
                <a:gd name="T34" fmla="*/ 13 w 145"/>
                <a:gd name="T35" fmla="*/ 27 h 57"/>
                <a:gd name="T36" fmla="*/ 13 w 145"/>
                <a:gd name="T37" fmla="*/ 33 h 57"/>
                <a:gd name="T38" fmla="*/ 17 w 145"/>
                <a:gd name="T39" fmla="*/ 31 h 57"/>
                <a:gd name="T40" fmla="*/ 18 w 145"/>
                <a:gd name="T41" fmla="*/ 31 h 57"/>
                <a:gd name="T42" fmla="*/ 19 w 145"/>
                <a:gd name="T43" fmla="*/ 34 h 57"/>
                <a:gd name="T44" fmla="*/ 18 w 145"/>
                <a:gd name="T45" fmla="*/ 35 h 57"/>
                <a:gd name="T46" fmla="*/ 26 w 145"/>
                <a:gd name="T47" fmla="*/ 43 h 57"/>
                <a:gd name="T48" fmla="*/ 22 w 145"/>
                <a:gd name="T49" fmla="*/ 41 h 57"/>
                <a:gd name="T50" fmla="*/ 28 w 145"/>
                <a:gd name="T51" fmla="*/ 38 h 57"/>
                <a:gd name="T52" fmla="*/ 27 w 145"/>
                <a:gd name="T53" fmla="*/ 44 h 57"/>
                <a:gd name="T54" fmla="*/ 31 w 145"/>
                <a:gd name="T55" fmla="*/ 39 h 57"/>
                <a:gd name="T56" fmla="*/ 35 w 145"/>
                <a:gd name="T57" fmla="*/ 41 h 57"/>
                <a:gd name="T58" fmla="*/ 39 w 145"/>
                <a:gd name="T59" fmla="*/ 42 h 57"/>
                <a:gd name="T60" fmla="*/ 41 w 145"/>
                <a:gd name="T61" fmla="*/ 50 h 57"/>
                <a:gd name="T62" fmla="*/ 39 w 145"/>
                <a:gd name="T63" fmla="*/ 49 h 57"/>
                <a:gd name="T64" fmla="*/ 44 w 145"/>
                <a:gd name="T65" fmla="*/ 50 h 57"/>
                <a:gd name="T66" fmla="*/ 46 w 145"/>
                <a:gd name="T67" fmla="*/ 51 h 57"/>
                <a:gd name="T68" fmla="*/ 49 w 145"/>
                <a:gd name="T69" fmla="*/ 45 h 57"/>
                <a:gd name="T70" fmla="*/ 62 w 145"/>
                <a:gd name="T71" fmla="*/ 54 h 57"/>
                <a:gd name="T72" fmla="*/ 61 w 145"/>
                <a:gd name="T73" fmla="*/ 47 h 57"/>
                <a:gd name="T74" fmla="*/ 66 w 145"/>
                <a:gd name="T75" fmla="*/ 54 h 57"/>
                <a:gd name="T76" fmla="*/ 65 w 145"/>
                <a:gd name="T77" fmla="*/ 48 h 57"/>
                <a:gd name="T78" fmla="*/ 69 w 145"/>
                <a:gd name="T79" fmla="*/ 54 h 57"/>
                <a:gd name="T80" fmla="*/ 74 w 145"/>
                <a:gd name="T81" fmla="*/ 53 h 57"/>
                <a:gd name="T82" fmla="*/ 74 w 145"/>
                <a:gd name="T83" fmla="*/ 48 h 57"/>
                <a:gd name="T84" fmla="*/ 77 w 145"/>
                <a:gd name="T85" fmla="*/ 51 h 57"/>
                <a:gd name="T86" fmla="*/ 77 w 145"/>
                <a:gd name="T87" fmla="*/ 54 h 57"/>
                <a:gd name="T88" fmla="*/ 83 w 145"/>
                <a:gd name="T89" fmla="*/ 52 h 57"/>
                <a:gd name="T90" fmla="*/ 80 w 145"/>
                <a:gd name="T91" fmla="*/ 48 h 57"/>
                <a:gd name="T92" fmla="*/ 87 w 145"/>
                <a:gd name="T93" fmla="*/ 54 h 57"/>
                <a:gd name="T94" fmla="*/ 92 w 145"/>
                <a:gd name="T95" fmla="*/ 51 h 57"/>
                <a:gd name="T96" fmla="*/ 89 w 145"/>
                <a:gd name="T97" fmla="*/ 53 h 57"/>
                <a:gd name="T98" fmla="*/ 97 w 145"/>
                <a:gd name="T99" fmla="*/ 52 h 57"/>
                <a:gd name="T100" fmla="*/ 99 w 145"/>
                <a:gd name="T101" fmla="*/ 48 h 57"/>
                <a:gd name="T102" fmla="*/ 101 w 145"/>
                <a:gd name="T103" fmla="*/ 44 h 57"/>
                <a:gd name="T104" fmla="*/ 111 w 145"/>
                <a:gd name="T105" fmla="*/ 48 h 57"/>
                <a:gd name="T106" fmla="*/ 105 w 145"/>
                <a:gd name="T107" fmla="*/ 44 h 57"/>
                <a:gd name="T108" fmla="*/ 109 w 145"/>
                <a:gd name="T109" fmla="*/ 42 h 57"/>
                <a:gd name="T110" fmla="*/ 115 w 145"/>
                <a:gd name="T111" fmla="*/ 42 h 57"/>
                <a:gd name="T112" fmla="*/ 121 w 145"/>
                <a:gd name="T113" fmla="*/ 43 h 57"/>
                <a:gd name="T114" fmla="*/ 119 w 145"/>
                <a:gd name="T115" fmla="*/ 37 h 57"/>
                <a:gd name="T116" fmla="*/ 124 w 145"/>
                <a:gd name="T117" fmla="*/ 34 h 57"/>
                <a:gd name="T118" fmla="*/ 135 w 145"/>
                <a:gd name="T119" fmla="*/ 34 h 57"/>
                <a:gd name="T120" fmla="*/ 132 w 145"/>
                <a:gd name="T121" fmla="*/ 28 h 57"/>
                <a:gd name="T122" fmla="*/ 137 w 145"/>
                <a:gd name="T123" fmla="*/ 3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5" h="57">
                  <a:moveTo>
                    <a:pt x="135" y="15"/>
                  </a:moveTo>
                  <a:cubicBezTo>
                    <a:pt x="133" y="15"/>
                    <a:pt x="131" y="16"/>
                    <a:pt x="127" y="18"/>
                  </a:cubicBezTo>
                  <a:cubicBezTo>
                    <a:pt x="127" y="18"/>
                    <a:pt x="124" y="20"/>
                    <a:pt x="122" y="20"/>
                  </a:cubicBezTo>
                  <a:cubicBezTo>
                    <a:pt x="121" y="20"/>
                    <a:pt x="121" y="20"/>
                    <a:pt x="121" y="20"/>
                  </a:cubicBezTo>
                  <a:cubicBezTo>
                    <a:pt x="126" y="28"/>
                    <a:pt x="126" y="28"/>
                    <a:pt x="126" y="28"/>
                  </a:cubicBezTo>
                  <a:cubicBezTo>
                    <a:pt x="132" y="24"/>
                    <a:pt x="135" y="21"/>
                    <a:pt x="135" y="21"/>
                  </a:cubicBezTo>
                  <a:cubicBezTo>
                    <a:pt x="135" y="21"/>
                    <a:pt x="137" y="18"/>
                    <a:pt x="137" y="17"/>
                  </a:cubicBezTo>
                  <a:cubicBezTo>
                    <a:pt x="137" y="16"/>
                    <a:pt x="137" y="16"/>
                    <a:pt x="137" y="16"/>
                  </a:cubicBezTo>
                  <a:cubicBezTo>
                    <a:pt x="137" y="15"/>
                    <a:pt x="136" y="15"/>
                    <a:pt x="135" y="15"/>
                  </a:cubicBezTo>
                  <a:moveTo>
                    <a:pt x="7" y="16"/>
                  </a:moveTo>
                  <a:cubicBezTo>
                    <a:pt x="8" y="15"/>
                    <a:pt x="8" y="15"/>
                    <a:pt x="8" y="15"/>
                  </a:cubicBezTo>
                  <a:cubicBezTo>
                    <a:pt x="8" y="15"/>
                    <a:pt x="8" y="15"/>
                    <a:pt x="8" y="15"/>
                  </a:cubicBezTo>
                  <a:cubicBezTo>
                    <a:pt x="9" y="15"/>
                    <a:pt x="10" y="14"/>
                    <a:pt x="11" y="14"/>
                  </a:cubicBezTo>
                  <a:cubicBezTo>
                    <a:pt x="12" y="14"/>
                    <a:pt x="12" y="15"/>
                    <a:pt x="13" y="15"/>
                  </a:cubicBezTo>
                  <a:cubicBezTo>
                    <a:pt x="15" y="15"/>
                    <a:pt x="17" y="17"/>
                    <a:pt x="21" y="18"/>
                  </a:cubicBezTo>
                  <a:cubicBezTo>
                    <a:pt x="22" y="18"/>
                    <a:pt x="22" y="18"/>
                    <a:pt x="22" y="18"/>
                  </a:cubicBezTo>
                  <a:cubicBezTo>
                    <a:pt x="24" y="18"/>
                    <a:pt x="24" y="17"/>
                    <a:pt x="24" y="17"/>
                  </a:cubicBezTo>
                  <a:cubicBezTo>
                    <a:pt x="24" y="16"/>
                    <a:pt x="24" y="16"/>
                    <a:pt x="24" y="16"/>
                  </a:cubicBezTo>
                  <a:cubicBezTo>
                    <a:pt x="24" y="16"/>
                    <a:pt x="24" y="16"/>
                    <a:pt x="24" y="16"/>
                  </a:cubicBezTo>
                  <a:cubicBezTo>
                    <a:pt x="23" y="15"/>
                    <a:pt x="23" y="15"/>
                    <a:pt x="23" y="15"/>
                  </a:cubicBezTo>
                  <a:cubicBezTo>
                    <a:pt x="22" y="14"/>
                    <a:pt x="21" y="13"/>
                    <a:pt x="18" y="10"/>
                  </a:cubicBezTo>
                  <a:cubicBezTo>
                    <a:pt x="13" y="6"/>
                    <a:pt x="12" y="2"/>
                    <a:pt x="12" y="0"/>
                  </a:cubicBezTo>
                  <a:cubicBezTo>
                    <a:pt x="11" y="2"/>
                    <a:pt x="10" y="4"/>
                    <a:pt x="10" y="6"/>
                  </a:cubicBezTo>
                  <a:cubicBezTo>
                    <a:pt x="10" y="9"/>
                    <a:pt x="11" y="12"/>
                    <a:pt x="11" y="12"/>
                  </a:cubicBezTo>
                  <a:cubicBezTo>
                    <a:pt x="11" y="13"/>
                    <a:pt x="11" y="13"/>
                    <a:pt x="11" y="13"/>
                  </a:cubicBezTo>
                  <a:cubicBezTo>
                    <a:pt x="11" y="13"/>
                    <a:pt x="11" y="13"/>
                    <a:pt x="11" y="13"/>
                  </a:cubicBezTo>
                  <a:cubicBezTo>
                    <a:pt x="10" y="13"/>
                    <a:pt x="10" y="13"/>
                    <a:pt x="10" y="13"/>
                  </a:cubicBezTo>
                  <a:cubicBezTo>
                    <a:pt x="10" y="12"/>
                    <a:pt x="10" y="12"/>
                    <a:pt x="10" y="12"/>
                  </a:cubicBezTo>
                  <a:cubicBezTo>
                    <a:pt x="6" y="11"/>
                    <a:pt x="3" y="8"/>
                    <a:pt x="2" y="7"/>
                  </a:cubicBezTo>
                  <a:cubicBezTo>
                    <a:pt x="2" y="12"/>
                    <a:pt x="7" y="16"/>
                    <a:pt x="7" y="16"/>
                  </a:cubicBezTo>
                  <a:moveTo>
                    <a:pt x="122" y="19"/>
                  </a:moveTo>
                  <a:cubicBezTo>
                    <a:pt x="124" y="19"/>
                    <a:pt x="127" y="18"/>
                    <a:pt x="127" y="18"/>
                  </a:cubicBezTo>
                  <a:cubicBezTo>
                    <a:pt x="130" y="15"/>
                    <a:pt x="133" y="14"/>
                    <a:pt x="135" y="14"/>
                  </a:cubicBezTo>
                  <a:cubicBezTo>
                    <a:pt x="136" y="14"/>
                    <a:pt x="136" y="14"/>
                    <a:pt x="136" y="14"/>
                  </a:cubicBezTo>
                  <a:cubicBezTo>
                    <a:pt x="138" y="16"/>
                    <a:pt x="138" y="16"/>
                    <a:pt x="138" y="16"/>
                  </a:cubicBezTo>
                  <a:cubicBezTo>
                    <a:pt x="141" y="14"/>
                    <a:pt x="142" y="10"/>
                    <a:pt x="142" y="8"/>
                  </a:cubicBezTo>
                  <a:cubicBezTo>
                    <a:pt x="140" y="10"/>
                    <a:pt x="135" y="12"/>
                    <a:pt x="135" y="12"/>
                  </a:cubicBezTo>
                  <a:cubicBezTo>
                    <a:pt x="134" y="12"/>
                    <a:pt x="134" y="12"/>
                    <a:pt x="134" y="12"/>
                  </a:cubicBezTo>
                  <a:cubicBezTo>
                    <a:pt x="134" y="11"/>
                    <a:pt x="134" y="11"/>
                    <a:pt x="134" y="11"/>
                  </a:cubicBezTo>
                  <a:cubicBezTo>
                    <a:pt x="134" y="10"/>
                    <a:pt x="134" y="10"/>
                    <a:pt x="134" y="10"/>
                  </a:cubicBezTo>
                  <a:cubicBezTo>
                    <a:pt x="134" y="5"/>
                    <a:pt x="133" y="3"/>
                    <a:pt x="132" y="1"/>
                  </a:cubicBezTo>
                  <a:cubicBezTo>
                    <a:pt x="132" y="2"/>
                    <a:pt x="132" y="2"/>
                    <a:pt x="132" y="2"/>
                  </a:cubicBezTo>
                  <a:cubicBezTo>
                    <a:pt x="132" y="4"/>
                    <a:pt x="132" y="4"/>
                    <a:pt x="132" y="4"/>
                  </a:cubicBezTo>
                  <a:cubicBezTo>
                    <a:pt x="131" y="6"/>
                    <a:pt x="127" y="10"/>
                    <a:pt x="125" y="12"/>
                  </a:cubicBezTo>
                  <a:cubicBezTo>
                    <a:pt x="124" y="14"/>
                    <a:pt x="120" y="16"/>
                    <a:pt x="120" y="18"/>
                  </a:cubicBezTo>
                  <a:cubicBezTo>
                    <a:pt x="121" y="19"/>
                    <a:pt x="121" y="19"/>
                    <a:pt x="121" y="19"/>
                  </a:cubicBezTo>
                  <a:lnTo>
                    <a:pt x="122" y="19"/>
                  </a:lnTo>
                  <a:close/>
                  <a:moveTo>
                    <a:pt x="42" y="44"/>
                  </a:moveTo>
                  <a:cubicBezTo>
                    <a:pt x="42" y="44"/>
                    <a:pt x="42" y="44"/>
                    <a:pt x="42" y="44"/>
                  </a:cubicBezTo>
                  <a:cubicBezTo>
                    <a:pt x="42" y="44"/>
                    <a:pt x="42" y="44"/>
                    <a:pt x="42" y="44"/>
                  </a:cubicBezTo>
                  <a:cubicBezTo>
                    <a:pt x="40" y="46"/>
                    <a:pt x="40" y="46"/>
                    <a:pt x="40" y="46"/>
                  </a:cubicBezTo>
                  <a:cubicBezTo>
                    <a:pt x="40" y="46"/>
                    <a:pt x="40" y="46"/>
                    <a:pt x="40" y="46"/>
                  </a:cubicBezTo>
                  <a:cubicBezTo>
                    <a:pt x="40" y="46"/>
                    <a:pt x="40" y="46"/>
                    <a:pt x="40" y="46"/>
                  </a:cubicBezTo>
                  <a:cubicBezTo>
                    <a:pt x="42" y="47"/>
                    <a:pt x="42" y="47"/>
                    <a:pt x="42" y="47"/>
                  </a:cubicBezTo>
                  <a:cubicBezTo>
                    <a:pt x="42" y="47"/>
                    <a:pt x="42" y="47"/>
                    <a:pt x="42" y="47"/>
                  </a:cubicBezTo>
                  <a:cubicBezTo>
                    <a:pt x="42" y="46"/>
                    <a:pt x="42" y="46"/>
                    <a:pt x="42" y="46"/>
                  </a:cubicBezTo>
                  <a:lnTo>
                    <a:pt x="42" y="44"/>
                  </a:lnTo>
                  <a:close/>
                  <a:moveTo>
                    <a:pt x="21" y="18"/>
                  </a:moveTo>
                  <a:cubicBezTo>
                    <a:pt x="17" y="17"/>
                    <a:pt x="15" y="16"/>
                    <a:pt x="13" y="15"/>
                  </a:cubicBezTo>
                  <a:cubicBezTo>
                    <a:pt x="11" y="15"/>
                    <a:pt x="11" y="15"/>
                    <a:pt x="11" y="15"/>
                  </a:cubicBezTo>
                  <a:cubicBezTo>
                    <a:pt x="9" y="15"/>
                    <a:pt x="8" y="15"/>
                    <a:pt x="8" y="16"/>
                  </a:cubicBezTo>
                  <a:cubicBezTo>
                    <a:pt x="8" y="17"/>
                    <a:pt x="9" y="17"/>
                    <a:pt x="10" y="19"/>
                  </a:cubicBezTo>
                  <a:cubicBezTo>
                    <a:pt x="11" y="20"/>
                    <a:pt x="11" y="20"/>
                    <a:pt x="11" y="20"/>
                  </a:cubicBezTo>
                  <a:cubicBezTo>
                    <a:pt x="11" y="21"/>
                    <a:pt x="14" y="23"/>
                    <a:pt x="18" y="26"/>
                  </a:cubicBezTo>
                  <a:cubicBezTo>
                    <a:pt x="24" y="18"/>
                    <a:pt x="24" y="18"/>
                    <a:pt x="24" y="18"/>
                  </a:cubicBezTo>
                  <a:cubicBezTo>
                    <a:pt x="22" y="18"/>
                    <a:pt x="22" y="18"/>
                    <a:pt x="22" y="18"/>
                  </a:cubicBezTo>
                  <a:lnTo>
                    <a:pt x="21" y="18"/>
                  </a:lnTo>
                  <a:close/>
                  <a:moveTo>
                    <a:pt x="127" y="32"/>
                  </a:moveTo>
                  <a:cubicBezTo>
                    <a:pt x="126" y="33"/>
                    <a:pt x="126" y="34"/>
                    <a:pt x="127" y="35"/>
                  </a:cubicBezTo>
                  <a:cubicBezTo>
                    <a:pt x="127" y="37"/>
                    <a:pt x="129" y="38"/>
                    <a:pt x="131" y="37"/>
                  </a:cubicBezTo>
                  <a:cubicBezTo>
                    <a:pt x="132" y="36"/>
                    <a:pt x="132" y="35"/>
                    <a:pt x="131" y="33"/>
                  </a:cubicBezTo>
                  <a:cubicBezTo>
                    <a:pt x="130" y="32"/>
                    <a:pt x="128" y="31"/>
                    <a:pt x="127" y="32"/>
                  </a:cubicBezTo>
                  <a:moveTo>
                    <a:pt x="71" y="51"/>
                  </a:moveTo>
                  <a:cubicBezTo>
                    <a:pt x="71" y="51"/>
                    <a:pt x="71" y="51"/>
                    <a:pt x="71" y="51"/>
                  </a:cubicBezTo>
                  <a:cubicBezTo>
                    <a:pt x="72" y="50"/>
                    <a:pt x="72" y="50"/>
                    <a:pt x="72" y="50"/>
                  </a:cubicBezTo>
                  <a:cubicBezTo>
                    <a:pt x="72" y="49"/>
                    <a:pt x="72" y="49"/>
                    <a:pt x="71" y="49"/>
                  </a:cubicBezTo>
                  <a:cubicBezTo>
                    <a:pt x="70" y="49"/>
                    <a:pt x="70" y="49"/>
                    <a:pt x="70" y="49"/>
                  </a:cubicBezTo>
                  <a:cubicBezTo>
                    <a:pt x="70" y="51"/>
                    <a:pt x="70" y="51"/>
                    <a:pt x="70" y="51"/>
                  </a:cubicBezTo>
                  <a:lnTo>
                    <a:pt x="71" y="51"/>
                  </a:lnTo>
                  <a:close/>
                  <a:moveTo>
                    <a:pt x="98" y="48"/>
                  </a:moveTo>
                  <a:cubicBezTo>
                    <a:pt x="98" y="49"/>
                    <a:pt x="98" y="49"/>
                    <a:pt x="98" y="49"/>
                  </a:cubicBezTo>
                  <a:cubicBezTo>
                    <a:pt x="98" y="50"/>
                    <a:pt x="98" y="50"/>
                    <a:pt x="98" y="50"/>
                  </a:cubicBezTo>
                  <a:cubicBezTo>
                    <a:pt x="98" y="51"/>
                    <a:pt x="98" y="52"/>
                    <a:pt x="99" y="51"/>
                  </a:cubicBezTo>
                  <a:cubicBezTo>
                    <a:pt x="100" y="51"/>
                    <a:pt x="101" y="50"/>
                    <a:pt x="100" y="49"/>
                  </a:cubicBezTo>
                  <a:cubicBezTo>
                    <a:pt x="100" y="49"/>
                    <a:pt x="100" y="48"/>
                    <a:pt x="98" y="48"/>
                  </a:cubicBezTo>
                  <a:moveTo>
                    <a:pt x="83" y="48"/>
                  </a:moveTo>
                  <a:cubicBezTo>
                    <a:pt x="82" y="49"/>
                    <a:pt x="82" y="49"/>
                    <a:pt x="82" y="49"/>
                  </a:cubicBezTo>
                  <a:cubicBezTo>
                    <a:pt x="83" y="51"/>
                    <a:pt x="83" y="51"/>
                    <a:pt x="83" y="51"/>
                  </a:cubicBezTo>
                  <a:cubicBezTo>
                    <a:pt x="83" y="51"/>
                    <a:pt x="83" y="51"/>
                    <a:pt x="83" y="51"/>
                  </a:cubicBezTo>
                  <a:cubicBezTo>
                    <a:pt x="85" y="51"/>
                    <a:pt x="85" y="50"/>
                    <a:pt x="85" y="50"/>
                  </a:cubicBezTo>
                  <a:cubicBezTo>
                    <a:pt x="85" y="49"/>
                    <a:pt x="84" y="48"/>
                    <a:pt x="83" y="48"/>
                  </a:cubicBezTo>
                  <a:moveTo>
                    <a:pt x="26" y="38"/>
                  </a:moveTo>
                  <a:cubicBezTo>
                    <a:pt x="26" y="36"/>
                    <a:pt x="26" y="36"/>
                    <a:pt x="26" y="36"/>
                  </a:cubicBezTo>
                  <a:cubicBezTo>
                    <a:pt x="25" y="36"/>
                    <a:pt x="25" y="36"/>
                    <a:pt x="25" y="36"/>
                  </a:cubicBezTo>
                  <a:cubicBezTo>
                    <a:pt x="24" y="37"/>
                    <a:pt x="24" y="37"/>
                    <a:pt x="24" y="37"/>
                  </a:cubicBezTo>
                  <a:cubicBezTo>
                    <a:pt x="25" y="38"/>
                    <a:pt x="25" y="38"/>
                    <a:pt x="25" y="38"/>
                  </a:cubicBezTo>
                  <a:cubicBezTo>
                    <a:pt x="26" y="39"/>
                    <a:pt x="26" y="38"/>
                    <a:pt x="26" y="38"/>
                  </a:cubicBezTo>
                  <a:moveTo>
                    <a:pt x="70" y="52"/>
                  </a:moveTo>
                  <a:cubicBezTo>
                    <a:pt x="70" y="52"/>
                    <a:pt x="70" y="52"/>
                    <a:pt x="70" y="52"/>
                  </a:cubicBezTo>
                  <a:cubicBezTo>
                    <a:pt x="70" y="54"/>
                    <a:pt x="70" y="54"/>
                    <a:pt x="70" y="54"/>
                  </a:cubicBezTo>
                  <a:cubicBezTo>
                    <a:pt x="70" y="54"/>
                    <a:pt x="70" y="55"/>
                    <a:pt x="71" y="55"/>
                  </a:cubicBezTo>
                  <a:cubicBezTo>
                    <a:pt x="72" y="55"/>
                    <a:pt x="72" y="54"/>
                    <a:pt x="73" y="53"/>
                  </a:cubicBezTo>
                  <a:cubicBezTo>
                    <a:pt x="73" y="53"/>
                    <a:pt x="72" y="52"/>
                    <a:pt x="70" y="52"/>
                  </a:cubicBezTo>
                  <a:moveTo>
                    <a:pt x="98" y="48"/>
                  </a:moveTo>
                  <a:cubicBezTo>
                    <a:pt x="98" y="48"/>
                    <a:pt x="98" y="48"/>
                    <a:pt x="98" y="48"/>
                  </a:cubicBezTo>
                  <a:cubicBezTo>
                    <a:pt x="99" y="47"/>
                    <a:pt x="99" y="47"/>
                    <a:pt x="99" y="47"/>
                  </a:cubicBezTo>
                  <a:cubicBezTo>
                    <a:pt x="99" y="46"/>
                    <a:pt x="98" y="45"/>
                    <a:pt x="97" y="45"/>
                  </a:cubicBezTo>
                  <a:cubicBezTo>
                    <a:pt x="97" y="47"/>
                    <a:pt x="97" y="47"/>
                    <a:pt x="97" y="47"/>
                  </a:cubicBezTo>
                  <a:cubicBezTo>
                    <a:pt x="97" y="48"/>
                    <a:pt x="97" y="48"/>
                    <a:pt x="97" y="48"/>
                  </a:cubicBezTo>
                  <a:lnTo>
                    <a:pt x="98" y="48"/>
                  </a:lnTo>
                  <a:close/>
                  <a:moveTo>
                    <a:pt x="91" y="48"/>
                  </a:moveTo>
                  <a:cubicBezTo>
                    <a:pt x="91" y="48"/>
                    <a:pt x="91" y="48"/>
                    <a:pt x="91" y="48"/>
                  </a:cubicBezTo>
                  <a:cubicBezTo>
                    <a:pt x="90" y="48"/>
                    <a:pt x="90" y="48"/>
                    <a:pt x="90" y="48"/>
                  </a:cubicBezTo>
                  <a:cubicBezTo>
                    <a:pt x="90" y="50"/>
                    <a:pt x="90" y="50"/>
                    <a:pt x="90" y="50"/>
                  </a:cubicBezTo>
                  <a:cubicBezTo>
                    <a:pt x="90" y="51"/>
                    <a:pt x="90" y="51"/>
                    <a:pt x="90" y="51"/>
                  </a:cubicBezTo>
                  <a:cubicBezTo>
                    <a:pt x="90" y="51"/>
                    <a:pt x="90" y="51"/>
                    <a:pt x="90" y="51"/>
                  </a:cubicBezTo>
                  <a:cubicBezTo>
                    <a:pt x="92" y="50"/>
                    <a:pt x="92" y="50"/>
                    <a:pt x="92" y="50"/>
                  </a:cubicBezTo>
                  <a:cubicBezTo>
                    <a:pt x="92" y="50"/>
                    <a:pt x="92" y="50"/>
                    <a:pt x="92" y="50"/>
                  </a:cubicBezTo>
                  <a:cubicBezTo>
                    <a:pt x="92" y="50"/>
                    <a:pt x="92" y="50"/>
                    <a:pt x="92" y="50"/>
                  </a:cubicBezTo>
                  <a:lnTo>
                    <a:pt x="91" y="48"/>
                  </a:lnTo>
                  <a:close/>
                  <a:moveTo>
                    <a:pt x="11" y="21"/>
                  </a:moveTo>
                  <a:cubicBezTo>
                    <a:pt x="9" y="19"/>
                    <a:pt x="9" y="19"/>
                    <a:pt x="9" y="19"/>
                  </a:cubicBezTo>
                  <a:cubicBezTo>
                    <a:pt x="8" y="18"/>
                    <a:pt x="8" y="17"/>
                    <a:pt x="8" y="16"/>
                  </a:cubicBezTo>
                  <a:cubicBezTo>
                    <a:pt x="7" y="17"/>
                    <a:pt x="7" y="17"/>
                    <a:pt x="7" y="17"/>
                  </a:cubicBezTo>
                  <a:cubicBezTo>
                    <a:pt x="7" y="17"/>
                    <a:pt x="5" y="19"/>
                    <a:pt x="2" y="23"/>
                  </a:cubicBezTo>
                  <a:cubicBezTo>
                    <a:pt x="1" y="24"/>
                    <a:pt x="0" y="25"/>
                    <a:pt x="0" y="26"/>
                  </a:cubicBezTo>
                  <a:cubicBezTo>
                    <a:pt x="0" y="28"/>
                    <a:pt x="2" y="30"/>
                    <a:pt x="2" y="30"/>
                  </a:cubicBezTo>
                  <a:cubicBezTo>
                    <a:pt x="2" y="30"/>
                    <a:pt x="10" y="37"/>
                    <a:pt x="23" y="44"/>
                  </a:cubicBezTo>
                  <a:cubicBezTo>
                    <a:pt x="35" y="50"/>
                    <a:pt x="53" y="57"/>
                    <a:pt x="74" y="57"/>
                  </a:cubicBezTo>
                  <a:cubicBezTo>
                    <a:pt x="114" y="57"/>
                    <a:pt x="140" y="33"/>
                    <a:pt x="143" y="30"/>
                  </a:cubicBezTo>
                  <a:cubicBezTo>
                    <a:pt x="145" y="28"/>
                    <a:pt x="145" y="26"/>
                    <a:pt x="145" y="25"/>
                  </a:cubicBezTo>
                  <a:cubicBezTo>
                    <a:pt x="145" y="24"/>
                    <a:pt x="145" y="23"/>
                    <a:pt x="145" y="23"/>
                  </a:cubicBezTo>
                  <a:cubicBezTo>
                    <a:pt x="138" y="17"/>
                    <a:pt x="138" y="17"/>
                    <a:pt x="138" y="17"/>
                  </a:cubicBezTo>
                  <a:cubicBezTo>
                    <a:pt x="138" y="16"/>
                    <a:pt x="138" y="16"/>
                    <a:pt x="138" y="16"/>
                  </a:cubicBezTo>
                  <a:cubicBezTo>
                    <a:pt x="138" y="17"/>
                    <a:pt x="138" y="17"/>
                    <a:pt x="138" y="17"/>
                  </a:cubicBezTo>
                  <a:cubicBezTo>
                    <a:pt x="138" y="19"/>
                    <a:pt x="135" y="21"/>
                    <a:pt x="135" y="21"/>
                  </a:cubicBezTo>
                  <a:cubicBezTo>
                    <a:pt x="135" y="21"/>
                    <a:pt x="120" y="36"/>
                    <a:pt x="95" y="42"/>
                  </a:cubicBezTo>
                  <a:cubicBezTo>
                    <a:pt x="94" y="42"/>
                    <a:pt x="94" y="42"/>
                    <a:pt x="94" y="42"/>
                  </a:cubicBezTo>
                  <a:cubicBezTo>
                    <a:pt x="93" y="43"/>
                    <a:pt x="92" y="43"/>
                    <a:pt x="91" y="43"/>
                  </a:cubicBezTo>
                  <a:cubicBezTo>
                    <a:pt x="91" y="43"/>
                    <a:pt x="91" y="43"/>
                    <a:pt x="91" y="43"/>
                  </a:cubicBezTo>
                  <a:cubicBezTo>
                    <a:pt x="89" y="44"/>
                    <a:pt x="88" y="44"/>
                    <a:pt x="87" y="44"/>
                  </a:cubicBezTo>
                  <a:cubicBezTo>
                    <a:pt x="86" y="44"/>
                    <a:pt x="86" y="44"/>
                    <a:pt x="86" y="44"/>
                  </a:cubicBezTo>
                  <a:cubicBezTo>
                    <a:pt x="85" y="44"/>
                    <a:pt x="84" y="44"/>
                    <a:pt x="83" y="44"/>
                  </a:cubicBezTo>
                  <a:cubicBezTo>
                    <a:pt x="82" y="44"/>
                    <a:pt x="82" y="44"/>
                    <a:pt x="82" y="44"/>
                  </a:cubicBezTo>
                  <a:cubicBezTo>
                    <a:pt x="81" y="45"/>
                    <a:pt x="80" y="45"/>
                    <a:pt x="79" y="45"/>
                  </a:cubicBezTo>
                  <a:cubicBezTo>
                    <a:pt x="78" y="45"/>
                    <a:pt x="78" y="45"/>
                    <a:pt x="78" y="45"/>
                  </a:cubicBezTo>
                  <a:cubicBezTo>
                    <a:pt x="76" y="45"/>
                    <a:pt x="75" y="45"/>
                    <a:pt x="74" y="45"/>
                  </a:cubicBezTo>
                  <a:cubicBezTo>
                    <a:pt x="74" y="45"/>
                    <a:pt x="74" y="45"/>
                    <a:pt x="74" y="45"/>
                  </a:cubicBezTo>
                  <a:cubicBezTo>
                    <a:pt x="73" y="45"/>
                    <a:pt x="73" y="45"/>
                    <a:pt x="73" y="45"/>
                  </a:cubicBezTo>
                  <a:cubicBezTo>
                    <a:pt x="72" y="45"/>
                    <a:pt x="71" y="45"/>
                    <a:pt x="69" y="45"/>
                  </a:cubicBezTo>
                  <a:cubicBezTo>
                    <a:pt x="68" y="45"/>
                    <a:pt x="68" y="45"/>
                    <a:pt x="68" y="45"/>
                  </a:cubicBezTo>
                  <a:cubicBezTo>
                    <a:pt x="67" y="45"/>
                    <a:pt x="66" y="45"/>
                    <a:pt x="65" y="44"/>
                  </a:cubicBezTo>
                  <a:cubicBezTo>
                    <a:pt x="64" y="44"/>
                    <a:pt x="64" y="44"/>
                    <a:pt x="64" y="44"/>
                  </a:cubicBezTo>
                  <a:cubicBezTo>
                    <a:pt x="63" y="44"/>
                    <a:pt x="61" y="44"/>
                    <a:pt x="60" y="44"/>
                  </a:cubicBezTo>
                  <a:cubicBezTo>
                    <a:pt x="59" y="44"/>
                    <a:pt x="59" y="44"/>
                    <a:pt x="59" y="44"/>
                  </a:cubicBezTo>
                  <a:cubicBezTo>
                    <a:pt x="58" y="44"/>
                    <a:pt x="57" y="43"/>
                    <a:pt x="56" y="43"/>
                  </a:cubicBezTo>
                  <a:cubicBezTo>
                    <a:pt x="55" y="43"/>
                    <a:pt x="55" y="43"/>
                    <a:pt x="55" y="43"/>
                  </a:cubicBezTo>
                  <a:cubicBezTo>
                    <a:pt x="28" y="37"/>
                    <a:pt x="11" y="21"/>
                    <a:pt x="11" y="21"/>
                  </a:cubicBezTo>
                  <a:moveTo>
                    <a:pt x="11" y="34"/>
                  </a:moveTo>
                  <a:cubicBezTo>
                    <a:pt x="11" y="34"/>
                    <a:pt x="11" y="34"/>
                    <a:pt x="11" y="34"/>
                  </a:cubicBezTo>
                  <a:cubicBezTo>
                    <a:pt x="13" y="27"/>
                    <a:pt x="13" y="27"/>
                    <a:pt x="13" y="27"/>
                  </a:cubicBezTo>
                  <a:cubicBezTo>
                    <a:pt x="13" y="27"/>
                    <a:pt x="13" y="27"/>
                    <a:pt x="13" y="27"/>
                  </a:cubicBezTo>
                  <a:cubicBezTo>
                    <a:pt x="12" y="26"/>
                    <a:pt x="12" y="26"/>
                    <a:pt x="12" y="26"/>
                  </a:cubicBezTo>
                  <a:cubicBezTo>
                    <a:pt x="13" y="27"/>
                    <a:pt x="13" y="27"/>
                    <a:pt x="13" y="27"/>
                  </a:cubicBezTo>
                  <a:cubicBezTo>
                    <a:pt x="14" y="27"/>
                    <a:pt x="14" y="27"/>
                    <a:pt x="14" y="27"/>
                  </a:cubicBezTo>
                  <a:cubicBezTo>
                    <a:pt x="15" y="28"/>
                    <a:pt x="15" y="28"/>
                    <a:pt x="15" y="28"/>
                  </a:cubicBezTo>
                  <a:cubicBezTo>
                    <a:pt x="15" y="28"/>
                    <a:pt x="15" y="28"/>
                    <a:pt x="15" y="28"/>
                  </a:cubicBezTo>
                  <a:cubicBezTo>
                    <a:pt x="14" y="28"/>
                    <a:pt x="14" y="28"/>
                    <a:pt x="14" y="28"/>
                  </a:cubicBezTo>
                  <a:cubicBezTo>
                    <a:pt x="14" y="29"/>
                    <a:pt x="14" y="29"/>
                    <a:pt x="14" y="29"/>
                  </a:cubicBezTo>
                  <a:cubicBezTo>
                    <a:pt x="13" y="33"/>
                    <a:pt x="13" y="33"/>
                    <a:pt x="13" y="33"/>
                  </a:cubicBezTo>
                  <a:cubicBezTo>
                    <a:pt x="13" y="33"/>
                    <a:pt x="13" y="33"/>
                    <a:pt x="13" y="33"/>
                  </a:cubicBezTo>
                  <a:cubicBezTo>
                    <a:pt x="13" y="33"/>
                    <a:pt x="13" y="33"/>
                    <a:pt x="13" y="33"/>
                  </a:cubicBezTo>
                  <a:cubicBezTo>
                    <a:pt x="16" y="31"/>
                    <a:pt x="16" y="31"/>
                    <a:pt x="16" y="31"/>
                  </a:cubicBezTo>
                  <a:cubicBezTo>
                    <a:pt x="17" y="31"/>
                    <a:pt x="17" y="31"/>
                    <a:pt x="17" y="31"/>
                  </a:cubicBezTo>
                  <a:cubicBezTo>
                    <a:pt x="16" y="29"/>
                    <a:pt x="16" y="29"/>
                    <a:pt x="16" y="29"/>
                  </a:cubicBezTo>
                  <a:cubicBezTo>
                    <a:pt x="17" y="29"/>
                    <a:pt x="17" y="29"/>
                    <a:pt x="17" y="29"/>
                  </a:cubicBezTo>
                  <a:cubicBezTo>
                    <a:pt x="17" y="30"/>
                    <a:pt x="17" y="30"/>
                    <a:pt x="17" y="30"/>
                  </a:cubicBezTo>
                  <a:cubicBezTo>
                    <a:pt x="18" y="30"/>
                    <a:pt x="18" y="30"/>
                    <a:pt x="18" y="30"/>
                  </a:cubicBezTo>
                  <a:cubicBezTo>
                    <a:pt x="18" y="31"/>
                    <a:pt x="18" y="31"/>
                    <a:pt x="18" y="31"/>
                  </a:cubicBezTo>
                  <a:cubicBezTo>
                    <a:pt x="17" y="31"/>
                    <a:pt x="17" y="31"/>
                    <a:pt x="17" y="31"/>
                  </a:cubicBezTo>
                  <a:cubicBezTo>
                    <a:pt x="12" y="34"/>
                    <a:pt x="12" y="34"/>
                    <a:pt x="12" y="34"/>
                  </a:cubicBezTo>
                  <a:lnTo>
                    <a:pt x="11" y="34"/>
                  </a:lnTo>
                  <a:close/>
                  <a:moveTo>
                    <a:pt x="18" y="39"/>
                  </a:moveTo>
                  <a:cubicBezTo>
                    <a:pt x="17" y="38"/>
                    <a:pt x="17" y="38"/>
                    <a:pt x="16" y="37"/>
                  </a:cubicBezTo>
                  <a:cubicBezTo>
                    <a:pt x="15" y="37"/>
                    <a:pt x="15" y="37"/>
                    <a:pt x="15" y="37"/>
                  </a:cubicBezTo>
                  <a:cubicBezTo>
                    <a:pt x="15" y="37"/>
                    <a:pt x="15" y="37"/>
                    <a:pt x="15" y="37"/>
                  </a:cubicBezTo>
                  <a:cubicBezTo>
                    <a:pt x="15" y="36"/>
                    <a:pt x="16" y="37"/>
                    <a:pt x="16" y="36"/>
                  </a:cubicBezTo>
                  <a:cubicBezTo>
                    <a:pt x="19" y="32"/>
                    <a:pt x="19" y="32"/>
                    <a:pt x="19" y="32"/>
                  </a:cubicBezTo>
                  <a:cubicBezTo>
                    <a:pt x="18" y="31"/>
                    <a:pt x="18" y="31"/>
                    <a:pt x="18" y="31"/>
                  </a:cubicBezTo>
                  <a:cubicBezTo>
                    <a:pt x="19" y="31"/>
                    <a:pt x="19" y="31"/>
                    <a:pt x="19" y="31"/>
                  </a:cubicBezTo>
                  <a:cubicBezTo>
                    <a:pt x="19" y="31"/>
                    <a:pt x="20" y="31"/>
                    <a:pt x="21" y="32"/>
                  </a:cubicBezTo>
                  <a:cubicBezTo>
                    <a:pt x="23" y="33"/>
                    <a:pt x="23" y="33"/>
                    <a:pt x="23" y="33"/>
                  </a:cubicBezTo>
                  <a:cubicBezTo>
                    <a:pt x="23" y="34"/>
                    <a:pt x="23" y="34"/>
                    <a:pt x="23" y="34"/>
                  </a:cubicBezTo>
                  <a:cubicBezTo>
                    <a:pt x="22" y="34"/>
                    <a:pt x="22" y="34"/>
                    <a:pt x="22" y="34"/>
                  </a:cubicBezTo>
                  <a:cubicBezTo>
                    <a:pt x="22" y="35"/>
                    <a:pt x="22" y="35"/>
                    <a:pt x="22" y="35"/>
                  </a:cubicBezTo>
                  <a:cubicBezTo>
                    <a:pt x="22" y="34"/>
                    <a:pt x="23" y="34"/>
                    <a:pt x="21" y="33"/>
                  </a:cubicBezTo>
                  <a:cubicBezTo>
                    <a:pt x="20" y="32"/>
                    <a:pt x="20" y="32"/>
                    <a:pt x="20" y="33"/>
                  </a:cubicBezTo>
                  <a:cubicBezTo>
                    <a:pt x="19" y="34"/>
                    <a:pt x="19" y="34"/>
                    <a:pt x="19" y="34"/>
                  </a:cubicBezTo>
                  <a:cubicBezTo>
                    <a:pt x="19" y="35"/>
                    <a:pt x="19" y="35"/>
                    <a:pt x="19" y="35"/>
                  </a:cubicBezTo>
                  <a:cubicBezTo>
                    <a:pt x="20" y="35"/>
                    <a:pt x="20" y="35"/>
                    <a:pt x="20" y="35"/>
                  </a:cubicBezTo>
                  <a:cubicBezTo>
                    <a:pt x="21" y="35"/>
                    <a:pt x="21" y="35"/>
                    <a:pt x="21" y="35"/>
                  </a:cubicBezTo>
                  <a:cubicBezTo>
                    <a:pt x="21" y="35"/>
                    <a:pt x="21" y="35"/>
                    <a:pt x="21" y="35"/>
                  </a:cubicBezTo>
                  <a:cubicBezTo>
                    <a:pt x="20" y="37"/>
                    <a:pt x="20" y="37"/>
                    <a:pt x="20" y="37"/>
                  </a:cubicBezTo>
                  <a:cubicBezTo>
                    <a:pt x="20" y="37"/>
                    <a:pt x="20" y="37"/>
                    <a:pt x="20" y="37"/>
                  </a:cubicBezTo>
                  <a:cubicBezTo>
                    <a:pt x="20" y="35"/>
                    <a:pt x="20" y="35"/>
                    <a:pt x="20" y="35"/>
                  </a:cubicBezTo>
                  <a:cubicBezTo>
                    <a:pt x="19" y="35"/>
                    <a:pt x="19" y="35"/>
                    <a:pt x="19" y="35"/>
                  </a:cubicBezTo>
                  <a:cubicBezTo>
                    <a:pt x="18" y="35"/>
                    <a:pt x="18" y="35"/>
                    <a:pt x="18" y="35"/>
                  </a:cubicBezTo>
                  <a:cubicBezTo>
                    <a:pt x="17" y="37"/>
                    <a:pt x="17" y="37"/>
                    <a:pt x="17" y="37"/>
                  </a:cubicBezTo>
                  <a:cubicBezTo>
                    <a:pt x="18" y="38"/>
                    <a:pt x="18" y="38"/>
                    <a:pt x="18" y="38"/>
                  </a:cubicBezTo>
                  <a:cubicBezTo>
                    <a:pt x="20" y="39"/>
                    <a:pt x="20" y="38"/>
                    <a:pt x="21" y="38"/>
                  </a:cubicBezTo>
                  <a:cubicBezTo>
                    <a:pt x="21" y="38"/>
                    <a:pt x="21" y="38"/>
                    <a:pt x="21" y="38"/>
                  </a:cubicBezTo>
                  <a:lnTo>
                    <a:pt x="18" y="39"/>
                  </a:lnTo>
                  <a:close/>
                  <a:moveTo>
                    <a:pt x="26" y="42"/>
                  </a:moveTo>
                  <a:cubicBezTo>
                    <a:pt x="26" y="42"/>
                    <a:pt x="26" y="42"/>
                    <a:pt x="26" y="42"/>
                  </a:cubicBezTo>
                  <a:cubicBezTo>
                    <a:pt x="26" y="43"/>
                    <a:pt x="26" y="43"/>
                    <a:pt x="26" y="43"/>
                  </a:cubicBezTo>
                  <a:cubicBezTo>
                    <a:pt x="26" y="43"/>
                    <a:pt x="26" y="43"/>
                    <a:pt x="26" y="43"/>
                  </a:cubicBezTo>
                  <a:cubicBezTo>
                    <a:pt x="25" y="43"/>
                    <a:pt x="25" y="43"/>
                    <a:pt x="25" y="43"/>
                  </a:cubicBezTo>
                  <a:cubicBezTo>
                    <a:pt x="25" y="41"/>
                    <a:pt x="25" y="41"/>
                    <a:pt x="25" y="41"/>
                  </a:cubicBezTo>
                  <a:cubicBezTo>
                    <a:pt x="25" y="39"/>
                    <a:pt x="25" y="39"/>
                    <a:pt x="25" y="39"/>
                  </a:cubicBezTo>
                  <a:cubicBezTo>
                    <a:pt x="24" y="38"/>
                    <a:pt x="24" y="38"/>
                    <a:pt x="24" y="38"/>
                  </a:cubicBezTo>
                  <a:cubicBezTo>
                    <a:pt x="24" y="38"/>
                    <a:pt x="24" y="38"/>
                    <a:pt x="24" y="38"/>
                  </a:cubicBezTo>
                  <a:cubicBezTo>
                    <a:pt x="23" y="40"/>
                    <a:pt x="23" y="40"/>
                    <a:pt x="23" y="40"/>
                  </a:cubicBezTo>
                  <a:cubicBezTo>
                    <a:pt x="22" y="41"/>
                    <a:pt x="23" y="41"/>
                    <a:pt x="23" y="41"/>
                  </a:cubicBezTo>
                  <a:cubicBezTo>
                    <a:pt x="23" y="41"/>
                    <a:pt x="23" y="41"/>
                    <a:pt x="23" y="41"/>
                  </a:cubicBezTo>
                  <a:cubicBezTo>
                    <a:pt x="22" y="41"/>
                    <a:pt x="22" y="41"/>
                    <a:pt x="22" y="41"/>
                  </a:cubicBezTo>
                  <a:cubicBezTo>
                    <a:pt x="21" y="40"/>
                    <a:pt x="21" y="40"/>
                    <a:pt x="21" y="40"/>
                  </a:cubicBezTo>
                  <a:cubicBezTo>
                    <a:pt x="20" y="40"/>
                    <a:pt x="20" y="40"/>
                    <a:pt x="20" y="40"/>
                  </a:cubicBezTo>
                  <a:cubicBezTo>
                    <a:pt x="21" y="40"/>
                    <a:pt x="21" y="40"/>
                    <a:pt x="22" y="39"/>
                  </a:cubicBezTo>
                  <a:cubicBezTo>
                    <a:pt x="24" y="35"/>
                    <a:pt x="24" y="35"/>
                    <a:pt x="24" y="35"/>
                  </a:cubicBezTo>
                  <a:cubicBezTo>
                    <a:pt x="24" y="34"/>
                    <a:pt x="23" y="34"/>
                    <a:pt x="23" y="34"/>
                  </a:cubicBezTo>
                  <a:cubicBezTo>
                    <a:pt x="24" y="34"/>
                    <a:pt x="24" y="34"/>
                    <a:pt x="24" y="34"/>
                  </a:cubicBezTo>
                  <a:cubicBezTo>
                    <a:pt x="25" y="34"/>
                    <a:pt x="25" y="34"/>
                    <a:pt x="25" y="34"/>
                  </a:cubicBezTo>
                  <a:cubicBezTo>
                    <a:pt x="26" y="35"/>
                    <a:pt x="26" y="35"/>
                    <a:pt x="26" y="35"/>
                  </a:cubicBezTo>
                  <a:cubicBezTo>
                    <a:pt x="28" y="36"/>
                    <a:pt x="28" y="38"/>
                    <a:pt x="28" y="38"/>
                  </a:cubicBezTo>
                  <a:cubicBezTo>
                    <a:pt x="27" y="39"/>
                    <a:pt x="27" y="39"/>
                    <a:pt x="27" y="39"/>
                  </a:cubicBezTo>
                  <a:cubicBezTo>
                    <a:pt x="26" y="39"/>
                    <a:pt x="26" y="39"/>
                    <a:pt x="26" y="39"/>
                  </a:cubicBezTo>
                  <a:cubicBezTo>
                    <a:pt x="26" y="39"/>
                    <a:pt x="26" y="41"/>
                    <a:pt x="26" y="42"/>
                  </a:cubicBezTo>
                  <a:moveTo>
                    <a:pt x="31" y="39"/>
                  </a:moveTo>
                  <a:cubicBezTo>
                    <a:pt x="29" y="43"/>
                    <a:pt x="29" y="43"/>
                    <a:pt x="29" y="43"/>
                  </a:cubicBezTo>
                  <a:cubicBezTo>
                    <a:pt x="29" y="44"/>
                    <a:pt x="30" y="45"/>
                    <a:pt x="30" y="45"/>
                  </a:cubicBezTo>
                  <a:cubicBezTo>
                    <a:pt x="30" y="45"/>
                    <a:pt x="30" y="45"/>
                    <a:pt x="30" y="45"/>
                  </a:cubicBezTo>
                  <a:cubicBezTo>
                    <a:pt x="28" y="44"/>
                    <a:pt x="28" y="44"/>
                    <a:pt x="28" y="44"/>
                  </a:cubicBezTo>
                  <a:cubicBezTo>
                    <a:pt x="27" y="44"/>
                    <a:pt x="27" y="44"/>
                    <a:pt x="27" y="44"/>
                  </a:cubicBezTo>
                  <a:cubicBezTo>
                    <a:pt x="27" y="44"/>
                    <a:pt x="27" y="44"/>
                    <a:pt x="27" y="44"/>
                  </a:cubicBezTo>
                  <a:cubicBezTo>
                    <a:pt x="28" y="43"/>
                    <a:pt x="28" y="43"/>
                    <a:pt x="28" y="43"/>
                  </a:cubicBezTo>
                  <a:cubicBezTo>
                    <a:pt x="30" y="39"/>
                    <a:pt x="30" y="39"/>
                    <a:pt x="30" y="39"/>
                  </a:cubicBezTo>
                  <a:cubicBezTo>
                    <a:pt x="30" y="37"/>
                    <a:pt x="30" y="37"/>
                    <a:pt x="30" y="37"/>
                  </a:cubicBezTo>
                  <a:cubicBezTo>
                    <a:pt x="30" y="37"/>
                    <a:pt x="30" y="37"/>
                    <a:pt x="30" y="37"/>
                  </a:cubicBezTo>
                  <a:cubicBezTo>
                    <a:pt x="31" y="38"/>
                    <a:pt x="31" y="38"/>
                    <a:pt x="31" y="38"/>
                  </a:cubicBezTo>
                  <a:cubicBezTo>
                    <a:pt x="32" y="38"/>
                    <a:pt x="32" y="38"/>
                    <a:pt x="32" y="38"/>
                  </a:cubicBezTo>
                  <a:cubicBezTo>
                    <a:pt x="33" y="39"/>
                    <a:pt x="33" y="39"/>
                    <a:pt x="33" y="39"/>
                  </a:cubicBezTo>
                  <a:cubicBezTo>
                    <a:pt x="32" y="39"/>
                    <a:pt x="32" y="38"/>
                    <a:pt x="31" y="39"/>
                  </a:cubicBezTo>
                  <a:moveTo>
                    <a:pt x="36" y="41"/>
                  </a:moveTo>
                  <a:cubicBezTo>
                    <a:pt x="35" y="46"/>
                    <a:pt x="35" y="46"/>
                    <a:pt x="35" y="46"/>
                  </a:cubicBezTo>
                  <a:cubicBezTo>
                    <a:pt x="34" y="47"/>
                    <a:pt x="35" y="47"/>
                    <a:pt x="35" y="47"/>
                  </a:cubicBezTo>
                  <a:cubicBezTo>
                    <a:pt x="35" y="47"/>
                    <a:pt x="35" y="47"/>
                    <a:pt x="35" y="47"/>
                  </a:cubicBezTo>
                  <a:cubicBezTo>
                    <a:pt x="33" y="47"/>
                    <a:pt x="33" y="47"/>
                    <a:pt x="33" y="47"/>
                  </a:cubicBezTo>
                  <a:cubicBezTo>
                    <a:pt x="32" y="46"/>
                    <a:pt x="32" y="46"/>
                    <a:pt x="32" y="46"/>
                  </a:cubicBezTo>
                  <a:cubicBezTo>
                    <a:pt x="32" y="46"/>
                    <a:pt x="32" y="46"/>
                    <a:pt x="32" y="46"/>
                  </a:cubicBezTo>
                  <a:cubicBezTo>
                    <a:pt x="32" y="45"/>
                    <a:pt x="33" y="46"/>
                    <a:pt x="33" y="45"/>
                  </a:cubicBezTo>
                  <a:cubicBezTo>
                    <a:pt x="35" y="41"/>
                    <a:pt x="35" y="41"/>
                    <a:pt x="35" y="41"/>
                  </a:cubicBezTo>
                  <a:cubicBezTo>
                    <a:pt x="35" y="40"/>
                    <a:pt x="35" y="40"/>
                    <a:pt x="35" y="40"/>
                  </a:cubicBezTo>
                  <a:cubicBezTo>
                    <a:pt x="34" y="40"/>
                    <a:pt x="34" y="40"/>
                    <a:pt x="34" y="40"/>
                  </a:cubicBezTo>
                  <a:cubicBezTo>
                    <a:pt x="33" y="40"/>
                    <a:pt x="33" y="41"/>
                    <a:pt x="33" y="41"/>
                  </a:cubicBezTo>
                  <a:cubicBezTo>
                    <a:pt x="33" y="40"/>
                    <a:pt x="33" y="40"/>
                    <a:pt x="33" y="40"/>
                  </a:cubicBezTo>
                  <a:cubicBezTo>
                    <a:pt x="33" y="39"/>
                    <a:pt x="33" y="39"/>
                    <a:pt x="33" y="39"/>
                  </a:cubicBezTo>
                  <a:cubicBezTo>
                    <a:pt x="33" y="39"/>
                    <a:pt x="33" y="39"/>
                    <a:pt x="33" y="39"/>
                  </a:cubicBezTo>
                  <a:cubicBezTo>
                    <a:pt x="34" y="39"/>
                    <a:pt x="35" y="40"/>
                    <a:pt x="36" y="40"/>
                  </a:cubicBezTo>
                  <a:cubicBezTo>
                    <a:pt x="38" y="41"/>
                    <a:pt x="38" y="41"/>
                    <a:pt x="39" y="41"/>
                  </a:cubicBezTo>
                  <a:cubicBezTo>
                    <a:pt x="39" y="42"/>
                    <a:pt x="39" y="42"/>
                    <a:pt x="39" y="42"/>
                  </a:cubicBezTo>
                  <a:cubicBezTo>
                    <a:pt x="39" y="42"/>
                    <a:pt x="39" y="42"/>
                    <a:pt x="39" y="42"/>
                  </a:cubicBezTo>
                  <a:cubicBezTo>
                    <a:pt x="38" y="43"/>
                    <a:pt x="38" y="43"/>
                    <a:pt x="38" y="43"/>
                  </a:cubicBezTo>
                  <a:cubicBezTo>
                    <a:pt x="38" y="43"/>
                    <a:pt x="39" y="42"/>
                    <a:pt x="38" y="42"/>
                  </a:cubicBezTo>
                  <a:cubicBezTo>
                    <a:pt x="37" y="41"/>
                    <a:pt x="37" y="41"/>
                    <a:pt x="37" y="41"/>
                  </a:cubicBezTo>
                  <a:lnTo>
                    <a:pt x="36" y="41"/>
                  </a:lnTo>
                  <a:close/>
                  <a:moveTo>
                    <a:pt x="44" y="50"/>
                  </a:moveTo>
                  <a:cubicBezTo>
                    <a:pt x="44" y="50"/>
                    <a:pt x="44" y="50"/>
                    <a:pt x="44" y="50"/>
                  </a:cubicBezTo>
                  <a:cubicBezTo>
                    <a:pt x="42" y="50"/>
                    <a:pt x="42" y="50"/>
                    <a:pt x="42" y="50"/>
                  </a:cubicBezTo>
                  <a:cubicBezTo>
                    <a:pt x="41" y="50"/>
                    <a:pt x="41" y="50"/>
                    <a:pt x="41" y="50"/>
                  </a:cubicBezTo>
                  <a:cubicBezTo>
                    <a:pt x="41" y="49"/>
                    <a:pt x="41" y="49"/>
                    <a:pt x="41" y="49"/>
                  </a:cubicBezTo>
                  <a:cubicBezTo>
                    <a:pt x="42" y="49"/>
                    <a:pt x="42" y="49"/>
                    <a:pt x="42" y="49"/>
                  </a:cubicBezTo>
                  <a:cubicBezTo>
                    <a:pt x="42" y="48"/>
                    <a:pt x="42" y="48"/>
                    <a:pt x="42" y="48"/>
                  </a:cubicBezTo>
                  <a:cubicBezTo>
                    <a:pt x="42" y="47"/>
                    <a:pt x="42" y="47"/>
                    <a:pt x="42"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8" y="48"/>
                    <a:pt x="38" y="48"/>
                    <a:pt x="38" y="48"/>
                  </a:cubicBezTo>
                  <a:cubicBezTo>
                    <a:pt x="37" y="48"/>
                    <a:pt x="37" y="48"/>
                    <a:pt x="37" y="48"/>
                  </a:cubicBezTo>
                  <a:cubicBezTo>
                    <a:pt x="37" y="48"/>
                    <a:pt x="37" y="48"/>
                    <a:pt x="37" y="48"/>
                  </a:cubicBezTo>
                  <a:cubicBezTo>
                    <a:pt x="38" y="48"/>
                    <a:pt x="38" y="48"/>
                    <a:pt x="38" y="48"/>
                  </a:cubicBezTo>
                  <a:cubicBezTo>
                    <a:pt x="42" y="43"/>
                    <a:pt x="42" y="43"/>
                    <a:pt x="42" y="43"/>
                  </a:cubicBezTo>
                  <a:cubicBezTo>
                    <a:pt x="43" y="43"/>
                    <a:pt x="43" y="43"/>
                    <a:pt x="43" y="43"/>
                  </a:cubicBezTo>
                  <a:cubicBezTo>
                    <a:pt x="43" y="43"/>
                    <a:pt x="43" y="43"/>
                    <a:pt x="43" y="43"/>
                  </a:cubicBezTo>
                  <a:cubicBezTo>
                    <a:pt x="43" y="50"/>
                    <a:pt x="43" y="50"/>
                    <a:pt x="43" y="50"/>
                  </a:cubicBezTo>
                  <a:lnTo>
                    <a:pt x="44" y="50"/>
                  </a:lnTo>
                  <a:close/>
                  <a:moveTo>
                    <a:pt x="51" y="46"/>
                  </a:moveTo>
                  <a:cubicBezTo>
                    <a:pt x="50" y="47"/>
                    <a:pt x="50" y="47"/>
                    <a:pt x="50" y="47"/>
                  </a:cubicBezTo>
                  <a:cubicBezTo>
                    <a:pt x="50" y="47"/>
                    <a:pt x="50" y="47"/>
                    <a:pt x="50" y="47"/>
                  </a:cubicBezTo>
                  <a:cubicBezTo>
                    <a:pt x="50" y="47"/>
                    <a:pt x="50" y="45"/>
                    <a:pt x="49" y="45"/>
                  </a:cubicBezTo>
                  <a:cubicBezTo>
                    <a:pt x="47" y="46"/>
                    <a:pt x="47" y="46"/>
                    <a:pt x="47" y="46"/>
                  </a:cubicBezTo>
                  <a:cubicBezTo>
                    <a:pt x="47" y="46"/>
                    <a:pt x="48" y="47"/>
                    <a:pt x="49" y="47"/>
                  </a:cubicBezTo>
                  <a:cubicBezTo>
                    <a:pt x="50" y="48"/>
                    <a:pt x="50" y="49"/>
                    <a:pt x="50" y="50"/>
                  </a:cubicBezTo>
                  <a:cubicBezTo>
                    <a:pt x="49" y="51"/>
                    <a:pt x="48" y="52"/>
                    <a:pt x="47" y="51"/>
                  </a:cubicBezTo>
                  <a:cubicBezTo>
                    <a:pt x="46" y="51"/>
                    <a:pt x="46" y="51"/>
                    <a:pt x="46" y="51"/>
                  </a:cubicBezTo>
                  <a:cubicBezTo>
                    <a:pt x="45" y="50"/>
                    <a:pt x="45" y="50"/>
                    <a:pt x="45" y="50"/>
                  </a:cubicBezTo>
                  <a:cubicBezTo>
                    <a:pt x="45" y="49"/>
                    <a:pt x="45" y="49"/>
                    <a:pt x="45" y="49"/>
                  </a:cubicBezTo>
                  <a:cubicBezTo>
                    <a:pt x="46" y="48"/>
                    <a:pt x="46" y="48"/>
                    <a:pt x="46" y="48"/>
                  </a:cubicBezTo>
                  <a:cubicBezTo>
                    <a:pt x="46" y="49"/>
                    <a:pt x="46" y="49"/>
                    <a:pt x="46" y="49"/>
                  </a:cubicBezTo>
                  <a:cubicBezTo>
                    <a:pt x="46" y="50"/>
                    <a:pt x="46" y="51"/>
                    <a:pt x="47" y="51"/>
                  </a:cubicBezTo>
                  <a:cubicBezTo>
                    <a:pt x="49" y="50"/>
                    <a:pt x="49" y="50"/>
                    <a:pt x="49" y="50"/>
                  </a:cubicBezTo>
                  <a:cubicBezTo>
                    <a:pt x="49" y="49"/>
                    <a:pt x="49" y="49"/>
                    <a:pt x="47" y="48"/>
                  </a:cubicBezTo>
                  <a:cubicBezTo>
                    <a:pt x="47" y="47"/>
                    <a:pt x="46" y="47"/>
                    <a:pt x="46" y="46"/>
                  </a:cubicBezTo>
                  <a:cubicBezTo>
                    <a:pt x="47" y="45"/>
                    <a:pt x="48" y="44"/>
                    <a:pt x="49" y="45"/>
                  </a:cubicBezTo>
                  <a:cubicBezTo>
                    <a:pt x="50" y="45"/>
                    <a:pt x="50" y="45"/>
                    <a:pt x="50" y="45"/>
                  </a:cubicBezTo>
                  <a:cubicBezTo>
                    <a:pt x="51" y="45"/>
                    <a:pt x="51" y="45"/>
                    <a:pt x="51" y="45"/>
                  </a:cubicBezTo>
                  <a:lnTo>
                    <a:pt x="51" y="46"/>
                  </a:lnTo>
                  <a:close/>
                  <a:moveTo>
                    <a:pt x="55" y="49"/>
                  </a:moveTo>
                  <a:cubicBezTo>
                    <a:pt x="54" y="50"/>
                    <a:pt x="54" y="50"/>
                    <a:pt x="54" y="50"/>
                  </a:cubicBezTo>
                  <a:cubicBezTo>
                    <a:pt x="54" y="49"/>
                    <a:pt x="54" y="49"/>
                    <a:pt x="54" y="49"/>
                  </a:cubicBezTo>
                  <a:cubicBezTo>
                    <a:pt x="54" y="48"/>
                    <a:pt x="54" y="48"/>
                    <a:pt x="54" y="48"/>
                  </a:cubicBezTo>
                  <a:lnTo>
                    <a:pt x="55" y="49"/>
                  </a:lnTo>
                  <a:close/>
                  <a:moveTo>
                    <a:pt x="62" y="54"/>
                  </a:moveTo>
                  <a:cubicBezTo>
                    <a:pt x="60" y="54"/>
                    <a:pt x="59" y="54"/>
                    <a:pt x="59" y="54"/>
                  </a:cubicBezTo>
                  <a:cubicBezTo>
                    <a:pt x="58" y="54"/>
                    <a:pt x="58" y="54"/>
                    <a:pt x="58" y="54"/>
                  </a:cubicBezTo>
                  <a:cubicBezTo>
                    <a:pt x="58" y="54"/>
                    <a:pt x="58" y="54"/>
                    <a:pt x="58" y="54"/>
                  </a:cubicBezTo>
                  <a:cubicBezTo>
                    <a:pt x="58" y="53"/>
                    <a:pt x="58" y="54"/>
                    <a:pt x="58" y="53"/>
                  </a:cubicBezTo>
                  <a:cubicBezTo>
                    <a:pt x="59" y="48"/>
                    <a:pt x="59" y="48"/>
                    <a:pt x="59" y="48"/>
                  </a:cubicBezTo>
                  <a:cubicBezTo>
                    <a:pt x="58" y="47"/>
                    <a:pt x="58" y="47"/>
                    <a:pt x="58" y="47"/>
                  </a:cubicBezTo>
                  <a:cubicBezTo>
                    <a:pt x="59" y="47"/>
                    <a:pt x="59" y="47"/>
                    <a:pt x="59" y="47"/>
                  </a:cubicBezTo>
                  <a:cubicBezTo>
                    <a:pt x="60" y="47"/>
                    <a:pt x="60" y="47"/>
                    <a:pt x="60" y="47"/>
                  </a:cubicBezTo>
                  <a:cubicBezTo>
                    <a:pt x="61" y="47"/>
                    <a:pt x="61" y="47"/>
                    <a:pt x="61" y="47"/>
                  </a:cubicBezTo>
                  <a:cubicBezTo>
                    <a:pt x="61" y="47"/>
                    <a:pt x="61" y="47"/>
                    <a:pt x="61" y="47"/>
                  </a:cubicBezTo>
                  <a:cubicBezTo>
                    <a:pt x="60" y="48"/>
                    <a:pt x="60" y="48"/>
                    <a:pt x="60" y="48"/>
                  </a:cubicBezTo>
                  <a:cubicBezTo>
                    <a:pt x="60" y="53"/>
                    <a:pt x="60" y="53"/>
                    <a:pt x="60" y="53"/>
                  </a:cubicBezTo>
                  <a:cubicBezTo>
                    <a:pt x="60" y="54"/>
                    <a:pt x="60" y="54"/>
                    <a:pt x="60" y="54"/>
                  </a:cubicBezTo>
                  <a:cubicBezTo>
                    <a:pt x="63" y="54"/>
                    <a:pt x="63" y="53"/>
                    <a:pt x="63" y="53"/>
                  </a:cubicBezTo>
                  <a:cubicBezTo>
                    <a:pt x="63" y="53"/>
                    <a:pt x="63" y="53"/>
                    <a:pt x="63" y="53"/>
                  </a:cubicBezTo>
                  <a:lnTo>
                    <a:pt x="62" y="54"/>
                  </a:lnTo>
                  <a:close/>
                  <a:moveTo>
                    <a:pt x="66" y="49"/>
                  </a:moveTo>
                  <a:cubicBezTo>
                    <a:pt x="66" y="54"/>
                    <a:pt x="66" y="54"/>
                    <a:pt x="66" y="54"/>
                  </a:cubicBezTo>
                  <a:cubicBezTo>
                    <a:pt x="66" y="55"/>
                    <a:pt x="67" y="54"/>
                    <a:pt x="67" y="55"/>
                  </a:cubicBezTo>
                  <a:cubicBezTo>
                    <a:pt x="67" y="55"/>
                    <a:pt x="67" y="55"/>
                    <a:pt x="67" y="55"/>
                  </a:cubicBezTo>
                  <a:cubicBezTo>
                    <a:pt x="65" y="55"/>
                    <a:pt x="65" y="55"/>
                    <a:pt x="65" y="55"/>
                  </a:cubicBezTo>
                  <a:cubicBezTo>
                    <a:pt x="64" y="55"/>
                    <a:pt x="64" y="55"/>
                    <a:pt x="64" y="55"/>
                  </a:cubicBezTo>
                  <a:cubicBezTo>
                    <a:pt x="64" y="54"/>
                    <a:pt x="64" y="54"/>
                    <a:pt x="64" y="54"/>
                  </a:cubicBezTo>
                  <a:cubicBezTo>
                    <a:pt x="64" y="54"/>
                    <a:pt x="65" y="54"/>
                    <a:pt x="65" y="54"/>
                  </a:cubicBezTo>
                  <a:cubicBezTo>
                    <a:pt x="65" y="49"/>
                    <a:pt x="65" y="49"/>
                    <a:pt x="65" y="49"/>
                  </a:cubicBezTo>
                  <a:cubicBezTo>
                    <a:pt x="65" y="48"/>
                    <a:pt x="64" y="48"/>
                    <a:pt x="64" y="48"/>
                  </a:cubicBezTo>
                  <a:cubicBezTo>
                    <a:pt x="65" y="48"/>
                    <a:pt x="65" y="48"/>
                    <a:pt x="65" y="48"/>
                  </a:cubicBezTo>
                  <a:cubicBezTo>
                    <a:pt x="66" y="48"/>
                    <a:pt x="66" y="48"/>
                    <a:pt x="66" y="48"/>
                  </a:cubicBezTo>
                  <a:cubicBezTo>
                    <a:pt x="67" y="48"/>
                    <a:pt x="67" y="48"/>
                    <a:pt x="67" y="48"/>
                  </a:cubicBezTo>
                  <a:cubicBezTo>
                    <a:pt x="67" y="48"/>
                    <a:pt x="67" y="48"/>
                    <a:pt x="67" y="48"/>
                  </a:cubicBezTo>
                  <a:cubicBezTo>
                    <a:pt x="67" y="48"/>
                    <a:pt x="67" y="48"/>
                    <a:pt x="66" y="49"/>
                  </a:cubicBezTo>
                  <a:moveTo>
                    <a:pt x="71" y="55"/>
                  </a:moveTo>
                  <a:cubicBezTo>
                    <a:pt x="70" y="55"/>
                    <a:pt x="69" y="55"/>
                    <a:pt x="69" y="55"/>
                  </a:cubicBezTo>
                  <a:cubicBezTo>
                    <a:pt x="68" y="55"/>
                    <a:pt x="68" y="55"/>
                    <a:pt x="68" y="55"/>
                  </a:cubicBezTo>
                  <a:cubicBezTo>
                    <a:pt x="68" y="55"/>
                    <a:pt x="68" y="55"/>
                    <a:pt x="68" y="55"/>
                  </a:cubicBezTo>
                  <a:cubicBezTo>
                    <a:pt x="68" y="54"/>
                    <a:pt x="69" y="55"/>
                    <a:pt x="69" y="54"/>
                  </a:cubicBezTo>
                  <a:cubicBezTo>
                    <a:pt x="69" y="50"/>
                    <a:pt x="69" y="50"/>
                    <a:pt x="69" y="50"/>
                  </a:cubicBezTo>
                  <a:cubicBezTo>
                    <a:pt x="69" y="48"/>
                    <a:pt x="68" y="49"/>
                    <a:pt x="68" y="48"/>
                  </a:cubicBezTo>
                  <a:cubicBezTo>
                    <a:pt x="68" y="48"/>
                    <a:pt x="68" y="48"/>
                    <a:pt x="68" y="48"/>
                  </a:cubicBezTo>
                  <a:cubicBezTo>
                    <a:pt x="68" y="48"/>
                    <a:pt x="68" y="48"/>
                    <a:pt x="68" y="48"/>
                  </a:cubicBezTo>
                  <a:cubicBezTo>
                    <a:pt x="71" y="48"/>
                    <a:pt x="71" y="48"/>
                    <a:pt x="71" y="48"/>
                  </a:cubicBezTo>
                  <a:cubicBezTo>
                    <a:pt x="73" y="48"/>
                    <a:pt x="73" y="50"/>
                    <a:pt x="73" y="50"/>
                  </a:cubicBezTo>
                  <a:cubicBezTo>
                    <a:pt x="72" y="51"/>
                    <a:pt x="72" y="51"/>
                    <a:pt x="72" y="51"/>
                  </a:cubicBezTo>
                  <a:cubicBezTo>
                    <a:pt x="72" y="51"/>
                    <a:pt x="72" y="51"/>
                    <a:pt x="72" y="51"/>
                  </a:cubicBezTo>
                  <a:cubicBezTo>
                    <a:pt x="73" y="52"/>
                    <a:pt x="74" y="52"/>
                    <a:pt x="74" y="53"/>
                  </a:cubicBezTo>
                  <a:cubicBezTo>
                    <a:pt x="74" y="54"/>
                    <a:pt x="73" y="55"/>
                    <a:pt x="71" y="55"/>
                  </a:cubicBezTo>
                  <a:moveTo>
                    <a:pt x="79" y="55"/>
                  </a:moveTo>
                  <a:cubicBezTo>
                    <a:pt x="77" y="55"/>
                    <a:pt x="77" y="55"/>
                    <a:pt x="76" y="55"/>
                  </a:cubicBezTo>
                  <a:cubicBezTo>
                    <a:pt x="75" y="55"/>
                    <a:pt x="75" y="55"/>
                    <a:pt x="75" y="55"/>
                  </a:cubicBezTo>
                  <a:cubicBezTo>
                    <a:pt x="75" y="55"/>
                    <a:pt x="75" y="55"/>
                    <a:pt x="75" y="55"/>
                  </a:cubicBezTo>
                  <a:cubicBezTo>
                    <a:pt x="75" y="55"/>
                    <a:pt x="75" y="55"/>
                    <a:pt x="75" y="54"/>
                  </a:cubicBezTo>
                  <a:cubicBezTo>
                    <a:pt x="75" y="49"/>
                    <a:pt x="75" y="49"/>
                    <a:pt x="75" y="49"/>
                  </a:cubicBezTo>
                  <a:cubicBezTo>
                    <a:pt x="74" y="48"/>
                    <a:pt x="74" y="48"/>
                    <a:pt x="74" y="48"/>
                  </a:cubicBezTo>
                  <a:cubicBezTo>
                    <a:pt x="74" y="48"/>
                    <a:pt x="74" y="48"/>
                    <a:pt x="74" y="48"/>
                  </a:cubicBezTo>
                  <a:cubicBezTo>
                    <a:pt x="75" y="48"/>
                    <a:pt x="75" y="48"/>
                    <a:pt x="77" y="48"/>
                  </a:cubicBezTo>
                  <a:cubicBezTo>
                    <a:pt x="78" y="48"/>
                    <a:pt x="78" y="48"/>
                    <a:pt x="79" y="48"/>
                  </a:cubicBezTo>
                  <a:cubicBezTo>
                    <a:pt x="79" y="48"/>
                    <a:pt x="79" y="48"/>
                    <a:pt x="79" y="48"/>
                  </a:cubicBezTo>
                  <a:cubicBezTo>
                    <a:pt x="79" y="49"/>
                    <a:pt x="79" y="49"/>
                    <a:pt x="79" y="49"/>
                  </a:cubicBezTo>
                  <a:cubicBezTo>
                    <a:pt x="79" y="50"/>
                    <a:pt x="79" y="50"/>
                    <a:pt x="79" y="50"/>
                  </a:cubicBezTo>
                  <a:cubicBezTo>
                    <a:pt x="79" y="50"/>
                    <a:pt x="80" y="48"/>
                    <a:pt x="78" y="49"/>
                  </a:cubicBezTo>
                  <a:cubicBezTo>
                    <a:pt x="77" y="49"/>
                    <a:pt x="76" y="49"/>
                    <a:pt x="76" y="49"/>
                  </a:cubicBezTo>
                  <a:cubicBezTo>
                    <a:pt x="77" y="51"/>
                    <a:pt x="77" y="51"/>
                    <a:pt x="77" y="51"/>
                  </a:cubicBezTo>
                  <a:cubicBezTo>
                    <a:pt x="77" y="51"/>
                    <a:pt x="77" y="51"/>
                    <a:pt x="77" y="51"/>
                  </a:cubicBezTo>
                  <a:cubicBezTo>
                    <a:pt x="78" y="51"/>
                    <a:pt x="78" y="51"/>
                    <a:pt x="78" y="51"/>
                  </a:cubicBezTo>
                  <a:cubicBezTo>
                    <a:pt x="79" y="50"/>
                    <a:pt x="79" y="50"/>
                    <a:pt x="79" y="50"/>
                  </a:cubicBezTo>
                  <a:cubicBezTo>
                    <a:pt x="79" y="50"/>
                    <a:pt x="79" y="50"/>
                    <a:pt x="79" y="50"/>
                  </a:cubicBezTo>
                  <a:cubicBezTo>
                    <a:pt x="79" y="52"/>
                    <a:pt x="79" y="52"/>
                    <a:pt x="79" y="52"/>
                  </a:cubicBezTo>
                  <a:cubicBezTo>
                    <a:pt x="79" y="53"/>
                    <a:pt x="79" y="53"/>
                    <a:pt x="79" y="53"/>
                  </a:cubicBezTo>
                  <a:cubicBezTo>
                    <a:pt x="79" y="53"/>
                    <a:pt x="79" y="52"/>
                    <a:pt x="78" y="52"/>
                  </a:cubicBezTo>
                  <a:cubicBezTo>
                    <a:pt x="77" y="52"/>
                    <a:pt x="77" y="52"/>
                    <a:pt x="77" y="52"/>
                  </a:cubicBezTo>
                  <a:cubicBezTo>
                    <a:pt x="77" y="52"/>
                    <a:pt x="77" y="52"/>
                    <a:pt x="77" y="52"/>
                  </a:cubicBezTo>
                  <a:cubicBezTo>
                    <a:pt x="77" y="54"/>
                    <a:pt x="77" y="54"/>
                    <a:pt x="77" y="54"/>
                  </a:cubicBezTo>
                  <a:cubicBezTo>
                    <a:pt x="77" y="55"/>
                    <a:pt x="77" y="55"/>
                    <a:pt x="77" y="55"/>
                  </a:cubicBezTo>
                  <a:cubicBezTo>
                    <a:pt x="80" y="54"/>
                    <a:pt x="80" y="53"/>
                    <a:pt x="80" y="53"/>
                  </a:cubicBezTo>
                  <a:cubicBezTo>
                    <a:pt x="80" y="53"/>
                    <a:pt x="80" y="53"/>
                    <a:pt x="80" y="53"/>
                  </a:cubicBezTo>
                  <a:lnTo>
                    <a:pt x="79" y="55"/>
                  </a:lnTo>
                  <a:close/>
                  <a:moveTo>
                    <a:pt x="87" y="54"/>
                  </a:moveTo>
                  <a:cubicBezTo>
                    <a:pt x="85" y="53"/>
                    <a:pt x="85" y="53"/>
                    <a:pt x="85" y="53"/>
                  </a:cubicBezTo>
                  <a:cubicBezTo>
                    <a:pt x="84" y="52"/>
                    <a:pt x="84" y="52"/>
                    <a:pt x="84" y="52"/>
                  </a:cubicBezTo>
                  <a:cubicBezTo>
                    <a:pt x="83" y="51"/>
                    <a:pt x="83" y="51"/>
                    <a:pt x="83" y="51"/>
                  </a:cubicBezTo>
                  <a:cubicBezTo>
                    <a:pt x="83" y="52"/>
                    <a:pt x="83" y="52"/>
                    <a:pt x="83" y="52"/>
                  </a:cubicBezTo>
                  <a:cubicBezTo>
                    <a:pt x="83" y="54"/>
                    <a:pt x="83" y="54"/>
                    <a:pt x="83" y="54"/>
                  </a:cubicBezTo>
                  <a:cubicBezTo>
                    <a:pt x="83" y="55"/>
                    <a:pt x="84" y="54"/>
                    <a:pt x="84" y="54"/>
                  </a:cubicBezTo>
                  <a:cubicBezTo>
                    <a:pt x="84" y="55"/>
                    <a:pt x="84" y="55"/>
                    <a:pt x="84" y="55"/>
                  </a:cubicBezTo>
                  <a:cubicBezTo>
                    <a:pt x="83" y="55"/>
                    <a:pt x="83" y="55"/>
                    <a:pt x="83" y="55"/>
                  </a:cubicBezTo>
                  <a:cubicBezTo>
                    <a:pt x="81" y="55"/>
                    <a:pt x="81" y="55"/>
                    <a:pt x="81" y="55"/>
                  </a:cubicBezTo>
                  <a:cubicBezTo>
                    <a:pt x="81" y="55"/>
                    <a:pt x="81" y="55"/>
                    <a:pt x="81" y="55"/>
                  </a:cubicBezTo>
                  <a:cubicBezTo>
                    <a:pt x="81" y="54"/>
                    <a:pt x="82" y="55"/>
                    <a:pt x="82" y="53"/>
                  </a:cubicBezTo>
                  <a:cubicBezTo>
                    <a:pt x="81" y="49"/>
                    <a:pt x="81" y="49"/>
                    <a:pt x="81" y="49"/>
                  </a:cubicBezTo>
                  <a:cubicBezTo>
                    <a:pt x="81" y="48"/>
                    <a:pt x="80" y="48"/>
                    <a:pt x="80" y="48"/>
                  </a:cubicBezTo>
                  <a:cubicBezTo>
                    <a:pt x="80" y="48"/>
                    <a:pt x="80" y="48"/>
                    <a:pt x="80" y="48"/>
                  </a:cubicBezTo>
                  <a:cubicBezTo>
                    <a:pt x="81" y="48"/>
                    <a:pt x="81" y="48"/>
                    <a:pt x="81" y="48"/>
                  </a:cubicBezTo>
                  <a:cubicBezTo>
                    <a:pt x="83" y="48"/>
                    <a:pt x="83" y="48"/>
                    <a:pt x="83" y="48"/>
                  </a:cubicBezTo>
                  <a:cubicBezTo>
                    <a:pt x="86" y="47"/>
                    <a:pt x="86" y="49"/>
                    <a:pt x="86" y="49"/>
                  </a:cubicBezTo>
                  <a:cubicBezTo>
                    <a:pt x="85" y="50"/>
                    <a:pt x="85" y="50"/>
                    <a:pt x="85" y="50"/>
                  </a:cubicBezTo>
                  <a:cubicBezTo>
                    <a:pt x="85" y="51"/>
                    <a:pt x="85" y="51"/>
                    <a:pt x="85" y="51"/>
                  </a:cubicBezTo>
                  <a:cubicBezTo>
                    <a:pt x="85" y="51"/>
                    <a:pt x="86" y="52"/>
                    <a:pt x="87" y="54"/>
                  </a:cubicBezTo>
                  <a:cubicBezTo>
                    <a:pt x="87" y="54"/>
                    <a:pt x="87" y="54"/>
                    <a:pt x="87" y="54"/>
                  </a:cubicBezTo>
                  <a:cubicBezTo>
                    <a:pt x="87" y="54"/>
                    <a:pt x="87" y="54"/>
                    <a:pt x="87" y="54"/>
                  </a:cubicBezTo>
                  <a:cubicBezTo>
                    <a:pt x="88" y="54"/>
                    <a:pt x="88" y="54"/>
                    <a:pt x="88" y="54"/>
                  </a:cubicBezTo>
                  <a:lnTo>
                    <a:pt x="87" y="54"/>
                  </a:lnTo>
                  <a:close/>
                  <a:moveTo>
                    <a:pt x="95" y="53"/>
                  </a:moveTo>
                  <a:cubicBezTo>
                    <a:pt x="94" y="53"/>
                    <a:pt x="94" y="53"/>
                    <a:pt x="94" y="53"/>
                  </a:cubicBezTo>
                  <a:cubicBezTo>
                    <a:pt x="93" y="53"/>
                    <a:pt x="93" y="53"/>
                    <a:pt x="93" y="53"/>
                  </a:cubicBezTo>
                  <a:cubicBezTo>
                    <a:pt x="93" y="53"/>
                    <a:pt x="93" y="53"/>
                    <a:pt x="93" y="53"/>
                  </a:cubicBezTo>
                  <a:cubicBezTo>
                    <a:pt x="93" y="52"/>
                    <a:pt x="93" y="52"/>
                    <a:pt x="93" y="52"/>
                  </a:cubicBezTo>
                  <a:cubicBezTo>
                    <a:pt x="93" y="52"/>
                    <a:pt x="93" y="52"/>
                    <a:pt x="93" y="52"/>
                  </a:cubicBezTo>
                  <a:cubicBezTo>
                    <a:pt x="92" y="51"/>
                    <a:pt x="92" y="51"/>
                    <a:pt x="92" y="51"/>
                  </a:cubicBezTo>
                  <a:cubicBezTo>
                    <a:pt x="90" y="51"/>
                    <a:pt x="90" y="51"/>
                    <a:pt x="90" y="51"/>
                  </a:cubicBezTo>
                  <a:cubicBezTo>
                    <a:pt x="90" y="52"/>
                    <a:pt x="90" y="52"/>
                    <a:pt x="90" y="52"/>
                  </a:cubicBezTo>
                  <a:cubicBezTo>
                    <a:pt x="90" y="53"/>
                    <a:pt x="90" y="53"/>
                    <a:pt x="90" y="53"/>
                  </a:cubicBezTo>
                  <a:cubicBezTo>
                    <a:pt x="91" y="54"/>
                    <a:pt x="91" y="54"/>
                    <a:pt x="91" y="54"/>
                  </a:cubicBezTo>
                  <a:cubicBezTo>
                    <a:pt x="90" y="54"/>
                    <a:pt x="90" y="54"/>
                    <a:pt x="90" y="54"/>
                  </a:cubicBezTo>
                  <a:cubicBezTo>
                    <a:pt x="89" y="54"/>
                    <a:pt x="89" y="54"/>
                    <a:pt x="89" y="54"/>
                  </a:cubicBezTo>
                  <a:cubicBezTo>
                    <a:pt x="89" y="54"/>
                    <a:pt x="89" y="54"/>
                    <a:pt x="89" y="54"/>
                  </a:cubicBezTo>
                  <a:cubicBezTo>
                    <a:pt x="88" y="54"/>
                    <a:pt x="88" y="54"/>
                    <a:pt x="88" y="54"/>
                  </a:cubicBezTo>
                  <a:cubicBezTo>
                    <a:pt x="89" y="53"/>
                    <a:pt x="89" y="53"/>
                    <a:pt x="89" y="53"/>
                  </a:cubicBezTo>
                  <a:cubicBezTo>
                    <a:pt x="90" y="47"/>
                    <a:pt x="90" y="47"/>
                    <a:pt x="90" y="47"/>
                  </a:cubicBezTo>
                  <a:cubicBezTo>
                    <a:pt x="91" y="46"/>
                    <a:pt x="91" y="46"/>
                    <a:pt x="91" y="46"/>
                  </a:cubicBezTo>
                  <a:cubicBezTo>
                    <a:pt x="91" y="47"/>
                    <a:pt x="91" y="47"/>
                    <a:pt x="91" y="47"/>
                  </a:cubicBezTo>
                  <a:cubicBezTo>
                    <a:pt x="95" y="52"/>
                    <a:pt x="95" y="52"/>
                    <a:pt x="95" y="52"/>
                  </a:cubicBezTo>
                  <a:cubicBezTo>
                    <a:pt x="96" y="53"/>
                    <a:pt x="96" y="53"/>
                    <a:pt x="96" y="53"/>
                  </a:cubicBezTo>
                  <a:lnTo>
                    <a:pt x="95" y="53"/>
                  </a:lnTo>
                  <a:close/>
                  <a:moveTo>
                    <a:pt x="100" y="52"/>
                  </a:moveTo>
                  <a:cubicBezTo>
                    <a:pt x="98" y="52"/>
                    <a:pt x="98" y="52"/>
                    <a:pt x="97" y="52"/>
                  </a:cubicBezTo>
                  <a:cubicBezTo>
                    <a:pt x="97" y="52"/>
                    <a:pt x="97" y="52"/>
                    <a:pt x="97" y="52"/>
                  </a:cubicBezTo>
                  <a:cubicBezTo>
                    <a:pt x="96" y="52"/>
                    <a:pt x="96" y="52"/>
                    <a:pt x="96" y="52"/>
                  </a:cubicBezTo>
                  <a:cubicBezTo>
                    <a:pt x="96" y="52"/>
                    <a:pt x="97" y="52"/>
                    <a:pt x="97" y="51"/>
                  </a:cubicBezTo>
                  <a:cubicBezTo>
                    <a:pt x="96" y="47"/>
                    <a:pt x="96" y="47"/>
                    <a:pt x="96" y="47"/>
                  </a:cubicBezTo>
                  <a:cubicBezTo>
                    <a:pt x="95" y="46"/>
                    <a:pt x="94" y="46"/>
                    <a:pt x="94" y="46"/>
                  </a:cubicBezTo>
                  <a:cubicBezTo>
                    <a:pt x="94" y="46"/>
                    <a:pt x="94" y="46"/>
                    <a:pt x="94" y="46"/>
                  </a:cubicBezTo>
                  <a:cubicBezTo>
                    <a:pt x="95" y="46"/>
                    <a:pt x="95" y="46"/>
                    <a:pt x="95" y="46"/>
                  </a:cubicBezTo>
                  <a:cubicBezTo>
                    <a:pt x="97" y="45"/>
                    <a:pt x="97" y="45"/>
                    <a:pt x="97" y="45"/>
                  </a:cubicBezTo>
                  <a:cubicBezTo>
                    <a:pt x="100" y="44"/>
                    <a:pt x="100" y="46"/>
                    <a:pt x="100" y="46"/>
                  </a:cubicBezTo>
                  <a:cubicBezTo>
                    <a:pt x="99" y="48"/>
                    <a:pt x="99" y="48"/>
                    <a:pt x="99" y="48"/>
                  </a:cubicBezTo>
                  <a:cubicBezTo>
                    <a:pt x="101" y="48"/>
                    <a:pt x="101" y="48"/>
                    <a:pt x="101" y="49"/>
                  </a:cubicBezTo>
                  <a:cubicBezTo>
                    <a:pt x="102" y="50"/>
                    <a:pt x="101" y="51"/>
                    <a:pt x="100" y="52"/>
                  </a:cubicBezTo>
                  <a:moveTo>
                    <a:pt x="106" y="50"/>
                  </a:moveTo>
                  <a:cubicBezTo>
                    <a:pt x="104" y="50"/>
                    <a:pt x="104" y="50"/>
                    <a:pt x="104" y="50"/>
                  </a:cubicBezTo>
                  <a:cubicBezTo>
                    <a:pt x="103" y="50"/>
                    <a:pt x="103" y="50"/>
                    <a:pt x="103" y="50"/>
                  </a:cubicBezTo>
                  <a:cubicBezTo>
                    <a:pt x="103" y="50"/>
                    <a:pt x="103" y="50"/>
                    <a:pt x="103" y="50"/>
                  </a:cubicBezTo>
                  <a:cubicBezTo>
                    <a:pt x="103" y="49"/>
                    <a:pt x="103" y="49"/>
                    <a:pt x="103" y="49"/>
                  </a:cubicBezTo>
                  <a:cubicBezTo>
                    <a:pt x="102" y="45"/>
                    <a:pt x="102" y="45"/>
                    <a:pt x="102" y="45"/>
                  </a:cubicBezTo>
                  <a:cubicBezTo>
                    <a:pt x="101" y="44"/>
                    <a:pt x="101" y="44"/>
                    <a:pt x="101" y="44"/>
                  </a:cubicBezTo>
                  <a:cubicBezTo>
                    <a:pt x="101" y="44"/>
                    <a:pt x="101" y="44"/>
                    <a:pt x="101" y="44"/>
                  </a:cubicBezTo>
                  <a:cubicBezTo>
                    <a:pt x="102" y="44"/>
                    <a:pt x="102" y="44"/>
                    <a:pt x="102" y="44"/>
                  </a:cubicBezTo>
                  <a:cubicBezTo>
                    <a:pt x="103" y="43"/>
                    <a:pt x="103" y="43"/>
                    <a:pt x="103" y="43"/>
                  </a:cubicBezTo>
                  <a:cubicBezTo>
                    <a:pt x="104" y="43"/>
                    <a:pt x="104" y="43"/>
                    <a:pt x="104" y="43"/>
                  </a:cubicBezTo>
                  <a:cubicBezTo>
                    <a:pt x="103" y="44"/>
                    <a:pt x="103" y="44"/>
                    <a:pt x="103" y="44"/>
                  </a:cubicBezTo>
                  <a:cubicBezTo>
                    <a:pt x="105" y="49"/>
                    <a:pt x="105" y="49"/>
                    <a:pt x="105" y="49"/>
                  </a:cubicBezTo>
                  <a:cubicBezTo>
                    <a:pt x="105" y="50"/>
                    <a:pt x="106" y="49"/>
                    <a:pt x="106" y="49"/>
                  </a:cubicBezTo>
                  <a:lnTo>
                    <a:pt x="106" y="50"/>
                  </a:lnTo>
                  <a:close/>
                  <a:moveTo>
                    <a:pt x="111" y="48"/>
                  </a:moveTo>
                  <a:cubicBezTo>
                    <a:pt x="110" y="48"/>
                    <a:pt x="110" y="48"/>
                    <a:pt x="110" y="48"/>
                  </a:cubicBezTo>
                  <a:cubicBezTo>
                    <a:pt x="109" y="49"/>
                    <a:pt x="109" y="49"/>
                    <a:pt x="109" y="49"/>
                  </a:cubicBezTo>
                  <a:cubicBezTo>
                    <a:pt x="108" y="49"/>
                    <a:pt x="108" y="49"/>
                    <a:pt x="108" y="49"/>
                  </a:cubicBezTo>
                  <a:cubicBezTo>
                    <a:pt x="108" y="48"/>
                    <a:pt x="109" y="48"/>
                    <a:pt x="109" y="47"/>
                  </a:cubicBezTo>
                  <a:cubicBezTo>
                    <a:pt x="107" y="43"/>
                    <a:pt x="107" y="43"/>
                    <a:pt x="107" y="43"/>
                  </a:cubicBezTo>
                  <a:cubicBezTo>
                    <a:pt x="106" y="43"/>
                    <a:pt x="106" y="43"/>
                    <a:pt x="106" y="43"/>
                  </a:cubicBezTo>
                  <a:cubicBezTo>
                    <a:pt x="106" y="43"/>
                    <a:pt x="106" y="43"/>
                    <a:pt x="106" y="43"/>
                  </a:cubicBezTo>
                  <a:cubicBezTo>
                    <a:pt x="105" y="43"/>
                    <a:pt x="105" y="44"/>
                    <a:pt x="105" y="45"/>
                  </a:cubicBezTo>
                  <a:cubicBezTo>
                    <a:pt x="105" y="44"/>
                    <a:pt x="105" y="44"/>
                    <a:pt x="105" y="44"/>
                  </a:cubicBezTo>
                  <a:cubicBezTo>
                    <a:pt x="104" y="43"/>
                    <a:pt x="104" y="43"/>
                    <a:pt x="104" y="43"/>
                  </a:cubicBezTo>
                  <a:cubicBezTo>
                    <a:pt x="104" y="43"/>
                    <a:pt x="104" y="43"/>
                    <a:pt x="104" y="43"/>
                  </a:cubicBezTo>
                  <a:cubicBezTo>
                    <a:pt x="105" y="42"/>
                    <a:pt x="106" y="42"/>
                    <a:pt x="107" y="42"/>
                  </a:cubicBezTo>
                  <a:cubicBezTo>
                    <a:pt x="109" y="41"/>
                    <a:pt x="109" y="41"/>
                    <a:pt x="110" y="41"/>
                  </a:cubicBezTo>
                  <a:cubicBezTo>
                    <a:pt x="110" y="41"/>
                    <a:pt x="110" y="41"/>
                    <a:pt x="110" y="41"/>
                  </a:cubicBezTo>
                  <a:cubicBezTo>
                    <a:pt x="111" y="42"/>
                    <a:pt x="111" y="42"/>
                    <a:pt x="111" y="42"/>
                  </a:cubicBezTo>
                  <a:cubicBezTo>
                    <a:pt x="111" y="42"/>
                    <a:pt x="111" y="42"/>
                    <a:pt x="111" y="42"/>
                  </a:cubicBezTo>
                  <a:cubicBezTo>
                    <a:pt x="110" y="42"/>
                    <a:pt x="110" y="41"/>
                    <a:pt x="109" y="42"/>
                  </a:cubicBezTo>
                  <a:cubicBezTo>
                    <a:pt x="109" y="42"/>
                    <a:pt x="109" y="42"/>
                    <a:pt x="109" y="42"/>
                  </a:cubicBezTo>
                  <a:cubicBezTo>
                    <a:pt x="108" y="43"/>
                    <a:pt x="108" y="43"/>
                    <a:pt x="108" y="43"/>
                  </a:cubicBezTo>
                  <a:cubicBezTo>
                    <a:pt x="110" y="47"/>
                    <a:pt x="110" y="47"/>
                    <a:pt x="110" y="47"/>
                  </a:cubicBezTo>
                  <a:cubicBezTo>
                    <a:pt x="110" y="48"/>
                    <a:pt x="111" y="47"/>
                    <a:pt x="111" y="47"/>
                  </a:cubicBezTo>
                  <a:lnTo>
                    <a:pt x="111" y="48"/>
                  </a:lnTo>
                  <a:close/>
                  <a:moveTo>
                    <a:pt x="115" y="42"/>
                  </a:moveTo>
                  <a:cubicBezTo>
                    <a:pt x="114" y="42"/>
                    <a:pt x="114" y="42"/>
                    <a:pt x="114" y="42"/>
                  </a:cubicBezTo>
                  <a:cubicBezTo>
                    <a:pt x="115" y="41"/>
                    <a:pt x="115" y="41"/>
                    <a:pt x="115" y="41"/>
                  </a:cubicBezTo>
                  <a:cubicBezTo>
                    <a:pt x="116" y="41"/>
                    <a:pt x="116" y="41"/>
                    <a:pt x="116" y="41"/>
                  </a:cubicBezTo>
                  <a:lnTo>
                    <a:pt x="115" y="42"/>
                  </a:lnTo>
                  <a:close/>
                  <a:moveTo>
                    <a:pt x="126" y="40"/>
                  </a:moveTo>
                  <a:cubicBezTo>
                    <a:pt x="126" y="40"/>
                    <a:pt x="126" y="40"/>
                    <a:pt x="126" y="40"/>
                  </a:cubicBezTo>
                  <a:cubicBezTo>
                    <a:pt x="119" y="38"/>
                    <a:pt x="119" y="38"/>
                    <a:pt x="119" y="38"/>
                  </a:cubicBezTo>
                  <a:cubicBezTo>
                    <a:pt x="119" y="38"/>
                    <a:pt x="119" y="38"/>
                    <a:pt x="119" y="38"/>
                  </a:cubicBezTo>
                  <a:cubicBezTo>
                    <a:pt x="119" y="38"/>
                    <a:pt x="119" y="38"/>
                    <a:pt x="119" y="38"/>
                  </a:cubicBezTo>
                  <a:cubicBezTo>
                    <a:pt x="121" y="41"/>
                    <a:pt x="121" y="41"/>
                    <a:pt x="121" y="41"/>
                  </a:cubicBezTo>
                  <a:cubicBezTo>
                    <a:pt x="122" y="43"/>
                    <a:pt x="122" y="42"/>
                    <a:pt x="123" y="42"/>
                  </a:cubicBezTo>
                  <a:cubicBezTo>
                    <a:pt x="122" y="42"/>
                    <a:pt x="122" y="42"/>
                    <a:pt x="122" y="42"/>
                  </a:cubicBezTo>
                  <a:cubicBezTo>
                    <a:pt x="121" y="43"/>
                    <a:pt x="121" y="43"/>
                    <a:pt x="121" y="43"/>
                  </a:cubicBezTo>
                  <a:cubicBezTo>
                    <a:pt x="121" y="43"/>
                    <a:pt x="121" y="43"/>
                    <a:pt x="121" y="43"/>
                  </a:cubicBezTo>
                  <a:cubicBezTo>
                    <a:pt x="120" y="44"/>
                    <a:pt x="120" y="44"/>
                    <a:pt x="120" y="44"/>
                  </a:cubicBezTo>
                  <a:cubicBezTo>
                    <a:pt x="120" y="42"/>
                    <a:pt x="120" y="42"/>
                    <a:pt x="120" y="42"/>
                  </a:cubicBezTo>
                  <a:cubicBezTo>
                    <a:pt x="119" y="39"/>
                    <a:pt x="119" y="39"/>
                    <a:pt x="119" y="39"/>
                  </a:cubicBezTo>
                  <a:cubicBezTo>
                    <a:pt x="118" y="37"/>
                    <a:pt x="117" y="38"/>
                    <a:pt x="117" y="38"/>
                  </a:cubicBezTo>
                  <a:cubicBezTo>
                    <a:pt x="117" y="37"/>
                    <a:pt x="117" y="37"/>
                    <a:pt x="117" y="37"/>
                  </a:cubicBezTo>
                  <a:cubicBezTo>
                    <a:pt x="117" y="37"/>
                    <a:pt x="117" y="37"/>
                    <a:pt x="117" y="37"/>
                  </a:cubicBezTo>
                  <a:cubicBezTo>
                    <a:pt x="118" y="37"/>
                    <a:pt x="118" y="37"/>
                    <a:pt x="118" y="37"/>
                  </a:cubicBezTo>
                  <a:cubicBezTo>
                    <a:pt x="119" y="37"/>
                    <a:pt x="119" y="37"/>
                    <a:pt x="119" y="37"/>
                  </a:cubicBezTo>
                  <a:cubicBezTo>
                    <a:pt x="124" y="39"/>
                    <a:pt x="124" y="39"/>
                    <a:pt x="124" y="39"/>
                  </a:cubicBezTo>
                  <a:cubicBezTo>
                    <a:pt x="125" y="39"/>
                    <a:pt x="125" y="39"/>
                    <a:pt x="125" y="39"/>
                  </a:cubicBezTo>
                  <a:cubicBezTo>
                    <a:pt x="125" y="38"/>
                    <a:pt x="125" y="38"/>
                    <a:pt x="125" y="38"/>
                  </a:cubicBezTo>
                  <a:cubicBezTo>
                    <a:pt x="123" y="35"/>
                    <a:pt x="123" y="35"/>
                    <a:pt x="123" y="35"/>
                  </a:cubicBezTo>
                  <a:cubicBezTo>
                    <a:pt x="121" y="35"/>
                    <a:pt x="121" y="35"/>
                    <a:pt x="121" y="35"/>
                  </a:cubicBezTo>
                  <a:cubicBezTo>
                    <a:pt x="121" y="35"/>
                    <a:pt x="121" y="35"/>
                    <a:pt x="121" y="35"/>
                  </a:cubicBezTo>
                  <a:cubicBezTo>
                    <a:pt x="122" y="34"/>
                    <a:pt x="122" y="34"/>
                    <a:pt x="122" y="34"/>
                  </a:cubicBezTo>
                  <a:cubicBezTo>
                    <a:pt x="123" y="34"/>
                    <a:pt x="123" y="34"/>
                    <a:pt x="123" y="34"/>
                  </a:cubicBezTo>
                  <a:cubicBezTo>
                    <a:pt x="124" y="34"/>
                    <a:pt x="124" y="34"/>
                    <a:pt x="124" y="34"/>
                  </a:cubicBezTo>
                  <a:cubicBezTo>
                    <a:pt x="124" y="34"/>
                    <a:pt x="123" y="34"/>
                    <a:pt x="123" y="35"/>
                  </a:cubicBezTo>
                  <a:cubicBezTo>
                    <a:pt x="126" y="40"/>
                    <a:pt x="126" y="40"/>
                    <a:pt x="126" y="40"/>
                  </a:cubicBezTo>
                  <a:close/>
                  <a:moveTo>
                    <a:pt x="131" y="38"/>
                  </a:moveTo>
                  <a:cubicBezTo>
                    <a:pt x="129" y="39"/>
                    <a:pt x="127" y="38"/>
                    <a:pt x="126" y="37"/>
                  </a:cubicBezTo>
                  <a:cubicBezTo>
                    <a:pt x="125" y="35"/>
                    <a:pt x="125" y="33"/>
                    <a:pt x="127" y="31"/>
                  </a:cubicBezTo>
                  <a:cubicBezTo>
                    <a:pt x="128" y="30"/>
                    <a:pt x="130" y="31"/>
                    <a:pt x="132" y="32"/>
                  </a:cubicBezTo>
                  <a:cubicBezTo>
                    <a:pt x="132" y="33"/>
                    <a:pt x="133" y="36"/>
                    <a:pt x="131" y="38"/>
                  </a:cubicBezTo>
                  <a:moveTo>
                    <a:pt x="136" y="33"/>
                  </a:moveTo>
                  <a:cubicBezTo>
                    <a:pt x="135" y="34"/>
                    <a:pt x="135" y="34"/>
                    <a:pt x="135" y="34"/>
                  </a:cubicBezTo>
                  <a:cubicBezTo>
                    <a:pt x="134" y="34"/>
                    <a:pt x="134" y="34"/>
                    <a:pt x="134" y="34"/>
                  </a:cubicBezTo>
                  <a:cubicBezTo>
                    <a:pt x="133" y="33"/>
                    <a:pt x="133" y="33"/>
                    <a:pt x="133" y="33"/>
                  </a:cubicBezTo>
                  <a:cubicBezTo>
                    <a:pt x="133" y="33"/>
                    <a:pt x="133" y="33"/>
                    <a:pt x="133" y="33"/>
                  </a:cubicBezTo>
                  <a:cubicBezTo>
                    <a:pt x="134" y="33"/>
                    <a:pt x="134" y="33"/>
                    <a:pt x="134" y="33"/>
                  </a:cubicBezTo>
                  <a:cubicBezTo>
                    <a:pt x="136" y="33"/>
                    <a:pt x="136" y="33"/>
                    <a:pt x="136" y="33"/>
                  </a:cubicBezTo>
                  <a:cubicBezTo>
                    <a:pt x="137" y="31"/>
                    <a:pt x="137" y="31"/>
                    <a:pt x="137" y="31"/>
                  </a:cubicBezTo>
                  <a:cubicBezTo>
                    <a:pt x="136" y="30"/>
                    <a:pt x="135" y="31"/>
                    <a:pt x="134" y="31"/>
                  </a:cubicBezTo>
                  <a:cubicBezTo>
                    <a:pt x="132" y="31"/>
                    <a:pt x="132" y="31"/>
                    <a:pt x="132" y="31"/>
                  </a:cubicBezTo>
                  <a:cubicBezTo>
                    <a:pt x="131" y="30"/>
                    <a:pt x="131" y="29"/>
                    <a:pt x="132" y="28"/>
                  </a:cubicBezTo>
                  <a:cubicBezTo>
                    <a:pt x="133" y="27"/>
                    <a:pt x="133" y="27"/>
                    <a:pt x="133" y="27"/>
                  </a:cubicBezTo>
                  <a:cubicBezTo>
                    <a:pt x="134" y="27"/>
                    <a:pt x="134" y="27"/>
                    <a:pt x="134" y="27"/>
                  </a:cubicBezTo>
                  <a:cubicBezTo>
                    <a:pt x="134" y="27"/>
                    <a:pt x="134" y="27"/>
                    <a:pt x="134" y="27"/>
                  </a:cubicBezTo>
                  <a:cubicBezTo>
                    <a:pt x="135" y="28"/>
                    <a:pt x="135" y="28"/>
                    <a:pt x="135" y="28"/>
                  </a:cubicBezTo>
                  <a:cubicBezTo>
                    <a:pt x="135" y="28"/>
                    <a:pt x="135" y="28"/>
                    <a:pt x="135" y="28"/>
                  </a:cubicBezTo>
                  <a:cubicBezTo>
                    <a:pt x="135" y="29"/>
                    <a:pt x="133" y="27"/>
                    <a:pt x="132" y="28"/>
                  </a:cubicBezTo>
                  <a:cubicBezTo>
                    <a:pt x="132" y="30"/>
                    <a:pt x="132" y="30"/>
                    <a:pt x="132" y="30"/>
                  </a:cubicBezTo>
                  <a:cubicBezTo>
                    <a:pt x="132" y="30"/>
                    <a:pt x="133" y="30"/>
                    <a:pt x="134" y="30"/>
                  </a:cubicBezTo>
                  <a:cubicBezTo>
                    <a:pt x="135" y="29"/>
                    <a:pt x="136" y="29"/>
                    <a:pt x="137" y="30"/>
                  </a:cubicBezTo>
                  <a:cubicBezTo>
                    <a:pt x="138" y="31"/>
                    <a:pt x="138" y="33"/>
                    <a:pt x="136" y="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1" name="Freeform 32">
              <a:extLst>
                <a:ext uri="{FF2B5EF4-FFF2-40B4-BE49-F238E27FC236}">
                  <a16:creationId xmlns:a16="http://schemas.microsoft.com/office/drawing/2014/main" id="{92887B06-8AB9-45D9-94C7-E2F1BF9C2671}"/>
                </a:ext>
              </a:extLst>
            </p:cNvPr>
            <p:cNvSpPr>
              <a:spLocks noEditPoints="1"/>
            </p:cNvSpPr>
            <p:nvPr/>
          </p:nvSpPr>
          <p:spPr bwMode="auto">
            <a:xfrm>
              <a:off x="6111875" y="2517775"/>
              <a:ext cx="104775" cy="215900"/>
            </a:xfrm>
            <a:custGeom>
              <a:avLst/>
              <a:gdLst>
                <a:gd name="T0" fmla="*/ 44 w 49"/>
                <a:gd name="T1" fmla="*/ 10 h 100"/>
                <a:gd name="T2" fmla="*/ 38 w 49"/>
                <a:gd name="T3" fmla="*/ 26 h 100"/>
                <a:gd name="T4" fmla="*/ 33 w 49"/>
                <a:gd name="T5" fmla="*/ 21 h 100"/>
                <a:gd name="T6" fmla="*/ 20 w 49"/>
                <a:gd name="T7" fmla="*/ 15 h 100"/>
                <a:gd name="T8" fmla="*/ 3 w 49"/>
                <a:gd name="T9" fmla="*/ 2 h 100"/>
                <a:gd name="T10" fmla="*/ 2 w 49"/>
                <a:gd name="T11" fmla="*/ 43 h 100"/>
                <a:gd name="T12" fmla="*/ 7 w 49"/>
                <a:gd name="T13" fmla="*/ 38 h 100"/>
                <a:gd name="T14" fmla="*/ 6 w 49"/>
                <a:gd name="T15" fmla="*/ 82 h 100"/>
                <a:gd name="T16" fmla="*/ 11 w 49"/>
                <a:gd name="T17" fmla="*/ 86 h 100"/>
                <a:gd name="T18" fmla="*/ 34 w 49"/>
                <a:gd name="T19" fmla="*/ 79 h 100"/>
                <a:gd name="T20" fmla="*/ 29 w 49"/>
                <a:gd name="T21" fmla="*/ 52 h 100"/>
                <a:gd name="T22" fmla="*/ 40 w 49"/>
                <a:gd name="T23" fmla="*/ 58 h 100"/>
                <a:gd name="T24" fmla="*/ 40 w 49"/>
                <a:gd name="T25" fmla="*/ 50 h 100"/>
                <a:gd name="T26" fmla="*/ 44 w 49"/>
                <a:gd name="T27" fmla="*/ 26 h 100"/>
                <a:gd name="T28" fmla="*/ 35 w 49"/>
                <a:gd name="T29" fmla="*/ 21 h 100"/>
                <a:gd name="T30" fmla="*/ 42 w 49"/>
                <a:gd name="T31" fmla="*/ 14 h 100"/>
                <a:gd name="T32" fmla="*/ 29 w 49"/>
                <a:gd name="T33" fmla="*/ 20 h 100"/>
                <a:gd name="T34" fmla="*/ 29 w 49"/>
                <a:gd name="T35" fmla="*/ 15 h 100"/>
                <a:gd name="T36" fmla="*/ 25 w 49"/>
                <a:gd name="T37" fmla="*/ 15 h 100"/>
                <a:gd name="T38" fmla="*/ 35 w 49"/>
                <a:gd name="T39" fmla="*/ 35 h 100"/>
                <a:gd name="T40" fmla="*/ 20 w 49"/>
                <a:gd name="T41" fmla="*/ 26 h 100"/>
                <a:gd name="T42" fmla="*/ 19 w 49"/>
                <a:gd name="T43" fmla="*/ 24 h 100"/>
                <a:gd name="T44" fmla="*/ 13 w 49"/>
                <a:gd name="T45" fmla="*/ 1 h 100"/>
                <a:gd name="T46" fmla="*/ 25 w 49"/>
                <a:gd name="T47" fmla="*/ 40 h 100"/>
                <a:gd name="T48" fmla="*/ 20 w 49"/>
                <a:gd name="T49" fmla="*/ 44 h 100"/>
                <a:gd name="T50" fmla="*/ 14 w 49"/>
                <a:gd name="T51" fmla="*/ 42 h 100"/>
                <a:gd name="T52" fmla="*/ 18 w 49"/>
                <a:gd name="T53" fmla="*/ 42 h 100"/>
                <a:gd name="T54" fmla="*/ 11 w 49"/>
                <a:gd name="T55" fmla="*/ 36 h 100"/>
                <a:gd name="T56" fmla="*/ 7 w 49"/>
                <a:gd name="T57" fmla="*/ 28 h 100"/>
                <a:gd name="T58" fmla="*/ 3 w 49"/>
                <a:gd name="T59" fmla="*/ 3 h 100"/>
                <a:gd name="T60" fmla="*/ 6 w 49"/>
                <a:gd name="T61" fmla="*/ 22 h 100"/>
                <a:gd name="T62" fmla="*/ 4 w 49"/>
                <a:gd name="T63" fmla="*/ 30 h 100"/>
                <a:gd name="T64" fmla="*/ 2 w 49"/>
                <a:gd name="T65" fmla="*/ 48 h 100"/>
                <a:gd name="T66" fmla="*/ 2 w 49"/>
                <a:gd name="T67" fmla="*/ 50 h 100"/>
                <a:gd name="T68" fmla="*/ 11 w 49"/>
                <a:gd name="T69" fmla="*/ 36 h 100"/>
                <a:gd name="T70" fmla="*/ 32 w 49"/>
                <a:gd name="T71" fmla="*/ 77 h 100"/>
                <a:gd name="T72" fmla="*/ 27 w 49"/>
                <a:gd name="T73" fmla="*/ 78 h 100"/>
                <a:gd name="T74" fmla="*/ 20 w 49"/>
                <a:gd name="T75" fmla="*/ 62 h 100"/>
                <a:gd name="T76" fmla="*/ 18 w 49"/>
                <a:gd name="T77" fmla="*/ 57 h 100"/>
                <a:gd name="T78" fmla="*/ 13 w 49"/>
                <a:gd name="T79" fmla="*/ 96 h 100"/>
                <a:gd name="T80" fmla="*/ 7 w 49"/>
                <a:gd name="T81" fmla="*/ 88 h 100"/>
                <a:gd name="T82" fmla="*/ 9 w 49"/>
                <a:gd name="T83" fmla="*/ 75 h 100"/>
                <a:gd name="T84" fmla="*/ 10 w 49"/>
                <a:gd name="T85" fmla="*/ 43 h 100"/>
                <a:gd name="T86" fmla="*/ 27 w 49"/>
                <a:gd name="T87" fmla="*/ 49 h 100"/>
                <a:gd name="T88" fmla="*/ 41 w 49"/>
                <a:gd name="T89" fmla="*/ 48 h 100"/>
                <a:gd name="T90" fmla="*/ 40 w 49"/>
                <a:gd name="T91" fmla="*/ 52 h 100"/>
                <a:gd name="T92" fmla="*/ 34 w 49"/>
                <a:gd name="T93" fmla="*/ 53 h 100"/>
                <a:gd name="T94" fmla="*/ 27 w 49"/>
                <a:gd name="T95" fmla="*/ 48 h 100"/>
                <a:gd name="T96" fmla="*/ 18 w 49"/>
                <a:gd name="T97" fmla="*/ 38 h 100"/>
                <a:gd name="T98" fmla="*/ 11 w 49"/>
                <a:gd name="T99" fmla="*/ 28 h 100"/>
                <a:gd name="T100" fmla="*/ 13 w 49"/>
                <a:gd name="T101" fmla="*/ 19 h 100"/>
                <a:gd name="T102" fmla="*/ 31 w 49"/>
                <a:gd name="T103" fmla="*/ 39 h 100"/>
                <a:gd name="T104" fmla="*/ 36 w 49"/>
                <a:gd name="T105" fmla="*/ 42 h 100"/>
                <a:gd name="T106" fmla="*/ 42 w 49"/>
                <a:gd name="T107" fmla="*/ 28 h 100"/>
                <a:gd name="T108" fmla="*/ 46 w 49"/>
                <a:gd name="T109" fmla="*/ 26 h 100"/>
                <a:gd name="T110" fmla="*/ 43 w 49"/>
                <a:gd name="T111" fmla="*/ 14 h 100"/>
                <a:gd name="T112" fmla="*/ 48 w 49"/>
                <a:gd name="T113" fmla="*/ 13 h 100"/>
                <a:gd name="T114" fmla="*/ 8 w 49"/>
                <a:gd name="T115" fmla="*/ 83 h 100"/>
                <a:gd name="T116" fmla="*/ 19 w 49"/>
                <a:gd name="T117" fmla="*/ 34 h 100"/>
                <a:gd name="T118" fmla="*/ 14 w 49"/>
                <a:gd name="T119" fmla="*/ 24 h 100"/>
                <a:gd name="T120" fmla="*/ 25 w 49"/>
                <a:gd name="T121" fmla="*/ 2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 h="100">
                  <a:moveTo>
                    <a:pt x="11" y="71"/>
                  </a:moveTo>
                  <a:cubicBezTo>
                    <a:pt x="11" y="72"/>
                    <a:pt x="11" y="72"/>
                    <a:pt x="11" y="72"/>
                  </a:cubicBezTo>
                  <a:cubicBezTo>
                    <a:pt x="11" y="73"/>
                    <a:pt x="11" y="73"/>
                    <a:pt x="11" y="73"/>
                  </a:cubicBezTo>
                  <a:cubicBezTo>
                    <a:pt x="12" y="73"/>
                    <a:pt x="12" y="73"/>
                    <a:pt x="12" y="73"/>
                  </a:cubicBezTo>
                  <a:cubicBezTo>
                    <a:pt x="12" y="72"/>
                    <a:pt x="12" y="72"/>
                    <a:pt x="12" y="72"/>
                  </a:cubicBezTo>
                  <a:cubicBezTo>
                    <a:pt x="12" y="71"/>
                    <a:pt x="12" y="71"/>
                    <a:pt x="12" y="71"/>
                  </a:cubicBezTo>
                  <a:lnTo>
                    <a:pt x="11" y="71"/>
                  </a:lnTo>
                  <a:close/>
                  <a:moveTo>
                    <a:pt x="49" y="12"/>
                  </a:moveTo>
                  <a:cubicBezTo>
                    <a:pt x="49" y="12"/>
                    <a:pt x="49" y="12"/>
                    <a:pt x="49" y="12"/>
                  </a:cubicBezTo>
                  <a:cubicBezTo>
                    <a:pt x="49" y="12"/>
                    <a:pt x="49" y="12"/>
                    <a:pt x="49" y="12"/>
                  </a:cubicBezTo>
                  <a:cubicBezTo>
                    <a:pt x="48" y="12"/>
                    <a:pt x="48" y="12"/>
                    <a:pt x="48" y="12"/>
                  </a:cubicBezTo>
                  <a:cubicBezTo>
                    <a:pt x="47" y="13"/>
                    <a:pt x="47" y="13"/>
                    <a:pt x="47" y="13"/>
                  </a:cubicBezTo>
                  <a:cubicBezTo>
                    <a:pt x="47" y="13"/>
                    <a:pt x="47" y="13"/>
                    <a:pt x="47" y="13"/>
                  </a:cubicBezTo>
                  <a:cubicBezTo>
                    <a:pt x="46" y="13"/>
                    <a:pt x="46" y="13"/>
                    <a:pt x="46" y="13"/>
                  </a:cubicBezTo>
                  <a:cubicBezTo>
                    <a:pt x="45" y="14"/>
                    <a:pt x="45" y="14"/>
                    <a:pt x="45" y="14"/>
                  </a:cubicBezTo>
                  <a:cubicBezTo>
                    <a:pt x="45" y="14"/>
                    <a:pt x="45" y="14"/>
                    <a:pt x="45" y="14"/>
                  </a:cubicBezTo>
                  <a:cubicBezTo>
                    <a:pt x="45" y="14"/>
                    <a:pt x="45" y="14"/>
                    <a:pt x="45" y="14"/>
                  </a:cubicBezTo>
                  <a:cubicBezTo>
                    <a:pt x="45" y="12"/>
                    <a:pt x="45" y="12"/>
                    <a:pt x="45" y="12"/>
                  </a:cubicBezTo>
                  <a:cubicBezTo>
                    <a:pt x="44" y="12"/>
                    <a:pt x="44" y="12"/>
                    <a:pt x="44" y="12"/>
                  </a:cubicBezTo>
                  <a:cubicBezTo>
                    <a:pt x="44" y="12"/>
                    <a:pt x="44" y="12"/>
                    <a:pt x="44" y="12"/>
                  </a:cubicBezTo>
                  <a:cubicBezTo>
                    <a:pt x="44" y="11"/>
                    <a:pt x="45" y="10"/>
                    <a:pt x="45" y="10"/>
                  </a:cubicBezTo>
                  <a:cubicBezTo>
                    <a:pt x="45" y="10"/>
                    <a:pt x="45" y="10"/>
                    <a:pt x="45" y="10"/>
                  </a:cubicBezTo>
                  <a:cubicBezTo>
                    <a:pt x="45" y="10"/>
                    <a:pt x="45" y="10"/>
                    <a:pt x="45" y="10"/>
                  </a:cubicBezTo>
                  <a:cubicBezTo>
                    <a:pt x="44" y="10"/>
                    <a:pt x="44" y="10"/>
                    <a:pt x="44" y="10"/>
                  </a:cubicBezTo>
                  <a:cubicBezTo>
                    <a:pt x="43" y="10"/>
                    <a:pt x="43" y="11"/>
                    <a:pt x="43" y="12"/>
                  </a:cubicBezTo>
                  <a:cubicBezTo>
                    <a:pt x="43" y="12"/>
                    <a:pt x="43" y="12"/>
                    <a:pt x="43" y="12"/>
                  </a:cubicBezTo>
                  <a:cubicBezTo>
                    <a:pt x="42" y="13"/>
                    <a:pt x="42" y="13"/>
                    <a:pt x="42" y="13"/>
                  </a:cubicBezTo>
                  <a:cubicBezTo>
                    <a:pt x="43" y="12"/>
                    <a:pt x="43" y="12"/>
                    <a:pt x="43" y="12"/>
                  </a:cubicBezTo>
                  <a:cubicBezTo>
                    <a:pt x="43" y="12"/>
                    <a:pt x="43" y="12"/>
                    <a:pt x="43" y="12"/>
                  </a:cubicBezTo>
                  <a:cubicBezTo>
                    <a:pt x="43" y="11"/>
                    <a:pt x="43" y="11"/>
                    <a:pt x="43" y="11"/>
                  </a:cubicBezTo>
                  <a:cubicBezTo>
                    <a:pt x="43" y="11"/>
                    <a:pt x="43" y="11"/>
                    <a:pt x="43" y="11"/>
                  </a:cubicBezTo>
                  <a:cubicBezTo>
                    <a:pt x="43" y="11"/>
                    <a:pt x="43" y="11"/>
                    <a:pt x="43" y="11"/>
                  </a:cubicBezTo>
                  <a:cubicBezTo>
                    <a:pt x="42" y="11"/>
                    <a:pt x="42" y="11"/>
                    <a:pt x="42" y="11"/>
                  </a:cubicBezTo>
                  <a:cubicBezTo>
                    <a:pt x="41" y="13"/>
                    <a:pt x="41" y="13"/>
                    <a:pt x="41" y="13"/>
                  </a:cubicBezTo>
                  <a:cubicBezTo>
                    <a:pt x="41" y="13"/>
                    <a:pt x="41" y="13"/>
                    <a:pt x="41" y="13"/>
                  </a:cubicBezTo>
                  <a:cubicBezTo>
                    <a:pt x="41" y="15"/>
                    <a:pt x="41" y="15"/>
                    <a:pt x="41" y="15"/>
                  </a:cubicBezTo>
                  <a:cubicBezTo>
                    <a:pt x="41" y="15"/>
                    <a:pt x="41" y="15"/>
                    <a:pt x="41" y="15"/>
                  </a:cubicBezTo>
                  <a:cubicBezTo>
                    <a:pt x="41" y="16"/>
                    <a:pt x="42" y="17"/>
                    <a:pt x="42" y="17"/>
                  </a:cubicBezTo>
                  <a:cubicBezTo>
                    <a:pt x="43" y="18"/>
                    <a:pt x="43" y="19"/>
                    <a:pt x="43" y="20"/>
                  </a:cubicBezTo>
                  <a:cubicBezTo>
                    <a:pt x="43" y="21"/>
                    <a:pt x="43" y="21"/>
                    <a:pt x="43" y="21"/>
                  </a:cubicBezTo>
                  <a:cubicBezTo>
                    <a:pt x="43" y="22"/>
                    <a:pt x="42" y="24"/>
                    <a:pt x="42" y="25"/>
                  </a:cubicBezTo>
                  <a:cubicBezTo>
                    <a:pt x="41" y="27"/>
                    <a:pt x="41" y="27"/>
                    <a:pt x="41" y="27"/>
                  </a:cubicBezTo>
                  <a:cubicBezTo>
                    <a:pt x="41" y="27"/>
                    <a:pt x="41" y="27"/>
                    <a:pt x="41" y="27"/>
                  </a:cubicBezTo>
                  <a:cubicBezTo>
                    <a:pt x="41" y="28"/>
                    <a:pt x="41" y="28"/>
                    <a:pt x="41" y="28"/>
                  </a:cubicBezTo>
                  <a:cubicBezTo>
                    <a:pt x="40" y="26"/>
                    <a:pt x="39" y="25"/>
                    <a:pt x="39" y="25"/>
                  </a:cubicBezTo>
                  <a:cubicBezTo>
                    <a:pt x="38" y="25"/>
                    <a:pt x="38" y="25"/>
                    <a:pt x="38" y="25"/>
                  </a:cubicBezTo>
                  <a:cubicBezTo>
                    <a:pt x="38" y="26"/>
                    <a:pt x="38" y="26"/>
                    <a:pt x="38" y="26"/>
                  </a:cubicBezTo>
                  <a:cubicBezTo>
                    <a:pt x="38" y="26"/>
                    <a:pt x="38" y="26"/>
                    <a:pt x="38" y="26"/>
                  </a:cubicBezTo>
                  <a:cubicBezTo>
                    <a:pt x="38" y="27"/>
                    <a:pt x="38" y="28"/>
                    <a:pt x="38" y="29"/>
                  </a:cubicBezTo>
                  <a:cubicBezTo>
                    <a:pt x="38" y="30"/>
                    <a:pt x="38" y="30"/>
                    <a:pt x="37" y="31"/>
                  </a:cubicBezTo>
                  <a:cubicBezTo>
                    <a:pt x="36" y="33"/>
                    <a:pt x="36" y="33"/>
                    <a:pt x="36" y="33"/>
                  </a:cubicBezTo>
                  <a:cubicBezTo>
                    <a:pt x="35" y="32"/>
                    <a:pt x="35" y="31"/>
                    <a:pt x="34" y="30"/>
                  </a:cubicBezTo>
                  <a:cubicBezTo>
                    <a:pt x="33" y="28"/>
                    <a:pt x="31" y="27"/>
                    <a:pt x="30" y="26"/>
                  </a:cubicBezTo>
                  <a:cubicBezTo>
                    <a:pt x="28" y="25"/>
                    <a:pt x="27" y="24"/>
                    <a:pt x="27" y="23"/>
                  </a:cubicBezTo>
                  <a:cubicBezTo>
                    <a:pt x="27" y="23"/>
                    <a:pt x="27" y="23"/>
                    <a:pt x="27" y="23"/>
                  </a:cubicBezTo>
                  <a:cubicBezTo>
                    <a:pt x="27" y="22"/>
                    <a:pt x="27" y="22"/>
                    <a:pt x="27" y="22"/>
                  </a:cubicBezTo>
                  <a:cubicBezTo>
                    <a:pt x="29" y="22"/>
                    <a:pt x="29" y="22"/>
                    <a:pt x="29" y="22"/>
                  </a:cubicBezTo>
                  <a:cubicBezTo>
                    <a:pt x="29" y="22"/>
                    <a:pt x="29" y="22"/>
                    <a:pt x="29" y="22"/>
                  </a:cubicBezTo>
                  <a:cubicBezTo>
                    <a:pt x="30" y="22"/>
                    <a:pt x="31" y="23"/>
                    <a:pt x="32" y="23"/>
                  </a:cubicBezTo>
                  <a:cubicBezTo>
                    <a:pt x="32" y="23"/>
                    <a:pt x="32" y="23"/>
                    <a:pt x="32" y="23"/>
                  </a:cubicBezTo>
                  <a:cubicBezTo>
                    <a:pt x="33" y="23"/>
                    <a:pt x="33" y="23"/>
                    <a:pt x="33" y="23"/>
                  </a:cubicBezTo>
                  <a:cubicBezTo>
                    <a:pt x="33" y="23"/>
                    <a:pt x="33" y="23"/>
                    <a:pt x="33" y="23"/>
                  </a:cubicBezTo>
                  <a:cubicBezTo>
                    <a:pt x="35" y="22"/>
                    <a:pt x="35" y="22"/>
                    <a:pt x="35" y="22"/>
                  </a:cubicBezTo>
                  <a:cubicBezTo>
                    <a:pt x="35" y="22"/>
                    <a:pt x="35" y="22"/>
                    <a:pt x="35" y="22"/>
                  </a:cubicBezTo>
                  <a:cubicBezTo>
                    <a:pt x="35" y="22"/>
                    <a:pt x="35" y="22"/>
                    <a:pt x="35" y="22"/>
                  </a:cubicBezTo>
                  <a:cubicBezTo>
                    <a:pt x="35" y="22"/>
                    <a:pt x="35" y="22"/>
                    <a:pt x="35" y="22"/>
                  </a:cubicBezTo>
                  <a:cubicBezTo>
                    <a:pt x="35" y="21"/>
                    <a:pt x="35" y="21"/>
                    <a:pt x="35" y="21"/>
                  </a:cubicBezTo>
                  <a:cubicBezTo>
                    <a:pt x="35" y="21"/>
                    <a:pt x="35" y="21"/>
                    <a:pt x="35" y="21"/>
                  </a:cubicBezTo>
                  <a:cubicBezTo>
                    <a:pt x="35" y="21"/>
                    <a:pt x="35" y="21"/>
                    <a:pt x="35" y="21"/>
                  </a:cubicBezTo>
                  <a:cubicBezTo>
                    <a:pt x="35" y="21"/>
                    <a:pt x="35" y="21"/>
                    <a:pt x="35" y="21"/>
                  </a:cubicBezTo>
                  <a:cubicBezTo>
                    <a:pt x="34" y="21"/>
                    <a:pt x="34" y="21"/>
                    <a:pt x="34" y="21"/>
                  </a:cubicBezTo>
                  <a:cubicBezTo>
                    <a:pt x="33" y="21"/>
                    <a:pt x="33" y="21"/>
                    <a:pt x="33" y="21"/>
                  </a:cubicBezTo>
                  <a:cubicBezTo>
                    <a:pt x="32" y="20"/>
                    <a:pt x="32" y="20"/>
                    <a:pt x="32" y="20"/>
                  </a:cubicBezTo>
                  <a:cubicBezTo>
                    <a:pt x="31" y="19"/>
                    <a:pt x="31" y="19"/>
                    <a:pt x="31" y="19"/>
                  </a:cubicBezTo>
                  <a:cubicBezTo>
                    <a:pt x="32" y="19"/>
                    <a:pt x="32" y="19"/>
                    <a:pt x="32" y="19"/>
                  </a:cubicBezTo>
                  <a:cubicBezTo>
                    <a:pt x="33" y="18"/>
                    <a:pt x="33" y="18"/>
                    <a:pt x="33" y="18"/>
                  </a:cubicBezTo>
                  <a:cubicBezTo>
                    <a:pt x="33" y="18"/>
                    <a:pt x="33" y="18"/>
                    <a:pt x="33" y="18"/>
                  </a:cubicBezTo>
                  <a:cubicBezTo>
                    <a:pt x="34" y="19"/>
                    <a:pt x="34" y="19"/>
                    <a:pt x="34" y="19"/>
                  </a:cubicBezTo>
                  <a:cubicBezTo>
                    <a:pt x="35" y="19"/>
                    <a:pt x="35" y="19"/>
                    <a:pt x="35" y="19"/>
                  </a:cubicBezTo>
                  <a:cubicBezTo>
                    <a:pt x="35" y="19"/>
                    <a:pt x="35" y="19"/>
                    <a:pt x="35" y="19"/>
                  </a:cubicBezTo>
                  <a:cubicBezTo>
                    <a:pt x="35" y="18"/>
                    <a:pt x="35" y="18"/>
                    <a:pt x="35" y="18"/>
                  </a:cubicBezTo>
                  <a:cubicBezTo>
                    <a:pt x="35" y="17"/>
                    <a:pt x="35" y="14"/>
                    <a:pt x="32" y="14"/>
                  </a:cubicBezTo>
                  <a:cubicBezTo>
                    <a:pt x="29" y="14"/>
                    <a:pt x="29" y="14"/>
                    <a:pt x="29" y="14"/>
                  </a:cubicBezTo>
                  <a:cubicBezTo>
                    <a:pt x="29" y="14"/>
                    <a:pt x="29" y="13"/>
                    <a:pt x="27" y="13"/>
                  </a:cubicBezTo>
                  <a:cubicBezTo>
                    <a:pt x="26" y="13"/>
                    <a:pt x="26" y="13"/>
                    <a:pt x="25" y="13"/>
                  </a:cubicBezTo>
                  <a:cubicBezTo>
                    <a:pt x="25" y="13"/>
                    <a:pt x="25" y="13"/>
                    <a:pt x="25" y="13"/>
                  </a:cubicBezTo>
                  <a:cubicBezTo>
                    <a:pt x="25" y="13"/>
                    <a:pt x="25" y="13"/>
                    <a:pt x="25" y="13"/>
                  </a:cubicBezTo>
                  <a:cubicBezTo>
                    <a:pt x="22" y="13"/>
                    <a:pt x="22" y="13"/>
                    <a:pt x="22" y="13"/>
                  </a:cubicBezTo>
                  <a:cubicBezTo>
                    <a:pt x="22" y="13"/>
                    <a:pt x="22" y="13"/>
                    <a:pt x="22" y="13"/>
                  </a:cubicBezTo>
                  <a:cubicBezTo>
                    <a:pt x="22" y="13"/>
                    <a:pt x="22" y="13"/>
                    <a:pt x="22" y="13"/>
                  </a:cubicBezTo>
                  <a:cubicBezTo>
                    <a:pt x="22" y="14"/>
                    <a:pt x="22" y="14"/>
                    <a:pt x="22" y="14"/>
                  </a:cubicBezTo>
                  <a:cubicBezTo>
                    <a:pt x="21" y="14"/>
                    <a:pt x="21" y="14"/>
                    <a:pt x="21" y="14"/>
                  </a:cubicBezTo>
                  <a:cubicBezTo>
                    <a:pt x="21" y="13"/>
                    <a:pt x="21" y="13"/>
                    <a:pt x="21" y="13"/>
                  </a:cubicBezTo>
                  <a:cubicBezTo>
                    <a:pt x="20" y="12"/>
                    <a:pt x="20" y="12"/>
                    <a:pt x="20" y="12"/>
                  </a:cubicBezTo>
                  <a:cubicBezTo>
                    <a:pt x="20" y="13"/>
                    <a:pt x="20" y="13"/>
                    <a:pt x="20" y="13"/>
                  </a:cubicBezTo>
                  <a:cubicBezTo>
                    <a:pt x="20" y="15"/>
                    <a:pt x="20" y="15"/>
                    <a:pt x="20" y="15"/>
                  </a:cubicBezTo>
                  <a:cubicBezTo>
                    <a:pt x="19" y="16"/>
                    <a:pt x="19" y="16"/>
                    <a:pt x="19" y="16"/>
                  </a:cubicBezTo>
                  <a:cubicBezTo>
                    <a:pt x="20" y="16"/>
                    <a:pt x="20" y="16"/>
                    <a:pt x="20" y="16"/>
                  </a:cubicBezTo>
                  <a:cubicBezTo>
                    <a:pt x="20" y="16"/>
                    <a:pt x="20" y="16"/>
                    <a:pt x="20" y="16"/>
                  </a:cubicBezTo>
                  <a:cubicBezTo>
                    <a:pt x="20" y="16"/>
                    <a:pt x="20" y="16"/>
                    <a:pt x="20" y="16"/>
                  </a:cubicBezTo>
                  <a:cubicBezTo>
                    <a:pt x="20" y="16"/>
                    <a:pt x="19" y="17"/>
                    <a:pt x="19" y="19"/>
                  </a:cubicBezTo>
                  <a:cubicBezTo>
                    <a:pt x="18" y="18"/>
                    <a:pt x="18" y="18"/>
                    <a:pt x="18" y="18"/>
                  </a:cubicBezTo>
                  <a:cubicBezTo>
                    <a:pt x="17" y="17"/>
                    <a:pt x="17" y="16"/>
                    <a:pt x="17" y="16"/>
                  </a:cubicBezTo>
                  <a:cubicBezTo>
                    <a:pt x="17" y="15"/>
                    <a:pt x="17" y="15"/>
                    <a:pt x="17" y="15"/>
                  </a:cubicBezTo>
                  <a:cubicBezTo>
                    <a:pt x="16" y="15"/>
                    <a:pt x="16" y="15"/>
                    <a:pt x="16" y="15"/>
                  </a:cubicBezTo>
                  <a:cubicBezTo>
                    <a:pt x="16" y="16"/>
                    <a:pt x="16" y="16"/>
                    <a:pt x="16" y="16"/>
                  </a:cubicBezTo>
                  <a:cubicBezTo>
                    <a:pt x="15" y="14"/>
                    <a:pt x="15" y="11"/>
                    <a:pt x="15" y="11"/>
                  </a:cubicBezTo>
                  <a:cubicBezTo>
                    <a:pt x="15" y="10"/>
                    <a:pt x="15" y="10"/>
                    <a:pt x="15" y="10"/>
                  </a:cubicBezTo>
                  <a:cubicBezTo>
                    <a:pt x="15" y="10"/>
                    <a:pt x="15" y="10"/>
                    <a:pt x="15" y="10"/>
                  </a:cubicBezTo>
                  <a:cubicBezTo>
                    <a:pt x="14" y="12"/>
                    <a:pt x="14" y="12"/>
                    <a:pt x="14" y="12"/>
                  </a:cubicBezTo>
                  <a:cubicBezTo>
                    <a:pt x="13" y="11"/>
                    <a:pt x="13" y="9"/>
                    <a:pt x="13" y="8"/>
                  </a:cubicBezTo>
                  <a:cubicBezTo>
                    <a:pt x="13" y="4"/>
                    <a:pt x="14" y="0"/>
                    <a:pt x="14" y="0"/>
                  </a:cubicBezTo>
                  <a:cubicBezTo>
                    <a:pt x="14" y="0"/>
                    <a:pt x="14" y="0"/>
                    <a:pt x="14" y="0"/>
                  </a:cubicBezTo>
                  <a:cubicBezTo>
                    <a:pt x="13" y="0"/>
                    <a:pt x="13" y="0"/>
                    <a:pt x="13" y="0"/>
                  </a:cubicBezTo>
                  <a:cubicBezTo>
                    <a:pt x="11" y="0"/>
                    <a:pt x="9" y="6"/>
                    <a:pt x="9" y="9"/>
                  </a:cubicBezTo>
                  <a:cubicBezTo>
                    <a:pt x="9" y="9"/>
                    <a:pt x="9" y="9"/>
                    <a:pt x="9" y="9"/>
                  </a:cubicBezTo>
                  <a:cubicBezTo>
                    <a:pt x="9" y="10"/>
                    <a:pt x="9" y="10"/>
                    <a:pt x="9" y="10"/>
                  </a:cubicBezTo>
                  <a:cubicBezTo>
                    <a:pt x="8" y="11"/>
                    <a:pt x="8" y="11"/>
                    <a:pt x="8" y="11"/>
                  </a:cubicBezTo>
                  <a:cubicBezTo>
                    <a:pt x="8" y="10"/>
                    <a:pt x="6" y="8"/>
                    <a:pt x="5" y="6"/>
                  </a:cubicBezTo>
                  <a:cubicBezTo>
                    <a:pt x="4" y="4"/>
                    <a:pt x="3" y="2"/>
                    <a:pt x="3" y="2"/>
                  </a:cubicBezTo>
                  <a:cubicBezTo>
                    <a:pt x="3" y="1"/>
                    <a:pt x="3" y="1"/>
                    <a:pt x="3" y="1"/>
                  </a:cubicBezTo>
                  <a:cubicBezTo>
                    <a:pt x="2" y="2"/>
                    <a:pt x="2" y="2"/>
                    <a:pt x="2" y="2"/>
                  </a:cubicBezTo>
                  <a:cubicBezTo>
                    <a:pt x="1" y="3"/>
                    <a:pt x="1" y="4"/>
                    <a:pt x="1" y="5"/>
                  </a:cubicBezTo>
                  <a:cubicBezTo>
                    <a:pt x="1" y="9"/>
                    <a:pt x="4" y="13"/>
                    <a:pt x="5" y="15"/>
                  </a:cubicBezTo>
                  <a:cubicBezTo>
                    <a:pt x="4" y="14"/>
                    <a:pt x="2" y="12"/>
                    <a:pt x="2" y="12"/>
                  </a:cubicBezTo>
                  <a:cubicBezTo>
                    <a:pt x="1" y="12"/>
                    <a:pt x="1" y="12"/>
                    <a:pt x="1" y="12"/>
                  </a:cubicBezTo>
                  <a:cubicBezTo>
                    <a:pt x="1" y="12"/>
                    <a:pt x="1" y="12"/>
                    <a:pt x="1" y="12"/>
                  </a:cubicBezTo>
                  <a:cubicBezTo>
                    <a:pt x="1" y="14"/>
                    <a:pt x="1" y="14"/>
                    <a:pt x="1" y="14"/>
                  </a:cubicBezTo>
                  <a:cubicBezTo>
                    <a:pt x="1" y="17"/>
                    <a:pt x="3" y="20"/>
                    <a:pt x="5" y="21"/>
                  </a:cubicBezTo>
                  <a:cubicBezTo>
                    <a:pt x="3" y="21"/>
                    <a:pt x="2" y="20"/>
                    <a:pt x="2" y="20"/>
                  </a:cubicBezTo>
                  <a:cubicBezTo>
                    <a:pt x="2" y="20"/>
                    <a:pt x="2" y="20"/>
                    <a:pt x="2" y="20"/>
                  </a:cubicBezTo>
                  <a:cubicBezTo>
                    <a:pt x="1" y="21"/>
                    <a:pt x="1" y="21"/>
                    <a:pt x="1" y="21"/>
                  </a:cubicBezTo>
                  <a:cubicBezTo>
                    <a:pt x="1" y="21"/>
                    <a:pt x="1" y="21"/>
                    <a:pt x="1" y="21"/>
                  </a:cubicBezTo>
                  <a:cubicBezTo>
                    <a:pt x="1" y="24"/>
                    <a:pt x="4" y="27"/>
                    <a:pt x="5" y="28"/>
                  </a:cubicBezTo>
                  <a:cubicBezTo>
                    <a:pt x="4" y="28"/>
                    <a:pt x="3" y="29"/>
                    <a:pt x="3" y="29"/>
                  </a:cubicBezTo>
                  <a:cubicBezTo>
                    <a:pt x="3" y="29"/>
                    <a:pt x="3" y="29"/>
                    <a:pt x="3" y="29"/>
                  </a:cubicBezTo>
                  <a:cubicBezTo>
                    <a:pt x="3" y="29"/>
                    <a:pt x="3" y="29"/>
                    <a:pt x="3" y="29"/>
                  </a:cubicBezTo>
                  <a:cubicBezTo>
                    <a:pt x="3" y="31"/>
                    <a:pt x="5" y="32"/>
                    <a:pt x="6" y="33"/>
                  </a:cubicBezTo>
                  <a:cubicBezTo>
                    <a:pt x="6" y="33"/>
                    <a:pt x="6" y="33"/>
                    <a:pt x="6" y="33"/>
                  </a:cubicBezTo>
                  <a:cubicBezTo>
                    <a:pt x="5" y="33"/>
                    <a:pt x="5" y="33"/>
                    <a:pt x="5" y="33"/>
                  </a:cubicBezTo>
                  <a:cubicBezTo>
                    <a:pt x="3" y="33"/>
                    <a:pt x="0" y="35"/>
                    <a:pt x="0" y="38"/>
                  </a:cubicBezTo>
                  <a:cubicBezTo>
                    <a:pt x="0" y="38"/>
                    <a:pt x="0" y="38"/>
                    <a:pt x="0" y="38"/>
                  </a:cubicBezTo>
                  <a:cubicBezTo>
                    <a:pt x="0" y="41"/>
                    <a:pt x="2" y="42"/>
                    <a:pt x="2" y="43"/>
                  </a:cubicBezTo>
                  <a:cubicBezTo>
                    <a:pt x="2" y="43"/>
                    <a:pt x="2" y="43"/>
                    <a:pt x="2" y="43"/>
                  </a:cubicBezTo>
                  <a:cubicBezTo>
                    <a:pt x="1" y="44"/>
                    <a:pt x="1" y="44"/>
                    <a:pt x="0" y="48"/>
                  </a:cubicBezTo>
                  <a:cubicBezTo>
                    <a:pt x="0" y="49"/>
                    <a:pt x="0" y="49"/>
                    <a:pt x="0" y="49"/>
                  </a:cubicBezTo>
                  <a:cubicBezTo>
                    <a:pt x="0" y="51"/>
                    <a:pt x="2" y="51"/>
                    <a:pt x="3" y="51"/>
                  </a:cubicBezTo>
                  <a:cubicBezTo>
                    <a:pt x="4" y="51"/>
                    <a:pt x="4" y="51"/>
                    <a:pt x="4" y="51"/>
                  </a:cubicBezTo>
                  <a:cubicBezTo>
                    <a:pt x="4" y="51"/>
                    <a:pt x="4" y="51"/>
                    <a:pt x="4" y="51"/>
                  </a:cubicBezTo>
                  <a:cubicBezTo>
                    <a:pt x="5" y="51"/>
                    <a:pt x="5" y="51"/>
                    <a:pt x="5" y="51"/>
                  </a:cubicBezTo>
                  <a:cubicBezTo>
                    <a:pt x="4" y="51"/>
                    <a:pt x="4" y="51"/>
                    <a:pt x="4" y="51"/>
                  </a:cubicBezTo>
                  <a:cubicBezTo>
                    <a:pt x="4" y="51"/>
                    <a:pt x="3" y="49"/>
                    <a:pt x="3" y="48"/>
                  </a:cubicBezTo>
                  <a:cubicBezTo>
                    <a:pt x="3" y="48"/>
                    <a:pt x="3" y="48"/>
                    <a:pt x="3" y="48"/>
                  </a:cubicBezTo>
                  <a:cubicBezTo>
                    <a:pt x="3" y="47"/>
                    <a:pt x="5" y="45"/>
                    <a:pt x="6" y="43"/>
                  </a:cubicBezTo>
                  <a:cubicBezTo>
                    <a:pt x="6" y="42"/>
                    <a:pt x="6" y="42"/>
                    <a:pt x="6" y="42"/>
                  </a:cubicBezTo>
                  <a:cubicBezTo>
                    <a:pt x="6" y="40"/>
                    <a:pt x="4" y="39"/>
                    <a:pt x="3" y="39"/>
                  </a:cubicBezTo>
                  <a:cubicBezTo>
                    <a:pt x="3" y="38"/>
                    <a:pt x="3" y="38"/>
                    <a:pt x="3" y="38"/>
                  </a:cubicBezTo>
                  <a:cubicBezTo>
                    <a:pt x="3" y="38"/>
                    <a:pt x="3" y="38"/>
                    <a:pt x="3" y="38"/>
                  </a:cubicBezTo>
                  <a:cubicBezTo>
                    <a:pt x="3"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6" y="36"/>
                    <a:pt x="6" y="36"/>
                    <a:pt x="6" y="36"/>
                  </a:cubicBezTo>
                  <a:cubicBezTo>
                    <a:pt x="7" y="36"/>
                    <a:pt x="7" y="36"/>
                    <a:pt x="7" y="36"/>
                  </a:cubicBezTo>
                  <a:cubicBezTo>
                    <a:pt x="7" y="37"/>
                    <a:pt x="7" y="37"/>
                    <a:pt x="7" y="37"/>
                  </a:cubicBezTo>
                  <a:cubicBezTo>
                    <a:pt x="7" y="38"/>
                    <a:pt x="7" y="38"/>
                    <a:pt x="7" y="38"/>
                  </a:cubicBezTo>
                  <a:cubicBezTo>
                    <a:pt x="7" y="38"/>
                    <a:pt x="7" y="38"/>
                    <a:pt x="7" y="38"/>
                  </a:cubicBezTo>
                  <a:cubicBezTo>
                    <a:pt x="8" y="38"/>
                    <a:pt x="8" y="38"/>
                    <a:pt x="8" y="38"/>
                  </a:cubicBezTo>
                  <a:cubicBezTo>
                    <a:pt x="9" y="39"/>
                    <a:pt x="9" y="40"/>
                    <a:pt x="9" y="41"/>
                  </a:cubicBezTo>
                  <a:cubicBezTo>
                    <a:pt x="9" y="41"/>
                    <a:pt x="9" y="41"/>
                    <a:pt x="9" y="41"/>
                  </a:cubicBezTo>
                  <a:cubicBezTo>
                    <a:pt x="9" y="48"/>
                    <a:pt x="1" y="54"/>
                    <a:pt x="1" y="59"/>
                  </a:cubicBezTo>
                  <a:cubicBezTo>
                    <a:pt x="1" y="62"/>
                    <a:pt x="4" y="65"/>
                    <a:pt x="5" y="66"/>
                  </a:cubicBezTo>
                  <a:cubicBezTo>
                    <a:pt x="4" y="68"/>
                    <a:pt x="4" y="68"/>
                    <a:pt x="4" y="68"/>
                  </a:cubicBezTo>
                  <a:cubicBezTo>
                    <a:pt x="4" y="68"/>
                    <a:pt x="4" y="68"/>
                    <a:pt x="4" y="68"/>
                  </a:cubicBezTo>
                  <a:cubicBezTo>
                    <a:pt x="5" y="69"/>
                    <a:pt x="5" y="69"/>
                    <a:pt x="5" y="69"/>
                  </a:cubicBezTo>
                  <a:cubicBezTo>
                    <a:pt x="5" y="70"/>
                    <a:pt x="5" y="70"/>
                    <a:pt x="5" y="70"/>
                  </a:cubicBezTo>
                  <a:cubicBezTo>
                    <a:pt x="6" y="70"/>
                    <a:pt x="6" y="70"/>
                    <a:pt x="6" y="70"/>
                  </a:cubicBezTo>
                  <a:cubicBezTo>
                    <a:pt x="5" y="71"/>
                    <a:pt x="5" y="71"/>
                    <a:pt x="5" y="71"/>
                  </a:cubicBezTo>
                  <a:cubicBezTo>
                    <a:pt x="5" y="72"/>
                    <a:pt x="5" y="72"/>
                    <a:pt x="5" y="72"/>
                  </a:cubicBezTo>
                  <a:cubicBezTo>
                    <a:pt x="6" y="72"/>
                    <a:pt x="6" y="72"/>
                    <a:pt x="6" y="72"/>
                  </a:cubicBezTo>
                  <a:cubicBezTo>
                    <a:pt x="6" y="73"/>
                    <a:pt x="6" y="73"/>
                    <a:pt x="6" y="73"/>
                  </a:cubicBezTo>
                  <a:cubicBezTo>
                    <a:pt x="6" y="73"/>
                    <a:pt x="6" y="73"/>
                    <a:pt x="6" y="73"/>
                  </a:cubicBezTo>
                  <a:cubicBezTo>
                    <a:pt x="7" y="73"/>
                    <a:pt x="7" y="73"/>
                    <a:pt x="7" y="73"/>
                  </a:cubicBezTo>
                  <a:cubicBezTo>
                    <a:pt x="7" y="74"/>
                    <a:pt x="7" y="74"/>
                    <a:pt x="7" y="74"/>
                  </a:cubicBezTo>
                  <a:cubicBezTo>
                    <a:pt x="7" y="75"/>
                    <a:pt x="7" y="75"/>
                    <a:pt x="7" y="75"/>
                  </a:cubicBezTo>
                  <a:cubicBezTo>
                    <a:pt x="8" y="75"/>
                    <a:pt x="8" y="75"/>
                    <a:pt x="8" y="75"/>
                  </a:cubicBezTo>
                  <a:cubicBezTo>
                    <a:pt x="7" y="77"/>
                    <a:pt x="7" y="77"/>
                    <a:pt x="7" y="77"/>
                  </a:cubicBezTo>
                  <a:cubicBezTo>
                    <a:pt x="7" y="77"/>
                    <a:pt x="7" y="77"/>
                    <a:pt x="7" y="77"/>
                  </a:cubicBezTo>
                  <a:cubicBezTo>
                    <a:pt x="8" y="77"/>
                    <a:pt x="8" y="77"/>
                    <a:pt x="8" y="77"/>
                  </a:cubicBezTo>
                  <a:cubicBezTo>
                    <a:pt x="8" y="79"/>
                    <a:pt x="8" y="79"/>
                    <a:pt x="8" y="79"/>
                  </a:cubicBezTo>
                  <a:cubicBezTo>
                    <a:pt x="6" y="82"/>
                    <a:pt x="6" y="82"/>
                    <a:pt x="6" y="82"/>
                  </a:cubicBezTo>
                  <a:cubicBezTo>
                    <a:pt x="6" y="83"/>
                    <a:pt x="7" y="84"/>
                    <a:pt x="7" y="86"/>
                  </a:cubicBezTo>
                  <a:cubicBezTo>
                    <a:pt x="7" y="87"/>
                    <a:pt x="6" y="88"/>
                    <a:pt x="6" y="88"/>
                  </a:cubicBezTo>
                  <a:cubicBezTo>
                    <a:pt x="5" y="93"/>
                    <a:pt x="5" y="93"/>
                    <a:pt x="5" y="93"/>
                  </a:cubicBezTo>
                  <a:cubicBezTo>
                    <a:pt x="6" y="95"/>
                    <a:pt x="6" y="95"/>
                    <a:pt x="6" y="95"/>
                  </a:cubicBezTo>
                  <a:cubicBezTo>
                    <a:pt x="6" y="99"/>
                    <a:pt x="6" y="99"/>
                    <a:pt x="6" y="99"/>
                  </a:cubicBezTo>
                  <a:cubicBezTo>
                    <a:pt x="7" y="100"/>
                    <a:pt x="8" y="100"/>
                    <a:pt x="9" y="100"/>
                  </a:cubicBezTo>
                  <a:cubicBezTo>
                    <a:pt x="10" y="100"/>
                    <a:pt x="10" y="100"/>
                    <a:pt x="10" y="100"/>
                  </a:cubicBezTo>
                  <a:cubicBezTo>
                    <a:pt x="11" y="100"/>
                    <a:pt x="12" y="100"/>
                    <a:pt x="13" y="100"/>
                  </a:cubicBezTo>
                  <a:cubicBezTo>
                    <a:pt x="15" y="100"/>
                    <a:pt x="16" y="99"/>
                    <a:pt x="17" y="98"/>
                  </a:cubicBezTo>
                  <a:cubicBezTo>
                    <a:pt x="19" y="97"/>
                    <a:pt x="19" y="97"/>
                    <a:pt x="19" y="97"/>
                  </a:cubicBezTo>
                  <a:cubicBezTo>
                    <a:pt x="18" y="97"/>
                    <a:pt x="18" y="97"/>
                    <a:pt x="18" y="97"/>
                  </a:cubicBezTo>
                  <a:cubicBezTo>
                    <a:pt x="17" y="95"/>
                    <a:pt x="17" y="95"/>
                    <a:pt x="17" y="95"/>
                  </a:cubicBezTo>
                  <a:cubicBezTo>
                    <a:pt x="15" y="95"/>
                    <a:pt x="15" y="95"/>
                    <a:pt x="15" y="95"/>
                  </a:cubicBezTo>
                  <a:cubicBezTo>
                    <a:pt x="15" y="95"/>
                    <a:pt x="15" y="95"/>
                    <a:pt x="15" y="95"/>
                  </a:cubicBezTo>
                  <a:cubicBezTo>
                    <a:pt x="14" y="95"/>
                    <a:pt x="14" y="95"/>
                    <a:pt x="14" y="95"/>
                  </a:cubicBezTo>
                  <a:cubicBezTo>
                    <a:pt x="14" y="95"/>
                    <a:pt x="14" y="95"/>
                    <a:pt x="14" y="95"/>
                  </a:cubicBezTo>
                  <a:cubicBezTo>
                    <a:pt x="14" y="95"/>
                    <a:pt x="14" y="95"/>
                    <a:pt x="14" y="95"/>
                  </a:cubicBezTo>
                  <a:cubicBezTo>
                    <a:pt x="13" y="95"/>
                    <a:pt x="12" y="96"/>
                    <a:pt x="11" y="96"/>
                  </a:cubicBezTo>
                  <a:cubicBezTo>
                    <a:pt x="11" y="96"/>
                    <a:pt x="11" y="96"/>
                    <a:pt x="11" y="96"/>
                  </a:cubicBezTo>
                  <a:cubicBezTo>
                    <a:pt x="10" y="96"/>
                    <a:pt x="10" y="94"/>
                    <a:pt x="10" y="93"/>
                  </a:cubicBezTo>
                  <a:cubicBezTo>
                    <a:pt x="10" y="92"/>
                    <a:pt x="10" y="92"/>
                    <a:pt x="10" y="92"/>
                  </a:cubicBezTo>
                  <a:cubicBezTo>
                    <a:pt x="10" y="91"/>
                    <a:pt x="10" y="91"/>
                    <a:pt x="10" y="90"/>
                  </a:cubicBezTo>
                  <a:cubicBezTo>
                    <a:pt x="11" y="89"/>
                    <a:pt x="11" y="88"/>
                    <a:pt x="11" y="87"/>
                  </a:cubicBezTo>
                  <a:cubicBezTo>
                    <a:pt x="11" y="86"/>
                    <a:pt x="11" y="86"/>
                    <a:pt x="11" y="86"/>
                  </a:cubicBezTo>
                  <a:cubicBezTo>
                    <a:pt x="11" y="85"/>
                    <a:pt x="11" y="85"/>
                    <a:pt x="12" y="84"/>
                  </a:cubicBezTo>
                  <a:cubicBezTo>
                    <a:pt x="13" y="83"/>
                    <a:pt x="12" y="82"/>
                    <a:pt x="13" y="81"/>
                  </a:cubicBezTo>
                  <a:cubicBezTo>
                    <a:pt x="13" y="80"/>
                    <a:pt x="13" y="79"/>
                    <a:pt x="14" y="78"/>
                  </a:cubicBezTo>
                  <a:cubicBezTo>
                    <a:pt x="15" y="77"/>
                    <a:pt x="16" y="75"/>
                    <a:pt x="17" y="74"/>
                  </a:cubicBezTo>
                  <a:cubicBezTo>
                    <a:pt x="17" y="72"/>
                    <a:pt x="17" y="72"/>
                    <a:pt x="17" y="72"/>
                  </a:cubicBezTo>
                  <a:cubicBezTo>
                    <a:pt x="18" y="70"/>
                    <a:pt x="18" y="70"/>
                    <a:pt x="18" y="70"/>
                  </a:cubicBezTo>
                  <a:cubicBezTo>
                    <a:pt x="19" y="70"/>
                    <a:pt x="19" y="70"/>
                    <a:pt x="19" y="70"/>
                  </a:cubicBezTo>
                  <a:cubicBezTo>
                    <a:pt x="19" y="69"/>
                    <a:pt x="20" y="69"/>
                    <a:pt x="20" y="68"/>
                  </a:cubicBezTo>
                  <a:cubicBezTo>
                    <a:pt x="22" y="67"/>
                    <a:pt x="22" y="67"/>
                    <a:pt x="22" y="67"/>
                  </a:cubicBezTo>
                  <a:cubicBezTo>
                    <a:pt x="22" y="68"/>
                    <a:pt x="22" y="68"/>
                    <a:pt x="22" y="68"/>
                  </a:cubicBezTo>
                  <a:cubicBezTo>
                    <a:pt x="22" y="68"/>
                    <a:pt x="22" y="68"/>
                    <a:pt x="22" y="68"/>
                  </a:cubicBezTo>
                  <a:cubicBezTo>
                    <a:pt x="22" y="68"/>
                    <a:pt x="22" y="68"/>
                    <a:pt x="22" y="68"/>
                  </a:cubicBezTo>
                  <a:cubicBezTo>
                    <a:pt x="22" y="68"/>
                    <a:pt x="22" y="68"/>
                    <a:pt x="22" y="68"/>
                  </a:cubicBezTo>
                  <a:cubicBezTo>
                    <a:pt x="21" y="69"/>
                    <a:pt x="21" y="69"/>
                    <a:pt x="21" y="69"/>
                  </a:cubicBezTo>
                  <a:cubicBezTo>
                    <a:pt x="20" y="71"/>
                    <a:pt x="20" y="71"/>
                    <a:pt x="20" y="71"/>
                  </a:cubicBezTo>
                  <a:cubicBezTo>
                    <a:pt x="20" y="72"/>
                    <a:pt x="20" y="72"/>
                    <a:pt x="20" y="72"/>
                  </a:cubicBezTo>
                  <a:cubicBezTo>
                    <a:pt x="20" y="74"/>
                    <a:pt x="20" y="74"/>
                    <a:pt x="20" y="74"/>
                  </a:cubicBezTo>
                  <a:cubicBezTo>
                    <a:pt x="22" y="75"/>
                    <a:pt x="22" y="75"/>
                    <a:pt x="22" y="75"/>
                  </a:cubicBezTo>
                  <a:cubicBezTo>
                    <a:pt x="24" y="76"/>
                    <a:pt x="24" y="76"/>
                    <a:pt x="24" y="76"/>
                  </a:cubicBezTo>
                  <a:cubicBezTo>
                    <a:pt x="25" y="78"/>
                    <a:pt x="25" y="78"/>
                    <a:pt x="25" y="78"/>
                  </a:cubicBezTo>
                  <a:cubicBezTo>
                    <a:pt x="27" y="79"/>
                    <a:pt x="27" y="79"/>
                    <a:pt x="27" y="79"/>
                  </a:cubicBezTo>
                  <a:cubicBezTo>
                    <a:pt x="28" y="81"/>
                    <a:pt x="28" y="81"/>
                    <a:pt x="28" y="81"/>
                  </a:cubicBezTo>
                  <a:cubicBezTo>
                    <a:pt x="28" y="82"/>
                    <a:pt x="29" y="83"/>
                    <a:pt x="31" y="83"/>
                  </a:cubicBezTo>
                  <a:cubicBezTo>
                    <a:pt x="32" y="83"/>
                    <a:pt x="34" y="80"/>
                    <a:pt x="34" y="79"/>
                  </a:cubicBezTo>
                  <a:cubicBezTo>
                    <a:pt x="35" y="78"/>
                    <a:pt x="36" y="76"/>
                    <a:pt x="36" y="75"/>
                  </a:cubicBezTo>
                  <a:cubicBezTo>
                    <a:pt x="35" y="72"/>
                    <a:pt x="35" y="72"/>
                    <a:pt x="35" y="72"/>
                  </a:cubicBezTo>
                  <a:cubicBezTo>
                    <a:pt x="35" y="72"/>
                    <a:pt x="35" y="72"/>
                    <a:pt x="35" y="72"/>
                  </a:cubicBezTo>
                  <a:cubicBezTo>
                    <a:pt x="35" y="72"/>
                    <a:pt x="35" y="72"/>
                    <a:pt x="35" y="72"/>
                  </a:cubicBezTo>
                  <a:cubicBezTo>
                    <a:pt x="34" y="73"/>
                    <a:pt x="34" y="73"/>
                    <a:pt x="34" y="73"/>
                  </a:cubicBezTo>
                  <a:cubicBezTo>
                    <a:pt x="33" y="74"/>
                    <a:pt x="33" y="74"/>
                    <a:pt x="33" y="74"/>
                  </a:cubicBezTo>
                  <a:cubicBezTo>
                    <a:pt x="31" y="75"/>
                    <a:pt x="31" y="75"/>
                    <a:pt x="31" y="75"/>
                  </a:cubicBezTo>
                  <a:cubicBezTo>
                    <a:pt x="31" y="77"/>
                    <a:pt x="31" y="77"/>
                    <a:pt x="31" y="77"/>
                  </a:cubicBezTo>
                  <a:cubicBezTo>
                    <a:pt x="31" y="77"/>
                    <a:pt x="31" y="77"/>
                    <a:pt x="31" y="77"/>
                  </a:cubicBezTo>
                  <a:cubicBezTo>
                    <a:pt x="30" y="76"/>
                    <a:pt x="30" y="76"/>
                    <a:pt x="30" y="76"/>
                  </a:cubicBezTo>
                  <a:cubicBezTo>
                    <a:pt x="29" y="76"/>
                    <a:pt x="27" y="74"/>
                    <a:pt x="27" y="73"/>
                  </a:cubicBezTo>
                  <a:cubicBezTo>
                    <a:pt x="26" y="72"/>
                    <a:pt x="25" y="71"/>
                    <a:pt x="25" y="70"/>
                  </a:cubicBezTo>
                  <a:cubicBezTo>
                    <a:pt x="26" y="69"/>
                    <a:pt x="26" y="69"/>
                    <a:pt x="26" y="69"/>
                  </a:cubicBezTo>
                  <a:cubicBezTo>
                    <a:pt x="27" y="68"/>
                    <a:pt x="29" y="66"/>
                    <a:pt x="30" y="65"/>
                  </a:cubicBezTo>
                  <a:cubicBezTo>
                    <a:pt x="31" y="64"/>
                    <a:pt x="31" y="64"/>
                    <a:pt x="31" y="64"/>
                  </a:cubicBezTo>
                  <a:cubicBezTo>
                    <a:pt x="31" y="63"/>
                    <a:pt x="31" y="63"/>
                    <a:pt x="31" y="63"/>
                  </a:cubicBezTo>
                  <a:cubicBezTo>
                    <a:pt x="31" y="62"/>
                    <a:pt x="32" y="61"/>
                    <a:pt x="32" y="61"/>
                  </a:cubicBezTo>
                  <a:cubicBezTo>
                    <a:pt x="31" y="57"/>
                    <a:pt x="29" y="56"/>
                    <a:pt x="27" y="56"/>
                  </a:cubicBezTo>
                  <a:cubicBezTo>
                    <a:pt x="25" y="56"/>
                    <a:pt x="25" y="56"/>
                    <a:pt x="25" y="56"/>
                  </a:cubicBezTo>
                  <a:cubicBezTo>
                    <a:pt x="25" y="56"/>
                    <a:pt x="25" y="56"/>
                    <a:pt x="25" y="56"/>
                  </a:cubicBezTo>
                  <a:cubicBezTo>
                    <a:pt x="27" y="54"/>
                    <a:pt x="27" y="54"/>
                    <a:pt x="27" y="54"/>
                  </a:cubicBezTo>
                  <a:cubicBezTo>
                    <a:pt x="28" y="53"/>
                    <a:pt x="28" y="53"/>
                    <a:pt x="28" y="53"/>
                  </a:cubicBezTo>
                  <a:cubicBezTo>
                    <a:pt x="29" y="52"/>
                    <a:pt x="29" y="52"/>
                    <a:pt x="29" y="52"/>
                  </a:cubicBezTo>
                  <a:cubicBezTo>
                    <a:pt x="29" y="52"/>
                    <a:pt x="29" y="52"/>
                    <a:pt x="29" y="52"/>
                  </a:cubicBezTo>
                  <a:cubicBezTo>
                    <a:pt x="29" y="52"/>
                    <a:pt x="29" y="52"/>
                    <a:pt x="29" y="52"/>
                  </a:cubicBezTo>
                  <a:cubicBezTo>
                    <a:pt x="29" y="51"/>
                    <a:pt x="29" y="51"/>
                    <a:pt x="29" y="51"/>
                  </a:cubicBezTo>
                  <a:cubicBezTo>
                    <a:pt x="31" y="52"/>
                    <a:pt x="32" y="56"/>
                    <a:pt x="32" y="56"/>
                  </a:cubicBezTo>
                  <a:cubicBezTo>
                    <a:pt x="32" y="57"/>
                    <a:pt x="32" y="57"/>
                    <a:pt x="32" y="57"/>
                  </a:cubicBezTo>
                  <a:cubicBezTo>
                    <a:pt x="33" y="56"/>
                    <a:pt x="33" y="56"/>
                    <a:pt x="33" y="56"/>
                  </a:cubicBezTo>
                  <a:cubicBezTo>
                    <a:pt x="33" y="55"/>
                    <a:pt x="34" y="54"/>
                    <a:pt x="34" y="53"/>
                  </a:cubicBezTo>
                  <a:cubicBezTo>
                    <a:pt x="35" y="54"/>
                    <a:pt x="35" y="54"/>
                    <a:pt x="35" y="54"/>
                  </a:cubicBezTo>
                  <a:cubicBezTo>
                    <a:pt x="36" y="54"/>
                    <a:pt x="37" y="54"/>
                    <a:pt x="38" y="55"/>
                  </a:cubicBezTo>
                  <a:cubicBezTo>
                    <a:pt x="39" y="55"/>
                    <a:pt x="39" y="55"/>
                    <a:pt x="39" y="56"/>
                  </a:cubicBezTo>
                  <a:cubicBezTo>
                    <a:pt x="39" y="57"/>
                    <a:pt x="39" y="57"/>
                    <a:pt x="39" y="57"/>
                  </a:cubicBezTo>
                  <a:cubicBezTo>
                    <a:pt x="38" y="58"/>
                    <a:pt x="38" y="58"/>
                    <a:pt x="38" y="58"/>
                  </a:cubicBezTo>
                  <a:cubicBezTo>
                    <a:pt x="37" y="60"/>
                    <a:pt x="37" y="60"/>
                    <a:pt x="37" y="60"/>
                  </a:cubicBezTo>
                  <a:cubicBezTo>
                    <a:pt x="37" y="60"/>
                    <a:pt x="37" y="60"/>
                    <a:pt x="37" y="60"/>
                  </a:cubicBezTo>
                  <a:cubicBezTo>
                    <a:pt x="37" y="61"/>
                    <a:pt x="37" y="61"/>
                    <a:pt x="37" y="61"/>
                  </a:cubicBezTo>
                  <a:cubicBezTo>
                    <a:pt x="38" y="62"/>
                    <a:pt x="38" y="62"/>
                    <a:pt x="38" y="62"/>
                  </a:cubicBezTo>
                  <a:cubicBezTo>
                    <a:pt x="38" y="63"/>
                    <a:pt x="38" y="63"/>
                    <a:pt x="38" y="63"/>
                  </a:cubicBezTo>
                  <a:cubicBezTo>
                    <a:pt x="39" y="63"/>
                    <a:pt x="39" y="63"/>
                    <a:pt x="39" y="63"/>
                  </a:cubicBezTo>
                  <a:cubicBezTo>
                    <a:pt x="39" y="63"/>
                    <a:pt x="39" y="63"/>
                    <a:pt x="39" y="63"/>
                  </a:cubicBezTo>
                  <a:cubicBezTo>
                    <a:pt x="39" y="62"/>
                    <a:pt x="39" y="62"/>
                    <a:pt x="39" y="62"/>
                  </a:cubicBezTo>
                  <a:cubicBezTo>
                    <a:pt x="39" y="62"/>
                    <a:pt x="39" y="62"/>
                    <a:pt x="39" y="62"/>
                  </a:cubicBezTo>
                  <a:cubicBezTo>
                    <a:pt x="39" y="61"/>
                    <a:pt x="39" y="61"/>
                    <a:pt x="39" y="61"/>
                  </a:cubicBezTo>
                  <a:cubicBezTo>
                    <a:pt x="39" y="61"/>
                    <a:pt x="39" y="61"/>
                    <a:pt x="39" y="61"/>
                  </a:cubicBezTo>
                  <a:cubicBezTo>
                    <a:pt x="40" y="61"/>
                    <a:pt x="40" y="61"/>
                    <a:pt x="40" y="61"/>
                  </a:cubicBezTo>
                  <a:cubicBezTo>
                    <a:pt x="40" y="58"/>
                    <a:pt x="40" y="58"/>
                    <a:pt x="40" y="58"/>
                  </a:cubicBezTo>
                  <a:cubicBezTo>
                    <a:pt x="41" y="55"/>
                    <a:pt x="41" y="55"/>
                    <a:pt x="41" y="55"/>
                  </a:cubicBezTo>
                  <a:cubicBezTo>
                    <a:pt x="42" y="54"/>
                    <a:pt x="43" y="52"/>
                    <a:pt x="43" y="52"/>
                  </a:cubicBezTo>
                  <a:cubicBezTo>
                    <a:pt x="43" y="49"/>
                    <a:pt x="43" y="49"/>
                    <a:pt x="43" y="49"/>
                  </a:cubicBezTo>
                  <a:cubicBezTo>
                    <a:pt x="44" y="47"/>
                    <a:pt x="44" y="47"/>
                    <a:pt x="44" y="47"/>
                  </a:cubicBezTo>
                  <a:cubicBezTo>
                    <a:pt x="44" y="46"/>
                    <a:pt x="44" y="46"/>
                    <a:pt x="44" y="46"/>
                  </a:cubicBezTo>
                  <a:cubicBezTo>
                    <a:pt x="44" y="46"/>
                    <a:pt x="44" y="46"/>
                    <a:pt x="44" y="46"/>
                  </a:cubicBezTo>
                  <a:cubicBezTo>
                    <a:pt x="44" y="46"/>
                    <a:pt x="44" y="46"/>
                    <a:pt x="44" y="46"/>
                  </a:cubicBezTo>
                  <a:cubicBezTo>
                    <a:pt x="44" y="46"/>
                    <a:pt x="44" y="46"/>
                    <a:pt x="44" y="46"/>
                  </a:cubicBezTo>
                  <a:cubicBezTo>
                    <a:pt x="45" y="46"/>
                    <a:pt x="45" y="46"/>
                    <a:pt x="45" y="46"/>
                  </a:cubicBezTo>
                  <a:cubicBezTo>
                    <a:pt x="44" y="45"/>
                    <a:pt x="44" y="45"/>
                    <a:pt x="44" y="45"/>
                  </a:cubicBezTo>
                  <a:cubicBezTo>
                    <a:pt x="43" y="45"/>
                    <a:pt x="43" y="45"/>
                    <a:pt x="43" y="45"/>
                  </a:cubicBezTo>
                  <a:cubicBezTo>
                    <a:pt x="43" y="45"/>
                    <a:pt x="43" y="45"/>
                    <a:pt x="43" y="45"/>
                  </a:cubicBezTo>
                  <a:cubicBezTo>
                    <a:pt x="43" y="45"/>
                    <a:pt x="43" y="45"/>
                    <a:pt x="43" y="45"/>
                  </a:cubicBezTo>
                  <a:cubicBezTo>
                    <a:pt x="41" y="45"/>
                    <a:pt x="41" y="45"/>
                    <a:pt x="41" y="45"/>
                  </a:cubicBezTo>
                  <a:cubicBezTo>
                    <a:pt x="41" y="45"/>
                    <a:pt x="41" y="45"/>
                    <a:pt x="41" y="45"/>
                  </a:cubicBezTo>
                  <a:cubicBezTo>
                    <a:pt x="40" y="47"/>
                    <a:pt x="40" y="47"/>
                    <a:pt x="40" y="47"/>
                  </a:cubicBezTo>
                  <a:cubicBezTo>
                    <a:pt x="40" y="47"/>
                    <a:pt x="40" y="47"/>
                    <a:pt x="40"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9" y="49"/>
                    <a:pt x="39" y="49"/>
                    <a:pt x="39" y="49"/>
                  </a:cubicBezTo>
                  <a:cubicBezTo>
                    <a:pt x="40" y="50"/>
                    <a:pt x="40" y="50"/>
                    <a:pt x="40" y="50"/>
                  </a:cubicBezTo>
                  <a:cubicBezTo>
                    <a:pt x="40" y="52"/>
                    <a:pt x="40" y="52"/>
                    <a:pt x="40" y="52"/>
                  </a:cubicBezTo>
                  <a:cubicBezTo>
                    <a:pt x="40" y="52"/>
                    <a:pt x="40" y="52"/>
                    <a:pt x="40" y="52"/>
                  </a:cubicBezTo>
                  <a:cubicBezTo>
                    <a:pt x="39" y="52"/>
                    <a:pt x="39" y="52"/>
                    <a:pt x="39" y="52"/>
                  </a:cubicBezTo>
                  <a:cubicBezTo>
                    <a:pt x="39" y="52"/>
                    <a:pt x="39" y="52"/>
                    <a:pt x="39" y="52"/>
                  </a:cubicBezTo>
                  <a:cubicBezTo>
                    <a:pt x="39" y="52"/>
                    <a:pt x="39" y="52"/>
                    <a:pt x="39" y="52"/>
                  </a:cubicBezTo>
                  <a:cubicBezTo>
                    <a:pt x="38" y="52"/>
                    <a:pt x="38" y="52"/>
                    <a:pt x="38" y="52"/>
                  </a:cubicBezTo>
                  <a:cubicBezTo>
                    <a:pt x="38" y="52"/>
                    <a:pt x="36" y="51"/>
                    <a:pt x="35" y="50"/>
                  </a:cubicBezTo>
                  <a:cubicBezTo>
                    <a:pt x="35" y="49"/>
                    <a:pt x="35" y="49"/>
                    <a:pt x="35" y="49"/>
                  </a:cubicBezTo>
                  <a:cubicBezTo>
                    <a:pt x="36" y="47"/>
                    <a:pt x="36" y="47"/>
                    <a:pt x="36" y="47"/>
                  </a:cubicBezTo>
                  <a:cubicBezTo>
                    <a:pt x="37" y="47"/>
                    <a:pt x="37" y="47"/>
                    <a:pt x="37" y="47"/>
                  </a:cubicBezTo>
                  <a:cubicBezTo>
                    <a:pt x="36" y="47"/>
                    <a:pt x="36" y="47"/>
                    <a:pt x="36" y="47"/>
                  </a:cubicBezTo>
                  <a:cubicBezTo>
                    <a:pt x="36" y="47"/>
                    <a:pt x="36" y="47"/>
                    <a:pt x="36" y="47"/>
                  </a:cubicBezTo>
                  <a:cubicBezTo>
                    <a:pt x="35" y="47"/>
                    <a:pt x="34" y="47"/>
                    <a:pt x="33" y="47"/>
                  </a:cubicBezTo>
                  <a:cubicBezTo>
                    <a:pt x="34" y="46"/>
                    <a:pt x="35" y="45"/>
                    <a:pt x="36" y="43"/>
                  </a:cubicBezTo>
                  <a:cubicBezTo>
                    <a:pt x="37" y="40"/>
                    <a:pt x="37" y="40"/>
                    <a:pt x="37" y="40"/>
                  </a:cubicBezTo>
                  <a:cubicBezTo>
                    <a:pt x="40" y="38"/>
                    <a:pt x="40" y="38"/>
                    <a:pt x="40" y="38"/>
                  </a:cubicBezTo>
                  <a:cubicBezTo>
                    <a:pt x="41" y="38"/>
                    <a:pt x="41" y="37"/>
                    <a:pt x="41" y="36"/>
                  </a:cubicBezTo>
                  <a:cubicBezTo>
                    <a:pt x="41" y="35"/>
                    <a:pt x="41" y="33"/>
                    <a:pt x="42" y="33"/>
                  </a:cubicBezTo>
                  <a:cubicBezTo>
                    <a:pt x="43" y="32"/>
                    <a:pt x="43" y="32"/>
                    <a:pt x="43" y="32"/>
                  </a:cubicBezTo>
                  <a:cubicBezTo>
                    <a:pt x="44" y="32"/>
                    <a:pt x="45" y="34"/>
                    <a:pt x="45" y="34"/>
                  </a:cubicBezTo>
                  <a:cubicBezTo>
                    <a:pt x="45" y="34"/>
                    <a:pt x="45" y="34"/>
                    <a:pt x="45" y="34"/>
                  </a:cubicBezTo>
                  <a:cubicBezTo>
                    <a:pt x="45" y="31"/>
                    <a:pt x="44" y="30"/>
                    <a:pt x="43" y="30"/>
                  </a:cubicBezTo>
                  <a:cubicBezTo>
                    <a:pt x="43" y="29"/>
                    <a:pt x="43" y="29"/>
                    <a:pt x="43" y="29"/>
                  </a:cubicBezTo>
                  <a:cubicBezTo>
                    <a:pt x="43" y="28"/>
                    <a:pt x="44" y="27"/>
                    <a:pt x="44" y="26"/>
                  </a:cubicBezTo>
                  <a:cubicBezTo>
                    <a:pt x="45" y="24"/>
                    <a:pt x="45" y="24"/>
                    <a:pt x="45" y="24"/>
                  </a:cubicBezTo>
                  <a:cubicBezTo>
                    <a:pt x="45" y="24"/>
                    <a:pt x="45" y="24"/>
                    <a:pt x="45" y="24"/>
                  </a:cubicBezTo>
                  <a:cubicBezTo>
                    <a:pt x="45" y="26"/>
                    <a:pt x="45" y="26"/>
                    <a:pt x="45" y="26"/>
                  </a:cubicBezTo>
                  <a:cubicBezTo>
                    <a:pt x="46" y="28"/>
                    <a:pt x="46" y="28"/>
                    <a:pt x="46" y="28"/>
                  </a:cubicBezTo>
                  <a:cubicBezTo>
                    <a:pt x="46" y="28"/>
                    <a:pt x="46" y="28"/>
                    <a:pt x="46" y="28"/>
                  </a:cubicBezTo>
                  <a:cubicBezTo>
                    <a:pt x="48" y="29"/>
                    <a:pt x="48" y="29"/>
                    <a:pt x="48" y="29"/>
                  </a:cubicBezTo>
                  <a:cubicBezTo>
                    <a:pt x="48" y="29"/>
                    <a:pt x="48" y="29"/>
                    <a:pt x="48" y="29"/>
                  </a:cubicBezTo>
                  <a:cubicBezTo>
                    <a:pt x="48" y="29"/>
                    <a:pt x="48" y="29"/>
                    <a:pt x="48" y="29"/>
                  </a:cubicBezTo>
                  <a:cubicBezTo>
                    <a:pt x="48" y="28"/>
                    <a:pt x="48" y="28"/>
                    <a:pt x="48" y="28"/>
                  </a:cubicBezTo>
                  <a:cubicBezTo>
                    <a:pt x="48" y="28"/>
                    <a:pt x="48" y="28"/>
                    <a:pt x="48" y="28"/>
                  </a:cubicBezTo>
                  <a:cubicBezTo>
                    <a:pt x="48" y="28"/>
                    <a:pt x="48" y="28"/>
                    <a:pt x="48" y="28"/>
                  </a:cubicBezTo>
                  <a:cubicBezTo>
                    <a:pt x="48" y="27"/>
                    <a:pt x="48" y="27"/>
                    <a:pt x="48" y="27"/>
                  </a:cubicBezTo>
                  <a:cubicBezTo>
                    <a:pt x="48" y="27"/>
                    <a:pt x="48" y="27"/>
                    <a:pt x="48" y="27"/>
                  </a:cubicBezTo>
                  <a:cubicBezTo>
                    <a:pt x="47" y="25"/>
                    <a:pt x="47" y="25"/>
                    <a:pt x="47" y="25"/>
                  </a:cubicBezTo>
                  <a:cubicBezTo>
                    <a:pt x="46" y="21"/>
                    <a:pt x="46" y="21"/>
                    <a:pt x="46" y="21"/>
                  </a:cubicBezTo>
                  <a:cubicBezTo>
                    <a:pt x="46" y="20"/>
                    <a:pt x="46" y="20"/>
                    <a:pt x="46" y="20"/>
                  </a:cubicBezTo>
                  <a:cubicBezTo>
                    <a:pt x="46" y="19"/>
                    <a:pt x="47" y="18"/>
                    <a:pt x="47" y="18"/>
                  </a:cubicBezTo>
                  <a:cubicBezTo>
                    <a:pt x="48" y="15"/>
                    <a:pt x="48" y="15"/>
                    <a:pt x="48" y="15"/>
                  </a:cubicBezTo>
                  <a:cubicBezTo>
                    <a:pt x="48" y="14"/>
                    <a:pt x="48" y="14"/>
                    <a:pt x="48" y="14"/>
                  </a:cubicBezTo>
                  <a:cubicBezTo>
                    <a:pt x="48" y="13"/>
                    <a:pt x="48" y="13"/>
                    <a:pt x="48" y="13"/>
                  </a:cubicBezTo>
                  <a:cubicBezTo>
                    <a:pt x="48" y="13"/>
                    <a:pt x="48" y="13"/>
                    <a:pt x="48" y="13"/>
                  </a:cubicBezTo>
                  <a:lnTo>
                    <a:pt x="49" y="12"/>
                  </a:lnTo>
                  <a:close/>
                  <a:moveTo>
                    <a:pt x="35" y="21"/>
                  </a:moveTo>
                  <a:cubicBezTo>
                    <a:pt x="35" y="21"/>
                    <a:pt x="35" y="21"/>
                    <a:pt x="35" y="21"/>
                  </a:cubicBezTo>
                  <a:cubicBezTo>
                    <a:pt x="35" y="22"/>
                    <a:pt x="35" y="22"/>
                    <a:pt x="35" y="22"/>
                  </a:cubicBezTo>
                  <a:lnTo>
                    <a:pt x="35" y="21"/>
                  </a:lnTo>
                  <a:close/>
                  <a:moveTo>
                    <a:pt x="44" y="10"/>
                  </a:moveTo>
                  <a:cubicBezTo>
                    <a:pt x="45" y="10"/>
                    <a:pt x="45" y="10"/>
                    <a:pt x="45" y="10"/>
                  </a:cubicBezTo>
                  <a:cubicBezTo>
                    <a:pt x="44" y="12"/>
                    <a:pt x="44" y="12"/>
                    <a:pt x="44" y="12"/>
                  </a:cubicBezTo>
                  <a:cubicBezTo>
                    <a:pt x="44" y="12"/>
                    <a:pt x="44" y="12"/>
                    <a:pt x="44" y="12"/>
                  </a:cubicBezTo>
                  <a:cubicBezTo>
                    <a:pt x="44" y="12"/>
                    <a:pt x="44" y="12"/>
                    <a:pt x="44" y="12"/>
                  </a:cubicBezTo>
                  <a:cubicBezTo>
                    <a:pt x="43" y="12"/>
                    <a:pt x="43" y="12"/>
                    <a:pt x="43" y="12"/>
                  </a:cubicBezTo>
                  <a:cubicBezTo>
                    <a:pt x="43" y="12"/>
                    <a:pt x="43" y="12"/>
                    <a:pt x="43" y="12"/>
                  </a:cubicBezTo>
                  <a:lnTo>
                    <a:pt x="44" y="10"/>
                  </a:lnTo>
                  <a:close/>
                  <a:moveTo>
                    <a:pt x="42" y="12"/>
                  </a:moveTo>
                  <a:cubicBezTo>
                    <a:pt x="42" y="12"/>
                    <a:pt x="42" y="12"/>
                    <a:pt x="42" y="12"/>
                  </a:cubicBezTo>
                  <a:cubicBezTo>
                    <a:pt x="42" y="13"/>
                    <a:pt x="42" y="13"/>
                    <a:pt x="42" y="13"/>
                  </a:cubicBezTo>
                  <a:cubicBezTo>
                    <a:pt x="42" y="13"/>
                    <a:pt x="42" y="13"/>
                    <a:pt x="42" y="13"/>
                  </a:cubicBezTo>
                  <a:cubicBezTo>
                    <a:pt x="41" y="13"/>
                    <a:pt x="41" y="13"/>
                    <a:pt x="41" y="13"/>
                  </a:cubicBezTo>
                  <a:lnTo>
                    <a:pt x="42" y="12"/>
                  </a:lnTo>
                  <a:close/>
                  <a:moveTo>
                    <a:pt x="43" y="17"/>
                  </a:moveTo>
                  <a:cubicBezTo>
                    <a:pt x="42" y="16"/>
                    <a:pt x="41" y="15"/>
                    <a:pt x="41" y="15"/>
                  </a:cubicBezTo>
                  <a:cubicBezTo>
                    <a:pt x="41" y="15"/>
                    <a:pt x="41" y="15"/>
                    <a:pt x="41" y="15"/>
                  </a:cubicBezTo>
                  <a:cubicBezTo>
                    <a:pt x="42" y="13"/>
                    <a:pt x="42" y="13"/>
                    <a:pt x="42" y="13"/>
                  </a:cubicBezTo>
                  <a:cubicBezTo>
                    <a:pt x="42" y="13"/>
                    <a:pt x="42" y="13"/>
                    <a:pt x="42" y="13"/>
                  </a:cubicBezTo>
                  <a:cubicBezTo>
                    <a:pt x="42" y="13"/>
                    <a:pt x="42" y="13"/>
                    <a:pt x="42" y="13"/>
                  </a:cubicBezTo>
                  <a:cubicBezTo>
                    <a:pt x="42" y="13"/>
                    <a:pt x="42" y="13"/>
                    <a:pt x="42" y="13"/>
                  </a:cubicBezTo>
                  <a:cubicBezTo>
                    <a:pt x="42" y="14"/>
                    <a:pt x="42" y="14"/>
                    <a:pt x="42" y="14"/>
                  </a:cubicBezTo>
                  <a:cubicBezTo>
                    <a:pt x="42" y="14"/>
                    <a:pt x="42" y="14"/>
                    <a:pt x="42" y="14"/>
                  </a:cubicBezTo>
                  <a:cubicBezTo>
                    <a:pt x="42" y="15"/>
                    <a:pt x="43" y="15"/>
                    <a:pt x="43" y="16"/>
                  </a:cubicBezTo>
                  <a:cubicBezTo>
                    <a:pt x="43" y="18"/>
                    <a:pt x="43" y="18"/>
                    <a:pt x="43" y="18"/>
                  </a:cubicBezTo>
                  <a:cubicBezTo>
                    <a:pt x="43" y="18"/>
                    <a:pt x="43" y="18"/>
                    <a:pt x="43" y="18"/>
                  </a:cubicBezTo>
                  <a:lnTo>
                    <a:pt x="43" y="17"/>
                  </a:lnTo>
                  <a:close/>
                  <a:moveTo>
                    <a:pt x="29" y="21"/>
                  </a:moveTo>
                  <a:cubicBezTo>
                    <a:pt x="29" y="21"/>
                    <a:pt x="29" y="21"/>
                    <a:pt x="29" y="21"/>
                  </a:cubicBezTo>
                  <a:cubicBezTo>
                    <a:pt x="27" y="22"/>
                    <a:pt x="27" y="22"/>
                    <a:pt x="27" y="22"/>
                  </a:cubicBezTo>
                  <a:cubicBezTo>
                    <a:pt x="27" y="21"/>
                    <a:pt x="27" y="21"/>
                    <a:pt x="27" y="21"/>
                  </a:cubicBezTo>
                  <a:cubicBezTo>
                    <a:pt x="27" y="20"/>
                    <a:pt x="27" y="20"/>
                    <a:pt x="27" y="20"/>
                  </a:cubicBezTo>
                  <a:cubicBezTo>
                    <a:pt x="27" y="20"/>
                    <a:pt x="27" y="20"/>
                    <a:pt x="27" y="20"/>
                  </a:cubicBezTo>
                  <a:cubicBezTo>
                    <a:pt x="27" y="20"/>
                    <a:pt x="27" y="20"/>
                    <a:pt x="27" y="20"/>
                  </a:cubicBezTo>
                  <a:cubicBezTo>
                    <a:pt x="29" y="20"/>
                    <a:pt x="29" y="20"/>
                    <a:pt x="29" y="20"/>
                  </a:cubicBezTo>
                  <a:cubicBezTo>
                    <a:pt x="29" y="21"/>
                    <a:pt x="29" y="21"/>
                    <a:pt x="29" y="21"/>
                  </a:cubicBezTo>
                  <a:cubicBezTo>
                    <a:pt x="30" y="22"/>
                    <a:pt x="30" y="22"/>
                    <a:pt x="30" y="22"/>
                  </a:cubicBezTo>
                  <a:cubicBezTo>
                    <a:pt x="31" y="22"/>
                    <a:pt x="31" y="22"/>
                    <a:pt x="31" y="22"/>
                  </a:cubicBezTo>
                  <a:lnTo>
                    <a:pt x="29" y="21"/>
                  </a:lnTo>
                  <a:close/>
                  <a:moveTo>
                    <a:pt x="27" y="20"/>
                  </a:moveTo>
                  <a:cubicBezTo>
                    <a:pt x="27" y="20"/>
                    <a:pt x="27" y="20"/>
                    <a:pt x="27" y="20"/>
                  </a:cubicBezTo>
                  <a:cubicBezTo>
                    <a:pt x="28" y="19"/>
                    <a:pt x="28" y="19"/>
                    <a:pt x="28" y="19"/>
                  </a:cubicBezTo>
                  <a:cubicBezTo>
                    <a:pt x="29" y="19"/>
                    <a:pt x="29" y="19"/>
                    <a:pt x="29" y="19"/>
                  </a:cubicBezTo>
                  <a:cubicBezTo>
                    <a:pt x="30" y="20"/>
                    <a:pt x="30" y="20"/>
                    <a:pt x="30" y="20"/>
                  </a:cubicBezTo>
                  <a:cubicBezTo>
                    <a:pt x="30" y="20"/>
                    <a:pt x="30" y="20"/>
                    <a:pt x="30" y="20"/>
                  </a:cubicBezTo>
                  <a:cubicBezTo>
                    <a:pt x="29" y="20"/>
                    <a:pt x="29" y="20"/>
                    <a:pt x="29" y="20"/>
                  </a:cubicBezTo>
                  <a:cubicBezTo>
                    <a:pt x="27" y="20"/>
                    <a:pt x="27" y="20"/>
                    <a:pt x="27" y="20"/>
                  </a:cubicBezTo>
                  <a:close/>
                  <a:moveTo>
                    <a:pt x="32" y="21"/>
                  </a:moveTo>
                  <a:cubicBezTo>
                    <a:pt x="34" y="22"/>
                    <a:pt x="34" y="22"/>
                    <a:pt x="34" y="22"/>
                  </a:cubicBezTo>
                  <a:cubicBezTo>
                    <a:pt x="34" y="22"/>
                    <a:pt x="34" y="22"/>
                    <a:pt x="34" y="22"/>
                  </a:cubicBezTo>
                  <a:cubicBezTo>
                    <a:pt x="33" y="22"/>
                    <a:pt x="33" y="22"/>
                    <a:pt x="33" y="22"/>
                  </a:cubicBezTo>
                  <a:cubicBezTo>
                    <a:pt x="33" y="22"/>
                    <a:pt x="33" y="22"/>
                    <a:pt x="33" y="22"/>
                  </a:cubicBezTo>
                  <a:cubicBezTo>
                    <a:pt x="33" y="22"/>
                    <a:pt x="33" y="22"/>
                    <a:pt x="33" y="22"/>
                  </a:cubicBezTo>
                  <a:cubicBezTo>
                    <a:pt x="31" y="21"/>
                    <a:pt x="31" y="21"/>
                    <a:pt x="31" y="21"/>
                  </a:cubicBezTo>
                  <a:cubicBezTo>
                    <a:pt x="30" y="20"/>
                    <a:pt x="30" y="20"/>
                    <a:pt x="30" y="20"/>
                  </a:cubicBezTo>
                  <a:cubicBezTo>
                    <a:pt x="30" y="20"/>
                    <a:pt x="30" y="20"/>
                    <a:pt x="30" y="20"/>
                  </a:cubicBezTo>
                  <a:cubicBezTo>
                    <a:pt x="31" y="20"/>
                    <a:pt x="31" y="20"/>
                    <a:pt x="31" y="20"/>
                  </a:cubicBezTo>
                  <a:cubicBezTo>
                    <a:pt x="31" y="20"/>
                    <a:pt x="31" y="20"/>
                    <a:pt x="31" y="20"/>
                  </a:cubicBezTo>
                  <a:lnTo>
                    <a:pt x="32" y="21"/>
                  </a:lnTo>
                  <a:close/>
                  <a:moveTo>
                    <a:pt x="32" y="15"/>
                  </a:moveTo>
                  <a:cubicBezTo>
                    <a:pt x="33" y="15"/>
                    <a:pt x="34" y="15"/>
                    <a:pt x="34" y="16"/>
                  </a:cubicBezTo>
                  <a:cubicBezTo>
                    <a:pt x="34" y="18"/>
                    <a:pt x="34" y="18"/>
                    <a:pt x="34" y="18"/>
                  </a:cubicBezTo>
                  <a:cubicBezTo>
                    <a:pt x="33" y="17"/>
                    <a:pt x="33" y="17"/>
                    <a:pt x="33" y="17"/>
                  </a:cubicBezTo>
                  <a:cubicBezTo>
                    <a:pt x="33" y="17"/>
                    <a:pt x="33" y="17"/>
                    <a:pt x="33" y="17"/>
                  </a:cubicBezTo>
                  <a:cubicBezTo>
                    <a:pt x="31" y="18"/>
                    <a:pt x="31" y="18"/>
                    <a:pt x="31" y="18"/>
                  </a:cubicBezTo>
                  <a:cubicBezTo>
                    <a:pt x="31" y="19"/>
                    <a:pt x="31" y="19"/>
                    <a:pt x="31" y="19"/>
                  </a:cubicBezTo>
                  <a:cubicBezTo>
                    <a:pt x="29" y="19"/>
                    <a:pt x="29" y="19"/>
                    <a:pt x="29" y="19"/>
                  </a:cubicBezTo>
                  <a:cubicBezTo>
                    <a:pt x="28" y="19"/>
                    <a:pt x="28" y="19"/>
                    <a:pt x="28" y="19"/>
                  </a:cubicBezTo>
                  <a:cubicBezTo>
                    <a:pt x="28" y="17"/>
                    <a:pt x="28" y="17"/>
                    <a:pt x="28" y="17"/>
                  </a:cubicBezTo>
                  <a:cubicBezTo>
                    <a:pt x="29" y="15"/>
                    <a:pt x="29" y="15"/>
                    <a:pt x="29" y="15"/>
                  </a:cubicBezTo>
                  <a:lnTo>
                    <a:pt x="32" y="15"/>
                  </a:lnTo>
                  <a:close/>
                  <a:moveTo>
                    <a:pt x="28" y="15"/>
                  </a:moveTo>
                  <a:cubicBezTo>
                    <a:pt x="28" y="15"/>
                    <a:pt x="28" y="15"/>
                    <a:pt x="28" y="15"/>
                  </a:cubicBezTo>
                  <a:cubicBezTo>
                    <a:pt x="28" y="15"/>
                    <a:pt x="28" y="15"/>
                    <a:pt x="28" y="15"/>
                  </a:cubicBezTo>
                  <a:close/>
                  <a:moveTo>
                    <a:pt x="22" y="13"/>
                  </a:moveTo>
                  <a:cubicBezTo>
                    <a:pt x="23" y="14"/>
                    <a:pt x="23" y="14"/>
                    <a:pt x="23" y="14"/>
                  </a:cubicBezTo>
                  <a:cubicBezTo>
                    <a:pt x="22" y="14"/>
                    <a:pt x="22" y="14"/>
                    <a:pt x="22" y="14"/>
                  </a:cubicBezTo>
                  <a:lnTo>
                    <a:pt x="22" y="13"/>
                  </a:lnTo>
                  <a:close/>
                  <a:moveTo>
                    <a:pt x="21" y="16"/>
                  </a:moveTo>
                  <a:cubicBezTo>
                    <a:pt x="21" y="16"/>
                    <a:pt x="21" y="16"/>
                    <a:pt x="21" y="16"/>
                  </a:cubicBezTo>
                  <a:cubicBezTo>
                    <a:pt x="20" y="16"/>
                    <a:pt x="20" y="16"/>
                    <a:pt x="20" y="16"/>
                  </a:cubicBezTo>
                  <a:cubicBezTo>
                    <a:pt x="21" y="14"/>
                    <a:pt x="21" y="14"/>
                    <a:pt x="21" y="14"/>
                  </a:cubicBezTo>
                  <a:cubicBezTo>
                    <a:pt x="21" y="14"/>
                    <a:pt x="21" y="14"/>
                    <a:pt x="21" y="14"/>
                  </a:cubicBezTo>
                  <a:cubicBezTo>
                    <a:pt x="22" y="14"/>
                    <a:pt x="22" y="14"/>
                    <a:pt x="22" y="14"/>
                  </a:cubicBezTo>
                  <a:cubicBezTo>
                    <a:pt x="22" y="14"/>
                    <a:pt x="22" y="14"/>
                    <a:pt x="22" y="14"/>
                  </a:cubicBezTo>
                  <a:cubicBezTo>
                    <a:pt x="24" y="14"/>
                    <a:pt x="24" y="14"/>
                    <a:pt x="24" y="14"/>
                  </a:cubicBezTo>
                  <a:cubicBezTo>
                    <a:pt x="25" y="14"/>
                    <a:pt x="25" y="14"/>
                    <a:pt x="25" y="14"/>
                  </a:cubicBezTo>
                  <a:cubicBezTo>
                    <a:pt x="26" y="14"/>
                    <a:pt x="26" y="13"/>
                    <a:pt x="27" y="13"/>
                  </a:cubicBezTo>
                  <a:cubicBezTo>
                    <a:pt x="29" y="15"/>
                    <a:pt x="29" y="15"/>
                    <a:pt x="29" y="15"/>
                  </a:cubicBezTo>
                  <a:cubicBezTo>
                    <a:pt x="29" y="15"/>
                    <a:pt x="29" y="15"/>
                    <a:pt x="29" y="15"/>
                  </a:cubicBezTo>
                  <a:cubicBezTo>
                    <a:pt x="27" y="14"/>
                    <a:pt x="27" y="14"/>
                    <a:pt x="27" y="14"/>
                  </a:cubicBezTo>
                  <a:cubicBezTo>
                    <a:pt x="27" y="14"/>
                    <a:pt x="27" y="14"/>
                    <a:pt x="27" y="14"/>
                  </a:cubicBezTo>
                  <a:cubicBezTo>
                    <a:pt x="26" y="14"/>
                    <a:pt x="26" y="14"/>
                    <a:pt x="26" y="14"/>
                  </a:cubicBezTo>
                  <a:cubicBezTo>
                    <a:pt x="25" y="15"/>
                    <a:pt x="25" y="15"/>
                    <a:pt x="25" y="15"/>
                  </a:cubicBezTo>
                  <a:cubicBezTo>
                    <a:pt x="24" y="15"/>
                    <a:pt x="24" y="15"/>
                    <a:pt x="24" y="15"/>
                  </a:cubicBezTo>
                  <a:cubicBezTo>
                    <a:pt x="23" y="15"/>
                    <a:pt x="23" y="15"/>
                    <a:pt x="23" y="15"/>
                  </a:cubicBezTo>
                  <a:cubicBezTo>
                    <a:pt x="25" y="16"/>
                    <a:pt x="25" y="16"/>
                    <a:pt x="25" y="16"/>
                  </a:cubicBezTo>
                  <a:cubicBezTo>
                    <a:pt x="25" y="16"/>
                    <a:pt x="25" y="16"/>
                    <a:pt x="25" y="16"/>
                  </a:cubicBezTo>
                  <a:cubicBezTo>
                    <a:pt x="24" y="17"/>
                    <a:pt x="24" y="17"/>
                    <a:pt x="24" y="17"/>
                  </a:cubicBezTo>
                  <a:cubicBezTo>
                    <a:pt x="24" y="17"/>
                    <a:pt x="24" y="17"/>
                    <a:pt x="24" y="17"/>
                  </a:cubicBezTo>
                  <a:cubicBezTo>
                    <a:pt x="24" y="18"/>
                    <a:pt x="24" y="18"/>
                    <a:pt x="24" y="18"/>
                  </a:cubicBezTo>
                  <a:cubicBezTo>
                    <a:pt x="24" y="18"/>
                    <a:pt x="24" y="18"/>
                    <a:pt x="24" y="18"/>
                  </a:cubicBezTo>
                  <a:cubicBezTo>
                    <a:pt x="26" y="17"/>
                    <a:pt x="26" y="17"/>
                    <a:pt x="26" y="17"/>
                  </a:cubicBezTo>
                  <a:cubicBezTo>
                    <a:pt x="27" y="18"/>
                    <a:pt x="27" y="18"/>
                    <a:pt x="27" y="18"/>
                  </a:cubicBezTo>
                  <a:cubicBezTo>
                    <a:pt x="28" y="17"/>
                    <a:pt x="28" y="17"/>
                    <a:pt x="28" y="17"/>
                  </a:cubicBezTo>
                  <a:cubicBezTo>
                    <a:pt x="27" y="19"/>
                    <a:pt x="27" y="19"/>
                    <a:pt x="27" y="19"/>
                  </a:cubicBezTo>
                  <a:cubicBezTo>
                    <a:pt x="27" y="19"/>
                    <a:pt x="27" y="19"/>
                    <a:pt x="27" y="19"/>
                  </a:cubicBezTo>
                  <a:cubicBezTo>
                    <a:pt x="26" y="20"/>
                    <a:pt x="26" y="20"/>
                    <a:pt x="26" y="20"/>
                  </a:cubicBezTo>
                  <a:cubicBezTo>
                    <a:pt x="27" y="22"/>
                    <a:pt x="27" y="22"/>
                    <a:pt x="27" y="22"/>
                  </a:cubicBezTo>
                  <a:cubicBezTo>
                    <a:pt x="27" y="23"/>
                    <a:pt x="27" y="23"/>
                    <a:pt x="27" y="23"/>
                  </a:cubicBezTo>
                  <a:cubicBezTo>
                    <a:pt x="27" y="23"/>
                    <a:pt x="27" y="23"/>
                    <a:pt x="27" y="23"/>
                  </a:cubicBezTo>
                  <a:cubicBezTo>
                    <a:pt x="27" y="24"/>
                    <a:pt x="28" y="25"/>
                    <a:pt x="29" y="26"/>
                  </a:cubicBezTo>
                  <a:cubicBezTo>
                    <a:pt x="31" y="27"/>
                    <a:pt x="32" y="29"/>
                    <a:pt x="34" y="30"/>
                  </a:cubicBezTo>
                  <a:cubicBezTo>
                    <a:pt x="35" y="32"/>
                    <a:pt x="35" y="34"/>
                    <a:pt x="36" y="35"/>
                  </a:cubicBezTo>
                  <a:cubicBezTo>
                    <a:pt x="38" y="36"/>
                    <a:pt x="38" y="36"/>
                    <a:pt x="38" y="36"/>
                  </a:cubicBezTo>
                  <a:cubicBezTo>
                    <a:pt x="37" y="36"/>
                    <a:pt x="37" y="36"/>
                    <a:pt x="37" y="36"/>
                  </a:cubicBezTo>
                  <a:cubicBezTo>
                    <a:pt x="37" y="36"/>
                    <a:pt x="37" y="36"/>
                    <a:pt x="37" y="36"/>
                  </a:cubicBezTo>
                  <a:cubicBezTo>
                    <a:pt x="35" y="35"/>
                    <a:pt x="35" y="35"/>
                    <a:pt x="35" y="35"/>
                  </a:cubicBezTo>
                  <a:cubicBezTo>
                    <a:pt x="34" y="34"/>
                    <a:pt x="33" y="34"/>
                    <a:pt x="33" y="34"/>
                  </a:cubicBezTo>
                  <a:cubicBezTo>
                    <a:pt x="31" y="35"/>
                    <a:pt x="31" y="35"/>
                    <a:pt x="31" y="35"/>
                  </a:cubicBezTo>
                  <a:cubicBezTo>
                    <a:pt x="31" y="36"/>
                    <a:pt x="31" y="36"/>
                    <a:pt x="31" y="36"/>
                  </a:cubicBezTo>
                  <a:cubicBezTo>
                    <a:pt x="30" y="35"/>
                    <a:pt x="30" y="35"/>
                    <a:pt x="30" y="35"/>
                  </a:cubicBezTo>
                  <a:cubicBezTo>
                    <a:pt x="29" y="33"/>
                    <a:pt x="29" y="33"/>
                    <a:pt x="29" y="33"/>
                  </a:cubicBezTo>
                  <a:cubicBezTo>
                    <a:pt x="29" y="33"/>
                    <a:pt x="29" y="33"/>
                    <a:pt x="29" y="33"/>
                  </a:cubicBezTo>
                  <a:cubicBezTo>
                    <a:pt x="29" y="33"/>
                    <a:pt x="29" y="33"/>
                    <a:pt x="29" y="33"/>
                  </a:cubicBezTo>
                  <a:cubicBezTo>
                    <a:pt x="28" y="34"/>
                    <a:pt x="28" y="34"/>
                    <a:pt x="28" y="34"/>
                  </a:cubicBezTo>
                  <a:cubicBezTo>
                    <a:pt x="27" y="35"/>
                    <a:pt x="27" y="35"/>
                    <a:pt x="27" y="35"/>
                  </a:cubicBezTo>
                  <a:cubicBezTo>
                    <a:pt x="27" y="35"/>
                    <a:pt x="27" y="35"/>
                    <a:pt x="27" y="35"/>
                  </a:cubicBezTo>
                  <a:cubicBezTo>
                    <a:pt x="27" y="35"/>
                    <a:pt x="27" y="35"/>
                    <a:pt x="27" y="35"/>
                  </a:cubicBezTo>
                  <a:cubicBezTo>
                    <a:pt x="25" y="33"/>
                    <a:pt x="25" y="33"/>
                    <a:pt x="25" y="33"/>
                  </a:cubicBezTo>
                  <a:cubicBezTo>
                    <a:pt x="25" y="33"/>
                    <a:pt x="25" y="33"/>
                    <a:pt x="25" y="33"/>
                  </a:cubicBezTo>
                  <a:cubicBezTo>
                    <a:pt x="25" y="33"/>
                    <a:pt x="25" y="33"/>
                    <a:pt x="25" y="33"/>
                  </a:cubicBezTo>
                  <a:cubicBezTo>
                    <a:pt x="24" y="34"/>
                    <a:pt x="24" y="34"/>
                    <a:pt x="24" y="34"/>
                  </a:cubicBezTo>
                  <a:cubicBezTo>
                    <a:pt x="24" y="35"/>
                    <a:pt x="24" y="35"/>
                    <a:pt x="24" y="35"/>
                  </a:cubicBezTo>
                  <a:cubicBezTo>
                    <a:pt x="23" y="35"/>
                    <a:pt x="23" y="35"/>
                    <a:pt x="23" y="35"/>
                  </a:cubicBezTo>
                  <a:cubicBezTo>
                    <a:pt x="20" y="33"/>
                    <a:pt x="20" y="33"/>
                    <a:pt x="20" y="33"/>
                  </a:cubicBezTo>
                  <a:cubicBezTo>
                    <a:pt x="20" y="32"/>
                    <a:pt x="21" y="32"/>
                    <a:pt x="21" y="31"/>
                  </a:cubicBezTo>
                  <a:cubicBezTo>
                    <a:pt x="21" y="30"/>
                    <a:pt x="21" y="30"/>
                    <a:pt x="21" y="30"/>
                  </a:cubicBezTo>
                  <a:cubicBezTo>
                    <a:pt x="21" y="29"/>
                    <a:pt x="20" y="28"/>
                    <a:pt x="20" y="26"/>
                  </a:cubicBezTo>
                  <a:cubicBezTo>
                    <a:pt x="20" y="26"/>
                    <a:pt x="20" y="26"/>
                    <a:pt x="20" y="26"/>
                  </a:cubicBezTo>
                  <a:cubicBezTo>
                    <a:pt x="20" y="26"/>
                    <a:pt x="20" y="26"/>
                    <a:pt x="20" y="26"/>
                  </a:cubicBezTo>
                  <a:cubicBezTo>
                    <a:pt x="20" y="26"/>
                    <a:pt x="20" y="26"/>
                    <a:pt x="20" y="26"/>
                  </a:cubicBezTo>
                  <a:cubicBezTo>
                    <a:pt x="19" y="25"/>
                    <a:pt x="19" y="25"/>
                    <a:pt x="19" y="25"/>
                  </a:cubicBezTo>
                  <a:cubicBezTo>
                    <a:pt x="19" y="23"/>
                    <a:pt x="19" y="23"/>
                    <a:pt x="19" y="23"/>
                  </a:cubicBezTo>
                  <a:cubicBezTo>
                    <a:pt x="19" y="21"/>
                    <a:pt x="19" y="21"/>
                    <a:pt x="19" y="21"/>
                  </a:cubicBezTo>
                  <a:cubicBezTo>
                    <a:pt x="19" y="18"/>
                    <a:pt x="20" y="17"/>
                    <a:pt x="21" y="16"/>
                  </a:cubicBezTo>
                  <a:moveTo>
                    <a:pt x="20" y="31"/>
                  </a:moveTo>
                  <a:cubicBezTo>
                    <a:pt x="20" y="32"/>
                    <a:pt x="20" y="32"/>
                    <a:pt x="20" y="32"/>
                  </a:cubicBezTo>
                  <a:cubicBezTo>
                    <a:pt x="20" y="32"/>
                    <a:pt x="20" y="32"/>
                    <a:pt x="20" y="32"/>
                  </a:cubicBezTo>
                  <a:cubicBezTo>
                    <a:pt x="17" y="32"/>
                    <a:pt x="17" y="31"/>
                    <a:pt x="17" y="29"/>
                  </a:cubicBezTo>
                  <a:cubicBezTo>
                    <a:pt x="17" y="28"/>
                    <a:pt x="17" y="28"/>
                    <a:pt x="17" y="28"/>
                  </a:cubicBezTo>
                  <a:cubicBezTo>
                    <a:pt x="18" y="28"/>
                    <a:pt x="19" y="27"/>
                    <a:pt x="19" y="27"/>
                  </a:cubicBezTo>
                  <a:cubicBezTo>
                    <a:pt x="20" y="28"/>
                    <a:pt x="20" y="30"/>
                    <a:pt x="20" y="30"/>
                  </a:cubicBezTo>
                  <a:lnTo>
                    <a:pt x="20" y="31"/>
                  </a:lnTo>
                  <a:close/>
                  <a:moveTo>
                    <a:pt x="16" y="18"/>
                  </a:moveTo>
                  <a:cubicBezTo>
                    <a:pt x="16" y="18"/>
                    <a:pt x="16" y="18"/>
                    <a:pt x="16" y="18"/>
                  </a:cubicBezTo>
                  <a:cubicBezTo>
                    <a:pt x="16" y="17"/>
                    <a:pt x="16" y="17"/>
                    <a:pt x="16" y="17"/>
                  </a:cubicBezTo>
                  <a:cubicBezTo>
                    <a:pt x="16" y="16"/>
                    <a:pt x="16" y="16"/>
                    <a:pt x="16" y="16"/>
                  </a:cubicBezTo>
                  <a:cubicBezTo>
                    <a:pt x="17" y="18"/>
                    <a:pt x="17" y="18"/>
                    <a:pt x="17" y="18"/>
                  </a:cubicBezTo>
                  <a:cubicBezTo>
                    <a:pt x="17" y="19"/>
                    <a:pt x="18" y="20"/>
                    <a:pt x="18" y="20"/>
                  </a:cubicBezTo>
                  <a:cubicBezTo>
                    <a:pt x="18" y="20"/>
                    <a:pt x="18" y="20"/>
                    <a:pt x="18" y="20"/>
                  </a:cubicBezTo>
                  <a:cubicBezTo>
                    <a:pt x="18" y="21"/>
                    <a:pt x="18" y="21"/>
                    <a:pt x="18" y="21"/>
                  </a:cubicBezTo>
                  <a:cubicBezTo>
                    <a:pt x="18" y="21"/>
                    <a:pt x="18" y="21"/>
                    <a:pt x="18" y="21"/>
                  </a:cubicBezTo>
                  <a:cubicBezTo>
                    <a:pt x="18" y="22"/>
                    <a:pt x="18" y="22"/>
                    <a:pt x="18" y="22"/>
                  </a:cubicBezTo>
                  <a:cubicBezTo>
                    <a:pt x="18" y="23"/>
                    <a:pt x="18" y="23"/>
                    <a:pt x="18" y="23"/>
                  </a:cubicBezTo>
                  <a:cubicBezTo>
                    <a:pt x="19" y="24"/>
                    <a:pt x="19" y="24"/>
                    <a:pt x="19" y="24"/>
                  </a:cubicBezTo>
                  <a:cubicBezTo>
                    <a:pt x="16" y="22"/>
                    <a:pt x="16" y="22"/>
                    <a:pt x="16" y="22"/>
                  </a:cubicBezTo>
                  <a:cubicBezTo>
                    <a:pt x="16" y="21"/>
                    <a:pt x="16" y="21"/>
                    <a:pt x="16" y="21"/>
                  </a:cubicBezTo>
                  <a:cubicBezTo>
                    <a:pt x="16" y="21"/>
                    <a:pt x="16" y="21"/>
                    <a:pt x="16" y="21"/>
                  </a:cubicBezTo>
                  <a:cubicBezTo>
                    <a:pt x="15" y="20"/>
                    <a:pt x="15" y="20"/>
                    <a:pt x="15" y="20"/>
                  </a:cubicBezTo>
                  <a:lnTo>
                    <a:pt x="16" y="18"/>
                  </a:lnTo>
                  <a:close/>
                  <a:moveTo>
                    <a:pt x="13" y="13"/>
                  </a:moveTo>
                  <a:cubicBezTo>
                    <a:pt x="14" y="13"/>
                    <a:pt x="14" y="13"/>
                    <a:pt x="14" y="13"/>
                  </a:cubicBezTo>
                  <a:cubicBezTo>
                    <a:pt x="14" y="13"/>
                    <a:pt x="14" y="13"/>
                    <a:pt x="14" y="13"/>
                  </a:cubicBezTo>
                  <a:cubicBezTo>
                    <a:pt x="14" y="11"/>
                    <a:pt x="14" y="11"/>
                    <a:pt x="14" y="11"/>
                  </a:cubicBezTo>
                  <a:cubicBezTo>
                    <a:pt x="15" y="12"/>
                    <a:pt x="15" y="16"/>
                    <a:pt x="15" y="17"/>
                  </a:cubicBezTo>
                  <a:cubicBezTo>
                    <a:pt x="15" y="18"/>
                    <a:pt x="15" y="19"/>
                    <a:pt x="15" y="20"/>
                  </a:cubicBezTo>
                  <a:cubicBezTo>
                    <a:pt x="15" y="20"/>
                    <a:pt x="15" y="20"/>
                    <a:pt x="15" y="20"/>
                  </a:cubicBezTo>
                  <a:cubicBezTo>
                    <a:pt x="14" y="18"/>
                    <a:pt x="14" y="18"/>
                    <a:pt x="14" y="18"/>
                  </a:cubicBezTo>
                  <a:cubicBezTo>
                    <a:pt x="13" y="16"/>
                    <a:pt x="13" y="16"/>
                    <a:pt x="13" y="16"/>
                  </a:cubicBezTo>
                  <a:cubicBezTo>
                    <a:pt x="13" y="16"/>
                    <a:pt x="13" y="16"/>
                    <a:pt x="13" y="16"/>
                  </a:cubicBezTo>
                  <a:cubicBezTo>
                    <a:pt x="13" y="16"/>
                    <a:pt x="13" y="16"/>
                    <a:pt x="13" y="16"/>
                  </a:cubicBezTo>
                  <a:cubicBezTo>
                    <a:pt x="13" y="15"/>
                    <a:pt x="13" y="14"/>
                    <a:pt x="13" y="13"/>
                  </a:cubicBezTo>
                  <a:moveTo>
                    <a:pt x="13" y="1"/>
                  </a:moveTo>
                  <a:cubicBezTo>
                    <a:pt x="13" y="2"/>
                    <a:pt x="13" y="5"/>
                    <a:pt x="13" y="8"/>
                  </a:cubicBezTo>
                  <a:cubicBezTo>
                    <a:pt x="13" y="9"/>
                    <a:pt x="13" y="11"/>
                    <a:pt x="13" y="12"/>
                  </a:cubicBezTo>
                  <a:cubicBezTo>
                    <a:pt x="13" y="12"/>
                    <a:pt x="13" y="13"/>
                    <a:pt x="13" y="14"/>
                  </a:cubicBezTo>
                  <a:cubicBezTo>
                    <a:pt x="13" y="14"/>
                    <a:pt x="13" y="14"/>
                    <a:pt x="13" y="14"/>
                  </a:cubicBezTo>
                  <a:cubicBezTo>
                    <a:pt x="12" y="14"/>
                    <a:pt x="11" y="10"/>
                    <a:pt x="11" y="7"/>
                  </a:cubicBezTo>
                  <a:cubicBezTo>
                    <a:pt x="11" y="5"/>
                    <a:pt x="11" y="3"/>
                    <a:pt x="13" y="1"/>
                  </a:cubicBezTo>
                  <a:moveTo>
                    <a:pt x="12" y="2"/>
                  </a:moveTo>
                  <a:cubicBezTo>
                    <a:pt x="11" y="4"/>
                    <a:pt x="10" y="5"/>
                    <a:pt x="10" y="7"/>
                  </a:cubicBezTo>
                  <a:cubicBezTo>
                    <a:pt x="10" y="11"/>
                    <a:pt x="12" y="15"/>
                    <a:pt x="12" y="15"/>
                  </a:cubicBezTo>
                  <a:cubicBezTo>
                    <a:pt x="12" y="15"/>
                    <a:pt x="12" y="15"/>
                    <a:pt x="12" y="15"/>
                  </a:cubicBezTo>
                  <a:cubicBezTo>
                    <a:pt x="12" y="16"/>
                    <a:pt x="12" y="16"/>
                    <a:pt x="12" y="16"/>
                  </a:cubicBezTo>
                  <a:cubicBezTo>
                    <a:pt x="11" y="15"/>
                    <a:pt x="11" y="15"/>
                    <a:pt x="11" y="15"/>
                  </a:cubicBezTo>
                  <a:cubicBezTo>
                    <a:pt x="10" y="12"/>
                    <a:pt x="10" y="12"/>
                    <a:pt x="10" y="12"/>
                  </a:cubicBezTo>
                  <a:cubicBezTo>
                    <a:pt x="9" y="10"/>
                    <a:pt x="9" y="10"/>
                    <a:pt x="9" y="10"/>
                  </a:cubicBezTo>
                  <a:cubicBezTo>
                    <a:pt x="9" y="10"/>
                    <a:pt x="9" y="10"/>
                    <a:pt x="9" y="10"/>
                  </a:cubicBezTo>
                  <a:cubicBezTo>
                    <a:pt x="9" y="10"/>
                    <a:pt x="9" y="10"/>
                    <a:pt x="9" y="10"/>
                  </a:cubicBezTo>
                  <a:cubicBezTo>
                    <a:pt x="9" y="10"/>
                    <a:pt x="9" y="10"/>
                    <a:pt x="9" y="10"/>
                  </a:cubicBezTo>
                  <a:cubicBezTo>
                    <a:pt x="9" y="9"/>
                    <a:pt x="9" y="9"/>
                    <a:pt x="9" y="9"/>
                  </a:cubicBezTo>
                  <a:cubicBezTo>
                    <a:pt x="9" y="7"/>
                    <a:pt x="10" y="4"/>
                    <a:pt x="12" y="2"/>
                  </a:cubicBezTo>
                  <a:moveTo>
                    <a:pt x="9" y="12"/>
                  </a:moveTo>
                  <a:cubicBezTo>
                    <a:pt x="9" y="11"/>
                    <a:pt x="9" y="11"/>
                    <a:pt x="9" y="11"/>
                  </a:cubicBezTo>
                  <a:cubicBezTo>
                    <a:pt x="9" y="13"/>
                    <a:pt x="11" y="16"/>
                    <a:pt x="12" y="17"/>
                  </a:cubicBezTo>
                  <a:cubicBezTo>
                    <a:pt x="11" y="18"/>
                    <a:pt x="11" y="18"/>
                    <a:pt x="11" y="18"/>
                  </a:cubicBezTo>
                  <a:cubicBezTo>
                    <a:pt x="12" y="20"/>
                    <a:pt x="12" y="20"/>
                    <a:pt x="12" y="20"/>
                  </a:cubicBezTo>
                  <a:cubicBezTo>
                    <a:pt x="11" y="20"/>
                    <a:pt x="11" y="20"/>
                    <a:pt x="11" y="20"/>
                  </a:cubicBezTo>
                  <a:cubicBezTo>
                    <a:pt x="10" y="20"/>
                    <a:pt x="9" y="16"/>
                    <a:pt x="9" y="12"/>
                  </a:cubicBezTo>
                  <a:close/>
                  <a:moveTo>
                    <a:pt x="22" y="44"/>
                  </a:moveTo>
                  <a:cubicBezTo>
                    <a:pt x="22" y="41"/>
                    <a:pt x="22" y="41"/>
                    <a:pt x="22" y="41"/>
                  </a:cubicBezTo>
                  <a:cubicBezTo>
                    <a:pt x="23" y="41"/>
                    <a:pt x="23" y="41"/>
                    <a:pt x="23" y="41"/>
                  </a:cubicBezTo>
                  <a:cubicBezTo>
                    <a:pt x="25" y="40"/>
                    <a:pt x="25" y="40"/>
                    <a:pt x="25" y="40"/>
                  </a:cubicBezTo>
                  <a:cubicBezTo>
                    <a:pt x="25" y="41"/>
                    <a:pt x="25" y="41"/>
                    <a:pt x="25" y="41"/>
                  </a:cubicBezTo>
                  <a:cubicBezTo>
                    <a:pt x="26" y="41"/>
                    <a:pt x="26" y="41"/>
                    <a:pt x="26" y="41"/>
                  </a:cubicBezTo>
                  <a:cubicBezTo>
                    <a:pt x="26" y="41"/>
                    <a:pt x="26" y="41"/>
                    <a:pt x="26" y="41"/>
                  </a:cubicBezTo>
                  <a:cubicBezTo>
                    <a:pt x="26" y="41"/>
                    <a:pt x="26" y="41"/>
                    <a:pt x="26" y="41"/>
                  </a:cubicBezTo>
                  <a:cubicBezTo>
                    <a:pt x="26" y="41"/>
                    <a:pt x="26" y="41"/>
                    <a:pt x="26" y="41"/>
                  </a:cubicBezTo>
                  <a:cubicBezTo>
                    <a:pt x="25" y="42"/>
                    <a:pt x="24" y="43"/>
                    <a:pt x="22" y="44"/>
                  </a:cubicBezTo>
                  <a:moveTo>
                    <a:pt x="22" y="44"/>
                  </a:moveTo>
                  <a:cubicBezTo>
                    <a:pt x="19" y="48"/>
                    <a:pt x="19" y="48"/>
                    <a:pt x="19" y="48"/>
                  </a:cubicBezTo>
                  <a:cubicBezTo>
                    <a:pt x="20" y="47"/>
                    <a:pt x="20" y="47"/>
                    <a:pt x="20" y="47"/>
                  </a:cubicBezTo>
                  <a:cubicBezTo>
                    <a:pt x="20" y="46"/>
                    <a:pt x="20" y="45"/>
                    <a:pt x="20" y="44"/>
                  </a:cubicBezTo>
                  <a:cubicBezTo>
                    <a:pt x="20" y="44"/>
                    <a:pt x="20" y="44"/>
                    <a:pt x="20" y="44"/>
                  </a:cubicBezTo>
                  <a:cubicBezTo>
                    <a:pt x="21" y="44"/>
                    <a:pt x="21" y="44"/>
                    <a:pt x="21" y="44"/>
                  </a:cubicBezTo>
                  <a:lnTo>
                    <a:pt x="22" y="44"/>
                  </a:lnTo>
                  <a:close/>
                  <a:moveTo>
                    <a:pt x="21" y="44"/>
                  </a:moveTo>
                  <a:cubicBezTo>
                    <a:pt x="20" y="42"/>
                    <a:pt x="20" y="42"/>
                    <a:pt x="20" y="42"/>
                  </a:cubicBezTo>
                  <a:cubicBezTo>
                    <a:pt x="20" y="42"/>
                    <a:pt x="20" y="42"/>
                    <a:pt x="20" y="42"/>
                  </a:cubicBezTo>
                  <a:cubicBezTo>
                    <a:pt x="22" y="41"/>
                    <a:pt x="22" y="41"/>
                    <a:pt x="22" y="41"/>
                  </a:cubicBezTo>
                  <a:lnTo>
                    <a:pt x="21" y="44"/>
                  </a:lnTo>
                  <a:close/>
                  <a:moveTo>
                    <a:pt x="20" y="44"/>
                  </a:moveTo>
                  <a:cubicBezTo>
                    <a:pt x="20" y="44"/>
                    <a:pt x="20" y="44"/>
                    <a:pt x="20" y="44"/>
                  </a:cubicBezTo>
                  <a:cubicBezTo>
                    <a:pt x="20" y="44"/>
                    <a:pt x="18" y="45"/>
                    <a:pt x="16" y="45"/>
                  </a:cubicBezTo>
                  <a:cubicBezTo>
                    <a:pt x="18" y="45"/>
                    <a:pt x="18" y="43"/>
                    <a:pt x="18" y="42"/>
                  </a:cubicBezTo>
                  <a:cubicBezTo>
                    <a:pt x="20" y="42"/>
                    <a:pt x="20" y="42"/>
                    <a:pt x="20" y="42"/>
                  </a:cubicBezTo>
                  <a:lnTo>
                    <a:pt x="20" y="44"/>
                  </a:lnTo>
                  <a:close/>
                  <a:moveTo>
                    <a:pt x="11" y="34"/>
                  </a:moveTo>
                  <a:cubicBezTo>
                    <a:pt x="11" y="34"/>
                    <a:pt x="11" y="34"/>
                    <a:pt x="11" y="34"/>
                  </a:cubicBezTo>
                  <a:cubicBezTo>
                    <a:pt x="11" y="34"/>
                    <a:pt x="11" y="34"/>
                    <a:pt x="11" y="34"/>
                  </a:cubicBezTo>
                  <a:cubicBezTo>
                    <a:pt x="11" y="34"/>
                    <a:pt x="11" y="34"/>
                    <a:pt x="11" y="34"/>
                  </a:cubicBezTo>
                  <a:cubicBezTo>
                    <a:pt x="11" y="34"/>
                    <a:pt x="11" y="34"/>
                    <a:pt x="11" y="34"/>
                  </a:cubicBezTo>
                  <a:cubicBezTo>
                    <a:pt x="10" y="34"/>
                    <a:pt x="10" y="34"/>
                    <a:pt x="10" y="34"/>
                  </a:cubicBezTo>
                  <a:cubicBezTo>
                    <a:pt x="10" y="34"/>
                    <a:pt x="10" y="34"/>
                    <a:pt x="10" y="34"/>
                  </a:cubicBezTo>
                  <a:cubicBezTo>
                    <a:pt x="12" y="32"/>
                    <a:pt x="12" y="32"/>
                    <a:pt x="12" y="32"/>
                  </a:cubicBezTo>
                  <a:cubicBezTo>
                    <a:pt x="11" y="34"/>
                    <a:pt x="11" y="34"/>
                    <a:pt x="11" y="34"/>
                  </a:cubicBezTo>
                  <a:cubicBezTo>
                    <a:pt x="11" y="34"/>
                    <a:pt x="11" y="34"/>
                    <a:pt x="11" y="34"/>
                  </a:cubicBezTo>
                  <a:close/>
                  <a:moveTo>
                    <a:pt x="11" y="38"/>
                  </a:moveTo>
                  <a:cubicBezTo>
                    <a:pt x="12" y="39"/>
                    <a:pt x="13" y="39"/>
                    <a:pt x="14" y="39"/>
                  </a:cubicBezTo>
                  <a:cubicBezTo>
                    <a:pt x="13" y="40"/>
                    <a:pt x="13" y="40"/>
                    <a:pt x="13" y="40"/>
                  </a:cubicBezTo>
                  <a:cubicBezTo>
                    <a:pt x="11" y="42"/>
                    <a:pt x="11" y="42"/>
                    <a:pt x="11" y="42"/>
                  </a:cubicBezTo>
                  <a:cubicBezTo>
                    <a:pt x="11" y="41"/>
                    <a:pt x="11" y="39"/>
                    <a:pt x="11" y="38"/>
                  </a:cubicBezTo>
                  <a:moveTo>
                    <a:pt x="14" y="40"/>
                  </a:moveTo>
                  <a:cubicBezTo>
                    <a:pt x="15" y="41"/>
                    <a:pt x="15" y="42"/>
                    <a:pt x="15" y="42"/>
                  </a:cubicBezTo>
                  <a:cubicBezTo>
                    <a:pt x="15" y="42"/>
                    <a:pt x="15" y="42"/>
                    <a:pt x="15" y="42"/>
                  </a:cubicBezTo>
                  <a:cubicBezTo>
                    <a:pt x="15" y="42"/>
                    <a:pt x="15" y="42"/>
                    <a:pt x="15" y="42"/>
                  </a:cubicBezTo>
                  <a:cubicBezTo>
                    <a:pt x="16" y="42"/>
                    <a:pt x="17" y="42"/>
                    <a:pt x="18" y="42"/>
                  </a:cubicBezTo>
                  <a:cubicBezTo>
                    <a:pt x="18" y="43"/>
                    <a:pt x="17" y="45"/>
                    <a:pt x="15" y="45"/>
                  </a:cubicBezTo>
                  <a:cubicBezTo>
                    <a:pt x="15" y="45"/>
                    <a:pt x="15" y="43"/>
                    <a:pt x="15" y="42"/>
                  </a:cubicBezTo>
                  <a:cubicBezTo>
                    <a:pt x="15" y="42"/>
                    <a:pt x="15" y="42"/>
                    <a:pt x="15" y="42"/>
                  </a:cubicBezTo>
                  <a:cubicBezTo>
                    <a:pt x="14" y="42"/>
                    <a:pt x="14" y="42"/>
                    <a:pt x="14" y="42"/>
                  </a:cubicBezTo>
                  <a:cubicBezTo>
                    <a:pt x="13" y="43"/>
                    <a:pt x="13" y="43"/>
                    <a:pt x="13" y="43"/>
                  </a:cubicBezTo>
                  <a:cubicBezTo>
                    <a:pt x="11" y="42"/>
                    <a:pt x="11" y="42"/>
                    <a:pt x="11" y="42"/>
                  </a:cubicBezTo>
                  <a:cubicBezTo>
                    <a:pt x="13" y="42"/>
                    <a:pt x="14" y="40"/>
                    <a:pt x="14" y="40"/>
                  </a:cubicBezTo>
                  <a:moveTo>
                    <a:pt x="12" y="44"/>
                  </a:moveTo>
                  <a:cubicBezTo>
                    <a:pt x="12" y="43"/>
                    <a:pt x="12" y="43"/>
                    <a:pt x="12" y="43"/>
                  </a:cubicBezTo>
                  <a:cubicBezTo>
                    <a:pt x="13" y="43"/>
                    <a:pt x="13" y="43"/>
                    <a:pt x="13" y="43"/>
                  </a:cubicBezTo>
                  <a:cubicBezTo>
                    <a:pt x="14" y="43"/>
                    <a:pt x="14" y="43"/>
                    <a:pt x="14" y="43"/>
                  </a:cubicBezTo>
                  <a:cubicBezTo>
                    <a:pt x="14" y="44"/>
                    <a:pt x="14" y="45"/>
                    <a:pt x="14" y="46"/>
                  </a:cubicBezTo>
                  <a:cubicBezTo>
                    <a:pt x="14" y="46"/>
                    <a:pt x="14" y="46"/>
                    <a:pt x="14" y="46"/>
                  </a:cubicBezTo>
                  <a:cubicBezTo>
                    <a:pt x="14" y="46"/>
                    <a:pt x="14" y="46"/>
                    <a:pt x="14" y="46"/>
                  </a:cubicBezTo>
                  <a:cubicBezTo>
                    <a:pt x="14" y="46"/>
                    <a:pt x="14" y="46"/>
                    <a:pt x="14" y="46"/>
                  </a:cubicBezTo>
                  <a:cubicBezTo>
                    <a:pt x="15" y="46"/>
                    <a:pt x="15" y="46"/>
                    <a:pt x="15" y="46"/>
                  </a:cubicBezTo>
                  <a:cubicBezTo>
                    <a:pt x="16" y="46"/>
                    <a:pt x="16" y="46"/>
                    <a:pt x="16" y="46"/>
                  </a:cubicBezTo>
                  <a:cubicBezTo>
                    <a:pt x="16" y="47"/>
                    <a:pt x="16" y="47"/>
                    <a:pt x="16" y="47"/>
                  </a:cubicBezTo>
                  <a:cubicBezTo>
                    <a:pt x="16" y="48"/>
                    <a:pt x="16" y="48"/>
                    <a:pt x="15" y="50"/>
                  </a:cubicBezTo>
                  <a:cubicBezTo>
                    <a:pt x="15" y="52"/>
                    <a:pt x="12" y="54"/>
                    <a:pt x="11" y="55"/>
                  </a:cubicBezTo>
                  <a:cubicBezTo>
                    <a:pt x="9" y="57"/>
                    <a:pt x="9" y="58"/>
                    <a:pt x="8" y="60"/>
                  </a:cubicBezTo>
                  <a:cubicBezTo>
                    <a:pt x="7" y="61"/>
                    <a:pt x="7" y="61"/>
                    <a:pt x="7" y="61"/>
                  </a:cubicBezTo>
                  <a:cubicBezTo>
                    <a:pt x="7" y="61"/>
                    <a:pt x="7" y="61"/>
                    <a:pt x="7" y="61"/>
                  </a:cubicBezTo>
                  <a:cubicBezTo>
                    <a:pt x="7" y="61"/>
                    <a:pt x="7" y="61"/>
                    <a:pt x="7" y="61"/>
                  </a:cubicBezTo>
                  <a:cubicBezTo>
                    <a:pt x="5" y="61"/>
                    <a:pt x="5" y="59"/>
                    <a:pt x="5" y="59"/>
                  </a:cubicBezTo>
                  <a:cubicBezTo>
                    <a:pt x="5" y="58"/>
                    <a:pt x="5" y="58"/>
                    <a:pt x="5" y="58"/>
                  </a:cubicBezTo>
                  <a:cubicBezTo>
                    <a:pt x="5" y="54"/>
                    <a:pt x="10" y="52"/>
                    <a:pt x="12" y="44"/>
                  </a:cubicBezTo>
                  <a:moveTo>
                    <a:pt x="18" y="42"/>
                  </a:moveTo>
                  <a:cubicBezTo>
                    <a:pt x="16" y="42"/>
                    <a:pt x="16" y="42"/>
                    <a:pt x="16" y="42"/>
                  </a:cubicBezTo>
                  <a:cubicBezTo>
                    <a:pt x="17" y="41"/>
                    <a:pt x="18" y="40"/>
                    <a:pt x="18" y="39"/>
                  </a:cubicBezTo>
                  <a:cubicBezTo>
                    <a:pt x="18" y="40"/>
                    <a:pt x="18" y="40"/>
                    <a:pt x="18" y="40"/>
                  </a:cubicBezTo>
                  <a:cubicBezTo>
                    <a:pt x="19" y="42"/>
                    <a:pt x="19" y="42"/>
                    <a:pt x="19" y="42"/>
                  </a:cubicBezTo>
                  <a:lnTo>
                    <a:pt x="18" y="42"/>
                  </a:lnTo>
                  <a:close/>
                  <a:moveTo>
                    <a:pt x="15" y="41"/>
                  </a:moveTo>
                  <a:cubicBezTo>
                    <a:pt x="15" y="39"/>
                    <a:pt x="15" y="39"/>
                    <a:pt x="15" y="39"/>
                  </a:cubicBezTo>
                  <a:cubicBezTo>
                    <a:pt x="15" y="39"/>
                    <a:pt x="15" y="39"/>
                    <a:pt x="15" y="39"/>
                  </a:cubicBezTo>
                  <a:cubicBezTo>
                    <a:pt x="15" y="39"/>
                    <a:pt x="15" y="39"/>
                    <a:pt x="15" y="39"/>
                  </a:cubicBezTo>
                  <a:cubicBezTo>
                    <a:pt x="15" y="39"/>
                    <a:pt x="15" y="39"/>
                    <a:pt x="15" y="39"/>
                  </a:cubicBezTo>
                  <a:cubicBezTo>
                    <a:pt x="15" y="39"/>
                    <a:pt x="13" y="39"/>
                    <a:pt x="12" y="38"/>
                  </a:cubicBezTo>
                  <a:cubicBezTo>
                    <a:pt x="14" y="36"/>
                    <a:pt x="14" y="36"/>
                    <a:pt x="14" y="36"/>
                  </a:cubicBezTo>
                  <a:cubicBezTo>
                    <a:pt x="14" y="38"/>
                    <a:pt x="14" y="38"/>
                    <a:pt x="14" y="38"/>
                  </a:cubicBezTo>
                  <a:cubicBezTo>
                    <a:pt x="14" y="38"/>
                    <a:pt x="14" y="38"/>
                    <a:pt x="14" y="38"/>
                  </a:cubicBezTo>
                  <a:cubicBezTo>
                    <a:pt x="14" y="38"/>
                    <a:pt x="14" y="38"/>
                    <a:pt x="14" y="38"/>
                  </a:cubicBezTo>
                  <a:cubicBezTo>
                    <a:pt x="14" y="38"/>
                    <a:pt x="15" y="38"/>
                    <a:pt x="16" y="38"/>
                  </a:cubicBezTo>
                  <a:cubicBezTo>
                    <a:pt x="17" y="39"/>
                    <a:pt x="17" y="39"/>
                    <a:pt x="17" y="39"/>
                  </a:cubicBezTo>
                  <a:cubicBezTo>
                    <a:pt x="17" y="39"/>
                    <a:pt x="17" y="39"/>
                    <a:pt x="17" y="39"/>
                  </a:cubicBezTo>
                  <a:cubicBezTo>
                    <a:pt x="17" y="39"/>
                    <a:pt x="17" y="41"/>
                    <a:pt x="15" y="41"/>
                  </a:cubicBezTo>
                  <a:moveTo>
                    <a:pt x="14" y="35"/>
                  </a:moveTo>
                  <a:cubicBezTo>
                    <a:pt x="14" y="35"/>
                    <a:pt x="14" y="35"/>
                    <a:pt x="14" y="35"/>
                  </a:cubicBezTo>
                  <a:cubicBezTo>
                    <a:pt x="14" y="36"/>
                    <a:pt x="14" y="36"/>
                    <a:pt x="14" y="36"/>
                  </a:cubicBezTo>
                  <a:cubicBezTo>
                    <a:pt x="14" y="36"/>
                    <a:pt x="12" y="37"/>
                    <a:pt x="11" y="38"/>
                  </a:cubicBezTo>
                  <a:cubicBezTo>
                    <a:pt x="11" y="36"/>
                    <a:pt x="11" y="36"/>
                    <a:pt x="11" y="36"/>
                  </a:cubicBezTo>
                  <a:cubicBezTo>
                    <a:pt x="11" y="36"/>
                    <a:pt x="11" y="36"/>
                    <a:pt x="11" y="36"/>
                  </a:cubicBezTo>
                  <a:cubicBezTo>
                    <a:pt x="11" y="34"/>
                    <a:pt x="11" y="34"/>
                    <a:pt x="11" y="34"/>
                  </a:cubicBezTo>
                  <a:cubicBezTo>
                    <a:pt x="11" y="34"/>
                    <a:pt x="11" y="34"/>
                    <a:pt x="11" y="34"/>
                  </a:cubicBezTo>
                  <a:cubicBezTo>
                    <a:pt x="11" y="34"/>
                    <a:pt x="11" y="34"/>
                    <a:pt x="11" y="34"/>
                  </a:cubicBezTo>
                  <a:cubicBezTo>
                    <a:pt x="12" y="34"/>
                    <a:pt x="12" y="34"/>
                    <a:pt x="12" y="34"/>
                  </a:cubicBezTo>
                  <a:cubicBezTo>
                    <a:pt x="12" y="35"/>
                    <a:pt x="12" y="35"/>
                    <a:pt x="12" y="35"/>
                  </a:cubicBezTo>
                  <a:cubicBezTo>
                    <a:pt x="12" y="35"/>
                    <a:pt x="12" y="35"/>
                    <a:pt x="12" y="35"/>
                  </a:cubicBezTo>
                  <a:cubicBezTo>
                    <a:pt x="13" y="35"/>
                    <a:pt x="13" y="35"/>
                    <a:pt x="13" y="35"/>
                  </a:cubicBezTo>
                  <a:cubicBezTo>
                    <a:pt x="14" y="35"/>
                    <a:pt x="14" y="35"/>
                    <a:pt x="14" y="35"/>
                  </a:cubicBezTo>
                  <a:close/>
                  <a:moveTo>
                    <a:pt x="9" y="34"/>
                  </a:moveTo>
                  <a:cubicBezTo>
                    <a:pt x="9" y="32"/>
                    <a:pt x="9" y="32"/>
                    <a:pt x="9" y="32"/>
                  </a:cubicBezTo>
                  <a:cubicBezTo>
                    <a:pt x="10" y="31"/>
                    <a:pt x="10" y="31"/>
                    <a:pt x="10" y="31"/>
                  </a:cubicBezTo>
                  <a:cubicBezTo>
                    <a:pt x="10" y="30"/>
                    <a:pt x="10" y="30"/>
                    <a:pt x="10" y="30"/>
                  </a:cubicBezTo>
                  <a:cubicBezTo>
                    <a:pt x="9" y="30"/>
                    <a:pt x="9" y="30"/>
                    <a:pt x="9" y="30"/>
                  </a:cubicBezTo>
                  <a:cubicBezTo>
                    <a:pt x="8" y="29"/>
                    <a:pt x="8" y="29"/>
                    <a:pt x="8" y="29"/>
                  </a:cubicBezTo>
                  <a:cubicBezTo>
                    <a:pt x="8" y="28"/>
                    <a:pt x="8" y="28"/>
                    <a:pt x="8" y="28"/>
                  </a:cubicBezTo>
                  <a:cubicBezTo>
                    <a:pt x="10" y="28"/>
                    <a:pt x="10" y="28"/>
                    <a:pt x="10" y="28"/>
                  </a:cubicBezTo>
                  <a:cubicBezTo>
                    <a:pt x="10" y="29"/>
                    <a:pt x="10" y="30"/>
                    <a:pt x="10" y="30"/>
                  </a:cubicBezTo>
                  <a:cubicBezTo>
                    <a:pt x="10" y="30"/>
                    <a:pt x="10" y="30"/>
                    <a:pt x="10" y="30"/>
                  </a:cubicBezTo>
                  <a:cubicBezTo>
                    <a:pt x="10" y="30"/>
                    <a:pt x="10" y="30"/>
                    <a:pt x="10" y="30"/>
                  </a:cubicBezTo>
                  <a:cubicBezTo>
                    <a:pt x="12" y="32"/>
                    <a:pt x="12" y="32"/>
                    <a:pt x="12" y="32"/>
                  </a:cubicBezTo>
                  <a:lnTo>
                    <a:pt x="9" y="34"/>
                  </a:lnTo>
                  <a:close/>
                  <a:moveTo>
                    <a:pt x="10" y="27"/>
                  </a:moveTo>
                  <a:cubicBezTo>
                    <a:pt x="10" y="27"/>
                    <a:pt x="8" y="27"/>
                    <a:pt x="7" y="28"/>
                  </a:cubicBezTo>
                  <a:cubicBezTo>
                    <a:pt x="8" y="27"/>
                    <a:pt x="8" y="27"/>
                    <a:pt x="8" y="27"/>
                  </a:cubicBezTo>
                  <a:cubicBezTo>
                    <a:pt x="9" y="25"/>
                    <a:pt x="9" y="25"/>
                    <a:pt x="9" y="25"/>
                  </a:cubicBezTo>
                  <a:cubicBezTo>
                    <a:pt x="9" y="25"/>
                    <a:pt x="9" y="25"/>
                    <a:pt x="9" y="25"/>
                  </a:cubicBezTo>
                  <a:cubicBezTo>
                    <a:pt x="9" y="25"/>
                    <a:pt x="9" y="25"/>
                    <a:pt x="9" y="25"/>
                  </a:cubicBezTo>
                  <a:cubicBezTo>
                    <a:pt x="10" y="27"/>
                    <a:pt x="10" y="27"/>
                    <a:pt x="10" y="27"/>
                  </a:cubicBezTo>
                  <a:close/>
                  <a:moveTo>
                    <a:pt x="9" y="25"/>
                  </a:moveTo>
                  <a:cubicBezTo>
                    <a:pt x="9" y="25"/>
                    <a:pt x="9" y="25"/>
                    <a:pt x="9" y="25"/>
                  </a:cubicBezTo>
                  <a:cubicBezTo>
                    <a:pt x="9" y="25"/>
                    <a:pt x="9" y="25"/>
                    <a:pt x="9" y="25"/>
                  </a:cubicBezTo>
                  <a:cubicBezTo>
                    <a:pt x="9" y="25"/>
                    <a:pt x="9" y="25"/>
                    <a:pt x="9" y="25"/>
                  </a:cubicBezTo>
                  <a:cubicBezTo>
                    <a:pt x="9" y="25"/>
                    <a:pt x="9" y="25"/>
                    <a:pt x="9" y="25"/>
                  </a:cubicBezTo>
                  <a:cubicBezTo>
                    <a:pt x="8" y="25"/>
                    <a:pt x="7" y="24"/>
                    <a:pt x="7" y="23"/>
                  </a:cubicBezTo>
                  <a:cubicBezTo>
                    <a:pt x="8" y="23"/>
                    <a:pt x="8" y="23"/>
                    <a:pt x="8" y="23"/>
                  </a:cubicBezTo>
                  <a:cubicBezTo>
                    <a:pt x="10" y="23"/>
                    <a:pt x="10" y="23"/>
                    <a:pt x="10" y="23"/>
                  </a:cubicBezTo>
                  <a:cubicBezTo>
                    <a:pt x="10" y="23"/>
                    <a:pt x="10" y="23"/>
                    <a:pt x="10" y="23"/>
                  </a:cubicBezTo>
                  <a:cubicBezTo>
                    <a:pt x="9" y="25"/>
                    <a:pt x="9" y="25"/>
                    <a:pt x="9" y="25"/>
                  </a:cubicBezTo>
                  <a:close/>
                  <a:moveTo>
                    <a:pt x="10" y="23"/>
                  </a:moveTo>
                  <a:cubicBezTo>
                    <a:pt x="10" y="22"/>
                    <a:pt x="9" y="22"/>
                    <a:pt x="8" y="22"/>
                  </a:cubicBezTo>
                  <a:cubicBezTo>
                    <a:pt x="10" y="21"/>
                    <a:pt x="10" y="21"/>
                    <a:pt x="10" y="21"/>
                  </a:cubicBezTo>
                  <a:cubicBezTo>
                    <a:pt x="10" y="21"/>
                    <a:pt x="10" y="21"/>
                    <a:pt x="10" y="21"/>
                  </a:cubicBezTo>
                  <a:lnTo>
                    <a:pt x="10" y="23"/>
                  </a:lnTo>
                  <a:close/>
                  <a:moveTo>
                    <a:pt x="3" y="3"/>
                  </a:moveTo>
                  <a:cubicBezTo>
                    <a:pt x="4" y="5"/>
                    <a:pt x="7" y="10"/>
                    <a:pt x="8" y="12"/>
                  </a:cubicBezTo>
                  <a:cubicBezTo>
                    <a:pt x="8" y="13"/>
                    <a:pt x="8" y="14"/>
                    <a:pt x="8" y="15"/>
                  </a:cubicBezTo>
                  <a:cubicBezTo>
                    <a:pt x="7" y="13"/>
                    <a:pt x="3" y="7"/>
                    <a:pt x="3" y="3"/>
                  </a:cubicBezTo>
                  <a:close/>
                  <a:moveTo>
                    <a:pt x="2" y="2"/>
                  </a:moveTo>
                  <a:cubicBezTo>
                    <a:pt x="3" y="3"/>
                    <a:pt x="3" y="3"/>
                    <a:pt x="3" y="3"/>
                  </a:cubicBezTo>
                  <a:cubicBezTo>
                    <a:pt x="2" y="2"/>
                    <a:pt x="2" y="2"/>
                    <a:pt x="2" y="2"/>
                  </a:cubicBezTo>
                  <a:close/>
                  <a:moveTo>
                    <a:pt x="2" y="5"/>
                  </a:moveTo>
                  <a:cubicBezTo>
                    <a:pt x="2" y="3"/>
                    <a:pt x="2" y="3"/>
                    <a:pt x="2" y="3"/>
                  </a:cubicBezTo>
                  <a:cubicBezTo>
                    <a:pt x="2" y="3"/>
                    <a:pt x="2" y="3"/>
                    <a:pt x="2" y="3"/>
                  </a:cubicBezTo>
                  <a:cubicBezTo>
                    <a:pt x="2" y="9"/>
                    <a:pt x="9" y="16"/>
                    <a:pt x="9" y="16"/>
                  </a:cubicBezTo>
                  <a:cubicBezTo>
                    <a:pt x="9" y="17"/>
                    <a:pt x="9" y="19"/>
                    <a:pt x="10" y="20"/>
                  </a:cubicBezTo>
                  <a:cubicBezTo>
                    <a:pt x="9" y="19"/>
                    <a:pt x="8" y="18"/>
                    <a:pt x="7" y="16"/>
                  </a:cubicBezTo>
                  <a:cubicBezTo>
                    <a:pt x="6" y="16"/>
                    <a:pt x="6" y="16"/>
                    <a:pt x="6" y="16"/>
                  </a:cubicBezTo>
                  <a:cubicBezTo>
                    <a:pt x="6" y="16"/>
                    <a:pt x="2" y="10"/>
                    <a:pt x="2" y="5"/>
                  </a:cubicBezTo>
                  <a:moveTo>
                    <a:pt x="6" y="16"/>
                  </a:moveTo>
                  <a:cubicBezTo>
                    <a:pt x="7" y="18"/>
                    <a:pt x="9" y="20"/>
                    <a:pt x="10" y="20"/>
                  </a:cubicBezTo>
                  <a:cubicBezTo>
                    <a:pt x="9" y="21"/>
                    <a:pt x="9" y="21"/>
                    <a:pt x="9" y="21"/>
                  </a:cubicBezTo>
                  <a:cubicBezTo>
                    <a:pt x="8" y="21"/>
                    <a:pt x="7" y="19"/>
                    <a:pt x="6" y="18"/>
                  </a:cubicBezTo>
                  <a:cubicBezTo>
                    <a:pt x="4" y="17"/>
                    <a:pt x="3" y="15"/>
                    <a:pt x="2" y="13"/>
                  </a:cubicBezTo>
                  <a:cubicBezTo>
                    <a:pt x="3" y="14"/>
                    <a:pt x="5" y="16"/>
                    <a:pt x="6" y="16"/>
                  </a:cubicBezTo>
                  <a:moveTo>
                    <a:pt x="6" y="22"/>
                  </a:moveTo>
                  <a:cubicBezTo>
                    <a:pt x="6" y="22"/>
                    <a:pt x="6" y="22"/>
                    <a:pt x="6" y="22"/>
                  </a:cubicBezTo>
                  <a:cubicBezTo>
                    <a:pt x="6" y="22"/>
                    <a:pt x="1" y="18"/>
                    <a:pt x="1" y="14"/>
                  </a:cubicBezTo>
                  <a:cubicBezTo>
                    <a:pt x="2" y="14"/>
                    <a:pt x="2" y="14"/>
                    <a:pt x="2" y="14"/>
                  </a:cubicBezTo>
                  <a:cubicBezTo>
                    <a:pt x="3" y="17"/>
                    <a:pt x="7" y="20"/>
                    <a:pt x="8" y="21"/>
                  </a:cubicBezTo>
                  <a:cubicBezTo>
                    <a:pt x="7" y="22"/>
                    <a:pt x="7" y="22"/>
                    <a:pt x="7" y="22"/>
                  </a:cubicBezTo>
                  <a:cubicBezTo>
                    <a:pt x="6" y="22"/>
                    <a:pt x="6" y="22"/>
                    <a:pt x="6" y="22"/>
                  </a:cubicBezTo>
                  <a:cubicBezTo>
                    <a:pt x="7" y="22"/>
                    <a:pt x="7" y="22"/>
                    <a:pt x="7" y="22"/>
                  </a:cubicBezTo>
                  <a:cubicBezTo>
                    <a:pt x="7" y="24"/>
                    <a:pt x="8" y="25"/>
                    <a:pt x="8" y="25"/>
                  </a:cubicBezTo>
                  <a:cubicBezTo>
                    <a:pt x="8" y="26"/>
                    <a:pt x="8" y="26"/>
                    <a:pt x="8" y="26"/>
                  </a:cubicBezTo>
                  <a:cubicBezTo>
                    <a:pt x="8" y="25"/>
                    <a:pt x="6" y="25"/>
                    <a:pt x="5" y="24"/>
                  </a:cubicBezTo>
                  <a:cubicBezTo>
                    <a:pt x="4" y="23"/>
                    <a:pt x="3" y="22"/>
                    <a:pt x="2" y="21"/>
                  </a:cubicBezTo>
                  <a:cubicBezTo>
                    <a:pt x="3" y="21"/>
                    <a:pt x="5" y="21"/>
                    <a:pt x="6" y="22"/>
                  </a:cubicBezTo>
                  <a:moveTo>
                    <a:pt x="4" y="26"/>
                  </a:moveTo>
                  <a:cubicBezTo>
                    <a:pt x="3" y="25"/>
                    <a:pt x="2" y="23"/>
                    <a:pt x="2" y="22"/>
                  </a:cubicBezTo>
                  <a:cubicBezTo>
                    <a:pt x="3" y="24"/>
                    <a:pt x="7" y="26"/>
                    <a:pt x="8" y="26"/>
                  </a:cubicBezTo>
                  <a:cubicBezTo>
                    <a:pt x="7" y="28"/>
                    <a:pt x="7" y="28"/>
                    <a:pt x="7" y="28"/>
                  </a:cubicBezTo>
                  <a:cubicBezTo>
                    <a:pt x="7" y="28"/>
                    <a:pt x="7" y="28"/>
                    <a:pt x="7" y="28"/>
                  </a:cubicBezTo>
                  <a:cubicBezTo>
                    <a:pt x="6" y="28"/>
                    <a:pt x="6" y="28"/>
                    <a:pt x="6" y="28"/>
                  </a:cubicBezTo>
                  <a:cubicBezTo>
                    <a:pt x="6" y="28"/>
                    <a:pt x="5" y="27"/>
                    <a:pt x="4" y="26"/>
                  </a:cubicBezTo>
                  <a:moveTo>
                    <a:pt x="4" y="29"/>
                  </a:moveTo>
                  <a:cubicBezTo>
                    <a:pt x="4" y="29"/>
                    <a:pt x="5" y="28"/>
                    <a:pt x="6" y="28"/>
                  </a:cubicBezTo>
                  <a:cubicBezTo>
                    <a:pt x="6" y="28"/>
                    <a:pt x="6" y="28"/>
                    <a:pt x="6" y="28"/>
                  </a:cubicBezTo>
                  <a:cubicBezTo>
                    <a:pt x="6" y="28"/>
                    <a:pt x="6" y="28"/>
                    <a:pt x="6" y="28"/>
                  </a:cubicBezTo>
                  <a:cubicBezTo>
                    <a:pt x="6" y="29"/>
                    <a:pt x="6" y="29"/>
                    <a:pt x="6" y="29"/>
                  </a:cubicBezTo>
                  <a:cubicBezTo>
                    <a:pt x="6" y="29"/>
                    <a:pt x="6" y="29"/>
                    <a:pt x="6" y="29"/>
                  </a:cubicBezTo>
                  <a:cubicBezTo>
                    <a:pt x="7" y="29"/>
                    <a:pt x="7" y="29"/>
                    <a:pt x="7" y="29"/>
                  </a:cubicBezTo>
                  <a:cubicBezTo>
                    <a:pt x="9" y="30"/>
                    <a:pt x="9" y="30"/>
                    <a:pt x="9" y="30"/>
                  </a:cubicBezTo>
                  <a:cubicBezTo>
                    <a:pt x="7" y="30"/>
                    <a:pt x="7" y="30"/>
                    <a:pt x="7" y="30"/>
                  </a:cubicBezTo>
                  <a:cubicBezTo>
                    <a:pt x="5" y="30"/>
                    <a:pt x="4" y="29"/>
                    <a:pt x="4" y="29"/>
                  </a:cubicBezTo>
                  <a:close/>
                  <a:moveTo>
                    <a:pt x="4" y="30"/>
                  </a:moveTo>
                  <a:cubicBezTo>
                    <a:pt x="5" y="31"/>
                    <a:pt x="8" y="31"/>
                    <a:pt x="9" y="31"/>
                  </a:cubicBezTo>
                  <a:cubicBezTo>
                    <a:pt x="9" y="32"/>
                    <a:pt x="9" y="32"/>
                    <a:pt x="9" y="32"/>
                  </a:cubicBezTo>
                  <a:cubicBezTo>
                    <a:pt x="9" y="34"/>
                    <a:pt x="9" y="34"/>
                    <a:pt x="9" y="34"/>
                  </a:cubicBezTo>
                  <a:cubicBezTo>
                    <a:pt x="8" y="34"/>
                    <a:pt x="8" y="34"/>
                    <a:pt x="8" y="34"/>
                  </a:cubicBezTo>
                  <a:cubicBezTo>
                    <a:pt x="8" y="34"/>
                    <a:pt x="8" y="34"/>
                    <a:pt x="8" y="34"/>
                  </a:cubicBezTo>
                  <a:cubicBezTo>
                    <a:pt x="7" y="33"/>
                    <a:pt x="7" y="33"/>
                    <a:pt x="7" y="33"/>
                  </a:cubicBezTo>
                  <a:cubicBezTo>
                    <a:pt x="6" y="33"/>
                    <a:pt x="5" y="32"/>
                    <a:pt x="4" y="30"/>
                  </a:cubicBezTo>
                  <a:moveTo>
                    <a:pt x="6" y="35"/>
                  </a:moveTo>
                  <a:cubicBezTo>
                    <a:pt x="5" y="35"/>
                    <a:pt x="5" y="35"/>
                    <a:pt x="5" y="35"/>
                  </a:cubicBezTo>
                  <a:cubicBezTo>
                    <a:pt x="5" y="35"/>
                    <a:pt x="5" y="35"/>
                    <a:pt x="5" y="35"/>
                  </a:cubicBezTo>
                  <a:cubicBezTo>
                    <a:pt x="5" y="35"/>
                    <a:pt x="5" y="35"/>
                    <a:pt x="5" y="35"/>
                  </a:cubicBezTo>
                  <a:cubicBezTo>
                    <a:pt x="4" y="35"/>
                    <a:pt x="2" y="36"/>
                    <a:pt x="2" y="38"/>
                  </a:cubicBezTo>
                  <a:cubicBezTo>
                    <a:pt x="2" y="38"/>
                    <a:pt x="2" y="38"/>
                    <a:pt x="2" y="38"/>
                  </a:cubicBezTo>
                  <a:cubicBezTo>
                    <a:pt x="3" y="40"/>
                    <a:pt x="3" y="40"/>
                    <a:pt x="3" y="40"/>
                  </a:cubicBezTo>
                  <a:cubicBezTo>
                    <a:pt x="3" y="40"/>
                    <a:pt x="3" y="40"/>
                    <a:pt x="3" y="40"/>
                  </a:cubicBezTo>
                  <a:cubicBezTo>
                    <a:pt x="3" y="40"/>
                    <a:pt x="6" y="40"/>
                    <a:pt x="6" y="42"/>
                  </a:cubicBezTo>
                  <a:cubicBezTo>
                    <a:pt x="6" y="43"/>
                    <a:pt x="6" y="43"/>
                    <a:pt x="6" y="43"/>
                  </a:cubicBezTo>
                  <a:cubicBezTo>
                    <a:pt x="5" y="45"/>
                    <a:pt x="3" y="46"/>
                    <a:pt x="3" y="48"/>
                  </a:cubicBezTo>
                  <a:cubicBezTo>
                    <a:pt x="3" y="48"/>
                    <a:pt x="3" y="48"/>
                    <a:pt x="3" y="48"/>
                  </a:cubicBezTo>
                  <a:cubicBezTo>
                    <a:pt x="3" y="49"/>
                    <a:pt x="3" y="50"/>
                    <a:pt x="4" y="51"/>
                  </a:cubicBezTo>
                  <a:cubicBezTo>
                    <a:pt x="4" y="51"/>
                    <a:pt x="4" y="51"/>
                    <a:pt x="4" y="51"/>
                  </a:cubicBezTo>
                  <a:cubicBezTo>
                    <a:pt x="3" y="51"/>
                    <a:pt x="3" y="51"/>
                    <a:pt x="3" y="51"/>
                  </a:cubicBezTo>
                  <a:cubicBezTo>
                    <a:pt x="3" y="51"/>
                    <a:pt x="3" y="50"/>
                    <a:pt x="3" y="49"/>
                  </a:cubicBezTo>
                  <a:cubicBezTo>
                    <a:pt x="2" y="48"/>
                    <a:pt x="2" y="48"/>
                    <a:pt x="2" y="48"/>
                  </a:cubicBezTo>
                  <a:cubicBezTo>
                    <a:pt x="3" y="46"/>
                    <a:pt x="3" y="46"/>
                    <a:pt x="3" y="46"/>
                  </a:cubicBezTo>
                  <a:cubicBezTo>
                    <a:pt x="3" y="45"/>
                    <a:pt x="4" y="44"/>
                    <a:pt x="5" y="43"/>
                  </a:cubicBezTo>
                  <a:cubicBezTo>
                    <a:pt x="5" y="42"/>
                    <a:pt x="5" y="42"/>
                    <a:pt x="5" y="42"/>
                  </a:cubicBezTo>
                  <a:cubicBezTo>
                    <a:pt x="5" y="41"/>
                    <a:pt x="3" y="40"/>
                    <a:pt x="3" y="40"/>
                  </a:cubicBezTo>
                  <a:cubicBezTo>
                    <a:pt x="3" y="40"/>
                    <a:pt x="3" y="40"/>
                    <a:pt x="3" y="40"/>
                  </a:cubicBezTo>
                  <a:cubicBezTo>
                    <a:pt x="3" y="40"/>
                    <a:pt x="4" y="41"/>
                    <a:pt x="4" y="42"/>
                  </a:cubicBezTo>
                  <a:cubicBezTo>
                    <a:pt x="4" y="43"/>
                    <a:pt x="4" y="43"/>
                    <a:pt x="4" y="43"/>
                  </a:cubicBezTo>
                  <a:cubicBezTo>
                    <a:pt x="4" y="44"/>
                    <a:pt x="3" y="45"/>
                    <a:pt x="2" y="46"/>
                  </a:cubicBezTo>
                  <a:cubicBezTo>
                    <a:pt x="2" y="48"/>
                    <a:pt x="2" y="48"/>
                    <a:pt x="2" y="48"/>
                  </a:cubicBezTo>
                  <a:cubicBezTo>
                    <a:pt x="2" y="49"/>
                    <a:pt x="2" y="49"/>
                    <a:pt x="2" y="49"/>
                  </a:cubicBezTo>
                  <a:cubicBezTo>
                    <a:pt x="2" y="50"/>
                    <a:pt x="2" y="50"/>
                    <a:pt x="2" y="50"/>
                  </a:cubicBezTo>
                  <a:cubicBezTo>
                    <a:pt x="2" y="49"/>
                    <a:pt x="2" y="49"/>
                    <a:pt x="2" y="49"/>
                  </a:cubicBezTo>
                  <a:cubicBezTo>
                    <a:pt x="2" y="49"/>
                    <a:pt x="2" y="49"/>
                    <a:pt x="2" y="48"/>
                  </a:cubicBezTo>
                  <a:cubicBezTo>
                    <a:pt x="2" y="48"/>
                    <a:pt x="2" y="48"/>
                    <a:pt x="2" y="48"/>
                  </a:cubicBezTo>
                  <a:cubicBezTo>
                    <a:pt x="2" y="47"/>
                    <a:pt x="3" y="43"/>
                    <a:pt x="3" y="43"/>
                  </a:cubicBezTo>
                  <a:cubicBezTo>
                    <a:pt x="3" y="42"/>
                    <a:pt x="3" y="42"/>
                    <a:pt x="3" y="42"/>
                  </a:cubicBezTo>
                  <a:cubicBezTo>
                    <a:pt x="3" y="41"/>
                    <a:pt x="2" y="40"/>
                    <a:pt x="2" y="40"/>
                  </a:cubicBezTo>
                  <a:cubicBezTo>
                    <a:pt x="1" y="41"/>
                    <a:pt x="1" y="41"/>
                    <a:pt x="1" y="41"/>
                  </a:cubicBezTo>
                  <a:cubicBezTo>
                    <a:pt x="2" y="41"/>
                    <a:pt x="2" y="41"/>
                    <a:pt x="2" y="41"/>
                  </a:cubicBezTo>
                  <a:cubicBezTo>
                    <a:pt x="3" y="42"/>
                    <a:pt x="3" y="42"/>
                    <a:pt x="3" y="42"/>
                  </a:cubicBezTo>
                  <a:cubicBezTo>
                    <a:pt x="3" y="43"/>
                    <a:pt x="3" y="43"/>
                    <a:pt x="3" y="43"/>
                  </a:cubicBezTo>
                  <a:cubicBezTo>
                    <a:pt x="2" y="43"/>
                    <a:pt x="1" y="46"/>
                    <a:pt x="1" y="48"/>
                  </a:cubicBezTo>
                  <a:cubicBezTo>
                    <a:pt x="1" y="48"/>
                    <a:pt x="1" y="48"/>
                    <a:pt x="1" y="48"/>
                  </a:cubicBezTo>
                  <a:cubicBezTo>
                    <a:pt x="2" y="50"/>
                    <a:pt x="2" y="50"/>
                    <a:pt x="2" y="50"/>
                  </a:cubicBezTo>
                  <a:cubicBezTo>
                    <a:pt x="3" y="51"/>
                    <a:pt x="3" y="51"/>
                    <a:pt x="3" y="51"/>
                  </a:cubicBezTo>
                  <a:cubicBezTo>
                    <a:pt x="2" y="51"/>
                    <a:pt x="1" y="50"/>
                    <a:pt x="1" y="49"/>
                  </a:cubicBezTo>
                  <a:cubicBezTo>
                    <a:pt x="1" y="48"/>
                    <a:pt x="1" y="48"/>
                    <a:pt x="1" y="48"/>
                  </a:cubicBezTo>
                  <a:cubicBezTo>
                    <a:pt x="2" y="44"/>
                    <a:pt x="2" y="44"/>
                    <a:pt x="2" y="43"/>
                  </a:cubicBezTo>
                  <a:cubicBezTo>
                    <a:pt x="2" y="43"/>
                    <a:pt x="2" y="43"/>
                    <a:pt x="2" y="43"/>
                  </a:cubicBezTo>
                  <a:cubicBezTo>
                    <a:pt x="2" y="42"/>
                    <a:pt x="1" y="41"/>
                    <a:pt x="1" y="38"/>
                  </a:cubicBezTo>
                  <a:cubicBezTo>
                    <a:pt x="1" y="38"/>
                    <a:pt x="1" y="38"/>
                    <a:pt x="1" y="38"/>
                  </a:cubicBezTo>
                  <a:cubicBezTo>
                    <a:pt x="1" y="35"/>
                    <a:pt x="3" y="34"/>
                    <a:pt x="5" y="34"/>
                  </a:cubicBezTo>
                  <a:cubicBezTo>
                    <a:pt x="6" y="34"/>
                    <a:pt x="6" y="34"/>
                    <a:pt x="6" y="34"/>
                  </a:cubicBezTo>
                  <a:cubicBezTo>
                    <a:pt x="7" y="34"/>
                    <a:pt x="7" y="34"/>
                    <a:pt x="7" y="34"/>
                  </a:cubicBezTo>
                  <a:cubicBezTo>
                    <a:pt x="8" y="34"/>
                    <a:pt x="8" y="34"/>
                    <a:pt x="8" y="34"/>
                  </a:cubicBezTo>
                  <a:cubicBezTo>
                    <a:pt x="7" y="35"/>
                    <a:pt x="7" y="35"/>
                    <a:pt x="7" y="35"/>
                  </a:cubicBezTo>
                  <a:lnTo>
                    <a:pt x="6" y="35"/>
                  </a:lnTo>
                  <a:close/>
                  <a:moveTo>
                    <a:pt x="9" y="34"/>
                  </a:moveTo>
                  <a:cubicBezTo>
                    <a:pt x="9" y="34"/>
                    <a:pt x="9" y="34"/>
                    <a:pt x="9" y="34"/>
                  </a:cubicBezTo>
                  <a:cubicBezTo>
                    <a:pt x="9" y="34"/>
                    <a:pt x="9" y="34"/>
                    <a:pt x="9" y="34"/>
                  </a:cubicBezTo>
                  <a:cubicBezTo>
                    <a:pt x="9" y="34"/>
                    <a:pt x="9" y="34"/>
                    <a:pt x="9" y="34"/>
                  </a:cubicBezTo>
                  <a:cubicBezTo>
                    <a:pt x="9" y="35"/>
                    <a:pt x="9" y="35"/>
                    <a:pt x="9" y="35"/>
                  </a:cubicBezTo>
                  <a:cubicBezTo>
                    <a:pt x="10" y="35"/>
                    <a:pt x="10" y="35"/>
                    <a:pt x="10" y="35"/>
                  </a:cubicBezTo>
                  <a:cubicBezTo>
                    <a:pt x="8" y="37"/>
                    <a:pt x="8" y="37"/>
                    <a:pt x="8" y="37"/>
                  </a:cubicBezTo>
                  <a:lnTo>
                    <a:pt x="9" y="34"/>
                  </a:lnTo>
                  <a:close/>
                  <a:moveTo>
                    <a:pt x="8" y="37"/>
                  </a:moveTo>
                  <a:cubicBezTo>
                    <a:pt x="9" y="37"/>
                    <a:pt x="10" y="36"/>
                    <a:pt x="11" y="35"/>
                  </a:cubicBezTo>
                  <a:cubicBezTo>
                    <a:pt x="11" y="36"/>
                    <a:pt x="11" y="36"/>
                    <a:pt x="11" y="36"/>
                  </a:cubicBezTo>
                  <a:cubicBezTo>
                    <a:pt x="11" y="36"/>
                    <a:pt x="11" y="36"/>
                    <a:pt x="11" y="36"/>
                  </a:cubicBezTo>
                  <a:cubicBezTo>
                    <a:pt x="11" y="38"/>
                    <a:pt x="11" y="38"/>
                    <a:pt x="11" y="38"/>
                  </a:cubicBezTo>
                  <a:cubicBezTo>
                    <a:pt x="10" y="38"/>
                    <a:pt x="9" y="37"/>
                    <a:pt x="8" y="37"/>
                  </a:cubicBezTo>
                  <a:moveTo>
                    <a:pt x="27" y="57"/>
                  </a:moveTo>
                  <a:cubicBezTo>
                    <a:pt x="29" y="57"/>
                    <a:pt x="31" y="57"/>
                    <a:pt x="31" y="61"/>
                  </a:cubicBezTo>
                  <a:cubicBezTo>
                    <a:pt x="30" y="63"/>
                    <a:pt x="30" y="63"/>
                    <a:pt x="30" y="63"/>
                  </a:cubicBezTo>
                  <a:cubicBezTo>
                    <a:pt x="30" y="63"/>
                    <a:pt x="30" y="63"/>
                    <a:pt x="30" y="63"/>
                  </a:cubicBezTo>
                  <a:cubicBezTo>
                    <a:pt x="30" y="64"/>
                    <a:pt x="30" y="64"/>
                    <a:pt x="30" y="64"/>
                  </a:cubicBezTo>
                  <a:cubicBezTo>
                    <a:pt x="30" y="64"/>
                    <a:pt x="30" y="64"/>
                    <a:pt x="30" y="64"/>
                  </a:cubicBezTo>
                  <a:cubicBezTo>
                    <a:pt x="30" y="65"/>
                    <a:pt x="30" y="65"/>
                    <a:pt x="30" y="65"/>
                  </a:cubicBezTo>
                  <a:cubicBezTo>
                    <a:pt x="29" y="66"/>
                    <a:pt x="27" y="68"/>
                    <a:pt x="25" y="69"/>
                  </a:cubicBezTo>
                  <a:cubicBezTo>
                    <a:pt x="25" y="70"/>
                    <a:pt x="25" y="70"/>
                    <a:pt x="25" y="70"/>
                  </a:cubicBezTo>
                  <a:cubicBezTo>
                    <a:pt x="25" y="71"/>
                    <a:pt x="26" y="72"/>
                    <a:pt x="26" y="73"/>
                  </a:cubicBezTo>
                  <a:cubicBezTo>
                    <a:pt x="27" y="74"/>
                    <a:pt x="28" y="76"/>
                    <a:pt x="29" y="77"/>
                  </a:cubicBezTo>
                  <a:cubicBezTo>
                    <a:pt x="30" y="78"/>
                    <a:pt x="30" y="78"/>
                    <a:pt x="30" y="78"/>
                  </a:cubicBezTo>
                  <a:cubicBezTo>
                    <a:pt x="30" y="78"/>
                    <a:pt x="30" y="78"/>
                    <a:pt x="30" y="78"/>
                  </a:cubicBezTo>
                  <a:cubicBezTo>
                    <a:pt x="30" y="78"/>
                    <a:pt x="30" y="78"/>
                    <a:pt x="30" y="78"/>
                  </a:cubicBezTo>
                  <a:cubicBezTo>
                    <a:pt x="30" y="80"/>
                    <a:pt x="30" y="80"/>
                    <a:pt x="30" y="80"/>
                  </a:cubicBezTo>
                  <a:cubicBezTo>
                    <a:pt x="30" y="80"/>
                    <a:pt x="30" y="80"/>
                    <a:pt x="30" y="80"/>
                  </a:cubicBezTo>
                  <a:cubicBezTo>
                    <a:pt x="31" y="79"/>
                    <a:pt x="31" y="79"/>
                    <a:pt x="31" y="79"/>
                  </a:cubicBezTo>
                  <a:cubicBezTo>
                    <a:pt x="31" y="78"/>
                    <a:pt x="31" y="78"/>
                    <a:pt x="31" y="78"/>
                  </a:cubicBezTo>
                  <a:cubicBezTo>
                    <a:pt x="31" y="78"/>
                    <a:pt x="31" y="78"/>
                    <a:pt x="31" y="78"/>
                  </a:cubicBezTo>
                  <a:cubicBezTo>
                    <a:pt x="31" y="78"/>
                    <a:pt x="31" y="78"/>
                    <a:pt x="31" y="78"/>
                  </a:cubicBezTo>
                  <a:cubicBezTo>
                    <a:pt x="32" y="77"/>
                    <a:pt x="32" y="77"/>
                    <a:pt x="32" y="77"/>
                  </a:cubicBezTo>
                  <a:cubicBezTo>
                    <a:pt x="33" y="76"/>
                    <a:pt x="33" y="76"/>
                    <a:pt x="33" y="76"/>
                  </a:cubicBezTo>
                  <a:cubicBezTo>
                    <a:pt x="33" y="76"/>
                    <a:pt x="33" y="76"/>
                    <a:pt x="33" y="76"/>
                  </a:cubicBezTo>
                  <a:cubicBezTo>
                    <a:pt x="34" y="76"/>
                    <a:pt x="34" y="76"/>
                    <a:pt x="34" y="76"/>
                  </a:cubicBezTo>
                  <a:cubicBezTo>
                    <a:pt x="34" y="76"/>
                    <a:pt x="34" y="76"/>
                    <a:pt x="34" y="76"/>
                  </a:cubicBezTo>
                  <a:cubicBezTo>
                    <a:pt x="35" y="76"/>
                    <a:pt x="35" y="76"/>
                    <a:pt x="35" y="76"/>
                  </a:cubicBezTo>
                  <a:cubicBezTo>
                    <a:pt x="33" y="75"/>
                    <a:pt x="33" y="75"/>
                    <a:pt x="33" y="75"/>
                  </a:cubicBezTo>
                  <a:cubicBezTo>
                    <a:pt x="33" y="75"/>
                    <a:pt x="33" y="75"/>
                    <a:pt x="33" y="75"/>
                  </a:cubicBezTo>
                  <a:cubicBezTo>
                    <a:pt x="32" y="76"/>
                    <a:pt x="32" y="76"/>
                    <a:pt x="32" y="76"/>
                  </a:cubicBezTo>
                  <a:cubicBezTo>
                    <a:pt x="31" y="77"/>
                    <a:pt x="31" y="77"/>
                    <a:pt x="31" y="77"/>
                  </a:cubicBezTo>
                  <a:cubicBezTo>
                    <a:pt x="32" y="75"/>
                    <a:pt x="32" y="75"/>
                    <a:pt x="32" y="75"/>
                  </a:cubicBezTo>
                  <a:cubicBezTo>
                    <a:pt x="33" y="74"/>
                    <a:pt x="33" y="74"/>
                    <a:pt x="33" y="74"/>
                  </a:cubicBezTo>
                  <a:cubicBezTo>
                    <a:pt x="33" y="74"/>
                    <a:pt x="33" y="74"/>
                    <a:pt x="33" y="74"/>
                  </a:cubicBezTo>
                  <a:cubicBezTo>
                    <a:pt x="34" y="74"/>
                    <a:pt x="34" y="74"/>
                    <a:pt x="34" y="74"/>
                  </a:cubicBezTo>
                  <a:cubicBezTo>
                    <a:pt x="35" y="75"/>
                    <a:pt x="35" y="75"/>
                    <a:pt x="35" y="75"/>
                  </a:cubicBezTo>
                  <a:cubicBezTo>
                    <a:pt x="35" y="74"/>
                    <a:pt x="35" y="74"/>
                    <a:pt x="35" y="74"/>
                  </a:cubicBezTo>
                  <a:cubicBezTo>
                    <a:pt x="34" y="74"/>
                    <a:pt x="34" y="74"/>
                    <a:pt x="34" y="74"/>
                  </a:cubicBezTo>
                  <a:cubicBezTo>
                    <a:pt x="34" y="74"/>
                    <a:pt x="34" y="74"/>
                    <a:pt x="34" y="74"/>
                  </a:cubicBezTo>
                  <a:cubicBezTo>
                    <a:pt x="34" y="73"/>
                    <a:pt x="34" y="73"/>
                    <a:pt x="34" y="73"/>
                  </a:cubicBezTo>
                  <a:cubicBezTo>
                    <a:pt x="35" y="73"/>
                    <a:pt x="35" y="73"/>
                    <a:pt x="35" y="73"/>
                  </a:cubicBezTo>
                  <a:cubicBezTo>
                    <a:pt x="35" y="75"/>
                    <a:pt x="35" y="75"/>
                    <a:pt x="35" y="75"/>
                  </a:cubicBezTo>
                  <a:cubicBezTo>
                    <a:pt x="34" y="79"/>
                    <a:pt x="34" y="79"/>
                    <a:pt x="34" y="79"/>
                  </a:cubicBezTo>
                  <a:cubicBezTo>
                    <a:pt x="33" y="80"/>
                    <a:pt x="31" y="82"/>
                    <a:pt x="31" y="82"/>
                  </a:cubicBezTo>
                  <a:cubicBezTo>
                    <a:pt x="29" y="82"/>
                    <a:pt x="29" y="82"/>
                    <a:pt x="28" y="81"/>
                  </a:cubicBezTo>
                  <a:cubicBezTo>
                    <a:pt x="28" y="80"/>
                    <a:pt x="27" y="78"/>
                    <a:pt x="27" y="78"/>
                  </a:cubicBezTo>
                  <a:cubicBezTo>
                    <a:pt x="27" y="78"/>
                    <a:pt x="27" y="78"/>
                    <a:pt x="27" y="78"/>
                  </a:cubicBezTo>
                  <a:cubicBezTo>
                    <a:pt x="27" y="78"/>
                    <a:pt x="27" y="78"/>
                    <a:pt x="27" y="78"/>
                  </a:cubicBezTo>
                  <a:cubicBezTo>
                    <a:pt x="26" y="78"/>
                    <a:pt x="26" y="78"/>
                    <a:pt x="26" y="78"/>
                  </a:cubicBezTo>
                  <a:cubicBezTo>
                    <a:pt x="24" y="76"/>
                    <a:pt x="24" y="76"/>
                    <a:pt x="24" y="76"/>
                  </a:cubicBezTo>
                  <a:cubicBezTo>
                    <a:pt x="24" y="75"/>
                    <a:pt x="23" y="75"/>
                    <a:pt x="22" y="74"/>
                  </a:cubicBezTo>
                  <a:cubicBezTo>
                    <a:pt x="21" y="73"/>
                    <a:pt x="21" y="73"/>
                    <a:pt x="21" y="73"/>
                  </a:cubicBezTo>
                  <a:cubicBezTo>
                    <a:pt x="21" y="72"/>
                    <a:pt x="21" y="72"/>
                    <a:pt x="21" y="72"/>
                  </a:cubicBezTo>
                  <a:cubicBezTo>
                    <a:pt x="21" y="72"/>
                    <a:pt x="21" y="72"/>
                    <a:pt x="21" y="72"/>
                  </a:cubicBezTo>
                  <a:cubicBezTo>
                    <a:pt x="22" y="69"/>
                    <a:pt x="22" y="69"/>
                    <a:pt x="22" y="69"/>
                  </a:cubicBezTo>
                  <a:cubicBezTo>
                    <a:pt x="22" y="68"/>
                    <a:pt x="22" y="68"/>
                    <a:pt x="22" y="68"/>
                  </a:cubicBezTo>
                  <a:cubicBezTo>
                    <a:pt x="22" y="68"/>
                    <a:pt x="22" y="68"/>
                    <a:pt x="22" y="68"/>
                  </a:cubicBezTo>
                  <a:cubicBezTo>
                    <a:pt x="22" y="67"/>
                    <a:pt x="22" y="67"/>
                    <a:pt x="22" y="67"/>
                  </a:cubicBezTo>
                  <a:cubicBezTo>
                    <a:pt x="22" y="65"/>
                    <a:pt x="23" y="64"/>
                    <a:pt x="23" y="63"/>
                  </a:cubicBezTo>
                  <a:cubicBezTo>
                    <a:pt x="23" y="62"/>
                    <a:pt x="25" y="62"/>
                    <a:pt x="25" y="62"/>
                  </a:cubicBezTo>
                  <a:cubicBezTo>
                    <a:pt x="25" y="61"/>
                    <a:pt x="25" y="61"/>
                    <a:pt x="25" y="61"/>
                  </a:cubicBezTo>
                  <a:cubicBezTo>
                    <a:pt x="24" y="61"/>
                    <a:pt x="24" y="61"/>
                    <a:pt x="24" y="61"/>
                  </a:cubicBezTo>
                  <a:cubicBezTo>
                    <a:pt x="24" y="62"/>
                    <a:pt x="24" y="62"/>
                    <a:pt x="24" y="62"/>
                  </a:cubicBezTo>
                  <a:cubicBezTo>
                    <a:pt x="23" y="63"/>
                    <a:pt x="23" y="63"/>
                    <a:pt x="23" y="63"/>
                  </a:cubicBezTo>
                  <a:cubicBezTo>
                    <a:pt x="22" y="64"/>
                    <a:pt x="22" y="65"/>
                    <a:pt x="22" y="67"/>
                  </a:cubicBezTo>
                  <a:cubicBezTo>
                    <a:pt x="20" y="68"/>
                    <a:pt x="20" y="68"/>
                    <a:pt x="20" y="68"/>
                  </a:cubicBezTo>
                  <a:cubicBezTo>
                    <a:pt x="19" y="69"/>
                    <a:pt x="19" y="69"/>
                    <a:pt x="19" y="69"/>
                  </a:cubicBezTo>
                  <a:cubicBezTo>
                    <a:pt x="20" y="67"/>
                    <a:pt x="20" y="65"/>
                    <a:pt x="20" y="64"/>
                  </a:cubicBezTo>
                  <a:cubicBezTo>
                    <a:pt x="20" y="64"/>
                    <a:pt x="20" y="64"/>
                    <a:pt x="20" y="64"/>
                  </a:cubicBezTo>
                  <a:cubicBezTo>
                    <a:pt x="20" y="62"/>
                    <a:pt x="20" y="62"/>
                    <a:pt x="20" y="62"/>
                  </a:cubicBezTo>
                  <a:cubicBezTo>
                    <a:pt x="20" y="62"/>
                    <a:pt x="20" y="62"/>
                    <a:pt x="20" y="62"/>
                  </a:cubicBezTo>
                  <a:cubicBezTo>
                    <a:pt x="20" y="62"/>
                    <a:pt x="21" y="61"/>
                    <a:pt x="21" y="61"/>
                  </a:cubicBezTo>
                  <a:cubicBezTo>
                    <a:pt x="23" y="60"/>
                    <a:pt x="23" y="60"/>
                    <a:pt x="23" y="60"/>
                  </a:cubicBezTo>
                  <a:cubicBezTo>
                    <a:pt x="23" y="60"/>
                    <a:pt x="23" y="60"/>
                    <a:pt x="23" y="60"/>
                  </a:cubicBezTo>
                  <a:cubicBezTo>
                    <a:pt x="23" y="60"/>
                    <a:pt x="23" y="60"/>
                    <a:pt x="23" y="60"/>
                  </a:cubicBezTo>
                  <a:cubicBezTo>
                    <a:pt x="24" y="59"/>
                    <a:pt x="24" y="59"/>
                    <a:pt x="24" y="59"/>
                  </a:cubicBezTo>
                  <a:cubicBezTo>
                    <a:pt x="24" y="57"/>
                    <a:pt x="24" y="57"/>
                    <a:pt x="24" y="57"/>
                  </a:cubicBezTo>
                  <a:cubicBezTo>
                    <a:pt x="25" y="57"/>
                    <a:pt x="26" y="57"/>
                    <a:pt x="27" y="57"/>
                  </a:cubicBezTo>
                  <a:moveTo>
                    <a:pt x="28" y="52"/>
                  </a:moveTo>
                  <a:cubicBezTo>
                    <a:pt x="28" y="52"/>
                    <a:pt x="28" y="52"/>
                    <a:pt x="28" y="52"/>
                  </a:cubicBezTo>
                  <a:cubicBezTo>
                    <a:pt x="28" y="53"/>
                    <a:pt x="25" y="54"/>
                    <a:pt x="25" y="55"/>
                  </a:cubicBezTo>
                  <a:cubicBezTo>
                    <a:pt x="24" y="57"/>
                    <a:pt x="24" y="57"/>
                    <a:pt x="24" y="57"/>
                  </a:cubicBezTo>
                  <a:cubicBezTo>
                    <a:pt x="24" y="57"/>
                    <a:pt x="24" y="57"/>
                    <a:pt x="24" y="57"/>
                  </a:cubicBezTo>
                  <a:cubicBezTo>
                    <a:pt x="24" y="57"/>
                    <a:pt x="24" y="57"/>
                    <a:pt x="24" y="57"/>
                  </a:cubicBezTo>
                  <a:cubicBezTo>
                    <a:pt x="24" y="57"/>
                    <a:pt x="24" y="57"/>
                    <a:pt x="24" y="57"/>
                  </a:cubicBezTo>
                  <a:cubicBezTo>
                    <a:pt x="24" y="57"/>
                    <a:pt x="24" y="57"/>
                    <a:pt x="24" y="57"/>
                  </a:cubicBezTo>
                  <a:cubicBezTo>
                    <a:pt x="23" y="59"/>
                    <a:pt x="23" y="59"/>
                    <a:pt x="23" y="59"/>
                  </a:cubicBezTo>
                  <a:cubicBezTo>
                    <a:pt x="23" y="59"/>
                    <a:pt x="23" y="59"/>
                    <a:pt x="23" y="59"/>
                  </a:cubicBezTo>
                  <a:cubicBezTo>
                    <a:pt x="21" y="60"/>
                    <a:pt x="21" y="60"/>
                    <a:pt x="21" y="60"/>
                  </a:cubicBezTo>
                  <a:cubicBezTo>
                    <a:pt x="19" y="62"/>
                    <a:pt x="19" y="62"/>
                    <a:pt x="19" y="62"/>
                  </a:cubicBezTo>
                  <a:cubicBezTo>
                    <a:pt x="19" y="61"/>
                    <a:pt x="18" y="60"/>
                    <a:pt x="18" y="60"/>
                  </a:cubicBezTo>
                  <a:cubicBezTo>
                    <a:pt x="18" y="59"/>
                    <a:pt x="18" y="59"/>
                    <a:pt x="18" y="59"/>
                  </a:cubicBezTo>
                  <a:cubicBezTo>
                    <a:pt x="19" y="57"/>
                    <a:pt x="19" y="57"/>
                    <a:pt x="19" y="57"/>
                  </a:cubicBezTo>
                  <a:cubicBezTo>
                    <a:pt x="18" y="57"/>
                    <a:pt x="18" y="57"/>
                    <a:pt x="18" y="57"/>
                  </a:cubicBezTo>
                  <a:cubicBezTo>
                    <a:pt x="18" y="57"/>
                    <a:pt x="18" y="58"/>
                    <a:pt x="18" y="59"/>
                  </a:cubicBezTo>
                  <a:cubicBezTo>
                    <a:pt x="18" y="60"/>
                    <a:pt x="18" y="60"/>
                    <a:pt x="18" y="60"/>
                  </a:cubicBezTo>
                  <a:cubicBezTo>
                    <a:pt x="18" y="60"/>
                    <a:pt x="19" y="61"/>
                    <a:pt x="19" y="62"/>
                  </a:cubicBezTo>
                  <a:cubicBezTo>
                    <a:pt x="19" y="63"/>
                    <a:pt x="19" y="63"/>
                    <a:pt x="19" y="63"/>
                  </a:cubicBezTo>
                  <a:cubicBezTo>
                    <a:pt x="19" y="63"/>
                    <a:pt x="19" y="63"/>
                    <a:pt x="19" y="63"/>
                  </a:cubicBezTo>
                  <a:cubicBezTo>
                    <a:pt x="19" y="64"/>
                    <a:pt x="19" y="64"/>
                    <a:pt x="19" y="64"/>
                  </a:cubicBezTo>
                  <a:cubicBezTo>
                    <a:pt x="19" y="64"/>
                    <a:pt x="19" y="64"/>
                    <a:pt x="19" y="64"/>
                  </a:cubicBezTo>
                  <a:cubicBezTo>
                    <a:pt x="19" y="66"/>
                    <a:pt x="19" y="68"/>
                    <a:pt x="18" y="70"/>
                  </a:cubicBezTo>
                  <a:cubicBezTo>
                    <a:pt x="17" y="71"/>
                    <a:pt x="17" y="71"/>
                    <a:pt x="17" y="71"/>
                  </a:cubicBezTo>
                  <a:cubicBezTo>
                    <a:pt x="17" y="71"/>
                    <a:pt x="17" y="71"/>
                    <a:pt x="17" y="71"/>
                  </a:cubicBezTo>
                  <a:cubicBezTo>
                    <a:pt x="17" y="71"/>
                    <a:pt x="17" y="71"/>
                    <a:pt x="17" y="71"/>
                  </a:cubicBezTo>
                  <a:cubicBezTo>
                    <a:pt x="16" y="74"/>
                    <a:pt x="16" y="74"/>
                    <a:pt x="16" y="74"/>
                  </a:cubicBezTo>
                  <a:cubicBezTo>
                    <a:pt x="16" y="74"/>
                    <a:pt x="15" y="77"/>
                    <a:pt x="14" y="78"/>
                  </a:cubicBezTo>
                  <a:cubicBezTo>
                    <a:pt x="12" y="79"/>
                    <a:pt x="12" y="80"/>
                    <a:pt x="12" y="81"/>
                  </a:cubicBezTo>
                  <a:cubicBezTo>
                    <a:pt x="12" y="82"/>
                    <a:pt x="12" y="83"/>
                    <a:pt x="11" y="83"/>
                  </a:cubicBezTo>
                  <a:cubicBezTo>
                    <a:pt x="11" y="85"/>
                    <a:pt x="10" y="85"/>
                    <a:pt x="10" y="86"/>
                  </a:cubicBezTo>
                  <a:cubicBezTo>
                    <a:pt x="10" y="87"/>
                    <a:pt x="10" y="87"/>
                    <a:pt x="10" y="87"/>
                  </a:cubicBezTo>
                  <a:cubicBezTo>
                    <a:pt x="10" y="88"/>
                    <a:pt x="10" y="88"/>
                    <a:pt x="10" y="89"/>
                  </a:cubicBezTo>
                  <a:cubicBezTo>
                    <a:pt x="9" y="90"/>
                    <a:pt x="9" y="91"/>
                    <a:pt x="9" y="92"/>
                  </a:cubicBezTo>
                  <a:cubicBezTo>
                    <a:pt x="9" y="93"/>
                    <a:pt x="9" y="93"/>
                    <a:pt x="9" y="93"/>
                  </a:cubicBezTo>
                  <a:cubicBezTo>
                    <a:pt x="9" y="94"/>
                    <a:pt x="9" y="96"/>
                    <a:pt x="11" y="96"/>
                  </a:cubicBezTo>
                  <a:cubicBezTo>
                    <a:pt x="11" y="96"/>
                    <a:pt x="11" y="96"/>
                    <a:pt x="11" y="96"/>
                  </a:cubicBezTo>
                  <a:cubicBezTo>
                    <a:pt x="13" y="96"/>
                    <a:pt x="13" y="96"/>
                    <a:pt x="13" y="96"/>
                  </a:cubicBezTo>
                  <a:cubicBezTo>
                    <a:pt x="13" y="96"/>
                    <a:pt x="13" y="96"/>
                    <a:pt x="13" y="96"/>
                  </a:cubicBezTo>
                  <a:cubicBezTo>
                    <a:pt x="14" y="97"/>
                    <a:pt x="14" y="97"/>
                    <a:pt x="14" y="97"/>
                  </a:cubicBezTo>
                  <a:cubicBezTo>
                    <a:pt x="15" y="98"/>
                    <a:pt x="15" y="98"/>
                    <a:pt x="15" y="98"/>
                  </a:cubicBezTo>
                  <a:cubicBezTo>
                    <a:pt x="15" y="98"/>
                    <a:pt x="15" y="98"/>
                    <a:pt x="15" y="98"/>
                  </a:cubicBezTo>
                  <a:cubicBezTo>
                    <a:pt x="15" y="98"/>
                    <a:pt x="15" y="98"/>
                    <a:pt x="15" y="98"/>
                  </a:cubicBezTo>
                  <a:cubicBezTo>
                    <a:pt x="15" y="98"/>
                    <a:pt x="15" y="98"/>
                    <a:pt x="15" y="98"/>
                  </a:cubicBezTo>
                  <a:cubicBezTo>
                    <a:pt x="15" y="97"/>
                    <a:pt x="15" y="97"/>
                    <a:pt x="15" y="97"/>
                  </a:cubicBezTo>
                  <a:cubicBezTo>
                    <a:pt x="13" y="96"/>
                    <a:pt x="13" y="96"/>
                    <a:pt x="13" y="96"/>
                  </a:cubicBezTo>
                  <a:cubicBezTo>
                    <a:pt x="13" y="96"/>
                    <a:pt x="13" y="96"/>
                    <a:pt x="13" y="96"/>
                  </a:cubicBezTo>
                  <a:cubicBezTo>
                    <a:pt x="14" y="96"/>
                    <a:pt x="14" y="96"/>
                    <a:pt x="14" y="96"/>
                  </a:cubicBezTo>
                  <a:cubicBezTo>
                    <a:pt x="15" y="96"/>
                    <a:pt x="15" y="96"/>
                    <a:pt x="15" y="96"/>
                  </a:cubicBezTo>
                  <a:cubicBezTo>
                    <a:pt x="16" y="96"/>
                    <a:pt x="16" y="96"/>
                    <a:pt x="16" y="96"/>
                  </a:cubicBezTo>
                  <a:cubicBezTo>
                    <a:pt x="17" y="97"/>
                    <a:pt x="17" y="97"/>
                    <a:pt x="17" y="97"/>
                  </a:cubicBezTo>
                  <a:cubicBezTo>
                    <a:pt x="17" y="97"/>
                    <a:pt x="17" y="97"/>
                    <a:pt x="17" y="97"/>
                  </a:cubicBezTo>
                  <a:cubicBezTo>
                    <a:pt x="17" y="96"/>
                    <a:pt x="17" y="96"/>
                    <a:pt x="17" y="96"/>
                  </a:cubicBezTo>
                  <a:cubicBezTo>
                    <a:pt x="18" y="97"/>
                    <a:pt x="18" y="97"/>
                    <a:pt x="18" y="97"/>
                  </a:cubicBezTo>
                  <a:cubicBezTo>
                    <a:pt x="18" y="97"/>
                    <a:pt x="18" y="97"/>
                    <a:pt x="18" y="97"/>
                  </a:cubicBezTo>
                  <a:cubicBezTo>
                    <a:pt x="17" y="98"/>
                    <a:pt x="17" y="98"/>
                    <a:pt x="17" y="98"/>
                  </a:cubicBezTo>
                  <a:cubicBezTo>
                    <a:pt x="16" y="99"/>
                    <a:pt x="14" y="99"/>
                    <a:pt x="13" y="100"/>
                  </a:cubicBezTo>
                  <a:cubicBezTo>
                    <a:pt x="12" y="100"/>
                    <a:pt x="11" y="100"/>
                    <a:pt x="10" y="100"/>
                  </a:cubicBezTo>
                  <a:cubicBezTo>
                    <a:pt x="9" y="100"/>
                    <a:pt x="9" y="100"/>
                    <a:pt x="9" y="100"/>
                  </a:cubicBezTo>
                  <a:cubicBezTo>
                    <a:pt x="7" y="98"/>
                    <a:pt x="7" y="98"/>
                    <a:pt x="7" y="98"/>
                  </a:cubicBezTo>
                  <a:cubicBezTo>
                    <a:pt x="7" y="95"/>
                    <a:pt x="7" y="95"/>
                    <a:pt x="7" y="95"/>
                  </a:cubicBezTo>
                  <a:cubicBezTo>
                    <a:pt x="6" y="93"/>
                    <a:pt x="6" y="93"/>
                    <a:pt x="6" y="93"/>
                  </a:cubicBezTo>
                  <a:cubicBezTo>
                    <a:pt x="7" y="88"/>
                    <a:pt x="7" y="88"/>
                    <a:pt x="7" y="88"/>
                  </a:cubicBezTo>
                  <a:cubicBezTo>
                    <a:pt x="7" y="88"/>
                    <a:pt x="7" y="87"/>
                    <a:pt x="7" y="86"/>
                  </a:cubicBezTo>
                  <a:cubicBezTo>
                    <a:pt x="7" y="84"/>
                    <a:pt x="7" y="83"/>
                    <a:pt x="7" y="82"/>
                  </a:cubicBezTo>
                  <a:cubicBezTo>
                    <a:pt x="8" y="79"/>
                    <a:pt x="8" y="79"/>
                    <a:pt x="8" y="79"/>
                  </a:cubicBezTo>
                  <a:cubicBezTo>
                    <a:pt x="9" y="77"/>
                    <a:pt x="9" y="77"/>
                    <a:pt x="9" y="77"/>
                  </a:cubicBezTo>
                  <a:cubicBezTo>
                    <a:pt x="9" y="78"/>
                    <a:pt x="9" y="78"/>
                    <a:pt x="9" y="78"/>
                  </a:cubicBezTo>
                  <a:cubicBezTo>
                    <a:pt x="10" y="77"/>
                    <a:pt x="10" y="77"/>
                    <a:pt x="10" y="77"/>
                  </a:cubicBezTo>
                  <a:cubicBezTo>
                    <a:pt x="11" y="75"/>
                    <a:pt x="11" y="75"/>
                    <a:pt x="11" y="75"/>
                  </a:cubicBezTo>
                  <a:cubicBezTo>
                    <a:pt x="11" y="75"/>
                    <a:pt x="11" y="75"/>
                    <a:pt x="11" y="75"/>
                  </a:cubicBezTo>
                  <a:cubicBezTo>
                    <a:pt x="11" y="74"/>
                    <a:pt x="10" y="73"/>
                    <a:pt x="9" y="72"/>
                  </a:cubicBezTo>
                  <a:cubicBezTo>
                    <a:pt x="9" y="70"/>
                    <a:pt x="8" y="67"/>
                    <a:pt x="7" y="66"/>
                  </a:cubicBezTo>
                  <a:cubicBezTo>
                    <a:pt x="7" y="66"/>
                    <a:pt x="7" y="66"/>
                    <a:pt x="7" y="66"/>
                  </a:cubicBezTo>
                  <a:cubicBezTo>
                    <a:pt x="7" y="65"/>
                    <a:pt x="9" y="62"/>
                    <a:pt x="9" y="62"/>
                  </a:cubicBezTo>
                  <a:cubicBezTo>
                    <a:pt x="8" y="62"/>
                    <a:pt x="8" y="62"/>
                    <a:pt x="8" y="62"/>
                  </a:cubicBezTo>
                  <a:cubicBezTo>
                    <a:pt x="8" y="62"/>
                    <a:pt x="7" y="64"/>
                    <a:pt x="7" y="66"/>
                  </a:cubicBezTo>
                  <a:cubicBezTo>
                    <a:pt x="7" y="66"/>
                    <a:pt x="7" y="66"/>
                    <a:pt x="7" y="66"/>
                  </a:cubicBezTo>
                  <a:cubicBezTo>
                    <a:pt x="7" y="67"/>
                    <a:pt x="8" y="71"/>
                    <a:pt x="9" y="72"/>
                  </a:cubicBezTo>
                  <a:cubicBezTo>
                    <a:pt x="10" y="73"/>
                    <a:pt x="10" y="75"/>
                    <a:pt x="10" y="75"/>
                  </a:cubicBezTo>
                  <a:cubicBezTo>
                    <a:pt x="10" y="75"/>
                    <a:pt x="10" y="75"/>
                    <a:pt x="10" y="75"/>
                  </a:cubicBezTo>
                  <a:cubicBezTo>
                    <a:pt x="9" y="77"/>
                    <a:pt x="9" y="77"/>
                    <a:pt x="9" y="77"/>
                  </a:cubicBezTo>
                  <a:cubicBezTo>
                    <a:pt x="9" y="77"/>
                    <a:pt x="9" y="77"/>
                    <a:pt x="9" y="77"/>
                  </a:cubicBezTo>
                  <a:cubicBezTo>
                    <a:pt x="9" y="77"/>
                    <a:pt x="9" y="77"/>
                    <a:pt x="9" y="77"/>
                  </a:cubicBezTo>
                  <a:cubicBezTo>
                    <a:pt x="8" y="76"/>
                    <a:pt x="8" y="76"/>
                    <a:pt x="8" y="76"/>
                  </a:cubicBezTo>
                  <a:cubicBezTo>
                    <a:pt x="8" y="76"/>
                    <a:pt x="8" y="76"/>
                    <a:pt x="8" y="76"/>
                  </a:cubicBezTo>
                  <a:cubicBezTo>
                    <a:pt x="9" y="75"/>
                    <a:pt x="9" y="75"/>
                    <a:pt x="9" y="75"/>
                  </a:cubicBezTo>
                  <a:cubicBezTo>
                    <a:pt x="10" y="74"/>
                    <a:pt x="10" y="74"/>
                    <a:pt x="10" y="74"/>
                  </a:cubicBezTo>
                  <a:cubicBezTo>
                    <a:pt x="7" y="74"/>
                    <a:pt x="7" y="74"/>
                    <a:pt x="7" y="74"/>
                  </a:cubicBezTo>
                  <a:cubicBezTo>
                    <a:pt x="8" y="73"/>
                    <a:pt x="8" y="73"/>
                    <a:pt x="8" y="73"/>
                  </a:cubicBezTo>
                  <a:cubicBezTo>
                    <a:pt x="8" y="72"/>
                    <a:pt x="8" y="72"/>
                    <a:pt x="8" y="72"/>
                  </a:cubicBezTo>
                  <a:cubicBezTo>
                    <a:pt x="7" y="72"/>
                    <a:pt x="7" y="72"/>
                    <a:pt x="7" y="72"/>
                  </a:cubicBezTo>
                  <a:cubicBezTo>
                    <a:pt x="7" y="71"/>
                    <a:pt x="7" y="71"/>
                    <a:pt x="7" y="71"/>
                  </a:cubicBezTo>
                  <a:cubicBezTo>
                    <a:pt x="7" y="71"/>
                    <a:pt x="7" y="71"/>
                    <a:pt x="7" y="71"/>
                  </a:cubicBezTo>
                  <a:cubicBezTo>
                    <a:pt x="6" y="71"/>
                    <a:pt x="6" y="71"/>
                    <a:pt x="6" y="71"/>
                  </a:cubicBezTo>
                  <a:cubicBezTo>
                    <a:pt x="6" y="70"/>
                    <a:pt x="6" y="70"/>
                    <a:pt x="6" y="70"/>
                  </a:cubicBezTo>
                  <a:cubicBezTo>
                    <a:pt x="7" y="69"/>
                    <a:pt x="7" y="69"/>
                    <a:pt x="7" y="69"/>
                  </a:cubicBezTo>
                  <a:cubicBezTo>
                    <a:pt x="5" y="70"/>
                    <a:pt x="5" y="70"/>
                    <a:pt x="5" y="70"/>
                  </a:cubicBezTo>
                  <a:cubicBezTo>
                    <a:pt x="6" y="68"/>
                    <a:pt x="6" y="68"/>
                    <a:pt x="6" y="68"/>
                  </a:cubicBezTo>
                  <a:cubicBezTo>
                    <a:pt x="6" y="68"/>
                    <a:pt x="6" y="68"/>
                    <a:pt x="6" y="68"/>
                  </a:cubicBezTo>
                  <a:cubicBezTo>
                    <a:pt x="5" y="68"/>
                    <a:pt x="5" y="68"/>
                    <a:pt x="5" y="68"/>
                  </a:cubicBezTo>
                  <a:cubicBezTo>
                    <a:pt x="6" y="66"/>
                    <a:pt x="6" y="66"/>
                    <a:pt x="6" y="66"/>
                  </a:cubicBezTo>
                  <a:cubicBezTo>
                    <a:pt x="6" y="66"/>
                    <a:pt x="6" y="66"/>
                    <a:pt x="6" y="66"/>
                  </a:cubicBezTo>
                  <a:cubicBezTo>
                    <a:pt x="6" y="65"/>
                    <a:pt x="6" y="65"/>
                    <a:pt x="6" y="65"/>
                  </a:cubicBezTo>
                  <a:cubicBezTo>
                    <a:pt x="6" y="65"/>
                    <a:pt x="2" y="62"/>
                    <a:pt x="2" y="59"/>
                  </a:cubicBezTo>
                  <a:cubicBezTo>
                    <a:pt x="2" y="55"/>
                    <a:pt x="9" y="48"/>
                    <a:pt x="9" y="41"/>
                  </a:cubicBezTo>
                  <a:cubicBezTo>
                    <a:pt x="9" y="41"/>
                    <a:pt x="9" y="41"/>
                    <a:pt x="9" y="41"/>
                  </a:cubicBezTo>
                  <a:cubicBezTo>
                    <a:pt x="9" y="40"/>
                    <a:pt x="9" y="39"/>
                    <a:pt x="9" y="38"/>
                  </a:cubicBezTo>
                  <a:cubicBezTo>
                    <a:pt x="11" y="38"/>
                    <a:pt x="11" y="38"/>
                    <a:pt x="11" y="38"/>
                  </a:cubicBezTo>
                  <a:cubicBezTo>
                    <a:pt x="10" y="40"/>
                    <a:pt x="10" y="42"/>
                    <a:pt x="10" y="42"/>
                  </a:cubicBezTo>
                  <a:cubicBezTo>
                    <a:pt x="10" y="43"/>
                    <a:pt x="10" y="43"/>
                    <a:pt x="10" y="43"/>
                  </a:cubicBezTo>
                  <a:cubicBezTo>
                    <a:pt x="10" y="43"/>
                    <a:pt x="10" y="43"/>
                    <a:pt x="10" y="43"/>
                  </a:cubicBezTo>
                  <a:cubicBezTo>
                    <a:pt x="10" y="43"/>
                    <a:pt x="10" y="43"/>
                    <a:pt x="10" y="43"/>
                  </a:cubicBezTo>
                  <a:cubicBezTo>
                    <a:pt x="10" y="43"/>
                    <a:pt x="10" y="43"/>
                    <a:pt x="10" y="43"/>
                  </a:cubicBezTo>
                  <a:cubicBezTo>
                    <a:pt x="10" y="43"/>
                    <a:pt x="10" y="43"/>
                    <a:pt x="10" y="43"/>
                  </a:cubicBezTo>
                  <a:cubicBezTo>
                    <a:pt x="11" y="43"/>
                    <a:pt x="11" y="43"/>
                    <a:pt x="11" y="43"/>
                  </a:cubicBezTo>
                  <a:cubicBezTo>
                    <a:pt x="11" y="44"/>
                    <a:pt x="11" y="44"/>
                    <a:pt x="11" y="44"/>
                  </a:cubicBezTo>
                  <a:cubicBezTo>
                    <a:pt x="9" y="51"/>
                    <a:pt x="4" y="53"/>
                    <a:pt x="4" y="58"/>
                  </a:cubicBezTo>
                  <a:cubicBezTo>
                    <a:pt x="4" y="59"/>
                    <a:pt x="4" y="59"/>
                    <a:pt x="4" y="59"/>
                  </a:cubicBezTo>
                  <a:cubicBezTo>
                    <a:pt x="4" y="59"/>
                    <a:pt x="5" y="62"/>
                    <a:pt x="6" y="62"/>
                  </a:cubicBezTo>
                  <a:cubicBezTo>
                    <a:pt x="7" y="62"/>
                    <a:pt x="7" y="62"/>
                    <a:pt x="7" y="62"/>
                  </a:cubicBezTo>
                  <a:cubicBezTo>
                    <a:pt x="7" y="62"/>
                    <a:pt x="7" y="62"/>
                    <a:pt x="7" y="62"/>
                  </a:cubicBezTo>
                  <a:cubicBezTo>
                    <a:pt x="8" y="61"/>
                    <a:pt x="8" y="61"/>
                    <a:pt x="8" y="61"/>
                  </a:cubicBezTo>
                  <a:cubicBezTo>
                    <a:pt x="9" y="60"/>
                    <a:pt x="9" y="60"/>
                    <a:pt x="9" y="60"/>
                  </a:cubicBezTo>
                  <a:cubicBezTo>
                    <a:pt x="9" y="58"/>
                    <a:pt x="10" y="57"/>
                    <a:pt x="11" y="56"/>
                  </a:cubicBezTo>
                  <a:cubicBezTo>
                    <a:pt x="13" y="54"/>
                    <a:pt x="15" y="52"/>
                    <a:pt x="16" y="50"/>
                  </a:cubicBezTo>
                  <a:cubicBezTo>
                    <a:pt x="17" y="49"/>
                    <a:pt x="17" y="48"/>
                    <a:pt x="17" y="47"/>
                  </a:cubicBezTo>
                  <a:cubicBezTo>
                    <a:pt x="17" y="46"/>
                    <a:pt x="17" y="46"/>
                    <a:pt x="17" y="46"/>
                  </a:cubicBezTo>
                  <a:cubicBezTo>
                    <a:pt x="18" y="46"/>
                    <a:pt x="19" y="45"/>
                    <a:pt x="19" y="45"/>
                  </a:cubicBezTo>
                  <a:cubicBezTo>
                    <a:pt x="19" y="47"/>
                    <a:pt x="19" y="49"/>
                    <a:pt x="19" y="49"/>
                  </a:cubicBezTo>
                  <a:cubicBezTo>
                    <a:pt x="19" y="49"/>
                    <a:pt x="19" y="49"/>
                    <a:pt x="19" y="49"/>
                  </a:cubicBezTo>
                  <a:cubicBezTo>
                    <a:pt x="19" y="49"/>
                    <a:pt x="19" y="49"/>
                    <a:pt x="19" y="49"/>
                  </a:cubicBezTo>
                  <a:cubicBezTo>
                    <a:pt x="22" y="49"/>
                    <a:pt x="24" y="46"/>
                    <a:pt x="25" y="46"/>
                  </a:cubicBezTo>
                  <a:cubicBezTo>
                    <a:pt x="25" y="46"/>
                    <a:pt x="25" y="46"/>
                    <a:pt x="25" y="46"/>
                  </a:cubicBezTo>
                  <a:cubicBezTo>
                    <a:pt x="27" y="49"/>
                    <a:pt x="27" y="49"/>
                    <a:pt x="27" y="49"/>
                  </a:cubicBezTo>
                  <a:cubicBezTo>
                    <a:pt x="28" y="51"/>
                    <a:pt x="28" y="51"/>
                    <a:pt x="28" y="51"/>
                  </a:cubicBezTo>
                  <a:cubicBezTo>
                    <a:pt x="28" y="51"/>
                    <a:pt x="28" y="51"/>
                    <a:pt x="28" y="51"/>
                  </a:cubicBezTo>
                  <a:cubicBezTo>
                    <a:pt x="28" y="51"/>
                    <a:pt x="28" y="51"/>
                    <a:pt x="28" y="51"/>
                  </a:cubicBezTo>
                  <a:lnTo>
                    <a:pt x="28" y="52"/>
                  </a:lnTo>
                  <a:close/>
                  <a:moveTo>
                    <a:pt x="39" y="62"/>
                  </a:moveTo>
                  <a:cubicBezTo>
                    <a:pt x="38" y="62"/>
                    <a:pt x="38" y="62"/>
                    <a:pt x="38" y="62"/>
                  </a:cubicBezTo>
                  <a:cubicBezTo>
                    <a:pt x="38" y="62"/>
                    <a:pt x="38" y="62"/>
                    <a:pt x="38" y="62"/>
                  </a:cubicBezTo>
                  <a:cubicBezTo>
                    <a:pt x="38" y="62"/>
                    <a:pt x="38" y="62"/>
                    <a:pt x="38" y="62"/>
                  </a:cubicBezTo>
                  <a:cubicBezTo>
                    <a:pt x="38" y="62"/>
                    <a:pt x="38" y="62"/>
                    <a:pt x="38" y="62"/>
                  </a:cubicBezTo>
                  <a:cubicBezTo>
                    <a:pt x="39" y="61"/>
                    <a:pt x="39" y="61"/>
                    <a:pt x="39" y="61"/>
                  </a:cubicBezTo>
                  <a:cubicBezTo>
                    <a:pt x="39" y="62"/>
                    <a:pt x="39" y="62"/>
                    <a:pt x="39" y="62"/>
                  </a:cubicBezTo>
                  <a:close/>
                  <a:moveTo>
                    <a:pt x="44" y="45"/>
                  </a:moveTo>
                  <a:cubicBezTo>
                    <a:pt x="44" y="46"/>
                    <a:pt x="44" y="46"/>
                    <a:pt x="44" y="46"/>
                  </a:cubicBezTo>
                  <a:cubicBezTo>
                    <a:pt x="44" y="46"/>
                    <a:pt x="44" y="46"/>
                    <a:pt x="44" y="46"/>
                  </a:cubicBezTo>
                  <a:cubicBezTo>
                    <a:pt x="44" y="46"/>
                    <a:pt x="44" y="46"/>
                    <a:pt x="44" y="46"/>
                  </a:cubicBezTo>
                  <a:cubicBezTo>
                    <a:pt x="43" y="45"/>
                    <a:pt x="43" y="45"/>
                    <a:pt x="43" y="45"/>
                  </a:cubicBezTo>
                  <a:lnTo>
                    <a:pt x="44" y="45"/>
                  </a:lnTo>
                  <a:close/>
                  <a:moveTo>
                    <a:pt x="40" y="48"/>
                  </a:moveTo>
                  <a:cubicBezTo>
                    <a:pt x="40" y="47"/>
                    <a:pt x="40" y="47"/>
                    <a:pt x="40" y="47"/>
                  </a:cubicBezTo>
                  <a:cubicBezTo>
                    <a:pt x="40" y="47"/>
                    <a:pt x="40" y="47"/>
                    <a:pt x="40" y="47"/>
                  </a:cubicBezTo>
                  <a:cubicBezTo>
                    <a:pt x="40" y="47"/>
                    <a:pt x="40" y="47"/>
                    <a:pt x="40" y="47"/>
                  </a:cubicBezTo>
                  <a:cubicBezTo>
                    <a:pt x="41" y="46"/>
                    <a:pt x="41" y="46"/>
                    <a:pt x="41" y="46"/>
                  </a:cubicBezTo>
                  <a:cubicBezTo>
                    <a:pt x="41" y="46"/>
                    <a:pt x="41" y="46"/>
                    <a:pt x="41" y="46"/>
                  </a:cubicBezTo>
                  <a:cubicBezTo>
                    <a:pt x="41" y="48"/>
                    <a:pt x="41" y="48"/>
                    <a:pt x="41" y="48"/>
                  </a:cubicBezTo>
                  <a:cubicBezTo>
                    <a:pt x="41" y="50"/>
                    <a:pt x="41" y="50"/>
                    <a:pt x="41" y="50"/>
                  </a:cubicBezTo>
                  <a:cubicBezTo>
                    <a:pt x="41" y="50"/>
                    <a:pt x="41" y="50"/>
                    <a:pt x="41" y="50"/>
                  </a:cubicBezTo>
                  <a:cubicBezTo>
                    <a:pt x="41" y="51"/>
                    <a:pt x="41" y="51"/>
                    <a:pt x="41" y="51"/>
                  </a:cubicBezTo>
                  <a:cubicBezTo>
                    <a:pt x="41" y="51"/>
                    <a:pt x="41" y="51"/>
                    <a:pt x="41" y="51"/>
                  </a:cubicBezTo>
                  <a:cubicBezTo>
                    <a:pt x="41" y="50"/>
                    <a:pt x="41" y="50"/>
                    <a:pt x="41" y="50"/>
                  </a:cubicBezTo>
                  <a:cubicBezTo>
                    <a:pt x="40" y="48"/>
                    <a:pt x="40" y="48"/>
                    <a:pt x="40" y="48"/>
                  </a:cubicBezTo>
                  <a:cubicBezTo>
                    <a:pt x="40" y="48"/>
                    <a:pt x="40" y="48"/>
                    <a:pt x="40" y="48"/>
                  </a:cubicBezTo>
                  <a:close/>
                  <a:moveTo>
                    <a:pt x="40" y="49"/>
                  </a:moveTo>
                  <a:cubicBezTo>
                    <a:pt x="40" y="49"/>
                    <a:pt x="40" y="49"/>
                    <a:pt x="40" y="49"/>
                  </a:cubicBezTo>
                  <a:cubicBezTo>
                    <a:pt x="40" y="49"/>
                    <a:pt x="40" y="49"/>
                    <a:pt x="40" y="49"/>
                  </a:cubicBezTo>
                  <a:cubicBezTo>
                    <a:pt x="40" y="48"/>
                    <a:pt x="40" y="48"/>
                    <a:pt x="40" y="48"/>
                  </a:cubicBezTo>
                  <a:cubicBezTo>
                    <a:pt x="40" y="48"/>
                    <a:pt x="40" y="48"/>
                    <a:pt x="40" y="48"/>
                  </a:cubicBezTo>
                  <a:cubicBezTo>
                    <a:pt x="40" y="48"/>
                    <a:pt x="40" y="48"/>
                    <a:pt x="40" y="48"/>
                  </a:cubicBezTo>
                  <a:cubicBezTo>
                    <a:pt x="40" y="50"/>
                    <a:pt x="40" y="50"/>
                    <a:pt x="40" y="50"/>
                  </a:cubicBezTo>
                  <a:cubicBezTo>
                    <a:pt x="40" y="50"/>
                    <a:pt x="40" y="50"/>
                    <a:pt x="40" y="50"/>
                  </a:cubicBezTo>
                  <a:cubicBezTo>
                    <a:pt x="40" y="50"/>
                    <a:pt x="40" y="50"/>
                    <a:pt x="40" y="50"/>
                  </a:cubicBezTo>
                  <a:lnTo>
                    <a:pt x="40" y="49"/>
                  </a:lnTo>
                  <a:close/>
                  <a:moveTo>
                    <a:pt x="36" y="51"/>
                  </a:moveTo>
                  <a:cubicBezTo>
                    <a:pt x="35" y="51"/>
                    <a:pt x="35" y="51"/>
                    <a:pt x="35" y="51"/>
                  </a:cubicBezTo>
                  <a:cubicBezTo>
                    <a:pt x="36" y="52"/>
                    <a:pt x="37" y="52"/>
                    <a:pt x="38" y="52"/>
                  </a:cubicBezTo>
                  <a:cubicBezTo>
                    <a:pt x="39" y="53"/>
                    <a:pt x="39" y="53"/>
                    <a:pt x="39" y="53"/>
                  </a:cubicBezTo>
                  <a:cubicBezTo>
                    <a:pt x="39" y="53"/>
                    <a:pt x="39" y="53"/>
                    <a:pt x="39" y="53"/>
                  </a:cubicBezTo>
                  <a:cubicBezTo>
                    <a:pt x="40" y="53"/>
                    <a:pt x="40" y="53"/>
                    <a:pt x="40" y="53"/>
                  </a:cubicBezTo>
                  <a:cubicBezTo>
                    <a:pt x="40" y="52"/>
                    <a:pt x="40" y="52"/>
                    <a:pt x="40" y="52"/>
                  </a:cubicBezTo>
                  <a:cubicBezTo>
                    <a:pt x="41" y="52"/>
                    <a:pt x="41" y="52"/>
                    <a:pt x="41" y="52"/>
                  </a:cubicBezTo>
                  <a:cubicBezTo>
                    <a:pt x="41" y="51"/>
                    <a:pt x="41" y="51"/>
                    <a:pt x="41" y="51"/>
                  </a:cubicBezTo>
                  <a:cubicBezTo>
                    <a:pt x="42" y="50"/>
                    <a:pt x="42" y="50"/>
                    <a:pt x="42" y="50"/>
                  </a:cubicBezTo>
                  <a:cubicBezTo>
                    <a:pt x="42" y="50"/>
                    <a:pt x="42" y="50"/>
                    <a:pt x="42" y="50"/>
                  </a:cubicBezTo>
                  <a:cubicBezTo>
                    <a:pt x="42" y="48"/>
                    <a:pt x="42" y="48"/>
                    <a:pt x="42" y="48"/>
                  </a:cubicBezTo>
                  <a:cubicBezTo>
                    <a:pt x="42" y="46"/>
                    <a:pt x="42" y="46"/>
                    <a:pt x="42" y="46"/>
                  </a:cubicBezTo>
                  <a:cubicBezTo>
                    <a:pt x="43" y="45"/>
                    <a:pt x="43" y="45"/>
                    <a:pt x="43" y="45"/>
                  </a:cubicBezTo>
                  <a:cubicBezTo>
                    <a:pt x="43" y="45"/>
                    <a:pt x="43" y="45"/>
                    <a:pt x="43" y="45"/>
                  </a:cubicBezTo>
                  <a:cubicBezTo>
                    <a:pt x="44" y="46"/>
                    <a:pt x="44" y="46"/>
                    <a:pt x="44" y="46"/>
                  </a:cubicBezTo>
                  <a:cubicBezTo>
                    <a:pt x="43" y="49"/>
                    <a:pt x="43" y="49"/>
                    <a:pt x="43" y="49"/>
                  </a:cubicBezTo>
                  <a:cubicBezTo>
                    <a:pt x="42" y="52"/>
                    <a:pt x="42" y="52"/>
                    <a:pt x="42" y="52"/>
                  </a:cubicBezTo>
                  <a:cubicBezTo>
                    <a:pt x="41" y="55"/>
                    <a:pt x="41" y="55"/>
                    <a:pt x="41" y="55"/>
                  </a:cubicBezTo>
                  <a:cubicBezTo>
                    <a:pt x="40" y="56"/>
                    <a:pt x="40" y="57"/>
                    <a:pt x="40" y="58"/>
                  </a:cubicBezTo>
                  <a:cubicBezTo>
                    <a:pt x="39" y="60"/>
                    <a:pt x="39" y="60"/>
                    <a:pt x="39" y="60"/>
                  </a:cubicBezTo>
                  <a:cubicBezTo>
                    <a:pt x="38" y="61"/>
                    <a:pt x="38" y="61"/>
                    <a:pt x="38" y="61"/>
                  </a:cubicBezTo>
                  <a:cubicBezTo>
                    <a:pt x="38" y="60"/>
                    <a:pt x="38" y="60"/>
                    <a:pt x="38" y="60"/>
                  </a:cubicBezTo>
                  <a:cubicBezTo>
                    <a:pt x="38" y="60"/>
                    <a:pt x="38" y="60"/>
                    <a:pt x="38" y="60"/>
                  </a:cubicBezTo>
                  <a:cubicBezTo>
                    <a:pt x="38" y="59"/>
                    <a:pt x="38" y="59"/>
                    <a:pt x="38" y="59"/>
                  </a:cubicBezTo>
                  <a:cubicBezTo>
                    <a:pt x="39" y="57"/>
                    <a:pt x="39" y="57"/>
                    <a:pt x="39" y="57"/>
                  </a:cubicBezTo>
                  <a:cubicBezTo>
                    <a:pt x="40" y="56"/>
                    <a:pt x="40" y="56"/>
                    <a:pt x="40" y="56"/>
                  </a:cubicBezTo>
                  <a:cubicBezTo>
                    <a:pt x="40" y="55"/>
                    <a:pt x="40" y="55"/>
                    <a:pt x="40" y="55"/>
                  </a:cubicBezTo>
                  <a:cubicBezTo>
                    <a:pt x="39" y="55"/>
                    <a:pt x="39" y="55"/>
                    <a:pt x="38" y="54"/>
                  </a:cubicBezTo>
                  <a:cubicBezTo>
                    <a:pt x="37" y="54"/>
                    <a:pt x="36" y="53"/>
                    <a:pt x="36" y="53"/>
                  </a:cubicBezTo>
                  <a:cubicBezTo>
                    <a:pt x="34" y="53"/>
                    <a:pt x="34" y="53"/>
                    <a:pt x="34" y="53"/>
                  </a:cubicBezTo>
                  <a:cubicBezTo>
                    <a:pt x="34" y="52"/>
                    <a:pt x="34" y="52"/>
                    <a:pt x="34" y="52"/>
                  </a:cubicBezTo>
                  <a:cubicBezTo>
                    <a:pt x="34" y="52"/>
                    <a:pt x="34" y="52"/>
                    <a:pt x="34" y="52"/>
                  </a:cubicBezTo>
                  <a:cubicBezTo>
                    <a:pt x="34" y="52"/>
                    <a:pt x="34" y="52"/>
                    <a:pt x="34" y="52"/>
                  </a:cubicBezTo>
                  <a:lnTo>
                    <a:pt x="36" y="51"/>
                  </a:lnTo>
                  <a:close/>
                  <a:moveTo>
                    <a:pt x="36" y="47"/>
                  </a:moveTo>
                  <a:cubicBezTo>
                    <a:pt x="34" y="49"/>
                    <a:pt x="34" y="49"/>
                    <a:pt x="34" y="49"/>
                  </a:cubicBezTo>
                  <a:cubicBezTo>
                    <a:pt x="34" y="49"/>
                    <a:pt x="34" y="49"/>
                    <a:pt x="34" y="49"/>
                  </a:cubicBezTo>
                  <a:cubicBezTo>
                    <a:pt x="34" y="49"/>
                    <a:pt x="34" y="49"/>
                    <a:pt x="34" y="49"/>
                  </a:cubicBezTo>
                  <a:cubicBezTo>
                    <a:pt x="35" y="51"/>
                    <a:pt x="35" y="51"/>
                    <a:pt x="35" y="51"/>
                  </a:cubicBezTo>
                  <a:cubicBezTo>
                    <a:pt x="34" y="52"/>
                    <a:pt x="34" y="52"/>
                    <a:pt x="34" y="52"/>
                  </a:cubicBezTo>
                  <a:cubicBezTo>
                    <a:pt x="33" y="52"/>
                    <a:pt x="33" y="52"/>
                    <a:pt x="33" y="52"/>
                  </a:cubicBezTo>
                  <a:cubicBezTo>
                    <a:pt x="33" y="52"/>
                    <a:pt x="33" y="52"/>
                    <a:pt x="33" y="52"/>
                  </a:cubicBezTo>
                  <a:cubicBezTo>
                    <a:pt x="33" y="52"/>
                    <a:pt x="33" y="52"/>
                    <a:pt x="33" y="52"/>
                  </a:cubicBezTo>
                  <a:cubicBezTo>
                    <a:pt x="33" y="52"/>
                    <a:pt x="33" y="52"/>
                    <a:pt x="33" y="52"/>
                  </a:cubicBezTo>
                  <a:cubicBezTo>
                    <a:pt x="33" y="53"/>
                    <a:pt x="33" y="54"/>
                    <a:pt x="33" y="55"/>
                  </a:cubicBezTo>
                  <a:cubicBezTo>
                    <a:pt x="32" y="54"/>
                    <a:pt x="31" y="51"/>
                    <a:pt x="28" y="50"/>
                  </a:cubicBezTo>
                  <a:cubicBezTo>
                    <a:pt x="28" y="50"/>
                    <a:pt x="28" y="50"/>
                    <a:pt x="28" y="50"/>
                  </a:cubicBezTo>
                  <a:cubicBezTo>
                    <a:pt x="28" y="50"/>
                    <a:pt x="28" y="50"/>
                    <a:pt x="28" y="50"/>
                  </a:cubicBezTo>
                  <a:cubicBezTo>
                    <a:pt x="28" y="48"/>
                    <a:pt x="28" y="48"/>
                    <a:pt x="28" y="48"/>
                  </a:cubicBezTo>
                  <a:cubicBezTo>
                    <a:pt x="28" y="47"/>
                    <a:pt x="28" y="47"/>
                    <a:pt x="28" y="47"/>
                  </a:cubicBezTo>
                  <a:cubicBezTo>
                    <a:pt x="27" y="45"/>
                    <a:pt x="27" y="45"/>
                    <a:pt x="27" y="45"/>
                  </a:cubicBezTo>
                  <a:cubicBezTo>
                    <a:pt x="27" y="45"/>
                    <a:pt x="27" y="45"/>
                    <a:pt x="27" y="45"/>
                  </a:cubicBezTo>
                  <a:cubicBezTo>
                    <a:pt x="27" y="47"/>
                    <a:pt x="27" y="47"/>
                    <a:pt x="27" y="47"/>
                  </a:cubicBezTo>
                  <a:cubicBezTo>
                    <a:pt x="27" y="48"/>
                    <a:pt x="27" y="48"/>
                    <a:pt x="27" y="48"/>
                  </a:cubicBezTo>
                  <a:cubicBezTo>
                    <a:pt x="26" y="46"/>
                    <a:pt x="26" y="46"/>
                    <a:pt x="26" y="46"/>
                  </a:cubicBezTo>
                  <a:cubicBezTo>
                    <a:pt x="25" y="45"/>
                    <a:pt x="25" y="45"/>
                    <a:pt x="25" y="45"/>
                  </a:cubicBezTo>
                  <a:cubicBezTo>
                    <a:pt x="25" y="45"/>
                    <a:pt x="25" y="45"/>
                    <a:pt x="25" y="45"/>
                  </a:cubicBezTo>
                  <a:cubicBezTo>
                    <a:pt x="24" y="45"/>
                    <a:pt x="24" y="45"/>
                    <a:pt x="24" y="45"/>
                  </a:cubicBezTo>
                  <a:cubicBezTo>
                    <a:pt x="24" y="45"/>
                    <a:pt x="22" y="47"/>
                    <a:pt x="20" y="48"/>
                  </a:cubicBezTo>
                  <a:cubicBezTo>
                    <a:pt x="23" y="44"/>
                    <a:pt x="23" y="44"/>
                    <a:pt x="23" y="44"/>
                  </a:cubicBezTo>
                  <a:cubicBezTo>
                    <a:pt x="25" y="43"/>
                    <a:pt x="27" y="41"/>
                    <a:pt x="27" y="41"/>
                  </a:cubicBezTo>
                  <a:cubicBezTo>
                    <a:pt x="27" y="41"/>
                    <a:pt x="27" y="41"/>
                    <a:pt x="27" y="41"/>
                  </a:cubicBezTo>
                  <a:cubicBezTo>
                    <a:pt x="27" y="41"/>
                    <a:pt x="27" y="41"/>
                    <a:pt x="27" y="41"/>
                  </a:cubicBezTo>
                  <a:cubicBezTo>
                    <a:pt x="27" y="41"/>
                    <a:pt x="27" y="41"/>
                    <a:pt x="27" y="41"/>
                  </a:cubicBezTo>
                  <a:cubicBezTo>
                    <a:pt x="26" y="41"/>
                    <a:pt x="26" y="41"/>
                    <a:pt x="26" y="41"/>
                  </a:cubicBezTo>
                  <a:cubicBezTo>
                    <a:pt x="26" y="41"/>
                    <a:pt x="26" y="41"/>
                    <a:pt x="26" y="41"/>
                  </a:cubicBezTo>
                  <a:cubicBezTo>
                    <a:pt x="25" y="40"/>
                    <a:pt x="25" y="40"/>
                    <a:pt x="25" y="40"/>
                  </a:cubicBezTo>
                  <a:cubicBezTo>
                    <a:pt x="25" y="40"/>
                    <a:pt x="25" y="40"/>
                    <a:pt x="25" y="40"/>
                  </a:cubicBezTo>
                  <a:cubicBezTo>
                    <a:pt x="25" y="40"/>
                    <a:pt x="25" y="40"/>
                    <a:pt x="25" y="40"/>
                  </a:cubicBezTo>
                  <a:cubicBezTo>
                    <a:pt x="24" y="40"/>
                    <a:pt x="24" y="40"/>
                    <a:pt x="24" y="40"/>
                  </a:cubicBezTo>
                  <a:cubicBezTo>
                    <a:pt x="24" y="40"/>
                    <a:pt x="24" y="40"/>
                    <a:pt x="24" y="40"/>
                  </a:cubicBezTo>
                  <a:cubicBezTo>
                    <a:pt x="23" y="41"/>
                    <a:pt x="23" y="41"/>
                    <a:pt x="23" y="41"/>
                  </a:cubicBezTo>
                  <a:cubicBezTo>
                    <a:pt x="22" y="41"/>
                    <a:pt x="21" y="41"/>
                    <a:pt x="20" y="41"/>
                  </a:cubicBezTo>
                  <a:cubicBezTo>
                    <a:pt x="20" y="41"/>
                    <a:pt x="20" y="41"/>
                    <a:pt x="20" y="41"/>
                  </a:cubicBezTo>
                  <a:cubicBezTo>
                    <a:pt x="20" y="41"/>
                    <a:pt x="20" y="41"/>
                    <a:pt x="20" y="41"/>
                  </a:cubicBezTo>
                  <a:cubicBezTo>
                    <a:pt x="20" y="41"/>
                    <a:pt x="20" y="41"/>
                    <a:pt x="20" y="41"/>
                  </a:cubicBezTo>
                  <a:cubicBezTo>
                    <a:pt x="19" y="40"/>
                    <a:pt x="19" y="40"/>
                    <a:pt x="19" y="40"/>
                  </a:cubicBezTo>
                  <a:cubicBezTo>
                    <a:pt x="18" y="38"/>
                    <a:pt x="18" y="38"/>
                    <a:pt x="18" y="38"/>
                  </a:cubicBezTo>
                  <a:cubicBezTo>
                    <a:pt x="18" y="38"/>
                    <a:pt x="18" y="38"/>
                    <a:pt x="18" y="38"/>
                  </a:cubicBezTo>
                  <a:cubicBezTo>
                    <a:pt x="18" y="38"/>
                    <a:pt x="18" y="38"/>
                    <a:pt x="18" y="38"/>
                  </a:cubicBezTo>
                  <a:cubicBezTo>
                    <a:pt x="17" y="38"/>
                    <a:pt x="17" y="38"/>
                    <a:pt x="17" y="38"/>
                  </a:cubicBezTo>
                  <a:cubicBezTo>
                    <a:pt x="16" y="38"/>
                    <a:pt x="16" y="38"/>
                    <a:pt x="16" y="38"/>
                  </a:cubicBezTo>
                  <a:cubicBezTo>
                    <a:pt x="15" y="38"/>
                    <a:pt x="15" y="38"/>
                    <a:pt x="15" y="38"/>
                  </a:cubicBezTo>
                  <a:cubicBezTo>
                    <a:pt x="15" y="38"/>
                    <a:pt x="15" y="38"/>
                    <a:pt x="15" y="38"/>
                  </a:cubicBezTo>
                  <a:cubicBezTo>
                    <a:pt x="15" y="35"/>
                    <a:pt x="15" y="35"/>
                    <a:pt x="15" y="35"/>
                  </a:cubicBezTo>
                  <a:cubicBezTo>
                    <a:pt x="15" y="35"/>
                    <a:pt x="15" y="35"/>
                    <a:pt x="15" y="35"/>
                  </a:cubicBezTo>
                  <a:cubicBezTo>
                    <a:pt x="15" y="34"/>
                    <a:pt x="15" y="34"/>
                    <a:pt x="15" y="34"/>
                  </a:cubicBezTo>
                  <a:cubicBezTo>
                    <a:pt x="15" y="34"/>
                    <a:pt x="15" y="34"/>
                    <a:pt x="15" y="34"/>
                  </a:cubicBezTo>
                  <a:cubicBezTo>
                    <a:pt x="14" y="34"/>
                    <a:pt x="14" y="34"/>
                    <a:pt x="14" y="34"/>
                  </a:cubicBezTo>
                  <a:cubicBezTo>
                    <a:pt x="13" y="34"/>
                    <a:pt x="13" y="34"/>
                    <a:pt x="13" y="34"/>
                  </a:cubicBezTo>
                  <a:cubicBezTo>
                    <a:pt x="12" y="34"/>
                    <a:pt x="12" y="34"/>
                    <a:pt x="12" y="34"/>
                  </a:cubicBezTo>
                  <a:cubicBezTo>
                    <a:pt x="12" y="34"/>
                    <a:pt x="12" y="34"/>
                    <a:pt x="12" y="34"/>
                  </a:cubicBezTo>
                  <a:cubicBezTo>
                    <a:pt x="12" y="32"/>
                    <a:pt x="12" y="32"/>
                    <a:pt x="12" y="32"/>
                  </a:cubicBezTo>
                  <a:cubicBezTo>
                    <a:pt x="12" y="32"/>
                    <a:pt x="12" y="32"/>
                    <a:pt x="12" y="32"/>
                  </a:cubicBezTo>
                  <a:cubicBezTo>
                    <a:pt x="13" y="32"/>
                    <a:pt x="13" y="32"/>
                    <a:pt x="13" y="32"/>
                  </a:cubicBezTo>
                  <a:cubicBezTo>
                    <a:pt x="13" y="32"/>
                    <a:pt x="13" y="32"/>
                    <a:pt x="13" y="32"/>
                  </a:cubicBezTo>
                  <a:cubicBezTo>
                    <a:pt x="13" y="31"/>
                    <a:pt x="13" y="31"/>
                    <a:pt x="13" y="31"/>
                  </a:cubicBezTo>
                  <a:cubicBezTo>
                    <a:pt x="12" y="31"/>
                    <a:pt x="12" y="31"/>
                    <a:pt x="12" y="31"/>
                  </a:cubicBezTo>
                  <a:cubicBezTo>
                    <a:pt x="12" y="31"/>
                    <a:pt x="12" y="31"/>
                    <a:pt x="12" y="31"/>
                  </a:cubicBezTo>
                  <a:cubicBezTo>
                    <a:pt x="10" y="30"/>
                    <a:pt x="10" y="30"/>
                    <a:pt x="10" y="30"/>
                  </a:cubicBezTo>
                  <a:cubicBezTo>
                    <a:pt x="11" y="28"/>
                    <a:pt x="11" y="28"/>
                    <a:pt x="11" y="28"/>
                  </a:cubicBezTo>
                  <a:cubicBezTo>
                    <a:pt x="11" y="28"/>
                    <a:pt x="11" y="28"/>
                    <a:pt x="11" y="28"/>
                  </a:cubicBezTo>
                  <a:cubicBezTo>
                    <a:pt x="12" y="28"/>
                    <a:pt x="12" y="28"/>
                    <a:pt x="12" y="28"/>
                  </a:cubicBezTo>
                  <a:cubicBezTo>
                    <a:pt x="12" y="28"/>
                    <a:pt x="12" y="28"/>
                    <a:pt x="12" y="28"/>
                  </a:cubicBezTo>
                  <a:cubicBezTo>
                    <a:pt x="11" y="26"/>
                    <a:pt x="11" y="26"/>
                    <a:pt x="11" y="26"/>
                  </a:cubicBezTo>
                  <a:cubicBezTo>
                    <a:pt x="11" y="26"/>
                    <a:pt x="11" y="26"/>
                    <a:pt x="11" y="26"/>
                  </a:cubicBezTo>
                  <a:cubicBezTo>
                    <a:pt x="11" y="27"/>
                    <a:pt x="11" y="27"/>
                    <a:pt x="11" y="27"/>
                  </a:cubicBezTo>
                  <a:cubicBezTo>
                    <a:pt x="9" y="25"/>
                    <a:pt x="9" y="25"/>
                    <a:pt x="9" y="25"/>
                  </a:cubicBezTo>
                  <a:cubicBezTo>
                    <a:pt x="11" y="24"/>
                    <a:pt x="11" y="24"/>
                    <a:pt x="11" y="24"/>
                  </a:cubicBezTo>
                  <a:cubicBezTo>
                    <a:pt x="11" y="24"/>
                    <a:pt x="11" y="24"/>
                    <a:pt x="11" y="24"/>
                  </a:cubicBezTo>
                  <a:cubicBezTo>
                    <a:pt x="12" y="25"/>
                    <a:pt x="12" y="25"/>
                    <a:pt x="12" y="25"/>
                  </a:cubicBezTo>
                  <a:cubicBezTo>
                    <a:pt x="12" y="23"/>
                    <a:pt x="12" y="23"/>
                    <a:pt x="12" y="23"/>
                  </a:cubicBezTo>
                  <a:cubicBezTo>
                    <a:pt x="11" y="23"/>
                    <a:pt x="11" y="23"/>
                    <a:pt x="11" y="23"/>
                  </a:cubicBezTo>
                  <a:cubicBezTo>
                    <a:pt x="11" y="23"/>
                    <a:pt x="11" y="23"/>
                    <a:pt x="11" y="23"/>
                  </a:cubicBezTo>
                  <a:cubicBezTo>
                    <a:pt x="11" y="21"/>
                    <a:pt x="11" y="21"/>
                    <a:pt x="11" y="21"/>
                  </a:cubicBezTo>
                  <a:cubicBezTo>
                    <a:pt x="11" y="21"/>
                    <a:pt x="11" y="21"/>
                    <a:pt x="11" y="21"/>
                  </a:cubicBezTo>
                  <a:cubicBezTo>
                    <a:pt x="10" y="21"/>
                    <a:pt x="10" y="21"/>
                    <a:pt x="10" y="21"/>
                  </a:cubicBezTo>
                  <a:cubicBezTo>
                    <a:pt x="11" y="21"/>
                    <a:pt x="11" y="21"/>
                    <a:pt x="11" y="21"/>
                  </a:cubicBezTo>
                  <a:cubicBezTo>
                    <a:pt x="11" y="21"/>
                    <a:pt x="11" y="21"/>
                    <a:pt x="11" y="21"/>
                  </a:cubicBezTo>
                  <a:cubicBezTo>
                    <a:pt x="11" y="21"/>
                    <a:pt x="11" y="21"/>
                    <a:pt x="11" y="21"/>
                  </a:cubicBezTo>
                  <a:cubicBezTo>
                    <a:pt x="12" y="20"/>
                    <a:pt x="12" y="20"/>
                    <a:pt x="12" y="20"/>
                  </a:cubicBezTo>
                  <a:cubicBezTo>
                    <a:pt x="12" y="20"/>
                    <a:pt x="12" y="20"/>
                    <a:pt x="12" y="20"/>
                  </a:cubicBezTo>
                  <a:cubicBezTo>
                    <a:pt x="12" y="20"/>
                    <a:pt x="12" y="19"/>
                    <a:pt x="12" y="18"/>
                  </a:cubicBezTo>
                  <a:cubicBezTo>
                    <a:pt x="12" y="16"/>
                    <a:pt x="12" y="16"/>
                    <a:pt x="12" y="16"/>
                  </a:cubicBezTo>
                  <a:cubicBezTo>
                    <a:pt x="12" y="16"/>
                    <a:pt x="12" y="16"/>
                    <a:pt x="12" y="16"/>
                  </a:cubicBezTo>
                  <a:cubicBezTo>
                    <a:pt x="12" y="17"/>
                    <a:pt x="13" y="18"/>
                    <a:pt x="13" y="19"/>
                  </a:cubicBezTo>
                  <a:cubicBezTo>
                    <a:pt x="14" y="20"/>
                    <a:pt x="14" y="21"/>
                    <a:pt x="16" y="22"/>
                  </a:cubicBezTo>
                  <a:cubicBezTo>
                    <a:pt x="17" y="23"/>
                    <a:pt x="18" y="24"/>
                    <a:pt x="19" y="25"/>
                  </a:cubicBezTo>
                  <a:cubicBezTo>
                    <a:pt x="19" y="25"/>
                    <a:pt x="19" y="25"/>
                    <a:pt x="19" y="25"/>
                  </a:cubicBezTo>
                  <a:cubicBezTo>
                    <a:pt x="19" y="26"/>
                    <a:pt x="19" y="26"/>
                    <a:pt x="19" y="26"/>
                  </a:cubicBezTo>
                  <a:cubicBezTo>
                    <a:pt x="19" y="26"/>
                    <a:pt x="18" y="28"/>
                    <a:pt x="17" y="28"/>
                  </a:cubicBezTo>
                  <a:cubicBezTo>
                    <a:pt x="17" y="28"/>
                    <a:pt x="17" y="28"/>
                    <a:pt x="17" y="28"/>
                  </a:cubicBezTo>
                  <a:cubicBezTo>
                    <a:pt x="17" y="28"/>
                    <a:pt x="17" y="28"/>
                    <a:pt x="17" y="28"/>
                  </a:cubicBezTo>
                  <a:cubicBezTo>
                    <a:pt x="16" y="28"/>
                    <a:pt x="16" y="28"/>
                    <a:pt x="16" y="28"/>
                  </a:cubicBezTo>
                  <a:cubicBezTo>
                    <a:pt x="16" y="29"/>
                    <a:pt x="16" y="29"/>
                    <a:pt x="16" y="29"/>
                  </a:cubicBezTo>
                  <a:cubicBezTo>
                    <a:pt x="16" y="31"/>
                    <a:pt x="17" y="33"/>
                    <a:pt x="19" y="33"/>
                  </a:cubicBezTo>
                  <a:cubicBezTo>
                    <a:pt x="20" y="33"/>
                    <a:pt x="20" y="33"/>
                    <a:pt x="20" y="33"/>
                  </a:cubicBezTo>
                  <a:cubicBezTo>
                    <a:pt x="20" y="33"/>
                    <a:pt x="22" y="35"/>
                    <a:pt x="23" y="35"/>
                  </a:cubicBezTo>
                  <a:cubicBezTo>
                    <a:pt x="24" y="35"/>
                    <a:pt x="24" y="35"/>
                    <a:pt x="24" y="35"/>
                  </a:cubicBezTo>
                  <a:cubicBezTo>
                    <a:pt x="25" y="35"/>
                    <a:pt x="25" y="35"/>
                    <a:pt x="25" y="35"/>
                  </a:cubicBezTo>
                  <a:cubicBezTo>
                    <a:pt x="25" y="34"/>
                    <a:pt x="25" y="34"/>
                    <a:pt x="25" y="34"/>
                  </a:cubicBezTo>
                  <a:cubicBezTo>
                    <a:pt x="27" y="36"/>
                    <a:pt x="27" y="36"/>
                    <a:pt x="27" y="36"/>
                  </a:cubicBezTo>
                  <a:cubicBezTo>
                    <a:pt x="27" y="36"/>
                    <a:pt x="27" y="36"/>
                    <a:pt x="27" y="36"/>
                  </a:cubicBezTo>
                  <a:cubicBezTo>
                    <a:pt x="28" y="34"/>
                    <a:pt x="28" y="34"/>
                    <a:pt x="28" y="34"/>
                  </a:cubicBezTo>
                  <a:cubicBezTo>
                    <a:pt x="28" y="34"/>
                    <a:pt x="28" y="34"/>
                    <a:pt x="28" y="34"/>
                  </a:cubicBezTo>
                  <a:cubicBezTo>
                    <a:pt x="29" y="33"/>
                    <a:pt x="29" y="33"/>
                    <a:pt x="29" y="33"/>
                  </a:cubicBezTo>
                  <a:cubicBezTo>
                    <a:pt x="29" y="35"/>
                    <a:pt x="29" y="35"/>
                    <a:pt x="29" y="35"/>
                  </a:cubicBezTo>
                  <a:cubicBezTo>
                    <a:pt x="31" y="36"/>
                    <a:pt x="31" y="36"/>
                    <a:pt x="31" y="36"/>
                  </a:cubicBezTo>
                  <a:cubicBezTo>
                    <a:pt x="31" y="38"/>
                    <a:pt x="31" y="38"/>
                    <a:pt x="31" y="38"/>
                  </a:cubicBezTo>
                  <a:cubicBezTo>
                    <a:pt x="31" y="39"/>
                    <a:pt x="31" y="39"/>
                    <a:pt x="31" y="39"/>
                  </a:cubicBezTo>
                  <a:cubicBezTo>
                    <a:pt x="31" y="41"/>
                    <a:pt x="31" y="43"/>
                    <a:pt x="30" y="44"/>
                  </a:cubicBezTo>
                  <a:cubicBezTo>
                    <a:pt x="30" y="45"/>
                    <a:pt x="30" y="45"/>
                    <a:pt x="30" y="45"/>
                  </a:cubicBezTo>
                  <a:cubicBezTo>
                    <a:pt x="30" y="46"/>
                    <a:pt x="32" y="48"/>
                    <a:pt x="32" y="48"/>
                  </a:cubicBezTo>
                  <a:cubicBezTo>
                    <a:pt x="32" y="49"/>
                    <a:pt x="32" y="49"/>
                    <a:pt x="32" y="49"/>
                  </a:cubicBezTo>
                  <a:cubicBezTo>
                    <a:pt x="32" y="48"/>
                    <a:pt x="32" y="48"/>
                    <a:pt x="32" y="48"/>
                  </a:cubicBezTo>
                  <a:cubicBezTo>
                    <a:pt x="32" y="48"/>
                    <a:pt x="32" y="48"/>
                    <a:pt x="32" y="48"/>
                  </a:cubicBezTo>
                  <a:cubicBezTo>
                    <a:pt x="33" y="48"/>
                    <a:pt x="34" y="48"/>
                    <a:pt x="36" y="47"/>
                  </a:cubicBezTo>
                  <a:moveTo>
                    <a:pt x="11" y="27"/>
                  </a:moveTo>
                  <a:cubicBezTo>
                    <a:pt x="11" y="27"/>
                    <a:pt x="11" y="27"/>
                    <a:pt x="11" y="27"/>
                  </a:cubicBezTo>
                  <a:cubicBezTo>
                    <a:pt x="11" y="27"/>
                    <a:pt x="11" y="27"/>
                    <a:pt x="11" y="27"/>
                  </a:cubicBezTo>
                  <a:close/>
                  <a:moveTo>
                    <a:pt x="36" y="42"/>
                  </a:moveTo>
                  <a:cubicBezTo>
                    <a:pt x="34" y="45"/>
                    <a:pt x="33" y="47"/>
                    <a:pt x="32" y="48"/>
                  </a:cubicBezTo>
                  <a:cubicBezTo>
                    <a:pt x="32" y="47"/>
                    <a:pt x="31" y="46"/>
                    <a:pt x="31" y="45"/>
                  </a:cubicBezTo>
                  <a:cubicBezTo>
                    <a:pt x="31" y="44"/>
                    <a:pt x="31" y="44"/>
                    <a:pt x="31" y="44"/>
                  </a:cubicBezTo>
                  <a:cubicBezTo>
                    <a:pt x="31" y="43"/>
                    <a:pt x="32" y="41"/>
                    <a:pt x="32" y="39"/>
                  </a:cubicBezTo>
                  <a:cubicBezTo>
                    <a:pt x="32" y="38"/>
                    <a:pt x="32" y="38"/>
                    <a:pt x="32" y="38"/>
                  </a:cubicBezTo>
                  <a:cubicBezTo>
                    <a:pt x="31" y="37"/>
                    <a:pt x="31" y="37"/>
                    <a:pt x="31" y="37"/>
                  </a:cubicBezTo>
                  <a:cubicBezTo>
                    <a:pt x="31" y="36"/>
                    <a:pt x="31" y="36"/>
                    <a:pt x="31" y="36"/>
                  </a:cubicBezTo>
                  <a:cubicBezTo>
                    <a:pt x="32" y="35"/>
                    <a:pt x="32" y="35"/>
                    <a:pt x="32" y="35"/>
                  </a:cubicBezTo>
                  <a:cubicBezTo>
                    <a:pt x="33" y="34"/>
                    <a:pt x="33" y="34"/>
                    <a:pt x="33" y="34"/>
                  </a:cubicBezTo>
                  <a:cubicBezTo>
                    <a:pt x="34" y="36"/>
                    <a:pt x="34" y="36"/>
                    <a:pt x="34" y="36"/>
                  </a:cubicBezTo>
                  <a:cubicBezTo>
                    <a:pt x="36" y="37"/>
                    <a:pt x="36" y="37"/>
                    <a:pt x="36" y="37"/>
                  </a:cubicBezTo>
                  <a:cubicBezTo>
                    <a:pt x="37" y="39"/>
                    <a:pt x="37" y="39"/>
                    <a:pt x="37" y="39"/>
                  </a:cubicBezTo>
                  <a:cubicBezTo>
                    <a:pt x="37" y="40"/>
                    <a:pt x="36" y="41"/>
                    <a:pt x="36" y="42"/>
                  </a:cubicBezTo>
                  <a:moveTo>
                    <a:pt x="44" y="32"/>
                  </a:moveTo>
                  <a:cubicBezTo>
                    <a:pt x="43" y="32"/>
                    <a:pt x="43" y="32"/>
                    <a:pt x="43" y="32"/>
                  </a:cubicBezTo>
                  <a:cubicBezTo>
                    <a:pt x="42" y="32"/>
                    <a:pt x="42" y="32"/>
                    <a:pt x="42" y="32"/>
                  </a:cubicBezTo>
                  <a:cubicBezTo>
                    <a:pt x="41" y="33"/>
                    <a:pt x="40" y="35"/>
                    <a:pt x="40" y="36"/>
                  </a:cubicBezTo>
                  <a:cubicBezTo>
                    <a:pt x="40" y="37"/>
                    <a:pt x="40" y="37"/>
                    <a:pt x="40" y="37"/>
                  </a:cubicBezTo>
                  <a:cubicBezTo>
                    <a:pt x="40" y="38"/>
                    <a:pt x="40" y="38"/>
                    <a:pt x="40" y="38"/>
                  </a:cubicBezTo>
                  <a:cubicBezTo>
                    <a:pt x="37" y="39"/>
                    <a:pt x="37" y="39"/>
                    <a:pt x="37" y="39"/>
                  </a:cubicBezTo>
                  <a:cubicBezTo>
                    <a:pt x="37" y="39"/>
                    <a:pt x="37" y="39"/>
                    <a:pt x="37" y="39"/>
                  </a:cubicBezTo>
                  <a:cubicBezTo>
                    <a:pt x="37" y="37"/>
                    <a:pt x="37" y="37"/>
                    <a:pt x="37" y="37"/>
                  </a:cubicBezTo>
                  <a:cubicBezTo>
                    <a:pt x="37" y="37"/>
                    <a:pt x="37" y="37"/>
                    <a:pt x="37" y="37"/>
                  </a:cubicBezTo>
                  <a:cubicBezTo>
                    <a:pt x="38" y="37"/>
                    <a:pt x="38" y="37"/>
                    <a:pt x="38" y="37"/>
                  </a:cubicBezTo>
                  <a:cubicBezTo>
                    <a:pt x="38" y="37"/>
                    <a:pt x="38" y="37"/>
                    <a:pt x="38" y="37"/>
                  </a:cubicBezTo>
                  <a:cubicBezTo>
                    <a:pt x="39" y="37"/>
                    <a:pt x="39" y="37"/>
                    <a:pt x="39" y="37"/>
                  </a:cubicBezTo>
                  <a:cubicBezTo>
                    <a:pt x="38" y="36"/>
                    <a:pt x="38" y="36"/>
                    <a:pt x="38" y="36"/>
                  </a:cubicBezTo>
                  <a:cubicBezTo>
                    <a:pt x="36" y="34"/>
                    <a:pt x="36" y="34"/>
                    <a:pt x="36" y="34"/>
                  </a:cubicBezTo>
                  <a:cubicBezTo>
                    <a:pt x="36" y="34"/>
                    <a:pt x="36" y="34"/>
                    <a:pt x="36" y="34"/>
                  </a:cubicBezTo>
                  <a:cubicBezTo>
                    <a:pt x="37" y="31"/>
                    <a:pt x="37" y="31"/>
                    <a:pt x="37" y="31"/>
                  </a:cubicBezTo>
                  <a:cubicBezTo>
                    <a:pt x="38" y="31"/>
                    <a:pt x="38" y="30"/>
                    <a:pt x="38" y="29"/>
                  </a:cubicBezTo>
                  <a:cubicBezTo>
                    <a:pt x="39" y="28"/>
                    <a:pt x="39" y="27"/>
                    <a:pt x="39" y="26"/>
                  </a:cubicBezTo>
                  <a:cubicBezTo>
                    <a:pt x="39" y="27"/>
                    <a:pt x="40" y="28"/>
                    <a:pt x="40" y="29"/>
                  </a:cubicBezTo>
                  <a:cubicBezTo>
                    <a:pt x="40" y="29"/>
                    <a:pt x="40" y="29"/>
                    <a:pt x="40" y="29"/>
                  </a:cubicBezTo>
                  <a:cubicBezTo>
                    <a:pt x="40" y="30"/>
                    <a:pt x="40" y="30"/>
                    <a:pt x="40" y="30"/>
                  </a:cubicBezTo>
                  <a:cubicBezTo>
                    <a:pt x="41" y="29"/>
                    <a:pt x="41" y="29"/>
                    <a:pt x="41" y="29"/>
                  </a:cubicBezTo>
                  <a:cubicBezTo>
                    <a:pt x="42" y="28"/>
                    <a:pt x="42" y="28"/>
                    <a:pt x="42" y="28"/>
                  </a:cubicBezTo>
                  <a:cubicBezTo>
                    <a:pt x="42" y="30"/>
                    <a:pt x="42" y="30"/>
                    <a:pt x="42" y="30"/>
                  </a:cubicBezTo>
                  <a:cubicBezTo>
                    <a:pt x="42" y="30"/>
                    <a:pt x="42" y="30"/>
                    <a:pt x="42" y="30"/>
                  </a:cubicBezTo>
                  <a:cubicBezTo>
                    <a:pt x="42" y="31"/>
                    <a:pt x="42" y="31"/>
                    <a:pt x="42" y="31"/>
                  </a:cubicBezTo>
                  <a:cubicBezTo>
                    <a:pt x="42" y="31"/>
                    <a:pt x="42" y="31"/>
                    <a:pt x="42" y="31"/>
                  </a:cubicBezTo>
                  <a:cubicBezTo>
                    <a:pt x="43" y="30"/>
                    <a:pt x="43" y="30"/>
                    <a:pt x="43" y="30"/>
                  </a:cubicBezTo>
                  <a:cubicBezTo>
                    <a:pt x="43" y="30"/>
                    <a:pt x="44" y="31"/>
                    <a:pt x="44" y="32"/>
                  </a:cubicBezTo>
                  <a:moveTo>
                    <a:pt x="48" y="29"/>
                  </a:moveTo>
                  <a:cubicBezTo>
                    <a:pt x="48" y="29"/>
                    <a:pt x="48" y="29"/>
                    <a:pt x="48" y="29"/>
                  </a:cubicBezTo>
                  <a:cubicBezTo>
                    <a:pt x="48" y="29"/>
                    <a:pt x="48" y="29"/>
                    <a:pt x="48" y="29"/>
                  </a:cubicBezTo>
                  <a:cubicBezTo>
                    <a:pt x="47" y="28"/>
                    <a:pt x="47" y="28"/>
                    <a:pt x="47" y="28"/>
                  </a:cubicBezTo>
                  <a:cubicBezTo>
                    <a:pt x="47" y="28"/>
                    <a:pt x="47" y="28"/>
                    <a:pt x="47" y="28"/>
                  </a:cubicBezTo>
                  <a:cubicBezTo>
                    <a:pt x="47" y="28"/>
                    <a:pt x="47" y="28"/>
                    <a:pt x="47" y="28"/>
                  </a:cubicBezTo>
                  <a:lnTo>
                    <a:pt x="48" y="29"/>
                  </a:lnTo>
                  <a:close/>
                  <a:moveTo>
                    <a:pt x="47" y="15"/>
                  </a:moveTo>
                  <a:cubicBezTo>
                    <a:pt x="46" y="18"/>
                    <a:pt x="46" y="18"/>
                    <a:pt x="46" y="18"/>
                  </a:cubicBezTo>
                  <a:cubicBezTo>
                    <a:pt x="46" y="18"/>
                    <a:pt x="46" y="19"/>
                    <a:pt x="46" y="20"/>
                  </a:cubicBezTo>
                  <a:cubicBezTo>
                    <a:pt x="46" y="21"/>
                    <a:pt x="46" y="21"/>
                    <a:pt x="46" y="21"/>
                  </a:cubicBezTo>
                  <a:cubicBezTo>
                    <a:pt x="47" y="25"/>
                    <a:pt x="47" y="25"/>
                    <a:pt x="47" y="25"/>
                  </a:cubicBezTo>
                  <a:cubicBezTo>
                    <a:pt x="47" y="27"/>
                    <a:pt x="47" y="27"/>
                    <a:pt x="47" y="27"/>
                  </a:cubicBezTo>
                  <a:cubicBezTo>
                    <a:pt x="47" y="27"/>
                    <a:pt x="47" y="27"/>
                    <a:pt x="47" y="27"/>
                  </a:cubicBezTo>
                  <a:cubicBezTo>
                    <a:pt x="47" y="28"/>
                    <a:pt x="47" y="28"/>
                    <a:pt x="47" y="28"/>
                  </a:cubicBezTo>
                  <a:cubicBezTo>
                    <a:pt x="47" y="28"/>
                    <a:pt x="47" y="28"/>
                    <a:pt x="47" y="28"/>
                  </a:cubicBezTo>
                  <a:cubicBezTo>
                    <a:pt x="46" y="27"/>
                    <a:pt x="46" y="27"/>
                    <a:pt x="46" y="27"/>
                  </a:cubicBezTo>
                  <a:cubicBezTo>
                    <a:pt x="46" y="26"/>
                    <a:pt x="46" y="26"/>
                    <a:pt x="46" y="26"/>
                  </a:cubicBezTo>
                  <a:cubicBezTo>
                    <a:pt x="46" y="24"/>
                    <a:pt x="46" y="24"/>
                    <a:pt x="46" y="24"/>
                  </a:cubicBezTo>
                  <a:cubicBezTo>
                    <a:pt x="45" y="23"/>
                    <a:pt x="45" y="23"/>
                    <a:pt x="45" y="23"/>
                  </a:cubicBezTo>
                  <a:cubicBezTo>
                    <a:pt x="45" y="23"/>
                    <a:pt x="45" y="23"/>
                    <a:pt x="45" y="23"/>
                  </a:cubicBezTo>
                  <a:cubicBezTo>
                    <a:pt x="45" y="23"/>
                    <a:pt x="45" y="23"/>
                    <a:pt x="45" y="23"/>
                  </a:cubicBezTo>
                  <a:cubicBezTo>
                    <a:pt x="45" y="22"/>
                    <a:pt x="45" y="22"/>
                    <a:pt x="45" y="22"/>
                  </a:cubicBezTo>
                  <a:cubicBezTo>
                    <a:pt x="45" y="23"/>
                    <a:pt x="45" y="23"/>
                    <a:pt x="45" y="23"/>
                  </a:cubicBezTo>
                  <a:cubicBezTo>
                    <a:pt x="45" y="23"/>
                    <a:pt x="45" y="23"/>
                    <a:pt x="45" y="23"/>
                  </a:cubicBezTo>
                  <a:cubicBezTo>
                    <a:pt x="45" y="23"/>
                    <a:pt x="45" y="23"/>
                    <a:pt x="45" y="23"/>
                  </a:cubicBezTo>
                  <a:cubicBezTo>
                    <a:pt x="45" y="23"/>
                    <a:pt x="45" y="23"/>
                    <a:pt x="45" y="23"/>
                  </a:cubicBezTo>
                  <a:cubicBezTo>
                    <a:pt x="45" y="23"/>
                    <a:pt x="44" y="25"/>
                    <a:pt x="44" y="26"/>
                  </a:cubicBezTo>
                  <a:cubicBezTo>
                    <a:pt x="43" y="28"/>
                    <a:pt x="43" y="28"/>
                    <a:pt x="43" y="28"/>
                  </a:cubicBezTo>
                  <a:cubicBezTo>
                    <a:pt x="43" y="30"/>
                    <a:pt x="43" y="30"/>
                    <a:pt x="43" y="30"/>
                  </a:cubicBezTo>
                  <a:cubicBezTo>
                    <a:pt x="42" y="28"/>
                    <a:pt x="42" y="28"/>
                    <a:pt x="42" y="28"/>
                  </a:cubicBezTo>
                  <a:cubicBezTo>
                    <a:pt x="42" y="27"/>
                    <a:pt x="42" y="27"/>
                    <a:pt x="42" y="27"/>
                  </a:cubicBezTo>
                  <a:cubicBezTo>
                    <a:pt x="42" y="27"/>
                    <a:pt x="42" y="27"/>
                    <a:pt x="42" y="27"/>
                  </a:cubicBezTo>
                  <a:cubicBezTo>
                    <a:pt x="42" y="26"/>
                    <a:pt x="42" y="26"/>
                    <a:pt x="42" y="26"/>
                  </a:cubicBezTo>
                  <a:cubicBezTo>
                    <a:pt x="43" y="24"/>
                    <a:pt x="43" y="22"/>
                    <a:pt x="43" y="21"/>
                  </a:cubicBezTo>
                  <a:cubicBezTo>
                    <a:pt x="43" y="20"/>
                    <a:pt x="43" y="20"/>
                    <a:pt x="43" y="20"/>
                  </a:cubicBezTo>
                  <a:cubicBezTo>
                    <a:pt x="43" y="18"/>
                    <a:pt x="43" y="18"/>
                    <a:pt x="43" y="18"/>
                  </a:cubicBezTo>
                  <a:cubicBezTo>
                    <a:pt x="44" y="19"/>
                    <a:pt x="44" y="19"/>
                    <a:pt x="44" y="19"/>
                  </a:cubicBezTo>
                  <a:cubicBezTo>
                    <a:pt x="44" y="18"/>
                    <a:pt x="44" y="18"/>
                    <a:pt x="44" y="18"/>
                  </a:cubicBezTo>
                  <a:cubicBezTo>
                    <a:pt x="44" y="16"/>
                    <a:pt x="44" y="16"/>
                    <a:pt x="44" y="16"/>
                  </a:cubicBezTo>
                  <a:cubicBezTo>
                    <a:pt x="44" y="15"/>
                    <a:pt x="43" y="14"/>
                    <a:pt x="43" y="14"/>
                  </a:cubicBezTo>
                  <a:cubicBezTo>
                    <a:pt x="43" y="14"/>
                    <a:pt x="43" y="14"/>
                    <a:pt x="43" y="14"/>
                  </a:cubicBezTo>
                  <a:cubicBezTo>
                    <a:pt x="43" y="13"/>
                    <a:pt x="43" y="13"/>
                    <a:pt x="43" y="13"/>
                  </a:cubicBezTo>
                  <a:cubicBezTo>
                    <a:pt x="43" y="12"/>
                    <a:pt x="43" y="12"/>
                    <a:pt x="43" y="12"/>
                  </a:cubicBezTo>
                  <a:cubicBezTo>
                    <a:pt x="44" y="12"/>
                    <a:pt x="44" y="12"/>
                    <a:pt x="44" y="12"/>
                  </a:cubicBezTo>
                  <a:cubicBezTo>
                    <a:pt x="44" y="12"/>
                    <a:pt x="44" y="12"/>
                    <a:pt x="44" y="12"/>
                  </a:cubicBezTo>
                  <a:cubicBezTo>
                    <a:pt x="45" y="14"/>
                    <a:pt x="45" y="14"/>
                    <a:pt x="45" y="14"/>
                  </a:cubicBezTo>
                  <a:cubicBezTo>
                    <a:pt x="45" y="14"/>
                    <a:pt x="45" y="14"/>
                    <a:pt x="45" y="14"/>
                  </a:cubicBezTo>
                  <a:cubicBezTo>
                    <a:pt x="45" y="14"/>
                    <a:pt x="45" y="14"/>
                    <a:pt x="45" y="14"/>
                  </a:cubicBezTo>
                  <a:cubicBezTo>
                    <a:pt x="45" y="15"/>
                    <a:pt x="45" y="15"/>
                    <a:pt x="45" y="15"/>
                  </a:cubicBezTo>
                  <a:cubicBezTo>
                    <a:pt x="44" y="16"/>
                    <a:pt x="44" y="16"/>
                    <a:pt x="44" y="16"/>
                  </a:cubicBezTo>
                  <a:cubicBezTo>
                    <a:pt x="44" y="16"/>
                    <a:pt x="44" y="16"/>
                    <a:pt x="44" y="16"/>
                  </a:cubicBezTo>
                  <a:cubicBezTo>
                    <a:pt x="44" y="17"/>
                    <a:pt x="44" y="17"/>
                    <a:pt x="44" y="17"/>
                  </a:cubicBezTo>
                  <a:cubicBezTo>
                    <a:pt x="44" y="19"/>
                    <a:pt x="44" y="19"/>
                    <a:pt x="44" y="19"/>
                  </a:cubicBezTo>
                  <a:cubicBezTo>
                    <a:pt x="45" y="19"/>
                    <a:pt x="45" y="19"/>
                    <a:pt x="45" y="19"/>
                  </a:cubicBezTo>
                  <a:cubicBezTo>
                    <a:pt x="45" y="17"/>
                    <a:pt x="45" y="17"/>
                    <a:pt x="45" y="17"/>
                  </a:cubicBezTo>
                  <a:cubicBezTo>
                    <a:pt x="45" y="16"/>
                    <a:pt x="45" y="16"/>
                    <a:pt x="45" y="16"/>
                  </a:cubicBezTo>
                  <a:cubicBezTo>
                    <a:pt x="45" y="16"/>
                    <a:pt x="45" y="16"/>
                    <a:pt x="45" y="16"/>
                  </a:cubicBezTo>
                  <a:cubicBezTo>
                    <a:pt x="45" y="15"/>
                    <a:pt x="45" y="15"/>
                    <a:pt x="45" y="15"/>
                  </a:cubicBezTo>
                  <a:cubicBezTo>
                    <a:pt x="45" y="15"/>
                    <a:pt x="45" y="15"/>
                    <a:pt x="45" y="15"/>
                  </a:cubicBezTo>
                  <a:cubicBezTo>
                    <a:pt x="47" y="13"/>
                    <a:pt x="47" y="13"/>
                    <a:pt x="47" y="13"/>
                  </a:cubicBezTo>
                  <a:cubicBezTo>
                    <a:pt x="47" y="13"/>
                    <a:pt x="47" y="13"/>
                    <a:pt x="47" y="13"/>
                  </a:cubicBezTo>
                  <a:cubicBezTo>
                    <a:pt x="47" y="13"/>
                    <a:pt x="47" y="13"/>
                    <a:pt x="47" y="13"/>
                  </a:cubicBezTo>
                  <a:cubicBezTo>
                    <a:pt x="48" y="14"/>
                    <a:pt x="48" y="14"/>
                    <a:pt x="48" y="14"/>
                  </a:cubicBezTo>
                  <a:lnTo>
                    <a:pt x="47" y="15"/>
                  </a:lnTo>
                  <a:close/>
                  <a:moveTo>
                    <a:pt x="48" y="13"/>
                  </a:moveTo>
                  <a:cubicBezTo>
                    <a:pt x="47" y="13"/>
                    <a:pt x="47" y="13"/>
                    <a:pt x="47" y="13"/>
                  </a:cubicBezTo>
                  <a:cubicBezTo>
                    <a:pt x="47" y="13"/>
                    <a:pt x="47" y="13"/>
                    <a:pt x="47" y="13"/>
                  </a:cubicBezTo>
                  <a:cubicBezTo>
                    <a:pt x="48" y="12"/>
                    <a:pt x="48" y="12"/>
                    <a:pt x="48" y="12"/>
                  </a:cubicBezTo>
                  <a:cubicBezTo>
                    <a:pt x="48" y="12"/>
                    <a:pt x="48" y="12"/>
                    <a:pt x="48" y="12"/>
                  </a:cubicBezTo>
                  <a:lnTo>
                    <a:pt x="48" y="13"/>
                  </a:lnTo>
                  <a:close/>
                  <a:moveTo>
                    <a:pt x="11" y="78"/>
                  </a:moveTo>
                  <a:cubicBezTo>
                    <a:pt x="11" y="79"/>
                    <a:pt x="11" y="79"/>
                    <a:pt x="11" y="79"/>
                  </a:cubicBezTo>
                  <a:cubicBezTo>
                    <a:pt x="10" y="80"/>
                    <a:pt x="10" y="80"/>
                    <a:pt x="10" y="80"/>
                  </a:cubicBezTo>
                  <a:cubicBezTo>
                    <a:pt x="10" y="81"/>
                    <a:pt x="10" y="81"/>
                    <a:pt x="10" y="81"/>
                  </a:cubicBezTo>
                  <a:cubicBezTo>
                    <a:pt x="11" y="81"/>
                    <a:pt x="11" y="81"/>
                    <a:pt x="11" y="81"/>
                  </a:cubicBezTo>
                  <a:cubicBezTo>
                    <a:pt x="11" y="80"/>
                    <a:pt x="11" y="80"/>
                    <a:pt x="11" y="80"/>
                  </a:cubicBezTo>
                  <a:cubicBezTo>
                    <a:pt x="11" y="80"/>
                    <a:pt x="11" y="80"/>
                    <a:pt x="11" y="80"/>
                  </a:cubicBezTo>
                  <a:cubicBezTo>
                    <a:pt x="12" y="78"/>
                    <a:pt x="12" y="78"/>
                    <a:pt x="12" y="78"/>
                  </a:cubicBezTo>
                  <a:lnTo>
                    <a:pt x="11" y="78"/>
                  </a:lnTo>
                  <a:close/>
                  <a:moveTo>
                    <a:pt x="26" y="52"/>
                  </a:moveTo>
                  <a:cubicBezTo>
                    <a:pt x="26" y="52"/>
                    <a:pt x="24" y="53"/>
                    <a:pt x="23" y="54"/>
                  </a:cubicBezTo>
                  <a:cubicBezTo>
                    <a:pt x="21" y="55"/>
                    <a:pt x="20" y="55"/>
                    <a:pt x="20" y="56"/>
                  </a:cubicBezTo>
                  <a:cubicBezTo>
                    <a:pt x="19" y="57"/>
                    <a:pt x="19" y="57"/>
                    <a:pt x="19" y="57"/>
                  </a:cubicBezTo>
                  <a:cubicBezTo>
                    <a:pt x="20" y="57"/>
                    <a:pt x="20" y="57"/>
                    <a:pt x="20" y="57"/>
                  </a:cubicBezTo>
                  <a:cubicBezTo>
                    <a:pt x="20" y="56"/>
                    <a:pt x="20" y="56"/>
                    <a:pt x="20" y="56"/>
                  </a:cubicBezTo>
                  <a:cubicBezTo>
                    <a:pt x="20" y="55"/>
                    <a:pt x="21" y="55"/>
                    <a:pt x="23" y="54"/>
                  </a:cubicBezTo>
                  <a:cubicBezTo>
                    <a:pt x="25" y="54"/>
                    <a:pt x="26" y="52"/>
                    <a:pt x="26" y="52"/>
                  </a:cubicBezTo>
                  <a:close/>
                  <a:moveTo>
                    <a:pt x="8" y="82"/>
                  </a:moveTo>
                  <a:cubicBezTo>
                    <a:pt x="8" y="83"/>
                    <a:pt x="8" y="83"/>
                    <a:pt x="8" y="83"/>
                  </a:cubicBezTo>
                  <a:cubicBezTo>
                    <a:pt x="8" y="83"/>
                    <a:pt x="8" y="83"/>
                    <a:pt x="8" y="83"/>
                  </a:cubicBezTo>
                  <a:cubicBezTo>
                    <a:pt x="8" y="83"/>
                    <a:pt x="8" y="83"/>
                    <a:pt x="8" y="83"/>
                  </a:cubicBezTo>
                  <a:cubicBezTo>
                    <a:pt x="9" y="84"/>
                    <a:pt x="9" y="84"/>
                    <a:pt x="9" y="84"/>
                  </a:cubicBezTo>
                  <a:cubicBezTo>
                    <a:pt x="9" y="85"/>
                    <a:pt x="9" y="85"/>
                    <a:pt x="9" y="85"/>
                  </a:cubicBezTo>
                  <a:cubicBezTo>
                    <a:pt x="8" y="85"/>
                    <a:pt x="9" y="86"/>
                    <a:pt x="8" y="86"/>
                  </a:cubicBezTo>
                  <a:cubicBezTo>
                    <a:pt x="7" y="88"/>
                    <a:pt x="7" y="88"/>
                    <a:pt x="7" y="88"/>
                  </a:cubicBezTo>
                  <a:cubicBezTo>
                    <a:pt x="7" y="89"/>
                    <a:pt x="7" y="89"/>
                    <a:pt x="7" y="89"/>
                  </a:cubicBezTo>
                  <a:cubicBezTo>
                    <a:pt x="7" y="90"/>
                    <a:pt x="7" y="91"/>
                    <a:pt x="7" y="92"/>
                  </a:cubicBezTo>
                  <a:cubicBezTo>
                    <a:pt x="7" y="95"/>
                    <a:pt x="7" y="95"/>
                    <a:pt x="7" y="95"/>
                  </a:cubicBezTo>
                  <a:cubicBezTo>
                    <a:pt x="7" y="95"/>
                    <a:pt x="7" y="95"/>
                    <a:pt x="7" y="95"/>
                  </a:cubicBezTo>
                  <a:cubicBezTo>
                    <a:pt x="8" y="96"/>
                    <a:pt x="8" y="96"/>
                    <a:pt x="8" y="96"/>
                  </a:cubicBezTo>
                  <a:cubicBezTo>
                    <a:pt x="8" y="96"/>
                    <a:pt x="8" y="96"/>
                    <a:pt x="8" y="96"/>
                  </a:cubicBezTo>
                  <a:cubicBezTo>
                    <a:pt x="8" y="95"/>
                    <a:pt x="8" y="95"/>
                    <a:pt x="8" y="95"/>
                  </a:cubicBezTo>
                  <a:cubicBezTo>
                    <a:pt x="8" y="95"/>
                    <a:pt x="8" y="95"/>
                    <a:pt x="8" y="95"/>
                  </a:cubicBezTo>
                  <a:cubicBezTo>
                    <a:pt x="8" y="92"/>
                    <a:pt x="8" y="92"/>
                    <a:pt x="8" y="92"/>
                  </a:cubicBezTo>
                  <a:cubicBezTo>
                    <a:pt x="8" y="91"/>
                    <a:pt x="8" y="90"/>
                    <a:pt x="8" y="89"/>
                  </a:cubicBezTo>
                  <a:cubicBezTo>
                    <a:pt x="8" y="89"/>
                    <a:pt x="8" y="89"/>
                    <a:pt x="8" y="89"/>
                  </a:cubicBezTo>
                  <a:cubicBezTo>
                    <a:pt x="9" y="87"/>
                    <a:pt x="9" y="87"/>
                    <a:pt x="9" y="87"/>
                  </a:cubicBezTo>
                  <a:cubicBezTo>
                    <a:pt x="9" y="85"/>
                    <a:pt x="9" y="85"/>
                    <a:pt x="9" y="85"/>
                  </a:cubicBezTo>
                  <a:cubicBezTo>
                    <a:pt x="9" y="84"/>
                    <a:pt x="9" y="84"/>
                    <a:pt x="9" y="84"/>
                  </a:cubicBezTo>
                  <a:cubicBezTo>
                    <a:pt x="9" y="83"/>
                    <a:pt x="8" y="83"/>
                    <a:pt x="8" y="82"/>
                  </a:cubicBezTo>
                  <a:close/>
                  <a:moveTo>
                    <a:pt x="21" y="34"/>
                  </a:moveTo>
                  <a:cubicBezTo>
                    <a:pt x="20" y="34"/>
                    <a:pt x="20" y="34"/>
                    <a:pt x="20" y="34"/>
                  </a:cubicBezTo>
                  <a:cubicBezTo>
                    <a:pt x="19" y="34"/>
                    <a:pt x="19" y="34"/>
                    <a:pt x="19" y="34"/>
                  </a:cubicBezTo>
                  <a:cubicBezTo>
                    <a:pt x="18" y="34"/>
                    <a:pt x="18" y="34"/>
                    <a:pt x="18" y="34"/>
                  </a:cubicBezTo>
                  <a:cubicBezTo>
                    <a:pt x="18" y="33"/>
                    <a:pt x="18" y="33"/>
                    <a:pt x="18" y="33"/>
                  </a:cubicBezTo>
                  <a:cubicBezTo>
                    <a:pt x="18" y="32"/>
                    <a:pt x="17" y="32"/>
                    <a:pt x="16" y="32"/>
                  </a:cubicBezTo>
                  <a:cubicBezTo>
                    <a:pt x="15" y="31"/>
                    <a:pt x="15" y="31"/>
                    <a:pt x="15" y="30"/>
                  </a:cubicBezTo>
                  <a:cubicBezTo>
                    <a:pt x="15" y="30"/>
                    <a:pt x="15" y="30"/>
                    <a:pt x="15" y="30"/>
                  </a:cubicBezTo>
                  <a:cubicBezTo>
                    <a:pt x="15" y="29"/>
                    <a:pt x="15" y="29"/>
                    <a:pt x="15" y="29"/>
                  </a:cubicBezTo>
                  <a:cubicBezTo>
                    <a:pt x="15" y="29"/>
                    <a:pt x="15" y="29"/>
                    <a:pt x="15" y="29"/>
                  </a:cubicBezTo>
                  <a:cubicBezTo>
                    <a:pt x="15" y="27"/>
                    <a:pt x="15" y="27"/>
                    <a:pt x="15" y="27"/>
                  </a:cubicBezTo>
                  <a:cubicBezTo>
                    <a:pt x="14" y="25"/>
                    <a:pt x="14" y="25"/>
                    <a:pt x="14" y="25"/>
                  </a:cubicBezTo>
                  <a:cubicBezTo>
                    <a:pt x="15" y="26"/>
                    <a:pt x="15" y="26"/>
                    <a:pt x="15" y="26"/>
                  </a:cubicBezTo>
                  <a:cubicBezTo>
                    <a:pt x="15" y="26"/>
                    <a:pt x="15" y="26"/>
                    <a:pt x="15" y="26"/>
                  </a:cubicBezTo>
                  <a:cubicBezTo>
                    <a:pt x="16" y="25"/>
                    <a:pt x="16" y="25"/>
                    <a:pt x="16" y="25"/>
                  </a:cubicBezTo>
                  <a:cubicBezTo>
                    <a:pt x="16" y="25"/>
                    <a:pt x="16" y="25"/>
                    <a:pt x="16" y="25"/>
                  </a:cubicBezTo>
                  <a:cubicBezTo>
                    <a:pt x="16" y="23"/>
                    <a:pt x="16" y="23"/>
                    <a:pt x="16" y="23"/>
                  </a:cubicBezTo>
                  <a:cubicBezTo>
                    <a:pt x="14" y="22"/>
                    <a:pt x="14" y="22"/>
                    <a:pt x="14" y="22"/>
                  </a:cubicBezTo>
                  <a:cubicBezTo>
                    <a:pt x="14" y="22"/>
                    <a:pt x="14" y="22"/>
                    <a:pt x="14" y="22"/>
                  </a:cubicBezTo>
                  <a:cubicBezTo>
                    <a:pt x="15" y="23"/>
                    <a:pt x="15" y="23"/>
                    <a:pt x="15" y="23"/>
                  </a:cubicBezTo>
                  <a:cubicBezTo>
                    <a:pt x="15" y="23"/>
                    <a:pt x="15" y="23"/>
                    <a:pt x="15" y="23"/>
                  </a:cubicBezTo>
                  <a:cubicBezTo>
                    <a:pt x="16" y="25"/>
                    <a:pt x="16" y="25"/>
                    <a:pt x="16" y="25"/>
                  </a:cubicBezTo>
                  <a:cubicBezTo>
                    <a:pt x="16" y="25"/>
                    <a:pt x="16" y="25"/>
                    <a:pt x="16" y="25"/>
                  </a:cubicBezTo>
                  <a:cubicBezTo>
                    <a:pt x="15" y="25"/>
                    <a:pt x="15" y="25"/>
                    <a:pt x="15" y="25"/>
                  </a:cubicBezTo>
                  <a:cubicBezTo>
                    <a:pt x="15" y="25"/>
                    <a:pt x="15" y="25"/>
                    <a:pt x="15" y="25"/>
                  </a:cubicBezTo>
                  <a:cubicBezTo>
                    <a:pt x="14" y="25"/>
                    <a:pt x="14" y="25"/>
                    <a:pt x="14" y="25"/>
                  </a:cubicBezTo>
                  <a:cubicBezTo>
                    <a:pt x="14" y="24"/>
                    <a:pt x="14" y="24"/>
                    <a:pt x="14" y="24"/>
                  </a:cubicBezTo>
                  <a:cubicBezTo>
                    <a:pt x="14" y="25"/>
                    <a:pt x="14" y="25"/>
                    <a:pt x="14" y="25"/>
                  </a:cubicBezTo>
                  <a:cubicBezTo>
                    <a:pt x="14" y="27"/>
                    <a:pt x="14" y="27"/>
                    <a:pt x="14" y="27"/>
                  </a:cubicBezTo>
                  <a:cubicBezTo>
                    <a:pt x="15" y="29"/>
                    <a:pt x="15" y="29"/>
                    <a:pt x="15" y="29"/>
                  </a:cubicBezTo>
                  <a:cubicBezTo>
                    <a:pt x="15" y="29"/>
                    <a:pt x="15" y="29"/>
                    <a:pt x="15" y="29"/>
                  </a:cubicBezTo>
                  <a:cubicBezTo>
                    <a:pt x="14" y="30"/>
                    <a:pt x="14" y="30"/>
                    <a:pt x="14" y="30"/>
                  </a:cubicBezTo>
                  <a:cubicBezTo>
                    <a:pt x="14" y="31"/>
                    <a:pt x="14" y="31"/>
                    <a:pt x="14" y="31"/>
                  </a:cubicBezTo>
                  <a:cubicBezTo>
                    <a:pt x="14" y="31"/>
                    <a:pt x="14" y="32"/>
                    <a:pt x="16" y="32"/>
                  </a:cubicBezTo>
                  <a:cubicBezTo>
                    <a:pt x="17" y="33"/>
                    <a:pt x="18" y="33"/>
                    <a:pt x="18" y="33"/>
                  </a:cubicBezTo>
                  <a:cubicBezTo>
                    <a:pt x="18" y="34"/>
                    <a:pt x="18" y="34"/>
                    <a:pt x="18" y="34"/>
                  </a:cubicBezTo>
                  <a:cubicBezTo>
                    <a:pt x="19" y="35"/>
                    <a:pt x="19" y="35"/>
                    <a:pt x="19" y="35"/>
                  </a:cubicBezTo>
                  <a:cubicBezTo>
                    <a:pt x="20" y="34"/>
                    <a:pt x="20" y="34"/>
                    <a:pt x="20" y="34"/>
                  </a:cubicBezTo>
                  <a:cubicBezTo>
                    <a:pt x="20" y="34"/>
                    <a:pt x="20" y="34"/>
                    <a:pt x="20" y="34"/>
                  </a:cubicBezTo>
                  <a:cubicBezTo>
                    <a:pt x="21" y="35"/>
                    <a:pt x="22" y="36"/>
                    <a:pt x="22" y="37"/>
                  </a:cubicBezTo>
                  <a:cubicBezTo>
                    <a:pt x="22" y="37"/>
                    <a:pt x="22" y="37"/>
                    <a:pt x="22" y="37"/>
                  </a:cubicBezTo>
                  <a:cubicBezTo>
                    <a:pt x="23" y="37"/>
                    <a:pt x="23" y="37"/>
                    <a:pt x="23" y="37"/>
                  </a:cubicBezTo>
                  <a:cubicBezTo>
                    <a:pt x="23" y="37"/>
                    <a:pt x="23" y="37"/>
                    <a:pt x="23" y="37"/>
                  </a:cubicBezTo>
                  <a:cubicBezTo>
                    <a:pt x="23" y="36"/>
                    <a:pt x="22" y="34"/>
                    <a:pt x="21" y="34"/>
                  </a:cubicBezTo>
                  <a:moveTo>
                    <a:pt x="26" y="23"/>
                  </a:moveTo>
                  <a:cubicBezTo>
                    <a:pt x="26" y="20"/>
                    <a:pt x="26" y="20"/>
                    <a:pt x="26" y="20"/>
                  </a:cubicBezTo>
                  <a:cubicBezTo>
                    <a:pt x="27" y="19"/>
                    <a:pt x="27" y="19"/>
                    <a:pt x="27" y="19"/>
                  </a:cubicBezTo>
                  <a:cubicBezTo>
                    <a:pt x="26" y="19"/>
                    <a:pt x="26" y="19"/>
                    <a:pt x="26" y="19"/>
                  </a:cubicBezTo>
                  <a:cubicBezTo>
                    <a:pt x="26" y="20"/>
                    <a:pt x="26" y="20"/>
                    <a:pt x="26" y="20"/>
                  </a:cubicBezTo>
                  <a:cubicBezTo>
                    <a:pt x="25" y="20"/>
                    <a:pt x="25" y="20"/>
                    <a:pt x="25" y="20"/>
                  </a:cubicBezTo>
                  <a:cubicBezTo>
                    <a:pt x="25" y="20"/>
                    <a:pt x="25" y="20"/>
                    <a:pt x="25" y="20"/>
                  </a:cubicBezTo>
                  <a:cubicBezTo>
                    <a:pt x="25" y="22"/>
                    <a:pt x="25" y="22"/>
                    <a:pt x="25" y="22"/>
                  </a:cubicBezTo>
                  <a:lnTo>
                    <a:pt x="26" y="23"/>
                  </a:lnTo>
                  <a:close/>
                  <a:moveTo>
                    <a:pt x="23" y="73"/>
                  </a:moveTo>
                  <a:cubicBezTo>
                    <a:pt x="23" y="73"/>
                    <a:pt x="23" y="73"/>
                    <a:pt x="23" y="73"/>
                  </a:cubicBezTo>
                  <a:cubicBezTo>
                    <a:pt x="23" y="74"/>
                    <a:pt x="23" y="74"/>
                    <a:pt x="23" y="74"/>
                  </a:cubicBezTo>
                  <a:cubicBezTo>
                    <a:pt x="23" y="74"/>
                    <a:pt x="23" y="74"/>
                    <a:pt x="23" y="74"/>
                  </a:cubicBezTo>
                  <a:cubicBezTo>
                    <a:pt x="23" y="74"/>
                    <a:pt x="23" y="74"/>
                    <a:pt x="23" y="74"/>
                  </a:cubicBezTo>
                  <a:cubicBezTo>
                    <a:pt x="23" y="74"/>
                    <a:pt x="23" y="74"/>
                    <a:pt x="23" y="74"/>
                  </a:cubicBezTo>
                  <a:cubicBezTo>
                    <a:pt x="24" y="74"/>
                    <a:pt x="24" y="74"/>
                    <a:pt x="24" y="74"/>
                  </a:cubicBezTo>
                  <a:cubicBezTo>
                    <a:pt x="25" y="75"/>
                    <a:pt x="25" y="75"/>
                    <a:pt x="25" y="75"/>
                  </a:cubicBezTo>
                  <a:cubicBezTo>
                    <a:pt x="25" y="75"/>
                    <a:pt x="26" y="77"/>
                    <a:pt x="27" y="78"/>
                  </a:cubicBezTo>
                  <a:cubicBezTo>
                    <a:pt x="28" y="79"/>
                    <a:pt x="28" y="79"/>
                    <a:pt x="28" y="79"/>
                  </a:cubicBezTo>
                  <a:cubicBezTo>
                    <a:pt x="28" y="79"/>
                    <a:pt x="28" y="79"/>
                    <a:pt x="28" y="79"/>
                  </a:cubicBezTo>
                  <a:cubicBezTo>
                    <a:pt x="29" y="79"/>
                    <a:pt x="29" y="79"/>
                    <a:pt x="29" y="79"/>
                  </a:cubicBezTo>
                  <a:cubicBezTo>
                    <a:pt x="28" y="78"/>
                    <a:pt x="28" y="78"/>
                    <a:pt x="28" y="78"/>
                  </a:cubicBezTo>
                  <a:cubicBezTo>
                    <a:pt x="27" y="77"/>
                    <a:pt x="27" y="77"/>
                    <a:pt x="27" y="77"/>
                  </a:cubicBezTo>
                  <a:cubicBezTo>
                    <a:pt x="25" y="74"/>
                    <a:pt x="25" y="74"/>
                    <a:pt x="25" y="74"/>
                  </a:cubicBezTo>
                  <a:cubicBezTo>
                    <a:pt x="24" y="73"/>
                    <a:pt x="24" y="73"/>
                    <a:pt x="24" y="73"/>
                  </a:cubicBezTo>
                  <a:cubicBezTo>
                    <a:pt x="25" y="72"/>
                    <a:pt x="25" y="72"/>
                    <a:pt x="25" y="72"/>
                  </a:cubicBezTo>
                  <a:cubicBezTo>
                    <a:pt x="24" y="72"/>
                    <a:pt x="24" y="72"/>
                    <a:pt x="24" y="72"/>
                  </a:cubicBezTo>
                  <a:cubicBezTo>
                    <a:pt x="24" y="72"/>
                    <a:pt x="24" y="72"/>
                    <a:pt x="23"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2" name="Freeform 33">
              <a:extLst>
                <a:ext uri="{FF2B5EF4-FFF2-40B4-BE49-F238E27FC236}">
                  <a16:creationId xmlns:a16="http://schemas.microsoft.com/office/drawing/2014/main" id="{4A77B10C-CE16-49B2-A729-6BAA8976482A}"/>
                </a:ext>
              </a:extLst>
            </p:cNvPr>
            <p:cNvSpPr>
              <a:spLocks noEditPoints="1"/>
            </p:cNvSpPr>
            <p:nvPr/>
          </p:nvSpPr>
          <p:spPr bwMode="auto">
            <a:xfrm>
              <a:off x="6288088" y="2517775"/>
              <a:ext cx="104775" cy="215900"/>
            </a:xfrm>
            <a:custGeom>
              <a:avLst/>
              <a:gdLst>
                <a:gd name="T0" fmla="*/ 4 w 48"/>
                <a:gd name="T1" fmla="*/ 10 h 100"/>
                <a:gd name="T2" fmla="*/ 10 w 48"/>
                <a:gd name="T3" fmla="*/ 26 h 100"/>
                <a:gd name="T4" fmla="*/ 14 w 48"/>
                <a:gd name="T5" fmla="*/ 21 h 100"/>
                <a:gd name="T6" fmla="*/ 28 w 48"/>
                <a:gd name="T7" fmla="*/ 13 h 100"/>
                <a:gd name="T8" fmla="*/ 43 w 48"/>
                <a:gd name="T9" fmla="*/ 6 h 100"/>
                <a:gd name="T10" fmla="*/ 47 w 48"/>
                <a:gd name="T11" fmla="*/ 43 h 100"/>
                <a:gd name="T12" fmla="*/ 42 w 48"/>
                <a:gd name="T13" fmla="*/ 38 h 100"/>
                <a:gd name="T14" fmla="*/ 41 w 48"/>
                <a:gd name="T15" fmla="*/ 79 h 100"/>
                <a:gd name="T16" fmla="*/ 38 w 48"/>
                <a:gd name="T17" fmla="*/ 87 h 100"/>
                <a:gd name="T18" fmla="*/ 18 w 48"/>
                <a:gd name="T19" fmla="*/ 83 h 100"/>
                <a:gd name="T20" fmla="*/ 20 w 48"/>
                <a:gd name="T21" fmla="*/ 52 h 100"/>
                <a:gd name="T22" fmla="*/ 10 w 48"/>
                <a:gd name="T23" fmla="*/ 61 h 100"/>
                <a:gd name="T24" fmla="*/ 9 w 48"/>
                <a:gd name="T25" fmla="*/ 49 h 100"/>
                <a:gd name="T26" fmla="*/ 5 w 48"/>
                <a:gd name="T27" fmla="*/ 30 h 100"/>
                <a:gd name="T28" fmla="*/ 0 w 48"/>
                <a:gd name="T29" fmla="*/ 12 h 100"/>
                <a:gd name="T30" fmla="*/ 6 w 48"/>
                <a:gd name="T31" fmla="*/ 13 h 100"/>
                <a:gd name="T32" fmla="*/ 19 w 48"/>
                <a:gd name="T33" fmla="*/ 20 h 100"/>
                <a:gd name="T34" fmla="*/ 21 w 48"/>
                <a:gd name="T35" fmla="*/ 19 h 100"/>
                <a:gd name="T36" fmla="*/ 22 w 48"/>
                <a:gd name="T37" fmla="*/ 14 h 100"/>
                <a:gd name="T38" fmla="*/ 11 w 48"/>
                <a:gd name="T39" fmla="*/ 36 h 100"/>
                <a:gd name="T40" fmla="*/ 29 w 48"/>
                <a:gd name="T41" fmla="*/ 26 h 100"/>
                <a:gd name="T42" fmla="*/ 30 w 48"/>
                <a:gd name="T43" fmla="*/ 22 h 100"/>
                <a:gd name="T44" fmla="*/ 38 w 48"/>
                <a:gd name="T45" fmla="*/ 7 h 100"/>
                <a:gd name="T46" fmla="*/ 26 w 48"/>
                <a:gd name="T47" fmla="*/ 41 h 100"/>
                <a:gd name="T48" fmla="*/ 29 w 48"/>
                <a:gd name="T49" fmla="*/ 42 h 100"/>
                <a:gd name="T50" fmla="*/ 34 w 48"/>
                <a:gd name="T51" fmla="*/ 42 h 100"/>
                <a:gd name="T52" fmla="*/ 37 w 48"/>
                <a:gd name="T53" fmla="*/ 44 h 100"/>
                <a:gd name="T54" fmla="*/ 37 w 48"/>
                <a:gd name="T55" fmla="*/ 38 h 100"/>
                <a:gd name="T56" fmla="*/ 39 w 48"/>
                <a:gd name="T57" fmla="*/ 34 h 100"/>
                <a:gd name="T58" fmla="*/ 38 w 48"/>
                <a:gd name="T59" fmla="*/ 23 h 100"/>
                <a:gd name="T60" fmla="*/ 47 w 48"/>
                <a:gd name="T61" fmla="*/ 14 h 100"/>
                <a:gd name="T62" fmla="*/ 42 w 48"/>
                <a:gd name="T63" fmla="*/ 29 h 100"/>
                <a:gd name="T64" fmla="*/ 45 w 48"/>
                <a:gd name="T65" fmla="*/ 51 h 100"/>
                <a:gd name="T66" fmla="*/ 46 w 48"/>
                <a:gd name="T67" fmla="*/ 43 h 100"/>
                <a:gd name="T68" fmla="*/ 40 w 48"/>
                <a:gd name="T69" fmla="*/ 34 h 100"/>
                <a:gd name="T70" fmla="*/ 18 w 48"/>
                <a:gd name="T71" fmla="*/ 78 h 100"/>
                <a:gd name="T72" fmla="*/ 18 w 48"/>
                <a:gd name="T73" fmla="*/ 82 h 100"/>
                <a:gd name="T74" fmla="*/ 29 w 48"/>
                <a:gd name="T75" fmla="*/ 64 h 100"/>
                <a:gd name="T76" fmla="*/ 30 w 48"/>
                <a:gd name="T77" fmla="*/ 59 h 100"/>
                <a:gd name="T78" fmla="*/ 37 w 48"/>
                <a:gd name="T79" fmla="*/ 96 h 100"/>
                <a:gd name="T80" fmla="*/ 42 w 48"/>
                <a:gd name="T81" fmla="*/ 98 h 100"/>
                <a:gd name="T82" fmla="*/ 40 w 48"/>
                <a:gd name="T83" fmla="*/ 77 h 100"/>
                <a:gd name="T84" fmla="*/ 40 w 48"/>
                <a:gd name="T85" fmla="*/ 38 h 100"/>
                <a:gd name="T86" fmla="*/ 29 w 48"/>
                <a:gd name="T87" fmla="*/ 49 h 100"/>
                <a:gd name="T88" fmla="*/ 8 w 48"/>
                <a:gd name="T89" fmla="*/ 47 h 100"/>
                <a:gd name="T90" fmla="*/ 11 w 48"/>
                <a:gd name="T91" fmla="*/ 52 h 100"/>
                <a:gd name="T92" fmla="*/ 9 w 48"/>
                <a:gd name="T93" fmla="*/ 57 h 100"/>
                <a:gd name="T94" fmla="*/ 20 w 48"/>
                <a:gd name="T95" fmla="*/ 48 h 100"/>
                <a:gd name="T96" fmla="*/ 28 w 48"/>
                <a:gd name="T97" fmla="*/ 41 h 100"/>
                <a:gd name="T98" fmla="*/ 36 w 48"/>
                <a:gd name="T99" fmla="*/ 31 h 100"/>
                <a:gd name="T100" fmla="*/ 36 w 48"/>
                <a:gd name="T101" fmla="*/ 20 h 100"/>
                <a:gd name="T102" fmla="*/ 20 w 48"/>
                <a:gd name="T103" fmla="*/ 34 h 100"/>
                <a:gd name="T104" fmla="*/ 17 w 48"/>
                <a:gd name="T105" fmla="*/ 35 h 100"/>
                <a:gd name="T106" fmla="*/ 10 w 48"/>
                <a:gd name="T107" fmla="*/ 26 h 100"/>
                <a:gd name="T108" fmla="*/ 1 w 48"/>
                <a:gd name="T109" fmla="*/ 27 h 100"/>
                <a:gd name="T110" fmla="*/ 5 w 48"/>
                <a:gd name="T111" fmla="*/ 18 h 100"/>
                <a:gd name="T112" fmla="*/ 2 w 48"/>
                <a:gd name="T113" fmla="*/ 13 h 100"/>
                <a:gd name="T114" fmla="*/ 28 w 48"/>
                <a:gd name="T115" fmla="*/ 56 h 100"/>
                <a:gd name="T116" fmla="*/ 39 w 48"/>
                <a:gd name="T117" fmla="*/ 85 h 100"/>
                <a:gd name="T118" fmla="*/ 33 w 48"/>
                <a:gd name="T119" fmla="*/ 23 h 100"/>
                <a:gd name="T120" fmla="*/ 23 w 48"/>
                <a:gd name="T121" fmla="*/ 23 h 100"/>
                <a:gd name="T122" fmla="*/ 24 w 48"/>
                <a:gd name="T123" fmla="*/ 7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 h="100">
                  <a:moveTo>
                    <a:pt x="35" y="22"/>
                  </a:moveTo>
                  <a:cubicBezTo>
                    <a:pt x="35" y="22"/>
                    <a:pt x="35" y="22"/>
                    <a:pt x="35" y="22"/>
                  </a:cubicBezTo>
                  <a:close/>
                  <a:moveTo>
                    <a:pt x="37" y="71"/>
                  </a:moveTo>
                  <a:cubicBezTo>
                    <a:pt x="37" y="72"/>
                    <a:pt x="37" y="72"/>
                    <a:pt x="37" y="72"/>
                  </a:cubicBezTo>
                  <a:cubicBezTo>
                    <a:pt x="37" y="73"/>
                    <a:pt x="37" y="73"/>
                    <a:pt x="37" y="73"/>
                  </a:cubicBezTo>
                  <a:cubicBezTo>
                    <a:pt x="37" y="73"/>
                    <a:pt x="37" y="73"/>
                    <a:pt x="37" y="73"/>
                  </a:cubicBezTo>
                  <a:cubicBezTo>
                    <a:pt x="37" y="72"/>
                    <a:pt x="37" y="72"/>
                    <a:pt x="37" y="72"/>
                  </a:cubicBezTo>
                  <a:cubicBezTo>
                    <a:pt x="37" y="71"/>
                    <a:pt x="37" y="71"/>
                    <a:pt x="37" y="71"/>
                  </a:cubicBezTo>
                  <a:close/>
                  <a:moveTo>
                    <a:pt x="0" y="12"/>
                  </a:moveTo>
                  <a:cubicBezTo>
                    <a:pt x="0" y="12"/>
                    <a:pt x="0" y="12"/>
                    <a:pt x="0" y="12"/>
                  </a:cubicBezTo>
                  <a:cubicBezTo>
                    <a:pt x="0" y="12"/>
                    <a:pt x="0" y="12"/>
                    <a:pt x="0" y="12"/>
                  </a:cubicBezTo>
                  <a:cubicBezTo>
                    <a:pt x="1" y="12"/>
                    <a:pt x="1" y="12"/>
                    <a:pt x="1" y="12"/>
                  </a:cubicBezTo>
                  <a:cubicBezTo>
                    <a:pt x="2" y="13"/>
                    <a:pt x="2" y="13"/>
                    <a:pt x="2" y="13"/>
                  </a:cubicBezTo>
                  <a:cubicBezTo>
                    <a:pt x="2" y="13"/>
                    <a:pt x="2" y="13"/>
                    <a:pt x="2" y="13"/>
                  </a:cubicBezTo>
                  <a:cubicBezTo>
                    <a:pt x="2" y="13"/>
                    <a:pt x="2" y="13"/>
                    <a:pt x="2" y="13"/>
                  </a:cubicBezTo>
                  <a:cubicBezTo>
                    <a:pt x="3" y="14"/>
                    <a:pt x="3" y="14"/>
                    <a:pt x="3" y="14"/>
                  </a:cubicBezTo>
                  <a:cubicBezTo>
                    <a:pt x="3" y="14"/>
                    <a:pt x="3" y="14"/>
                    <a:pt x="3" y="14"/>
                  </a:cubicBezTo>
                  <a:cubicBezTo>
                    <a:pt x="3" y="14"/>
                    <a:pt x="3" y="14"/>
                    <a:pt x="3" y="14"/>
                  </a:cubicBezTo>
                  <a:cubicBezTo>
                    <a:pt x="4" y="12"/>
                    <a:pt x="4" y="12"/>
                    <a:pt x="4" y="12"/>
                  </a:cubicBezTo>
                  <a:cubicBezTo>
                    <a:pt x="4" y="12"/>
                    <a:pt x="4" y="12"/>
                    <a:pt x="4" y="12"/>
                  </a:cubicBezTo>
                  <a:cubicBezTo>
                    <a:pt x="4" y="12"/>
                    <a:pt x="4" y="12"/>
                    <a:pt x="4" y="12"/>
                  </a:cubicBezTo>
                  <a:cubicBezTo>
                    <a:pt x="4" y="11"/>
                    <a:pt x="3" y="10"/>
                    <a:pt x="3" y="10"/>
                  </a:cubicBezTo>
                  <a:cubicBezTo>
                    <a:pt x="3" y="10"/>
                    <a:pt x="3" y="10"/>
                    <a:pt x="3" y="10"/>
                  </a:cubicBezTo>
                  <a:cubicBezTo>
                    <a:pt x="4" y="10"/>
                    <a:pt x="4" y="10"/>
                    <a:pt x="4" y="10"/>
                  </a:cubicBezTo>
                  <a:cubicBezTo>
                    <a:pt x="4" y="10"/>
                    <a:pt x="4" y="10"/>
                    <a:pt x="4" y="10"/>
                  </a:cubicBezTo>
                  <a:cubicBezTo>
                    <a:pt x="5" y="10"/>
                    <a:pt x="5" y="11"/>
                    <a:pt x="5" y="12"/>
                  </a:cubicBezTo>
                  <a:cubicBezTo>
                    <a:pt x="5" y="12"/>
                    <a:pt x="5" y="12"/>
                    <a:pt x="5" y="12"/>
                  </a:cubicBezTo>
                  <a:cubicBezTo>
                    <a:pt x="6" y="13"/>
                    <a:pt x="6" y="13"/>
                    <a:pt x="6" y="13"/>
                  </a:cubicBezTo>
                  <a:cubicBezTo>
                    <a:pt x="6" y="12"/>
                    <a:pt x="6" y="12"/>
                    <a:pt x="6" y="12"/>
                  </a:cubicBezTo>
                  <a:cubicBezTo>
                    <a:pt x="6" y="12"/>
                    <a:pt x="6" y="12"/>
                    <a:pt x="6" y="12"/>
                  </a:cubicBezTo>
                  <a:cubicBezTo>
                    <a:pt x="6" y="11"/>
                    <a:pt x="6" y="11"/>
                    <a:pt x="6" y="11"/>
                  </a:cubicBezTo>
                  <a:cubicBezTo>
                    <a:pt x="6" y="11"/>
                    <a:pt x="6" y="11"/>
                    <a:pt x="6" y="11"/>
                  </a:cubicBezTo>
                  <a:cubicBezTo>
                    <a:pt x="6" y="11"/>
                    <a:pt x="6" y="11"/>
                    <a:pt x="6" y="11"/>
                  </a:cubicBezTo>
                  <a:cubicBezTo>
                    <a:pt x="6" y="11"/>
                    <a:pt x="6" y="11"/>
                    <a:pt x="6" y="11"/>
                  </a:cubicBezTo>
                  <a:cubicBezTo>
                    <a:pt x="7" y="13"/>
                    <a:pt x="7" y="13"/>
                    <a:pt x="7" y="13"/>
                  </a:cubicBezTo>
                  <a:cubicBezTo>
                    <a:pt x="7" y="13"/>
                    <a:pt x="7" y="13"/>
                    <a:pt x="7" y="13"/>
                  </a:cubicBezTo>
                  <a:cubicBezTo>
                    <a:pt x="8" y="15"/>
                    <a:pt x="8" y="15"/>
                    <a:pt x="8" y="15"/>
                  </a:cubicBezTo>
                  <a:cubicBezTo>
                    <a:pt x="8" y="15"/>
                    <a:pt x="8" y="15"/>
                    <a:pt x="8" y="15"/>
                  </a:cubicBezTo>
                  <a:cubicBezTo>
                    <a:pt x="8" y="16"/>
                    <a:pt x="7" y="17"/>
                    <a:pt x="6" y="17"/>
                  </a:cubicBezTo>
                  <a:cubicBezTo>
                    <a:pt x="6" y="18"/>
                    <a:pt x="6" y="19"/>
                    <a:pt x="6" y="20"/>
                  </a:cubicBezTo>
                  <a:cubicBezTo>
                    <a:pt x="6" y="21"/>
                    <a:pt x="6" y="21"/>
                    <a:pt x="6" y="21"/>
                  </a:cubicBezTo>
                  <a:cubicBezTo>
                    <a:pt x="6" y="22"/>
                    <a:pt x="6" y="24"/>
                    <a:pt x="7" y="25"/>
                  </a:cubicBezTo>
                  <a:cubicBezTo>
                    <a:pt x="7" y="27"/>
                    <a:pt x="7" y="27"/>
                    <a:pt x="7" y="27"/>
                  </a:cubicBezTo>
                  <a:cubicBezTo>
                    <a:pt x="7" y="27"/>
                    <a:pt x="7" y="27"/>
                    <a:pt x="7" y="27"/>
                  </a:cubicBezTo>
                  <a:cubicBezTo>
                    <a:pt x="8" y="28"/>
                    <a:pt x="8" y="28"/>
                    <a:pt x="8" y="28"/>
                  </a:cubicBezTo>
                  <a:cubicBezTo>
                    <a:pt x="8" y="26"/>
                    <a:pt x="10" y="25"/>
                    <a:pt x="10" y="25"/>
                  </a:cubicBezTo>
                  <a:cubicBezTo>
                    <a:pt x="10" y="25"/>
                    <a:pt x="10" y="25"/>
                    <a:pt x="10" y="25"/>
                  </a:cubicBezTo>
                  <a:cubicBezTo>
                    <a:pt x="10" y="26"/>
                    <a:pt x="10" y="26"/>
                    <a:pt x="10" y="26"/>
                  </a:cubicBezTo>
                  <a:cubicBezTo>
                    <a:pt x="10" y="26"/>
                    <a:pt x="10" y="26"/>
                    <a:pt x="10" y="26"/>
                  </a:cubicBezTo>
                  <a:cubicBezTo>
                    <a:pt x="10" y="27"/>
                    <a:pt x="11" y="28"/>
                    <a:pt x="11" y="29"/>
                  </a:cubicBezTo>
                  <a:cubicBezTo>
                    <a:pt x="11" y="30"/>
                    <a:pt x="11" y="30"/>
                    <a:pt x="12" y="31"/>
                  </a:cubicBezTo>
                  <a:cubicBezTo>
                    <a:pt x="13" y="33"/>
                    <a:pt x="13" y="33"/>
                    <a:pt x="13" y="33"/>
                  </a:cubicBezTo>
                  <a:cubicBezTo>
                    <a:pt x="13" y="32"/>
                    <a:pt x="14" y="31"/>
                    <a:pt x="14" y="30"/>
                  </a:cubicBezTo>
                  <a:cubicBezTo>
                    <a:pt x="16" y="28"/>
                    <a:pt x="18" y="27"/>
                    <a:pt x="19" y="26"/>
                  </a:cubicBezTo>
                  <a:cubicBezTo>
                    <a:pt x="20" y="25"/>
                    <a:pt x="21" y="24"/>
                    <a:pt x="21" y="23"/>
                  </a:cubicBezTo>
                  <a:cubicBezTo>
                    <a:pt x="21" y="23"/>
                    <a:pt x="21" y="23"/>
                    <a:pt x="21" y="23"/>
                  </a:cubicBezTo>
                  <a:cubicBezTo>
                    <a:pt x="21" y="22"/>
                    <a:pt x="21" y="22"/>
                    <a:pt x="21" y="22"/>
                  </a:cubicBezTo>
                  <a:cubicBezTo>
                    <a:pt x="20" y="22"/>
                    <a:pt x="20" y="22"/>
                    <a:pt x="20" y="22"/>
                  </a:cubicBezTo>
                  <a:cubicBezTo>
                    <a:pt x="19" y="22"/>
                    <a:pt x="19" y="22"/>
                    <a:pt x="19" y="22"/>
                  </a:cubicBezTo>
                  <a:cubicBezTo>
                    <a:pt x="19" y="22"/>
                    <a:pt x="18" y="23"/>
                    <a:pt x="17" y="23"/>
                  </a:cubicBezTo>
                  <a:cubicBezTo>
                    <a:pt x="17" y="23"/>
                    <a:pt x="17" y="23"/>
                    <a:pt x="17" y="23"/>
                  </a:cubicBezTo>
                  <a:cubicBezTo>
                    <a:pt x="15" y="23"/>
                    <a:pt x="15" y="23"/>
                    <a:pt x="15" y="23"/>
                  </a:cubicBezTo>
                  <a:cubicBezTo>
                    <a:pt x="15" y="23"/>
                    <a:pt x="15" y="23"/>
                    <a:pt x="15" y="23"/>
                  </a:cubicBezTo>
                  <a:cubicBezTo>
                    <a:pt x="14" y="22"/>
                    <a:pt x="14" y="22"/>
                    <a:pt x="14" y="22"/>
                  </a:cubicBezTo>
                  <a:cubicBezTo>
                    <a:pt x="14" y="22"/>
                    <a:pt x="14" y="22"/>
                    <a:pt x="14" y="22"/>
                  </a:cubicBezTo>
                  <a:cubicBezTo>
                    <a:pt x="14" y="22"/>
                    <a:pt x="14" y="22"/>
                    <a:pt x="14" y="22"/>
                  </a:cubicBezTo>
                  <a:cubicBezTo>
                    <a:pt x="13" y="22"/>
                    <a:pt x="13" y="22"/>
                    <a:pt x="13" y="22"/>
                  </a:cubicBezTo>
                  <a:cubicBezTo>
                    <a:pt x="13" y="21"/>
                    <a:pt x="13" y="21"/>
                    <a:pt x="13" y="21"/>
                  </a:cubicBezTo>
                  <a:cubicBezTo>
                    <a:pt x="14" y="21"/>
                    <a:pt x="14" y="21"/>
                    <a:pt x="14" y="21"/>
                  </a:cubicBezTo>
                  <a:cubicBezTo>
                    <a:pt x="14" y="21"/>
                    <a:pt x="14" y="21"/>
                    <a:pt x="14" y="21"/>
                  </a:cubicBezTo>
                  <a:cubicBezTo>
                    <a:pt x="14" y="21"/>
                    <a:pt x="14" y="21"/>
                    <a:pt x="14" y="21"/>
                  </a:cubicBezTo>
                  <a:cubicBezTo>
                    <a:pt x="14" y="21"/>
                    <a:pt x="14" y="21"/>
                    <a:pt x="14" y="21"/>
                  </a:cubicBezTo>
                  <a:cubicBezTo>
                    <a:pt x="16" y="21"/>
                    <a:pt x="16" y="21"/>
                    <a:pt x="16" y="21"/>
                  </a:cubicBezTo>
                  <a:cubicBezTo>
                    <a:pt x="17" y="20"/>
                    <a:pt x="17" y="20"/>
                    <a:pt x="17" y="20"/>
                  </a:cubicBezTo>
                  <a:cubicBezTo>
                    <a:pt x="17" y="19"/>
                    <a:pt x="17" y="19"/>
                    <a:pt x="17" y="19"/>
                  </a:cubicBezTo>
                  <a:cubicBezTo>
                    <a:pt x="17" y="19"/>
                    <a:pt x="17" y="19"/>
                    <a:pt x="17" y="19"/>
                  </a:cubicBezTo>
                  <a:cubicBezTo>
                    <a:pt x="16" y="18"/>
                    <a:pt x="16" y="18"/>
                    <a:pt x="16" y="18"/>
                  </a:cubicBezTo>
                  <a:cubicBezTo>
                    <a:pt x="16" y="18"/>
                    <a:pt x="16" y="18"/>
                    <a:pt x="16" y="18"/>
                  </a:cubicBezTo>
                  <a:cubicBezTo>
                    <a:pt x="14" y="19"/>
                    <a:pt x="14" y="19"/>
                    <a:pt x="14" y="19"/>
                  </a:cubicBezTo>
                  <a:cubicBezTo>
                    <a:pt x="14" y="19"/>
                    <a:pt x="14" y="19"/>
                    <a:pt x="14" y="19"/>
                  </a:cubicBezTo>
                  <a:cubicBezTo>
                    <a:pt x="14" y="19"/>
                    <a:pt x="14" y="19"/>
                    <a:pt x="14" y="19"/>
                  </a:cubicBezTo>
                  <a:cubicBezTo>
                    <a:pt x="14" y="18"/>
                    <a:pt x="14" y="18"/>
                    <a:pt x="14" y="18"/>
                  </a:cubicBezTo>
                  <a:cubicBezTo>
                    <a:pt x="14" y="17"/>
                    <a:pt x="14" y="14"/>
                    <a:pt x="16" y="14"/>
                  </a:cubicBezTo>
                  <a:cubicBezTo>
                    <a:pt x="19" y="14"/>
                    <a:pt x="19" y="14"/>
                    <a:pt x="19" y="14"/>
                  </a:cubicBezTo>
                  <a:cubicBezTo>
                    <a:pt x="19" y="14"/>
                    <a:pt x="20" y="13"/>
                    <a:pt x="21" y="13"/>
                  </a:cubicBezTo>
                  <a:cubicBezTo>
                    <a:pt x="22" y="13"/>
                    <a:pt x="23" y="13"/>
                    <a:pt x="24" y="13"/>
                  </a:cubicBezTo>
                  <a:cubicBezTo>
                    <a:pt x="24" y="13"/>
                    <a:pt x="24" y="13"/>
                    <a:pt x="24" y="13"/>
                  </a:cubicBezTo>
                  <a:cubicBezTo>
                    <a:pt x="24" y="13"/>
                    <a:pt x="24" y="13"/>
                    <a:pt x="24" y="13"/>
                  </a:cubicBezTo>
                  <a:cubicBezTo>
                    <a:pt x="26" y="13"/>
                    <a:pt x="26" y="13"/>
                    <a:pt x="26" y="13"/>
                  </a:cubicBezTo>
                  <a:cubicBezTo>
                    <a:pt x="26" y="13"/>
                    <a:pt x="26" y="13"/>
                    <a:pt x="26" y="13"/>
                  </a:cubicBezTo>
                  <a:cubicBezTo>
                    <a:pt x="27" y="13"/>
                    <a:pt x="27" y="13"/>
                    <a:pt x="27" y="13"/>
                  </a:cubicBezTo>
                  <a:cubicBezTo>
                    <a:pt x="27" y="14"/>
                    <a:pt x="27" y="14"/>
                    <a:pt x="27" y="14"/>
                  </a:cubicBezTo>
                  <a:cubicBezTo>
                    <a:pt x="27" y="14"/>
                    <a:pt x="27" y="14"/>
                    <a:pt x="27" y="14"/>
                  </a:cubicBezTo>
                  <a:cubicBezTo>
                    <a:pt x="28" y="13"/>
                    <a:pt x="28" y="13"/>
                    <a:pt x="28" y="13"/>
                  </a:cubicBezTo>
                  <a:cubicBezTo>
                    <a:pt x="28" y="12"/>
                    <a:pt x="28" y="12"/>
                    <a:pt x="28" y="12"/>
                  </a:cubicBezTo>
                  <a:cubicBezTo>
                    <a:pt x="28" y="13"/>
                    <a:pt x="28" y="13"/>
                    <a:pt x="28" y="13"/>
                  </a:cubicBezTo>
                  <a:cubicBezTo>
                    <a:pt x="29" y="15"/>
                    <a:pt x="29" y="15"/>
                    <a:pt x="29" y="15"/>
                  </a:cubicBezTo>
                  <a:cubicBezTo>
                    <a:pt x="29" y="16"/>
                    <a:pt x="29" y="16"/>
                    <a:pt x="29" y="16"/>
                  </a:cubicBezTo>
                  <a:cubicBezTo>
                    <a:pt x="29" y="16"/>
                    <a:pt x="29" y="16"/>
                    <a:pt x="29" y="16"/>
                  </a:cubicBezTo>
                  <a:cubicBezTo>
                    <a:pt x="28" y="16"/>
                    <a:pt x="28" y="16"/>
                    <a:pt x="28" y="16"/>
                  </a:cubicBezTo>
                  <a:cubicBezTo>
                    <a:pt x="28" y="16"/>
                    <a:pt x="28" y="16"/>
                    <a:pt x="28" y="16"/>
                  </a:cubicBezTo>
                  <a:cubicBezTo>
                    <a:pt x="28" y="16"/>
                    <a:pt x="29" y="17"/>
                    <a:pt x="30" y="19"/>
                  </a:cubicBezTo>
                  <a:cubicBezTo>
                    <a:pt x="31" y="18"/>
                    <a:pt x="31" y="18"/>
                    <a:pt x="31" y="18"/>
                  </a:cubicBezTo>
                  <a:cubicBezTo>
                    <a:pt x="31" y="17"/>
                    <a:pt x="32" y="16"/>
                    <a:pt x="32" y="16"/>
                  </a:cubicBezTo>
                  <a:cubicBezTo>
                    <a:pt x="32" y="15"/>
                    <a:pt x="32" y="15"/>
                    <a:pt x="32" y="15"/>
                  </a:cubicBezTo>
                  <a:cubicBezTo>
                    <a:pt x="32" y="15"/>
                    <a:pt x="32" y="15"/>
                    <a:pt x="32" y="15"/>
                  </a:cubicBezTo>
                  <a:cubicBezTo>
                    <a:pt x="33" y="16"/>
                    <a:pt x="33" y="16"/>
                    <a:pt x="33" y="16"/>
                  </a:cubicBezTo>
                  <a:cubicBezTo>
                    <a:pt x="33" y="14"/>
                    <a:pt x="34" y="11"/>
                    <a:pt x="34" y="11"/>
                  </a:cubicBezTo>
                  <a:cubicBezTo>
                    <a:pt x="34" y="10"/>
                    <a:pt x="34" y="10"/>
                    <a:pt x="34" y="10"/>
                  </a:cubicBezTo>
                  <a:cubicBezTo>
                    <a:pt x="34" y="10"/>
                    <a:pt x="34" y="10"/>
                    <a:pt x="34" y="10"/>
                  </a:cubicBezTo>
                  <a:cubicBezTo>
                    <a:pt x="35" y="12"/>
                    <a:pt x="35" y="12"/>
                    <a:pt x="35" y="12"/>
                  </a:cubicBezTo>
                  <a:cubicBezTo>
                    <a:pt x="35" y="11"/>
                    <a:pt x="35" y="9"/>
                    <a:pt x="35" y="8"/>
                  </a:cubicBezTo>
                  <a:cubicBezTo>
                    <a:pt x="35" y="4"/>
                    <a:pt x="35" y="0"/>
                    <a:pt x="35" y="0"/>
                  </a:cubicBezTo>
                  <a:cubicBezTo>
                    <a:pt x="35" y="0"/>
                    <a:pt x="35" y="0"/>
                    <a:pt x="35" y="0"/>
                  </a:cubicBezTo>
                  <a:cubicBezTo>
                    <a:pt x="35" y="0"/>
                    <a:pt x="35" y="0"/>
                    <a:pt x="35" y="0"/>
                  </a:cubicBezTo>
                  <a:cubicBezTo>
                    <a:pt x="38" y="0"/>
                    <a:pt x="40" y="6"/>
                    <a:pt x="40" y="9"/>
                  </a:cubicBezTo>
                  <a:cubicBezTo>
                    <a:pt x="40" y="9"/>
                    <a:pt x="40" y="9"/>
                    <a:pt x="40" y="9"/>
                  </a:cubicBezTo>
                  <a:cubicBezTo>
                    <a:pt x="40" y="10"/>
                    <a:pt x="40" y="10"/>
                    <a:pt x="40" y="10"/>
                  </a:cubicBezTo>
                  <a:cubicBezTo>
                    <a:pt x="40" y="11"/>
                    <a:pt x="40" y="11"/>
                    <a:pt x="40" y="11"/>
                  </a:cubicBezTo>
                  <a:cubicBezTo>
                    <a:pt x="41" y="10"/>
                    <a:pt x="42" y="8"/>
                    <a:pt x="43" y="6"/>
                  </a:cubicBezTo>
                  <a:cubicBezTo>
                    <a:pt x="45" y="4"/>
                    <a:pt x="46" y="2"/>
                    <a:pt x="46" y="2"/>
                  </a:cubicBezTo>
                  <a:cubicBezTo>
                    <a:pt x="46" y="1"/>
                    <a:pt x="46" y="1"/>
                    <a:pt x="46" y="1"/>
                  </a:cubicBezTo>
                  <a:cubicBezTo>
                    <a:pt x="46" y="2"/>
                    <a:pt x="46" y="2"/>
                    <a:pt x="46" y="2"/>
                  </a:cubicBezTo>
                  <a:cubicBezTo>
                    <a:pt x="47" y="3"/>
                    <a:pt x="48" y="4"/>
                    <a:pt x="48" y="5"/>
                  </a:cubicBezTo>
                  <a:cubicBezTo>
                    <a:pt x="47" y="9"/>
                    <a:pt x="45" y="13"/>
                    <a:pt x="44" y="15"/>
                  </a:cubicBezTo>
                  <a:cubicBezTo>
                    <a:pt x="45" y="14"/>
                    <a:pt x="47" y="12"/>
                    <a:pt x="47" y="12"/>
                  </a:cubicBezTo>
                  <a:cubicBezTo>
                    <a:pt x="47" y="12"/>
                    <a:pt x="47" y="12"/>
                    <a:pt x="47" y="12"/>
                  </a:cubicBezTo>
                  <a:cubicBezTo>
                    <a:pt x="47" y="12"/>
                    <a:pt x="47" y="12"/>
                    <a:pt x="47" y="12"/>
                  </a:cubicBezTo>
                  <a:cubicBezTo>
                    <a:pt x="48" y="14"/>
                    <a:pt x="48" y="14"/>
                    <a:pt x="48" y="14"/>
                  </a:cubicBezTo>
                  <a:cubicBezTo>
                    <a:pt x="48" y="17"/>
                    <a:pt x="45" y="20"/>
                    <a:pt x="44" y="21"/>
                  </a:cubicBezTo>
                  <a:cubicBezTo>
                    <a:pt x="45" y="21"/>
                    <a:pt x="47" y="20"/>
                    <a:pt x="47" y="20"/>
                  </a:cubicBezTo>
                  <a:cubicBezTo>
                    <a:pt x="47" y="20"/>
                    <a:pt x="47" y="20"/>
                    <a:pt x="47" y="20"/>
                  </a:cubicBezTo>
                  <a:cubicBezTo>
                    <a:pt x="47" y="21"/>
                    <a:pt x="47" y="21"/>
                    <a:pt x="47" y="21"/>
                  </a:cubicBezTo>
                  <a:cubicBezTo>
                    <a:pt x="47" y="21"/>
                    <a:pt x="47" y="21"/>
                    <a:pt x="47" y="21"/>
                  </a:cubicBezTo>
                  <a:cubicBezTo>
                    <a:pt x="47" y="24"/>
                    <a:pt x="44" y="27"/>
                    <a:pt x="43" y="28"/>
                  </a:cubicBezTo>
                  <a:cubicBezTo>
                    <a:pt x="45" y="28"/>
                    <a:pt x="46" y="29"/>
                    <a:pt x="46" y="29"/>
                  </a:cubicBezTo>
                  <a:cubicBezTo>
                    <a:pt x="46" y="29"/>
                    <a:pt x="46" y="29"/>
                    <a:pt x="46" y="29"/>
                  </a:cubicBezTo>
                  <a:cubicBezTo>
                    <a:pt x="46" y="29"/>
                    <a:pt x="46" y="29"/>
                    <a:pt x="46" y="29"/>
                  </a:cubicBezTo>
                  <a:cubicBezTo>
                    <a:pt x="45" y="31"/>
                    <a:pt x="44" y="32"/>
                    <a:pt x="43" y="33"/>
                  </a:cubicBezTo>
                  <a:cubicBezTo>
                    <a:pt x="43" y="33"/>
                    <a:pt x="43" y="33"/>
                    <a:pt x="43" y="33"/>
                  </a:cubicBezTo>
                  <a:cubicBezTo>
                    <a:pt x="43" y="33"/>
                    <a:pt x="43" y="33"/>
                    <a:pt x="43" y="33"/>
                  </a:cubicBezTo>
                  <a:cubicBezTo>
                    <a:pt x="46" y="33"/>
                    <a:pt x="48" y="35"/>
                    <a:pt x="48" y="38"/>
                  </a:cubicBezTo>
                  <a:cubicBezTo>
                    <a:pt x="48" y="38"/>
                    <a:pt x="48" y="38"/>
                    <a:pt x="48" y="38"/>
                  </a:cubicBezTo>
                  <a:cubicBezTo>
                    <a:pt x="48" y="41"/>
                    <a:pt x="47" y="42"/>
                    <a:pt x="47" y="43"/>
                  </a:cubicBezTo>
                  <a:cubicBezTo>
                    <a:pt x="47" y="43"/>
                    <a:pt x="47" y="43"/>
                    <a:pt x="47" y="43"/>
                  </a:cubicBezTo>
                  <a:cubicBezTo>
                    <a:pt x="47" y="44"/>
                    <a:pt x="48" y="44"/>
                    <a:pt x="48" y="48"/>
                  </a:cubicBezTo>
                  <a:cubicBezTo>
                    <a:pt x="48" y="49"/>
                    <a:pt x="48" y="49"/>
                    <a:pt x="48" y="49"/>
                  </a:cubicBezTo>
                  <a:cubicBezTo>
                    <a:pt x="48" y="51"/>
                    <a:pt x="46" y="51"/>
                    <a:pt x="45" y="51"/>
                  </a:cubicBezTo>
                  <a:cubicBezTo>
                    <a:pt x="45" y="51"/>
                    <a:pt x="45" y="51"/>
                    <a:pt x="45" y="51"/>
                  </a:cubicBezTo>
                  <a:cubicBezTo>
                    <a:pt x="44" y="51"/>
                    <a:pt x="44" y="51"/>
                    <a:pt x="44" y="51"/>
                  </a:cubicBezTo>
                  <a:cubicBezTo>
                    <a:pt x="44" y="51"/>
                    <a:pt x="44" y="51"/>
                    <a:pt x="44" y="51"/>
                  </a:cubicBezTo>
                  <a:cubicBezTo>
                    <a:pt x="44" y="51"/>
                    <a:pt x="44" y="51"/>
                    <a:pt x="44" y="51"/>
                  </a:cubicBezTo>
                  <a:cubicBezTo>
                    <a:pt x="45" y="51"/>
                    <a:pt x="45" y="49"/>
                    <a:pt x="45" y="48"/>
                  </a:cubicBezTo>
                  <a:cubicBezTo>
                    <a:pt x="45" y="48"/>
                    <a:pt x="45" y="48"/>
                    <a:pt x="45" y="48"/>
                  </a:cubicBezTo>
                  <a:cubicBezTo>
                    <a:pt x="46" y="47"/>
                    <a:pt x="43" y="45"/>
                    <a:pt x="43" y="43"/>
                  </a:cubicBezTo>
                  <a:cubicBezTo>
                    <a:pt x="42" y="42"/>
                    <a:pt x="42" y="42"/>
                    <a:pt x="42" y="42"/>
                  </a:cubicBezTo>
                  <a:cubicBezTo>
                    <a:pt x="42" y="40"/>
                    <a:pt x="45" y="39"/>
                    <a:pt x="45" y="39"/>
                  </a:cubicBezTo>
                  <a:cubicBezTo>
                    <a:pt x="46" y="38"/>
                    <a:pt x="46" y="38"/>
                    <a:pt x="46" y="38"/>
                  </a:cubicBezTo>
                  <a:cubicBezTo>
                    <a:pt x="46" y="38"/>
                    <a:pt x="46" y="38"/>
                    <a:pt x="46" y="38"/>
                  </a:cubicBezTo>
                  <a:cubicBezTo>
                    <a:pt x="46" y="36"/>
                    <a:pt x="44" y="36"/>
                    <a:pt x="44" y="36"/>
                  </a:cubicBezTo>
                  <a:cubicBezTo>
                    <a:pt x="44" y="36"/>
                    <a:pt x="44" y="36"/>
                    <a:pt x="44" y="36"/>
                  </a:cubicBezTo>
                  <a:cubicBezTo>
                    <a:pt x="43" y="36"/>
                    <a:pt x="43" y="36"/>
                    <a:pt x="43" y="36"/>
                  </a:cubicBezTo>
                  <a:cubicBezTo>
                    <a:pt x="43" y="36"/>
                    <a:pt x="43" y="36"/>
                    <a:pt x="43" y="36"/>
                  </a:cubicBezTo>
                  <a:cubicBezTo>
                    <a:pt x="43" y="36"/>
                    <a:pt x="43" y="36"/>
                    <a:pt x="43" y="36"/>
                  </a:cubicBezTo>
                  <a:cubicBezTo>
                    <a:pt x="43" y="36"/>
                    <a:pt x="43" y="36"/>
                    <a:pt x="43" y="36"/>
                  </a:cubicBezTo>
                  <a:cubicBezTo>
                    <a:pt x="41" y="36"/>
                    <a:pt x="41" y="36"/>
                    <a:pt x="41" y="36"/>
                  </a:cubicBezTo>
                  <a:cubicBezTo>
                    <a:pt x="42" y="37"/>
                    <a:pt x="42" y="37"/>
                    <a:pt x="42" y="37"/>
                  </a:cubicBezTo>
                  <a:cubicBezTo>
                    <a:pt x="42" y="38"/>
                    <a:pt x="42" y="38"/>
                    <a:pt x="42" y="38"/>
                  </a:cubicBezTo>
                  <a:cubicBezTo>
                    <a:pt x="41" y="38"/>
                    <a:pt x="41" y="38"/>
                    <a:pt x="41" y="38"/>
                  </a:cubicBezTo>
                  <a:cubicBezTo>
                    <a:pt x="40" y="38"/>
                    <a:pt x="40" y="38"/>
                    <a:pt x="40" y="38"/>
                  </a:cubicBezTo>
                  <a:cubicBezTo>
                    <a:pt x="40" y="39"/>
                    <a:pt x="40" y="40"/>
                    <a:pt x="40" y="41"/>
                  </a:cubicBezTo>
                  <a:cubicBezTo>
                    <a:pt x="40" y="41"/>
                    <a:pt x="40" y="41"/>
                    <a:pt x="40" y="41"/>
                  </a:cubicBezTo>
                  <a:cubicBezTo>
                    <a:pt x="40" y="48"/>
                    <a:pt x="47" y="54"/>
                    <a:pt x="47" y="59"/>
                  </a:cubicBezTo>
                  <a:cubicBezTo>
                    <a:pt x="47" y="62"/>
                    <a:pt x="44" y="65"/>
                    <a:pt x="43" y="66"/>
                  </a:cubicBezTo>
                  <a:cubicBezTo>
                    <a:pt x="44" y="68"/>
                    <a:pt x="44" y="68"/>
                    <a:pt x="44" y="68"/>
                  </a:cubicBezTo>
                  <a:cubicBezTo>
                    <a:pt x="45" y="68"/>
                    <a:pt x="45" y="68"/>
                    <a:pt x="45" y="68"/>
                  </a:cubicBezTo>
                  <a:cubicBezTo>
                    <a:pt x="43" y="69"/>
                    <a:pt x="43" y="69"/>
                    <a:pt x="43" y="69"/>
                  </a:cubicBezTo>
                  <a:cubicBezTo>
                    <a:pt x="44" y="70"/>
                    <a:pt x="44" y="70"/>
                    <a:pt x="44" y="70"/>
                  </a:cubicBezTo>
                  <a:cubicBezTo>
                    <a:pt x="43" y="70"/>
                    <a:pt x="43" y="70"/>
                    <a:pt x="43" y="70"/>
                  </a:cubicBezTo>
                  <a:cubicBezTo>
                    <a:pt x="43" y="71"/>
                    <a:pt x="43" y="71"/>
                    <a:pt x="43" y="71"/>
                  </a:cubicBezTo>
                  <a:cubicBezTo>
                    <a:pt x="43" y="72"/>
                    <a:pt x="43" y="72"/>
                    <a:pt x="43" y="72"/>
                  </a:cubicBezTo>
                  <a:cubicBezTo>
                    <a:pt x="42" y="72"/>
                    <a:pt x="42" y="72"/>
                    <a:pt x="42" y="72"/>
                  </a:cubicBezTo>
                  <a:cubicBezTo>
                    <a:pt x="43" y="73"/>
                    <a:pt x="43" y="73"/>
                    <a:pt x="43" y="73"/>
                  </a:cubicBezTo>
                  <a:cubicBezTo>
                    <a:pt x="43" y="73"/>
                    <a:pt x="43" y="73"/>
                    <a:pt x="43" y="73"/>
                  </a:cubicBezTo>
                  <a:cubicBezTo>
                    <a:pt x="42" y="73"/>
                    <a:pt x="42" y="73"/>
                    <a:pt x="42" y="73"/>
                  </a:cubicBezTo>
                  <a:cubicBezTo>
                    <a:pt x="42" y="74"/>
                    <a:pt x="42" y="74"/>
                    <a:pt x="42" y="74"/>
                  </a:cubicBezTo>
                  <a:cubicBezTo>
                    <a:pt x="42" y="75"/>
                    <a:pt x="42" y="75"/>
                    <a:pt x="42" y="75"/>
                  </a:cubicBezTo>
                  <a:cubicBezTo>
                    <a:pt x="41" y="75"/>
                    <a:pt x="41" y="75"/>
                    <a:pt x="41" y="75"/>
                  </a:cubicBezTo>
                  <a:cubicBezTo>
                    <a:pt x="41" y="77"/>
                    <a:pt x="41" y="77"/>
                    <a:pt x="41" y="77"/>
                  </a:cubicBezTo>
                  <a:cubicBezTo>
                    <a:pt x="42" y="77"/>
                    <a:pt x="42" y="77"/>
                    <a:pt x="42" y="77"/>
                  </a:cubicBezTo>
                  <a:cubicBezTo>
                    <a:pt x="40" y="77"/>
                    <a:pt x="40" y="77"/>
                    <a:pt x="40" y="77"/>
                  </a:cubicBezTo>
                  <a:cubicBezTo>
                    <a:pt x="41" y="79"/>
                    <a:pt x="41" y="79"/>
                    <a:pt x="41" y="79"/>
                  </a:cubicBezTo>
                  <a:cubicBezTo>
                    <a:pt x="43" y="82"/>
                    <a:pt x="43" y="82"/>
                    <a:pt x="43" y="82"/>
                  </a:cubicBezTo>
                  <a:cubicBezTo>
                    <a:pt x="43" y="83"/>
                    <a:pt x="42" y="84"/>
                    <a:pt x="42" y="86"/>
                  </a:cubicBezTo>
                  <a:cubicBezTo>
                    <a:pt x="42" y="87"/>
                    <a:pt x="42" y="88"/>
                    <a:pt x="42" y="88"/>
                  </a:cubicBezTo>
                  <a:cubicBezTo>
                    <a:pt x="43" y="93"/>
                    <a:pt x="43" y="93"/>
                    <a:pt x="43" y="93"/>
                  </a:cubicBezTo>
                  <a:cubicBezTo>
                    <a:pt x="43" y="95"/>
                    <a:pt x="43" y="95"/>
                    <a:pt x="43" y="95"/>
                  </a:cubicBezTo>
                  <a:cubicBezTo>
                    <a:pt x="42" y="99"/>
                    <a:pt x="42" y="99"/>
                    <a:pt x="42" y="99"/>
                  </a:cubicBezTo>
                  <a:cubicBezTo>
                    <a:pt x="42" y="100"/>
                    <a:pt x="41" y="100"/>
                    <a:pt x="40" y="100"/>
                  </a:cubicBezTo>
                  <a:cubicBezTo>
                    <a:pt x="39" y="100"/>
                    <a:pt x="39" y="100"/>
                    <a:pt x="39" y="100"/>
                  </a:cubicBezTo>
                  <a:cubicBezTo>
                    <a:pt x="38" y="100"/>
                    <a:pt x="36" y="100"/>
                    <a:pt x="35" y="100"/>
                  </a:cubicBezTo>
                  <a:cubicBezTo>
                    <a:pt x="34" y="100"/>
                    <a:pt x="32" y="99"/>
                    <a:pt x="31" y="98"/>
                  </a:cubicBezTo>
                  <a:cubicBezTo>
                    <a:pt x="30" y="97"/>
                    <a:pt x="30" y="97"/>
                    <a:pt x="30" y="97"/>
                  </a:cubicBezTo>
                  <a:cubicBezTo>
                    <a:pt x="30" y="97"/>
                    <a:pt x="30" y="97"/>
                    <a:pt x="30" y="97"/>
                  </a:cubicBezTo>
                  <a:cubicBezTo>
                    <a:pt x="32" y="95"/>
                    <a:pt x="32" y="95"/>
                    <a:pt x="32" y="95"/>
                  </a:cubicBezTo>
                  <a:cubicBezTo>
                    <a:pt x="33" y="95"/>
                    <a:pt x="33" y="95"/>
                    <a:pt x="33" y="95"/>
                  </a:cubicBezTo>
                  <a:cubicBezTo>
                    <a:pt x="34" y="95"/>
                    <a:pt x="34" y="95"/>
                    <a:pt x="34" y="95"/>
                  </a:cubicBezTo>
                  <a:cubicBezTo>
                    <a:pt x="34" y="95"/>
                    <a:pt x="34" y="95"/>
                    <a:pt x="34" y="95"/>
                  </a:cubicBezTo>
                  <a:cubicBezTo>
                    <a:pt x="34" y="95"/>
                    <a:pt x="34" y="95"/>
                    <a:pt x="34" y="95"/>
                  </a:cubicBezTo>
                  <a:cubicBezTo>
                    <a:pt x="35" y="95"/>
                    <a:pt x="35" y="95"/>
                    <a:pt x="35" y="95"/>
                  </a:cubicBezTo>
                  <a:cubicBezTo>
                    <a:pt x="36" y="95"/>
                    <a:pt x="36" y="96"/>
                    <a:pt x="37" y="96"/>
                  </a:cubicBezTo>
                  <a:cubicBezTo>
                    <a:pt x="37" y="96"/>
                    <a:pt x="37" y="96"/>
                    <a:pt x="37" y="96"/>
                  </a:cubicBezTo>
                  <a:cubicBezTo>
                    <a:pt x="39" y="96"/>
                    <a:pt x="39" y="94"/>
                    <a:pt x="39" y="93"/>
                  </a:cubicBezTo>
                  <a:cubicBezTo>
                    <a:pt x="39" y="92"/>
                    <a:pt x="39" y="92"/>
                    <a:pt x="39" y="92"/>
                  </a:cubicBezTo>
                  <a:cubicBezTo>
                    <a:pt x="39" y="91"/>
                    <a:pt x="39" y="91"/>
                    <a:pt x="38" y="90"/>
                  </a:cubicBezTo>
                  <a:cubicBezTo>
                    <a:pt x="38" y="89"/>
                    <a:pt x="38" y="88"/>
                    <a:pt x="38" y="87"/>
                  </a:cubicBezTo>
                  <a:cubicBezTo>
                    <a:pt x="38" y="86"/>
                    <a:pt x="38" y="86"/>
                    <a:pt x="38" y="86"/>
                  </a:cubicBezTo>
                  <a:cubicBezTo>
                    <a:pt x="38" y="85"/>
                    <a:pt x="38" y="85"/>
                    <a:pt x="37" y="84"/>
                  </a:cubicBezTo>
                  <a:cubicBezTo>
                    <a:pt x="36" y="83"/>
                    <a:pt x="36" y="82"/>
                    <a:pt x="36" y="81"/>
                  </a:cubicBezTo>
                  <a:cubicBezTo>
                    <a:pt x="36" y="80"/>
                    <a:pt x="36" y="79"/>
                    <a:pt x="35" y="78"/>
                  </a:cubicBezTo>
                  <a:cubicBezTo>
                    <a:pt x="33" y="77"/>
                    <a:pt x="32" y="75"/>
                    <a:pt x="32" y="74"/>
                  </a:cubicBezTo>
                  <a:cubicBezTo>
                    <a:pt x="31" y="72"/>
                    <a:pt x="31" y="72"/>
                    <a:pt x="31" y="72"/>
                  </a:cubicBezTo>
                  <a:cubicBezTo>
                    <a:pt x="30" y="70"/>
                    <a:pt x="30" y="70"/>
                    <a:pt x="30" y="70"/>
                  </a:cubicBezTo>
                  <a:cubicBezTo>
                    <a:pt x="30" y="70"/>
                    <a:pt x="30" y="70"/>
                    <a:pt x="30" y="70"/>
                  </a:cubicBezTo>
                  <a:cubicBezTo>
                    <a:pt x="29" y="69"/>
                    <a:pt x="29" y="69"/>
                    <a:pt x="28" y="68"/>
                  </a:cubicBezTo>
                  <a:cubicBezTo>
                    <a:pt x="27" y="67"/>
                    <a:pt x="27" y="67"/>
                    <a:pt x="27" y="67"/>
                  </a:cubicBezTo>
                  <a:cubicBezTo>
                    <a:pt x="27" y="68"/>
                    <a:pt x="27" y="68"/>
                    <a:pt x="27" y="68"/>
                  </a:cubicBezTo>
                  <a:cubicBezTo>
                    <a:pt x="27" y="68"/>
                    <a:pt x="27" y="68"/>
                    <a:pt x="27" y="68"/>
                  </a:cubicBezTo>
                  <a:cubicBezTo>
                    <a:pt x="27" y="68"/>
                    <a:pt x="27" y="68"/>
                    <a:pt x="27" y="68"/>
                  </a:cubicBezTo>
                  <a:cubicBezTo>
                    <a:pt x="27" y="68"/>
                    <a:pt x="27" y="68"/>
                    <a:pt x="27" y="68"/>
                  </a:cubicBezTo>
                  <a:cubicBezTo>
                    <a:pt x="27" y="69"/>
                    <a:pt x="27" y="69"/>
                    <a:pt x="27" y="69"/>
                  </a:cubicBezTo>
                  <a:cubicBezTo>
                    <a:pt x="28" y="71"/>
                    <a:pt x="28" y="71"/>
                    <a:pt x="28" y="71"/>
                  </a:cubicBezTo>
                  <a:cubicBezTo>
                    <a:pt x="28" y="72"/>
                    <a:pt x="28" y="72"/>
                    <a:pt x="28" y="72"/>
                  </a:cubicBezTo>
                  <a:cubicBezTo>
                    <a:pt x="28" y="74"/>
                    <a:pt x="28" y="74"/>
                    <a:pt x="28" y="74"/>
                  </a:cubicBezTo>
                  <a:cubicBezTo>
                    <a:pt x="26" y="75"/>
                    <a:pt x="26" y="75"/>
                    <a:pt x="26" y="75"/>
                  </a:cubicBezTo>
                  <a:cubicBezTo>
                    <a:pt x="25" y="76"/>
                    <a:pt x="25" y="76"/>
                    <a:pt x="25" y="76"/>
                  </a:cubicBezTo>
                  <a:cubicBezTo>
                    <a:pt x="23" y="78"/>
                    <a:pt x="23" y="78"/>
                    <a:pt x="23" y="78"/>
                  </a:cubicBezTo>
                  <a:cubicBezTo>
                    <a:pt x="22" y="79"/>
                    <a:pt x="22" y="79"/>
                    <a:pt x="22" y="79"/>
                  </a:cubicBezTo>
                  <a:cubicBezTo>
                    <a:pt x="21" y="81"/>
                    <a:pt x="21" y="81"/>
                    <a:pt x="21" y="81"/>
                  </a:cubicBezTo>
                  <a:cubicBezTo>
                    <a:pt x="20" y="82"/>
                    <a:pt x="19" y="83"/>
                    <a:pt x="18" y="83"/>
                  </a:cubicBezTo>
                  <a:cubicBezTo>
                    <a:pt x="16" y="83"/>
                    <a:pt x="15" y="80"/>
                    <a:pt x="14" y="79"/>
                  </a:cubicBezTo>
                  <a:cubicBezTo>
                    <a:pt x="14" y="78"/>
                    <a:pt x="13" y="76"/>
                    <a:pt x="13" y="75"/>
                  </a:cubicBezTo>
                  <a:cubicBezTo>
                    <a:pt x="13" y="72"/>
                    <a:pt x="13" y="72"/>
                    <a:pt x="13" y="72"/>
                  </a:cubicBezTo>
                  <a:cubicBezTo>
                    <a:pt x="13" y="72"/>
                    <a:pt x="13" y="72"/>
                    <a:pt x="13" y="72"/>
                  </a:cubicBezTo>
                  <a:cubicBezTo>
                    <a:pt x="14" y="72"/>
                    <a:pt x="14" y="72"/>
                    <a:pt x="14" y="72"/>
                  </a:cubicBezTo>
                  <a:cubicBezTo>
                    <a:pt x="15" y="73"/>
                    <a:pt x="15" y="73"/>
                    <a:pt x="15" y="73"/>
                  </a:cubicBezTo>
                  <a:cubicBezTo>
                    <a:pt x="16" y="74"/>
                    <a:pt x="16" y="74"/>
                    <a:pt x="16" y="74"/>
                  </a:cubicBezTo>
                  <a:cubicBezTo>
                    <a:pt x="17" y="75"/>
                    <a:pt x="17" y="75"/>
                    <a:pt x="17" y="75"/>
                  </a:cubicBezTo>
                  <a:cubicBezTo>
                    <a:pt x="18" y="77"/>
                    <a:pt x="18" y="77"/>
                    <a:pt x="18" y="77"/>
                  </a:cubicBezTo>
                  <a:cubicBezTo>
                    <a:pt x="18" y="77"/>
                    <a:pt x="18" y="77"/>
                    <a:pt x="18" y="77"/>
                  </a:cubicBezTo>
                  <a:cubicBezTo>
                    <a:pt x="19" y="76"/>
                    <a:pt x="19" y="76"/>
                    <a:pt x="19" y="76"/>
                  </a:cubicBezTo>
                  <a:cubicBezTo>
                    <a:pt x="20" y="76"/>
                    <a:pt x="21" y="74"/>
                    <a:pt x="22" y="73"/>
                  </a:cubicBezTo>
                  <a:cubicBezTo>
                    <a:pt x="22" y="72"/>
                    <a:pt x="23" y="71"/>
                    <a:pt x="23" y="70"/>
                  </a:cubicBezTo>
                  <a:cubicBezTo>
                    <a:pt x="23" y="69"/>
                    <a:pt x="23" y="69"/>
                    <a:pt x="23" y="69"/>
                  </a:cubicBezTo>
                  <a:cubicBezTo>
                    <a:pt x="22" y="68"/>
                    <a:pt x="19" y="66"/>
                    <a:pt x="18" y="65"/>
                  </a:cubicBezTo>
                  <a:cubicBezTo>
                    <a:pt x="18" y="64"/>
                    <a:pt x="18" y="64"/>
                    <a:pt x="18" y="64"/>
                  </a:cubicBezTo>
                  <a:cubicBezTo>
                    <a:pt x="18" y="63"/>
                    <a:pt x="18" y="63"/>
                    <a:pt x="18" y="63"/>
                  </a:cubicBezTo>
                  <a:cubicBezTo>
                    <a:pt x="17" y="62"/>
                    <a:pt x="17" y="61"/>
                    <a:pt x="17" y="61"/>
                  </a:cubicBezTo>
                  <a:cubicBezTo>
                    <a:pt x="17" y="57"/>
                    <a:pt x="20" y="56"/>
                    <a:pt x="22" y="56"/>
                  </a:cubicBezTo>
                  <a:cubicBezTo>
                    <a:pt x="24" y="56"/>
                    <a:pt x="24" y="56"/>
                    <a:pt x="24" y="56"/>
                  </a:cubicBezTo>
                  <a:cubicBezTo>
                    <a:pt x="23" y="56"/>
                    <a:pt x="23" y="56"/>
                    <a:pt x="23" y="56"/>
                  </a:cubicBezTo>
                  <a:cubicBezTo>
                    <a:pt x="22" y="54"/>
                    <a:pt x="22" y="54"/>
                    <a:pt x="22" y="54"/>
                  </a:cubicBezTo>
                  <a:cubicBezTo>
                    <a:pt x="20" y="53"/>
                    <a:pt x="20" y="53"/>
                    <a:pt x="20" y="53"/>
                  </a:cubicBezTo>
                  <a:cubicBezTo>
                    <a:pt x="20" y="52"/>
                    <a:pt x="20" y="52"/>
                    <a:pt x="20" y="52"/>
                  </a:cubicBezTo>
                  <a:cubicBezTo>
                    <a:pt x="20" y="52"/>
                    <a:pt x="20" y="52"/>
                    <a:pt x="20" y="52"/>
                  </a:cubicBezTo>
                  <a:cubicBezTo>
                    <a:pt x="20" y="52"/>
                    <a:pt x="20" y="52"/>
                    <a:pt x="20" y="52"/>
                  </a:cubicBezTo>
                  <a:cubicBezTo>
                    <a:pt x="20" y="51"/>
                    <a:pt x="20" y="51"/>
                    <a:pt x="20" y="51"/>
                  </a:cubicBezTo>
                  <a:cubicBezTo>
                    <a:pt x="17" y="52"/>
                    <a:pt x="16" y="56"/>
                    <a:pt x="16" y="56"/>
                  </a:cubicBezTo>
                  <a:cubicBezTo>
                    <a:pt x="16" y="57"/>
                    <a:pt x="16" y="57"/>
                    <a:pt x="16" y="57"/>
                  </a:cubicBezTo>
                  <a:cubicBezTo>
                    <a:pt x="16" y="56"/>
                    <a:pt x="16" y="56"/>
                    <a:pt x="16" y="56"/>
                  </a:cubicBezTo>
                  <a:cubicBezTo>
                    <a:pt x="15" y="55"/>
                    <a:pt x="15" y="54"/>
                    <a:pt x="15" y="53"/>
                  </a:cubicBezTo>
                  <a:cubicBezTo>
                    <a:pt x="13" y="54"/>
                    <a:pt x="13" y="54"/>
                    <a:pt x="13" y="54"/>
                  </a:cubicBezTo>
                  <a:cubicBezTo>
                    <a:pt x="12" y="54"/>
                    <a:pt x="12" y="54"/>
                    <a:pt x="11" y="55"/>
                  </a:cubicBezTo>
                  <a:cubicBezTo>
                    <a:pt x="10" y="55"/>
                    <a:pt x="10" y="55"/>
                    <a:pt x="9" y="56"/>
                  </a:cubicBezTo>
                  <a:cubicBezTo>
                    <a:pt x="9" y="56"/>
                    <a:pt x="9" y="56"/>
                    <a:pt x="9" y="56"/>
                  </a:cubicBezTo>
                  <a:cubicBezTo>
                    <a:pt x="10" y="57"/>
                    <a:pt x="10" y="57"/>
                    <a:pt x="10" y="57"/>
                  </a:cubicBezTo>
                  <a:cubicBezTo>
                    <a:pt x="11" y="58"/>
                    <a:pt x="11" y="58"/>
                    <a:pt x="11" y="58"/>
                  </a:cubicBezTo>
                  <a:cubicBezTo>
                    <a:pt x="12" y="60"/>
                    <a:pt x="12" y="60"/>
                    <a:pt x="12" y="60"/>
                  </a:cubicBezTo>
                  <a:cubicBezTo>
                    <a:pt x="12" y="60"/>
                    <a:pt x="12" y="60"/>
                    <a:pt x="12" y="60"/>
                  </a:cubicBezTo>
                  <a:cubicBezTo>
                    <a:pt x="11" y="61"/>
                    <a:pt x="11" y="61"/>
                    <a:pt x="11" y="61"/>
                  </a:cubicBezTo>
                  <a:cubicBezTo>
                    <a:pt x="11" y="62"/>
                    <a:pt x="11" y="62"/>
                    <a:pt x="11" y="62"/>
                  </a:cubicBezTo>
                  <a:cubicBezTo>
                    <a:pt x="10" y="63"/>
                    <a:pt x="10" y="63"/>
                    <a:pt x="10" y="63"/>
                  </a:cubicBezTo>
                  <a:cubicBezTo>
                    <a:pt x="9" y="63"/>
                    <a:pt x="9" y="63"/>
                    <a:pt x="9" y="63"/>
                  </a:cubicBezTo>
                  <a:cubicBezTo>
                    <a:pt x="9" y="63"/>
                    <a:pt x="9" y="63"/>
                    <a:pt x="9" y="63"/>
                  </a:cubicBezTo>
                  <a:cubicBezTo>
                    <a:pt x="9" y="62"/>
                    <a:pt x="9" y="62"/>
                    <a:pt x="9" y="62"/>
                  </a:cubicBezTo>
                  <a:cubicBezTo>
                    <a:pt x="10" y="62"/>
                    <a:pt x="10" y="62"/>
                    <a:pt x="10" y="62"/>
                  </a:cubicBezTo>
                  <a:cubicBezTo>
                    <a:pt x="10" y="61"/>
                    <a:pt x="10" y="61"/>
                    <a:pt x="10" y="61"/>
                  </a:cubicBezTo>
                  <a:cubicBezTo>
                    <a:pt x="10" y="61"/>
                    <a:pt x="10" y="61"/>
                    <a:pt x="10" y="61"/>
                  </a:cubicBezTo>
                  <a:cubicBezTo>
                    <a:pt x="9" y="61"/>
                    <a:pt x="9" y="61"/>
                    <a:pt x="9" y="61"/>
                  </a:cubicBezTo>
                  <a:cubicBezTo>
                    <a:pt x="8" y="58"/>
                    <a:pt x="8" y="58"/>
                    <a:pt x="8" y="58"/>
                  </a:cubicBezTo>
                  <a:cubicBezTo>
                    <a:pt x="7" y="55"/>
                    <a:pt x="7" y="55"/>
                    <a:pt x="7" y="55"/>
                  </a:cubicBezTo>
                  <a:cubicBezTo>
                    <a:pt x="6" y="54"/>
                    <a:pt x="6" y="52"/>
                    <a:pt x="6" y="52"/>
                  </a:cubicBezTo>
                  <a:cubicBezTo>
                    <a:pt x="5" y="49"/>
                    <a:pt x="5" y="49"/>
                    <a:pt x="5" y="49"/>
                  </a:cubicBezTo>
                  <a:cubicBezTo>
                    <a:pt x="4" y="47"/>
                    <a:pt x="4" y="47"/>
                    <a:pt x="4" y="47"/>
                  </a:cubicBezTo>
                  <a:cubicBezTo>
                    <a:pt x="4" y="46"/>
                    <a:pt x="4" y="46"/>
                    <a:pt x="4" y="46"/>
                  </a:cubicBezTo>
                  <a:cubicBezTo>
                    <a:pt x="5" y="46"/>
                    <a:pt x="5" y="46"/>
                    <a:pt x="5" y="46"/>
                  </a:cubicBezTo>
                  <a:cubicBezTo>
                    <a:pt x="4" y="46"/>
                    <a:pt x="4" y="46"/>
                    <a:pt x="4" y="46"/>
                  </a:cubicBezTo>
                  <a:cubicBezTo>
                    <a:pt x="4" y="46"/>
                    <a:pt x="4" y="46"/>
                    <a:pt x="4" y="46"/>
                  </a:cubicBezTo>
                  <a:cubicBezTo>
                    <a:pt x="4" y="46"/>
                    <a:pt x="4" y="46"/>
                    <a:pt x="4" y="46"/>
                  </a:cubicBezTo>
                  <a:cubicBezTo>
                    <a:pt x="5" y="45"/>
                    <a:pt x="5" y="45"/>
                    <a:pt x="5" y="45"/>
                  </a:cubicBezTo>
                  <a:cubicBezTo>
                    <a:pt x="5" y="45"/>
                    <a:pt x="5" y="45"/>
                    <a:pt x="5" y="45"/>
                  </a:cubicBezTo>
                  <a:cubicBezTo>
                    <a:pt x="5" y="45"/>
                    <a:pt x="5" y="45"/>
                    <a:pt x="5" y="45"/>
                  </a:cubicBezTo>
                  <a:cubicBezTo>
                    <a:pt x="6" y="45"/>
                    <a:pt x="6" y="45"/>
                    <a:pt x="6" y="45"/>
                  </a:cubicBezTo>
                  <a:cubicBezTo>
                    <a:pt x="7" y="45"/>
                    <a:pt x="7" y="45"/>
                    <a:pt x="7" y="45"/>
                  </a:cubicBezTo>
                  <a:cubicBezTo>
                    <a:pt x="8" y="45"/>
                    <a:pt x="8" y="45"/>
                    <a:pt x="8" y="45"/>
                  </a:cubicBezTo>
                  <a:cubicBezTo>
                    <a:pt x="9" y="47"/>
                    <a:pt x="9" y="47"/>
                    <a:pt x="9" y="47"/>
                  </a:cubicBezTo>
                  <a:cubicBezTo>
                    <a:pt x="9" y="47"/>
                    <a:pt x="9" y="47"/>
                    <a:pt x="9" y="47"/>
                  </a:cubicBezTo>
                  <a:cubicBezTo>
                    <a:pt x="9" y="47"/>
                    <a:pt x="9" y="47"/>
                    <a:pt x="9" y="47"/>
                  </a:cubicBezTo>
                  <a:cubicBezTo>
                    <a:pt x="9" y="47"/>
                    <a:pt x="9" y="47"/>
                    <a:pt x="9" y="47"/>
                  </a:cubicBezTo>
                  <a:cubicBezTo>
                    <a:pt x="10" y="48"/>
                    <a:pt x="10" y="48"/>
                    <a:pt x="10" y="48"/>
                  </a:cubicBezTo>
                  <a:cubicBezTo>
                    <a:pt x="9" y="49"/>
                    <a:pt x="9" y="49"/>
                    <a:pt x="9" y="49"/>
                  </a:cubicBezTo>
                  <a:cubicBezTo>
                    <a:pt x="9" y="49"/>
                    <a:pt x="9" y="49"/>
                    <a:pt x="9" y="49"/>
                  </a:cubicBezTo>
                  <a:cubicBezTo>
                    <a:pt x="9" y="49"/>
                    <a:pt x="9" y="49"/>
                    <a:pt x="9" y="49"/>
                  </a:cubicBezTo>
                  <a:cubicBezTo>
                    <a:pt x="9" y="50"/>
                    <a:pt x="9" y="50"/>
                    <a:pt x="9" y="50"/>
                  </a:cubicBezTo>
                  <a:cubicBezTo>
                    <a:pt x="9" y="52"/>
                    <a:pt x="9" y="52"/>
                    <a:pt x="9" y="52"/>
                  </a:cubicBezTo>
                  <a:cubicBezTo>
                    <a:pt x="9" y="52"/>
                    <a:pt x="9" y="52"/>
                    <a:pt x="9" y="52"/>
                  </a:cubicBezTo>
                  <a:cubicBezTo>
                    <a:pt x="9" y="52"/>
                    <a:pt x="9" y="52"/>
                    <a:pt x="9" y="52"/>
                  </a:cubicBezTo>
                  <a:cubicBezTo>
                    <a:pt x="9" y="52"/>
                    <a:pt x="9" y="52"/>
                    <a:pt x="9" y="52"/>
                  </a:cubicBezTo>
                  <a:cubicBezTo>
                    <a:pt x="9" y="52"/>
                    <a:pt x="9" y="52"/>
                    <a:pt x="9" y="52"/>
                  </a:cubicBezTo>
                  <a:cubicBezTo>
                    <a:pt x="11" y="52"/>
                    <a:pt x="11" y="52"/>
                    <a:pt x="11" y="52"/>
                  </a:cubicBezTo>
                  <a:cubicBezTo>
                    <a:pt x="11" y="52"/>
                    <a:pt x="13" y="51"/>
                    <a:pt x="14" y="50"/>
                  </a:cubicBezTo>
                  <a:cubicBezTo>
                    <a:pt x="14" y="49"/>
                    <a:pt x="14" y="49"/>
                    <a:pt x="14" y="49"/>
                  </a:cubicBezTo>
                  <a:cubicBezTo>
                    <a:pt x="12" y="47"/>
                    <a:pt x="12" y="47"/>
                    <a:pt x="12" y="47"/>
                  </a:cubicBezTo>
                  <a:cubicBezTo>
                    <a:pt x="12" y="47"/>
                    <a:pt x="12" y="47"/>
                    <a:pt x="12" y="47"/>
                  </a:cubicBezTo>
                  <a:cubicBezTo>
                    <a:pt x="12" y="47"/>
                    <a:pt x="12" y="47"/>
                    <a:pt x="12" y="47"/>
                  </a:cubicBezTo>
                  <a:cubicBezTo>
                    <a:pt x="13" y="47"/>
                    <a:pt x="13" y="47"/>
                    <a:pt x="13" y="47"/>
                  </a:cubicBezTo>
                  <a:cubicBezTo>
                    <a:pt x="14" y="47"/>
                    <a:pt x="15" y="47"/>
                    <a:pt x="16" y="47"/>
                  </a:cubicBezTo>
                  <a:cubicBezTo>
                    <a:pt x="15" y="46"/>
                    <a:pt x="14" y="45"/>
                    <a:pt x="12" y="43"/>
                  </a:cubicBezTo>
                  <a:cubicBezTo>
                    <a:pt x="11" y="40"/>
                    <a:pt x="11" y="40"/>
                    <a:pt x="11" y="40"/>
                  </a:cubicBezTo>
                  <a:cubicBezTo>
                    <a:pt x="8" y="38"/>
                    <a:pt x="8" y="38"/>
                    <a:pt x="8" y="38"/>
                  </a:cubicBezTo>
                  <a:cubicBezTo>
                    <a:pt x="8" y="38"/>
                    <a:pt x="8" y="37"/>
                    <a:pt x="8" y="36"/>
                  </a:cubicBezTo>
                  <a:cubicBezTo>
                    <a:pt x="8" y="35"/>
                    <a:pt x="7" y="33"/>
                    <a:pt x="6" y="33"/>
                  </a:cubicBezTo>
                  <a:cubicBezTo>
                    <a:pt x="5" y="32"/>
                    <a:pt x="5" y="32"/>
                    <a:pt x="5" y="32"/>
                  </a:cubicBezTo>
                  <a:cubicBezTo>
                    <a:pt x="4" y="32"/>
                    <a:pt x="4" y="34"/>
                    <a:pt x="4" y="34"/>
                  </a:cubicBezTo>
                  <a:cubicBezTo>
                    <a:pt x="3" y="34"/>
                    <a:pt x="3" y="34"/>
                    <a:pt x="3" y="34"/>
                  </a:cubicBezTo>
                  <a:cubicBezTo>
                    <a:pt x="4" y="31"/>
                    <a:pt x="5" y="30"/>
                    <a:pt x="5" y="30"/>
                  </a:cubicBezTo>
                  <a:cubicBezTo>
                    <a:pt x="5" y="29"/>
                    <a:pt x="5" y="29"/>
                    <a:pt x="5" y="29"/>
                  </a:cubicBezTo>
                  <a:cubicBezTo>
                    <a:pt x="5" y="28"/>
                    <a:pt x="4" y="27"/>
                    <a:pt x="4" y="26"/>
                  </a:cubicBezTo>
                  <a:cubicBezTo>
                    <a:pt x="4" y="24"/>
                    <a:pt x="4" y="24"/>
                    <a:pt x="4" y="24"/>
                  </a:cubicBezTo>
                  <a:cubicBezTo>
                    <a:pt x="3" y="24"/>
                    <a:pt x="3" y="24"/>
                    <a:pt x="3" y="24"/>
                  </a:cubicBezTo>
                  <a:cubicBezTo>
                    <a:pt x="3" y="26"/>
                    <a:pt x="3" y="26"/>
                    <a:pt x="3" y="26"/>
                  </a:cubicBezTo>
                  <a:cubicBezTo>
                    <a:pt x="3" y="28"/>
                    <a:pt x="3" y="28"/>
                    <a:pt x="3" y="28"/>
                  </a:cubicBezTo>
                  <a:cubicBezTo>
                    <a:pt x="2" y="28"/>
                    <a:pt x="2" y="28"/>
                    <a:pt x="2" y="28"/>
                  </a:cubicBezTo>
                  <a:cubicBezTo>
                    <a:pt x="1" y="29"/>
                    <a:pt x="1" y="29"/>
                    <a:pt x="1" y="29"/>
                  </a:cubicBezTo>
                  <a:cubicBezTo>
                    <a:pt x="1" y="29"/>
                    <a:pt x="1" y="29"/>
                    <a:pt x="1" y="29"/>
                  </a:cubicBezTo>
                  <a:cubicBezTo>
                    <a:pt x="0" y="29"/>
                    <a:pt x="0" y="29"/>
                    <a:pt x="0" y="29"/>
                  </a:cubicBezTo>
                  <a:cubicBezTo>
                    <a:pt x="0" y="28"/>
                    <a:pt x="0" y="28"/>
                    <a:pt x="0" y="28"/>
                  </a:cubicBezTo>
                  <a:cubicBezTo>
                    <a:pt x="0" y="28"/>
                    <a:pt x="0" y="28"/>
                    <a:pt x="0" y="28"/>
                  </a:cubicBezTo>
                  <a:cubicBezTo>
                    <a:pt x="1" y="28"/>
                    <a:pt x="1" y="28"/>
                    <a:pt x="1" y="28"/>
                  </a:cubicBezTo>
                  <a:cubicBezTo>
                    <a:pt x="1" y="27"/>
                    <a:pt x="1" y="27"/>
                    <a:pt x="1" y="27"/>
                  </a:cubicBezTo>
                  <a:cubicBezTo>
                    <a:pt x="1" y="27"/>
                    <a:pt x="1" y="27"/>
                    <a:pt x="1" y="27"/>
                  </a:cubicBezTo>
                  <a:cubicBezTo>
                    <a:pt x="1" y="25"/>
                    <a:pt x="1" y="25"/>
                    <a:pt x="1" y="25"/>
                  </a:cubicBezTo>
                  <a:cubicBezTo>
                    <a:pt x="2" y="21"/>
                    <a:pt x="2" y="21"/>
                    <a:pt x="2" y="21"/>
                  </a:cubicBezTo>
                  <a:cubicBezTo>
                    <a:pt x="2" y="20"/>
                    <a:pt x="2" y="20"/>
                    <a:pt x="2" y="20"/>
                  </a:cubicBezTo>
                  <a:cubicBezTo>
                    <a:pt x="2" y="19"/>
                    <a:pt x="2" y="18"/>
                    <a:pt x="2" y="18"/>
                  </a:cubicBezTo>
                  <a:cubicBezTo>
                    <a:pt x="1" y="15"/>
                    <a:pt x="1" y="15"/>
                    <a:pt x="1" y="15"/>
                  </a:cubicBezTo>
                  <a:cubicBezTo>
                    <a:pt x="0" y="14"/>
                    <a:pt x="0" y="14"/>
                    <a:pt x="0" y="14"/>
                  </a:cubicBezTo>
                  <a:cubicBezTo>
                    <a:pt x="1" y="13"/>
                    <a:pt x="1" y="13"/>
                    <a:pt x="1" y="13"/>
                  </a:cubicBezTo>
                  <a:cubicBezTo>
                    <a:pt x="1" y="13"/>
                    <a:pt x="1" y="13"/>
                    <a:pt x="1" y="13"/>
                  </a:cubicBezTo>
                  <a:lnTo>
                    <a:pt x="0" y="12"/>
                  </a:lnTo>
                  <a:close/>
                  <a:moveTo>
                    <a:pt x="13" y="21"/>
                  </a:moveTo>
                  <a:cubicBezTo>
                    <a:pt x="13" y="21"/>
                    <a:pt x="13" y="21"/>
                    <a:pt x="13" y="21"/>
                  </a:cubicBezTo>
                  <a:cubicBezTo>
                    <a:pt x="14" y="22"/>
                    <a:pt x="14" y="22"/>
                    <a:pt x="14" y="22"/>
                  </a:cubicBezTo>
                  <a:lnTo>
                    <a:pt x="13" y="21"/>
                  </a:lnTo>
                  <a:close/>
                  <a:moveTo>
                    <a:pt x="4" y="10"/>
                  </a:moveTo>
                  <a:cubicBezTo>
                    <a:pt x="4" y="10"/>
                    <a:pt x="4" y="10"/>
                    <a:pt x="4" y="10"/>
                  </a:cubicBezTo>
                  <a:cubicBezTo>
                    <a:pt x="5" y="12"/>
                    <a:pt x="5" y="12"/>
                    <a:pt x="5" y="12"/>
                  </a:cubicBezTo>
                  <a:cubicBezTo>
                    <a:pt x="5" y="12"/>
                    <a:pt x="5" y="12"/>
                    <a:pt x="5" y="12"/>
                  </a:cubicBezTo>
                  <a:cubicBezTo>
                    <a:pt x="5" y="12"/>
                    <a:pt x="5" y="12"/>
                    <a:pt x="5" y="12"/>
                  </a:cubicBezTo>
                  <a:cubicBezTo>
                    <a:pt x="5" y="12"/>
                    <a:pt x="5" y="12"/>
                    <a:pt x="5" y="12"/>
                  </a:cubicBezTo>
                  <a:lnTo>
                    <a:pt x="4" y="10"/>
                  </a:lnTo>
                  <a:close/>
                  <a:moveTo>
                    <a:pt x="6" y="12"/>
                  </a:moveTo>
                  <a:cubicBezTo>
                    <a:pt x="6" y="12"/>
                    <a:pt x="6" y="12"/>
                    <a:pt x="6" y="12"/>
                  </a:cubicBezTo>
                  <a:cubicBezTo>
                    <a:pt x="6" y="13"/>
                    <a:pt x="6" y="13"/>
                    <a:pt x="6" y="13"/>
                  </a:cubicBezTo>
                  <a:cubicBezTo>
                    <a:pt x="7" y="13"/>
                    <a:pt x="7" y="13"/>
                    <a:pt x="7" y="13"/>
                  </a:cubicBezTo>
                  <a:cubicBezTo>
                    <a:pt x="7" y="13"/>
                    <a:pt x="7" y="13"/>
                    <a:pt x="7" y="13"/>
                  </a:cubicBezTo>
                  <a:lnTo>
                    <a:pt x="6" y="12"/>
                  </a:lnTo>
                  <a:close/>
                  <a:moveTo>
                    <a:pt x="6" y="17"/>
                  </a:moveTo>
                  <a:cubicBezTo>
                    <a:pt x="7" y="16"/>
                    <a:pt x="7" y="15"/>
                    <a:pt x="7" y="15"/>
                  </a:cubicBezTo>
                  <a:cubicBezTo>
                    <a:pt x="7" y="15"/>
                    <a:pt x="7" y="15"/>
                    <a:pt x="7" y="15"/>
                  </a:cubicBezTo>
                  <a:cubicBezTo>
                    <a:pt x="7" y="13"/>
                    <a:pt x="7" y="13"/>
                    <a:pt x="7" y="13"/>
                  </a:cubicBezTo>
                  <a:cubicBezTo>
                    <a:pt x="7" y="13"/>
                    <a:pt x="7" y="13"/>
                    <a:pt x="7" y="13"/>
                  </a:cubicBezTo>
                  <a:cubicBezTo>
                    <a:pt x="7" y="13"/>
                    <a:pt x="7" y="13"/>
                    <a:pt x="7" y="13"/>
                  </a:cubicBezTo>
                  <a:cubicBezTo>
                    <a:pt x="6" y="13"/>
                    <a:pt x="6" y="13"/>
                    <a:pt x="6" y="13"/>
                  </a:cubicBezTo>
                  <a:cubicBezTo>
                    <a:pt x="6" y="14"/>
                    <a:pt x="6" y="14"/>
                    <a:pt x="6" y="14"/>
                  </a:cubicBezTo>
                  <a:cubicBezTo>
                    <a:pt x="6" y="14"/>
                    <a:pt x="6" y="14"/>
                    <a:pt x="6" y="14"/>
                  </a:cubicBezTo>
                  <a:cubicBezTo>
                    <a:pt x="6" y="15"/>
                    <a:pt x="6" y="15"/>
                    <a:pt x="5" y="16"/>
                  </a:cubicBezTo>
                  <a:cubicBezTo>
                    <a:pt x="5" y="18"/>
                    <a:pt x="5" y="18"/>
                    <a:pt x="5" y="18"/>
                  </a:cubicBezTo>
                  <a:cubicBezTo>
                    <a:pt x="5" y="18"/>
                    <a:pt x="5" y="18"/>
                    <a:pt x="5" y="18"/>
                  </a:cubicBezTo>
                  <a:lnTo>
                    <a:pt x="6" y="17"/>
                  </a:lnTo>
                  <a:close/>
                  <a:moveTo>
                    <a:pt x="19" y="21"/>
                  </a:moveTo>
                  <a:cubicBezTo>
                    <a:pt x="20" y="21"/>
                    <a:pt x="20" y="21"/>
                    <a:pt x="20" y="21"/>
                  </a:cubicBezTo>
                  <a:cubicBezTo>
                    <a:pt x="21" y="22"/>
                    <a:pt x="21" y="22"/>
                    <a:pt x="21" y="22"/>
                  </a:cubicBezTo>
                  <a:cubicBezTo>
                    <a:pt x="21" y="21"/>
                    <a:pt x="21" y="21"/>
                    <a:pt x="21" y="21"/>
                  </a:cubicBezTo>
                  <a:cubicBezTo>
                    <a:pt x="21" y="20"/>
                    <a:pt x="21" y="20"/>
                    <a:pt x="21" y="20"/>
                  </a:cubicBezTo>
                  <a:cubicBezTo>
                    <a:pt x="21" y="20"/>
                    <a:pt x="21" y="20"/>
                    <a:pt x="21" y="20"/>
                  </a:cubicBezTo>
                  <a:cubicBezTo>
                    <a:pt x="21" y="20"/>
                    <a:pt x="21" y="20"/>
                    <a:pt x="21" y="20"/>
                  </a:cubicBezTo>
                  <a:cubicBezTo>
                    <a:pt x="20" y="20"/>
                    <a:pt x="20" y="20"/>
                    <a:pt x="20" y="20"/>
                  </a:cubicBezTo>
                  <a:cubicBezTo>
                    <a:pt x="19" y="21"/>
                    <a:pt x="19" y="21"/>
                    <a:pt x="19" y="21"/>
                  </a:cubicBezTo>
                  <a:cubicBezTo>
                    <a:pt x="18" y="22"/>
                    <a:pt x="18" y="22"/>
                    <a:pt x="18" y="22"/>
                  </a:cubicBezTo>
                  <a:cubicBezTo>
                    <a:pt x="17" y="22"/>
                    <a:pt x="17" y="22"/>
                    <a:pt x="17" y="22"/>
                  </a:cubicBezTo>
                  <a:lnTo>
                    <a:pt x="19" y="21"/>
                  </a:lnTo>
                  <a:close/>
                  <a:moveTo>
                    <a:pt x="21" y="20"/>
                  </a:moveTo>
                  <a:cubicBezTo>
                    <a:pt x="21" y="20"/>
                    <a:pt x="21" y="20"/>
                    <a:pt x="21" y="20"/>
                  </a:cubicBezTo>
                  <a:cubicBezTo>
                    <a:pt x="21" y="19"/>
                    <a:pt x="21" y="19"/>
                    <a:pt x="21" y="19"/>
                  </a:cubicBezTo>
                  <a:cubicBezTo>
                    <a:pt x="20" y="19"/>
                    <a:pt x="20" y="19"/>
                    <a:pt x="20" y="19"/>
                  </a:cubicBezTo>
                  <a:cubicBezTo>
                    <a:pt x="19" y="20"/>
                    <a:pt x="19" y="20"/>
                    <a:pt x="19" y="20"/>
                  </a:cubicBezTo>
                  <a:cubicBezTo>
                    <a:pt x="19" y="20"/>
                    <a:pt x="19" y="20"/>
                    <a:pt x="19" y="20"/>
                  </a:cubicBezTo>
                  <a:cubicBezTo>
                    <a:pt x="20" y="20"/>
                    <a:pt x="20" y="20"/>
                    <a:pt x="20" y="20"/>
                  </a:cubicBezTo>
                  <a:cubicBezTo>
                    <a:pt x="20" y="20"/>
                    <a:pt x="20" y="20"/>
                    <a:pt x="20" y="20"/>
                  </a:cubicBezTo>
                  <a:cubicBezTo>
                    <a:pt x="21" y="20"/>
                    <a:pt x="21" y="20"/>
                    <a:pt x="21" y="20"/>
                  </a:cubicBezTo>
                  <a:close/>
                  <a:moveTo>
                    <a:pt x="16" y="21"/>
                  </a:moveTo>
                  <a:cubicBezTo>
                    <a:pt x="14" y="22"/>
                    <a:pt x="14" y="22"/>
                    <a:pt x="14" y="22"/>
                  </a:cubicBezTo>
                  <a:cubicBezTo>
                    <a:pt x="14" y="22"/>
                    <a:pt x="14" y="22"/>
                    <a:pt x="14" y="22"/>
                  </a:cubicBezTo>
                  <a:cubicBezTo>
                    <a:pt x="15" y="22"/>
                    <a:pt x="15" y="22"/>
                    <a:pt x="15" y="22"/>
                  </a:cubicBezTo>
                  <a:cubicBezTo>
                    <a:pt x="15" y="22"/>
                    <a:pt x="15" y="22"/>
                    <a:pt x="15" y="22"/>
                  </a:cubicBezTo>
                  <a:cubicBezTo>
                    <a:pt x="16" y="22"/>
                    <a:pt x="16" y="22"/>
                    <a:pt x="16" y="22"/>
                  </a:cubicBezTo>
                  <a:cubicBezTo>
                    <a:pt x="18" y="21"/>
                    <a:pt x="18" y="21"/>
                    <a:pt x="18" y="21"/>
                  </a:cubicBezTo>
                  <a:cubicBezTo>
                    <a:pt x="19" y="20"/>
                    <a:pt x="19" y="20"/>
                    <a:pt x="19" y="20"/>
                  </a:cubicBezTo>
                  <a:cubicBezTo>
                    <a:pt x="19" y="20"/>
                    <a:pt x="19" y="20"/>
                    <a:pt x="19" y="20"/>
                  </a:cubicBezTo>
                  <a:cubicBezTo>
                    <a:pt x="18" y="20"/>
                    <a:pt x="18" y="20"/>
                    <a:pt x="18" y="20"/>
                  </a:cubicBezTo>
                  <a:cubicBezTo>
                    <a:pt x="17" y="20"/>
                    <a:pt x="17" y="20"/>
                    <a:pt x="17" y="20"/>
                  </a:cubicBezTo>
                  <a:lnTo>
                    <a:pt x="16" y="21"/>
                  </a:lnTo>
                  <a:close/>
                  <a:moveTo>
                    <a:pt x="16" y="15"/>
                  </a:moveTo>
                  <a:cubicBezTo>
                    <a:pt x="15" y="15"/>
                    <a:pt x="15" y="15"/>
                    <a:pt x="15" y="16"/>
                  </a:cubicBezTo>
                  <a:cubicBezTo>
                    <a:pt x="14" y="18"/>
                    <a:pt x="14" y="18"/>
                    <a:pt x="14" y="18"/>
                  </a:cubicBezTo>
                  <a:cubicBezTo>
                    <a:pt x="16" y="17"/>
                    <a:pt x="16" y="17"/>
                    <a:pt x="16" y="17"/>
                  </a:cubicBezTo>
                  <a:cubicBezTo>
                    <a:pt x="16" y="17"/>
                    <a:pt x="16" y="17"/>
                    <a:pt x="16" y="17"/>
                  </a:cubicBezTo>
                  <a:cubicBezTo>
                    <a:pt x="17" y="18"/>
                    <a:pt x="17" y="18"/>
                    <a:pt x="17" y="18"/>
                  </a:cubicBezTo>
                  <a:cubicBezTo>
                    <a:pt x="18" y="19"/>
                    <a:pt x="18" y="19"/>
                    <a:pt x="18" y="19"/>
                  </a:cubicBezTo>
                  <a:cubicBezTo>
                    <a:pt x="20" y="19"/>
                    <a:pt x="20" y="19"/>
                    <a:pt x="20" y="19"/>
                  </a:cubicBezTo>
                  <a:cubicBezTo>
                    <a:pt x="21" y="19"/>
                    <a:pt x="21" y="19"/>
                    <a:pt x="21" y="19"/>
                  </a:cubicBezTo>
                  <a:cubicBezTo>
                    <a:pt x="20" y="17"/>
                    <a:pt x="20" y="17"/>
                    <a:pt x="20" y="17"/>
                  </a:cubicBezTo>
                  <a:cubicBezTo>
                    <a:pt x="19" y="15"/>
                    <a:pt x="19" y="15"/>
                    <a:pt x="19" y="15"/>
                  </a:cubicBezTo>
                  <a:lnTo>
                    <a:pt x="16" y="15"/>
                  </a:lnTo>
                  <a:close/>
                  <a:moveTo>
                    <a:pt x="20" y="15"/>
                  </a:moveTo>
                  <a:cubicBezTo>
                    <a:pt x="20" y="15"/>
                    <a:pt x="20" y="15"/>
                    <a:pt x="20" y="15"/>
                  </a:cubicBezTo>
                  <a:cubicBezTo>
                    <a:pt x="20" y="15"/>
                    <a:pt x="20" y="15"/>
                    <a:pt x="20" y="15"/>
                  </a:cubicBezTo>
                  <a:close/>
                  <a:moveTo>
                    <a:pt x="26" y="13"/>
                  </a:moveTo>
                  <a:cubicBezTo>
                    <a:pt x="26" y="14"/>
                    <a:pt x="26" y="14"/>
                    <a:pt x="26" y="14"/>
                  </a:cubicBezTo>
                  <a:cubicBezTo>
                    <a:pt x="26" y="14"/>
                    <a:pt x="26" y="14"/>
                    <a:pt x="26" y="14"/>
                  </a:cubicBezTo>
                  <a:lnTo>
                    <a:pt x="26" y="13"/>
                  </a:lnTo>
                  <a:close/>
                  <a:moveTo>
                    <a:pt x="28" y="16"/>
                  </a:moveTo>
                  <a:cubicBezTo>
                    <a:pt x="28" y="16"/>
                    <a:pt x="28" y="16"/>
                    <a:pt x="28" y="16"/>
                  </a:cubicBezTo>
                  <a:cubicBezTo>
                    <a:pt x="28" y="16"/>
                    <a:pt x="28" y="16"/>
                    <a:pt x="28" y="16"/>
                  </a:cubicBezTo>
                  <a:cubicBezTo>
                    <a:pt x="28" y="14"/>
                    <a:pt x="28" y="14"/>
                    <a:pt x="28" y="14"/>
                  </a:cubicBezTo>
                  <a:cubicBezTo>
                    <a:pt x="27" y="14"/>
                    <a:pt x="27" y="14"/>
                    <a:pt x="27" y="14"/>
                  </a:cubicBezTo>
                  <a:cubicBezTo>
                    <a:pt x="27" y="14"/>
                    <a:pt x="27" y="14"/>
                    <a:pt x="27" y="14"/>
                  </a:cubicBezTo>
                  <a:cubicBezTo>
                    <a:pt x="26" y="14"/>
                    <a:pt x="26" y="14"/>
                    <a:pt x="26" y="14"/>
                  </a:cubicBezTo>
                  <a:cubicBezTo>
                    <a:pt x="25" y="14"/>
                    <a:pt x="25" y="14"/>
                    <a:pt x="25" y="14"/>
                  </a:cubicBezTo>
                  <a:cubicBezTo>
                    <a:pt x="24" y="14"/>
                    <a:pt x="24" y="14"/>
                    <a:pt x="24" y="14"/>
                  </a:cubicBezTo>
                  <a:cubicBezTo>
                    <a:pt x="22" y="14"/>
                    <a:pt x="22" y="13"/>
                    <a:pt x="21" y="13"/>
                  </a:cubicBezTo>
                  <a:cubicBezTo>
                    <a:pt x="20" y="15"/>
                    <a:pt x="20" y="15"/>
                    <a:pt x="20" y="15"/>
                  </a:cubicBezTo>
                  <a:cubicBezTo>
                    <a:pt x="20" y="15"/>
                    <a:pt x="20" y="15"/>
                    <a:pt x="20" y="15"/>
                  </a:cubicBezTo>
                  <a:cubicBezTo>
                    <a:pt x="21" y="14"/>
                    <a:pt x="21" y="14"/>
                    <a:pt x="21" y="14"/>
                  </a:cubicBezTo>
                  <a:cubicBezTo>
                    <a:pt x="22" y="14"/>
                    <a:pt x="22" y="14"/>
                    <a:pt x="22" y="14"/>
                  </a:cubicBezTo>
                  <a:cubicBezTo>
                    <a:pt x="23" y="14"/>
                    <a:pt x="23" y="14"/>
                    <a:pt x="23" y="14"/>
                  </a:cubicBezTo>
                  <a:cubicBezTo>
                    <a:pt x="24" y="15"/>
                    <a:pt x="24" y="15"/>
                    <a:pt x="24" y="15"/>
                  </a:cubicBezTo>
                  <a:cubicBezTo>
                    <a:pt x="24" y="15"/>
                    <a:pt x="24" y="15"/>
                    <a:pt x="24" y="15"/>
                  </a:cubicBezTo>
                  <a:cubicBezTo>
                    <a:pt x="25" y="15"/>
                    <a:pt x="25" y="15"/>
                    <a:pt x="25" y="15"/>
                  </a:cubicBezTo>
                  <a:cubicBezTo>
                    <a:pt x="24" y="16"/>
                    <a:pt x="24" y="16"/>
                    <a:pt x="24" y="16"/>
                  </a:cubicBezTo>
                  <a:cubicBezTo>
                    <a:pt x="24" y="16"/>
                    <a:pt x="24" y="16"/>
                    <a:pt x="24" y="16"/>
                  </a:cubicBezTo>
                  <a:cubicBezTo>
                    <a:pt x="25" y="17"/>
                    <a:pt x="25" y="17"/>
                    <a:pt x="25" y="17"/>
                  </a:cubicBezTo>
                  <a:cubicBezTo>
                    <a:pt x="25" y="17"/>
                    <a:pt x="25" y="17"/>
                    <a:pt x="25" y="17"/>
                  </a:cubicBezTo>
                  <a:cubicBezTo>
                    <a:pt x="25" y="18"/>
                    <a:pt x="25" y="18"/>
                    <a:pt x="25" y="18"/>
                  </a:cubicBezTo>
                  <a:cubicBezTo>
                    <a:pt x="25" y="18"/>
                    <a:pt x="25" y="18"/>
                    <a:pt x="25" y="18"/>
                  </a:cubicBezTo>
                  <a:cubicBezTo>
                    <a:pt x="23" y="17"/>
                    <a:pt x="23" y="17"/>
                    <a:pt x="23" y="17"/>
                  </a:cubicBezTo>
                  <a:cubicBezTo>
                    <a:pt x="22" y="18"/>
                    <a:pt x="22" y="18"/>
                    <a:pt x="22" y="18"/>
                  </a:cubicBezTo>
                  <a:cubicBezTo>
                    <a:pt x="21" y="17"/>
                    <a:pt x="21" y="17"/>
                    <a:pt x="21" y="17"/>
                  </a:cubicBezTo>
                  <a:cubicBezTo>
                    <a:pt x="22" y="19"/>
                    <a:pt x="22" y="19"/>
                    <a:pt x="22" y="19"/>
                  </a:cubicBezTo>
                  <a:cubicBezTo>
                    <a:pt x="22" y="19"/>
                    <a:pt x="22" y="19"/>
                    <a:pt x="22" y="19"/>
                  </a:cubicBezTo>
                  <a:cubicBezTo>
                    <a:pt x="22" y="20"/>
                    <a:pt x="22" y="20"/>
                    <a:pt x="22" y="20"/>
                  </a:cubicBezTo>
                  <a:cubicBezTo>
                    <a:pt x="22" y="22"/>
                    <a:pt x="22" y="22"/>
                    <a:pt x="22" y="22"/>
                  </a:cubicBezTo>
                  <a:cubicBezTo>
                    <a:pt x="22" y="23"/>
                    <a:pt x="22" y="23"/>
                    <a:pt x="22" y="23"/>
                  </a:cubicBezTo>
                  <a:cubicBezTo>
                    <a:pt x="22" y="23"/>
                    <a:pt x="22" y="23"/>
                    <a:pt x="22" y="23"/>
                  </a:cubicBezTo>
                  <a:cubicBezTo>
                    <a:pt x="22" y="24"/>
                    <a:pt x="21" y="25"/>
                    <a:pt x="19" y="26"/>
                  </a:cubicBezTo>
                  <a:cubicBezTo>
                    <a:pt x="18" y="27"/>
                    <a:pt x="16" y="29"/>
                    <a:pt x="15" y="30"/>
                  </a:cubicBezTo>
                  <a:cubicBezTo>
                    <a:pt x="13" y="32"/>
                    <a:pt x="13" y="34"/>
                    <a:pt x="13" y="35"/>
                  </a:cubicBezTo>
                  <a:cubicBezTo>
                    <a:pt x="11" y="36"/>
                    <a:pt x="11" y="36"/>
                    <a:pt x="11" y="36"/>
                  </a:cubicBezTo>
                  <a:cubicBezTo>
                    <a:pt x="11" y="36"/>
                    <a:pt x="11" y="36"/>
                    <a:pt x="11" y="36"/>
                  </a:cubicBezTo>
                  <a:cubicBezTo>
                    <a:pt x="11" y="36"/>
                    <a:pt x="11" y="36"/>
                    <a:pt x="11" y="36"/>
                  </a:cubicBezTo>
                  <a:cubicBezTo>
                    <a:pt x="14" y="35"/>
                    <a:pt x="14" y="35"/>
                    <a:pt x="14" y="35"/>
                  </a:cubicBezTo>
                  <a:cubicBezTo>
                    <a:pt x="16" y="34"/>
                    <a:pt x="16" y="34"/>
                    <a:pt x="16" y="34"/>
                  </a:cubicBezTo>
                  <a:cubicBezTo>
                    <a:pt x="17" y="35"/>
                    <a:pt x="17" y="35"/>
                    <a:pt x="17" y="35"/>
                  </a:cubicBezTo>
                  <a:cubicBezTo>
                    <a:pt x="18" y="36"/>
                    <a:pt x="18" y="36"/>
                    <a:pt x="18" y="36"/>
                  </a:cubicBezTo>
                  <a:cubicBezTo>
                    <a:pt x="19" y="35"/>
                    <a:pt x="19" y="35"/>
                    <a:pt x="19" y="35"/>
                  </a:cubicBezTo>
                  <a:cubicBezTo>
                    <a:pt x="19" y="33"/>
                    <a:pt x="19" y="33"/>
                    <a:pt x="19" y="33"/>
                  </a:cubicBezTo>
                  <a:cubicBezTo>
                    <a:pt x="20" y="33"/>
                    <a:pt x="20" y="33"/>
                    <a:pt x="20" y="33"/>
                  </a:cubicBezTo>
                  <a:cubicBezTo>
                    <a:pt x="20" y="33"/>
                    <a:pt x="20" y="33"/>
                    <a:pt x="20" y="33"/>
                  </a:cubicBezTo>
                  <a:cubicBezTo>
                    <a:pt x="21" y="34"/>
                    <a:pt x="21" y="34"/>
                    <a:pt x="21" y="34"/>
                  </a:cubicBezTo>
                  <a:cubicBezTo>
                    <a:pt x="21" y="35"/>
                    <a:pt x="21" y="35"/>
                    <a:pt x="21" y="35"/>
                  </a:cubicBezTo>
                  <a:cubicBezTo>
                    <a:pt x="22" y="35"/>
                    <a:pt x="22" y="35"/>
                    <a:pt x="22" y="35"/>
                  </a:cubicBezTo>
                  <a:cubicBezTo>
                    <a:pt x="22" y="35"/>
                    <a:pt x="22" y="35"/>
                    <a:pt x="22" y="35"/>
                  </a:cubicBezTo>
                  <a:cubicBezTo>
                    <a:pt x="23" y="33"/>
                    <a:pt x="23" y="33"/>
                    <a:pt x="23" y="33"/>
                  </a:cubicBezTo>
                  <a:cubicBezTo>
                    <a:pt x="24" y="33"/>
                    <a:pt x="24" y="33"/>
                    <a:pt x="24" y="33"/>
                  </a:cubicBezTo>
                  <a:cubicBezTo>
                    <a:pt x="24" y="33"/>
                    <a:pt x="24" y="33"/>
                    <a:pt x="24" y="33"/>
                  </a:cubicBezTo>
                  <a:cubicBezTo>
                    <a:pt x="24" y="34"/>
                    <a:pt x="24" y="34"/>
                    <a:pt x="24" y="34"/>
                  </a:cubicBezTo>
                  <a:cubicBezTo>
                    <a:pt x="25" y="35"/>
                    <a:pt x="25" y="35"/>
                    <a:pt x="25" y="35"/>
                  </a:cubicBezTo>
                  <a:cubicBezTo>
                    <a:pt x="25" y="35"/>
                    <a:pt x="25" y="35"/>
                    <a:pt x="25" y="35"/>
                  </a:cubicBezTo>
                  <a:cubicBezTo>
                    <a:pt x="28" y="33"/>
                    <a:pt x="28" y="33"/>
                    <a:pt x="28" y="33"/>
                  </a:cubicBezTo>
                  <a:cubicBezTo>
                    <a:pt x="28" y="32"/>
                    <a:pt x="28" y="32"/>
                    <a:pt x="28" y="31"/>
                  </a:cubicBezTo>
                  <a:cubicBezTo>
                    <a:pt x="28" y="30"/>
                    <a:pt x="28" y="30"/>
                    <a:pt x="28" y="30"/>
                  </a:cubicBezTo>
                  <a:cubicBezTo>
                    <a:pt x="28" y="29"/>
                    <a:pt x="29" y="28"/>
                    <a:pt x="29" y="26"/>
                  </a:cubicBezTo>
                  <a:cubicBezTo>
                    <a:pt x="29" y="26"/>
                    <a:pt x="29" y="26"/>
                    <a:pt x="29" y="26"/>
                  </a:cubicBezTo>
                  <a:cubicBezTo>
                    <a:pt x="29" y="26"/>
                    <a:pt x="29" y="26"/>
                    <a:pt x="29" y="26"/>
                  </a:cubicBezTo>
                  <a:cubicBezTo>
                    <a:pt x="29" y="26"/>
                    <a:pt x="29" y="26"/>
                    <a:pt x="29" y="26"/>
                  </a:cubicBezTo>
                  <a:cubicBezTo>
                    <a:pt x="29" y="25"/>
                    <a:pt x="29" y="25"/>
                    <a:pt x="29" y="25"/>
                  </a:cubicBezTo>
                  <a:cubicBezTo>
                    <a:pt x="30" y="23"/>
                    <a:pt x="30" y="23"/>
                    <a:pt x="30" y="23"/>
                  </a:cubicBezTo>
                  <a:cubicBezTo>
                    <a:pt x="30" y="21"/>
                    <a:pt x="30" y="21"/>
                    <a:pt x="30" y="21"/>
                  </a:cubicBezTo>
                  <a:cubicBezTo>
                    <a:pt x="30" y="18"/>
                    <a:pt x="28" y="17"/>
                    <a:pt x="28" y="16"/>
                  </a:cubicBezTo>
                  <a:moveTo>
                    <a:pt x="29" y="31"/>
                  </a:moveTo>
                  <a:cubicBezTo>
                    <a:pt x="29" y="32"/>
                    <a:pt x="29" y="32"/>
                    <a:pt x="29" y="32"/>
                  </a:cubicBezTo>
                  <a:cubicBezTo>
                    <a:pt x="29" y="32"/>
                    <a:pt x="29" y="32"/>
                    <a:pt x="29" y="32"/>
                  </a:cubicBezTo>
                  <a:cubicBezTo>
                    <a:pt x="31" y="32"/>
                    <a:pt x="32" y="31"/>
                    <a:pt x="32" y="29"/>
                  </a:cubicBezTo>
                  <a:cubicBezTo>
                    <a:pt x="32" y="28"/>
                    <a:pt x="32" y="28"/>
                    <a:pt x="32" y="28"/>
                  </a:cubicBezTo>
                  <a:cubicBezTo>
                    <a:pt x="31" y="28"/>
                    <a:pt x="30" y="27"/>
                    <a:pt x="29" y="27"/>
                  </a:cubicBezTo>
                  <a:cubicBezTo>
                    <a:pt x="29" y="28"/>
                    <a:pt x="29" y="30"/>
                    <a:pt x="29" y="30"/>
                  </a:cubicBezTo>
                  <a:lnTo>
                    <a:pt x="29" y="31"/>
                  </a:lnTo>
                  <a:close/>
                  <a:moveTo>
                    <a:pt x="33" y="18"/>
                  </a:moveTo>
                  <a:cubicBezTo>
                    <a:pt x="33" y="18"/>
                    <a:pt x="33" y="18"/>
                    <a:pt x="33" y="18"/>
                  </a:cubicBezTo>
                  <a:cubicBezTo>
                    <a:pt x="33" y="17"/>
                    <a:pt x="33" y="17"/>
                    <a:pt x="33" y="17"/>
                  </a:cubicBezTo>
                  <a:cubicBezTo>
                    <a:pt x="32" y="16"/>
                    <a:pt x="32" y="16"/>
                    <a:pt x="32" y="16"/>
                  </a:cubicBezTo>
                  <a:cubicBezTo>
                    <a:pt x="31" y="18"/>
                    <a:pt x="31" y="18"/>
                    <a:pt x="31" y="18"/>
                  </a:cubicBezTo>
                  <a:cubicBezTo>
                    <a:pt x="31" y="19"/>
                    <a:pt x="31" y="20"/>
                    <a:pt x="30" y="20"/>
                  </a:cubicBezTo>
                  <a:cubicBezTo>
                    <a:pt x="30" y="20"/>
                    <a:pt x="30" y="20"/>
                    <a:pt x="30" y="20"/>
                  </a:cubicBezTo>
                  <a:cubicBezTo>
                    <a:pt x="30" y="21"/>
                    <a:pt x="30" y="21"/>
                    <a:pt x="30" y="21"/>
                  </a:cubicBezTo>
                  <a:cubicBezTo>
                    <a:pt x="30" y="21"/>
                    <a:pt x="30" y="21"/>
                    <a:pt x="30" y="21"/>
                  </a:cubicBezTo>
                  <a:cubicBezTo>
                    <a:pt x="30" y="22"/>
                    <a:pt x="30" y="22"/>
                    <a:pt x="30" y="22"/>
                  </a:cubicBezTo>
                  <a:cubicBezTo>
                    <a:pt x="30" y="23"/>
                    <a:pt x="30" y="23"/>
                    <a:pt x="30" y="23"/>
                  </a:cubicBezTo>
                  <a:cubicBezTo>
                    <a:pt x="30" y="24"/>
                    <a:pt x="30" y="24"/>
                    <a:pt x="30" y="24"/>
                  </a:cubicBezTo>
                  <a:cubicBezTo>
                    <a:pt x="32" y="22"/>
                    <a:pt x="32" y="22"/>
                    <a:pt x="32" y="22"/>
                  </a:cubicBezTo>
                  <a:cubicBezTo>
                    <a:pt x="33" y="21"/>
                    <a:pt x="33" y="21"/>
                    <a:pt x="33" y="21"/>
                  </a:cubicBezTo>
                  <a:cubicBezTo>
                    <a:pt x="33" y="21"/>
                    <a:pt x="33" y="21"/>
                    <a:pt x="33" y="21"/>
                  </a:cubicBezTo>
                  <a:cubicBezTo>
                    <a:pt x="33" y="20"/>
                    <a:pt x="33" y="20"/>
                    <a:pt x="33" y="20"/>
                  </a:cubicBezTo>
                  <a:lnTo>
                    <a:pt x="33" y="18"/>
                  </a:lnTo>
                  <a:close/>
                  <a:moveTo>
                    <a:pt x="35" y="13"/>
                  </a:moveTo>
                  <a:cubicBezTo>
                    <a:pt x="35" y="13"/>
                    <a:pt x="35" y="13"/>
                    <a:pt x="35" y="13"/>
                  </a:cubicBezTo>
                  <a:cubicBezTo>
                    <a:pt x="35" y="13"/>
                    <a:pt x="35" y="13"/>
                    <a:pt x="35" y="13"/>
                  </a:cubicBezTo>
                  <a:cubicBezTo>
                    <a:pt x="34" y="11"/>
                    <a:pt x="34" y="11"/>
                    <a:pt x="34" y="11"/>
                  </a:cubicBezTo>
                  <a:cubicBezTo>
                    <a:pt x="34" y="12"/>
                    <a:pt x="34" y="16"/>
                    <a:pt x="33" y="17"/>
                  </a:cubicBezTo>
                  <a:cubicBezTo>
                    <a:pt x="33" y="18"/>
                    <a:pt x="34" y="19"/>
                    <a:pt x="34" y="20"/>
                  </a:cubicBezTo>
                  <a:cubicBezTo>
                    <a:pt x="34" y="20"/>
                    <a:pt x="34" y="20"/>
                    <a:pt x="34" y="20"/>
                  </a:cubicBezTo>
                  <a:cubicBezTo>
                    <a:pt x="35" y="18"/>
                    <a:pt x="35" y="18"/>
                    <a:pt x="35" y="18"/>
                  </a:cubicBezTo>
                  <a:cubicBezTo>
                    <a:pt x="36" y="16"/>
                    <a:pt x="36" y="16"/>
                    <a:pt x="36" y="16"/>
                  </a:cubicBezTo>
                  <a:cubicBezTo>
                    <a:pt x="36" y="16"/>
                    <a:pt x="36" y="16"/>
                    <a:pt x="36" y="16"/>
                  </a:cubicBezTo>
                  <a:cubicBezTo>
                    <a:pt x="36" y="16"/>
                    <a:pt x="36" y="16"/>
                    <a:pt x="36" y="16"/>
                  </a:cubicBezTo>
                  <a:cubicBezTo>
                    <a:pt x="36" y="15"/>
                    <a:pt x="35" y="14"/>
                    <a:pt x="35" y="13"/>
                  </a:cubicBezTo>
                  <a:moveTo>
                    <a:pt x="36" y="1"/>
                  </a:moveTo>
                  <a:cubicBezTo>
                    <a:pt x="36" y="2"/>
                    <a:pt x="36" y="5"/>
                    <a:pt x="36" y="8"/>
                  </a:cubicBezTo>
                  <a:cubicBezTo>
                    <a:pt x="36" y="9"/>
                    <a:pt x="36" y="11"/>
                    <a:pt x="35" y="12"/>
                  </a:cubicBezTo>
                  <a:cubicBezTo>
                    <a:pt x="35" y="12"/>
                    <a:pt x="36" y="13"/>
                    <a:pt x="36" y="14"/>
                  </a:cubicBezTo>
                  <a:cubicBezTo>
                    <a:pt x="36" y="14"/>
                    <a:pt x="38" y="10"/>
                    <a:pt x="38" y="7"/>
                  </a:cubicBezTo>
                  <a:cubicBezTo>
                    <a:pt x="38" y="5"/>
                    <a:pt x="37" y="3"/>
                    <a:pt x="36" y="1"/>
                  </a:cubicBezTo>
                  <a:moveTo>
                    <a:pt x="37" y="2"/>
                  </a:moveTo>
                  <a:cubicBezTo>
                    <a:pt x="38" y="4"/>
                    <a:pt x="38" y="5"/>
                    <a:pt x="38" y="7"/>
                  </a:cubicBezTo>
                  <a:cubicBezTo>
                    <a:pt x="38" y="11"/>
                    <a:pt x="36" y="15"/>
                    <a:pt x="36" y="15"/>
                  </a:cubicBezTo>
                  <a:cubicBezTo>
                    <a:pt x="36" y="15"/>
                    <a:pt x="36" y="15"/>
                    <a:pt x="36" y="15"/>
                  </a:cubicBezTo>
                  <a:cubicBezTo>
                    <a:pt x="37" y="16"/>
                    <a:pt x="37" y="16"/>
                    <a:pt x="37" y="16"/>
                  </a:cubicBezTo>
                  <a:cubicBezTo>
                    <a:pt x="37" y="15"/>
                    <a:pt x="37" y="15"/>
                    <a:pt x="37" y="15"/>
                  </a:cubicBezTo>
                  <a:cubicBezTo>
                    <a:pt x="39" y="12"/>
                    <a:pt x="39" y="12"/>
                    <a:pt x="39" y="12"/>
                  </a:cubicBezTo>
                  <a:cubicBezTo>
                    <a:pt x="39" y="10"/>
                    <a:pt x="39" y="10"/>
                    <a:pt x="39" y="10"/>
                  </a:cubicBezTo>
                  <a:cubicBezTo>
                    <a:pt x="39" y="10"/>
                    <a:pt x="39" y="10"/>
                    <a:pt x="39" y="10"/>
                  </a:cubicBezTo>
                  <a:cubicBezTo>
                    <a:pt x="39" y="10"/>
                    <a:pt x="39" y="10"/>
                    <a:pt x="39" y="10"/>
                  </a:cubicBezTo>
                  <a:cubicBezTo>
                    <a:pt x="39" y="10"/>
                    <a:pt x="39" y="10"/>
                    <a:pt x="39" y="10"/>
                  </a:cubicBezTo>
                  <a:cubicBezTo>
                    <a:pt x="39" y="9"/>
                    <a:pt x="39" y="9"/>
                    <a:pt x="39" y="9"/>
                  </a:cubicBezTo>
                  <a:cubicBezTo>
                    <a:pt x="39" y="7"/>
                    <a:pt x="38" y="4"/>
                    <a:pt x="37" y="2"/>
                  </a:cubicBezTo>
                  <a:moveTo>
                    <a:pt x="40" y="12"/>
                  </a:moveTo>
                  <a:cubicBezTo>
                    <a:pt x="40" y="11"/>
                    <a:pt x="40" y="11"/>
                    <a:pt x="40" y="11"/>
                  </a:cubicBezTo>
                  <a:cubicBezTo>
                    <a:pt x="39" y="13"/>
                    <a:pt x="37" y="16"/>
                    <a:pt x="37" y="17"/>
                  </a:cubicBezTo>
                  <a:cubicBezTo>
                    <a:pt x="37" y="18"/>
                    <a:pt x="37" y="18"/>
                    <a:pt x="37" y="18"/>
                  </a:cubicBezTo>
                  <a:cubicBezTo>
                    <a:pt x="37" y="20"/>
                    <a:pt x="37" y="20"/>
                    <a:pt x="37" y="20"/>
                  </a:cubicBezTo>
                  <a:cubicBezTo>
                    <a:pt x="38" y="20"/>
                    <a:pt x="38" y="20"/>
                    <a:pt x="38" y="20"/>
                  </a:cubicBezTo>
                  <a:cubicBezTo>
                    <a:pt x="38" y="20"/>
                    <a:pt x="40" y="16"/>
                    <a:pt x="40" y="12"/>
                  </a:cubicBezTo>
                  <a:close/>
                  <a:moveTo>
                    <a:pt x="27" y="44"/>
                  </a:moveTo>
                  <a:cubicBezTo>
                    <a:pt x="26" y="41"/>
                    <a:pt x="26" y="41"/>
                    <a:pt x="26" y="41"/>
                  </a:cubicBezTo>
                  <a:cubicBezTo>
                    <a:pt x="26" y="41"/>
                    <a:pt x="26" y="41"/>
                    <a:pt x="26" y="41"/>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1"/>
                    <a:pt x="23" y="41"/>
                    <a:pt x="23" y="41"/>
                  </a:cubicBezTo>
                  <a:cubicBezTo>
                    <a:pt x="23" y="42"/>
                    <a:pt x="25" y="43"/>
                    <a:pt x="27" y="44"/>
                  </a:cubicBezTo>
                  <a:moveTo>
                    <a:pt x="27" y="44"/>
                  </a:moveTo>
                  <a:cubicBezTo>
                    <a:pt x="29" y="48"/>
                    <a:pt x="29" y="48"/>
                    <a:pt x="29" y="48"/>
                  </a:cubicBezTo>
                  <a:cubicBezTo>
                    <a:pt x="29" y="47"/>
                    <a:pt x="29" y="47"/>
                    <a:pt x="29" y="47"/>
                  </a:cubicBezTo>
                  <a:cubicBezTo>
                    <a:pt x="29" y="46"/>
                    <a:pt x="28" y="45"/>
                    <a:pt x="28" y="44"/>
                  </a:cubicBezTo>
                  <a:cubicBezTo>
                    <a:pt x="28" y="44"/>
                    <a:pt x="28" y="44"/>
                    <a:pt x="28" y="44"/>
                  </a:cubicBezTo>
                  <a:cubicBezTo>
                    <a:pt x="28" y="44"/>
                    <a:pt x="28" y="44"/>
                    <a:pt x="28" y="44"/>
                  </a:cubicBezTo>
                  <a:lnTo>
                    <a:pt x="27" y="44"/>
                  </a:lnTo>
                  <a:close/>
                  <a:moveTo>
                    <a:pt x="28" y="44"/>
                  </a:moveTo>
                  <a:cubicBezTo>
                    <a:pt x="28" y="42"/>
                    <a:pt x="28" y="42"/>
                    <a:pt x="28" y="42"/>
                  </a:cubicBezTo>
                  <a:cubicBezTo>
                    <a:pt x="28" y="42"/>
                    <a:pt x="28" y="42"/>
                    <a:pt x="28" y="42"/>
                  </a:cubicBezTo>
                  <a:cubicBezTo>
                    <a:pt x="27" y="41"/>
                    <a:pt x="27" y="41"/>
                    <a:pt x="27" y="41"/>
                  </a:cubicBezTo>
                  <a:lnTo>
                    <a:pt x="28" y="44"/>
                  </a:lnTo>
                  <a:close/>
                  <a:moveTo>
                    <a:pt x="28" y="44"/>
                  </a:moveTo>
                  <a:cubicBezTo>
                    <a:pt x="28" y="44"/>
                    <a:pt x="28" y="44"/>
                    <a:pt x="28" y="44"/>
                  </a:cubicBezTo>
                  <a:cubicBezTo>
                    <a:pt x="29" y="44"/>
                    <a:pt x="30" y="45"/>
                    <a:pt x="33" y="45"/>
                  </a:cubicBezTo>
                  <a:cubicBezTo>
                    <a:pt x="31" y="45"/>
                    <a:pt x="30" y="43"/>
                    <a:pt x="30" y="42"/>
                  </a:cubicBezTo>
                  <a:cubicBezTo>
                    <a:pt x="29" y="42"/>
                    <a:pt x="29" y="42"/>
                    <a:pt x="29" y="42"/>
                  </a:cubicBezTo>
                  <a:lnTo>
                    <a:pt x="28" y="44"/>
                  </a:lnTo>
                  <a:close/>
                  <a:moveTo>
                    <a:pt x="37" y="34"/>
                  </a:moveTo>
                  <a:cubicBezTo>
                    <a:pt x="38" y="34"/>
                    <a:pt x="38" y="34"/>
                    <a:pt x="38" y="34"/>
                  </a:cubicBezTo>
                  <a:cubicBezTo>
                    <a:pt x="38" y="34"/>
                    <a:pt x="38" y="34"/>
                    <a:pt x="38" y="34"/>
                  </a:cubicBezTo>
                  <a:cubicBezTo>
                    <a:pt x="38" y="34"/>
                    <a:pt x="38" y="34"/>
                    <a:pt x="38" y="34"/>
                  </a:cubicBezTo>
                  <a:cubicBezTo>
                    <a:pt x="38" y="34"/>
                    <a:pt x="38" y="34"/>
                    <a:pt x="38" y="34"/>
                  </a:cubicBezTo>
                  <a:cubicBezTo>
                    <a:pt x="38" y="34"/>
                    <a:pt x="38" y="34"/>
                    <a:pt x="38" y="34"/>
                  </a:cubicBezTo>
                  <a:cubicBezTo>
                    <a:pt x="39" y="34"/>
                    <a:pt x="39" y="34"/>
                    <a:pt x="39" y="34"/>
                  </a:cubicBezTo>
                  <a:cubicBezTo>
                    <a:pt x="37" y="32"/>
                    <a:pt x="37" y="32"/>
                    <a:pt x="37" y="32"/>
                  </a:cubicBezTo>
                  <a:cubicBezTo>
                    <a:pt x="37" y="34"/>
                    <a:pt x="37" y="34"/>
                    <a:pt x="37" y="34"/>
                  </a:cubicBezTo>
                  <a:cubicBezTo>
                    <a:pt x="37" y="34"/>
                    <a:pt x="37" y="34"/>
                    <a:pt x="37" y="34"/>
                  </a:cubicBezTo>
                  <a:close/>
                  <a:moveTo>
                    <a:pt x="37" y="38"/>
                  </a:moveTo>
                  <a:cubicBezTo>
                    <a:pt x="36" y="39"/>
                    <a:pt x="35" y="39"/>
                    <a:pt x="35" y="39"/>
                  </a:cubicBezTo>
                  <a:cubicBezTo>
                    <a:pt x="36" y="40"/>
                    <a:pt x="36" y="40"/>
                    <a:pt x="36" y="40"/>
                  </a:cubicBezTo>
                  <a:cubicBezTo>
                    <a:pt x="38" y="42"/>
                    <a:pt x="38" y="42"/>
                    <a:pt x="38" y="42"/>
                  </a:cubicBezTo>
                  <a:cubicBezTo>
                    <a:pt x="38" y="41"/>
                    <a:pt x="38" y="39"/>
                    <a:pt x="37" y="38"/>
                  </a:cubicBezTo>
                  <a:moveTo>
                    <a:pt x="34" y="40"/>
                  </a:moveTo>
                  <a:cubicBezTo>
                    <a:pt x="34" y="41"/>
                    <a:pt x="34" y="42"/>
                    <a:pt x="34" y="42"/>
                  </a:cubicBezTo>
                  <a:cubicBezTo>
                    <a:pt x="33" y="42"/>
                    <a:pt x="33" y="42"/>
                    <a:pt x="33" y="42"/>
                  </a:cubicBezTo>
                  <a:cubicBezTo>
                    <a:pt x="33" y="42"/>
                    <a:pt x="33" y="42"/>
                    <a:pt x="33" y="42"/>
                  </a:cubicBezTo>
                  <a:cubicBezTo>
                    <a:pt x="32" y="42"/>
                    <a:pt x="31" y="42"/>
                    <a:pt x="31" y="42"/>
                  </a:cubicBezTo>
                  <a:cubicBezTo>
                    <a:pt x="31" y="43"/>
                    <a:pt x="32" y="45"/>
                    <a:pt x="34" y="45"/>
                  </a:cubicBezTo>
                  <a:cubicBezTo>
                    <a:pt x="34" y="45"/>
                    <a:pt x="34" y="43"/>
                    <a:pt x="33" y="42"/>
                  </a:cubicBezTo>
                  <a:cubicBezTo>
                    <a:pt x="34" y="42"/>
                    <a:pt x="34" y="42"/>
                    <a:pt x="34" y="42"/>
                  </a:cubicBezTo>
                  <a:cubicBezTo>
                    <a:pt x="34" y="42"/>
                    <a:pt x="34" y="42"/>
                    <a:pt x="34" y="42"/>
                  </a:cubicBezTo>
                  <a:cubicBezTo>
                    <a:pt x="36" y="43"/>
                    <a:pt x="36" y="43"/>
                    <a:pt x="36" y="43"/>
                  </a:cubicBezTo>
                  <a:cubicBezTo>
                    <a:pt x="37" y="42"/>
                    <a:pt x="37" y="42"/>
                    <a:pt x="37" y="42"/>
                  </a:cubicBezTo>
                  <a:cubicBezTo>
                    <a:pt x="36" y="42"/>
                    <a:pt x="35" y="40"/>
                    <a:pt x="34" y="40"/>
                  </a:cubicBezTo>
                  <a:moveTo>
                    <a:pt x="37" y="44"/>
                  </a:moveTo>
                  <a:cubicBezTo>
                    <a:pt x="37" y="43"/>
                    <a:pt x="37" y="43"/>
                    <a:pt x="37" y="43"/>
                  </a:cubicBezTo>
                  <a:cubicBezTo>
                    <a:pt x="36" y="43"/>
                    <a:pt x="36" y="43"/>
                    <a:pt x="36" y="43"/>
                  </a:cubicBezTo>
                  <a:cubicBezTo>
                    <a:pt x="34" y="43"/>
                    <a:pt x="34" y="43"/>
                    <a:pt x="34" y="43"/>
                  </a:cubicBezTo>
                  <a:cubicBezTo>
                    <a:pt x="34" y="44"/>
                    <a:pt x="35" y="45"/>
                    <a:pt x="35" y="46"/>
                  </a:cubicBezTo>
                  <a:cubicBezTo>
                    <a:pt x="35" y="46"/>
                    <a:pt x="35" y="46"/>
                    <a:pt x="35" y="46"/>
                  </a:cubicBezTo>
                  <a:cubicBezTo>
                    <a:pt x="34" y="46"/>
                    <a:pt x="34" y="46"/>
                    <a:pt x="34" y="46"/>
                  </a:cubicBezTo>
                  <a:cubicBezTo>
                    <a:pt x="34" y="46"/>
                    <a:pt x="34" y="46"/>
                    <a:pt x="34" y="46"/>
                  </a:cubicBezTo>
                  <a:cubicBezTo>
                    <a:pt x="33" y="46"/>
                    <a:pt x="33" y="46"/>
                    <a:pt x="33" y="46"/>
                  </a:cubicBezTo>
                  <a:cubicBezTo>
                    <a:pt x="32" y="46"/>
                    <a:pt x="32" y="46"/>
                    <a:pt x="32" y="46"/>
                  </a:cubicBezTo>
                  <a:cubicBezTo>
                    <a:pt x="32" y="47"/>
                    <a:pt x="32" y="47"/>
                    <a:pt x="32" y="47"/>
                  </a:cubicBezTo>
                  <a:cubicBezTo>
                    <a:pt x="32" y="48"/>
                    <a:pt x="33" y="48"/>
                    <a:pt x="33" y="50"/>
                  </a:cubicBezTo>
                  <a:cubicBezTo>
                    <a:pt x="34" y="52"/>
                    <a:pt x="36" y="54"/>
                    <a:pt x="38" y="55"/>
                  </a:cubicBezTo>
                  <a:cubicBezTo>
                    <a:pt x="39" y="57"/>
                    <a:pt x="40" y="58"/>
                    <a:pt x="41" y="60"/>
                  </a:cubicBezTo>
                  <a:cubicBezTo>
                    <a:pt x="41" y="61"/>
                    <a:pt x="41" y="61"/>
                    <a:pt x="41" y="61"/>
                  </a:cubicBezTo>
                  <a:cubicBezTo>
                    <a:pt x="42" y="61"/>
                    <a:pt x="42" y="61"/>
                    <a:pt x="42" y="61"/>
                  </a:cubicBezTo>
                  <a:cubicBezTo>
                    <a:pt x="42" y="61"/>
                    <a:pt x="42" y="61"/>
                    <a:pt x="42" y="61"/>
                  </a:cubicBezTo>
                  <a:cubicBezTo>
                    <a:pt x="43" y="61"/>
                    <a:pt x="44" y="59"/>
                    <a:pt x="44" y="59"/>
                  </a:cubicBezTo>
                  <a:cubicBezTo>
                    <a:pt x="44" y="58"/>
                    <a:pt x="44" y="58"/>
                    <a:pt x="44" y="58"/>
                  </a:cubicBezTo>
                  <a:cubicBezTo>
                    <a:pt x="44" y="54"/>
                    <a:pt x="39" y="52"/>
                    <a:pt x="37" y="44"/>
                  </a:cubicBezTo>
                  <a:moveTo>
                    <a:pt x="31" y="42"/>
                  </a:moveTo>
                  <a:cubicBezTo>
                    <a:pt x="32" y="42"/>
                    <a:pt x="32" y="42"/>
                    <a:pt x="32" y="42"/>
                  </a:cubicBezTo>
                  <a:cubicBezTo>
                    <a:pt x="31" y="41"/>
                    <a:pt x="31" y="40"/>
                    <a:pt x="31" y="39"/>
                  </a:cubicBezTo>
                  <a:cubicBezTo>
                    <a:pt x="30" y="40"/>
                    <a:pt x="30" y="40"/>
                    <a:pt x="30" y="40"/>
                  </a:cubicBezTo>
                  <a:cubicBezTo>
                    <a:pt x="29" y="42"/>
                    <a:pt x="29" y="42"/>
                    <a:pt x="29" y="42"/>
                  </a:cubicBezTo>
                  <a:lnTo>
                    <a:pt x="31" y="42"/>
                  </a:lnTo>
                  <a:close/>
                  <a:moveTo>
                    <a:pt x="33" y="41"/>
                  </a:moveTo>
                  <a:cubicBezTo>
                    <a:pt x="34" y="39"/>
                    <a:pt x="34" y="39"/>
                    <a:pt x="34" y="39"/>
                  </a:cubicBezTo>
                  <a:cubicBezTo>
                    <a:pt x="34" y="39"/>
                    <a:pt x="34" y="39"/>
                    <a:pt x="34" y="39"/>
                  </a:cubicBezTo>
                  <a:cubicBezTo>
                    <a:pt x="34" y="39"/>
                    <a:pt x="34" y="39"/>
                    <a:pt x="34" y="39"/>
                  </a:cubicBezTo>
                  <a:cubicBezTo>
                    <a:pt x="34" y="39"/>
                    <a:pt x="34" y="39"/>
                    <a:pt x="34" y="39"/>
                  </a:cubicBezTo>
                  <a:cubicBezTo>
                    <a:pt x="34" y="39"/>
                    <a:pt x="35" y="39"/>
                    <a:pt x="37" y="38"/>
                  </a:cubicBezTo>
                  <a:cubicBezTo>
                    <a:pt x="36" y="38"/>
                    <a:pt x="35" y="37"/>
                    <a:pt x="35" y="36"/>
                  </a:cubicBezTo>
                  <a:cubicBezTo>
                    <a:pt x="34" y="38"/>
                    <a:pt x="34" y="38"/>
                    <a:pt x="34" y="38"/>
                  </a:cubicBezTo>
                  <a:cubicBezTo>
                    <a:pt x="34" y="38"/>
                    <a:pt x="34" y="38"/>
                    <a:pt x="34" y="38"/>
                  </a:cubicBezTo>
                  <a:cubicBezTo>
                    <a:pt x="34" y="38"/>
                    <a:pt x="34" y="38"/>
                    <a:pt x="34" y="38"/>
                  </a:cubicBezTo>
                  <a:cubicBezTo>
                    <a:pt x="34" y="38"/>
                    <a:pt x="34" y="38"/>
                    <a:pt x="33" y="38"/>
                  </a:cubicBezTo>
                  <a:cubicBezTo>
                    <a:pt x="31" y="39"/>
                    <a:pt x="31" y="39"/>
                    <a:pt x="31" y="39"/>
                  </a:cubicBezTo>
                  <a:cubicBezTo>
                    <a:pt x="31" y="39"/>
                    <a:pt x="31" y="39"/>
                    <a:pt x="31" y="39"/>
                  </a:cubicBezTo>
                  <a:cubicBezTo>
                    <a:pt x="31" y="39"/>
                    <a:pt x="32" y="41"/>
                    <a:pt x="33" y="41"/>
                  </a:cubicBezTo>
                  <a:moveTo>
                    <a:pt x="35" y="35"/>
                  </a:moveTo>
                  <a:cubicBezTo>
                    <a:pt x="35" y="35"/>
                    <a:pt x="35" y="35"/>
                    <a:pt x="35" y="35"/>
                  </a:cubicBezTo>
                  <a:cubicBezTo>
                    <a:pt x="35" y="36"/>
                    <a:pt x="35" y="36"/>
                    <a:pt x="35" y="36"/>
                  </a:cubicBezTo>
                  <a:cubicBezTo>
                    <a:pt x="35" y="36"/>
                    <a:pt x="36" y="37"/>
                    <a:pt x="37" y="38"/>
                  </a:cubicBezTo>
                  <a:cubicBezTo>
                    <a:pt x="37" y="36"/>
                    <a:pt x="37" y="36"/>
                    <a:pt x="37" y="36"/>
                  </a:cubicBezTo>
                  <a:cubicBezTo>
                    <a:pt x="37" y="36"/>
                    <a:pt x="37" y="36"/>
                    <a:pt x="37" y="36"/>
                  </a:cubicBezTo>
                  <a:cubicBezTo>
                    <a:pt x="37" y="34"/>
                    <a:pt x="37" y="34"/>
                    <a:pt x="37" y="34"/>
                  </a:cubicBezTo>
                  <a:cubicBezTo>
                    <a:pt x="37" y="34"/>
                    <a:pt x="37" y="34"/>
                    <a:pt x="37" y="34"/>
                  </a:cubicBezTo>
                  <a:cubicBezTo>
                    <a:pt x="37" y="34"/>
                    <a:pt x="37" y="34"/>
                    <a:pt x="37" y="34"/>
                  </a:cubicBezTo>
                  <a:cubicBezTo>
                    <a:pt x="37" y="34"/>
                    <a:pt x="37" y="34"/>
                    <a:pt x="37" y="34"/>
                  </a:cubicBezTo>
                  <a:cubicBezTo>
                    <a:pt x="37" y="35"/>
                    <a:pt x="37" y="35"/>
                    <a:pt x="37" y="35"/>
                  </a:cubicBezTo>
                  <a:cubicBezTo>
                    <a:pt x="37" y="35"/>
                    <a:pt x="37" y="35"/>
                    <a:pt x="37" y="35"/>
                  </a:cubicBezTo>
                  <a:cubicBezTo>
                    <a:pt x="36" y="35"/>
                    <a:pt x="36" y="35"/>
                    <a:pt x="36" y="35"/>
                  </a:cubicBezTo>
                  <a:cubicBezTo>
                    <a:pt x="35" y="35"/>
                    <a:pt x="35" y="35"/>
                    <a:pt x="35" y="35"/>
                  </a:cubicBezTo>
                  <a:close/>
                  <a:moveTo>
                    <a:pt x="39" y="34"/>
                  </a:moveTo>
                  <a:cubicBezTo>
                    <a:pt x="39" y="32"/>
                    <a:pt x="39" y="32"/>
                    <a:pt x="39" y="32"/>
                  </a:cubicBezTo>
                  <a:cubicBezTo>
                    <a:pt x="39" y="31"/>
                    <a:pt x="39" y="31"/>
                    <a:pt x="39" y="31"/>
                  </a:cubicBezTo>
                  <a:cubicBezTo>
                    <a:pt x="39" y="30"/>
                    <a:pt x="39" y="30"/>
                    <a:pt x="39" y="30"/>
                  </a:cubicBezTo>
                  <a:cubicBezTo>
                    <a:pt x="39" y="30"/>
                    <a:pt x="39" y="30"/>
                    <a:pt x="39" y="30"/>
                  </a:cubicBezTo>
                  <a:cubicBezTo>
                    <a:pt x="41" y="29"/>
                    <a:pt x="41" y="29"/>
                    <a:pt x="41" y="29"/>
                  </a:cubicBezTo>
                  <a:cubicBezTo>
                    <a:pt x="41" y="28"/>
                    <a:pt x="41" y="28"/>
                    <a:pt x="41" y="28"/>
                  </a:cubicBezTo>
                  <a:cubicBezTo>
                    <a:pt x="41" y="28"/>
                    <a:pt x="41" y="28"/>
                    <a:pt x="41" y="28"/>
                  </a:cubicBezTo>
                  <a:cubicBezTo>
                    <a:pt x="38" y="28"/>
                    <a:pt x="38" y="28"/>
                    <a:pt x="38" y="28"/>
                  </a:cubicBezTo>
                  <a:cubicBezTo>
                    <a:pt x="39" y="29"/>
                    <a:pt x="39" y="30"/>
                    <a:pt x="39" y="30"/>
                  </a:cubicBezTo>
                  <a:cubicBezTo>
                    <a:pt x="39" y="30"/>
                    <a:pt x="39" y="30"/>
                    <a:pt x="39" y="30"/>
                  </a:cubicBezTo>
                  <a:cubicBezTo>
                    <a:pt x="39" y="30"/>
                    <a:pt x="39" y="30"/>
                    <a:pt x="39" y="30"/>
                  </a:cubicBezTo>
                  <a:cubicBezTo>
                    <a:pt x="37" y="32"/>
                    <a:pt x="37" y="32"/>
                    <a:pt x="37" y="32"/>
                  </a:cubicBezTo>
                  <a:lnTo>
                    <a:pt x="39" y="34"/>
                  </a:lnTo>
                  <a:close/>
                  <a:moveTo>
                    <a:pt x="38" y="27"/>
                  </a:moveTo>
                  <a:cubicBezTo>
                    <a:pt x="39" y="27"/>
                    <a:pt x="40" y="27"/>
                    <a:pt x="41" y="28"/>
                  </a:cubicBezTo>
                  <a:cubicBezTo>
                    <a:pt x="41" y="27"/>
                    <a:pt x="41" y="27"/>
                    <a:pt x="41" y="27"/>
                  </a:cubicBezTo>
                  <a:cubicBezTo>
                    <a:pt x="40" y="25"/>
                    <a:pt x="40" y="25"/>
                    <a:pt x="40" y="25"/>
                  </a:cubicBezTo>
                  <a:cubicBezTo>
                    <a:pt x="40" y="25"/>
                    <a:pt x="40" y="25"/>
                    <a:pt x="40" y="25"/>
                  </a:cubicBezTo>
                  <a:cubicBezTo>
                    <a:pt x="40" y="25"/>
                    <a:pt x="40" y="25"/>
                    <a:pt x="40" y="25"/>
                  </a:cubicBezTo>
                  <a:cubicBezTo>
                    <a:pt x="38" y="27"/>
                    <a:pt x="38" y="27"/>
                    <a:pt x="38" y="27"/>
                  </a:cubicBezTo>
                  <a:close/>
                  <a:moveTo>
                    <a:pt x="40" y="25"/>
                  </a:move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1" y="24"/>
                    <a:pt x="41" y="23"/>
                  </a:cubicBezTo>
                  <a:cubicBezTo>
                    <a:pt x="41" y="23"/>
                    <a:pt x="41" y="23"/>
                    <a:pt x="41" y="23"/>
                  </a:cubicBezTo>
                  <a:cubicBezTo>
                    <a:pt x="39" y="23"/>
                    <a:pt x="39" y="23"/>
                    <a:pt x="39" y="23"/>
                  </a:cubicBezTo>
                  <a:cubicBezTo>
                    <a:pt x="38" y="23"/>
                    <a:pt x="38" y="23"/>
                    <a:pt x="38" y="23"/>
                  </a:cubicBezTo>
                  <a:cubicBezTo>
                    <a:pt x="39" y="25"/>
                    <a:pt x="39" y="25"/>
                    <a:pt x="39" y="25"/>
                  </a:cubicBezTo>
                  <a:lnTo>
                    <a:pt x="40" y="25"/>
                  </a:lnTo>
                  <a:close/>
                  <a:moveTo>
                    <a:pt x="38" y="23"/>
                  </a:moveTo>
                  <a:cubicBezTo>
                    <a:pt x="39" y="22"/>
                    <a:pt x="40" y="22"/>
                    <a:pt x="41" y="22"/>
                  </a:cubicBezTo>
                  <a:cubicBezTo>
                    <a:pt x="39" y="21"/>
                    <a:pt x="39" y="21"/>
                    <a:pt x="39" y="21"/>
                  </a:cubicBezTo>
                  <a:cubicBezTo>
                    <a:pt x="39" y="21"/>
                    <a:pt x="39" y="21"/>
                    <a:pt x="39" y="21"/>
                  </a:cubicBezTo>
                  <a:lnTo>
                    <a:pt x="38" y="23"/>
                  </a:lnTo>
                  <a:close/>
                  <a:moveTo>
                    <a:pt x="46" y="3"/>
                  </a:moveTo>
                  <a:cubicBezTo>
                    <a:pt x="45" y="5"/>
                    <a:pt x="42" y="10"/>
                    <a:pt x="40" y="12"/>
                  </a:cubicBezTo>
                  <a:cubicBezTo>
                    <a:pt x="40" y="13"/>
                    <a:pt x="40" y="14"/>
                    <a:pt x="40" y="15"/>
                  </a:cubicBezTo>
                  <a:cubicBezTo>
                    <a:pt x="42" y="13"/>
                    <a:pt x="46" y="7"/>
                    <a:pt x="46" y="3"/>
                  </a:cubicBezTo>
                  <a:close/>
                  <a:moveTo>
                    <a:pt x="46" y="2"/>
                  </a:moveTo>
                  <a:cubicBezTo>
                    <a:pt x="46" y="3"/>
                    <a:pt x="46" y="3"/>
                    <a:pt x="46" y="3"/>
                  </a:cubicBezTo>
                  <a:cubicBezTo>
                    <a:pt x="46" y="2"/>
                    <a:pt x="46" y="2"/>
                    <a:pt x="46" y="2"/>
                  </a:cubicBezTo>
                  <a:close/>
                  <a:moveTo>
                    <a:pt x="47" y="5"/>
                  </a:moveTo>
                  <a:cubicBezTo>
                    <a:pt x="47" y="3"/>
                    <a:pt x="47" y="3"/>
                    <a:pt x="47" y="3"/>
                  </a:cubicBezTo>
                  <a:cubicBezTo>
                    <a:pt x="47" y="3"/>
                    <a:pt x="47" y="3"/>
                    <a:pt x="47" y="3"/>
                  </a:cubicBezTo>
                  <a:cubicBezTo>
                    <a:pt x="47" y="9"/>
                    <a:pt x="40" y="16"/>
                    <a:pt x="40" y="16"/>
                  </a:cubicBezTo>
                  <a:cubicBezTo>
                    <a:pt x="40" y="17"/>
                    <a:pt x="39" y="19"/>
                    <a:pt x="39" y="20"/>
                  </a:cubicBezTo>
                  <a:cubicBezTo>
                    <a:pt x="40" y="19"/>
                    <a:pt x="41" y="18"/>
                    <a:pt x="42" y="16"/>
                  </a:cubicBezTo>
                  <a:cubicBezTo>
                    <a:pt x="42" y="16"/>
                    <a:pt x="42" y="16"/>
                    <a:pt x="42" y="16"/>
                  </a:cubicBezTo>
                  <a:cubicBezTo>
                    <a:pt x="42" y="16"/>
                    <a:pt x="47" y="10"/>
                    <a:pt x="47" y="5"/>
                  </a:cubicBezTo>
                  <a:moveTo>
                    <a:pt x="43" y="16"/>
                  </a:moveTo>
                  <a:cubicBezTo>
                    <a:pt x="41" y="18"/>
                    <a:pt x="39" y="20"/>
                    <a:pt x="39" y="20"/>
                  </a:cubicBezTo>
                  <a:cubicBezTo>
                    <a:pt x="40" y="21"/>
                    <a:pt x="40" y="21"/>
                    <a:pt x="40" y="21"/>
                  </a:cubicBezTo>
                  <a:cubicBezTo>
                    <a:pt x="40" y="21"/>
                    <a:pt x="42" y="19"/>
                    <a:pt x="43" y="18"/>
                  </a:cubicBezTo>
                  <a:cubicBezTo>
                    <a:pt x="44" y="17"/>
                    <a:pt x="46" y="15"/>
                    <a:pt x="47" y="13"/>
                  </a:cubicBezTo>
                  <a:cubicBezTo>
                    <a:pt x="46" y="14"/>
                    <a:pt x="44" y="16"/>
                    <a:pt x="43" y="16"/>
                  </a:cubicBezTo>
                  <a:moveTo>
                    <a:pt x="43" y="22"/>
                  </a:moveTo>
                  <a:cubicBezTo>
                    <a:pt x="42" y="22"/>
                    <a:pt x="42" y="22"/>
                    <a:pt x="42" y="22"/>
                  </a:cubicBezTo>
                  <a:cubicBezTo>
                    <a:pt x="42" y="22"/>
                    <a:pt x="47" y="18"/>
                    <a:pt x="47" y="14"/>
                  </a:cubicBezTo>
                  <a:cubicBezTo>
                    <a:pt x="47" y="14"/>
                    <a:pt x="47" y="14"/>
                    <a:pt x="47" y="14"/>
                  </a:cubicBezTo>
                  <a:cubicBezTo>
                    <a:pt x="46" y="17"/>
                    <a:pt x="41" y="20"/>
                    <a:pt x="40" y="21"/>
                  </a:cubicBezTo>
                  <a:cubicBezTo>
                    <a:pt x="42" y="22"/>
                    <a:pt x="42" y="22"/>
                    <a:pt x="42" y="22"/>
                  </a:cubicBezTo>
                  <a:cubicBezTo>
                    <a:pt x="42" y="22"/>
                    <a:pt x="42" y="22"/>
                    <a:pt x="42" y="22"/>
                  </a:cubicBezTo>
                  <a:cubicBezTo>
                    <a:pt x="42" y="22"/>
                    <a:pt x="42" y="22"/>
                    <a:pt x="42" y="22"/>
                  </a:cubicBezTo>
                  <a:cubicBezTo>
                    <a:pt x="42" y="24"/>
                    <a:pt x="41" y="25"/>
                    <a:pt x="40" y="25"/>
                  </a:cubicBezTo>
                  <a:cubicBezTo>
                    <a:pt x="41" y="26"/>
                    <a:pt x="41" y="26"/>
                    <a:pt x="41" y="26"/>
                  </a:cubicBezTo>
                  <a:cubicBezTo>
                    <a:pt x="41" y="25"/>
                    <a:pt x="42" y="25"/>
                    <a:pt x="43" y="24"/>
                  </a:cubicBezTo>
                  <a:cubicBezTo>
                    <a:pt x="45" y="23"/>
                    <a:pt x="46" y="22"/>
                    <a:pt x="46" y="21"/>
                  </a:cubicBezTo>
                  <a:cubicBezTo>
                    <a:pt x="45" y="21"/>
                    <a:pt x="44" y="21"/>
                    <a:pt x="43" y="22"/>
                  </a:cubicBezTo>
                  <a:moveTo>
                    <a:pt x="44" y="26"/>
                  </a:moveTo>
                  <a:cubicBezTo>
                    <a:pt x="45" y="25"/>
                    <a:pt x="46" y="23"/>
                    <a:pt x="47" y="22"/>
                  </a:cubicBezTo>
                  <a:cubicBezTo>
                    <a:pt x="45" y="24"/>
                    <a:pt x="42" y="26"/>
                    <a:pt x="41" y="26"/>
                  </a:cubicBezTo>
                  <a:cubicBezTo>
                    <a:pt x="42" y="28"/>
                    <a:pt x="42" y="28"/>
                    <a:pt x="42" y="28"/>
                  </a:cubicBezTo>
                  <a:cubicBezTo>
                    <a:pt x="42" y="28"/>
                    <a:pt x="42" y="28"/>
                    <a:pt x="42" y="28"/>
                  </a:cubicBezTo>
                  <a:cubicBezTo>
                    <a:pt x="42" y="28"/>
                    <a:pt x="42" y="28"/>
                    <a:pt x="42" y="28"/>
                  </a:cubicBezTo>
                  <a:cubicBezTo>
                    <a:pt x="43" y="28"/>
                    <a:pt x="44" y="27"/>
                    <a:pt x="44" y="26"/>
                  </a:cubicBezTo>
                  <a:moveTo>
                    <a:pt x="45" y="29"/>
                  </a:moveTo>
                  <a:cubicBezTo>
                    <a:pt x="44" y="29"/>
                    <a:pt x="44" y="28"/>
                    <a:pt x="43" y="28"/>
                  </a:cubicBezTo>
                  <a:cubicBezTo>
                    <a:pt x="43" y="28"/>
                    <a:pt x="43" y="28"/>
                    <a:pt x="43" y="28"/>
                  </a:cubicBezTo>
                  <a:cubicBezTo>
                    <a:pt x="43" y="28"/>
                    <a:pt x="43" y="28"/>
                    <a:pt x="43" y="28"/>
                  </a:cubicBezTo>
                  <a:cubicBezTo>
                    <a:pt x="42" y="29"/>
                    <a:pt x="42" y="29"/>
                    <a:pt x="42" y="29"/>
                  </a:cubicBezTo>
                  <a:cubicBezTo>
                    <a:pt x="42" y="29"/>
                    <a:pt x="42" y="29"/>
                    <a:pt x="42" y="29"/>
                  </a:cubicBezTo>
                  <a:cubicBezTo>
                    <a:pt x="42" y="29"/>
                    <a:pt x="42" y="29"/>
                    <a:pt x="42" y="29"/>
                  </a:cubicBezTo>
                  <a:cubicBezTo>
                    <a:pt x="40" y="30"/>
                    <a:pt x="40" y="30"/>
                    <a:pt x="40" y="30"/>
                  </a:cubicBezTo>
                  <a:cubicBezTo>
                    <a:pt x="42" y="30"/>
                    <a:pt x="42" y="30"/>
                    <a:pt x="42" y="30"/>
                  </a:cubicBezTo>
                  <a:cubicBezTo>
                    <a:pt x="43" y="30"/>
                    <a:pt x="45" y="29"/>
                    <a:pt x="45" y="29"/>
                  </a:cubicBezTo>
                  <a:close/>
                  <a:moveTo>
                    <a:pt x="45" y="30"/>
                  </a:moveTo>
                  <a:cubicBezTo>
                    <a:pt x="43" y="31"/>
                    <a:pt x="41" y="31"/>
                    <a:pt x="40" y="31"/>
                  </a:cubicBezTo>
                  <a:cubicBezTo>
                    <a:pt x="40" y="32"/>
                    <a:pt x="40" y="32"/>
                    <a:pt x="40" y="32"/>
                  </a:cubicBezTo>
                  <a:cubicBezTo>
                    <a:pt x="40" y="34"/>
                    <a:pt x="40" y="34"/>
                    <a:pt x="40" y="34"/>
                  </a:cubicBezTo>
                  <a:cubicBezTo>
                    <a:pt x="40" y="34"/>
                    <a:pt x="40" y="34"/>
                    <a:pt x="40" y="34"/>
                  </a:cubicBezTo>
                  <a:cubicBezTo>
                    <a:pt x="40" y="34"/>
                    <a:pt x="40" y="34"/>
                    <a:pt x="40" y="34"/>
                  </a:cubicBezTo>
                  <a:cubicBezTo>
                    <a:pt x="41" y="33"/>
                    <a:pt x="41" y="33"/>
                    <a:pt x="41" y="33"/>
                  </a:cubicBezTo>
                  <a:cubicBezTo>
                    <a:pt x="42" y="33"/>
                    <a:pt x="44" y="32"/>
                    <a:pt x="45" y="30"/>
                  </a:cubicBezTo>
                  <a:moveTo>
                    <a:pt x="43" y="35"/>
                  </a:moveTo>
                  <a:cubicBezTo>
                    <a:pt x="43" y="35"/>
                    <a:pt x="43" y="35"/>
                    <a:pt x="43" y="35"/>
                  </a:cubicBezTo>
                  <a:cubicBezTo>
                    <a:pt x="44" y="35"/>
                    <a:pt x="44" y="35"/>
                    <a:pt x="44" y="35"/>
                  </a:cubicBezTo>
                  <a:cubicBezTo>
                    <a:pt x="44" y="35"/>
                    <a:pt x="46" y="36"/>
                    <a:pt x="46" y="38"/>
                  </a:cubicBezTo>
                  <a:cubicBezTo>
                    <a:pt x="46" y="38"/>
                    <a:pt x="46" y="38"/>
                    <a:pt x="46" y="38"/>
                  </a:cubicBezTo>
                  <a:cubicBezTo>
                    <a:pt x="46" y="40"/>
                    <a:pt x="46" y="40"/>
                    <a:pt x="46" y="40"/>
                  </a:cubicBezTo>
                  <a:cubicBezTo>
                    <a:pt x="45" y="40"/>
                    <a:pt x="45" y="40"/>
                    <a:pt x="45" y="40"/>
                  </a:cubicBezTo>
                  <a:cubicBezTo>
                    <a:pt x="45" y="40"/>
                    <a:pt x="43" y="40"/>
                    <a:pt x="43" y="42"/>
                  </a:cubicBezTo>
                  <a:cubicBezTo>
                    <a:pt x="43" y="43"/>
                    <a:pt x="43" y="43"/>
                    <a:pt x="43" y="43"/>
                  </a:cubicBezTo>
                  <a:cubicBezTo>
                    <a:pt x="44" y="45"/>
                    <a:pt x="46" y="46"/>
                    <a:pt x="46" y="48"/>
                  </a:cubicBezTo>
                  <a:cubicBezTo>
                    <a:pt x="46" y="48"/>
                    <a:pt x="46" y="48"/>
                    <a:pt x="46" y="48"/>
                  </a:cubicBezTo>
                  <a:cubicBezTo>
                    <a:pt x="46" y="49"/>
                    <a:pt x="45" y="50"/>
                    <a:pt x="45" y="51"/>
                  </a:cubicBezTo>
                  <a:cubicBezTo>
                    <a:pt x="45" y="51"/>
                    <a:pt x="45" y="51"/>
                    <a:pt x="45" y="51"/>
                  </a:cubicBezTo>
                  <a:cubicBezTo>
                    <a:pt x="45" y="51"/>
                    <a:pt x="45" y="51"/>
                    <a:pt x="45" y="51"/>
                  </a:cubicBezTo>
                  <a:cubicBezTo>
                    <a:pt x="45" y="51"/>
                    <a:pt x="46" y="50"/>
                    <a:pt x="46" y="49"/>
                  </a:cubicBezTo>
                  <a:cubicBezTo>
                    <a:pt x="46" y="48"/>
                    <a:pt x="46" y="48"/>
                    <a:pt x="46" y="48"/>
                  </a:cubicBezTo>
                  <a:cubicBezTo>
                    <a:pt x="46" y="46"/>
                    <a:pt x="46" y="46"/>
                    <a:pt x="46" y="46"/>
                  </a:cubicBezTo>
                  <a:cubicBezTo>
                    <a:pt x="45" y="45"/>
                    <a:pt x="44" y="44"/>
                    <a:pt x="44" y="43"/>
                  </a:cubicBezTo>
                  <a:cubicBezTo>
                    <a:pt x="44" y="42"/>
                    <a:pt x="44" y="42"/>
                    <a:pt x="44" y="42"/>
                  </a:cubicBezTo>
                  <a:cubicBezTo>
                    <a:pt x="44" y="41"/>
                    <a:pt x="46" y="40"/>
                    <a:pt x="46" y="40"/>
                  </a:cubicBezTo>
                  <a:cubicBezTo>
                    <a:pt x="46" y="40"/>
                    <a:pt x="46" y="40"/>
                    <a:pt x="46" y="40"/>
                  </a:cubicBezTo>
                  <a:cubicBezTo>
                    <a:pt x="46" y="40"/>
                    <a:pt x="45" y="41"/>
                    <a:pt x="45" y="42"/>
                  </a:cubicBezTo>
                  <a:cubicBezTo>
                    <a:pt x="45" y="43"/>
                    <a:pt x="45" y="43"/>
                    <a:pt x="45" y="43"/>
                  </a:cubicBezTo>
                  <a:cubicBezTo>
                    <a:pt x="45" y="44"/>
                    <a:pt x="46" y="45"/>
                    <a:pt x="46" y="46"/>
                  </a:cubicBezTo>
                  <a:cubicBezTo>
                    <a:pt x="47" y="48"/>
                    <a:pt x="47" y="48"/>
                    <a:pt x="47" y="48"/>
                  </a:cubicBezTo>
                  <a:cubicBezTo>
                    <a:pt x="47" y="49"/>
                    <a:pt x="47" y="49"/>
                    <a:pt x="47" y="49"/>
                  </a:cubicBezTo>
                  <a:cubicBezTo>
                    <a:pt x="46" y="50"/>
                    <a:pt x="46" y="50"/>
                    <a:pt x="46" y="50"/>
                  </a:cubicBezTo>
                  <a:cubicBezTo>
                    <a:pt x="47" y="49"/>
                    <a:pt x="47" y="49"/>
                    <a:pt x="47" y="49"/>
                  </a:cubicBezTo>
                  <a:cubicBezTo>
                    <a:pt x="47" y="49"/>
                    <a:pt x="47" y="49"/>
                    <a:pt x="47" y="48"/>
                  </a:cubicBezTo>
                  <a:cubicBezTo>
                    <a:pt x="47" y="48"/>
                    <a:pt x="47" y="48"/>
                    <a:pt x="47" y="48"/>
                  </a:cubicBezTo>
                  <a:cubicBezTo>
                    <a:pt x="47" y="47"/>
                    <a:pt x="46" y="43"/>
                    <a:pt x="45" y="43"/>
                  </a:cubicBezTo>
                  <a:cubicBezTo>
                    <a:pt x="45" y="42"/>
                    <a:pt x="45" y="42"/>
                    <a:pt x="45" y="42"/>
                  </a:cubicBezTo>
                  <a:cubicBezTo>
                    <a:pt x="45" y="41"/>
                    <a:pt x="47" y="40"/>
                    <a:pt x="47" y="40"/>
                  </a:cubicBezTo>
                  <a:cubicBezTo>
                    <a:pt x="47" y="41"/>
                    <a:pt x="47" y="41"/>
                    <a:pt x="47" y="41"/>
                  </a:cubicBezTo>
                  <a:cubicBezTo>
                    <a:pt x="47" y="41"/>
                    <a:pt x="47" y="41"/>
                    <a:pt x="47" y="41"/>
                  </a:cubicBezTo>
                  <a:cubicBezTo>
                    <a:pt x="46" y="42"/>
                    <a:pt x="46" y="42"/>
                    <a:pt x="46" y="42"/>
                  </a:cubicBezTo>
                  <a:cubicBezTo>
                    <a:pt x="46" y="43"/>
                    <a:pt x="46" y="43"/>
                    <a:pt x="46" y="43"/>
                  </a:cubicBezTo>
                  <a:cubicBezTo>
                    <a:pt x="46" y="43"/>
                    <a:pt x="47" y="46"/>
                    <a:pt x="47" y="48"/>
                  </a:cubicBezTo>
                  <a:cubicBezTo>
                    <a:pt x="47" y="48"/>
                    <a:pt x="47" y="48"/>
                    <a:pt x="47" y="48"/>
                  </a:cubicBezTo>
                  <a:cubicBezTo>
                    <a:pt x="47" y="50"/>
                    <a:pt x="47" y="50"/>
                    <a:pt x="47" y="50"/>
                  </a:cubicBezTo>
                  <a:cubicBezTo>
                    <a:pt x="46" y="51"/>
                    <a:pt x="46" y="51"/>
                    <a:pt x="46" y="51"/>
                  </a:cubicBezTo>
                  <a:cubicBezTo>
                    <a:pt x="47" y="51"/>
                    <a:pt x="48" y="50"/>
                    <a:pt x="48" y="49"/>
                  </a:cubicBezTo>
                  <a:cubicBezTo>
                    <a:pt x="48" y="48"/>
                    <a:pt x="48" y="48"/>
                    <a:pt x="48" y="48"/>
                  </a:cubicBezTo>
                  <a:cubicBezTo>
                    <a:pt x="47" y="44"/>
                    <a:pt x="47" y="44"/>
                    <a:pt x="46" y="43"/>
                  </a:cubicBezTo>
                  <a:cubicBezTo>
                    <a:pt x="46" y="43"/>
                    <a:pt x="46" y="43"/>
                    <a:pt x="46" y="43"/>
                  </a:cubicBezTo>
                  <a:cubicBezTo>
                    <a:pt x="47" y="42"/>
                    <a:pt x="48" y="41"/>
                    <a:pt x="48" y="38"/>
                  </a:cubicBezTo>
                  <a:cubicBezTo>
                    <a:pt x="48" y="38"/>
                    <a:pt x="48" y="38"/>
                    <a:pt x="48" y="38"/>
                  </a:cubicBezTo>
                  <a:cubicBezTo>
                    <a:pt x="48" y="35"/>
                    <a:pt x="46" y="34"/>
                    <a:pt x="43" y="34"/>
                  </a:cubicBezTo>
                  <a:cubicBezTo>
                    <a:pt x="43" y="34"/>
                    <a:pt x="43" y="34"/>
                    <a:pt x="43" y="34"/>
                  </a:cubicBezTo>
                  <a:cubicBezTo>
                    <a:pt x="41" y="34"/>
                    <a:pt x="41" y="34"/>
                    <a:pt x="41" y="34"/>
                  </a:cubicBezTo>
                  <a:cubicBezTo>
                    <a:pt x="41" y="34"/>
                    <a:pt x="41" y="34"/>
                    <a:pt x="41" y="34"/>
                  </a:cubicBezTo>
                  <a:cubicBezTo>
                    <a:pt x="41" y="35"/>
                    <a:pt x="41" y="35"/>
                    <a:pt x="41" y="35"/>
                  </a:cubicBezTo>
                  <a:lnTo>
                    <a:pt x="43" y="35"/>
                  </a:lnTo>
                  <a:close/>
                  <a:moveTo>
                    <a:pt x="40" y="34"/>
                  </a:moveTo>
                  <a:cubicBezTo>
                    <a:pt x="40" y="34"/>
                    <a:pt x="40" y="34"/>
                    <a:pt x="40" y="34"/>
                  </a:cubicBezTo>
                  <a:cubicBezTo>
                    <a:pt x="40" y="34"/>
                    <a:pt x="40" y="34"/>
                    <a:pt x="40" y="34"/>
                  </a:cubicBezTo>
                  <a:cubicBezTo>
                    <a:pt x="40" y="34"/>
                    <a:pt x="40" y="34"/>
                    <a:pt x="40" y="34"/>
                  </a:cubicBezTo>
                  <a:cubicBezTo>
                    <a:pt x="40" y="35"/>
                    <a:pt x="40" y="35"/>
                    <a:pt x="40" y="35"/>
                  </a:cubicBezTo>
                  <a:cubicBezTo>
                    <a:pt x="38" y="35"/>
                    <a:pt x="38" y="35"/>
                    <a:pt x="38" y="35"/>
                  </a:cubicBezTo>
                  <a:cubicBezTo>
                    <a:pt x="41" y="37"/>
                    <a:pt x="41" y="37"/>
                    <a:pt x="41" y="37"/>
                  </a:cubicBezTo>
                  <a:lnTo>
                    <a:pt x="40" y="34"/>
                  </a:lnTo>
                  <a:close/>
                  <a:moveTo>
                    <a:pt x="41" y="37"/>
                  </a:moveTo>
                  <a:cubicBezTo>
                    <a:pt x="40" y="37"/>
                    <a:pt x="38" y="36"/>
                    <a:pt x="38" y="35"/>
                  </a:cubicBezTo>
                  <a:cubicBezTo>
                    <a:pt x="38" y="36"/>
                    <a:pt x="38" y="36"/>
                    <a:pt x="38" y="36"/>
                  </a:cubicBezTo>
                  <a:cubicBezTo>
                    <a:pt x="38" y="36"/>
                    <a:pt x="38" y="36"/>
                    <a:pt x="38" y="36"/>
                  </a:cubicBezTo>
                  <a:cubicBezTo>
                    <a:pt x="38" y="38"/>
                    <a:pt x="38" y="38"/>
                    <a:pt x="38" y="38"/>
                  </a:cubicBezTo>
                  <a:cubicBezTo>
                    <a:pt x="38" y="38"/>
                    <a:pt x="40" y="37"/>
                    <a:pt x="41" y="37"/>
                  </a:cubicBezTo>
                  <a:moveTo>
                    <a:pt x="22" y="57"/>
                  </a:moveTo>
                  <a:cubicBezTo>
                    <a:pt x="20" y="57"/>
                    <a:pt x="18" y="57"/>
                    <a:pt x="17" y="61"/>
                  </a:cubicBezTo>
                  <a:cubicBezTo>
                    <a:pt x="19" y="63"/>
                    <a:pt x="19" y="63"/>
                    <a:pt x="19" y="63"/>
                  </a:cubicBezTo>
                  <a:cubicBezTo>
                    <a:pt x="19" y="63"/>
                    <a:pt x="19" y="63"/>
                    <a:pt x="19" y="63"/>
                  </a:cubicBezTo>
                  <a:cubicBezTo>
                    <a:pt x="19" y="64"/>
                    <a:pt x="19" y="64"/>
                    <a:pt x="19" y="64"/>
                  </a:cubicBezTo>
                  <a:cubicBezTo>
                    <a:pt x="18" y="64"/>
                    <a:pt x="18" y="64"/>
                    <a:pt x="18" y="64"/>
                  </a:cubicBezTo>
                  <a:cubicBezTo>
                    <a:pt x="19" y="65"/>
                    <a:pt x="19" y="65"/>
                    <a:pt x="19" y="65"/>
                  </a:cubicBezTo>
                  <a:cubicBezTo>
                    <a:pt x="20" y="66"/>
                    <a:pt x="22" y="68"/>
                    <a:pt x="23" y="69"/>
                  </a:cubicBezTo>
                  <a:cubicBezTo>
                    <a:pt x="24" y="70"/>
                    <a:pt x="24" y="70"/>
                    <a:pt x="24" y="70"/>
                  </a:cubicBezTo>
                  <a:cubicBezTo>
                    <a:pt x="24" y="71"/>
                    <a:pt x="23" y="72"/>
                    <a:pt x="22" y="73"/>
                  </a:cubicBezTo>
                  <a:cubicBezTo>
                    <a:pt x="22" y="74"/>
                    <a:pt x="20" y="76"/>
                    <a:pt x="19" y="77"/>
                  </a:cubicBezTo>
                  <a:cubicBezTo>
                    <a:pt x="18" y="78"/>
                    <a:pt x="18" y="78"/>
                    <a:pt x="18" y="78"/>
                  </a:cubicBezTo>
                  <a:cubicBezTo>
                    <a:pt x="18" y="78"/>
                    <a:pt x="18" y="78"/>
                    <a:pt x="18" y="78"/>
                  </a:cubicBezTo>
                  <a:cubicBezTo>
                    <a:pt x="18" y="78"/>
                    <a:pt x="18" y="78"/>
                    <a:pt x="18" y="78"/>
                  </a:cubicBezTo>
                  <a:cubicBezTo>
                    <a:pt x="19" y="80"/>
                    <a:pt x="19" y="80"/>
                    <a:pt x="19" y="80"/>
                  </a:cubicBezTo>
                  <a:cubicBezTo>
                    <a:pt x="18" y="80"/>
                    <a:pt x="18" y="80"/>
                    <a:pt x="18" y="80"/>
                  </a:cubicBezTo>
                  <a:cubicBezTo>
                    <a:pt x="18" y="79"/>
                    <a:pt x="18" y="79"/>
                    <a:pt x="18" y="79"/>
                  </a:cubicBezTo>
                  <a:cubicBezTo>
                    <a:pt x="18" y="78"/>
                    <a:pt x="18" y="78"/>
                    <a:pt x="18" y="78"/>
                  </a:cubicBezTo>
                  <a:cubicBezTo>
                    <a:pt x="17" y="78"/>
                    <a:pt x="17" y="78"/>
                    <a:pt x="17" y="78"/>
                  </a:cubicBezTo>
                  <a:cubicBezTo>
                    <a:pt x="17" y="77"/>
                    <a:pt x="17" y="77"/>
                    <a:pt x="17" y="77"/>
                  </a:cubicBezTo>
                  <a:cubicBezTo>
                    <a:pt x="16" y="76"/>
                    <a:pt x="16" y="76"/>
                    <a:pt x="16" y="76"/>
                  </a:cubicBezTo>
                  <a:cubicBezTo>
                    <a:pt x="16" y="76"/>
                    <a:pt x="16" y="76"/>
                    <a:pt x="16" y="76"/>
                  </a:cubicBezTo>
                  <a:cubicBezTo>
                    <a:pt x="15" y="76"/>
                    <a:pt x="15" y="76"/>
                    <a:pt x="15" y="76"/>
                  </a:cubicBezTo>
                  <a:cubicBezTo>
                    <a:pt x="14" y="76"/>
                    <a:pt x="14" y="76"/>
                    <a:pt x="14" y="76"/>
                  </a:cubicBezTo>
                  <a:cubicBezTo>
                    <a:pt x="14" y="76"/>
                    <a:pt x="14" y="76"/>
                    <a:pt x="14" y="76"/>
                  </a:cubicBezTo>
                  <a:cubicBezTo>
                    <a:pt x="16" y="75"/>
                    <a:pt x="16" y="75"/>
                    <a:pt x="16" y="75"/>
                  </a:cubicBezTo>
                  <a:cubicBezTo>
                    <a:pt x="16" y="75"/>
                    <a:pt x="16" y="75"/>
                    <a:pt x="16" y="75"/>
                  </a:cubicBezTo>
                  <a:cubicBezTo>
                    <a:pt x="17" y="76"/>
                    <a:pt x="17" y="76"/>
                    <a:pt x="17" y="76"/>
                  </a:cubicBezTo>
                  <a:cubicBezTo>
                    <a:pt x="17" y="77"/>
                    <a:pt x="17" y="77"/>
                    <a:pt x="17" y="77"/>
                  </a:cubicBezTo>
                  <a:cubicBezTo>
                    <a:pt x="17" y="75"/>
                    <a:pt x="17" y="75"/>
                    <a:pt x="17" y="75"/>
                  </a:cubicBezTo>
                  <a:cubicBezTo>
                    <a:pt x="16" y="74"/>
                    <a:pt x="16" y="74"/>
                    <a:pt x="16" y="74"/>
                  </a:cubicBezTo>
                  <a:cubicBezTo>
                    <a:pt x="15" y="74"/>
                    <a:pt x="15" y="74"/>
                    <a:pt x="15" y="74"/>
                  </a:cubicBezTo>
                  <a:cubicBezTo>
                    <a:pt x="15" y="74"/>
                    <a:pt x="15" y="74"/>
                    <a:pt x="15" y="74"/>
                  </a:cubicBezTo>
                  <a:cubicBezTo>
                    <a:pt x="14" y="75"/>
                    <a:pt x="14" y="75"/>
                    <a:pt x="14" y="75"/>
                  </a:cubicBezTo>
                  <a:cubicBezTo>
                    <a:pt x="14" y="74"/>
                    <a:pt x="14" y="74"/>
                    <a:pt x="14" y="74"/>
                  </a:cubicBezTo>
                  <a:cubicBezTo>
                    <a:pt x="14" y="74"/>
                    <a:pt x="14" y="74"/>
                    <a:pt x="14" y="74"/>
                  </a:cubicBezTo>
                  <a:cubicBezTo>
                    <a:pt x="15" y="74"/>
                    <a:pt x="15" y="74"/>
                    <a:pt x="15" y="74"/>
                  </a:cubicBezTo>
                  <a:cubicBezTo>
                    <a:pt x="14" y="73"/>
                    <a:pt x="14" y="73"/>
                    <a:pt x="14" y="73"/>
                  </a:cubicBezTo>
                  <a:cubicBezTo>
                    <a:pt x="14" y="73"/>
                    <a:pt x="14" y="73"/>
                    <a:pt x="14" y="73"/>
                  </a:cubicBezTo>
                  <a:cubicBezTo>
                    <a:pt x="14" y="75"/>
                    <a:pt x="14" y="75"/>
                    <a:pt x="14" y="75"/>
                  </a:cubicBezTo>
                  <a:cubicBezTo>
                    <a:pt x="15" y="79"/>
                    <a:pt x="15" y="79"/>
                    <a:pt x="15" y="79"/>
                  </a:cubicBezTo>
                  <a:cubicBezTo>
                    <a:pt x="15" y="80"/>
                    <a:pt x="17" y="82"/>
                    <a:pt x="18" y="82"/>
                  </a:cubicBezTo>
                  <a:cubicBezTo>
                    <a:pt x="19" y="82"/>
                    <a:pt x="20" y="82"/>
                    <a:pt x="20" y="81"/>
                  </a:cubicBezTo>
                  <a:cubicBezTo>
                    <a:pt x="21" y="80"/>
                    <a:pt x="21" y="78"/>
                    <a:pt x="21" y="78"/>
                  </a:cubicBezTo>
                  <a:cubicBezTo>
                    <a:pt x="21" y="78"/>
                    <a:pt x="21" y="78"/>
                    <a:pt x="21" y="78"/>
                  </a:cubicBezTo>
                  <a:cubicBezTo>
                    <a:pt x="22" y="78"/>
                    <a:pt x="22" y="78"/>
                    <a:pt x="22" y="78"/>
                  </a:cubicBezTo>
                  <a:cubicBezTo>
                    <a:pt x="23" y="78"/>
                    <a:pt x="23" y="78"/>
                    <a:pt x="23" y="78"/>
                  </a:cubicBezTo>
                  <a:cubicBezTo>
                    <a:pt x="24" y="76"/>
                    <a:pt x="24" y="76"/>
                    <a:pt x="24" y="76"/>
                  </a:cubicBezTo>
                  <a:cubicBezTo>
                    <a:pt x="26" y="74"/>
                    <a:pt x="26" y="74"/>
                    <a:pt x="26" y="74"/>
                  </a:cubicBezTo>
                  <a:cubicBezTo>
                    <a:pt x="28" y="73"/>
                    <a:pt x="28" y="73"/>
                    <a:pt x="28" y="73"/>
                  </a:cubicBezTo>
                  <a:cubicBezTo>
                    <a:pt x="28" y="72"/>
                    <a:pt x="28" y="72"/>
                    <a:pt x="28" y="72"/>
                  </a:cubicBezTo>
                  <a:cubicBezTo>
                    <a:pt x="28" y="72"/>
                    <a:pt x="28" y="72"/>
                    <a:pt x="28" y="72"/>
                  </a:cubicBezTo>
                  <a:cubicBezTo>
                    <a:pt x="27" y="69"/>
                    <a:pt x="27" y="69"/>
                    <a:pt x="27" y="69"/>
                  </a:cubicBezTo>
                  <a:cubicBezTo>
                    <a:pt x="26" y="68"/>
                    <a:pt x="26" y="68"/>
                    <a:pt x="26" y="68"/>
                  </a:cubicBezTo>
                  <a:cubicBezTo>
                    <a:pt x="26" y="68"/>
                    <a:pt x="26" y="68"/>
                    <a:pt x="26" y="68"/>
                  </a:cubicBezTo>
                  <a:cubicBezTo>
                    <a:pt x="26" y="67"/>
                    <a:pt x="26" y="67"/>
                    <a:pt x="26" y="67"/>
                  </a:cubicBezTo>
                  <a:cubicBezTo>
                    <a:pt x="26" y="65"/>
                    <a:pt x="26" y="64"/>
                    <a:pt x="25" y="63"/>
                  </a:cubicBezTo>
                  <a:cubicBezTo>
                    <a:pt x="25" y="62"/>
                    <a:pt x="23" y="62"/>
                    <a:pt x="23" y="62"/>
                  </a:cubicBezTo>
                  <a:cubicBezTo>
                    <a:pt x="24" y="61"/>
                    <a:pt x="24" y="61"/>
                    <a:pt x="24" y="61"/>
                  </a:cubicBezTo>
                  <a:cubicBezTo>
                    <a:pt x="25" y="61"/>
                    <a:pt x="25" y="61"/>
                    <a:pt x="25" y="61"/>
                  </a:cubicBezTo>
                  <a:cubicBezTo>
                    <a:pt x="25" y="62"/>
                    <a:pt x="25" y="62"/>
                    <a:pt x="25" y="62"/>
                  </a:cubicBezTo>
                  <a:cubicBezTo>
                    <a:pt x="26" y="63"/>
                    <a:pt x="26" y="63"/>
                    <a:pt x="26" y="63"/>
                  </a:cubicBezTo>
                  <a:cubicBezTo>
                    <a:pt x="26" y="64"/>
                    <a:pt x="27" y="65"/>
                    <a:pt x="27" y="67"/>
                  </a:cubicBezTo>
                  <a:cubicBezTo>
                    <a:pt x="28" y="68"/>
                    <a:pt x="28" y="68"/>
                    <a:pt x="28" y="68"/>
                  </a:cubicBezTo>
                  <a:cubicBezTo>
                    <a:pt x="30" y="69"/>
                    <a:pt x="30" y="69"/>
                    <a:pt x="30" y="69"/>
                  </a:cubicBezTo>
                  <a:cubicBezTo>
                    <a:pt x="29" y="67"/>
                    <a:pt x="29" y="65"/>
                    <a:pt x="29" y="64"/>
                  </a:cubicBezTo>
                  <a:cubicBezTo>
                    <a:pt x="29" y="64"/>
                    <a:pt x="29" y="64"/>
                    <a:pt x="29" y="64"/>
                  </a:cubicBezTo>
                  <a:cubicBezTo>
                    <a:pt x="29" y="62"/>
                    <a:pt x="29" y="62"/>
                    <a:pt x="29" y="62"/>
                  </a:cubicBezTo>
                  <a:cubicBezTo>
                    <a:pt x="29" y="62"/>
                    <a:pt x="29" y="62"/>
                    <a:pt x="29" y="62"/>
                  </a:cubicBezTo>
                  <a:cubicBezTo>
                    <a:pt x="29" y="62"/>
                    <a:pt x="28" y="61"/>
                    <a:pt x="27" y="61"/>
                  </a:cubicBezTo>
                  <a:cubicBezTo>
                    <a:pt x="26" y="60"/>
                    <a:pt x="26" y="60"/>
                    <a:pt x="26" y="60"/>
                  </a:cubicBezTo>
                  <a:cubicBezTo>
                    <a:pt x="25" y="60"/>
                    <a:pt x="25" y="60"/>
                    <a:pt x="25" y="60"/>
                  </a:cubicBezTo>
                  <a:cubicBezTo>
                    <a:pt x="25" y="60"/>
                    <a:pt x="25" y="60"/>
                    <a:pt x="25" y="60"/>
                  </a:cubicBezTo>
                  <a:cubicBezTo>
                    <a:pt x="25" y="59"/>
                    <a:pt x="25" y="59"/>
                    <a:pt x="25" y="59"/>
                  </a:cubicBezTo>
                  <a:cubicBezTo>
                    <a:pt x="25" y="57"/>
                    <a:pt x="25" y="57"/>
                    <a:pt x="25" y="57"/>
                  </a:cubicBezTo>
                  <a:cubicBezTo>
                    <a:pt x="24" y="57"/>
                    <a:pt x="23" y="57"/>
                    <a:pt x="22" y="57"/>
                  </a:cubicBezTo>
                  <a:moveTo>
                    <a:pt x="21" y="52"/>
                  </a:moveTo>
                  <a:cubicBezTo>
                    <a:pt x="21" y="52"/>
                    <a:pt x="21" y="52"/>
                    <a:pt x="21" y="52"/>
                  </a:cubicBezTo>
                  <a:cubicBezTo>
                    <a:pt x="21" y="53"/>
                    <a:pt x="23" y="54"/>
                    <a:pt x="24" y="55"/>
                  </a:cubicBezTo>
                  <a:cubicBezTo>
                    <a:pt x="25" y="57"/>
                    <a:pt x="25" y="57"/>
                    <a:pt x="25" y="57"/>
                  </a:cubicBezTo>
                  <a:cubicBezTo>
                    <a:pt x="25" y="57"/>
                    <a:pt x="25" y="57"/>
                    <a:pt x="25" y="57"/>
                  </a:cubicBezTo>
                  <a:cubicBezTo>
                    <a:pt x="25" y="57"/>
                    <a:pt x="25" y="57"/>
                    <a:pt x="25" y="57"/>
                  </a:cubicBezTo>
                  <a:cubicBezTo>
                    <a:pt x="25" y="57"/>
                    <a:pt x="25" y="57"/>
                    <a:pt x="25" y="57"/>
                  </a:cubicBezTo>
                  <a:cubicBezTo>
                    <a:pt x="25" y="57"/>
                    <a:pt x="25" y="57"/>
                    <a:pt x="25" y="57"/>
                  </a:cubicBezTo>
                  <a:cubicBezTo>
                    <a:pt x="26" y="59"/>
                    <a:pt x="26" y="59"/>
                    <a:pt x="26" y="59"/>
                  </a:cubicBezTo>
                  <a:cubicBezTo>
                    <a:pt x="26" y="59"/>
                    <a:pt x="26" y="59"/>
                    <a:pt x="26" y="59"/>
                  </a:cubicBezTo>
                  <a:cubicBezTo>
                    <a:pt x="28" y="60"/>
                    <a:pt x="28" y="60"/>
                    <a:pt x="28" y="60"/>
                  </a:cubicBezTo>
                  <a:cubicBezTo>
                    <a:pt x="29" y="62"/>
                    <a:pt x="29" y="62"/>
                    <a:pt x="29" y="62"/>
                  </a:cubicBezTo>
                  <a:cubicBezTo>
                    <a:pt x="30" y="61"/>
                    <a:pt x="30" y="60"/>
                    <a:pt x="30" y="60"/>
                  </a:cubicBezTo>
                  <a:cubicBezTo>
                    <a:pt x="30" y="59"/>
                    <a:pt x="30" y="59"/>
                    <a:pt x="30" y="59"/>
                  </a:cubicBezTo>
                  <a:cubicBezTo>
                    <a:pt x="30" y="57"/>
                    <a:pt x="30" y="57"/>
                    <a:pt x="30" y="57"/>
                  </a:cubicBezTo>
                  <a:cubicBezTo>
                    <a:pt x="30" y="57"/>
                    <a:pt x="30" y="57"/>
                    <a:pt x="30" y="57"/>
                  </a:cubicBezTo>
                  <a:cubicBezTo>
                    <a:pt x="30" y="57"/>
                    <a:pt x="31" y="58"/>
                    <a:pt x="31" y="59"/>
                  </a:cubicBezTo>
                  <a:cubicBezTo>
                    <a:pt x="31" y="60"/>
                    <a:pt x="31" y="60"/>
                    <a:pt x="31" y="60"/>
                  </a:cubicBezTo>
                  <a:cubicBezTo>
                    <a:pt x="31" y="60"/>
                    <a:pt x="30" y="61"/>
                    <a:pt x="30" y="62"/>
                  </a:cubicBezTo>
                  <a:cubicBezTo>
                    <a:pt x="30" y="63"/>
                    <a:pt x="30" y="63"/>
                    <a:pt x="30" y="63"/>
                  </a:cubicBezTo>
                  <a:cubicBezTo>
                    <a:pt x="30" y="63"/>
                    <a:pt x="30" y="63"/>
                    <a:pt x="30" y="63"/>
                  </a:cubicBezTo>
                  <a:cubicBezTo>
                    <a:pt x="29" y="64"/>
                    <a:pt x="29" y="64"/>
                    <a:pt x="29" y="64"/>
                  </a:cubicBezTo>
                  <a:cubicBezTo>
                    <a:pt x="29" y="64"/>
                    <a:pt x="29" y="64"/>
                    <a:pt x="29" y="64"/>
                  </a:cubicBezTo>
                  <a:cubicBezTo>
                    <a:pt x="30" y="66"/>
                    <a:pt x="30" y="68"/>
                    <a:pt x="31" y="70"/>
                  </a:cubicBezTo>
                  <a:cubicBezTo>
                    <a:pt x="32" y="71"/>
                    <a:pt x="32" y="71"/>
                    <a:pt x="32" y="71"/>
                  </a:cubicBezTo>
                  <a:cubicBezTo>
                    <a:pt x="32" y="71"/>
                    <a:pt x="32" y="71"/>
                    <a:pt x="32" y="71"/>
                  </a:cubicBezTo>
                  <a:cubicBezTo>
                    <a:pt x="32" y="71"/>
                    <a:pt x="32" y="71"/>
                    <a:pt x="32" y="71"/>
                  </a:cubicBezTo>
                  <a:cubicBezTo>
                    <a:pt x="32" y="74"/>
                    <a:pt x="32" y="74"/>
                    <a:pt x="32" y="74"/>
                  </a:cubicBezTo>
                  <a:cubicBezTo>
                    <a:pt x="33" y="74"/>
                    <a:pt x="34" y="77"/>
                    <a:pt x="35" y="78"/>
                  </a:cubicBezTo>
                  <a:cubicBezTo>
                    <a:pt x="36" y="79"/>
                    <a:pt x="36" y="80"/>
                    <a:pt x="37" y="81"/>
                  </a:cubicBezTo>
                  <a:cubicBezTo>
                    <a:pt x="37" y="82"/>
                    <a:pt x="36" y="83"/>
                    <a:pt x="37" y="83"/>
                  </a:cubicBezTo>
                  <a:cubicBezTo>
                    <a:pt x="38" y="85"/>
                    <a:pt x="38" y="85"/>
                    <a:pt x="38" y="86"/>
                  </a:cubicBezTo>
                  <a:cubicBezTo>
                    <a:pt x="38" y="87"/>
                    <a:pt x="38" y="87"/>
                    <a:pt x="38" y="87"/>
                  </a:cubicBezTo>
                  <a:cubicBezTo>
                    <a:pt x="38" y="88"/>
                    <a:pt x="38" y="88"/>
                    <a:pt x="39" y="89"/>
                  </a:cubicBezTo>
                  <a:cubicBezTo>
                    <a:pt x="39" y="90"/>
                    <a:pt x="40" y="91"/>
                    <a:pt x="40" y="92"/>
                  </a:cubicBezTo>
                  <a:cubicBezTo>
                    <a:pt x="39" y="93"/>
                    <a:pt x="39" y="93"/>
                    <a:pt x="39" y="93"/>
                  </a:cubicBezTo>
                  <a:cubicBezTo>
                    <a:pt x="39" y="94"/>
                    <a:pt x="39" y="96"/>
                    <a:pt x="38" y="96"/>
                  </a:cubicBezTo>
                  <a:cubicBezTo>
                    <a:pt x="37" y="96"/>
                    <a:pt x="37" y="96"/>
                    <a:pt x="37" y="96"/>
                  </a:cubicBezTo>
                  <a:cubicBezTo>
                    <a:pt x="36" y="96"/>
                    <a:pt x="36" y="96"/>
                    <a:pt x="36" y="96"/>
                  </a:cubicBezTo>
                  <a:cubicBezTo>
                    <a:pt x="36" y="96"/>
                    <a:pt x="36" y="96"/>
                    <a:pt x="36" y="96"/>
                  </a:cubicBezTo>
                  <a:cubicBezTo>
                    <a:pt x="35" y="96"/>
                    <a:pt x="35" y="96"/>
                    <a:pt x="35" y="96"/>
                  </a:cubicBezTo>
                  <a:cubicBezTo>
                    <a:pt x="34" y="97"/>
                    <a:pt x="34" y="97"/>
                    <a:pt x="34" y="97"/>
                  </a:cubicBezTo>
                  <a:cubicBezTo>
                    <a:pt x="34" y="98"/>
                    <a:pt x="34" y="98"/>
                    <a:pt x="34" y="98"/>
                  </a:cubicBezTo>
                  <a:cubicBezTo>
                    <a:pt x="34" y="98"/>
                    <a:pt x="34" y="98"/>
                    <a:pt x="34" y="98"/>
                  </a:cubicBezTo>
                  <a:cubicBezTo>
                    <a:pt x="33" y="98"/>
                    <a:pt x="33" y="98"/>
                    <a:pt x="33" y="98"/>
                  </a:cubicBezTo>
                  <a:cubicBezTo>
                    <a:pt x="33" y="98"/>
                    <a:pt x="33" y="98"/>
                    <a:pt x="33" y="98"/>
                  </a:cubicBezTo>
                  <a:cubicBezTo>
                    <a:pt x="34" y="97"/>
                    <a:pt x="34" y="97"/>
                    <a:pt x="34" y="97"/>
                  </a:cubicBezTo>
                  <a:cubicBezTo>
                    <a:pt x="35" y="96"/>
                    <a:pt x="35" y="96"/>
                    <a:pt x="35" y="96"/>
                  </a:cubicBezTo>
                  <a:cubicBezTo>
                    <a:pt x="35" y="96"/>
                    <a:pt x="35" y="96"/>
                    <a:pt x="35" y="96"/>
                  </a:cubicBezTo>
                  <a:cubicBezTo>
                    <a:pt x="35" y="96"/>
                    <a:pt x="35" y="96"/>
                    <a:pt x="35" y="96"/>
                  </a:cubicBezTo>
                  <a:cubicBezTo>
                    <a:pt x="34" y="96"/>
                    <a:pt x="34" y="96"/>
                    <a:pt x="34" y="96"/>
                  </a:cubicBezTo>
                  <a:cubicBezTo>
                    <a:pt x="33" y="96"/>
                    <a:pt x="33" y="96"/>
                    <a:pt x="33" y="96"/>
                  </a:cubicBezTo>
                  <a:cubicBezTo>
                    <a:pt x="32" y="97"/>
                    <a:pt x="32" y="97"/>
                    <a:pt x="32" y="97"/>
                  </a:cubicBezTo>
                  <a:cubicBezTo>
                    <a:pt x="31" y="97"/>
                    <a:pt x="31" y="97"/>
                    <a:pt x="31" y="97"/>
                  </a:cubicBezTo>
                  <a:cubicBezTo>
                    <a:pt x="32" y="96"/>
                    <a:pt x="32" y="96"/>
                    <a:pt x="32" y="96"/>
                  </a:cubicBezTo>
                  <a:cubicBezTo>
                    <a:pt x="31" y="97"/>
                    <a:pt x="31" y="97"/>
                    <a:pt x="31" y="97"/>
                  </a:cubicBezTo>
                  <a:cubicBezTo>
                    <a:pt x="31" y="97"/>
                    <a:pt x="31" y="97"/>
                    <a:pt x="31" y="97"/>
                  </a:cubicBezTo>
                  <a:cubicBezTo>
                    <a:pt x="32" y="98"/>
                    <a:pt x="32" y="98"/>
                    <a:pt x="32" y="98"/>
                  </a:cubicBezTo>
                  <a:cubicBezTo>
                    <a:pt x="33" y="99"/>
                    <a:pt x="34" y="99"/>
                    <a:pt x="35" y="100"/>
                  </a:cubicBezTo>
                  <a:cubicBezTo>
                    <a:pt x="36" y="100"/>
                    <a:pt x="38" y="100"/>
                    <a:pt x="39" y="100"/>
                  </a:cubicBezTo>
                  <a:cubicBezTo>
                    <a:pt x="40" y="100"/>
                    <a:pt x="40" y="100"/>
                    <a:pt x="40" y="100"/>
                  </a:cubicBezTo>
                  <a:cubicBezTo>
                    <a:pt x="42" y="98"/>
                    <a:pt x="42" y="98"/>
                    <a:pt x="42" y="98"/>
                  </a:cubicBezTo>
                  <a:cubicBezTo>
                    <a:pt x="42" y="95"/>
                    <a:pt x="42" y="95"/>
                    <a:pt x="42" y="95"/>
                  </a:cubicBezTo>
                  <a:cubicBezTo>
                    <a:pt x="43" y="93"/>
                    <a:pt x="43" y="93"/>
                    <a:pt x="43" y="93"/>
                  </a:cubicBezTo>
                  <a:cubicBezTo>
                    <a:pt x="42" y="88"/>
                    <a:pt x="42" y="88"/>
                    <a:pt x="42" y="88"/>
                  </a:cubicBezTo>
                  <a:cubicBezTo>
                    <a:pt x="42" y="88"/>
                    <a:pt x="41" y="87"/>
                    <a:pt x="41" y="86"/>
                  </a:cubicBezTo>
                  <a:cubicBezTo>
                    <a:pt x="41" y="84"/>
                    <a:pt x="42" y="83"/>
                    <a:pt x="42" y="82"/>
                  </a:cubicBezTo>
                  <a:cubicBezTo>
                    <a:pt x="40" y="79"/>
                    <a:pt x="40" y="79"/>
                    <a:pt x="40" y="79"/>
                  </a:cubicBezTo>
                  <a:cubicBezTo>
                    <a:pt x="40" y="77"/>
                    <a:pt x="40" y="77"/>
                    <a:pt x="40" y="77"/>
                  </a:cubicBezTo>
                  <a:cubicBezTo>
                    <a:pt x="40" y="78"/>
                    <a:pt x="40" y="78"/>
                    <a:pt x="40" y="78"/>
                  </a:cubicBezTo>
                  <a:cubicBezTo>
                    <a:pt x="39" y="77"/>
                    <a:pt x="39" y="77"/>
                    <a:pt x="39" y="77"/>
                  </a:cubicBezTo>
                  <a:cubicBezTo>
                    <a:pt x="38" y="75"/>
                    <a:pt x="38" y="75"/>
                    <a:pt x="38" y="75"/>
                  </a:cubicBezTo>
                  <a:cubicBezTo>
                    <a:pt x="38" y="75"/>
                    <a:pt x="38" y="75"/>
                    <a:pt x="38" y="75"/>
                  </a:cubicBezTo>
                  <a:cubicBezTo>
                    <a:pt x="38" y="74"/>
                    <a:pt x="38" y="73"/>
                    <a:pt x="39" y="72"/>
                  </a:cubicBezTo>
                  <a:cubicBezTo>
                    <a:pt x="40" y="70"/>
                    <a:pt x="41" y="67"/>
                    <a:pt x="41" y="66"/>
                  </a:cubicBezTo>
                  <a:cubicBezTo>
                    <a:pt x="41" y="66"/>
                    <a:pt x="41" y="66"/>
                    <a:pt x="41" y="66"/>
                  </a:cubicBezTo>
                  <a:cubicBezTo>
                    <a:pt x="41" y="65"/>
                    <a:pt x="40" y="62"/>
                    <a:pt x="40" y="62"/>
                  </a:cubicBezTo>
                  <a:cubicBezTo>
                    <a:pt x="40" y="62"/>
                    <a:pt x="40" y="62"/>
                    <a:pt x="40" y="62"/>
                  </a:cubicBezTo>
                  <a:cubicBezTo>
                    <a:pt x="40" y="62"/>
                    <a:pt x="42" y="64"/>
                    <a:pt x="42" y="66"/>
                  </a:cubicBezTo>
                  <a:cubicBezTo>
                    <a:pt x="42" y="66"/>
                    <a:pt x="42" y="66"/>
                    <a:pt x="42" y="66"/>
                  </a:cubicBezTo>
                  <a:cubicBezTo>
                    <a:pt x="41" y="67"/>
                    <a:pt x="40" y="71"/>
                    <a:pt x="40" y="72"/>
                  </a:cubicBezTo>
                  <a:cubicBezTo>
                    <a:pt x="39" y="73"/>
                    <a:pt x="38" y="75"/>
                    <a:pt x="38" y="75"/>
                  </a:cubicBezTo>
                  <a:cubicBezTo>
                    <a:pt x="38" y="75"/>
                    <a:pt x="38" y="75"/>
                    <a:pt x="38" y="75"/>
                  </a:cubicBezTo>
                  <a:cubicBezTo>
                    <a:pt x="39" y="77"/>
                    <a:pt x="39" y="77"/>
                    <a:pt x="39" y="77"/>
                  </a:cubicBezTo>
                  <a:cubicBezTo>
                    <a:pt x="40" y="77"/>
                    <a:pt x="40" y="77"/>
                    <a:pt x="40" y="77"/>
                  </a:cubicBezTo>
                  <a:cubicBezTo>
                    <a:pt x="40" y="77"/>
                    <a:pt x="40" y="77"/>
                    <a:pt x="40" y="77"/>
                  </a:cubicBezTo>
                  <a:cubicBezTo>
                    <a:pt x="41" y="76"/>
                    <a:pt x="41" y="76"/>
                    <a:pt x="41" y="76"/>
                  </a:cubicBezTo>
                  <a:cubicBezTo>
                    <a:pt x="40" y="76"/>
                    <a:pt x="40" y="76"/>
                    <a:pt x="40" y="76"/>
                  </a:cubicBezTo>
                  <a:cubicBezTo>
                    <a:pt x="40" y="75"/>
                    <a:pt x="40" y="75"/>
                    <a:pt x="40" y="75"/>
                  </a:cubicBezTo>
                  <a:cubicBezTo>
                    <a:pt x="39" y="74"/>
                    <a:pt x="39" y="74"/>
                    <a:pt x="39" y="74"/>
                  </a:cubicBezTo>
                  <a:cubicBezTo>
                    <a:pt x="41" y="74"/>
                    <a:pt x="41" y="74"/>
                    <a:pt x="41" y="74"/>
                  </a:cubicBezTo>
                  <a:cubicBezTo>
                    <a:pt x="41" y="73"/>
                    <a:pt x="41" y="73"/>
                    <a:pt x="41" y="73"/>
                  </a:cubicBezTo>
                  <a:cubicBezTo>
                    <a:pt x="41" y="72"/>
                    <a:pt x="41" y="72"/>
                    <a:pt x="41" y="72"/>
                  </a:cubicBezTo>
                  <a:cubicBezTo>
                    <a:pt x="42" y="72"/>
                    <a:pt x="42" y="72"/>
                    <a:pt x="42" y="72"/>
                  </a:cubicBezTo>
                  <a:cubicBezTo>
                    <a:pt x="42" y="71"/>
                    <a:pt x="42" y="71"/>
                    <a:pt x="42" y="71"/>
                  </a:cubicBezTo>
                  <a:cubicBezTo>
                    <a:pt x="42" y="71"/>
                    <a:pt x="42" y="71"/>
                    <a:pt x="42" y="71"/>
                  </a:cubicBezTo>
                  <a:cubicBezTo>
                    <a:pt x="43" y="71"/>
                    <a:pt x="43" y="71"/>
                    <a:pt x="43" y="71"/>
                  </a:cubicBezTo>
                  <a:cubicBezTo>
                    <a:pt x="42" y="70"/>
                    <a:pt x="42" y="70"/>
                    <a:pt x="42" y="70"/>
                  </a:cubicBezTo>
                  <a:cubicBezTo>
                    <a:pt x="42" y="69"/>
                    <a:pt x="42" y="69"/>
                    <a:pt x="42" y="69"/>
                  </a:cubicBezTo>
                  <a:cubicBezTo>
                    <a:pt x="43" y="70"/>
                    <a:pt x="43" y="70"/>
                    <a:pt x="43" y="70"/>
                  </a:cubicBezTo>
                  <a:cubicBezTo>
                    <a:pt x="43" y="68"/>
                    <a:pt x="43" y="68"/>
                    <a:pt x="43" y="68"/>
                  </a:cubicBezTo>
                  <a:cubicBezTo>
                    <a:pt x="43" y="68"/>
                    <a:pt x="43" y="68"/>
                    <a:pt x="43" y="68"/>
                  </a:cubicBezTo>
                  <a:cubicBezTo>
                    <a:pt x="44" y="68"/>
                    <a:pt x="44" y="68"/>
                    <a:pt x="44" y="68"/>
                  </a:cubicBezTo>
                  <a:cubicBezTo>
                    <a:pt x="43" y="66"/>
                    <a:pt x="43" y="66"/>
                    <a:pt x="43" y="66"/>
                  </a:cubicBezTo>
                  <a:cubicBezTo>
                    <a:pt x="43" y="66"/>
                    <a:pt x="43" y="66"/>
                    <a:pt x="43" y="66"/>
                  </a:cubicBezTo>
                  <a:cubicBezTo>
                    <a:pt x="43" y="65"/>
                    <a:pt x="43" y="65"/>
                    <a:pt x="43" y="65"/>
                  </a:cubicBezTo>
                  <a:cubicBezTo>
                    <a:pt x="43" y="65"/>
                    <a:pt x="47" y="62"/>
                    <a:pt x="47" y="59"/>
                  </a:cubicBezTo>
                  <a:cubicBezTo>
                    <a:pt x="47" y="55"/>
                    <a:pt x="39" y="48"/>
                    <a:pt x="39" y="41"/>
                  </a:cubicBezTo>
                  <a:cubicBezTo>
                    <a:pt x="39" y="41"/>
                    <a:pt x="39" y="41"/>
                    <a:pt x="39" y="41"/>
                  </a:cubicBezTo>
                  <a:cubicBezTo>
                    <a:pt x="39" y="40"/>
                    <a:pt x="39" y="39"/>
                    <a:pt x="40" y="38"/>
                  </a:cubicBezTo>
                  <a:cubicBezTo>
                    <a:pt x="38" y="38"/>
                    <a:pt x="38" y="38"/>
                    <a:pt x="38" y="38"/>
                  </a:cubicBezTo>
                  <a:cubicBezTo>
                    <a:pt x="38" y="40"/>
                    <a:pt x="38" y="42"/>
                    <a:pt x="38" y="42"/>
                  </a:cubicBezTo>
                  <a:cubicBezTo>
                    <a:pt x="38" y="43"/>
                    <a:pt x="38" y="43"/>
                    <a:pt x="38" y="43"/>
                  </a:cubicBezTo>
                  <a:cubicBezTo>
                    <a:pt x="38" y="43"/>
                    <a:pt x="38" y="43"/>
                    <a:pt x="38" y="43"/>
                  </a:cubicBezTo>
                  <a:cubicBezTo>
                    <a:pt x="38" y="43"/>
                    <a:pt x="38" y="43"/>
                    <a:pt x="38" y="43"/>
                  </a:cubicBezTo>
                  <a:cubicBezTo>
                    <a:pt x="38" y="43"/>
                    <a:pt x="38" y="43"/>
                    <a:pt x="38" y="43"/>
                  </a:cubicBezTo>
                  <a:cubicBezTo>
                    <a:pt x="38" y="43"/>
                    <a:pt x="38" y="43"/>
                    <a:pt x="38" y="43"/>
                  </a:cubicBezTo>
                  <a:cubicBezTo>
                    <a:pt x="37" y="43"/>
                    <a:pt x="37" y="43"/>
                    <a:pt x="37" y="43"/>
                  </a:cubicBezTo>
                  <a:cubicBezTo>
                    <a:pt x="38" y="44"/>
                    <a:pt x="38" y="44"/>
                    <a:pt x="38" y="44"/>
                  </a:cubicBezTo>
                  <a:cubicBezTo>
                    <a:pt x="39" y="51"/>
                    <a:pt x="45" y="53"/>
                    <a:pt x="45" y="58"/>
                  </a:cubicBezTo>
                  <a:cubicBezTo>
                    <a:pt x="45" y="59"/>
                    <a:pt x="45" y="59"/>
                    <a:pt x="45" y="59"/>
                  </a:cubicBezTo>
                  <a:cubicBezTo>
                    <a:pt x="45" y="59"/>
                    <a:pt x="44" y="62"/>
                    <a:pt x="42" y="62"/>
                  </a:cubicBezTo>
                  <a:cubicBezTo>
                    <a:pt x="42" y="62"/>
                    <a:pt x="42" y="62"/>
                    <a:pt x="42" y="62"/>
                  </a:cubicBezTo>
                  <a:cubicBezTo>
                    <a:pt x="42" y="62"/>
                    <a:pt x="42" y="62"/>
                    <a:pt x="42" y="62"/>
                  </a:cubicBezTo>
                  <a:cubicBezTo>
                    <a:pt x="41" y="61"/>
                    <a:pt x="41" y="61"/>
                    <a:pt x="41" y="61"/>
                  </a:cubicBezTo>
                  <a:cubicBezTo>
                    <a:pt x="40" y="60"/>
                    <a:pt x="40" y="60"/>
                    <a:pt x="40" y="60"/>
                  </a:cubicBezTo>
                  <a:cubicBezTo>
                    <a:pt x="39" y="58"/>
                    <a:pt x="39" y="57"/>
                    <a:pt x="37" y="56"/>
                  </a:cubicBezTo>
                  <a:cubicBezTo>
                    <a:pt x="36" y="54"/>
                    <a:pt x="33" y="52"/>
                    <a:pt x="33" y="50"/>
                  </a:cubicBezTo>
                  <a:cubicBezTo>
                    <a:pt x="32" y="49"/>
                    <a:pt x="31" y="48"/>
                    <a:pt x="31" y="47"/>
                  </a:cubicBezTo>
                  <a:cubicBezTo>
                    <a:pt x="31" y="46"/>
                    <a:pt x="31" y="46"/>
                    <a:pt x="31" y="46"/>
                  </a:cubicBezTo>
                  <a:cubicBezTo>
                    <a:pt x="30" y="46"/>
                    <a:pt x="30" y="45"/>
                    <a:pt x="29" y="45"/>
                  </a:cubicBezTo>
                  <a:cubicBezTo>
                    <a:pt x="30" y="47"/>
                    <a:pt x="30" y="49"/>
                    <a:pt x="30" y="49"/>
                  </a:cubicBezTo>
                  <a:cubicBezTo>
                    <a:pt x="30" y="49"/>
                    <a:pt x="30" y="49"/>
                    <a:pt x="30" y="49"/>
                  </a:cubicBezTo>
                  <a:cubicBezTo>
                    <a:pt x="29" y="49"/>
                    <a:pt x="29" y="49"/>
                    <a:pt x="29" y="49"/>
                  </a:cubicBezTo>
                  <a:cubicBezTo>
                    <a:pt x="27" y="49"/>
                    <a:pt x="25" y="46"/>
                    <a:pt x="24" y="46"/>
                  </a:cubicBezTo>
                  <a:cubicBezTo>
                    <a:pt x="24" y="46"/>
                    <a:pt x="24" y="46"/>
                    <a:pt x="24" y="46"/>
                  </a:cubicBezTo>
                  <a:cubicBezTo>
                    <a:pt x="21" y="49"/>
                    <a:pt x="21" y="49"/>
                    <a:pt x="21" y="49"/>
                  </a:cubicBezTo>
                  <a:cubicBezTo>
                    <a:pt x="21" y="51"/>
                    <a:pt x="21" y="51"/>
                    <a:pt x="21" y="51"/>
                  </a:cubicBezTo>
                  <a:cubicBezTo>
                    <a:pt x="21" y="51"/>
                    <a:pt x="21" y="51"/>
                    <a:pt x="21" y="51"/>
                  </a:cubicBezTo>
                  <a:cubicBezTo>
                    <a:pt x="20" y="51"/>
                    <a:pt x="20" y="51"/>
                    <a:pt x="20" y="51"/>
                  </a:cubicBezTo>
                  <a:lnTo>
                    <a:pt x="21" y="52"/>
                  </a:lnTo>
                  <a:close/>
                  <a:moveTo>
                    <a:pt x="9" y="62"/>
                  </a:moveTo>
                  <a:cubicBezTo>
                    <a:pt x="10" y="62"/>
                    <a:pt x="10" y="62"/>
                    <a:pt x="10" y="62"/>
                  </a:cubicBezTo>
                  <a:cubicBezTo>
                    <a:pt x="11" y="62"/>
                    <a:pt x="11" y="62"/>
                    <a:pt x="11" y="62"/>
                  </a:cubicBezTo>
                  <a:cubicBezTo>
                    <a:pt x="11" y="62"/>
                    <a:pt x="11" y="62"/>
                    <a:pt x="11" y="62"/>
                  </a:cubicBezTo>
                  <a:cubicBezTo>
                    <a:pt x="11" y="62"/>
                    <a:pt x="11" y="62"/>
                    <a:pt x="11" y="62"/>
                  </a:cubicBezTo>
                  <a:cubicBezTo>
                    <a:pt x="10" y="61"/>
                    <a:pt x="10" y="61"/>
                    <a:pt x="10" y="61"/>
                  </a:cubicBezTo>
                  <a:cubicBezTo>
                    <a:pt x="10" y="62"/>
                    <a:pt x="10" y="62"/>
                    <a:pt x="10" y="62"/>
                  </a:cubicBezTo>
                  <a:lnTo>
                    <a:pt x="9" y="62"/>
                  </a:lnTo>
                  <a:close/>
                  <a:moveTo>
                    <a:pt x="5" y="45"/>
                  </a:moveTo>
                  <a:cubicBezTo>
                    <a:pt x="4" y="46"/>
                    <a:pt x="4" y="46"/>
                    <a:pt x="4" y="46"/>
                  </a:cubicBezTo>
                  <a:cubicBezTo>
                    <a:pt x="5" y="46"/>
                    <a:pt x="5" y="46"/>
                    <a:pt x="5" y="46"/>
                  </a:cubicBezTo>
                  <a:cubicBezTo>
                    <a:pt x="5" y="46"/>
                    <a:pt x="5" y="46"/>
                    <a:pt x="5" y="46"/>
                  </a:cubicBezTo>
                  <a:cubicBezTo>
                    <a:pt x="5" y="46"/>
                    <a:pt x="5" y="46"/>
                    <a:pt x="5" y="46"/>
                  </a:cubicBezTo>
                  <a:cubicBezTo>
                    <a:pt x="5" y="45"/>
                    <a:pt x="5" y="45"/>
                    <a:pt x="5" y="45"/>
                  </a:cubicBezTo>
                  <a:close/>
                  <a:moveTo>
                    <a:pt x="8" y="48"/>
                  </a:moveTo>
                  <a:cubicBezTo>
                    <a:pt x="8" y="47"/>
                    <a:pt x="8" y="47"/>
                    <a:pt x="8" y="47"/>
                  </a:cubicBezTo>
                  <a:cubicBezTo>
                    <a:pt x="8" y="47"/>
                    <a:pt x="8" y="47"/>
                    <a:pt x="8" y="47"/>
                  </a:cubicBezTo>
                  <a:cubicBezTo>
                    <a:pt x="8" y="47"/>
                    <a:pt x="8" y="47"/>
                    <a:pt x="8" y="47"/>
                  </a:cubicBezTo>
                  <a:cubicBezTo>
                    <a:pt x="8" y="46"/>
                    <a:pt x="8" y="46"/>
                    <a:pt x="8" y="46"/>
                  </a:cubicBezTo>
                  <a:cubicBezTo>
                    <a:pt x="7" y="46"/>
                    <a:pt x="7" y="46"/>
                    <a:pt x="7" y="46"/>
                  </a:cubicBezTo>
                  <a:cubicBezTo>
                    <a:pt x="8" y="48"/>
                    <a:pt x="8" y="48"/>
                    <a:pt x="8" y="48"/>
                  </a:cubicBezTo>
                  <a:cubicBezTo>
                    <a:pt x="8" y="50"/>
                    <a:pt x="8" y="50"/>
                    <a:pt x="8" y="50"/>
                  </a:cubicBezTo>
                  <a:cubicBezTo>
                    <a:pt x="8" y="50"/>
                    <a:pt x="8" y="50"/>
                    <a:pt x="8" y="50"/>
                  </a:cubicBezTo>
                  <a:cubicBezTo>
                    <a:pt x="8" y="51"/>
                    <a:pt x="8" y="51"/>
                    <a:pt x="8" y="51"/>
                  </a:cubicBezTo>
                  <a:cubicBezTo>
                    <a:pt x="8" y="51"/>
                    <a:pt x="8" y="51"/>
                    <a:pt x="8" y="51"/>
                  </a:cubicBezTo>
                  <a:cubicBezTo>
                    <a:pt x="8" y="50"/>
                    <a:pt x="8" y="50"/>
                    <a:pt x="8" y="50"/>
                  </a:cubicBezTo>
                  <a:cubicBezTo>
                    <a:pt x="8" y="48"/>
                    <a:pt x="8" y="48"/>
                    <a:pt x="8" y="48"/>
                  </a:cubicBezTo>
                  <a:cubicBezTo>
                    <a:pt x="8" y="48"/>
                    <a:pt x="8" y="48"/>
                    <a:pt x="8" y="48"/>
                  </a:cubicBezTo>
                  <a:close/>
                  <a:moveTo>
                    <a:pt x="9" y="49"/>
                  </a:moveTo>
                  <a:cubicBezTo>
                    <a:pt x="9" y="49"/>
                    <a:pt x="9" y="49"/>
                    <a:pt x="9" y="49"/>
                  </a:cubicBezTo>
                  <a:cubicBezTo>
                    <a:pt x="9" y="49"/>
                    <a:pt x="9" y="49"/>
                    <a:pt x="9" y="49"/>
                  </a:cubicBezTo>
                  <a:cubicBezTo>
                    <a:pt x="9" y="48"/>
                    <a:pt x="9" y="48"/>
                    <a:pt x="9" y="48"/>
                  </a:cubicBezTo>
                  <a:cubicBezTo>
                    <a:pt x="9" y="48"/>
                    <a:pt x="9" y="48"/>
                    <a:pt x="9" y="48"/>
                  </a:cubicBezTo>
                  <a:cubicBezTo>
                    <a:pt x="9" y="48"/>
                    <a:pt x="9" y="48"/>
                    <a:pt x="9" y="48"/>
                  </a:cubicBezTo>
                  <a:cubicBezTo>
                    <a:pt x="8" y="50"/>
                    <a:pt x="8" y="50"/>
                    <a:pt x="8" y="50"/>
                  </a:cubicBezTo>
                  <a:cubicBezTo>
                    <a:pt x="8" y="50"/>
                    <a:pt x="8" y="50"/>
                    <a:pt x="8" y="50"/>
                  </a:cubicBezTo>
                  <a:cubicBezTo>
                    <a:pt x="9" y="50"/>
                    <a:pt x="9" y="50"/>
                    <a:pt x="9" y="50"/>
                  </a:cubicBezTo>
                  <a:lnTo>
                    <a:pt x="9" y="49"/>
                  </a:lnTo>
                  <a:close/>
                  <a:moveTo>
                    <a:pt x="13" y="51"/>
                  </a:moveTo>
                  <a:cubicBezTo>
                    <a:pt x="13" y="51"/>
                    <a:pt x="13" y="51"/>
                    <a:pt x="13" y="51"/>
                  </a:cubicBezTo>
                  <a:cubicBezTo>
                    <a:pt x="12" y="52"/>
                    <a:pt x="11" y="52"/>
                    <a:pt x="11" y="52"/>
                  </a:cubicBezTo>
                  <a:cubicBezTo>
                    <a:pt x="9" y="53"/>
                    <a:pt x="9" y="53"/>
                    <a:pt x="9" y="53"/>
                  </a:cubicBezTo>
                  <a:cubicBezTo>
                    <a:pt x="9" y="53"/>
                    <a:pt x="9" y="53"/>
                    <a:pt x="9" y="53"/>
                  </a:cubicBezTo>
                  <a:cubicBezTo>
                    <a:pt x="9" y="53"/>
                    <a:pt x="9" y="53"/>
                    <a:pt x="9" y="53"/>
                  </a:cubicBezTo>
                  <a:cubicBezTo>
                    <a:pt x="9" y="53"/>
                    <a:pt x="9" y="53"/>
                    <a:pt x="9" y="53"/>
                  </a:cubicBezTo>
                  <a:cubicBezTo>
                    <a:pt x="8" y="52"/>
                    <a:pt x="8" y="52"/>
                    <a:pt x="8" y="52"/>
                  </a:cubicBezTo>
                  <a:cubicBezTo>
                    <a:pt x="8" y="52"/>
                    <a:pt x="8" y="52"/>
                    <a:pt x="8" y="52"/>
                  </a:cubicBezTo>
                  <a:cubicBezTo>
                    <a:pt x="8" y="51"/>
                    <a:pt x="8" y="51"/>
                    <a:pt x="8" y="51"/>
                  </a:cubicBezTo>
                  <a:cubicBezTo>
                    <a:pt x="7" y="50"/>
                    <a:pt x="7" y="50"/>
                    <a:pt x="7" y="50"/>
                  </a:cubicBezTo>
                  <a:cubicBezTo>
                    <a:pt x="7" y="50"/>
                    <a:pt x="7" y="50"/>
                    <a:pt x="7" y="50"/>
                  </a:cubicBezTo>
                  <a:cubicBezTo>
                    <a:pt x="7" y="48"/>
                    <a:pt x="7" y="48"/>
                    <a:pt x="7" y="48"/>
                  </a:cubicBezTo>
                  <a:cubicBezTo>
                    <a:pt x="7" y="46"/>
                    <a:pt x="7" y="46"/>
                    <a:pt x="7" y="46"/>
                  </a:cubicBezTo>
                  <a:cubicBezTo>
                    <a:pt x="6" y="45"/>
                    <a:pt x="6" y="45"/>
                    <a:pt x="6" y="45"/>
                  </a:cubicBezTo>
                  <a:cubicBezTo>
                    <a:pt x="6" y="45"/>
                    <a:pt x="6" y="45"/>
                    <a:pt x="6" y="45"/>
                  </a:cubicBezTo>
                  <a:cubicBezTo>
                    <a:pt x="5" y="46"/>
                    <a:pt x="5" y="46"/>
                    <a:pt x="5" y="46"/>
                  </a:cubicBezTo>
                  <a:cubicBezTo>
                    <a:pt x="6" y="49"/>
                    <a:pt x="6" y="49"/>
                    <a:pt x="6" y="49"/>
                  </a:cubicBezTo>
                  <a:cubicBezTo>
                    <a:pt x="7" y="52"/>
                    <a:pt x="7" y="52"/>
                    <a:pt x="7" y="52"/>
                  </a:cubicBezTo>
                  <a:cubicBezTo>
                    <a:pt x="8" y="55"/>
                    <a:pt x="8" y="55"/>
                    <a:pt x="8" y="55"/>
                  </a:cubicBezTo>
                  <a:cubicBezTo>
                    <a:pt x="8" y="56"/>
                    <a:pt x="9" y="57"/>
                    <a:pt x="9" y="58"/>
                  </a:cubicBezTo>
                  <a:cubicBezTo>
                    <a:pt x="9" y="60"/>
                    <a:pt x="9" y="60"/>
                    <a:pt x="9" y="60"/>
                  </a:cubicBezTo>
                  <a:cubicBezTo>
                    <a:pt x="11" y="61"/>
                    <a:pt x="11" y="61"/>
                    <a:pt x="11" y="61"/>
                  </a:cubicBezTo>
                  <a:cubicBezTo>
                    <a:pt x="11" y="60"/>
                    <a:pt x="11" y="60"/>
                    <a:pt x="11" y="60"/>
                  </a:cubicBezTo>
                  <a:cubicBezTo>
                    <a:pt x="11" y="60"/>
                    <a:pt x="11" y="60"/>
                    <a:pt x="11" y="60"/>
                  </a:cubicBezTo>
                  <a:cubicBezTo>
                    <a:pt x="11" y="59"/>
                    <a:pt x="11" y="59"/>
                    <a:pt x="11" y="59"/>
                  </a:cubicBezTo>
                  <a:cubicBezTo>
                    <a:pt x="9" y="57"/>
                    <a:pt x="9" y="57"/>
                    <a:pt x="9" y="57"/>
                  </a:cubicBezTo>
                  <a:cubicBezTo>
                    <a:pt x="9" y="56"/>
                    <a:pt x="9" y="56"/>
                    <a:pt x="9" y="56"/>
                  </a:cubicBezTo>
                  <a:cubicBezTo>
                    <a:pt x="9" y="55"/>
                    <a:pt x="9" y="55"/>
                    <a:pt x="9" y="55"/>
                  </a:cubicBezTo>
                  <a:cubicBezTo>
                    <a:pt x="9" y="55"/>
                    <a:pt x="10" y="55"/>
                    <a:pt x="11" y="54"/>
                  </a:cubicBezTo>
                  <a:cubicBezTo>
                    <a:pt x="12" y="54"/>
                    <a:pt x="12" y="53"/>
                    <a:pt x="13" y="53"/>
                  </a:cubicBezTo>
                  <a:cubicBezTo>
                    <a:pt x="15" y="53"/>
                    <a:pt x="15" y="53"/>
                    <a:pt x="15" y="53"/>
                  </a:cubicBezTo>
                  <a:cubicBezTo>
                    <a:pt x="15" y="52"/>
                    <a:pt x="15" y="52"/>
                    <a:pt x="15" y="52"/>
                  </a:cubicBezTo>
                  <a:cubicBezTo>
                    <a:pt x="15" y="52"/>
                    <a:pt x="15" y="52"/>
                    <a:pt x="15" y="52"/>
                  </a:cubicBezTo>
                  <a:cubicBezTo>
                    <a:pt x="14" y="52"/>
                    <a:pt x="14" y="52"/>
                    <a:pt x="14" y="52"/>
                  </a:cubicBezTo>
                  <a:lnTo>
                    <a:pt x="13" y="51"/>
                  </a:lnTo>
                  <a:close/>
                  <a:moveTo>
                    <a:pt x="13" y="47"/>
                  </a:moveTo>
                  <a:cubicBezTo>
                    <a:pt x="14" y="49"/>
                    <a:pt x="14" y="49"/>
                    <a:pt x="14" y="49"/>
                  </a:cubicBezTo>
                  <a:cubicBezTo>
                    <a:pt x="15" y="49"/>
                    <a:pt x="15" y="49"/>
                    <a:pt x="15" y="49"/>
                  </a:cubicBezTo>
                  <a:cubicBezTo>
                    <a:pt x="14" y="49"/>
                    <a:pt x="14" y="49"/>
                    <a:pt x="14" y="49"/>
                  </a:cubicBezTo>
                  <a:cubicBezTo>
                    <a:pt x="14" y="51"/>
                    <a:pt x="14" y="51"/>
                    <a:pt x="14" y="51"/>
                  </a:cubicBezTo>
                  <a:cubicBezTo>
                    <a:pt x="14" y="52"/>
                    <a:pt x="14" y="52"/>
                    <a:pt x="14" y="52"/>
                  </a:cubicBezTo>
                  <a:cubicBezTo>
                    <a:pt x="15" y="52"/>
                    <a:pt x="15" y="52"/>
                    <a:pt x="15" y="52"/>
                  </a:cubicBezTo>
                  <a:cubicBezTo>
                    <a:pt x="15" y="52"/>
                    <a:pt x="15" y="52"/>
                    <a:pt x="15" y="52"/>
                  </a:cubicBezTo>
                  <a:cubicBezTo>
                    <a:pt x="15" y="52"/>
                    <a:pt x="15" y="52"/>
                    <a:pt x="15" y="52"/>
                  </a:cubicBezTo>
                  <a:cubicBezTo>
                    <a:pt x="15" y="52"/>
                    <a:pt x="15" y="52"/>
                    <a:pt x="15" y="52"/>
                  </a:cubicBezTo>
                  <a:cubicBezTo>
                    <a:pt x="15" y="53"/>
                    <a:pt x="15" y="54"/>
                    <a:pt x="16" y="55"/>
                  </a:cubicBezTo>
                  <a:cubicBezTo>
                    <a:pt x="16" y="54"/>
                    <a:pt x="18" y="51"/>
                    <a:pt x="20" y="50"/>
                  </a:cubicBezTo>
                  <a:cubicBezTo>
                    <a:pt x="20" y="50"/>
                    <a:pt x="20" y="50"/>
                    <a:pt x="20" y="50"/>
                  </a:cubicBezTo>
                  <a:cubicBezTo>
                    <a:pt x="20" y="50"/>
                    <a:pt x="20" y="50"/>
                    <a:pt x="20" y="50"/>
                  </a:cubicBezTo>
                  <a:cubicBezTo>
                    <a:pt x="20" y="48"/>
                    <a:pt x="20" y="48"/>
                    <a:pt x="20" y="48"/>
                  </a:cubicBezTo>
                  <a:cubicBezTo>
                    <a:pt x="21" y="47"/>
                    <a:pt x="21" y="47"/>
                    <a:pt x="21" y="47"/>
                  </a:cubicBezTo>
                  <a:cubicBezTo>
                    <a:pt x="21" y="45"/>
                    <a:pt x="21" y="45"/>
                    <a:pt x="21" y="45"/>
                  </a:cubicBezTo>
                  <a:cubicBezTo>
                    <a:pt x="22" y="45"/>
                    <a:pt x="22" y="45"/>
                    <a:pt x="22" y="45"/>
                  </a:cubicBezTo>
                  <a:cubicBezTo>
                    <a:pt x="21" y="47"/>
                    <a:pt x="21" y="47"/>
                    <a:pt x="21" y="47"/>
                  </a:cubicBezTo>
                  <a:cubicBezTo>
                    <a:pt x="21" y="48"/>
                    <a:pt x="21" y="48"/>
                    <a:pt x="21" y="48"/>
                  </a:cubicBezTo>
                  <a:cubicBezTo>
                    <a:pt x="23" y="46"/>
                    <a:pt x="23" y="46"/>
                    <a:pt x="23" y="46"/>
                  </a:cubicBezTo>
                  <a:cubicBezTo>
                    <a:pt x="24" y="45"/>
                    <a:pt x="24" y="45"/>
                    <a:pt x="24" y="45"/>
                  </a:cubicBezTo>
                  <a:cubicBezTo>
                    <a:pt x="24" y="45"/>
                    <a:pt x="24" y="45"/>
                    <a:pt x="24" y="45"/>
                  </a:cubicBezTo>
                  <a:cubicBezTo>
                    <a:pt x="24" y="45"/>
                    <a:pt x="24" y="45"/>
                    <a:pt x="24" y="45"/>
                  </a:cubicBezTo>
                  <a:cubicBezTo>
                    <a:pt x="24" y="45"/>
                    <a:pt x="26" y="47"/>
                    <a:pt x="29" y="48"/>
                  </a:cubicBezTo>
                  <a:cubicBezTo>
                    <a:pt x="26" y="44"/>
                    <a:pt x="26" y="44"/>
                    <a:pt x="26" y="44"/>
                  </a:cubicBezTo>
                  <a:cubicBezTo>
                    <a:pt x="23" y="43"/>
                    <a:pt x="22" y="41"/>
                    <a:pt x="22" y="41"/>
                  </a:cubicBezTo>
                  <a:cubicBezTo>
                    <a:pt x="22" y="41"/>
                    <a:pt x="22" y="41"/>
                    <a:pt x="22" y="41"/>
                  </a:cubicBezTo>
                  <a:cubicBezTo>
                    <a:pt x="21" y="41"/>
                    <a:pt x="21" y="41"/>
                    <a:pt x="21" y="41"/>
                  </a:cubicBezTo>
                  <a:cubicBezTo>
                    <a:pt x="21" y="41"/>
                    <a:pt x="21" y="41"/>
                    <a:pt x="21" y="41"/>
                  </a:cubicBezTo>
                  <a:cubicBezTo>
                    <a:pt x="23" y="41"/>
                    <a:pt x="23" y="41"/>
                    <a:pt x="23" y="41"/>
                  </a:cubicBezTo>
                  <a:cubicBezTo>
                    <a:pt x="23" y="41"/>
                    <a:pt x="23" y="41"/>
                    <a:pt x="23" y="41"/>
                  </a:cubicBezTo>
                  <a:cubicBezTo>
                    <a:pt x="23" y="40"/>
                    <a:pt x="23" y="40"/>
                    <a:pt x="23" y="40"/>
                  </a:cubicBezTo>
                  <a:cubicBezTo>
                    <a:pt x="24" y="40"/>
                    <a:pt x="24" y="40"/>
                    <a:pt x="24" y="40"/>
                  </a:cubicBezTo>
                  <a:cubicBezTo>
                    <a:pt x="24" y="40"/>
                    <a:pt x="24" y="40"/>
                    <a:pt x="24" y="40"/>
                  </a:cubicBezTo>
                  <a:cubicBezTo>
                    <a:pt x="24" y="40"/>
                    <a:pt x="24" y="40"/>
                    <a:pt x="24" y="40"/>
                  </a:cubicBezTo>
                  <a:cubicBezTo>
                    <a:pt x="25" y="40"/>
                    <a:pt x="25" y="40"/>
                    <a:pt x="25" y="40"/>
                  </a:cubicBezTo>
                  <a:cubicBezTo>
                    <a:pt x="26" y="41"/>
                    <a:pt x="26" y="41"/>
                    <a:pt x="26" y="41"/>
                  </a:cubicBezTo>
                  <a:cubicBezTo>
                    <a:pt x="27" y="41"/>
                    <a:pt x="28" y="41"/>
                    <a:pt x="28" y="41"/>
                  </a:cubicBezTo>
                  <a:cubicBezTo>
                    <a:pt x="28" y="41"/>
                    <a:pt x="28" y="41"/>
                    <a:pt x="28" y="41"/>
                  </a:cubicBezTo>
                  <a:cubicBezTo>
                    <a:pt x="29" y="41"/>
                    <a:pt x="29" y="41"/>
                    <a:pt x="29" y="41"/>
                  </a:cubicBezTo>
                  <a:cubicBezTo>
                    <a:pt x="29" y="41"/>
                    <a:pt x="29" y="41"/>
                    <a:pt x="29" y="41"/>
                  </a:cubicBezTo>
                  <a:cubicBezTo>
                    <a:pt x="30" y="40"/>
                    <a:pt x="30" y="40"/>
                    <a:pt x="30" y="40"/>
                  </a:cubicBezTo>
                  <a:cubicBezTo>
                    <a:pt x="30" y="38"/>
                    <a:pt x="30" y="38"/>
                    <a:pt x="30" y="38"/>
                  </a:cubicBezTo>
                  <a:cubicBezTo>
                    <a:pt x="31" y="38"/>
                    <a:pt x="31" y="38"/>
                    <a:pt x="31" y="38"/>
                  </a:cubicBezTo>
                  <a:cubicBezTo>
                    <a:pt x="31" y="38"/>
                    <a:pt x="31" y="38"/>
                    <a:pt x="31" y="38"/>
                  </a:cubicBezTo>
                  <a:cubicBezTo>
                    <a:pt x="31" y="38"/>
                    <a:pt x="31" y="38"/>
                    <a:pt x="31" y="38"/>
                  </a:cubicBezTo>
                  <a:cubicBezTo>
                    <a:pt x="33" y="38"/>
                    <a:pt x="33" y="38"/>
                    <a:pt x="33" y="38"/>
                  </a:cubicBezTo>
                  <a:cubicBezTo>
                    <a:pt x="34" y="38"/>
                    <a:pt x="34" y="38"/>
                    <a:pt x="34" y="38"/>
                  </a:cubicBezTo>
                  <a:cubicBezTo>
                    <a:pt x="34" y="38"/>
                    <a:pt x="34" y="38"/>
                    <a:pt x="34" y="38"/>
                  </a:cubicBezTo>
                  <a:cubicBezTo>
                    <a:pt x="34" y="35"/>
                    <a:pt x="34" y="35"/>
                    <a:pt x="34" y="35"/>
                  </a:cubicBezTo>
                  <a:cubicBezTo>
                    <a:pt x="34" y="35"/>
                    <a:pt x="34" y="35"/>
                    <a:pt x="34" y="35"/>
                  </a:cubicBezTo>
                  <a:cubicBezTo>
                    <a:pt x="34" y="34"/>
                    <a:pt x="34" y="34"/>
                    <a:pt x="34" y="34"/>
                  </a:cubicBezTo>
                  <a:cubicBezTo>
                    <a:pt x="34" y="34"/>
                    <a:pt x="34" y="34"/>
                    <a:pt x="34" y="34"/>
                  </a:cubicBezTo>
                  <a:cubicBezTo>
                    <a:pt x="34" y="34"/>
                    <a:pt x="34" y="34"/>
                    <a:pt x="34" y="34"/>
                  </a:cubicBezTo>
                  <a:cubicBezTo>
                    <a:pt x="36" y="34"/>
                    <a:pt x="36" y="34"/>
                    <a:pt x="36" y="34"/>
                  </a:cubicBezTo>
                  <a:cubicBezTo>
                    <a:pt x="36" y="34"/>
                    <a:pt x="36" y="34"/>
                    <a:pt x="36" y="34"/>
                  </a:cubicBezTo>
                  <a:cubicBezTo>
                    <a:pt x="36" y="34"/>
                    <a:pt x="36" y="34"/>
                    <a:pt x="36" y="34"/>
                  </a:cubicBezTo>
                  <a:cubicBezTo>
                    <a:pt x="36" y="32"/>
                    <a:pt x="36" y="32"/>
                    <a:pt x="36" y="32"/>
                  </a:cubicBezTo>
                  <a:cubicBezTo>
                    <a:pt x="36" y="32"/>
                    <a:pt x="36" y="32"/>
                    <a:pt x="36" y="32"/>
                  </a:cubicBezTo>
                  <a:cubicBezTo>
                    <a:pt x="36" y="32"/>
                    <a:pt x="36" y="32"/>
                    <a:pt x="36" y="32"/>
                  </a:cubicBezTo>
                  <a:cubicBezTo>
                    <a:pt x="35" y="32"/>
                    <a:pt x="35" y="32"/>
                    <a:pt x="35" y="32"/>
                  </a:cubicBezTo>
                  <a:cubicBezTo>
                    <a:pt x="36" y="31"/>
                    <a:pt x="36" y="31"/>
                    <a:pt x="36" y="31"/>
                  </a:cubicBezTo>
                  <a:cubicBezTo>
                    <a:pt x="36" y="31"/>
                    <a:pt x="36" y="31"/>
                    <a:pt x="36" y="31"/>
                  </a:cubicBezTo>
                  <a:cubicBezTo>
                    <a:pt x="36" y="31"/>
                    <a:pt x="36" y="31"/>
                    <a:pt x="36" y="31"/>
                  </a:cubicBezTo>
                  <a:cubicBezTo>
                    <a:pt x="38" y="30"/>
                    <a:pt x="38" y="30"/>
                    <a:pt x="38" y="30"/>
                  </a:cubicBezTo>
                  <a:cubicBezTo>
                    <a:pt x="38" y="28"/>
                    <a:pt x="38" y="28"/>
                    <a:pt x="38" y="28"/>
                  </a:cubicBezTo>
                  <a:cubicBezTo>
                    <a:pt x="38" y="28"/>
                    <a:pt x="38" y="28"/>
                    <a:pt x="38" y="28"/>
                  </a:cubicBezTo>
                  <a:cubicBezTo>
                    <a:pt x="37" y="28"/>
                    <a:pt x="37" y="28"/>
                    <a:pt x="37" y="28"/>
                  </a:cubicBezTo>
                  <a:cubicBezTo>
                    <a:pt x="36" y="28"/>
                    <a:pt x="36" y="28"/>
                    <a:pt x="36" y="28"/>
                  </a:cubicBezTo>
                  <a:cubicBezTo>
                    <a:pt x="37" y="26"/>
                    <a:pt x="37" y="26"/>
                    <a:pt x="37" y="26"/>
                  </a:cubicBezTo>
                  <a:cubicBezTo>
                    <a:pt x="37" y="26"/>
                    <a:pt x="37" y="26"/>
                    <a:pt x="37" y="26"/>
                  </a:cubicBezTo>
                  <a:cubicBezTo>
                    <a:pt x="38" y="27"/>
                    <a:pt x="38" y="27"/>
                    <a:pt x="38" y="27"/>
                  </a:cubicBezTo>
                  <a:cubicBezTo>
                    <a:pt x="39" y="25"/>
                    <a:pt x="39" y="25"/>
                    <a:pt x="39" y="25"/>
                  </a:cubicBezTo>
                  <a:cubicBezTo>
                    <a:pt x="38" y="24"/>
                    <a:pt x="38" y="24"/>
                    <a:pt x="38" y="24"/>
                  </a:cubicBezTo>
                  <a:cubicBezTo>
                    <a:pt x="37" y="24"/>
                    <a:pt x="37" y="24"/>
                    <a:pt x="37" y="24"/>
                  </a:cubicBezTo>
                  <a:cubicBezTo>
                    <a:pt x="37" y="25"/>
                    <a:pt x="37" y="25"/>
                    <a:pt x="37" y="25"/>
                  </a:cubicBezTo>
                  <a:cubicBezTo>
                    <a:pt x="37" y="23"/>
                    <a:pt x="37" y="23"/>
                    <a:pt x="37" y="23"/>
                  </a:cubicBezTo>
                  <a:cubicBezTo>
                    <a:pt x="37" y="23"/>
                    <a:pt x="37" y="23"/>
                    <a:pt x="37" y="23"/>
                  </a:cubicBezTo>
                  <a:cubicBezTo>
                    <a:pt x="37" y="23"/>
                    <a:pt x="37" y="23"/>
                    <a:pt x="37" y="23"/>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6" y="20"/>
                    <a:pt x="36" y="20"/>
                    <a:pt x="36" y="20"/>
                  </a:cubicBezTo>
                  <a:cubicBezTo>
                    <a:pt x="36" y="20"/>
                    <a:pt x="36" y="20"/>
                    <a:pt x="36" y="20"/>
                  </a:cubicBezTo>
                  <a:cubicBezTo>
                    <a:pt x="36" y="20"/>
                    <a:pt x="37" y="19"/>
                    <a:pt x="37" y="18"/>
                  </a:cubicBezTo>
                  <a:cubicBezTo>
                    <a:pt x="36" y="16"/>
                    <a:pt x="36" y="16"/>
                    <a:pt x="36" y="16"/>
                  </a:cubicBezTo>
                  <a:cubicBezTo>
                    <a:pt x="36" y="16"/>
                    <a:pt x="36" y="16"/>
                    <a:pt x="36" y="16"/>
                  </a:cubicBezTo>
                  <a:cubicBezTo>
                    <a:pt x="36" y="17"/>
                    <a:pt x="36" y="18"/>
                    <a:pt x="35" y="19"/>
                  </a:cubicBezTo>
                  <a:cubicBezTo>
                    <a:pt x="35" y="20"/>
                    <a:pt x="34" y="21"/>
                    <a:pt x="32" y="22"/>
                  </a:cubicBezTo>
                  <a:cubicBezTo>
                    <a:pt x="31" y="23"/>
                    <a:pt x="30" y="24"/>
                    <a:pt x="30" y="25"/>
                  </a:cubicBezTo>
                  <a:cubicBezTo>
                    <a:pt x="30" y="25"/>
                    <a:pt x="30" y="25"/>
                    <a:pt x="30" y="25"/>
                  </a:cubicBezTo>
                  <a:cubicBezTo>
                    <a:pt x="30" y="26"/>
                    <a:pt x="30" y="26"/>
                    <a:pt x="30" y="26"/>
                  </a:cubicBezTo>
                  <a:cubicBezTo>
                    <a:pt x="30" y="26"/>
                    <a:pt x="31" y="28"/>
                    <a:pt x="32" y="28"/>
                  </a:cubicBezTo>
                  <a:cubicBezTo>
                    <a:pt x="32" y="28"/>
                    <a:pt x="32" y="28"/>
                    <a:pt x="32" y="28"/>
                  </a:cubicBezTo>
                  <a:cubicBezTo>
                    <a:pt x="32" y="28"/>
                    <a:pt x="32" y="28"/>
                    <a:pt x="32" y="28"/>
                  </a:cubicBezTo>
                  <a:cubicBezTo>
                    <a:pt x="32" y="28"/>
                    <a:pt x="32" y="28"/>
                    <a:pt x="32" y="28"/>
                  </a:cubicBezTo>
                  <a:cubicBezTo>
                    <a:pt x="32" y="29"/>
                    <a:pt x="32" y="29"/>
                    <a:pt x="32" y="29"/>
                  </a:cubicBezTo>
                  <a:cubicBezTo>
                    <a:pt x="32" y="31"/>
                    <a:pt x="32" y="33"/>
                    <a:pt x="29" y="33"/>
                  </a:cubicBezTo>
                  <a:cubicBezTo>
                    <a:pt x="29" y="33"/>
                    <a:pt x="29" y="33"/>
                    <a:pt x="29" y="33"/>
                  </a:cubicBezTo>
                  <a:cubicBezTo>
                    <a:pt x="29" y="33"/>
                    <a:pt x="26" y="35"/>
                    <a:pt x="25" y="35"/>
                  </a:cubicBezTo>
                  <a:cubicBezTo>
                    <a:pt x="25" y="35"/>
                    <a:pt x="25" y="35"/>
                    <a:pt x="25" y="35"/>
                  </a:cubicBezTo>
                  <a:cubicBezTo>
                    <a:pt x="24" y="35"/>
                    <a:pt x="24" y="35"/>
                    <a:pt x="24" y="35"/>
                  </a:cubicBezTo>
                  <a:cubicBezTo>
                    <a:pt x="23" y="34"/>
                    <a:pt x="23" y="34"/>
                    <a:pt x="23" y="34"/>
                  </a:cubicBezTo>
                  <a:cubicBezTo>
                    <a:pt x="22" y="36"/>
                    <a:pt x="22" y="36"/>
                    <a:pt x="22" y="36"/>
                  </a:cubicBezTo>
                  <a:cubicBezTo>
                    <a:pt x="21" y="36"/>
                    <a:pt x="21" y="36"/>
                    <a:pt x="21" y="36"/>
                  </a:cubicBezTo>
                  <a:cubicBezTo>
                    <a:pt x="21" y="34"/>
                    <a:pt x="21" y="34"/>
                    <a:pt x="21" y="34"/>
                  </a:cubicBezTo>
                  <a:cubicBezTo>
                    <a:pt x="20" y="34"/>
                    <a:pt x="20" y="34"/>
                    <a:pt x="20" y="34"/>
                  </a:cubicBezTo>
                  <a:cubicBezTo>
                    <a:pt x="20" y="33"/>
                    <a:pt x="20" y="33"/>
                    <a:pt x="20" y="33"/>
                  </a:cubicBezTo>
                  <a:cubicBezTo>
                    <a:pt x="19" y="35"/>
                    <a:pt x="19" y="35"/>
                    <a:pt x="19" y="35"/>
                  </a:cubicBezTo>
                  <a:cubicBezTo>
                    <a:pt x="18" y="36"/>
                    <a:pt x="18" y="36"/>
                    <a:pt x="18" y="36"/>
                  </a:cubicBezTo>
                  <a:cubicBezTo>
                    <a:pt x="18" y="38"/>
                    <a:pt x="18" y="38"/>
                    <a:pt x="18" y="38"/>
                  </a:cubicBezTo>
                  <a:cubicBezTo>
                    <a:pt x="17" y="39"/>
                    <a:pt x="17" y="39"/>
                    <a:pt x="17" y="39"/>
                  </a:cubicBezTo>
                  <a:cubicBezTo>
                    <a:pt x="17" y="41"/>
                    <a:pt x="18" y="43"/>
                    <a:pt x="18" y="44"/>
                  </a:cubicBezTo>
                  <a:cubicBezTo>
                    <a:pt x="18" y="45"/>
                    <a:pt x="18" y="45"/>
                    <a:pt x="18" y="45"/>
                  </a:cubicBezTo>
                  <a:cubicBezTo>
                    <a:pt x="18" y="46"/>
                    <a:pt x="17" y="48"/>
                    <a:pt x="17" y="48"/>
                  </a:cubicBezTo>
                  <a:cubicBezTo>
                    <a:pt x="17" y="49"/>
                    <a:pt x="17" y="49"/>
                    <a:pt x="17" y="49"/>
                  </a:cubicBezTo>
                  <a:cubicBezTo>
                    <a:pt x="16" y="48"/>
                    <a:pt x="16" y="48"/>
                    <a:pt x="16" y="48"/>
                  </a:cubicBezTo>
                  <a:cubicBezTo>
                    <a:pt x="16" y="48"/>
                    <a:pt x="16" y="48"/>
                    <a:pt x="16" y="48"/>
                  </a:cubicBezTo>
                  <a:cubicBezTo>
                    <a:pt x="16" y="48"/>
                    <a:pt x="15" y="48"/>
                    <a:pt x="13" y="47"/>
                  </a:cubicBezTo>
                  <a:moveTo>
                    <a:pt x="37" y="27"/>
                  </a:moveTo>
                  <a:cubicBezTo>
                    <a:pt x="37" y="27"/>
                    <a:pt x="37" y="27"/>
                    <a:pt x="37" y="27"/>
                  </a:cubicBezTo>
                  <a:cubicBezTo>
                    <a:pt x="37" y="27"/>
                    <a:pt x="37" y="27"/>
                    <a:pt x="37" y="27"/>
                  </a:cubicBezTo>
                  <a:close/>
                  <a:moveTo>
                    <a:pt x="13" y="42"/>
                  </a:moveTo>
                  <a:cubicBezTo>
                    <a:pt x="14" y="45"/>
                    <a:pt x="16" y="47"/>
                    <a:pt x="17" y="48"/>
                  </a:cubicBezTo>
                  <a:cubicBezTo>
                    <a:pt x="17" y="47"/>
                    <a:pt x="18" y="46"/>
                    <a:pt x="18" y="45"/>
                  </a:cubicBezTo>
                  <a:cubicBezTo>
                    <a:pt x="18" y="44"/>
                    <a:pt x="18" y="44"/>
                    <a:pt x="18" y="44"/>
                  </a:cubicBezTo>
                  <a:cubicBezTo>
                    <a:pt x="18" y="43"/>
                    <a:pt x="17" y="41"/>
                    <a:pt x="17" y="39"/>
                  </a:cubicBezTo>
                  <a:cubicBezTo>
                    <a:pt x="17" y="38"/>
                    <a:pt x="17" y="38"/>
                    <a:pt x="17" y="38"/>
                  </a:cubicBezTo>
                  <a:cubicBezTo>
                    <a:pt x="17" y="37"/>
                    <a:pt x="17" y="37"/>
                    <a:pt x="17" y="37"/>
                  </a:cubicBezTo>
                  <a:cubicBezTo>
                    <a:pt x="17" y="36"/>
                    <a:pt x="17" y="36"/>
                    <a:pt x="17" y="36"/>
                  </a:cubicBezTo>
                  <a:cubicBezTo>
                    <a:pt x="17" y="35"/>
                    <a:pt x="17" y="35"/>
                    <a:pt x="17" y="35"/>
                  </a:cubicBezTo>
                  <a:cubicBezTo>
                    <a:pt x="16" y="34"/>
                    <a:pt x="16" y="34"/>
                    <a:pt x="16" y="34"/>
                  </a:cubicBezTo>
                  <a:cubicBezTo>
                    <a:pt x="14" y="36"/>
                    <a:pt x="14" y="36"/>
                    <a:pt x="14" y="36"/>
                  </a:cubicBezTo>
                  <a:cubicBezTo>
                    <a:pt x="12" y="37"/>
                    <a:pt x="12" y="37"/>
                    <a:pt x="12" y="37"/>
                  </a:cubicBezTo>
                  <a:cubicBezTo>
                    <a:pt x="12" y="39"/>
                    <a:pt x="12" y="39"/>
                    <a:pt x="12" y="39"/>
                  </a:cubicBezTo>
                  <a:cubicBezTo>
                    <a:pt x="12" y="40"/>
                    <a:pt x="12" y="41"/>
                    <a:pt x="13" y="42"/>
                  </a:cubicBezTo>
                  <a:moveTo>
                    <a:pt x="4" y="32"/>
                  </a:moveTo>
                  <a:cubicBezTo>
                    <a:pt x="5" y="32"/>
                    <a:pt x="5" y="32"/>
                    <a:pt x="5" y="32"/>
                  </a:cubicBezTo>
                  <a:cubicBezTo>
                    <a:pt x="7" y="32"/>
                    <a:pt x="7" y="32"/>
                    <a:pt x="7" y="32"/>
                  </a:cubicBezTo>
                  <a:cubicBezTo>
                    <a:pt x="8" y="33"/>
                    <a:pt x="8" y="35"/>
                    <a:pt x="8" y="36"/>
                  </a:cubicBezTo>
                  <a:cubicBezTo>
                    <a:pt x="8" y="37"/>
                    <a:pt x="8" y="37"/>
                    <a:pt x="8" y="37"/>
                  </a:cubicBezTo>
                  <a:cubicBezTo>
                    <a:pt x="9" y="38"/>
                    <a:pt x="9" y="38"/>
                    <a:pt x="9" y="38"/>
                  </a:cubicBezTo>
                  <a:cubicBezTo>
                    <a:pt x="11" y="39"/>
                    <a:pt x="11" y="39"/>
                    <a:pt x="11" y="39"/>
                  </a:cubicBezTo>
                  <a:cubicBezTo>
                    <a:pt x="11" y="39"/>
                    <a:pt x="11" y="39"/>
                    <a:pt x="11" y="39"/>
                  </a:cubicBezTo>
                  <a:cubicBezTo>
                    <a:pt x="12" y="37"/>
                    <a:pt x="12" y="37"/>
                    <a:pt x="12" y="37"/>
                  </a:cubicBezTo>
                  <a:cubicBezTo>
                    <a:pt x="11" y="37"/>
                    <a:pt x="11" y="37"/>
                    <a:pt x="11" y="37"/>
                  </a:cubicBezTo>
                  <a:cubicBezTo>
                    <a:pt x="11" y="37"/>
                    <a:pt x="11" y="37"/>
                    <a:pt x="11" y="37"/>
                  </a:cubicBezTo>
                  <a:cubicBezTo>
                    <a:pt x="10" y="37"/>
                    <a:pt x="10" y="37"/>
                    <a:pt x="10" y="37"/>
                  </a:cubicBezTo>
                  <a:cubicBezTo>
                    <a:pt x="10" y="37"/>
                    <a:pt x="10" y="37"/>
                    <a:pt x="10" y="37"/>
                  </a:cubicBezTo>
                  <a:cubicBezTo>
                    <a:pt x="10" y="36"/>
                    <a:pt x="10" y="36"/>
                    <a:pt x="10" y="36"/>
                  </a:cubicBezTo>
                  <a:cubicBezTo>
                    <a:pt x="12" y="34"/>
                    <a:pt x="12" y="34"/>
                    <a:pt x="12" y="34"/>
                  </a:cubicBezTo>
                  <a:cubicBezTo>
                    <a:pt x="12" y="34"/>
                    <a:pt x="12" y="34"/>
                    <a:pt x="12" y="34"/>
                  </a:cubicBezTo>
                  <a:cubicBezTo>
                    <a:pt x="11" y="31"/>
                    <a:pt x="11" y="31"/>
                    <a:pt x="11" y="31"/>
                  </a:cubicBezTo>
                  <a:cubicBezTo>
                    <a:pt x="11" y="31"/>
                    <a:pt x="10" y="30"/>
                    <a:pt x="10" y="29"/>
                  </a:cubicBezTo>
                  <a:cubicBezTo>
                    <a:pt x="10" y="28"/>
                    <a:pt x="10" y="27"/>
                    <a:pt x="10" y="26"/>
                  </a:cubicBezTo>
                  <a:cubicBezTo>
                    <a:pt x="9" y="27"/>
                    <a:pt x="8" y="28"/>
                    <a:pt x="8" y="29"/>
                  </a:cubicBezTo>
                  <a:cubicBezTo>
                    <a:pt x="8" y="29"/>
                    <a:pt x="8" y="29"/>
                    <a:pt x="8" y="29"/>
                  </a:cubicBezTo>
                  <a:cubicBezTo>
                    <a:pt x="8" y="30"/>
                    <a:pt x="8" y="30"/>
                    <a:pt x="8" y="30"/>
                  </a:cubicBezTo>
                  <a:cubicBezTo>
                    <a:pt x="8" y="29"/>
                    <a:pt x="8" y="29"/>
                    <a:pt x="8" y="29"/>
                  </a:cubicBezTo>
                  <a:cubicBezTo>
                    <a:pt x="7" y="28"/>
                    <a:pt x="7" y="28"/>
                    <a:pt x="7" y="28"/>
                  </a:cubicBezTo>
                  <a:cubicBezTo>
                    <a:pt x="7" y="30"/>
                    <a:pt x="7" y="30"/>
                    <a:pt x="7" y="30"/>
                  </a:cubicBezTo>
                  <a:cubicBezTo>
                    <a:pt x="7" y="30"/>
                    <a:pt x="7" y="30"/>
                    <a:pt x="7" y="30"/>
                  </a:cubicBezTo>
                  <a:cubicBezTo>
                    <a:pt x="7" y="31"/>
                    <a:pt x="7" y="31"/>
                    <a:pt x="7" y="31"/>
                  </a:cubicBezTo>
                  <a:cubicBezTo>
                    <a:pt x="6" y="31"/>
                    <a:pt x="6" y="31"/>
                    <a:pt x="6" y="31"/>
                  </a:cubicBezTo>
                  <a:cubicBezTo>
                    <a:pt x="5" y="30"/>
                    <a:pt x="5" y="30"/>
                    <a:pt x="5" y="30"/>
                  </a:cubicBezTo>
                  <a:cubicBezTo>
                    <a:pt x="5" y="30"/>
                    <a:pt x="5" y="31"/>
                    <a:pt x="4" y="32"/>
                  </a:cubicBezTo>
                  <a:moveTo>
                    <a:pt x="1" y="29"/>
                  </a:moveTo>
                  <a:cubicBezTo>
                    <a:pt x="1" y="29"/>
                    <a:pt x="1" y="29"/>
                    <a:pt x="1" y="29"/>
                  </a:cubicBezTo>
                  <a:cubicBezTo>
                    <a:pt x="1" y="29"/>
                    <a:pt x="1" y="29"/>
                    <a:pt x="1" y="29"/>
                  </a:cubicBezTo>
                  <a:cubicBezTo>
                    <a:pt x="2" y="28"/>
                    <a:pt x="2" y="28"/>
                    <a:pt x="2" y="28"/>
                  </a:cubicBezTo>
                  <a:cubicBezTo>
                    <a:pt x="1" y="28"/>
                    <a:pt x="1" y="28"/>
                    <a:pt x="1" y="28"/>
                  </a:cubicBezTo>
                  <a:cubicBezTo>
                    <a:pt x="1" y="28"/>
                    <a:pt x="1" y="28"/>
                    <a:pt x="1" y="28"/>
                  </a:cubicBezTo>
                  <a:lnTo>
                    <a:pt x="1" y="29"/>
                  </a:lnTo>
                  <a:close/>
                  <a:moveTo>
                    <a:pt x="1" y="15"/>
                  </a:moveTo>
                  <a:cubicBezTo>
                    <a:pt x="3" y="18"/>
                    <a:pt x="3" y="18"/>
                    <a:pt x="3" y="18"/>
                  </a:cubicBezTo>
                  <a:cubicBezTo>
                    <a:pt x="3" y="18"/>
                    <a:pt x="3" y="19"/>
                    <a:pt x="3" y="20"/>
                  </a:cubicBezTo>
                  <a:cubicBezTo>
                    <a:pt x="3" y="21"/>
                    <a:pt x="3" y="21"/>
                    <a:pt x="3" y="21"/>
                  </a:cubicBezTo>
                  <a:cubicBezTo>
                    <a:pt x="2" y="25"/>
                    <a:pt x="2" y="25"/>
                    <a:pt x="2" y="25"/>
                  </a:cubicBezTo>
                  <a:cubicBezTo>
                    <a:pt x="1" y="27"/>
                    <a:pt x="1" y="27"/>
                    <a:pt x="1" y="27"/>
                  </a:cubicBezTo>
                  <a:cubicBezTo>
                    <a:pt x="1" y="27"/>
                    <a:pt x="1" y="27"/>
                    <a:pt x="1" y="27"/>
                  </a:cubicBezTo>
                  <a:cubicBezTo>
                    <a:pt x="2" y="28"/>
                    <a:pt x="2" y="28"/>
                    <a:pt x="2" y="28"/>
                  </a:cubicBezTo>
                  <a:cubicBezTo>
                    <a:pt x="2" y="28"/>
                    <a:pt x="2" y="28"/>
                    <a:pt x="2" y="28"/>
                  </a:cubicBezTo>
                  <a:cubicBezTo>
                    <a:pt x="2" y="27"/>
                    <a:pt x="2" y="27"/>
                    <a:pt x="2" y="27"/>
                  </a:cubicBezTo>
                  <a:cubicBezTo>
                    <a:pt x="3" y="26"/>
                    <a:pt x="3" y="26"/>
                    <a:pt x="3" y="26"/>
                  </a:cubicBezTo>
                  <a:cubicBezTo>
                    <a:pt x="3" y="24"/>
                    <a:pt x="3" y="24"/>
                    <a:pt x="3" y="24"/>
                  </a:cubicBezTo>
                  <a:cubicBezTo>
                    <a:pt x="3" y="23"/>
                    <a:pt x="3" y="23"/>
                    <a:pt x="3" y="23"/>
                  </a:cubicBezTo>
                  <a:cubicBezTo>
                    <a:pt x="3" y="23"/>
                    <a:pt x="3" y="23"/>
                    <a:pt x="3" y="23"/>
                  </a:cubicBezTo>
                  <a:cubicBezTo>
                    <a:pt x="3" y="23"/>
                    <a:pt x="3" y="23"/>
                    <a:pt x="3" y="23"/>
                  </a:cubicBezTo>
                  <a:cubicBezTo>
                    <a:pt x="3" y="22"/>
                    <a:pt x="3" y="22"/>
                    <a:pt x="3" y="22"/>
                  </a:cubicBezTo>
                  <a:cubicBezTo>
                    <a:pt x="4" y="23"/>
                    <a:pt x="4" y="23"/>
                    <a:pt x="4" y="23"/>
                  </a:cubicBezTo>
                  <a:cubicBezTo>
                    <a:pt x="4" y="23"/>
                    <a:pt x="4" y="23"/>
                    <a:pt x="4" y="23"/>
                  </a:cubicBezTo>
                  <a:cubicBezTo>
                    <a:pt x="4" y="23"/>
                    <a:pt x="4" y="23"/>
                    <a:pt x="4" y="23"/>
                  </a:cubicBezTo>
                  <a:cubicBezTo>
                    <a:pt x="4" y="23"/>
                    <a:pt x="4" y="23"/>
                    <a:pt x="4" y="23"/>
                  </a:cubicBezTo>
                  <a:cubicBezTo>
                    <a:pt x="4" y="23"/>
                    <a:pt x="5" y="25"/>
                    <a:pt x="5" y="26"/>
                  </a:cubicBezTo>
                  <a:cubicBezTo>
                    <a:pt x="6" y="28"/>
                    <a:pt x="6" y="28"/>
                    <a:pt x="6" y="28"/>
                  </a:cubicBezTo>
                  <a:cubicBezTo>
                    <a:pt x="6" y="30"/>
                    <a:pt x="6" y="30"/>
                    <a:pt x="6" y="30"/>
                  </a:cubicBezTo>
                  <a:cubicBezTo>
                    <a:pt x="6" y="28"/>
                    <a:pt x="6" y="28"/>
                    <a:pt x="6" y="28"/>
                  </a:cubicBezTo>
                  <a:cubicBezTo>
                    <a:pt x="7" y="27"/>
                    <a:pt x="7" y="27"/>
                    <a:pt x="7" y="27"/>
                  </a:cubicBezTo>
                  <a:cubicBezTo>
                    <a:pt x="7" y="27"/>
                    <a:pt x="7" y="27"/>
                    <a:pt x="7" y="27"/>
                  </a:cubicBezTo>
                  <a:cubicBezTo>
                    <a:pt x="6" y="26"/>
                    <a:pt x="6" y="26"/>
                    <a:pt x="6" y="26"/>
                  </a:cubicBezTo>
                  <a:cubicBezTo>
                    <a:pt x="6" y="24"/>
                    <a:pt x="5" y="22"/>
                    <a:pt x="5" y="21"/>
                  </a:cubicBezTo>
                  <a:cubicBezTo>
                    <a:pt x="5" y="20"/>
                    <a:pt x="5" y="20"/>
                    <a:pt x="5" y="20"/>
                  </a:cubicBezTo>
                  <a:cubicBezTo>
                    <a:pt x="5" y="18"/>
                    <a:pt x="5" y="18"/>
                    <a:pt x="5" y="18"/>
                  </a:cubicBezTo>
                  <a:cubicBezTo>
                    <a:pt x="5" y="19"/>
                    <a:pt x="5" y="19"/>
                    <a:pt x="5" y="19"/>
                  </a:cubicBezTo>
                  <a:cubicBezTo>
                    <a:pt x="5" y="18"/>
                    <a:pt x="5" y="18"/>
                    <a:pt x="5" y="18"/>
                  </a:cubicBezTo>
                  <a:cubicBezTo>
                    <a:pt x="5" y="16"/>
                    <a:pt x="5" y="16"/>
                    <a:pt x="5" y="16"/>
                  </a:cubicBezTo>
                  <a:cubicBezTo>
                    <a:pt x="5" y="15"/>
                    <a:pt x="6" y="14"/>
                    <a:pt x="6" y="14"/>
                  </a:cubicBezTo>
                  <a:cubicBezTo>
                    <a:pt x="6" y="14"/>
                    <a:pt x="6" y="14"/>
                    <a:pt x="6" y="14"/>
                  </a:cubicBezTo>
                  <a:cubicBezTo>
                    <a:pt x="6" y="13"/>
                    <a:pt x="6" y="13"/>
                    <a:pt x="6" y="13"/>
                  </a:cubicBezTo>
                  <a:cubicBezTo>
                    <a:pt x="5" y="12"/>
                    <a:pt x="5" y="12"/>
                    <a:pt x="5" y="12"/>
                  </a:cubicBezTo>
                  <a:cubicBezTo>
                    <a:pt x="5" y="12"/>
                    <a:pt x="5" y="12"/>
                    <a:pt x="5" y="12"/>
                  </a:cubicBezTo>
                  <a:cubicBezTo>
                    <a:pt x="4" y="12"/>
                    <a:pt x="4" y="12"/>
                    <a:pt x="4" y="12"/>
                  </a:cubicBezTo>
                  <a:cubicBezTo>
                    <a:pt x="4" y="14"/>
                    <a:pt x="4" y="14"/>
                    <a:pt x="4" y="14"/>
                  </a:cubicBezTo>
                  <a:cubicBezTo>
                    <a:pt x="4" y="14"/>
                    <a:pt x="4" y="14"/>
                    <a:pt x="4" y="14"/>
                  </a:cubicBezTo>
                  <a:cubicBezTo>
                    <a:pt x="4" y="14"/>
                    <a:pt x="4" y="14"/>
                    <a:pt x="4" y="14"/>
                  </a:cubicBezTo>
                  <a:cubicBezTo>
                    <a:pt x="4" y="15"/>
                    <a:pt x="4" y="15"/>
                    <a:pt x="4" y="15"/>
                  </a:cubicBezTo>
                  <a:cubicBezTo>
                    <a:pt x="4" y="16"/>
                    <a:pt x="4" y="16"/>
                    <a:pt x="4" y="16"/>
                  </a:cubicBezTo>
                  <a:cubicBezTo>
                    <a:pt x="4" y="16"/>
                    <a:pt x="4" y="16"/>
                    <a:pt x="4" y="16"/>
                  </a:cubicBezTo>
                  <a:cubicBezTo>
                    <a:pt x="4" y="17"/>
                    <a:pt x="4" y="17"/>
                    <a:pt x="4" y="17"/>
                  </a:cubicBezTo>
                  <a:cubicBezTo>
                    <a:pt x="4" y="19"/>
                    <a:pt x="4" y="19"/>
                    <a:pt x="4" y="19"/>
                  </a:cubicBezTo>
                  <a:cubicBezTo>
                    <a:pt x="4" y="19"/>
                    <a:pt x="4" y="19"/>
                    <a:pt x="4" y="19"/>
                  </a:cubicBezTo>
                  <a:cubicBezTo>
                    <a:pt x="4" y="17"/>
                    <a:pt x="4" y="17"/>
                    <a:pt x="4" y="17"/>
                  </a:cubicBezTo>
                  <a:cubicBezTo>
                    <a:pt x="4" y="16"/>
                    <a:pt x="4" y="16"/>
                    <a:pt x="4" y="16"/>
                  </a:cubicBezTo>
                  <a:cubicBezTo>
                    <a:pt x="4" y="16"/>
                    <a:pt x="4" y="16"/>
                    <a:pt x="4" y="16"/>
                  </a:cubicBezTo>
                  <a:cubicBezTo>
                    <a:pt x="3" y="15"/>
                    <a:pt x="3" y="15"/>
                    <a:pt x="3" y="15"/>
                  </a:cubicBezTo>
                  <a:cubicBezTo>
                    <a:pt x="3" y="15"/>
                    <a:pt x="3" y="15"/>
                    <a:pt x="3" y="15"/>
                  </a:cubicBezTo>
                  <a:cubicBezTo>
                    <a:pt x="2" y="13"/>
                    <a:pt x="2" y="13"/>
                    <a:pt x="2" y="13"/>
                  </a:cubicBezTo>
                  <a:cubicBezTo>
                    <a:pt x="1" y="13"/>
                    <a:pt x="1" y="13"/>
                    <a:pt x="1" y="13"/>
                  </a:cubicBezTo>
                  <a:cubicBezTo>
                    <a:pt x="1" y="13"/>
                    <a:pt x="1" y="13"/>
                    <a:pt x="1" y="13"/>
                  </a:cubicBezTo>
                  <a:cubicBezTo>
                    <a:pt x="1" y="14"/>
                    <a:pt x="1" y="14"/>
                    <a:pt x="1" y="14"/>
                  </a:cubicBezTo>
                  <a:lnTo>
                    <a:pt x="1" y="15"/>
                  </a:lnTo>
                  <a:close/>
                  <a:moveTo>
                    <a:pt x="1" y="13"/>
                  </a:moveTo>
                  <a:cubicBezTo>
                    <a:pt x="1" y="13"/>
                    <a:pt x="1" y="13"/>
                    <a:pt x="1" y="13"/>
                  </a:cubicBezTo>
                  <a:cubicBezTo>
                    <a:pt x="2" y="13"/>
                    <a:pt x="2" y="13"/>
                    <a:pt x="2" y="13"/>
                  </a:cubicBezTo>
                  <a:cubicBezTo>
                    <a:pt x="1" y="12"/>
                    <a:pt x="1" y="12"/>
                    <a:pt x="1" y="12"/>
                  </a:cubicBezTo>
                  <a:cubicBezTo>
                    <a:pt x="0" y="12"/>
                    <a:pt x="0" y="12"/>
                    <a:pt x="0" y="12"/>
                  </a:cubicBezTo>
                  <a:lnTo>
                    <a:pt x="1" y="13"/>
                  </a:lnTo>
                  <a:close/>
                  <a:moveTo>
                    <a:pt x="37" y="78"/>
                  </a:moveTo>
                  <a:cubicBezTo>
                    <a:pt x="38" y="79"/>
                    <a:pt x="38" y="79"/>
                    <a:pt x="38" y="79"/>
                  </a:cubicBezTo>
                  <a:cubicBezTo>
                    <a:pt x="38" y="80"/>
                    <a:pt x="38" y="80"/>
                    <a:pt x="38" y="80"/>
                  </a:cubicBezTo>
                  <a:cubicBezTo>
                    <a:pt x="38" y="81"/>
                    <a:pt x="38" y="81"/>
                    <a:pt x="38" y="81"/>
                  </a:cubicBezTo>
                  <a:cubicBezTo>
                    <a:pt x="38" y="81"/>
                    <a:pt x="38" y="81"/>
                    <a:pt x="38" y="81"/>
                  </a:cubicBezTo>
                  <a:cubicBezTo>
                    <a:pt x="38" y="80"/>
                    <a:pt x="38" y="80"/>
                    <a:pt x="38" y="80"/>
                  </a:cubicBezTo>
                  <a:cubicBezTo>
                    <a:pt x="37" y="80"/>
                    <a:pt x="37" y="80"/>
                    <a:pt x="37" y="80"/>
                  </a:cubicBezTo>
                  <a:cubicBezTo>
                    <a:pt x="37" y="78"/>
                    <a:pt x="37" y="78"/>
                    <a:pt x="37" y="78"/>
                  </a:cubicBezTo>
                  <a:close/>
                  <a:moveTo>
                    <a:pt x="23" y="52"/>
                  </a:moveTo>
                  <a:cubicBezTo>
                    <a:pt x="23" y="52"/>
                    <a:pt x="24" y="53"/>
                    <a:pt x="26" y="54"/>
                  </a:cubicBezTo>
                  <a:cubicBezTo>
                    <a:pt x="28" y="55"/>
                    <a:pt x="29" y="55"/>
                    <a:pt x="29" y="56"/>
                  </a:cubicBezTo>
                  <a:cubicBezTo>
                    <a:pt x="29" y="57"/>
                    <a:pt x="29" y="57"/>
                    <a:pt x="29" y="57"/>
                  </a:cubicBezTo>
                  <a:cubicBezTo>
                    <a:pt x="29" y="57"/>
                    <a:pt x="29" y="57"/>
                    <a:pt x="29" y="57"/>
                  </a:cubicBezTo>
                  <a:cubicBezTo>
                    <a:pt x="28" y="56"/>
                    <a:pt x="28" y="56"/>
                    <a:pt x="28" y="56"/>
                  </a:cubicBezTo>
                  <a:cubicBezTo>
                    <a:pt x="28" y="55"/>
                    <a:pt x="28" y="55"/>
                    <a:pt x="26" y="54"/>
                  </a:cubicBezTo>
                  <a:cubicBezTo>
                    <a:pt x="24" y="54"/>
                    <a:pt x="22" y="52"/>
                    <a:pt x="22" y="52"/>
                  </a:cubicBezTo>
                  <a:lnTo>
                    <a:pt x="23" y="52"/>
                  </a:lnTo>
                  <a:close/>
                  <a:moveTo>
                    <a:pt x="41" y="82"/>
                  </a:moveTo>
                  <a:cubicBezTo>
                    <a:pt x="41" y="83"/>
                    <a:pt x="41" y="83"/>
                    <a:pt x="41" y="83"/>
                  </a:cubicBezTo>
                  <a:cubicBezTo>
                    <a:pt x="41" y="83"/>
                    <a:pt x="41" y="83"/>
                    <a:pt x="41" y="83"/>
                  </a:cubicBezTo>
                  <a:cubicBezTo>
                    <a:pt x="41" y="83"/>
                    <a:pt x="41" y="83"/>
                    <a:pt x="41" y="83"/>
                  </a:cubicBezTo>
                  <a:cubicBezTo>
                    <a:pt x="40" y="84"/>
                    <a:pt x="40" y="84"/>
                    <a:pt x="40" y="84"/>
                  </a:cubicBezTo>
                  <a:cubicBezTo>
                    <a:pt x="40" y="85"/>
                    <a:pt x="40" y="85"/>
                    <a:pt x="40" y="85"/>
                  </a:cubicBezTo>
                  <a:cubicBezTo>
                    <a:pt x="40" y="85"/>
                    <a:pt x="40" y="86"/>
                    <a:pt x="40" y="86"/>
                  </a:cubicBezTo>
                  <a:cubicBezTo>
                    <a:pt x="41" y="88"/>
                    <a:pt x="41" y="88"/>
                    <a:pt x="41" y="88"/>
                  </a:cubicBezTo>
                  <a:cubicBezTo>
                    <a:pt x="42" y="89"/>
                    <a:pt x="42" y="89"/>
                    <a:pt x="42" y="89"/>
                  </a:cubicBezTo>
                  <a:cubicBezTo>
                    <a:pt x="42" y="90"/>
                    <a:pt x="41" y="91"/>
                    <a:pt x="41" y="92"/>
                  </a:cubicBezTo>
                  <a:cubicBezTo>
                    <a:pt x="42" y="95"/>
                    <a:pt x="42" y="95"/>
                    <a:pt x="42" y="95"/>
                  </a:cubicBezTo>
                  <a:cubicBezTo>
                    <a:pt x="41" y="95"/>
                    <a:pt x="41" y="95"/>
                    <a:pt x="41" y="95"/>
                  </a:cubicBezTo>
                  <a:cubicBezTo>
                    <a:pt x="41" y="96"/>
                    <a:pt x="41" y="96"/>
                    <a:pt x="41" y="96"/>
                  </a:cubicBezTo>
                  <a:cubicBezTo>
                    <a:pt x="40" y="96"/>
                    <a:pt x="40" y="96"/>
                    <a:pt x="40" y="96"/>
                  </a:cubicBezTo>
                  <a:cubicBezTo>
                    <a:pt x="41" y="95"/>
                    <a:pt x="41" y="95"/>
                    <a:pt x="41" y="95"/>
                  </a:cubicBezTo>
                  <a:cubicBezTo>
                    <a:pt x="41" y="95"/>
                    <a:pt x="41" y="95"/>
                    <a:pt x="41" y="95"/>
                  </a:cubicBezTo>
                  <a:cubicBezTo>
                    <a:pt x="41" y="92"/>
                    <a:pt x="41" y="92"/>
                    <a:pt x="41" y="92"/>
                  </a:cubicBezTo>
                  <a:cubicBezTo>
                    <a:pt x="41" y="91"/>
                    <a:pt x="41" y="90"/>
                    <a:pt x="41" y="89"/>
                  </a:cubicBezTo>
                  <a:cubicBezTo>
                    <a:pt x="41" y="89"/>
                    <a:pt x="41" y="89"/>
                    <a:pt x="41" y="89"/>
                  </a:cubicBezTo>
                  <a:cubicBezTo>
                    <a:pt x="40" y="87"/>
                    <a:pt x="40" y="87"/>
                    <a:pt x="40" y="87"/>
                  </a:cubicBezTo>
                  <a:cubicBezTo>
                    <a:pt x="39" y="85"/>
                    <a:pt x="39" y="85"/>
                    <a:pt x="39" y="85"/>
                  </a:cubicBezTo>
                  <a:cubicBezTo>
                    <a:pt x="39" y="84"/>
                    <a:pt x="39" y="84"/>
                    <a:pt x="39" y="84"/>
                  </a:cubicBezTo>
                  <a:cubicBezTo>
                    <a:pt x="39" y="83"/>
                    <a:pt x="40" y="83"/>
                    <a:pt x="40" y="82"/>
                  </a:cubicBezTo>
                  <a:lnTo>
                    <a:pt x="41" y="82"/>
                  </a:lnTo>
                  <a:close/>
                  <a:moveTo>
                    <a:pt x="28" y="34"/>
                  </a:moveTo>
                  <a:cubicBezTo>
                    <a:pt x="29" y="34"/>
                    <a:pt x="29" y="34"/>
                    <a:pt x="29" y="34"/>
                  </a:cubicBezTo>
                  <a:cubicBezTo>
                    <a:pt x="30" y="34"/>
                    <a:pt x="30" y="34"/>
                    <a:pt x="30" y="34"/>
                  </a:cubicBezTo>
                  <a:cubicBezTo>
                    <a:pt x="30" y="34"/>
                    <a:pt x="30" y="34"/>
                    <a:pt x="30" y="34"/>
                  </a:cubicBezTo>
                  <a:cubicBezTo>
                    <a:pt x="30" y="33"/>
                    <a:pt x="30" y="33"/>
                    <a:pt x="30" y="33"/>
                  </a:cubicBezTo>
                  <a:cubicBezTo>
                    <a:pt x="31" y="32"/>
                    <a:pt x="31" y="32"/>
                    <a:pt x="33" y="32"/>
                  </a:cubicBezTo>
                  <a:cubicBezTo>
                    <a:pt x="34" y="31"/>
                    <a:pt x="34" y="31"/>
                    <a:pt x="34" y="30"/>
                  </a:cubicBezTo>
                  <a:cubicBezTo>
                    <a:pt x="34" y="30"/>
                    <a:pt x="34" y="30"/>
                    <a:pt x="34" y="30"/>
                  </a:cubicBezTo>
                  <a:cubicBezTo>
                    <a:pt x="33" y="29"/>
                    <a:pt x="33" y="29"/>
                    <a:pt x="33" y="29"/>
                  </a:cubicBezTo>
                  <a:cubicBezTo>
                    <a:pt x="33" y="29"/>
                    <a:pt x="33" y="29"/>
                    <a:pt x="33" y="29"/>
                  </a:cubicBezTo>
                  <a:cubicBezTo>
                    <a:pt x="34" y="27"/>
                    <a:pt x="34" y="27"/>
                    <a:pt x="34" y="27"/>
                  </a:cubicBezTo>
                  <a:cubicBezTo>
                    <a:pt x="34" y="25"/>
                    <a:pt x="34" y="25"/>
                    <a:pt x="34" y="25"/>
                  </a:cubicBezTo>
                  <a:cubicBezTo>
                    <a:pt x="34" y="26"/>
                    <a:pt x="34" y="26"/>
                    <a:pt x="34" y="26"/>
                  </a:cubicBezTo>
                  <a:cubicBezTo>
                    <a:pt x="33" y="26"/>
                    <a:pt x="33" y="26"/>
                    <a:pt x="33" y="26"/>
                  </a:cubicBezTo>
                  <a:cubicBezTo>
                    <a:pt x="32" y="25"/>
                    <a:pt x="32" y="25"/>
                    <a:pt x="32" y="25"/>
                  </a:cubicBezTo>
                  <a:cubicBezTo>
                    <a:pt x="32" y="25"/>
                    <a:pt x="32" y="25"/>
                    <a:pt x="32" y="25"/>
                  </a:cubicBezTo>
                  <a:cubicBezTo>
                    <a:pt x="33" y="23"/>
                    <a:pt x="33" y="23"/>
                    <a:pt x="33" y="23"/>
                  </a:cubicBezTo>
                  <a:cubicBezTo>
                    <a:pt x="34" y="22"/>
                    <a:pt x="34" y="22"/>
                    <a:pt x="34" y="22"/>
                  </a:cubicBezTo>
                  <a:cubicBezTo>
                    <a:pt x="35" y="22"/>
                    <a:pt x="35" y="22"/>
                    <a:pt x="35" y="22"/>
                  </a:cubicBezTo>
                  <a:cubicBezTo>
                    <a:pt x="34" y="23"/>
                    <a:pt x="34" y="23"/>
                    <a:pt x="34" y="23"/>
                  </a:cubicBezTo>
                  <a:cubicBezTo>
                    <a:pt x="33" y="23"/>
                    <a:pt x="33" y="23"/>
                    <a:pt x="33" y="23"/>
                  </a:cubicBezTo>
                  <a:cubicBezTo>
                    <a:pt x="33" y="25"/>
                    <a:pt x="33" y="25"/>
                    <a:pt x="33" y="25"/>
                  </a:cubicBezTo>
                  <a:cubicBezTo>
                    <a:pt x="33" y="25"/>
                    <a:pt x="33" y="25"/>
                    <a:pt x="33" y="25"/>
                  </a:cubicBezTo>
                  <a:cubicBezTo>
                    <a:pt x="33" y="25"/>
                    <a:pt x="33" y="25"/>
                    <a:pt x="33" y="25"/>
                  </a:cubicBezTo>
                  <a:cubicBezTo>
                    <a:pt x="33" y="25"/>
                    <a:pt x="33" y="25"/>
                    <a:pt x="33" y="25"/>
                  </a:cubicBezTo>
                  <a:cubicBezTo>
                    <a:pt x="34" y="25"/>
                    <a:pt x="34" y="25"/>
                    <a:pt x="34" y="25"/>
                  </a:cubicBezTo>
                  <a:cubicBezTo>
                    <a:pt x="35" y="24"/>
                    <a:pt x="35" y="24"/>
                    <a:pt x="35" y="24"/>
                  </a:cubicBezTo>
                  <a:cubicBezTo>
                    <a:pt x="35" y="25"/>
                    <a:pt x="35" y="25"/>
                    <a:pt x="35" y="25"/>
                  </a:cubicBezTo>
                  <a:cubicBezTo>
                    <a:pt x="35" y="27"/>
                    <a:pt x="35" y="27"/>
                    <a:pt x="35" y="27"/>
                  </a:cubicBezTo>
                  <a:cubicBezTo>
                    <a:pt x="34" y="29"/>
                    <a:pt x="34" y="29"/>
                    <a:pt x="34" y="29"/>
                  </a:cubicBezTo>
                  <a:cubicBezTo>
                    <a:pt x="34" y="29"/>
                    <a:pt x="34" y="29"/>
                    <a:pt x="34" y="29"/>
                  </a:cubicBezTo>
                  <a:cubicBezTo>
                    <a:pt x="34" y="30"/>
                    <a:pt x="34" y="30"/>
                    <a:pt x="34" y="30"/>
                  </a:cubicBezTo>
                  <a:cubicBezTo>
                    <a:pt x="34" y="31"/>
                    <a:pt x="34" y="31"/>
                    <a:pt x="34" y="31"/>
                  </a:cubicBezTo>
                  <a:cubicBezTo>
                    <a:pt x="34" y="31"/>
                    <a:pt x="34" y="32"/>
                    <a:pt x="33" y="32"/>
                  </a:cubicBezTo>
                  <a:cubicBezTo>
                    <a:pt x="31" y="33"/>
                    <a:pt x="31" y="33"/>
                    <a:pt x="31" y="33"/>
                  </a:cubicBezTo>
                  <a:cubicBezTo>
                    <a:pt x="31" y="34"/>
                    <a:pt x="31" y="34"/>
                    <a:pt x="31" y="34"/>
                  </a:cubicBezTo>
                  <a:cubicBezTo>
                    <a:pt x="30" y="35"/>
                    <a:pt x="30" y="35"/>
                    <a:pt x="30" y="35"/>
                  </a:cubicBezTo>
                  <a:cubicBezTo>
                    <a:pt x="29" y="34"/>
                    <a:pt x="29" y="34"/>
                    <a:pt x="29" y="34"/>
                  </a:cubicBezTo>
                  <a:cubicBezTo>
                    <a:pt x="28" y="34"/>
                    <a:pt x="28" y="34"/>
                    <a:pt x="28" y="34"/>
                  </a:cubicBezTo>
                  <a:cubicBezTo>
                    <a:pt x="27" y="35"/>
                    <a:pt x="26" y="36"/>
                    <a:pt x="26" y="37"/>
                  </a:cubicBezTo>
                  <a:cubicBezTo>
                    <a:pt x="26" y="37"/>
                    <a:pt x="26" y="37"/>
                    <a:pt x="26" y="37"/>
                  </a:cubicBezTo>
                  <a:cubicBezTo>
                    <a:pt x="26" y="37"/>
                    <a:pt x="26" y="37"/>
                    <a:pt x="26" y="37"/>
                  </a:cubicBezTo>
                  <a:cubicBezTo>
                    <a:pt x="26" y="37"/>
                    <a:pt x="26" y="37"/>
                    <a:pt x="26" y="37"/>
                  </a:cubicBezTo>
                  <a:cubicBezTo>
                    <a:pt x="26" y="36"/>
                    <a:pt x="27" y="34"/>
                    <a:pt x="28" y="34"/>
                  </a:cubicBezTo>
                  <a:moveTo>
                    <a:pt x="23" y="23"/>
                  </a:moveTo>
                  <a:cubicBezTo>
                    <a:pt x="23" y="20"/>
                    <a:pt x="23" y="20"/>
                    <a:pt x="23" y="20"/>
                  </a:cubicBezTo>
                  <a:cubicBezTo>
                    <a:pt x="22" y="19"/>
                    <a:pt x="22" y="19"/>
                    <a:pt x="22" y="19"/>
                  </a:cubicBezTo>
                  <a:cubicBezTo>
                    <a:pt x="22" y="19"/>
                    <a:pt x="22" y="19"/>
                    <a:pt x="22" y="19"/>
                  </a:cubicBezTo>
                  <a:cubicBezTo>
                    <a:pt x="23" y="20"/>
                    <a:pt x="23" y="20"/>
                    <a:pt x="23" y="20"/>
                  </a:cubicBezTo>
                  <a:cubicBezTo>
                    <a:pt x="23" y="20"/>
                    <a:pt x="23" y="20"/>
                    <a:pt x="23" y="20"/>
                  </a:cubicBezTo>
                  <a:cubicBezTo>
                    <a:pt x="23" y="20"/>
                    <a:pt x="23" y="20"/>
                    <a:pt x="23" y="20"/>
                  </a:cubicBezTo>
                  <a:cubicBezTo>
                    <a:pt x="23" y="22"/>
                    <a:pt x="23" y="22"/>
                    <a:pt x="23" y="22"/>
                  </a:cubicBezTo>
                  <a:lnTo>
                    <a:pt x="23" y="23"/>
                  </a:lnTo>
                  <a:close/>
                  <a:moveTo>
                    <a:pt x="26" y="73"/>
                  </a:moveTo>
                  <a:cubicBezTo>
                    <a:pt x="26" y="73"/>
                    <a:pt x="26" y="73"/>
                    <a:pt x="26" y="73"/>
                  </a:cubicBezTo>
                  <a:cubicBezTo>
                    <a:pt x="26" y="74"/>
                    <a:pt x="26" y="74"/>
                    <a:pt x="26" y="74"/>
                  </a:cubicBezTo>
                  <a:cubicBezTo>
                    <a:pt x="26" y="74"/>
                    <a:pt x="26" y="74"/>
                    <a:pt x="26" y="74"/>
                  </a:cubicBezTo>
                  <a:cubicBezTo>
                    <a:pt x="26" y="74"/>
                    <a:pt x="26" y="74"/>
                    <a:pt x="26" y="74"/>
                  </a:cubicBezTo>
                  <a:cubicBezTo>
                    <a:pt x="25" y="74"/>
                    <a:pt x="25" y="74"/>
                    <a:pt x="25" y="74"/>
                  </a:cubicBezTo>
                  <a:cubicBezTo>
                    <a:pt x="25" y="74"/>
                    <a:pt x="25" y="74"/>
                    <a:pt x="25" y="74"/>
                  </a:cubicBezTo>
                  <a:cubicBezTo>
                    <a:pt x="24" y="75"/>
                    <a:pt x="24" y="75"/>
                    <a:pt x="24" y="75"/>
                  </a:cubicBezTo>
                  <a:cubicBezTo>
                    <a:pt x="23" y="75"/>
                    <a:pt x="23" y="77"/>
                    <a:pt x="22" y="78"/>
                  </a:cubicBezTo>
                  <a:cubicBezTo>
                    <a:pt x="21" y="78"/>
                    <a:pt x="21" y="79"/>
                    <a:pt x="20" y="79"/>
                  </a:cubicBezTo>
                  <a:cubicBezTo>
                    <a:pt x="20" y="79"/>
                    <a:pt x="20" y="79"/>
                    <a:pt x="20" y="79"/>
                  </a:cubicBezTo>
                  <a:cubicBezTo>
                    <a:pt x="20" y="79"/>
                    <a:pt x="20" y="79"/>
                    <a:pt x="20" y="79"/>
                  </a:cubicBezTo>
                  <a:cubicBezTo>
                    <a:pt x="20" y="78"/>
                    <a:pt x="20" y="78"/>
                    <a:pt x="20" y="78"/>
                  </a:cubicBezTo>
                  <a:cubicBezTo>
                    <a:pt x="21" y="77"/>
                    <a:pt x="21" y="77"/>
                    <a:pt x="21" y="77"/>
                  </a:cubicBezTo>
                  <a:cubicBezTo>
                    <a:pt x="24" y="74"/>
                    <a:pt x="24" y="74"/>
                    <a:pt x="24" y="74"/>
                  </a:cubicBezTo>
                  <a:cubicBezTo>
                    <a:pt x="24" y="74"/>
                    <a:pt x="24" y="74"/>
                    <a:pt x="24" y="74"/>
                  </a:cubicBezTo>
                  <a:cubicBezTo>
                    <a:pt x="25" y="73"/>
                    <a:pt x="25" y="73"/>
                    <a:pt x="25" y="73"/>
                  </a:cubicBezTo>
                  <a:cubicBezTo>
                    <a:pt x="24" y="72"/>
                    <a:pt x="24" y="72"/>
                    <a:pt x="24" y="72"/>
                  </a:cubicBezTo>
                  <a:cubicBezTo>
                    <a:pt x="24" y="72"/>
                    <a:pt x="24" y="72"/>
                    <a:pt x="24" y="72"/>
                  </a:cubicBezTo>
                  <a:cubicBezTo>
                    <a:pt x="24" y="72"/>
                    <a:pt x="25" y="72"/>
                    <a:pt x="26"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3" name="Freeform 34">
              <a:extLst>
                <a:ext uri="{FF2B5EF4-FFF2-40B4-BE49-F238E27FC236}">
                  <a16:creationId xmlns:a16="http://schemas.microsoft.com/office/drawing/2014/main" id="{E1E78D5B-0E50-4526-A2A1-33B2ECC48A42}"/>
                </a:ext>
              </a:extLst>
            </p:cNvPr>
            <p:cNvSpPr>
              <a:spLocks noEditPoints="1"/>
            </p:cNvSpPr>
            <p:nvPr/>
          </p:nvSpPr>
          <p:spPr bwMode="auto">
            <a:xfrm>
              <a:off x="6108700" y="2516188"/>
              <a:ext cx="288925" cy="365125"/>
            </a:xfrm>
            <a:custGeom>
              <a:avLst/>
              <a:gdLst>
                <a:gd name="T0" fmla="*/ 127 w 133"/>
                <a:gd name="T1" fmla="*/ 60 h 169"/>
                <a:gd name="T2" fmla="*/ 60 w 133"/>
                <a:gd name="T3" fmla="*/ 165 h 169"/>
                <a:gd name="T4" fmla="*/ 79 w 133"/>
                <a:gd name="T5" fmla="*/ 158 h 169"/>
                <a:gd name="T6" fmla="*/ 60 w 133"/>
                <a:gd name="T7" fmla="*/ 157 h 169"/>
                <a:gd name="T8" fmla="*/ 79 w 133"/>
                <a:gd name="T9" fmla="*/ 154 h 169"/>
                <a:gd name="T10" fmla="*/ 42 w 133"/>
                <a:gd name="T11" fmla="*/ 151 h 169"/>
                <a:gd name="T12" fmla="*/ 66 w 133"/>
                <a:gd name="T13" fmla="*/ 164 h 169"/>
                <a:gd name="T14" fmla="*/ 123 w 133"/>
                <a:gd name="T15" fmla="*/ 35 h 169"/>
                <a:gd name="T16" fmla="*/ 86 w 133"/>
                <a:gd name="T17" fmla="*/ 152 h 169"/>
                <a:gd name="T18" fmla="*/ 53 w 133"/>
                <a:gd name="T19" fmla="*/ 150 h 169"/>
                <a:gd name="T20" fmla="*/ 85 w 133"/>
                <a:gd name="T21" fmla="*/ 153 h 169"/>
                <a:gd name="T22" fmla="*/ 39 w 133"/>
                <a:gd name="T23" fmla="*/ 62 h 169"/>
                <a:gd name="T24" fmla="*/ 29 w 133"/>
                <a:gd name="T25" fmla="*/ 53 h 169"/>
                <a:gd name="T26" fmla="*/ 32 w 133"/>
                <a:gd name="T27" fmla="*/ 78 h 169"/>
                <a:gd name="T28" fmla="*/ 27 w 133"/>
                <a:gd name="T29" fmla="*/ 79 h 169"/>
                <a:gd name="T30" fmla="*/ 18 w 133"/>
                <a:gd name="T31" fmla="*/ 72 h 169"/>
                <a:gd name="T32" fmla="*/ 17 w 133"/>
                <a:gd name="T33" fmla="*/ 96 h 169"/>
                <a:gd name="T34" fmla="*/ 7 w 133"/>
                <a:gd name="T35" fmla="*/ 83 h 169"/>
                <a:gd name="T36" fmla="*/ 7 w 133"/>
                <a:gd name="T37" fmla="*/ 71 h 169"/>
                <a:gd name="T38" fmla="*/ 6 w 133"/>
                <a:gd name="T39" fmla="*/ 37 h 169"/>
                <a:gd name="T40" fmla="*/ 8 w 133"/>
                <a:gd name="T41" fmla="*/ 35 h 169"/>
                <a:gd name="T42" fmla="*/ 10 w 133"/>
                <a:gd name="T43" fmla="*/ 11 h 169"/>
                <a:gd name="T44" fmla="*/ 21 w 133"/>
                <a:gd name="T45" fmla="*/ 14 h 169"/>
                <a:gd name="T46" fmla="*/ 33 w 133"/>
                <a:gd name="T47" fmla="*/ 16 h 169"/>
                <a:gd name="T48" fmla="*/ 30 w 133"/>
                <a:gd name="T49" fmla="*/ 23 h 169"/>
                <a:gd name="T50" fmla="*/ 41 w 133"/>
                <a:gd name="T51" fmla="*/ 30 h 169"/>
                <a:gd name="T52" fmla="*/ 44 w 133"/>
                <a:gd name="T53" fmla="*/ 12 h 169"/>
                <a:gd name="T54" fmla="*/ 46 w 133"/>
                <a:gd name="T55" fmla="*/ 16 h 169"/>
                <a:gd name="T56" fmla="*/ 47 w 133"/>
                <a:gd name="T57" fmla="*/ 22 h 169"/>
                <a:gd name="T58" fmla="*/ 47 w 133"/>
                <a:gd name="T59" fmla="*/ 27 h 169"/>
                <a:gd name="T60" fmla="*/ 37 w 133"/>
                <a:gd name="T61" fmla="*/ 43 h 169"/>
                <a:gd name="T62" fmla="*/ 40 w 133"/>
                <a:gd name="T63" fmla="*/ 50 h 169"/>
                <a:gd name="T64" fmla="*/ 0 w 133"/>
                <a:gd name="T65" fmla="*/ 82 h 169"/>
                <a:gd name="T66" fmla="*/ 12 w 133"/>
                <a:gd name="T67" fmla="*/ 45 h 169"/>
                <a:gd name="T68" fmla="*/ 12 w 133"/>
                <a:gd name="T69" fmla="*/ 44 h 169"/>
                <a:gd name="T70" fmla="*/ 44 w 133"/>
                <a:gd name="T71" fmla="*/ 50 h 169"/>
                <a:gd name="T72" fmla="*/ 40 w 133"/>
                <a:gd name="T73" fmla="*/ 62 h 169"/>
                <a:gd name="T74" fmla="*/ 132 w 133"/>
                <a:gd name="T75" fmla="*/ 0 h 169"/>
                <a:gd name="T76" fmla="*/ 124 w 133"/>
                <a:gd name="T77" fmla="*/ 38 h 169"/>
                <a:gd name="T78" fmla="*/ 125 w 133"/>
                <a:gd name="T79" fmla="*/ 72 h 169"/>
                <a:gd name="T80" fmla="*/ 125 w 133"/>
                <a:gd name="T81" fmla="*/ 89 h 169"/>
                <a:gd name="T82" fmla="*/ 121 w 133"/>
                <a:gd name="T83" fmla="*/ 97 h 169"/>
                <a:gd name="T84" fmla="*/ 111 w 133"/>
                <a:gd name="T85" fmla="*/ 69 h 169"/>
                <a:gd name="T86" fmla="*/ 103 w 133"/>
                <a:gd name="T87" fmla="*/ 82 h 169"/>
                <a:gd name="T88" fmla="*/ 102 w 133"/>
                <a:gd name="T89" fmla="*/ 78 h 169"/>
                <a:gd name="T90" fmla="*/ 99 w 133"/>
                <a:gd name="T91" fmla="*/ 57 h 169"/>
                <a:gd name="T92" fmla="*/ 92 w 133"/>
                <a:gd name="T93" fmla="*/ 63 h 169"/>
                <a:gd name="T94" fmla="*/ 88 w 133"/>
                <a:gd name="T95" fmla="*/ 47 h 169"/>
                <a:gd name="T96" fmla="*/ 91 w 133"/>
                <a:gd name="T97" fmla="*/ 53 h 169"/>
                <a:gd name="T98" fmla="*/ 92 w 133"/>
                <a:gd name="T99" fmla="*/ 39 h 169"/>
                <a:gd name="T100" fmla="*/ 85 w 133"/>
                <a:gd name="T101" fmla="*/ 29 h 169"/>
                <a:gd name="T102" fmla="*/ 84 w 133"/>
                <a:gd name="T103" fmla="*/ 16 h 169"/>
                <a:gd name="T104" fmla="*/ 87 w 133"/>
                <a:gd name="T105" fmla="*/ 13 h 169"/>
                <a:gd name="T106" fmla="*/ 90 w 133"/>
                <a:gd name="T107" fmla="*/ 14 h 169"/>
                <a:gd name="T108" fmla="*/ 93 w 133"/>
                <a:gd name="T109" fmla="*/ 30 h 169"/>
                <a:gd name="T110" fmla="*/ 97 w 133"/>
                <a:gd name="T111" fmla="*/ 23 h 169"/>
                <a:gd name="T112" fmla="*/ 107 w 133"/>
                <a:gd name="T113" fmla="*/ 14 h 169"/>
                <a:gd name="T114" fmla="*/ 113 w 133"/>
                <a:gd name="T115" fmla="*/ 22 h 169"/>
                <a:gd name="T116" fmla="*/ 129 w 133"/>
                <a:gd name="T117" fmla="*/ 3 h 169"/>
                <a:gd name="T118" fmla="*/ 130 w 133"/>
                <a:gd name="T119" fmla="*/ 44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3" h="169">
                  <a:moveTo>
                    <a:pt x="120" y="44"/>
                  </a:moveTo>
                  <a:cubicBezTo>
                    <a:pt x="118" y="44"/>
                    <a:pt x="117" y="43"/>
                    <a:pt x="117" y="43"/>
                  </a:cubicBezTo>
                  <a:cubicBezTo>
                    <a:pt x="117" y="45"/>
                    <a:pt x="117" y="47"/>
                    <a:pt x="117" y="47"/>
                  </a:cubicBezTo>
                  <a:cubicBezTo>
                    <a:pt x="116" y="47"/>
                    <a:pt x="116" y="47"/>
                    <a:pt x="115" y="47"/>
                  </a:cubicBezTo>
                  <a:cubicBezTo>
                    <a:pt x="115" y="48"/>
                    <a:pt x="115" y="48"/>
                    <a:pt x="115" y="48"/>
                  </a:cubicBezTo>
                  <a:cubicBezTo>
                    <a:pt x="115" y="49"/>
                    <a:pt x="115" y="50"/>
                    <a:pt x="116" y="51"/>
                  </a:cubicBezTo>
                  <a:cubicBezTo>
                    <a:pt x="116" y="53"/>
                    <a:pt x="119" y="55"/>
                    <a:pt x="121" y="56"/>
                  </a:cubicBezTo>
                  <a:cubicBezTo>
                    <a:pt x="122" y="58"/>
                    <a:pt x="123" y="59"/>
                    <a:pt x="123" y="61"/>
                  </a:cubicBezTo>
                  <a:cubicBezTo>
                    <a:pt x="124" y="62"/>
                    <a:pt x="123" y="63"/>
                    <a:pt x="125" y="63"/>
                  </a:cubicBezTo>
                  <a:cubicBezTo>
                    <a:pt x="127" y="62"/>
                    <a:pt x="127" y="60"/>
                    <a:pt x="127" y="60"/>
                  </a:cubicBezTo>
                  <a:cubicBezTo>
                    <a:pt x="128" y="54"/>
                    <a:pt x="122" y="53"/>
                    <a:pt x="120" y="45"/>
                  </a:cubicBezTo>
                  <a:lnTo>
                    <a:pt x="120" y="44"/>
                  </a:lnTo>
                  <a:close/>
                  <a:moveTo>
                    <a:pt x="112" y="26"/>
                  </a:moveTo>
                  <a:cubicBezTo>
                    <a:pt x="113" y="24"/>
                    <a:pt x="113" y="24"/>
                    <a:pt x="113" y="24"/>
                  </a:cubicBezTo>
                  <a:lnTo>
                    <a:pt x="112" y="26"/>
                  </a:lnTo>
                  <a:close/>
                  <a:moveTo>
                    <a:pt x="67" y="169"/>
                  </a:moveTo>
                  <a:cubicBezTo>
                    <a:pt x="67" y="169"/>
                    <a:pt x="72" y="167"/>
                    <a:pt x="79" y="163"/>
                  </a:cubicBezTo>
                  <a:cubicBezTo>
                    <a:pt x="76" y="163"/>
                    <a:pt x="76" y="165"/>
                    <a:pt x="73" y="165"/>
                  </a:cubicBezTo>
                  <a:cubicBezTo>
                    <a:pt x="70" y="165"/>
                    <a:pt x="69" y="163"/>
                    <a:pt x="66" y="163"/>
                  </a:cubicBezTo>
                  <a:cubicBezTo>
                    <a:pt x="62" y="163"/>
                    <a:pt x="62" y="165"/>
                    <a:pt x="60" y="165"/>
                  </a:cubicBezTo>
                  <a:cubicBezTo>
                    <a:pt x="57" y="165"/>
                    <a:pt x="56" y="164"/>
                    <a:pt x="55" y="163"/>
                  </a:cubicBezTo>
                  <a:cubicBezTo>
                    <a:pt x="49" y="160"/>
                    <a:pt x="49" y="160"/>
                    <a:pt x="49" y="160"/>
                  </a:cubicBezTo>
                  <a:cubicBezTo>
                    <a:pt x="50" y="160"/>
                    <a:pt x="51" y="159"/>
                    <a:pt x="53" y="159"/>
                  </a:cubicBezTo>
                  <a:cubicBezTo>
                    <a:pt x="56" y="159"/>
                    <a:pt x="57" y="161"/>
                    <a:pt x="60" y="161"/>
                  </a:cubicBezTo>
                  <a:cubicBezTo>
                    <a:pt x="62" y="161"/>
                    <a:pt x="62" y="159"/>
                    <a:pt x="66" y="159"/>
                  </a:cubicBezTo>
                  <a:cubicBezTo>
                    <a:pt x="69" y="159"/>
                    <a:pt x="70" y="161"/>
                    <a:pt x="73" y="161"/>
                  </a:cubicBezTo>
                  <a:cubicBezTo>
                    <a:pt x="76" y="161"/>
                    <a:pt x="76" y="159"/>
                    <a:pt x="79" y="159"/>
                  </a:cubicBezTo>
                  <a:cubicBezTo>
                    <a:pt x="82" y="159"/>
                    <a:pt x="82" y="160"/>
                    <a:pt x="84" y="161"/>
                  </a:cubicBezTo>
                  <a:cubicBezTo>
                    <a:pt x="85" y="160"/>
                    <a:pt x="85" y="160"/>
                    <a:pt x="85" y="160"/>
                  </a:cubicBezTo>
                  <a:cubicBezTo>
                    <a:pt x="83" y="160"/>
                    <a:pt x="82" y="158"/>
                    <a:pt x="79" y="158"/>
                  </a:cubicBezTo>
                  <a:cubicBezTo>
                    <a:pt x="76" y="158"/>
                    <a:pt x="76" y="160"/>
                    <a:pt x="73" y="160"/>
                  </a:cubicBezTo>
                  <a:cubicBezTo>
                    <a:pt x="70" y="160"/>
                    <a:pt x="69" y="158"/>
                    <a:pt x="66" y="158"/>
                  </a:cubicBezTo>
                  <a:cubicBezTo>
                    <a:pt x="62" y="158"/>
                    <a:pt x="62" y="160"/>
                    <a:pt x="60" y="160"/>
                  </a:cubicBezTo>
                  <a:cubicBezTo>
                    <a:pt x="57" y="160"/>
                    <a:pt x="56" y="158"/>
                    <a:pt x="53" y="158"/>
                  </a:cubicBezTo>
                  <a:cubicBezTo>
                    <a:pt x="50" y="158"/>
                    <a:pt x="50" y="159"/>
                    <a:pt x="48" y="160"/>
                  </a:cubicBezTo>
                  <a:cubicBezTo>
                    <a:pt x="41" y="155"/>
                    <a:pt x="41" y="155"/>
                    <a:pt x="41" y="155"/>
                  </a:cubicBezTo>
                  <a:cubicBezTo>
                    <a:pt x="42" y="155"/>
                    <a:pt x="42" y="155"/>
                    <a:pt x="42" y="155"/>
                  </a:cubicBezTo>
                  <a:cubicBezTo>
                    <a:pt x="46" y="155"/>
                    <a:pt x="47" y="157"/>
                    <a:pt x="47" y="157"/>
                  </a:cubicBezTo>
                  <a:cubicBezTo>
                    <a:pt x="50" y="157"/>
                    <a:pt x="50" y="155"/>
                    <a:pt x="53" y="155"/>
                  </a:cubicBezTo>
                  <a:cubicBezTo>
                    <a:pt x="56" y="155"/>
                    <a:pt x="57" y="157"/>
                    <a:pt x="60" y="157"/>
                  </a:cubicBezTo>
                  <a:cubicBezTo>
                    <a:pt x="62" y="157"/>
                    <a:pt x="62" y="155"/>
                    <a:pt x="66" y="155"/>
                  </a:cubicBezTo>
                  <a:cubicBezTo>
                    <a:pt x="69" y="155"/>
                    <a:pt x="70" y="157"/>
                    <a:pt x="73" y="157"/>
                  </a:cubicBezTo>
                  <a:cubicBezTo>
                    <a:pt x="76" y="156"/>
                    <a:pt x="76" y="155"/>
                    <a:pt x="79" y="155"/>
                  </a:cubicBezTo>
                  <a:cubicBezTo>
                    <a:pt x="82" y="155"/>
                    <a:pt x="83" y="157"/>
                    <a:pt x="85" y="157"/>
                  </a:cubicBezTo>
                  <a:cubicBezTo>
                    <a:pt x="88" y="157"/>
                    <a:pt x="88" y="155"/>
                    <a:pt x="92" y="155"/>
                  </a:cubicBezTo>
                  <a:cubicBezTo>
                    <a:pt x="92" y="155"/>
                    <a:pt x="92" y="155"/>
                    <a:pt x="92" y="155"/>
                  </a:cubicBezTo>
                  <a:cubicBezTo>
                    <a:pt x="94" y="154"/>
                    <a:pt x="94" y="154"/>
                    <a:pt x="94" y="154"/>
                  </a:cubicBezTo>
                  <a:cubicBezTo>
                    <a:pt x="93" y="154"/>
                    <a:pt x="93" y="154"/>
                    <a:pt x="92" y="154"/>
                  </a:cubicBezTo>
                  <a:cubicBezTo>
                    <a:pt x="88" y="154"/>
                    <a:pt x="88" y="156"/>
                    <a:pt x="85" y="156"/>
                  </a:cubicBezTo>
                  <a:cubicBezTo>
                    <a:pt x="83" y="156"/>
                    <a:pt x="82" y="154"/>
                    <a:pt x="79" y="154"/>
                  </a:cubicBezTo>
                  <a:cubicBezTo>
                    <a:pt x="76" y="154"/>
                    <a:pt x="76" y="156"/>
                    <a:pt x="73" y="156"/>
                  </a:cubicBezTo>
                  <a:cubicBezTo>
                    <a:pt x="70" y="156"/>
                    <a:pt x="69" y="154"/>
                    <a:pt x="66" y="154"/>
                  </a:cubicBezTo>
                  <a:cubicBezTo>
                    <a:pt x="62" y="154"/>
                    <a:pt x="62" y="156"/>
                    <a:pt x="60" y="156"/>
                  </a:cubicBezTo>
                  <a:cubicBezTo>
                    <a:pt x="57" y="156"/>
                    <a:pt x="56" y="154"/>
                    <a:pt x="53" y="154"/>
                  </a:cubicBezTo>
                  <a:cubicBezTo>
                    <a:pt x="50" y="154"/>
                    <a:pt x="50" y="155"/>
                    <a:pt x="47" y="156"/>
                  </a:cubicBezTo>
                  <a:cubicBezTo>
                    <a:pt x="47" y="156"/>
                    <a:pt x="46" y="154"/>
                    <a:pt x="42" y="154"/>
                  </a:cubicBezTo>
                  <a:cubicBezTo>
                    <a:pt x="41" y="154"/>
                    <a:pt x="40" y="154"/>
                    <a:pt x="40" y="154"/>
                  </a:cubicBezTo>
                  <a:cubicBezTo>
                    <a:pt x="37" y="152"/>
                    <a:pt x="37" y="152"/>
                    <a:pt x="37" y="152"/>
                  </a:cubicBezTo>
                  <a:cubicBezTo>
                    <a:pt x="39" y="152"/>
                    <a:pt x="39" y="151"/>
                    <a:pt x="42" y="151"/>
                  </a:cubicBezTo>
                  <a:cubicBezTo>
                    <a:pt x="42" y="151"/>
                    <a:pt x="42" y="151"/>
                    <a:pt x="42" y="151"/>
                  </a:cubicBezTo>
                  <a:cubicBezTo>
                    <a:pt x="41" y="150"/>
                    <a:pt x="41" y="149"/>
                    <a:pt x="41" y="149"/>
                  </a:cubicBezTo>
                  <a:cubicBezTo>
                    <a:pt x="41" y="149"/>
                    <a:pt x="41" y="149"/>
                    <a:pt x="41" y="149"/>
                  </a:cubicBezTo>
                  <a:cubicBezTo>
                    <a:pt x="41" y="149"/>
                    <a:pt x="41" y="149"/>
                    <a:pt x="41" y="149"/>
                  </a:cubicBezTo>
                  <a:cubicBezTo>
                    <a:pt x="41" y="149"/>
                    <a:pt x="42" y="147"/>
                    <a:pt x="44" y="146"/>
                  </a:cubicBezTo>
                  <a:cubicBezTo>
                    <a:pt x="45" y="145"/>
                    <a:pt x="45" y="144"/>
                    <a:pt x="46" y="144"/>
                  </a:cubicBezTo>
                  <a:cubicBezTo>
                    <a:pt x="48" y="142"/>
                    <a:pt x="48" y="142"/>
                    <a:pt x="48" y="142"/>
                  </a:cubicBezTo>
                  <a:cubicBezTo>
                    <a:pt x="49" y="135"/>
                    <a:pt x="49" y="135"/>
                    <a:pt x="49" y="135"/>
                  </a:cubicBezTo>
                  <a:cubicBezTo>
                    <a:pt x="19" y="135"/>
                    <a:pt x="19" y="135"/>
                    <a:pt x="19" y="135"/>
                  </a:cubicBezTo>
                  <a:cubicBezTo>
                    <a:pt x="39" y="160"/>
                    <a:pt x="67" y="169"/>
                    <a:pt x="67" y="169"/>
                  </a:cubicBezTo>
                  <a:moveTo>
                    <a:pt x="66" y="164"/>
                  </a:moveTo>
                  <a:cubicBezTo>
                    <a:pt x="69" y="164"/>
                    <a:pt x="70" y="166"/>
                    <a:pt x="73" y="166"/>
                  </a:cubicBezTo>
                  <a:cubicBezTo>
                    <a:pt x="67" y="169"/>
                    <a:pt x="67" y="169"/>
                    <a:pt x="67" y="169"/>
                  </a:cubicBezTo>
                  <a:cubicBezTo>
                    <a:pt x="60" y="166"/>
                    <a:pt x="60" y="166"/>
                    <a:pt x="60" y="166"/>
                  </a:cubicBezTo>
                  <a:cubicBezTo>
                    <a:pt x="62" y="166"/>
                    <a:pt x="62" y="164"/>
                    <a:pt x="66" y="164"/>
                  </a:cubicBezTo>
                  <a:moveTo>
                    <a:pt x="59" y="0"/>
                  </a:moveTo>
                  <a:cubicBezTo>
                    <a:pt x="72" y="0"/>
                    <a:pt x="72" y="0"/>
                    <a:pt x="72" y="0"/>
                  </a:cubicBezTo>
                  <a:cubicBezTo>
                    <a:pt x="72" y="0"/>
                    <a:pt x="72" y="0"/>
                    <a:pt x="72" y="0"/>
                  </a:cubicBezTo>
                  <a:cubicBezTo>
                    <a:pt x="59" y="0"/>
                    <a:pt x="59" y="0"/>
                    <a:pt x="59" y="0"/>
                  </a:cubicBezTo>
                  <a:close/>
                  <a:moveTo>
                    <a:pt x="123" y="35"/>
                  </a:moveTo>
                  <a:cubicBezTo>
                    <a:pt x="123" y="35"/>
                    <a:pt x="123" y="35"/>
                    <a:pt x="123" y="35"/>
                  </a:cubicBezTo>
                  <a:cubicBezTo>
                    <a:pt x="123" y="35"/>
                    <a:pt x="123" y="35"/>
                    <a:pt x="123" y="35"/>
                  </a:cubicBezTo>
                  <a:close/>
                  <a:moveTo>
                    <a:pt x="85" y="142"/>
                  </a:moveTo>
                  <a:cubicBezTo>
                    <a:pt x="85" y="143"/>
                    <a:pt x="85" y="143"/>
                    <a:pt x="85" y="143"/>
                  </a:cubicBezTo>
                  <a:cubicBezTo>
                    <a:pt x="87" y="144"/>
                    <a:pt x="87" y="144"/>
                    <a:pt x="87" y="144"/>
                  </a:cubicBezTo>
                  <a:cubicBezTo>
                    <a:pt x="88" y="146"/>
                    <a:pt x="88" y="146"/>
                    <a:pt x="88" y="146"/>
                  </a:cubicBezTo>
                  <a:cubicBezTo>
                    <a:pt x="91" y="150"/>
                    <a:pt x="91" y="150"/>
                    <a:pt x="91" y="150"/>
                  </a:cubicBezTo>
                  <a:cubicBezTo>
                    <a:pt x="92" y="150"/>
                    <a:pt x="92" y="150"/>
                    <a:pt x="92" y="150"/>
                  </a:cubicBezTo>
                  <a:cubicBezTo>
                    <a:pt x="91" y="151"/>
                    <a:pt x="91" y="151"/>
                    <a:pt x="91" y="151"/>
                  </a:cubicBezTo>
                  <a:cubicBezTo>
                    <a:pt x="91" y="151"/>
                    <a:pt x="89" y="151"/>
                    <a:pt x="87" y="151"/>
                  </a:cubicBezTo>
                  <a:cubicBezTo>
                    <a:pt x="86" y="152"/>
                    <a:pt x="86" y="152"/>
                    <a:pt x="86" y="152"/>
                  </a:cubicBezTo>
                  <a:cubicBezTo>
                    <a:pt x="85" y="152"/>
                    <a:pt x="84" y="151"/>
                    <a:pt x="83" y="151"/>
                  </a:cubicBezTo>
                  <a:cubicBezTo>
                    <a:pt x="81" y="151"/>
                    <a:pt x="80" y="150"/>
                    <a:pt x="78" y="150"/>
                  </a:cubicBezTo>
                  <a:cubicBezTo>
                    <a:pt x="76" y="150"/>
                    <a:pt x="75" y="151"/>
                    <a:pt x="73" y="152"/>
                  </a:cubicBezTo>
                  <a:cubicBezTo>
                    <a:pt x="72" y="152"/>
                    <a:pt x="72" y="152"/>
                    <a:pt x="72" y="152"/>
                  </a:cubicBezTo>
                  <a:cubicBezTo>
                    <a:pt x="70" y="152"/>
                    <a:pt x="67" y="150"/>
                    <a:pt x="66" y="150"/>
                  </a:cubicBezTo>
                  <a:cubicBezTo>
                    <a:pt x="66" y="150"/>
                    <a:pt x="66" y="150"/>
                    <a:pt x="66" y="150"/>
                  </a:cubicBezTo>
                  <a:cubicBezTo>
                    <a:pt x="64" y="150"/>
                    <a:pt x="61" y="152"/>
                    <a:pt x="60" y="152"/>
                  </a:cubicBezTo>
                  <a:cubicBezTo>
                    <a:pt x="60" y="152"/>
                    <a:pt x="60" y="152"/>
                    <a:pt x="60" y="152"/>
                  </a:cubicBezTo>
                  <a:cubicBezTo>
                    <a:pt x="59" y="152"/>
                    <a:pt x="58" y="152"/>
                    <a:pt x="57" y="151"/>
                  </a:cubicBezTo>
                  <a:cubicBezTo>
                    <a:pt x="56" y="151"/>
                    <a:pt x="54" y="150"/>
                    <a:pt x="53" y="150"/>
                  </a:cubicBezTo>
                  <a:cubicBezTo>
                    <a:pt x="53" y="150"/>
                    <a:pt x="53" y="150"/>
                    <a:pt x="53" y="150"/>
                  </a:cubicBezTo>
                  <a:cubicBezTo>
                    <a:pt x="52" y="150"/>
                    <a:pt x="50" y="151"/>
                    <a:pt x="49" y="152"/>
                  </a:cubicBezTo>
                  <a:cubicBezTo>
                    <a:pt x="49" y="152"/>
                    <a:pt x="48" y="152"/>
                    <a:pt x="47" y="152"/>
                  </a:cubicBezTo>
                  <a:cubicBezTo>
                    <a:pt x="47" y="153"/>
                    <a:pt x="47" y="153"/>
                    <a:pt x="47" y="153"/>
                  </a:cubicBezTo>
                  <a:cubicBezTo>
                    <a:pt x="50" y="152"/>
                    <a:pt x="50" y="151"/>
                    <a:pt x="53" y="151"/>
                  </a:cubicBezTo>
                  <a:cubicBezTo>
                    <a:pt x="56" y="151"/>
                    <a:pt x="57" y="153"/>
                    <a:pt x="60" y="153"/>
                  </a:cubicBezTo>
                  <a:cubicBezTo>
                    <a:pt x="62" y="153"/>
                    <a:pt x="62" y="151"/>
                    <a:pt x="66" y="151"/>
                  </a:cubicBezTo>
                  <a:cubicBezTo>
                    <a:pt x="69" y="151"/>
                    <a:pt x="70" y="153"/>
                    <a:pt x="73" y="153"/>
                  </a:cubicBezTo>
                  <a:cubicBezTo>
                    <a:pt x="76" y="153"/>
                    <a:pt x="76" y="151"/>
                    <a:pt x="79" y="151"/>
                  </a:cubicBezTo>
                  <a:cubicBezTo>
                    <a:pt x="82" y="151"/>
                    <a:pt x="83" y="153"/>
                    <a:pt x="85" y="153"/>
                  </a:cubicBezTo>
                  <a:cubicBezTo>
                    <a:pt x="88" y="153"/>
                    <a:pt x="88" y="151"/>
                    <a:pt x="92" y="151"/>
                  </a:cubicBezTo>
                  <a:cubicBezTo>
                    <a:pt x="95" y="151"/>
                    <a:pt x="94" y="152"/>
                    <a:pt x="96" y="152"/>
                  </a:cubicBezTo>
                  <a:cubicBezTo>
                    <a:pt x="102" y="148"/>
                    <a:pt x="108" y="142"/>
                    <a:pt x="113" y="136"/>
                  </a:cubicBezTo>
                  <a:cubicBezTo>
                    <a:pt x="84" y="136"/>
                    <a:pt x="84" y="136"/>
                    <a:pt x="84" y="136"/>
                  </a:cubicBezTo>
                  <a:lnTo>
                    <a:pt x="85" y="142"/>
                  </a:lnTo>
                  <a:close/>
                  <a:moveTo>
                    <a:pt x="0" y="82"/>
                  </a:moveTo>
                  <a:cubicBezTo>
                    <a:pt x="0" y="105"/>
                    <a:pt x="9" y="122"/>
                    <a:pt x="19" y="135"/>
                  </a:cubicBezTo>
                  <a:cubicBezTo>
                    <a:pt x="40" y="63"/>
                    <a:pt x="40" y="63"/>
                    <a:pt x="40" y="63"/>
                  </a:cubicBezTo>
                  <a:cubicBezTo>
                    <a:pt x="39" y="63"/>
                    <a:pt x="39" y="63"/>
                    <a:pt x="39" y="63"/>
                  </a:cubicBezTo>
                  <a:cubicBezTo>
                    <a:pt x="39" y="62"/>
                    <a:pt x="39" y="62"/>
                    <a:pt x="39" y="62"/>
                  </a:cubicBezTo>
                  <a:cubicBezTo>
                    <a:pt x="38" y="61"/>
                    <a:pt x="38" y="61"/>
                    <a:pt x="38" y="61"/>
                  </a:cubicBezTo>
                  <a:cubicBezTo>
                    <a:pt x="39" y="59"/>
                    <a:pt x="39" y="59"/>
                    <a:pt x="39" y="59"/>
                  </a:cubicBezTo>
                  <a:cubicBezTo>
                    <a:pt x="40" y="58"/>
                    <a:pt x="40" y="58"/>
                    <a:pt x="40" y="58"/>
                  </a:cubicBezTo>
                  <a:cubicBezTo>
                    <a:pt x="40" y="57"/>
                    <a:pt x="40" y="57"/>
                    <a:pt x="40" y="57"/>
                  </a:cubicBezTo>
                  <a:cubicBezTo>
                    <a:pt x="40" y="56"/>
                    <a:pt x="40" y="56"/>
                    <a:pt x="39" y="55"/>
                  </a:cubicBezTo>
                  <a:cubicBezTo>
                    <a:pt x="38" y="55"/>
                    <a:pt x="37" y="54"/>
                    <a:pt x="37" y="54"/>
                  </a:cubicBezTo>
                  <a:cubicBezTo>
                    <a:pt x="34" y="54"/>
                    <a:pt x="34" y="54"/>
                    <a:pt x="34" y="54"/>
                  </a:cubicBezTo>
                  <a:cubicBezTo>
                    <a:pt x="34" y="55"/>
                    <a:pt x="34" y="56"/>
                    <a:pt x="34" y="57"/>
                  </a:cubicBezTo>
                  <a:cubicBezTo>
                    <a:pt x="34" y="57"/>
                    <a:pt x="32" y="53"/>
                    <a:pt x="30" y="52"/>
                  </a:cubicBezTo>
                  <a:cubicBezTo>
                    <a:pt x="29" y="53"/>
                    <a:pt x="29" y="53"/>
                    <a:pt x="29" y="53"/>
                  </a:cubicBezTo>
                  <a:cubicBezTo>
                    <a:pt x="30" y="54"/>
                    <a:pt x="27" y="55"/>
                    <a:pt x="26" y="56"/>
                  </a:cubicBezTo>
                  <a:cubicBezTo>
                    <a:pt x="25" y="57"/>
                    <a:pt x="25" y="58"/>
                    <a:pt x="25" y="58"/>
                  </a:cubicBezTo>
                  <a:cubicBezTo>
                    <a:pt x="26" y="58"/>
                    <a:pt x="32" y="56"/>
                    <a:pt x="32" y="62"/>
                  </a:cubicBezTo>
                  <a:cubicBezTo>
                    <a:pt x="32" y="62"/>
                    <a:pt x="32" y="64"/>
                    <a:pt x="31" y="64"/>
                  </a:cubicBezTo>
                  <a:cubicBezTo>
                    <a:pt x="31" y="64"/>
                    <a:pt x="32" y="65"/>
                    <a:pt x="31" y="66"/>
                  </a:cubicBezTo>
                  <a:cubicBezTo>
                    <a:pt x="30" y="67"/>
                    <a:pt x="28" y="69"/>
                    <a:pt x="27" y="70"/>
                  </a:cubicBezTo>
                  <a:cubicBezTo>
                    <a:pt x="25" y="72"/>
                    <a:pt x="27" y="73"/>
                    <a:pt x="28" y="74"/>
                  </a:cubicBezTo>
                  <a:cubicBezTo>
                    <a:pt x="28" y="75"/>
                    <a:pt x="30" y="77"/>
                    <a:pt x="30" y="78"/>
                  </a:cubicBezTo>
                  <a:cubicBezTo>
                    <a:pt x="32" y="79"/>
                    <a:pt x="32" y="79"/>
                    <a:pt x="32" y="79"/>
                  </a:cubicBezTo>
                  <a:cubicBezTo>
                    <a:pt x="32" y="78"/>
                    <a:pt x="32" y="78"/>
                    <a:pt x="32" y="78"/>
                  </a:cubicBezTo>
                  <a:cubicBezTo>
                    <a:pt x="33" y="76"/>
                    <a:pt x="33" y="76"/>
                    <a:pt x="33" y="76"/>
                  </a:cubicBezTo>
                  <a:cubicBezTo>
                    <a:pt x="34" y="75"/>
                    <a:pt x="34" y="75"/>
                    <a:pt x="34" y="75"/>
                  </a:cubicBezTo>
                  <a:cubicBezTo>
                    <a:pt x="35" y="74"/>
                    <a:pt x="35" y="74"/>
                    <a:pt x="35" y="74"/>
                  </a:cubicBezTo>
                  <a:cubicBezTo>
                    <a:pt x="36" y="73"/>
                    <a:pt x="36" y="73"/>
                    <a:pt x="36" y="73"/>
                  </a:cubicBezTo>
                  <a:cubicBezTo>
                    <a:pt x="36" y="76"/>
                    <a:pt x="36" y="76"/>
                    <a:pt x="36" y="76"/>
                  </a:cubicBezTo>
                  <a:cubicBezTo>
                    <a:pt x="36" y="76"/>
                    <a:pt x="36" y="79"/>
                    <a:pt x="35" y="80"/>
                  </a:cubicBezTo>
                  <a:cubicBezTo>
                    <a:pt x="34" y="81"/>
                    <a:pt x="33" y="83"/>
                    <a:pt x="32" y="83"/>
                  </a:cubicBezTo>
                  <a:cubicBezTo>
                    <a:pt x="30" y="83"/>
                    <a:pt x="30" y="83"/>
                    <a:pt x="29" y="82"/>
                  </a:cubicBezTo>
                  <a:cubicBezTo>
                    <a:pt x="29" y="81"/>
                    <a:pt x="28" y="79"/>
                    <a:pt x="28" y="79"/>
                  </a:cubicBezTo>
                  <a:cubicBezTo>
                    <a:pt x="27" y="79"/>
                    <a:pt x="27" y="79"/>
                    <a:pt x="27" y="79"/>
                  </a:cubicBezTo>
                  <a:cubicBezTo>
                    <a:pt x="25" y="77"/>
                    <a:pt x="25" y="77"/>
                    <a:pt x="25" y="77"/>
                  </a:cubicBezTo>
                  <a:cubicBezTo>
                    <a:pt x="23" y="75"/>
                    <a:pt x="23" y="75"/>
                    <a:pt x="23" y="75"/>
                  </a:cubicBezTo>
                  <a:cubicBezTo>
                    <a:pt x="22" y="74"/>
                    <a:pt x="22" y="74"/>
                    <a:pt x="22" y="74"/>
                  </a:cubicBezTo>
                  <a:cubicBezTo>
                    <a:pt x="22" y="72"/>
                    <a:pt x="22" y="72"/>
                    <a:pt x="22" y="72"/>
                  </a:cubicBezTo>
                  <a:cubicBezTo>
                    <a:pt x="23" y="70"/>
                    <a:pt x="23" y="70"/>
                    <a:pt x="23" y="70"/>
                  </a:cubicBezTo>
                  <a:cubicBezTo>
                    <a:pt x="23" y="69"/>
                    <a:pt x="23" y="69"/>
                    <a:pt x="23" y="69"/>
                  </a:cubicBezTo>
                  <a:cubicBezTo>
                    <a:pt x="23" y="68"/>
                    <a:pt x="23" y="68"/>
                    <a:pt x="23" y="68"/>
                  </a:cubicBezTo>
                  <a:cubicBezTo>
                    <a:pt x="23" y="68"/>
                    <a:pt x="22" y="69"/>
                    <a:pt x="21" y="69"/>
                  </a:cubicBezTo>
                  <a:cubicBezTo>
                    <a:pt x="20" y="70"/>
                    <a:pt x="20" y="70"/>
                    <a:pt x="20" y="70"/>
                  </a:cubicBezTo>
                  <a:cubicBezTo>
                    <a:pt x="18" y="72"/>
                    <a:pt x="18" y="72"/>
                    <a:pt x="18" y="72"/>
                  </a:cubicBezTo>
                  <a:cubicBezTo>
                    <a:pt x="18" y="72"/>
                    <a:pt x="18" y="74"/>
                    <a:pt x="18" y="75"/>
                  </a:cubicBezTo>
                  <a:cubicBezTo>
                    <a:pt x="17" y="75"/>
                    <a:pt x="16" y="78"/>
                    <a:pt x="15" y="79"/>
                  </a:cubicBezTo>
                  <a:cubicBezTo>
                    <a:pt x="14" y="80"/>
                    <a:pt x="13" y="81"/>
                    <a:pt x="13" y="82"/>
                  </a:cubicBezTo>
                  <a:cubicBezTo>
                    <a:pt x="13" y="83"/>
                    <a:pt x="13" y="84"/>
                    <a:pt x="13" y="85"/>
                  </a:cubicBezTo>
                  <a:cubicBezTo>
                    <a:pt x="12" y="86"/>
                    <a:pt x="12" y="86"/>
                    <a:pt x="12" y="87"/>
                  </a:cubicBezTo>
                  <a:cubicBezTo>
                    <a:pt x="12" y="88"/>
                    <a:pt x="12" y="89"/>
                    <a:pt x="11" y="91"/>
                  </a:cubicBezTo>
                  <a:cubicBezTo>
                    <a:pt x="10" y="92"/>
                    <a:pt x="10" y="93"/>
                    <a:pt x="10" y="94"/>
                  </a:cubicBezTo>
                  <a:cubicBezTo>
                    <a:pt x="11" y="95"/>
                    <a:pt x="11" y="97"/>
                    <a:pt x="12" y="97"/>
                  </a:cubicBezTo>
                  <a:cubicBezTo>
                    <a:pt x="13" y="97"/>
                    <a:pt x="14" y="96"/>
                    <a:pt x="15" y="96"/>
                  </a:cubicBezTo>
                  <a:cubicBezTo>
                    <a:pt x="16" y="96"/>
                    <a:pt x="17" y="96"/>
                    <a:pt x="17" y="96"/>
                  </a:cubicBezTo>
                  <a:cubicBezTo>
                    <a:pt x="19" y="98"/>
                    <a:pt x="19" y="98"/>
                    <a:pt x="19" y="98"/>
                  </a:cubicBezTo>
                  <a:cubicBezTo>
                    <a:pt x="19" y="99"/>
                    <a:pt x="19" y="98"/>
                    <a:pt x="18" y="99"/>
                  </a:cubicBezTo>
                  <a:cubicBezTo>
                    <a:pt x="17" y="100"/>
                    <a:pt x="16" y="101"/>
                    <a:pt x="14" y="101"/>
                  </a:cubicBezTo>
                  <a:cubicBezTo>
                    <a:pt x="13" y="101"/>
                    <a:pt x="11" y="101"/>
                    <a:pt x="10" y="101"/>
                  </a:cubicBezTo>
                  <a:cubicBezTo>
                    <a:pt x="8" y="100"/>
                    <a:pt x="8" y="100"/>
                    <a:pt x="8" y="100"/>
                  </a:cubicBezTo>
                  <a:cubicBezTo>
                    <a:pt x="7" y="96"/>
                    <a:pt x="7" y="96"/>
                    <a:pt x="7" y="96"/>
                  </a:cubicBezTo>
                  <a:cubicBezTo>
                    <a:pt x="7" y="94"/>
                    <a:pt x="7" y="94"/>
                    <a:pt x="7" y="94"/>
                  </a:cubicBezTo>
                  <a:cubicBezTo>
                    <a:pt x="7" y="89"/>
                    <a:pt x="7" y="89"/>
                    <a:pt x="7" y="89"/>
                  </a:cubicBezTo>
                  <a:cubicBezTo>
                    <a:pt x="8" y="89"/>
                    <a:pt x="8" y="88"/>
                    <a:pt x="8" y="87"/>
                  </a:cubicBezTo>
                  <a:cubicBezTo>
                    <a:pt x="8" y="85"/>
                    <a:pt x="7" y="84"/>
                    <a:pt x="7" y="83"/>
                  </a:cubicBezTo>
                  <a:cubicBezTo>
                    <a:pt x="9" y="80"/>
                    <a:pt x="9" y="80"/>
                    <a:pt x="9" y="80"/>
                  </a:cubicBezTo>
                  <a:cubicBezTo>
                    <a:pt x="9" y="78"/>
                    <a:pt x="9" y="78"/>
                    <a:pt x="9" y="78"/>
                  </a:cubicBezTo>
                  <a:cubicBezTo>
                    <a:pt x="8" y="78"/>
                    <a:pt x="8" y="78"/>
                    <a:pt x="8" y="78"/>
                  </a:cubicBezTo>
                  <a:cubicBezTo>
                    <a:pt x="10" y="75"/>
                    <a:pt x="10" y="75"/>
                    <a:pt x="10" y="75"/>
                  </a:cubicBezTo>
                  <a:cubicBezTo>
                    <a:pt x="8" y="75"/>
                    <a:pt x="8" y="75"/>
                    <a:pt x="8" y="75"/>
                  </a:cubicBezTo>
                  <a:cubicBezTo>
                    <a:pt x="8" y="74"/>
                    <a:pt x="8" y="74"/>
                    <a:pt x="8" y="74"/>
                  </a:cubicBezTo>
                  <a:cubicBezTo>
                    <a:pt x="7" y="74"/>
                    <a:pt x="7" y="74"/>
                    <a:pt x="7" y="74"/>
                  </a:cubicBezTo>
                  <a:cubicBezTo>
                    <a:pt x="7" y="72"/>
                    <a:pt x="7" y="72"/>
                    <a:pt x="7" y="72"/>
                  </a:cubicBezTo>
                  <a:cubicBezTo>
                    <a:pt x="7" y="72"/>
                    <a:pt x="7" y="72"/>
                    <a:pt x="7" y="72"/>
                  </a:cubicBezTo>
                  <a:cubicBezTo>
                    <a:pt x="7" y="71"/>
                    <a:pt x="7" y="71"/>
                    <a:pt x="7" y="71"/>
                  </a:cubicBezTo>
                  <a:cubicBezTo>
                    <a:pt x="6" y="71"/>
                    <a:pt x="6" y="71"/>
                    <a:pt x="6" y="71"/>
                  </a:cubicBezTo>
                  <a:cubicBezTo>
                    <a:pt x="7" y="69"/>
                    <a:pt x="7" y="69"/>
                    <a:pt x="7" y="69"/>
                  </a:cubicBezTo>
                  <a:cubicBezTo>
                    <a:pt x="5" y="69"/>
                    <a:pt x="5" y="69"/>
                    <a:pt x="5" y="69"/>
                  </a:cubicBezTo>
                  <a:cubicBezTo>
                    <a:pt x="7" y="67"/>
                    <a:pt x="7" y="67"/>
                    <a:pt x="7" y="67"/>
                  </a:cubicBezTo>
                  <a:cubicBezTo>
                    <a:pt x="7" y="67"/>
                    <a:pt x="3" y="64"/>
                    <a:pt x="3" y="60"/>
                  </a:cubicBezTo>
                  <a:cubicBezTo>
                    <a:pt x="3" y="55"/>
                    <a:pt x="10" y="49"/>
                    <a:pt x="10" y="42"/>
                  </a:cubicBezTo>
                  <a:cubicBezTo>
                    <a:pt x="10" y="41"/>
                    <a:pt x="10" y="39"/>
                    <a:pt x="10" y="39"/>
                  </a:cubicBezTo>
                  <a:cubicBezTo>
                    <a:pt x="8" y="38"/>
                    <a:pt x="8" y="38"/>
                    <a:pt x="8" y="38"/>
                  </a:cubicBezTo>
                  <a:cubicBezTo>
                    <a:pt x="8" y="37"/>
                    <a:pt x="8" y="37"/>
                    <a:pt x="8" y="37"/>
                  </a:cubicBezTo>
                  <a:cubicBezTo>
                    <a:pt x="8" y="36"/>
                    <a:pt x="6" y="37"/>
                    <a:pt x="6" y="37"/>
                  </a:cubicBezTo>
                  <a:cubicBezTo>
                    <a:pt x="6" y="36"/>
                    <a:pt x="4" y="37"/>
                    <a:pt x="4" y="39"/>
                  </a:cubicBezTo>
                  <a:cubicBezTo>
                    <a:pt x="4" y="40"/>
                    <a:pt x="4" y="40"/>
                    <a:pt x="4" y="40"/>
                  </a:cubicBezTo>
                  <a:cubicBezTo>
                    <a:pt x="4" y="40"/>
                    <a:pt x="8" y="41"/>
                    <a:pt x="7" y="44"/>
                  </a:cubicBezTo>
                  <a:cubicBezTo>
                    <a:pt x="6" y="46"/>
                    <a:pt x="4" y="48"/>
                    <a:pt x="4" y="49"/>
                  </a:cubicBezTo>
                  <a:cubicBezTo>
                    <a:pt x="4" y="50"/>
                    <a:pt x="5" y="52"/>
                    <a:pt x="5" y="52"/>
                  </a:cubicBezTo>
                  <a:cubicBezTo>
                    <a:pt x="6" y="52"/>
                    <a:pt x="1" y="53"/>
                    <a:pt x="2" y="49"/>
                  </a:cubicBezTo>
                  <a:cubicBezTo>
                    <a:pt x="2" y="45"/>
                    <a:pt x="3" y="45"/>
                    <a:pt x="3" y="44"/>
                  </a:cubicBezTo>
                  <a:cubicBezTo>
                    <a:pt x="3" y="43"/>
                    <a:pt x="1" y="42"/>
                    <a:pt x="1" y="39"/>
                  </a:cubicBezTo>
                  <a:cubicBezTo>
                    <a:pt x="2" y="36"/>
                    <a:pt x="4" y="35"/>
                    <a:pt x="6" y="34"/>
                  </a:cubicBezTo>
                  <a:cubicBezTo>
                    <a:pt x="8" y="35"/>
                    <a:pt x="8" y="35"/>
                    <a:pt x="8" y="35"/>
                  </a:cubicBezTo>
                  <a:cubicBezTo>
                    <a:pt x="7" y="34"/>
                    <a:pt x="5" y="33"/>
                    <a:pt x="4" y="30"/>
                  </a:cubicBezTo>
                  <a:cubicBezTo>
                    <a:pt x="4" y="30"/>
                    <a:pt x="5" y="29"/>
                    <a:pt x="7" y="29"/>
                  </a:cubicBezTo>
                  <a:cubicBezTo>
                    <a:pt x="6" y="29"/>
                    <a:pt x="2" y="24"/>
                    <a:pt x="3" y="22"/>
                  </a:cubicBezTo>
                  <a:cubicBezTo>
                    <a:pt x="3" y="22"/>
                    <a:pt x="6" y="22"/>
                    <a:pt x="7" y="23"/>
                  </a:cubicBezTo>
                  <a:cubicBezTo>
                    <a:pt x="7" y="23"/>
                    <a:pt x="1" y="18"/>
                    <a:pt x="2" y="14"/>
                  </a:cubicBezTo>
                  <a:cubicBezTo>
                    <a:pt x="2" y="14"/>
                    <a:pt x="6" y="17"/>
                    <a:pt x="7" y="17"/>
                  </a:cubicBezTo>
                  <a:cubicBezTo>
                    <a:pt x="7" y="17"/>
                    <a:pt x="0" y="7"/>
                    <a:pt x="4" y="3"/>
                  </a:cubicBezTo>
                  <a:cubicBezTo>
                    <a:pt x="4" y="3"/>
                    <a:pt x="8" y="12"/>
                    <a:pt x="9" y="13"/>
                  </a:cubicBezTo>
                  <a:cubicBezTo>
                    <a:pt x="9" y="13"/>
                    <a:pt x="10" y="12"/>
                    <a:pt x="10" y="11"/>
                  </a:cubicBezTo>
                  <a:cubicBezTo>
                    <a:pt x="10" y="11"/>
                    <a:pt x="10" y="11"/>
                    <a:pt x="10" y="11"/>
                  </a:cubicBezTo>
                  <a:cubicBezTo>
                    <a:pt x="10" y="8"/>
                    <a:pt x="12" y="2"/>
                    <a:pt x="14" y="1"/>
                  </a:cubicBezTo>
                  <a:cubicBezTo>
                    <a:pt x="14" y="1"/>
                    <a:pt x="13" y="11"/>
                    <a:pt x="15" y="13"/>
                  </a:cubicBezTo>
                  <a:cubicBezTo>
                    <a:pt x="15" y="13"/>
                    <a:pt x="15" y="12"/>
                    <a:pt x="16" y="12"/>
                  </a:cubicBezTo>
                  <a:cubicBezTo>
                    <a:pt x="16" y="12"/>
                    <a:pt x="16" y="17"/>
                    <a:pt x="17" y="18"/>
                  </a:cubicBezTo>
                  <a:cubicBezTo>
                    <a:pt x="18" y="17"/>
                    <a:pt x="18" y="17"/>
                    <a:pt x="18" y="17"/>
                  </a:cubicBezTo>
                  <a:cubicBezTo>
                    <a:pt x="18" y="17"/>
                    <a:pt x="19" y="20"/>
                    <a:pt x="20" y="21"/>
                  </a:cubicBezTo>
                  <a:cubicBezTo>
                    <a:pt x="20" y="21"/>
                    <a:pt x="20" y="21"/>
                    <a:pt x="20" y="22"/>
                  </a:cubicBezTo>
                  <a:cubicBezTo>
                    <a:pt x="20" y="19"/>
                    <a:pt x="21" y="18"/>
                    <a:pt x="21" y="17"/>
                  </a:cubicBezTo>
                  <a:cubicBezTo>
                    <a:pt x="21" y="17"/>
                    <a:pt x="21" y="17"/>
                    <a:pt x="21" y="17"/>
                  </a:cubicBezTo>
                  <a:cubicBezTo>
                    <a:pt x="21" y="14"/>
                    <a:pt x="21" y="14"/>
                    <a:pt x="21" y="14"/>
                  </a:cubicBezTo>
                  <a:cubicBezTo>
                    <a:pt x="22" y="15"/>
                    <a:pt x="22" y="15"/>
                    <a:pt x="22" y="15"/>
                  </a:cubicBezTo>
                  <a:cubicBezTo>
                    <a:pt x="23" y="15"/>
                    <a:pt x="23" y="15"/>
                    <a:pt x="23" y="15"/>
                  </a:cubicBezTo>
                  <a:cubicBezTo>
                    <a:pt x="23" y="15"/>
                    <a:pt x="23" y="15"/>
                    <a:pt x="23" y="15"/>
                  </a:cubicBezTo>
                  <a:cubicBezTo>
                    <a:pt x="23" y="14"/>
                    <a:pt x="23" y="14"/>
                    <a:pt x="23" y="14"/>
                  </a:cubicBezTo>
                  <a:cubicBezTo>
                    <a:pt x="26" y="14"/>
                    <a:pt x="26" y="14"/>
                    <a:pt x="26" y="14"/>
                  </a:cubicBezTo>
                  <a:cubicBezTo>
                    <a:pt x="25" y="15"/>
                    <a:pt x="25" y="15"/>
                    <a:pt x="25" y="15"/>
                  </a:cubicBezTo>
                  <a:cubicBezTo>
                    <a:pt x="26" y="14"/>
                    <a:pt x="26" y="14"/>
                    <a:pt x="26" y="14"/>
                  </a:cubicBezTo>
                  <a:cubicBezTo>
                    <a:pt x="27" y="14"/>
                    <a:pt x="27" y="14"/>
                    <a:pt x="28" y="14"/>
                  </a:cubicBezTo>
                  <a:cubicBezTo>
                    <a:pt x="30" y="14"/>
                    <a:pt x="30" y="16"/>
                    <a:pt x="30" y="16"/>
                  </a:cubicBezTo>
                  <a:cubicBezTo>
                    <a:pt x="33" y="16"/>
                    <a:pt x="33" y="16"/>
                    <a:pt x="33" y="16"/>
                  </a:cubicBezTo>
                  <a:cubicBezTo>
                    <a:pt x="36" y="16"/>
                    <a:pt x="36" y="19"/>
                    <a:pt x="36" y="19"/>
                  </a:cubicBezTo>
                  <a:cubicBezTo>
                    <a:pt x="34" y="18"/>
                    <a:pt x="34" y="18"/>
                    <a:pt x="34" y="18"/>
                  </a:cubicBezTo>
                  <a:cubicBezTo>
                    <a:pt x="32" y="20"/>
                    <a:pt x="32" y="20"/>
                    <a:pt x="32" y="20"/>
                  </a:cubicBezTo>
                  <a:cubicBezTo>
                    <a:pt x="32" y="20"/>
                    <a:pt x="32" y="20"/>
                    <a:pt x="32" y="20"/>
                  </a:cubicBezTo>
                  <a:cubicBezTo>
                    <a:pt x="32" y="21"/>
                    <a:pt x="32" y="21"/>
                    <a:pt x="32" y="21"/>
                  </a:cubicBezTo>
                  <a:cubicBezTo>
                    <a:pt x="34" y="22"/>
                    <a:pt x="34" y="22"/>
                    <a:pt x="34" y="22"/>
                  </a:cubicBezTo>
                  <a:cubicBezTo>
                    <a:pt x="36" y="22"/>
                    <a:pt x="36" y="22"/>
                    <a:pt x="36" y="22"/>
                  </a:cubicBezTo>
                  <a:cubicBezTo>
                    <a:pt x="35" y="23"/>
                    <a:pt x="35" y="23"/>
                    <a:pt x="35" y="23"/>
                  </a:cubicBezTo>
                  <a:cubicBezTo>
                    <a:pt x="35" y="23"/>
                    <a:pt x="34" y="24"/>
                    <a:pt x="33" y="24"/>
                  </a:cubicBezTo>
                  <a:cubicBezTo>
                    <a:pt x="32" y="24"/>
                    <a:pt x="31" y="23"/>
                    <a:pt x="30" y="23"/>
                  </a:cubicBezTo>
                  <a:cubicBezTo>
                    <a:pt x="28" y="23"/>
                    <a:pt x="28" y="23"/>
                    <a:pt x="28" y="23"/>
                  </a:cubicBezTo>
                  <a:cubicBezTo>
                    <a:pt x="28" y="23"/>
                    <a:pt x="28" y="23"/>
                    <a:pt x="28" y="23"/>
                  </a:cubicBezTo>
                  <a:cubicBezTo>
                    <a:pt x="28" y="24"/>
                    <a:pt x="28" y="24"/>
                    <a:pt x="28" y="24"/>
                  </a:cubicBezTo>
                  <a:cubicBezTo>
                    <a:pt x="28" y="25"/>
                    <a:pt x="29" y="26"/>
                    <a:pt x="30" y="27"/>
                  </a:cubicBezTo>
                  <a:cubicBezTo>
                    <a:pt x="32" y="28"/>
                    <a:pt x="34" y="30"/>
                    <a:pt x="35" y="31"/>
                  </a:cubicBezTo>
                  <a:cubicBezTo>
                    <a:pt x="36" y="32"/>
                    <a:pt x="36" y="34"/>
                    <a:pt x="37" y="35"/>
                  </a:cubicBezTo>
                  <a:cubicBezTo>
                    <a:pt x="38" y="32"/>
                    <a:pt x="38" y="32"/>
                    <a:pt x="38" y="32"/>
                  </a:cubicBezTo>
                  <a:cubicBezTo>
                    <a:pt x="39" y="31"/>
                    <a:pt x="39" y="31"/>
                    <a:pt x="39" y="30"/>
                  </a:cubicBezTo>
                  <a:cubicBezTo>
                    <a:pt x="39" y="29"/>
                    <a:pt x="40" y="27"/>
                    <a:pt x="40" y="27"/>
                  </a:cubicBezTo>
                  <a:cubicBezTo>
                    <a:pt x="40" y="27"/>
                    <a:pt x="42" y="28"/>
                    <a:pt x="41" y="30"/>
                  </a:cubicBezTo>
                  <a:cubicBezTo>
                    <a:pt x="42" y="28"/>
                    <a:pt x="42" y="28"/>
                    <a:pt x="42" y="28"/>
                  </a:cubicBezTo>
                  <a:cubicBezTo>
                    <a:pt x="43" y="28"/>
                    <a:pt x="43" y="28"/>
                    <a:pt x="43" y="28"/>
                  </a:cubicBezTo>
                  <a:cubicBezTo>
                    <a:pt x="43" y="27"/>
                    <a:pt x="43" y="27"/>
                    <a:pt x="43" y="27"/>
                  </a:cubicBezTo>
                  <a:cubicBezTo>
                    <a:pt x="44" y="25"/>
                    <a:pt x="44" y="23"/>
                    <a:pt x="44" y="21"/>
                  </a:cubicBezTo>
                  <a:cubicBezTo>
                    <a:pt x="44" y="20"/>
                    <a:pt x="44" y="19"/>
                    <a:pt x="43" y="18"/>
                  </a:cubicBezTo>
                  <a:cubicBezTo>
                    <a:pt x="43" y="17"/>
                    <a:pt x="42" y="16"/>
                    <a:pt x="42" y="16"/>
                  </a:cubicBezTo>
                  <a:cubicBezTo>
                    <a:pt x="42" y="14"/>
                    <a:pt x="42" y="14"/>
                    <a:pt x="42" y="14"/>
                  </a:cubicBezTo>
                  <a:cubicBezTo>
                    <a:pt x="42" y="14"/>
                    <a:pt x="42" y="14"/>
                    <a:pt x="42" y="14"/>
                  </a:cubicBezTo>
                  <a:cubicBezTo>
                    <a:pt x="43" y="12"/>
                    <a:pt x="43" y="12"/>
                    <a:pt x="43" y="12"/>
                  </a:cubicBezTo>
                  <a:cubicBezTo>
                    <a:pt x="44" y="12"/>
                    <a:pt x="44" y="12"/>
                    <a:pt x="44" y="12"/>
                  </a:cubicBezTo>
                  <a:cubicBezTo>
                    <a:pt x="43" y="14"/>
                    <a:pt x="43" y="14"/>
                    <a:pt x="43" y="14"/>
                  </a:cubicBezTo>
                  <a:cubicBezTo>
                    <a:pt x="43" y="14"/>
                    <a:pt x="43" y="14"/>
                    <a:pt x="43" y="14"/>
                  </a:cubicBezTo>
                  <a:cubicBezTo>
                    <a:pt x="44" y="14"/>
                    <a:pt x="44" y="14"/>
                    <a:pt x="44" y="14"/>
                  </a:cubicBezTo>
                  <a:cubicBezTo>
                    <a:pt x="44" y="13"/>
                    <a:pt x="44" y="13"/>
                    <a:pt x="44" y="13"/>
                  </a:cubicBezTo>
                  <a:cubicBezTo>
                    <a:pt x="44" y="13"/>
                    <a:pt x="44" y="11"/>
                    <a:pt x="46" y="11"/>
                  </a:cubicBezTo>
                  <a:cubicBezTo>
                    <a:pt x="46" y="11"/>
                    <a:pt x="46" y="11"/>
                    <a:pt x="46" y="11"/>
                  </a:cubicBezTo>
                  <a:cubicBezTo>
                    <a:pt x="46" y="11"/>
                    <a:pt x="45" y="12"/>
                    <a:pt x="45" y="13"/>
                  </a:cubicBezTo>
                  <a:cubicBezTo>
                    <a:pt x="45" y="13"/>
                    <a:pt x="45" y="13"/>
                    <a:pt x="45" y="13"/>
                  </a:cubicBezTo>
                  <a:cubicBezTo>
                    <a:pt x="46" y="15"/>
                    <a:pt x="46" y="15"/>
                    <a:pt x="46" y="15"/>
                  </a:cubicBezTo>
                  <a:cubicBezTo>
                    <a:pt x="46" y="16"/>
                    <a:pt x="46" y="16"/>
                    <a:pt x="46" y="16"/>
                  </a:cubicBezTo>
                  <a:cubicBezTo>
                    <a:pt x="47" y="14"/>
                    <a:pt x="47" y="14"/>
                    <a:pt x="47" y="14"/>
                  </a:cubicBezTo>
                  <a:cubicBezTo>
                    <a:pt x="48" y="14"/>
                    <a:pt x="48" y="14"/>
                    <a:pt x="48" y="14"/>
                  </a:cubicBezTo>
                  <a:cubicBezTo>
                    <a:pt x="48" y="14"/>
                    <a:pt x="48" y="14"/>
                    <a:pt x="48" y="14"/>
                  </a:cubicBezTo>
                  <a:cubicBezTo>
                    <a:pt x="48" y="14"/>
                    <a:pt x="47" y="12"/>
                    <a:pt x="50" y="13"/>
                  </a:cubicBezTo>
                  <a:cubicBezTo>
                    <a:pt x="49" y="14"/>
                    <a:pt x="49" y="14"/>
                    <a:pt x="49" y="14"/>
                  </a:cubicBezTo>
                  <a:cubicBezTo>
                    <a:pt x="49" y="14"/>
                    <a:pt x="49" y="14"/>
                    <a:pt x="49" y="14"/>
                  </a:cubicBezTo>
                  <a:cubicBezTo>
                    <a:pt x="49" y="14"/>
                    <a:pt x="49" y="14"/>
                    <a:pt x="49" y="14"/>
                  </a:cubicBezTo>
                  <a:cubicBezTo>
                    <a:pt x="48" y="16"/>
                    <a:pt x="48" y="16"/>
                    <a:pt x="48" y="16"/>
                  </a:cubicBezTo>
                  <a:cubicBezTo>
                    <a:pt x="47" y="19"/>
                    <a:pt x="47" y="19"/>
                    <a:pt x="47" y="19"/>
                  </a:cubicBezTo>
                  <a:cubicBezTo>
                    <a:pt x="47" y="22"/>
                    <a:pt x="47" y="22"/>
                    <a:pt x="47" y="22"/>
                  </a:cubicBezTo>
                  <a:cubicBezTo>
                    <a:pt x="48" y="26"/>
                    <a:pt x="48" y="26"/>
                    <a:pt x="48" y="26"/>
                  </a:cubicBezTo>
                  <a:cubicBezTo>
                    <a:pt x="49" y="28"/>
                    <a:pt x="49" y="28"/>
                    <a:pt x="49" y="28"/>
                  </a:cubicBezTo>
                  <a:cubicBezTo>
                    <a:pt x="48" y="29"/>
                    <a:pt x="48" y="29"/>
                    <a:pt x="48" y="29"/>
                  </a:cubicBezTo>
                  <a:cubicBezTo>
                    <a:pt x="48" y="29"/>
                    <a:pt x="48" y="29"/>
                    <a:pt x="48" y="29"/>
                  </a:cubicBezTo>
                  <a:cubicBezTo>
                    <a:pt x="49" y="30"/>
                    <a:pt x="49" y="30"/>
                    <a:pt x="49" y="30"/>
                  </a:cubicBezTo>
                  <a:cubicBezTo>
                    <a:pt x="49" y="30"/>
                    <a:pt x="49" y="30"/>
                    <a:pt x="49" y="30"/>
                  </a:cubicBezTo>
                  <a:cubicBezTo>
                    <a:pt x="47" y="29"/>
                    <a:pt x="47" y="29"/>
                    <a:pt x="47" y="29"/>
                  </a:cubicBezTo>
                  <a:cubicBezTo>
                    <a:pt x="48" y="29"/>
                    <a:pt x="48" y="29"/>
                    <a:pt x="48" y="29"/>
                  </a:cubicBezTo>
                  <a:cubicBezTo>
                    <a:pt x="47" y="29"/>
                    <a:pt x="47" y="29"/>
                    <a:pt x="47" y="29"/>
                  </a:cubicBezTo>
                  <a:cubicBezTo>
                    <a:pt x="47" y="27"/>
                    <a:pt x="47" y="27"/>
                    <a:pt x="47" y="27"/>
                  </a:cubicBezTo>
                  <a:cubicBezTo>
                    <a:pt x="46" y="25"/>
                    <a:pt x="46" y="25"/>
                    <a:pt x="46" y="25"/>
                  </a:cubicBezTo>
                  <a:cubicBezTo>
                    <a:pt x="46" y="25"/>
                    <a:pt x="46" y="25"/>
                    <a:pt x="46" y="25"/>
                  </a:cubicBezTo>
                  <a:cubicBezTo>
                    <a:pt x="46" y="25"/>
                    <a:pt x="45" y="26"/>
                    <a:pt x="45" y="27"/>
                  </a:cubicBezTo>
                  <a:cubicBezTo>
                    <a:pt x="45" y="28"/>
                    <a:pt x="44" y="29"/>
                    <a:pt x="44" y="30"/>
                  </a:cubicBezTo>
                  <a:cubicBezTo>
                    <a:pt x="44" y="31"/>
                    <a:pt x="44" y="31"/>
                    <a:pt x="44" y="31"/>
                  </a:cubicBezTo>
                  <a:cubicBezTo>
                    <a:pt x="44" y="31"/>
                    <a:pt x="46" y="31"/>
                    <a:pt x="46" y="35"/>
                  </a:cubicBezTo>
                  <a:cubicBezTo>
                    <a:pt x="46" y="35"/>
                    <a:pt x="45" y="32"/>
                    <a:pt x="43" y="33"/>
                  </a:cubicBezTo>
                  <a:cubicBezTo>
                    <a:pt x="41" y="35"/>
                    <a:pt x="42" y="39"/>
                    <a:pt x="41" y="39"/>
                  </a:cubicBezTo>
                  <a:cubicBezTo>
                    <a:pt x="40" y="39"/>
                    <a:pt x="38" y="40"/>
                    <a:pt x="38" y="41"/>
                  </a:cubicBezTo>
                  <a:cubicBezTo>
                    <a:pt x="37" y="43"/>
                    <a:pt x="37" y="43"/>
                    <a:pt x="37" y="43"/>
                  </a:cubicBezTo>
                  <a:cubicBezTo>
                    <a:pt x="35" y="46"/>
                    <a:pt x="34" y="48"/>
                    <a:pt x="33" y="49"/>
                  </a:cubicBezTo>
                  <a:cubicBezTo>
                    <a:pt x="33" y="49"/>
                    <a:pt x="33" y="49"/>
                    <a:pt x="33" y="49"/>
                  </a:cubicBezTo>
                  <a:cubicBezTo>
                    <a:pt x="33" y="49"/>
                    <a:pt x="35" y="48"/>
                    <a:pt x="37" y="48"/>
                  </a:cubicBezTo>
                  <a:cubicBezTo>
                    <a:pt x="35" y="50"/>
                    <a:pt x="35" y="50"/>
                    <a:pt x="35" y="50"/>
                  </a:cubicBezTo>
                  <a:cubicBezTo>
                    <a:pt x="36" y="51"/>
                    <a:pt x="36" y="51"/>
                    <a:pt x="36" y="51"/>
                  </a:cubicBezTo>
                  <a:cubicBezTo>
                    <a:pt x="37" y="52"/>
                    <a:pt x="38" y="53"/>
                    <a:pt x="39" y="53"/>
                  </a:cubicBezTo>
                  <a:cubicBezTo>
                    <a:pt x="40" y="54"/>
                    <a:pt x="40" y="54"/>
                    <a:pt x="40" y="54"/>
                  </a:cubicBezTo>
                  <a:cubicBezTo>
                    <a:pt x="41" y="53"/>
                    <a:pt x="41" y="53"/>
                    <a:pt x="41" y="53"/>
                  </a:cubicBezTo>
                  <a:cubicBezTo>
                    <a:pt x="41" y="51"/>
                    <a:pt x="41" y="51"/>
                    <a:pt x="41" y="51"/>
                  </a:cubicBezTo>
                  <a:cubicBezTo>
                    <a:pt x="40" y="50"/>
                    <a:pt x="40" y="50"/>
                    <a:pt x="40" y="50"/>
                  </a:cubicBezTo>
                  <a:cubicBezTo>
                    <a:pt x="41" y="49"/>
                    <a:pt x="41" y="49"/>
                    <a:pt x="41" y="49"/>
                  </a:cubicBezTo>
                  <a:cubicBezTo>
                    <a:pt x="41" y="48"/>
                    <a:pt x="41" y="48"/>
                    <a:pt x="41" y="48"/>
                  </a:cubicBezTo>
                  <a:cubicBezTo>
                    <a:pt x="42" y="47"/>
                    <a:pt x="42" y="47"/>
                    <a:pt x="42" y="47"/>
                  </a:cubicBezTo>
                  <a:cubicBezTo>
                    <a:pt x="43" y="47"/>
                    <a:pt x="43" y="47"/>
                    <a:pt x="43" y="47"/>
                  </a:cubicBezTo>
                  <a:cubicBezTo>
                    <a:pt x="44" y="46"/>
                    <a:pt x="44" y="46"/>
                    <a:pt x="44" y="46"/>
                  </a:cubicBezTo>
                  <a:cubicBezTo>
                    <a:pt x="45" y="46"/>
                    <a:pt x="45" y="46"/>
                    <a:pt x="45" y="46"/>
                  </a:cubicBezTo>
                  <a:cubicBezTo>
                    <a:pt x="45" y="47"/>
                    <a:pt x="45" y="47"/>
                    <a:pt x="45" y="47"/>
                  </a:cubicBezTo>
                  <a:cubicBezTo>
                    <a:pt x="59" y="0"/>
                    <a:pt x="59" y="0"/>
                    <a:pt x="59" y="0"/>
                  </a:cubicBezTo>
                  <a:cubicBezTo>
                    <a:pt x="0" y="0"/>
                    <a:pt x="0" y="0"/>
                    <a:pt x="0" y="0"/>
                  </a:cubicBezTo>
                  <a:lnTo>
                    <a:pt x="0" y="82"/>
                  </a:lnTo>
                  <a:close/>
                  <a:moveTo>
                    <a:pt x="115" y="29"/>
                  </a:moveTo>
                  <a:cubicBezTo>
                    <a:pt x="113" y="29"/>
                    <a:pt x="113" y="27"/>
                    <a:pt x="112" y="27"/>
                  </a:cubicBezTo>
                  <a:cubicBezTo>
                    <a:pt x="112" y="29"/>
                    <a:pt x="111" y="31"/>
                    <a:pt x="111" y="31"/>
                  </a:cubicBezTo>
                  <a:cubicBezTo>
                    <a:pt x="111" y="33"/>
                    <a:pt x="112" y="33"/>
                    <a:pt x="112" y="34"/>
                  </a:cubicBezTo>
                  <a:cubicBezTo>
                    <a:pt x="116" y="33"/>
                    <a:pt x="115" y="29"/>
                    <a:pt x="115" y="29"/>
                  </a:cubicBezTo>
                  <a:moveTo>
                    <a:pt x="20" y="26"/>
                  </a:moveTo>
                  <a:cubicBezTo>
                    <a:pt x="20" y="24"/>
                    <a:pt x="20" y="24"/>
                    <a:pt x="20" y="24"/>
                  </a:cubicBezTo>
                  <a:lnTo>
                    <a:pt x="20" y="26"/>
                  </a:lnTo>
                  <a:close/>
                  <a:moveTo>
                    <a:pt x="12" y="44"/>
                  </a:moveTo>
                  <a:cubicBezTo>
                    <a:pt x="12" y="45"/>
                    <a:pt x="12" y="45"/>
                    <a:pt x="12" y="45"/>
                  </a:cubicBezTo>
                  <a:cubicBezTo>
                    <a:pt x="10" y="53"/>
                    <a:pt x="5" y="54"/>
                    <a:pt x="5" y="60"/>
                  </a:cubicBezTo>
                  <a:cubicBezTo>
                    <a:pt x="5" y="60"/>
                    <a:pt x="6" y="62"/>
                    <a:pt x="7" y="63"/>
                  </a:cubicBezTo>
                  <a:cubicBezTo>
                    <a:pt x="9" y="63"/>
                    <a:pt x="8" y="62"/>
                    <a:pt x="9" y="61"/>
                  </a:cubicBezTo>
                  <a:cubicBezTo>
                    <a:pt x="10" y="59"/>
                    <a:pt x="10" y="58"/>
                    <a:pt x="12" y="56"/>
                  </a:cubicBezTo>
                  <a:cubicBezTo>
                    <a:pt x="14" y="55"/>
                    <a:pt x="16" y="53"/>
                    <a:pt x="17" y="51"/>
                  </a:cubicBezTo>
                  <a:cubicBezTo>
                    <a:pt x="17" y="50"/>
                    <a:pt x="18" y="49"/>
                    <a:pt x="18" y="48"/>
                  </a:cubicBezTo>
                  <a:cubicBezTo>
                    <a:pt x="18" y="47"/>
                    <a:pt x="18" y="47"/>
                    <a:pt x="18" y="47"/>
                  </a:cubicBezTo>
                  <a:cubicBezTo>
                    <a:pt x="17" y="47"/>
                    <a:pt x="16" y="47"/>
                    <a:pt x="15" y="47"/>
                  </a:cubicBezTo>
                  <a:cubicBezTo>
                    <a:pt x="15" y="47"/>
                    <a:pt x="15" y="45"/>
                    <a:pt x="16" y="43"/>
                  </a:cubicBezTo>
                  <a:cubicBezTo>
                    <a:pt x="16" y="43"/>
                    <a:pt x="15" y="44"/>
                    <a:pt x="12" y="44"/>
                  </a:cubicBezTo>
                  <a:moveTo>
                    <a:pt x="21" y="34"/>
                  </a:moveTo>
                  <a:cubicBezTo>
                    <a:pt x="21" y="33"/>
                    <a:pt x="21" y="33"/>
                    <a:pt x="21" y="31"/>
                  </a:cubicBezTo>
                  <a:cubicBezTo>
                    <a:pt x="21" y="31"/>
                    <a:pt x="21" y="29"/>
                    <a:pt x="20" y="27"/>
                  </a:cubicBezTo>
                  <a:cubicBezTo>
                    <a:pt x="20" y="27"/>
                    <a:pt x="19" y="29"/>
                    <a:pt x="18" y="29"/>
                  </a:cubicBezTo>
                  <a:cubicBezTo>
                    <a:pt x="18" y="29"/>
                    <a:pt x="16" y="33"/>
                    <a:pt x="21" y="34"/>
                  </a:cubicBezTo>
                  <a:moveTo>
                    <a:pt x="9" y="35"/>
                  </a:moveTo>
                  <a:cubicBezTo>
                    <a:pt x="9" y="35"/>
                    <a:pt x="9" y="35"/>
                    <a:pt x="9" y="35"/>
                  </a:cubicBezTo>
                  <a:cubicBezTo>
                    <a:pt x="9" y="35"/>
                    <a:pt x="9" y="35"/>
                    <a:pt x="9" y="35"/>
                  </a:cubicBezTo>
                  <a:close/>
                  <a:moveTo>
                    <a:pt x="44" y="50"/>
                  </a:moveTo>
                  <a:cubicBezTo>
                    <a:pt x="44" y="50"/>
                    <a:pt x="44" y="50"/>
                    <a:pt x="44" y="50"/>
                  </a:cubicBezTo>
                  <a:cubicBezTo>
                    <a:pt x="43" y="52"/>
                    <a:pt x="43" y="52"/>
                    <a:pt x="43" y="52"/>
                  </a:cubicBezTo>
                  <a:lnTo>
                    <a:pt x="44" y="50"/>
                  </a:lnTo>
                  <a:close/>
                  <a:moveTo>
                    <a:pt x="45" y="47"/>
                  </a:moveTo>
                  <a:cubicBezTo>
                    <a:pt x="45" y="47"/>
                    <a:pt x="45" y="47"/>
                    <a:pt x="45" y="47"/>
                  </a:cubicBezTo>
                  <a:cubicBezTo>
                    <a:pt x="45" y="47"/>
                    <a:pt x="45" y="47"/>
                    <a:pt x="45" y="47"/>
                  </a:cubicBezTo>
                  <a:cubicBezTo>
                    <a:pt x="45" y="48"/>
                    <a:pt x="45" y="48"/>
                    <a:pt x="45" y="48"/>
                  </a:cubicBezTo>
                  <a:cubicBezTo>
                    <a:pt x="45" y="48"/>
                    <a:pt x="45" y="48"/>
                    <a:pt x="45" y="48"/>
                  </a:cubicBezTo>
                  <a:lnTo>
                    <a:pt x="45" y="47"/>
                  </a:lnTo>
                  <a:close/>
                  <a:moveTo>
                    <a:pt x="40" y="61"/>
                  </a:moveTo>
                  <a:cubicBezTo>
                    <a:pt x="40" y="62"/>
                    <a:pt x="40" y="62"/>
                    <a:pt x="40" y="62"/>
                  </a:cubicBezTo>
                  <a:cubicBezTo>
                    <a:pt x="40" y="63"/>
                    <a:pt x="40" y="63"/>
                    <a:pt x="40" y="63"/>
                  </a:cubicBezTo>
                  <a:cubicBezTo>
                    <a:pt x="40" y="63"/>
                    <a:pt x="40" y="63"/>
                    <a:pt x="40" y="63"/>
                  </a:cubicBezTo>
                  <a:cubicBezTo>
                    <a:pt x="42" y="56"/>
                    <a:pt x="42" y="56"/>
                    <a:pt x="42" y="56"/>
                  </a:cubicBezTo>
                  <a:cubicBezTo>
                    <a:pt x="42" y="56"/>
                    <a:pt x="42" y="56"/>
                    <a:pt x="42" y="56"/>
                  </a:cubicBezTo>
                  <a:cubicBezTo>
                    <a:pt x="42" y="57"/>
                    <a:pt x="41" y="58"/>
                    <a:pt x="41" y="59"/>
                  </a:cubicBezTo>
                  <a:lnTo>
                    <a:pt x="40" y="61"/>
                  </a:lnTo>
                  <a:close/>
                  <a:moveTo>
                    <a:pt x="72" y="0"/>
                  </a:moveTo>
                  <a:cubicBezTo>
                    <a:pt x="113" y="136"/>
                    <a:pt x="113" y="136"/>
                    <a:pt x="113" y="136"/>
                  </a:cubicBezTo>
                  <a:cubicBezTo>
                    <a:pt x="124" y="123"/>
                    <a:pt x="132" y="105"/>
                    <a:pt x="132" y="82"/>
                  </a:cubicBezTo>
                  <a:cubicBezTo>
                    <a:pt x="132" y="0"/>
                    <a:pt x="132" y="0"/>
                    <a:pt x="132" y="0"/>
                  </a:cubicBezTo>
                  <a:lnTo>
                    <a:pt x="72" y="0"/>
                  </a:lnTo>
                  <a:close/>
                  <a:moveTo>
                    <a:pt x="131" y="49"/>
                  </a:moveTo>
                  <a:cubicBezTo>
                    <a:pt x="132" y="53"/>
                    <a:pt x="127" y="52"/>
                    <a:pt x="127" y="52"/>
                  </a:cubicBezTo>
                  <a:cubicBezTo>
                    <a:pt x="128" y="52"/>
                    <a:pt x="129" y="50"/>
                    <a:pt x="129" y="49"/>
                  </a:cubicBezTo>
                  <a:cubicBezTo>
                    <a:pt x="129" y="48"/>
                    <a:pt x="127" y="46"/>
                    <a:pt x="126" y="44"/>
                  </a:cubicBezTo>
                  <a:cubicBezTo>
                    <a:pt x="125" y="41"/>
                    <a:pt x="128" y="40"/>
                    <a:pt x="128" y="40"/>
                  </a:cubicBezTo>
                  <a:cubicBezTo>
                    <a:pt x="129" y="39"/>
                    <a:pt x="129" y="39"/>
                    <a:pt x="129" y="39"/>
                  </a:cubicBezTo>
                  <a:cubicBezTo>
                    <a:pt x="129" y="37"/>
                    <a:pt x="127" y="36"/>
                    <a:pt x="126" y="37"/>
                  </a:cubicBezTo>
                  <a:cubicBezTo>
                    <a:pt x="126" y="37"/>
                    <a:pt x="125" y="36"/>
                    <a:pt x="124" y="37"/>
                  </a:cubicBezTo>
                  <a:cubicBezTo>
                    <a:pt x="124" y="38"/>
                    <a:pt x="124" y="38"/>
                    <a:pt x="124" y="38"/>
                  </a:cubicBezTo>
                  <a:cubicBezTo>
                    <a:pt x="123" y="39"/>
                    <a:pt x="123" y="39"/>
                    <a:pt x="123" y="39"/>
                  </a:cubicBezTo>
                  <a:cubicBezTo>
                    <a:pt x="123" y="39"/>
                    <a:pt x="123" y="41"/>
                    <a:pt x="123" y="42"/>
                  </a:cubicBezTo>
                  <a:cubicBezTo>
                    <a:pt x="123" y="49"/>
                    <a:pt x="130" y="55"/>
                    <a:pt x="130" y="60"/>
                  </a:cubicBezTo>
                  <a:cubicBezTo>
                    <a:pt x="130" y="64"/>
                    <a:pt x="126" y="67"/>
                    <a:pt x="126" y="67"/>
                  </a:cubicBezTo>
                  <a:cubicBezTo>
                    <a:pt x="127" y="69"/>
                    <a:pt x="127" y="69"/>
                    <a:pt x="127" y="69"/>
                  </a:cubicBezTo>
                  <a:cubicBezTo>
                    <a:pt x="126" y="69"/>
                    <a:pt x="126" y="69"/>
                    <a:pt x="126" y="69"/>
                  </a:cubicBezTo>
                  <a:cubicBezTo>
                    <a:pt x="127" y="71"/>
                    <a:pt x="127" y="71"/>
                    <a:pt x="127" y="71"/>
                  </a:cubicBezTo>
                  <a:cubicBezTo>
                    <a:pt x="125" y="71"/>
                    <a:pt x="125" y="71"/>
                    <a:pt x="125" y="71"/>
                  </a:cubicBezTo>
                  <a:cubicBezTo>
                    <a:pt x="126" y="72"/>
                    <a:pt x="126" y="72"/>
                    <a:pt x="126" y="72"/>
                  </a:cubicBezTo>
                  <a:cubicBezTo>
                    <a:pt x="125" y="72"/>
                    <a:pt x="125" y="72"/>
                    <a:pt x="125" y="72"/>
                  </a:cubicBezTo>
                  <a:cubicBezTo>
                    <a:pt x="125" y="74"/>
                    <a:pt x="125" y="74"/>
                    <a:pt x="125" y="74"/>
                  </a:cubicBezTo>
                  <a:cubicBezTo>
                    <a:pt x="124" y="74"/>
                    <a:pt x="124" y="74"/>
                    <a:pt x="124" y="74"/>
                  </a:cubicBezTo>
                  <a:cubicBezTo>
                    <a:pt x="125" y="75"/>
                    <a:pt x="125" y="75"/>
                    <a:pt x="125" y="75"/>
                  </a:cubicBezTo>
                  <a:cubicBezTo>
                    <a:pt x="123" y="75"/>
                    <a:pt x="123" y="75"/>
                    <a:pt x="123" y="75"/>
                  </a:cubicBezTo>
                  <a:cubicBezTo>
                    <a:pt x="124" y="78"/>
                    <a:pt x="124" y="78"/>
                    <a:pt x="124" y="78"/>
                  </a:cubicBezTo>
                  <a:cubicBezTo>
                    <a:pt x="123" y="78"/>
                    <a:pt x="123" y="78"/>
                    <a:pt x="123" y="78"/>
                  </a:cubicBezTo>
                  <a:cubicBezTo>
                    <a:pt x="124" y="80"/>
                    <a:pt x="124" y="80"/>
                    <a:pt x="124" y="80"/>
                  </a:cubicBezTo>
                  <a:cubicBezTo>
                    <a:pt x="125" y="83"/>
                    <a:pt x="125" y="83"/>
                    <a:pt x="125" y="83"/>
                  </a:cubicBezTo>
                  <a:cubicBezTo>
                    <a:pt x="125" y="84"/>
                    <a:pt x="125" y="85"/>
                    <a:pt x="125" y="87"/>
                  </a:cubicBezTo>
                  <a:cubicBezTo>
                    <a:pt x="125" y="88"/>
                    <a:pt x="125" y="89"/>
                    <a:pt x="125" y="89"/>
                  </a:cubicBezTo>
                  <a:cubicBezTo>
                    <a:pt x="126" y="94"/>
                    <a:pt x="126" y="94"/>
                    <a:pt x="126" y="94"/>
                  </a:cubicBezTo>
                  <a:cubicBezTo>
                    <a:pt x="125" y="96"/>
                    <a:pt x="125" y="96"/>
                    <a:pt x="125" y="96"/>
                  </a:cubicBezTo>
                  <a:cubicBezTo>
                    <a:pt x="125" y="100"/>
                    <a:pt x="125" y="100"/>
                    <a:pt x="125" y="100"/>
                  </a:cubicBezTo>
                  <a:cubicBezTo>
                    <a:pt x="123" y="101"/>
                    <a:pt x="123" y="101"/>
                    <a:pt x="123" y="101"/>
                  </a:cubicBezTo>
                  <a:cubicBezTo>
                    <a:pt x="122" y="101"/>
                    <a:pt x="120" y="101"/>
                    <a:pt x="118" y="101"/>
                  </a:cubicBezTo>
                  <a:cubicBezTo>
                    <a:pt x="117" y="101"/>
                    <a:pt x="116" y="100"/>
                    <a:pt x="114" y="99"/>
                  </a:cubicBezTo>
                  <a:cubicBezTo>
                    <a:pt x="113" y="98"/>
                    <a:pt x="113" y="99"/>
                    <a:pt x="113" y="98"/>
                  </a:cubicBezTo>
                  <a:cubicBezTo>
                    <a:pt x="115" y="96"/>
                    <a:pt x="115" y="96"/>
                    <a:pt x="115" y="96"/>
                  </a:cubicBezTo>
                  <a:cubicBezTo>
                    <a:pt x="116" y="96"/>
                    <a:pt x="117" y="96"/>
                    <a:pt x="118" y="96"/>
                  </a:cubicBezTo>
                  <a:cubicBezTo>
                    <a:pt x="119" y="96"/>
                    <a:pt x="119" y="97"/>
                    <a:pt x="121" y="97"/>
                  </a:cubicBezTo>
                  <a:cubicBezTo>
                    <a:pt x="122" y="97"/>
                    <a:pt x="122" y="95"/>
                    <a:pt x="122" y="94"/>
                  </a:cubicBezTo>
                  <a:cubicBezTo>
                    <a:pt x="122" y="93"/>
                    <a:pt x="123" y="92"/>
                    <a:pt x="122" y="91"/>
                  </a:cubicBezTo>
                  <a:cubicBezTo>
                    <a:pt x="121" y="89"/>
                    <a:pt x="121" y="88"/>
                    <a:pt x="121" y="87"/>
                  </a:cubicBezTo>
                  <a:cubicBezTo>
                    <a:pt x="121" y="86"/>
                    <a:pt x="121" y="86"/>
                    <a:pt x="120" y="85"/>
                  </a:cubicBezTo>
                  <a:cubicBezTo>
                    <a:pt x="119" y="84"/>
                    <a:pt x="119" y="83"/>
                    <a:pt x="119" y="82"/>
                  </a:cubicBezTo>
                  <a:cubicBezTo>
                    <a:pt x="119" y="81"/>
                    <a:pt x="119" y="80"/>
                    <a:pt x="118" y="79"/>
                  </a:cubicBezTo>
                  <a:cubicBezTo>
                    <a:pt x="117" y="78"/>
                    <a:pt x="116" y="75"/>
                    <a:pt x="115" y="75"/>
                  </a:cubicBezTo>
                  <a:cubicBezTo>
                    <a:pt x="115" y="74"/>
                    <a:pt x="114" y="72"/>
                    <a:pt x="114" y="72"/>
                  </a:cubicBezTo>
                  <a:cubicBezTo>
                    <a:pt x="113" y="70"/>
                    <a:pt x="113" y="70"/>
                    <a:pt x="113" y="70"/>
                  </a:cubicBezTo>
                  <a:cubicBezTo>
                    <a:pt x="111" y="69"/>
                    <a:pt x="111" y="69"/>
                    <a:pt x="111" y="69"/>
                  </a:cubicBezTo>
                  <a:cubicBezTo>
                    <a:pt x="110" y="68"/>
                    <a:pt x="110" y="68"/>
                    <a:pt x="110" y="68"/>
                  </a:cubicBezTo>
                  <a:cubicBezTo>
                    <a:pt x="110" y="69"/>
                    <a:pt x="110" y="69"/>
                    <a:pt x="110" y="69"/>
                  </a:cubicBezTo>
                  <a:cubicBezTo>
                    <a:pt x="110" y="70"/>
                    <a:pt x="110" y="70"/>
                    <a:pt x="110" y="70"/>
                  </a:cubicBezTo>
                  <a:cubicBezTo>
                    <a:pt x="111" y="72"/>
                    <a:pt x="111" y="72"/>
                    <a:pt x="111" y="72"/>
                  </a:cubicBezTo>
                  <a:cubicBezTo>
                    <a:pt x="111" y="74"/>
                    <a:pt x="111" y="74"/>
                    <a:pt x="111" y="74"/>
                  </a:cubicBezTo>
                  <a:cubicBezTo>
                    <a:pt x="109" y="75"/>
                    <a:pt x="109" y="75"/>
                    <a:pt x="109" y="75"/>
                  </a:cubicBezTo>
                  <a:cubicBezTo>
                    <a:pt x="107" y="77"/>
                    <a:pt x="107" y="77"/>
                    <a:pt x="107" y="77"/>
                  </a:cubicBezTo>
                  <a:cubicBezTo>
                    <a:pt x="106" y="79"/>
                    <a:pt x="106" y="79"/>
                    <a:pt x="106" y="79"/>
                  </a:cubicBezTo>
                  <a:cubicBezTo>
                    <a:pt x="105" y="79"/>
                    <a:pt x="105" y="79"/>
                    <a:pt x="105" y="79"/>
                  </a:cubicBezTo>
                  <a:cubicBezTo>
                    <a:pt x="105" y="79"/>
                    <a:pt x="104" y="81"/>
                    <a:pt x="103" y="82"/>
                  </a:cubicBezTo>
                  <a:cubicBezTo>
                    <a:pt x="103" y="83"/>
                    <a:pt x="102" y="83"/>
                    <a:pt x="101" y="83"/>
                  </a:cubicBezTo>
                  <a:cubicBezTo>
                    <a:pt x="100" y="83"/>
                    <a:pt x="98" y="81"/>
                    <a:pt x="98" y="80"/>
                  </a:cubicBezTo>
                  <a:cubicBezTo>
                    <a:pt x="97" y="79"/>
                    <a:pt x="96" y="76"/>
                    <a:pt x="96" y="76"/>
                  </a:cubicBezTo>
                  <a:cubicBezTo>
                    <a:pt x="96" y="73"/>
                    <a:pt x="96" y="73"/>
                    <a:pt x="96" y="73"/>
                  </a:cubicBezTo>
                  <a:cubicBezTo>
                    <a:pt x="98" y="74"/>
                    <a:pt x="98" y="74"/>
                    <a:pt x="98" y="74"/>
                  </a:cubicBezTo>
                  <a:cubicBezTo>
                    <a:pt x="99" y="75"/>
                    <a:pt x="99" y="75"/>
                    <a:pt x="99" y="75"/>
                  </a:cubicBezTo>
                  <a:cubicBezTo>
                    <a:pt x="100" y="76"/>
                    <a:pt x="100" y="76"/>
                    <a:pt x="100" y="76"/>
                  </a:cubicBezTo>
                  <a:cubicBezTo>
                    <a:pt x="100" y="78"/>
                    <a:pt x="100" y="78"/>
                    <a:pt x="100" y="78"/>
                  </a:cubicBezTo>
                  <a:cubicBezTo>
                    <a:pt x="101" y="79"/>
                    <a:pt x="101" y="79"/>
                    <a:pt x="101" y="79"/>
                  </a:cubicBezTo>
                  <a:cubicBezTo>
                    <a:pt x="101" y="78"/>
                    <a:pt x="101" y="78"/>
                    <a:pt x="102" y="78"/>
                  </a:cubicBezTo>
                  <a:cubicBezTo>
                    <a:pt x="103" y="77"/>
                    <a:pt x="105" y="75"/>
                    <a:pt x="105" y="74"/>
                  </a:cubicBezTo>
                  <a:cubicBezTo>
                    <a:pt x="106" y="73"/>
                    <a:pt x="107" y="72"/>
                    <a:pt x="106" y="70"/>
                  </a:cubicBezTo>
                  <a:cubicBezTo>
                    <a:pt x="105" y="69"/>
                    <a:pt x="103" y="67"/>
                    <a:pt x="102" y="66"/>
                  </a:cubicBezTo>
                  <a:cubicBezTo>
                    <a:pt x="100" y="65"/>
                    <a:pt x="102" y="64"/>
                    <a:pt x="102" y="64"/>
                  </a:cubicBezTo>
                  <a:cubicBezTo>
                    <a:pt x="100" y="64"/>
                    <a:pt x="100" y="62"/>
                    <a:pt x="100" y="62"/>
                  </a:cubicBezTo>
                  <a:cubicBezTo>
                    <a:pt x="101" y="56"/>
                    <a:pt x="107" y="58"/>
                    <a:pt x="108" y="58"/>
                  </a:cubicBezTo>
                  <a:cubicBezTo>
                    <a:pt x="108" y="58"/>
                    <a:pt x="107" y="57"/>
                    <a:pt x="107" y="56"/>
                  </a:cubicBezTo>
                  <a:cubicBezTo>
                    <a:pt x="106" y="55"/>
                    <a:pt x="103" y="54"/>
                    <a:pt x="103" y="53"/>
                  </a:cubicBezTo>
                  <a:cubicBezTo>
                    <a:pt x="103" y="52"/>
                    <a:pt x="103" y="52"/>
                    <a:pt x="103" y="52"/>
                  </a:cubicBezTo>
                  <a:cubicBezTo>
                    <a:pt x="100" y="53"/>
                    <a:pt x="99" y="57"/>
                    <a:pt x="99" y="57"/>
                  </a:cubicBezTo>
                  <a:cubicBezTo>
                    <a:pt x="98" y="56"/>
                    <a:pt x="98" y="55"/>
                    <a:pt x="98" y="54"/>
                  </a:cubicBezTo>
                  <a:cubicBezTo>
                    <a:pt x="96" y="54"/>
                    <a:pt x="96" y="54"/>
                    <a:pt x="96" y="54"/>
                  </a:cubicBezTo>
                  <a:cubicBezTo>
                    <a:pt x="95" y="54"/>
                    <a:pt x="95" y="55"/>
                    <a:pt x="94" y="55"/>
                  </a:cubicBezTo>
                  <a:cubicBezTo>
                    <a:pt x="93" y="56"/>
                    <a:pt x="93" y="56"/>
                    <a:pt x="92" y="57"/>
                  </a:cubicBezTo>
                  <a:cubicBezTo>
                    <a:pt x="93" y="58"/>
                    <a:pt x="93" y="58"/>
                    <a:pt x="93" y="58"/>
                  </a:cubicBezTo>
                  <a:cubicBezTo>
                    <a:pt x="94" y="59"/>
                    <a:pt x="94" y="59"/>
                    <a:pt x="94" y="59"/>
                  </a:cubicBezTo>
                  <a:cubicBezTo>
                    <a:pt x="94" y="61"/>
                    <a:pt x="94" y="61"/>
                    <a:pt x="94" y="61"/>
                  </a:cubicBezTo>
                  <a:cubicBezTo>
                    <a:pt x="94" y="62"/>
                    <a:pt x="94" y="62"/>
                    <a:pt x="94" y="62"/>
                  </a:cubicBezTo>
                  <a:cubicBezTo>
                    <a:pt x="94" y="63"/>
                    <a:pt x="94" y="63"/>
                    <a:pt x="94" y="63"/>
                  </a:cubicBezTo>
                  <a:cubicBezTo>
                    <a:pt x="92" y="63"/>
                    <a:pt x="92" y="63"/>
                    <a:pt x="92" y="63"/>
                  </a:cubicBezTo>
                  <a:cubicBezTo>
                    <a:pt x="93" y="63"/>
                    <a:pt x="93" y="63"/>
                    <a:pt x="93" y="63"/>
                  </a:cubicBezTo>
                  <a:cubicBezTo>
                    <a:pt x="93" y="62"/>
                    <a:pt x="93" y="62"/>
                    <a:pt x="93" y="62"/>
                  </a:cubicBezTo>
                  <a:cubicBezTo>
                    <a:pt x="92" y="61"/>
                    <a:pt x="92" y="61"/>
                    <a:pt x="92" y="61"/>
                  </a:cubicBezTo>
                  <a:cubicBezTo>
                    <a:pt x="91" y="59"/>
                    <a:pt x="91" y="59"/>
                    <a:pt x="91" y="59"/>
                  </a:cubicBezTo>
                  <a:cubicBezTo>
                    <a:pt x="91" y="58"/>
                    <a:pt x="91" y="57"/>
                    <a:pt x="90" y="56"/>
                  </a:cubicBezTo>
                  <a:cubicBezTo>
                    <a:pt x="89" y="53"/>
                    <a:pt x="89" y="53"/>
                    <a:pt x="89" y="53"/>
                  </a:cubicBezTo>
                  <a:cubicBezTo>
                    <a:pt x="88" y="50"/>
                    <a:pt x="88" y="50"/>
                    <a:pt x="88" y="50"/>
                  </a:cubicBezTo>
                  <a:cubicBezTo>
                    <a:pt x="88" y="48"/>
                    <a:pt x="88" y="48"/>
                    <a:pt x="88" y="48"/>
                  </a:cubicBezTo>
                  <a:cubicBezTo>
                    <a:pt x="88" y="47"/>
                    <a:pt x="88" y="47"/>
                    <a:pt x="88" y="47"/>
                  </a:cubicBezTo>
                  <a:cubicBezTo>
                    <a:pt x="88" y="47"/>
                    <a:pt x="88" y="47"/>
                    <a:pt x="88" y="47"/>
                  </a:cubicBezTo>
                  <a:cubicBezTo>
                    <a:pt x="87" y="47"/>
                    <a:pt x="87" y="47"/>
                    <a:pt x="87" y="47"/>
                  </a:cubicBezTo>
                  <a:cubicBezTo>
                    <a:pt x="88" y="46"/>
                    <a:pt x="88" y="46"/>
                    <a:pt x="88" y="46"/>
                  </a:cubicBezTo>
                  <a:cubicBezTo>
                    <a:pt x="89" y="46"/>
                    <a:pt x="89" y="46"/>
                    <a:pt x="89" y="46"/>
                  </a:cubicBezTo>
                  <a:cubicBezTo>
                    <a:pt x="90" y="47"/>
                    <a:pt x="90" y="47"/>
                    <a:pt x="90" y="47"/>
                  </a:cubicBezTo>
                  <a:cubicBezTo>
                    <a:pt x="91" y="47"/>
                    <a:pt x="91" y="47"/>
                    <a:pt x="91" y="47"/>
                  </a:cubicBezTo>
                  <a:cubicBezTo>
                    <a:pt x="92" y="48"/>
                    <a:pt x="92" y="48"/>
                    <a:pt x="92" y="48"/>
                  </a:cubicBezTo>
                  <a:cubicBezTo>
                    <a:pt x="92" y="49"/>
                    <a:pt x="92" y="49"/>
                    <a:pt x="92" y="49"/>
                  </a:cubicBezTo>
                  <a:cubicBezTo>
                    <a:pt x="92" y="50"/>
                    <a:pt x="92" y="50"/>
                    <a:pt x="92" y="50"/>
                  </a:cubicBezTo>
                  <a:cubicBezTo>
                    <a:pt x="92" y="51"/>
                    <a:pt x="92" y="51"/>
                    <a:pt x="92" y="51"/>
                  </a:cubicBezTo>
                  <a:cubicBezTo>
                    <a:pt x="91" y="53"/>
                    <a:pt x="91" y="53"/>
                    <a:pt x="91" y="53"/>
                  </a:cubicBezTo>
                  <a:cubicBezTo>
                    <a:pt x="92" y="54"/>
                    <a:pt x="92" y="54"/>
                    <a:pt x="92" y="54"/>
                  </a:cubicBezTo>
                  <a:cubicBezTo>
                    <a:pt x="94" y="53"/>
                    <a:pt x="94" y="53"/>
                    <a:pt x="94" y="53"/>
                  </a:cubicBezTo>
                  <a:cubicBezTo>
                    <a:pt x="94" y="53"/>
                    <a:pt x="96" y="52"/>
                    <a:pt x="97" y="51"/>
                  </a:cubicBezTo>
                  <a:cubicBezTo>
                    <a:pt x="97" y="50"/>
                    <a:pt x="97" y="50"/>
                    <a:pt x="97" y="50"/>
                  </a:cubicBezTo>
                  <a:cubicBezTo>
                    <a:pt x="95" y="48"/>
                    <a:pt x="95" y="48"/>
                    <a:pt x="95" y="48"/>
                  </a:cubicBezTo>
                  <a:cubicBezTo>
                    <a:pt x="98" y="48"/>
                    <a:pt x="99" y="49"/>
                    <a:pt x="99" y="49"/>
                  </a:cubicBezTo>
                  <a:cubicBezTo>
                    <a:pt x="99" y="49"/>
                    <a:pt x="99" y="49"/>
                    <a:pt x="99" y="49"/>
                  </a:cubicBezTo>
                  <a:cubicBezTo>
                    <a:pt x="99" y="48"/>
                    <a:pt x="97" y="46"/>
                    <a:pt x="95" y="43"/>
                  </a:cubicBezTo>
                  <a:cubicBezTo>
                    <a:pt x="95" y="41"/>
                    <a:pt x="95" y="41"/>
                    <a:pt x="95" y="41"/>
                  </a:cubicBezTo>
                  <a:cubicBezTo>
                    <a:pt x="94" y="40"/>
                    <a:pt x="92" y="39"/>
                    <a:pt x="92" y="39"/>
                  </a:cubicBezTo>
                  <a:cubicBezTo>
                    <a:pt x="91" y="39"/>
                    <a:pt x="92" y="35"/>
                    <a:pt x="90" y="33"/>
                  </a:cubicBezTo>
                  <a:cubicBezTo>
                    <a:pt x="87" y="32"/>
                    <a:pt x="87" y="35"/>
                    <a:pt x="87" y="35"/>
                  </a:cubicBezTo>
                  <a:cubicBezTo>
                    <a:pt x="87" y="31"/>
                    <a:pt x="88" y="31"/>
                    <a:pt x="89" y="31"/>
                  </a:cubicBezTo>
                  <a:cubicBezTo>
                    <a:pt x="88" y="30"/>
                    <a:pt x="88" y="30"/>
                    <a:pt x="88" y="30"/>
                  </a:cubicBezTo>
                  <a:cubicBezTo>
                    <a:pt x="88" y="29"/>
                    <a:pt x="88" y="28"/>
                    <a:pt x="88" y="27"/>
                  </a:cubicBezTo>
                  <a:cubicBezTo>
                    <a:pt x="87" y="26"/>
                    <a:pt x="86" y="25"/>
                    <a:pt x="86" y="25"/>
                  </a:cubicBezTo>
                  <a:cubicBezTo>
                    <a:pt x="86" y="25"/>
                    <a:pt x="86" y="25"/>
                    <a:pt x="86" y="25"/>
                  </a:cubicBezTo>
                  <a:cubicBezTo>
                    <a:pt x="86" y="27"/>
                    <a:pt x="86" y="27"/>
                    <a:pt x="86" y="27"/>
                  </a:cubicBezTo>
                  <a:cubicBezTo>
                    <a:pt x="86" y="29"/>
                    <a:pt x="86" y="29"/>
                    <a:pt x="86" y="29"/>
                  </a:cubicBezTo>
                  <a:cubicBezTo>
                    <a:pt x="85" y="29"/>
                    <a:pt x="85" y="29"/>
                    <a:pt x="85" y="29"/>
                  </a:cubicBezTo>
                  <a:cubicBezTo>
                    <a:pt x="85" y="29"/>
                    <a:pt x="85" y="29"/>
                    <a:pt x="85" y="29"/>
                  </a:cubicBezTo>
                  <a:cubicBezTo>
                    <a:pt x="84" y="30"/>
                    <a:pt x="84" y="30"/>
                    <a:pt x="84" y="30"/>
                  </a:cubicBezTo>
                  <a:cubicBezTo>
                    <a:pt x="83" y="30"/>
                    <a:pt x="83" y="30"/>
                    <a:pt x="83" y="30"/>
                  </a:cubicBezTo>
                  <a:cubicBezTo>
                    <a:pt x="84" y="29"/>
                    <a:pt x="84" y="29"/>
                    <a:pt x="84" y="29"/>
                  </a:cubicBezTo>
                  <a:cubicBezTo>
                    <a:pt x="84" y="29"/>
                    <a:pt x="84" y="29"/>
                    <a:pt x="84" y="29"/>
                  </a:cubicBezTo>
                  <a:cubicBezTo>
                    <a:pt x="84" y="28"/>
                    <a:pt x="84" y="28"/>
                    <a:pt x="84" y="28"/>
                  </a:cubicBezTo>
                  <a:cubicBezTo>
                    <a:pt x="85" y="26"/>
                    <a:pt x="85" y="26"/>
                    <a:pt x="85" y="26"/>
                  </a:cubicBezTo>
                  <a:cubicBezTo>
                    <a:pt x="86" y="22"/>
                    <a:pt x="86" y="22"/>
                    <a:pt x="86" y="22"/>
                  </a:cubicBezTo>
                  <a:cubicBezTo>
                    <a:pt x="85" y="19"/>
                    <a:pt x="85" y="19"/>
                    <a:pt x="85" y="19"/>
                  </a:cubicBezTo>
                  <a:cubicBezTo>
                    <a:pt x="84" y="16"/>
                    <a:pt x="84" y="16"/>
                    <a:pt x="84" y="16"/>
                  </a:cubicBezTo>
                  <a:cubicBezTo>
                    <a:pt x="84" y="14"/>
                    <a:pt x="84" y="14"/>
                    <a:pt x="84" y="14"/>
                  </a:cubicBezTo>
                  <a:cubicBezTo>
                    <a:pt x="84" y="14"/>
                    <a:pt x="84" y="14"/>
                    <a:pt x="84" y="14"/>
                  </a:cubicBezTo>
                  <a:cubicBezTo>
                    <a:pt x="84" y="14"/>
                    <a:pt x="84" y="14"/>
                    <a:pt x="84" y="14"/>
                  </a:cubicBezTo>
                  <a:cubicBezTo>
                    <a:pt x="83" y="13"/>
                    <a:pt x="83" y="13"/>
                    <a:pt x="83" y="13"/>
                  </a:cubicBezTo>
                  <a:cubicBezTo>
                    <a:pt x="85" y="12"/>
                    <a:pt x="85" y="14"/>
                    <a:pt x="85" y="14"/>
                  </a:cubicBezTo>
                  <a:cubicBezTo>
                    <a:pt x="85" y="14"/>
                    <a:pt x="85" y="14"/>
                    <a:pt x="85" y="14"/>
                  </a:cubicBezTo>
                  <a:cubicBezTo>
                    <a:pt x="85" y="14"/>
                    <a:pt x="85" y="14"/>
                    <a:pt x="85" y="14"/>
                  </a:cubicBezTo>
                  <a:cubicBezTo>
                    <a:pt x="87" y="16"/>
                    <a:pt x="87" y="16"/>
                    <a:pt x="87" y="16"/>
                  </a:cubicBezTo>
                  <a:cubicBezTo>
                    <a:pt x="87" y="15"/>
                    <a:pt x="87" y="15"/>
                    <a:pt x="87" y="15"/>
                  </a:cubicBezTo>
                  <a:cubicBezTo>
                    <a:pt x="87" y="13"/>
                    <a:pt x="87" y="13"/>
                    <a:pt x="87" y="13"/>
                  </a:cubicBezTo>
                  <a:cubicBezTo>
                    <a:pt x="87" y="13"/>
                    <a:pt x="87" y="13"/>
                    <a:pt x="87" y="13"/>
                  </a:cubicBezTo>
                  <a:cubicBezTo>
                    <a:pt x="88" y="12"/>
                    <a:pt x="87" y="11"/>
                    <a:pt x="87" y="11"/>
                  </a:cubicBezTo>
                  <a:cubicBezTo>
                    <a:pt x="87" y="11"/>
                    <a:pt x="87" y="11"/>
                    <a:pt x="87" y="11"/>
                  </a:cubicBezTo>
                  <a:cubicBezTo>
                    <a:pt x="88" y="11"/>
                    <a:pt x="88" y="13"/>
                    <a:pt x="88" y="13"/>
                  </a:cubicBezTo>
                  <a:cubicBezTo>
                    <a:pt x="89" y="14"/>
                    <a:pt x="89" y="14"/>
                    <a:pt x="89" y="14"/>
                  </a:cubicBezTo>
                  <a:cubicBezTo>
                    <a:pt x="89" y="14"/>
                    <a:pt x="89" y="14"/>
                    <a:pt x="89" y="14"/>
                  </a:cubicBezTo>
                  <a:cubicBezTo>
                    <a:pt x="89" y="14"/>
                    <a:pt x="89" y="14"/>
                    <a:pt x="89" y="14"/>
                  </a:cubicBezTo>
                  <a:cubicBezTo>
                    <a:pt x="89" y="12"/>
                    <a:pt x="89" y="12"/>
                    <a:pt x="89" y="12"/>
                  </a:cubicBezTo>
                  <a:cubicBezTo>
                    <a:pt x="89" y="12"/>
                    <a:pt x="89" y="12"/>
                    <a:pt x="89" y="12"/>
                  </a:cubicBezTo>
                  <a:cubicBezTo>
                    <a:pt x="90" y="13"/>
                    <a:pt x="90" y="14"/>
                    <a:pt x="90" y="14"/>
                  </a:cubicBezTo>
                  <a:cubicBezTo>
                    <a:pt x="90" y="14"/>
                    <a:pt x="90" y="14"/>
                    <a:pt x="90" y="14"/>
                  </a:cubicBezTo>
                  <a:cubicBezTo>
                    <a:pt x="91" y="16"/>
                    <a:pt x="91" y="16"/>
                    <a:pt x="91" y="16"/>
                  </a:cubicBezTo>
                  <a:cubicBezTo>
                    <a:pt x="91" y="16"/>
                    <a:pt x="90" y="17"/>
                    <a:pt x="89" y="18"/>
                  </a:cubicBezTo>
                  <a:cubicBezTo>
                    <a:pt x="89" y="19"/>
                    <a:pt x="89" y="20"/>
                    <a:pt x="88" y="21"/>
                  </a:cubicBezTo>
                  <a:cubicBezTo>
                    <a:pt x="88" y="23"/>
                    <a:pt x="89" y="25"/>
                    <a:pt x="90" y="27"/>
                  </a:cubicBezTo>
                  <a:cubicBezTo>
                    <a:pt x="90" y="28"/>
                    <a:pt x="90" y="28"/>
                    <a:pt x="90" y="28"/>
                  </a:cubicBezTo>
                  <a:cubicBezTo>
                    <a:pt x="90" y="28"/>
                    <a:pt x="90" y="28"/>
                    <a:pt x="90" y="28"/>
                  </a:cubicBezTo>
                  <a:cubicBezTo>
                    <a:pt x="91" y="30"/>
                    <a:pt x="91" y="30"/>
                    <a:pt x="91" y="30"/>
                  </a:cubicBezTo>
                  <a:cubicBezTo>
                    <a:pt x="91" y="28"/>
                    <a:pt x="93" y="27"/>
                    <a:pt x="93" y="27"/>
                  </a:cubicBezTo>
                  <a:cubicBezTo>
                    <a:pt x="93" y="27"/>
                    <a:pt x="93" y="29"/>
                    <a:pt x="93" y="30"/>
                  </a:cubicBezTo>
                  <a:cubicBezTo>
                    <a:pt x="94" y="31"/>
                    <a:pt x="94" y="31"/>
                    <a:pt x="94" y="32"/>
                  </a:cubicBezTo>
                  <a:cubicBezTo>
                    <a:pt x="96" y="35"/>
                    <a:pt x="96" y="35"/>
                    <a:pt x="96" y="35"/>
                  </a:cubicBezTo>
                  <a:cubicBezTo>
                    <a:pt x="96" y="34"/>
                    <a:pt x="97" y="32"/>
                    <a:pt x="98" y="31"/>
                  </a:cubicBezTo>
                  <a:cubicBezTo>
                    <a:pt x="99" y="30"/>
                    <a:pt x="101" y="28"/>
                    <a:pt x="102" y="27"/>
                  </a:cubicBezTo>
                  <a:cubicBezTo>
                    <a:pt x="103" y="26"/>
                    <a:pt x="105" y="25"/>
                    <a:pt x="105" y="24"/>
                  </a:cubicBezTo>
                  <a:cubicBezTo>
                    <a:pt x="105" y="23"/>
                    <a:pt x="105" y="23"/>
                    <a:pt x="105" y="23"/>
                  </a:cubicBezTo>
                  <a:cubicBezTo>
                    <a:pt x="105" y="23"/>
                    <a:pt x="105" y="23"/>
                    <a:pt x="105" y="23"/>
                  </a:cubicBezTo>
                  <a:cubicBezTo>
                    <a:pt x="102" y="23"/>
                    <a:pt x="102" y="23"/>
                    <a:pt x="102" y="23"/>
                  </a:cubicBezTo>
                  <a:cubicBezTo>
                    <a:pt x="102" y="23"/>
                    <a:pt x="101" y="24"/>
                    <a:pt x="100" y="24"/>
                  </a:cubicBezTo>
                  <a:cubicBezTo>
                    <a:pt x="98" y="24"/>
                    <a:pt x="98" y="23"/>
                    <a:pt x="97" y="23"/>
                  </a:cubicBezTo>
                  <a:cubicBezTo>
                    <a:pt x="97" y="22"/>
                    <a:pt x="97" y="22"/>
                    <a:pt x="97" y="22"/>
                  </a:cubicBezTo>
                  <a:cubicBezTo>
                    <a:pt x="99" y="22"/>
                    <a:pt x="99" y="22"/>
                    <a:pt x="99" y="22"/>
                  </a:cubicBezTo>
                  <a:cubicBezTo>
                    <a:pt x="100" y="21"/>
                    <a:pt x="100" y="21"/>
                    <a:pt x="100" y="21"/>
                  </a:cubicBezTo>
                  <a:cubicBezTo>
                    <a:pt x="101" y="20"/>
                    <a:pt x="101" y="20"/>
                    <a:pt x="101" y="20"/>
                  </a:cubicBezTo>
                  <a:cubicBezTo>
                    <a:pt x="99" y="18"/>
                    <a:pt x="99" y="18"/>
                    <a:pt x="99" y="18"/>
                  </a:cubicBezTo>
                  <a:cubicBezTo>
                    <a:pt x="97" y="19"/>
                    <a:pt x="97" y="19"/>
                    <a:pt x="97" y="19"/>
                  </a:cubicBezTo>
                  <a:cubicBezTo>
                    <a:pt x="97" y="19"/>
                    <a:pt x="97" y="16"/>
                    <a:pt x="99" y="16"/>
                  </a:cubicBezTo>
                  <a:cubicBezTo>
                    <a:pt x="102" y="16"/>
                    <a:pt x="102" y="16"/>
                    <a:pt x="102" y="16"/>
                  </a:cubicBezTo>
                  <a:cubicBezTo>
                    <a:pt x="102" y="16"/>
                    <a:pt x="103" y="14"/>
                    <a:pt x="104" y="14"/>
                  </a:cubicBezTo>
                  <a:cubicBezTo>
                    <a:pt x="105" y="14"/>
                    <a:pt x="106" y="14"/>
                    <a:pt x="107" y="14"/>
                  </a:cubicBezTo>
                  <a:cubicBezTo>
                    <a:pt x="108" y="15"/>
                    <a:pt x="108" y="15"/>
                    <a:pt x="108" y="15"/>
                  </a:cubicBezTo>
                  <a:cubicBezTo>
                    <a:pt x="107" y="14"/>
                    <a:pt x="107" y="14"/>
                    <a:pt x="107" y="14"/>
                  </a:cubicBezTo>
                  <a:cubicBezTo>
                    <a:pt x="109" y="14"/>
                    <a:pt x="109" y="14"/>
                    <a:pt x="109" y="14"/>
                  </a:cubicBezTo>
                  <a:cubicBezTo>
                    <a:pt x="110" y="15"/>
                    <a:pt x="110" y="15"/>
                    <a:pt x="110" y="15"/>
                  </a:cubicBezTo>
                  <a:cubicBezTo>
                    <a:pt x="109" y="15"/>
                    <a:pt x="109" y="15"/>
                    <a:pt x="109" y="15"/>
                  </a:cubicBezTo>
                  <a:cubicBezTo>
                    <a:pt x="110" y="15"/>
                    <a:pt x="110" y="15"/>
                    <a:pt x="110" y="15"/>
                  </a:cubicBezTo>
                  <a:cubicBezTo>
                    <a:pt x="111" y="14"/>
                    <a:pt x="111" y="14"/>
                    <a:pt x="111" y="14"/>
                  </a:cubicBezTo>
                  <a:cubicBezTo>
                    <a:pt x="112" y="17"/>
                    <a:pt x="112" y="17"/>
                    <a:pt x="112" y="17"/>
                  </a:cubicBezTo>
                  <a:cubicBezTo>
                    <a:pt x="111" y="17"/>
                    <a:pt x="111" y="17"/>
                    <a:pt x="111" y="17"/>
                  </a:cubicBezTo>
                  <a:cubicBezTo>
                    <a:pt x="111" y="18"/>
                    <a:pt x="113" y="19"/>
                    <a:pt x="113" y="22"/>
                  </a:cubicBezTo>
                  <a:cubicBezTo>
                    <a:pt x="113" y="21"/>
                    <a:pt x="113" y="21"/>
                    <a:pt x="113" y="21"/>
                  </a:cubicBezTo>
                  <a:cubicBezTo>
                    <a:pt x="114" y="20"/>
                    <a:pt x="115" y="17"/>
                    <a:pt x="115" y="17"/>
                  </a:cubicBezTo>
                  <a:cubicBezTo>
                    <a:pt x="116" y="18"/>
                    <a:pt x="116" y="18"/>
                    <a:pt x="116" y="18"/>
                  </a:cubicBezTo>
                  <a:cubicBezTo>
                    <a:pt x="116" y="17"/>
                    <a:pt x="117" y="12"/>
                    <a:pt x="117" y="12"/>
                  </a:cubicBezTo>
                  <a:cubicBezTo>
                    <a:pt x="118" y="12"/>
                    <a:pt x="118" y="13"/>
                    <a:pt x="118" y="13"/>
                  </a:cubicBezTo>
                  <a:cubicBezTo>
                    <a:pt x="119" y="11"/>
                    <a:pt x="118" y="1"/>
                    <a:pt x="118" y="1"/>
                  </a:cubicBezTo>
                  <a:cubicBezTo>
                    <a:pt x="121" y="2"/>
                    <a:pt x="123" y="8"/>
                    <a:pt x="122" y="11"/>
                  </a:cubicBezTo>
                  <a:cubicBezTo>
                    <a:pt x="123" y="11"/>
                    <a:pt x="123" y="11"/>
                    <a:pt x="123" y="11"/>
                  </a:cubicBezTo>
                  <a:cubicBezTo>
                    <a:pt x="123" y="12"/>
                    <a:pt x="123" y="13"/>
                    <a:pt x="123" y="13"/>
                  </a:cubicBezTo>
                  <a:cubicBezTo>
                    <a:pt x="125" y="12"/>
                    <a:pt x="129" y="3"/>
                    <a:pt x="129" y="3"/>
                  </a:cubicBezTo>
                  <a:cubicBezTo>
                    <a:pt x="133" y="7"/>
                    <a:pt x="126" y="17"/>
                    <a:pt x="126" y="17"/>
                  </a:cubicBezTo>
                  <a:cubicBezTo>
                    <a:pt x="127" y="17"/>
                    <a:pt x="130" y="14"/>
                    <a:pt x="130" y="14"/>
                  </a:cubicBezTo>
                  <a:cubicBezTo>
                    <a:pt x="132" y="18"/>
                    <a:pt x="125" y="23"/>
                    <a:pt x="125" y="23"/>
                  </a:cubicBezTo>
                  <a:cubicBezTo>
                    <a:pt x="127" y="22"/>
                    <a:pt x="130" y="22"/>
                    <a:pt x="130" y="22"/>
                  </a:cubicBezTo>
                  <a:cubicBezTo>
                    <a:pt x="130" y="24"/>
                    <a:pt x="126" y="29"/>
                    <a:pt x="125" y="29"/>
                  </a:cubicBezTo>
                  <a:cubicBezTo>
                    <a:pt x="128" y="29"/>
                    <a:pt x="129" y="30"/>
                    <a:pt x="129" y="30"/>
                  </a:cubicBezTo>
                  <a:cubicBezTo>
                    <a:pt x="128" y="33"/>
                    <a:pt x="126" y="34"/>
                    <a:pt x="124" y="35"/>
                  </a:cubicBezTo>
                  <a:cubicBezTo>
                    <a:pt x="126" y="34"/>
                    <a:pt x="126" y="34"/>
                    <a:pt x="126" y="34"/>
                  </a:cubicBezTo>
                  <a:cubicBezTo>
                    <a:pt x="129" y="35"/>
                    <a:pt x="131" y="36"/>
                    <a:pt x="131" y="39"/>
                  </a:cubicBezTo>
                  <a:cubicBezTo>
                    <a:pt x="131" y="42"/>
                    <a:pt x="130" y="43"/>
                    <a:pt x="130" y="44"/>
                  </a:cubicBezTo>
                  <a:cubicBezTo>
                    <a:pt x="130" y="45"/>
                    <a:pt x="130" y="45"/>
                    <a:pt x="131" y="4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4" name="Freeform 35">
              <a:extLst>
                <a:ext uri="{FF2B5EF4-FFF2-40B4-BE49-F238E27FC236}">
                  <a16:creationId xmlns:a16="http://schemas.microsoft.com/office/drawing/2014/main" id="{2C0295A8-B144-4B10-AB50-0DE7F6A5E404}"/>
                </a:ext>
              </a:extLst>
            </p:cNvPr>
            <p:cNvSpPr>
              <a:spLocks noEditPoints="1"/>
            </p:cNvSpPr>
            <p:nvPr/>
          </p:nvSpPr>
          <p:spPr bwMode="auto">
            <a:xfrm>
              <a:off x="6200775" y="2614613"/>
              <a:ext cx="103188" cy="122238"/>
            </a:xfrm>
            <a:custGeom>
              <a:avLst/>
              <a:gdLst>
                <a:gd name="T0" fmla="*/ 21 w 48"/>
                <a:gd name="T1" fmla="*/ 19 h 56"/>
                <a:gd name="T2" fmla="*/ 23 w 48"/>
                <a:gd name="T3" fmla="*/ 4 h 56"/>
                <a:gd name="T4" fmla="*/ 19 w 48"/>
                <a:gd name="T5" fmla="*/ 21 h 56"/>
                <a:gd name="T6" fmla="*/ 7 w 48"/>
                <a:gd name="T7" fmla="*/ 22 h 56"/>
                <a:gd name="T8" fmla="*/ 25 w 48"/>
                <a:gd name="T9" fmla="*/ 24 h 56"/>
                <a:gd name="T10" fmla="*/ 42 w 48"/>
                <a:gd name="T11" fmla="*/ 23 h 56"/>
                <a:gd name="T12" fmla="*/ 43 w 48"/>
                <a:gd name="T13" fmla="*/ 23 h 56"/>
                <a:gd name="T14" fmla="*/ 25 w 48"/>
                <a:gd name="T15" fmla="*/ 23 h 56"/>
                <a:gd name="T16" fmla="*/ 31 w 48"/>
                <a:gd name="T17" fmla="*/ 17 h 56"/>
                <a:gd name="T18" fmla="*/ 24 w 48"/>
                <a:gd name="T19" fmla="*/ 22 h 56"/>
                <a:gd name="T20" fmla="*/ 24 w 48"/>
                <a:gd name="T21" fmla="*/ 4 h 56"/>
                <a:gd name="T22" fmla="*/ 24 w 48"/>
                <a:gd name="T23" fmla="*/ 4 h 56"/>
                <a:gd name="T24" fmla="*/ 24 w 48"/>
                <a:gd name="T25" fmla="*/ 22 h 56"/>
                <a:gd name="T26" fmla="*/ 17 w 48"/>
                <a:gd name="T27" fmla="*/ 17 h 56"/>
                <a:gd name="T28" fmla="*/ 23 w 48"/>
                <a:gd name="T29" fmla="*/ 23 h 56"/>
                <a:gd name="T30" fmla="*/ 7 w 48"/>
                <a:gd name="T31" fmla="*/ 23 h 56"/>
                <a:gd name="T32" fmla="*/ 5 w 48"/>
                <a:gd name="T33" fmla="*/ 23 h 56"/>
                <a:gd name="T34" fmla="*/ 6 w 48"/>
                <a:gd name="T35" fmla="*/ 23 h 56"/>
                <a:gd name="T36" fmla="*/ 18 w 48"/>
                <a:gd name="T37" fmla="*/ 28 h 56"/>
                <a:gd name="T38" fmla="*/ 19 w 48"/>
                <a:gd name="T39" fmla="*/ 29 h 56"/>
                <a:gd name="T40" fmla="*/ 24 w 48"/>
                <a:gd name="T41" fmla="*/ 49 h 56"/>
                <a:gd name="T42" fmla="*/ 24 w 48"/>
                <a:gd name="T43" fmla="*/ 50 h 56"/>
                <a:gd name="T44" fmla="*/ 24 w 48"/>
                <a:gd name="T45" fmla="*/ 25 h 56"/>
                <a:gd name="T46" fmla="*/ 29 w 48"/>
                <a:gd name="T47" fmla="*/ 29 h 56"/>
                <a:gd name="T48" fmla="*/ 30 w 48"/>
                <a:gd name="T49" fmla="*/ 28 h 56"/>
                <a:gd name="T50" fmla="*/ 44 w 48"/>
                <a:gd name="T51" fmla="*/ 23 h 56"/>
                <a:gd name="T52" fmla="*/ 26 w 48"/>
                <a:gd name="T53" fmla="*/ 24 h 56"/>
                <a:gd name="T54" fmla="*/ 48 w 48"/>
                <a:gd name="T55" fmla="*/ 23 h 56"/>
                <a:gd name="T56" fmla="*/ 43 w 48"/>
                <a:gd name="T57" fmla="*/ 22 h 56"/>
                <a:gd name="T58" fmla="*/ 44 w 48"/>
                <a:gd name="T59" fmla="*/ 23 h 56"/>
                <a:gd name="T60" fmla="*/ 24 w 48"/>
                <a:gd name="T61" fmla="*/ 50 h 56"/>
                <a:gd name="T62" fmla="*/ 23 w 48"/>
                <a:gd name="T63" fmla="*/ 25 h 56"/>
                <a:gd name="T64" fmla="*/ 24 w 48"/>
                <a:gd name="T65" fmla="*/ 56 h 56"/>
                <a:gd name="T66" fmla="*/ 28 w 48"/>
                <a:gd name="T67" fmla="*/ 29 h 56"/>
                <a:gd name="T68" fmla="*/ 25 w 48"/>
                <a:gd name="T69" fmla="*/ 49 h 56"/>
                <a:gd name="T70" fmla="*/ 6 w 48"/>
                <a:gd name="T71" fmla="*/ 24 h 56"/>
                <a:gd name="T72" fmla="*/ 6 w 48"/>
                <a:gd name="T73" fmla="*/ 22 h 56"/>
                <a:gd name="T74" fmla="*/ 0 w 48"/>
                <a:gd name="T75" fmla="*/ 23 h 56"/>
                <a:gd name="T76" fmla="*/ 22 w 48"/>
                <a:gd name="T77" fmla="*/ 24 h 56"/>
                <a:gd name="T78" fmla="*/ 43 w 48"/>
                <a:gd name="T79" fmla="*/ 22 h 56"/>
                <a:gd name="T80" fmla="*/ 26 w 48"/>
                <a:gd name="T81" fmla="*/ 22 h 56"/>
                <a:gd name="T82" fmla="*/ 25 w 48"/>
                <a:gd name="T83" fmla="*/ 4 h 56"/>
                <a:gd name="T84" fmla="*/ 25 w 48"/>
                <a:gd name="T85" fmla="*/ 21 h 56"/>
                <a:gd name="T86" fmla="*/ 24 w 48"/>
                <a:gd name="T87" fmla="*/ 0 h 56"/>
                <a:gd name="T88" fmla="*/ 23 w 48"/>
                <a:gd name="T89" fmla="*/ 4 h 56"/>
                <a:gd name="T90" fmla="*/ 24 w 48"/>
                <a:gd name="T91" fmla="*/ 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8" h="56">
                  <a:moveTo>
                    <a:pt x="23" y="4"/>
                  </a:moveTo>
                  <a:cubicBezTo>
                    <a:pt x="21" y="19"/>
                    <a:pt x="21" y="19"/>
                    <a:pt x="21" y="19"/>
                  </a:cubicBezTo>
                  <a:cubicBezTo>
                    <a:pt x="23" y="21"/>
                    <a:pt x="23" y="21"/>
                    <a:pt x="23" y="21"/>
                  </a:cubicBezTo>
                  <a:lnTo>
                    <a:pt x="23" y="4"/>
                  </a:lnTo>
                  <a:close/>
                  <a:moveTo>
                    <a:pt x="22" y="22"/>
                  </a:moveTo>
                  <a:cubicBezTo>
                    <a:pt x="19" y="21"/>
                    <a:pt x="19" y="21"/>
                    <a:pt x="19" y="21"/>
                  </a:cubicBezTo>
                  <a:cubicBezTo>
                    <a:pt x="7" y="22"/>
                    <a:pt x="7" y="22"/>
                    <a:pt x="7" y="22"/>
                  </a:cubicBezTo>
                  <a:cubicBezTo>
                    <a:pt x="7" y="22"/>
                    <a:pt x="7" y="22"/>
                    <a:pt x="7" y="22"/>
                  </a:cubicBezTo>
                  <a:cubicBezTo>
                    <a:pt x="10" y="22"/>
                    <a:pt x="19" y="22"/>
                    <a:pt x="22" y="22"/>
                  </a:cubicBezTo>
                  <a:moveTo>
                    <a:pt x="25" y="24"/>
                  </a:moveTo>
                  <a:cubicBezTo>
                    <a:pt x="26" y="24"/>
                    <a:pt x="26" y="24"/>
                    <a:pt x="26" y="24"/>
                  </a:cubicBezTo>
                  <a:cubicBezTo>
                    <a:pt x="26" y="24"/>
                    <a:pt x="40" y="23"/>
                    <a:pt x="42" y="23"/>
                  </a:cubicBezTo>
                  <a:cubicBezTo>
                    <a:pt x="43" y="23"/>
                    <a:pt x="43" y="23"/>
                    <a:pt x="43" y="23"/>
                  </a:cubicBezTo>
                  <a:cubicBezTo>
                    <a:pt x="43" y="23"/>
                    <a:pt x="43" y="23"/>
                    <a:pt x="43" y="23"/>
                  </a:cubicBezTo>
                  <a:cubicBezTo>
                    <a:pt x="43" y="23"/>
                    <a:pt x="43" y="23"/>
                    <a:pt x="43" y="23"/>
                  </a:cubicBezTo>
                  <a:cubicBezTo>
                    <a:pt x="25" y="23"/>
                    <a:pt x="25" y="23"/>
                    <a:pt x="25" y="23"/>
                  </a:cubicBezTo>
                  <a:cubicBezTo>
                    <a:pt x="30" y="18"/>
                    <a:pt x="30" y="18"/>
                    <a:pt x="30" y="18"/>
                  </a:cubicBezTo>
                  <a:cubicBezTo>
                    <a:pt x="31" y="17"/>
                    <a:pt x="31" y="17"/>
                    <a:pt x="31" y="17"/>
                  </a:cubicBezTo>
                  <a:cubicBezTo>
                    <a:pt x="29" y="17"/>
                    <a:pt x="29" y="17"/>
                    <a:pt x="29" y="17"/>
                  </a:cubicBezTo>
                  <a:cubicBezTo>
                    <a:pt x="24" y="22"/>
                    <a:pt x="24" y="22"/>
                    <a:pt x="24" y="22"/>
                  </a:cubicBezTo>
                  <a:cubicBezTo>
                    <a:pt x="24" y="22"/>
                    <a:pt x="24" y="22"/>
                    <a:pt x="24" y="22"/>
                  </a:cubicBezTo>
                  <a:cubicBezTo>
                    <a:pt x="24" y="4"/>
                    <a:pt x="24" y="4"/>
                    <a:pt x="24" y="4"/>
                  </a:cubicBezTo>
                  <a:cubicBezTo>
                    <a:pt x="24" y="4"/>
                    <a:pt x="24" y="4"/>
                    <a:pt x="24" y="4"/>
                  </a:cubicBezTo>
                  <a:cubicBezTo>
                    <a:pt x="24" y="4"/>
                    <a:pt x="24" y="4"/>
                    <a:pt x="24" y="4"/>
                  </a:cubicBezTo>
                  <a:cubicBezTo>
                    <a:pt x="24" y="4"/>
                    <a:pt x="24" y="4"/>
                    <a:pt x="24" y="4"/>
                  </a:cubicBezTo>
                  <a:cubicBezTo>
                    <a:pt x="24" y="22"/>
                    <a:pt x="24" y="22"/>
                    <a:pt x="24" y="22"/>
                  </a:cubicBezTo>
                  <a:cubicBezTo>
                    <a:pt x="19" y="18"/>
                    <a:pt x="19" y="18"/>
                    <a:pt x="19" y="18"/>
                  </a:cubicBezTo>
                  <a:cubicBezTo>
                    <a:pt x="17" y="17"/>
                    <a:pt x="17" y="17"/>
                    <a:pt x="17" y="17"/>
                  </a:cubicBezTo>
                  <a:cubicBezTo>
                    <a:pt x="18" y="18"/>
                    <a:pt x="18" y="18"/>
                    <a:pt x="18" y="18"/>
                  </a:cubicBezTo>
                  <a:cubicBezTo>
                    <a:pt x="23" y="23"/>
                    <a:pt x="23" y="23"/>
                    <a:pt x="23" y="23"/>
                  </a:cubicBezTo>
                  <a:cubicBezTo>
                    <a:pt x="22" y="23"/>
                    <a:pt x="22" y="23"/>
                    <a:pt x="22" y="23"/>
                  </a:cubicBezTo>
                  <a:cubicBezTo>
                    <a:pt x="22" y="23"/>
                    <a:pt x="10" y="23"/>
                    <a:pt x="7" y="23"/>
                  </a:cubicBezTo>
                  <a:cubicBezTo>
                    <a:pt x="6" y="23"/>
                    <a:pt x="6" y="23"/>
                    <a:pt x="6" y="23"/>
                  </a:cubicBezTo>
                  <a:cubicBezTo>
                    <a:pt x="5" y="23"/>
                    <a:pt x="5" y="23"/>
                    <a:pt x="5" y="23"/>
                  </a:cubicBezTo>
                  <a:cubicBezTo>
                    <a:pt x="6" y="23"/>
                    <a:pt x="6" y="23"/>
                    <a:pt x="6" y="23"/>
                  </a:cubicBezTo>
                  <a:cubicBezTo>
                    <a:pt x="6" y="23"/>
                    <a:pt x="6" y="23"/>
                    <a:pt x="6" y="23"/>
                  </a:cubicBezTo>
                  <a:cubicBezTo>
                    <a:pt x="23" y="23"/>
                    <a:pt x="23" y="23"/>
                    <a:pt x="23" y="23"/>
                  </a:cubicBezTo>
                  <a:cubicBezTo>
                    <a:pt x="18" y="28"/>
                    <a:pt x="18" y="28"/>
                    <a:pt x="18" y="28"/>
                  </a:cubicBezTo>
                  <a:cubicBezTo>
                    <a:pt x="17" y="30"/>
                    <a:pt x="17" y="30"/>
                    <a:pt x="17" y="30"/>
                  </a:cubicBezTo>
                  <a:cubicBezTo>
                    <a:pt x="19" y="29"/>
                    <a:pt x="19" y="29"/>
                    <a:pt x="19" y="29"/>
                  </a:cubicBezTo>
                  <a:cubicBezTo>
                    <a:pt x="24" y="24"/>
                    <a:pt x="24" y="24"/>
                    <a:pt x="24" y="24"/>
                  </a:cubicBezTo>
                  <a:cubicBezTo>
                    <a:pt x="24" y="49"/>
                    <a:pt x="24" y="49"/>
                    <a:pt x="24" y="49"/>
                  </a:cubicBezTo>
                  <a:cubicBezTo>
                    <a:pt x="24" y="50"/>
                    <a:pt x="24" y="50"/>
                    <a:pt x="24" y="50"/>
                  </a:cubicBezTo>
                  <a:cubicBezTo>
                    <a:pt x="24" y="50"/>
                    <a:pt x="24" y="50"/>
                    <a:pt x="24" y="50"/>
                  </a:cubicBezTo>
                  <a:cubicBezTo>
                    <a:pt x="24" y="49"/>
                    <a:pt x="24" y="49"/>
                    <a:pt x="24" y="49"/>
                  </a:cubicBezTo>
                  <a:cubicBezTo>
                    <a:pt x="24" y="25"/>
                    <a:pt x="24" y="25"/>
                    <a:pt x="24" y="25"/>
                  </a:cubicBezTo>
                  <a:cubicBezTo>
                    <a:pt x="24" y="24"/>
                    <a:pt x="24" y="24"/>
                    <a:pt x="24" y="24"/>
                  </a:cubicBezTo>
                  <a:cubicBezTo>
                    <a:pt x="29" y="29"/>
                    <a:pt x="29" y="29"/>
                    <a:pt x="29" y="29"/>
                  </a:cubicBezTo>
                  <a:cubicBezTo>
                    <a:pt x="30" y="30"/>
                    <a:pt x="30" y="30"/>
                    <a:pt x="30" y="30"/>
                  </a:cubicBezTo>
                  <a:cubicBezTo>
                    <a:pt x="30" y="28"/>
                    <a:pt x="30" y="28"/>
                    <a:pt x="30" y="28"/>
                  </a:cubicBezTo>
                  <a:lnTo>
                    <a:pt x="25" y="24"/>
                  </a:lnTo>
                  <a:close/>
                  <a:moveTo>
                    <a:pt x="44" y="23"/>
                  </a:moveTo>
                  <a:cubicBezTo>
                    <a:pt x="42" y="24"/>
                    <a:pt x="42" y="24"/>
                    <a:pt x="42" y="24"/>
                  </a:cubicBezTo>
                  <a:cubicBezTo>
                    <a:pt x="41" y="24"/>
                    <a:pt x="29" y="24"/>
                    <a:pt x="26" y="24"/>
                  </a:cubicBezTo>
                  <a:cubicBezTo>
                    <a:pt x="28" y="26"/>
                    <a:pt x="28" y="26"/>
                    <a:pt x="28" y="26"/>
                  </a:cubicBezTo>
                  <a:cubicBezTo>
                    <a:pt x="48" y="23"/>
                    <a:pt x="48" y="23"/>
                    <a:pt x="48" y="23"/>
                  </a:cubicBezTo>
                  <a:cubicBezTo>
                    <a:pt x="48" y="23"/>
                    <a:pt x="48" y="23"/>
                    <a:pt x="48" y="23"/>
                  </a:cubicBezTo>
                  <a:cubicBezTo>
                    <a:pt x="43" y="22"/>
                    <a:pt x="43" y="22"/>
                    <a:pt x="43" y="22"/>
                  </a:cubicBezTo>
                  <a:cubicBezTo>
                    <a:pt x="43" y="22"/>
                    <a:pt x="43" y="22"/>
                    <a:pt x="43" y="22"/>
                  </a:cubicBezTo>
                  <a:lnTo>
                    <a:pt x="44" y="23"/>
                  </a:lnTo>
                  <a:close/>
                  <a:moveTo>
                    <a:pt x="25" y="49"/>
                  </a:moveTo>
                  <a:cubicBezTo>
                    <a:pt x="25" y="50"/>
                    <a:pt x="25" y="50"/>
                    <a:pt x="24" y="50"/>
                  </a:cubicBezTo>
                  <a:cubicBezTo>
                    <a:pt x="23" y="49"/>
                    <a:pt x="23" y="49"/>
                    <a:pt x="23" y="49"/>
                  </a:cubicBezTo>
                  <a:cubicBezTo>
                    <a:pt x="23" y="25"/>
                    <a:pt x="23" y="25"/>
                    <a:pt x="23" y="25"/>
                  </a:cubicBezTo>
                  <a:cubicBezTo>
                    <a:pt x="20" y="28"/>
                    <a:pt x="20" y="28"/>
                    <a:pt x="20" y="28"/>
                  </a:cubicBezTo>
                  <a:cubicBezTo>
                    <a:pt x="24" y="56"/>
                    <a:pt x="24" y="56"/>
                    <a:pt x="24" y="56"/>
                  </a:cubicBezTo>
                  <a:cubicBezTo>
                    <a:pt x="24" y="56"/>
                    <a:pt x="24" y="56"/>
                    <a:pt x="24" y="56"/>
                  </a:cubicBezTo>
                  <a:cubicBezTo>
                    <a:pt x="28" y="29"/>
                    <a:pt x="28" y="29"/>
                    <a:pt x="28" y="29"/>
                  </a:cubicBezTo>
                  <a:cubicBezTo>
                    <a:pt x="25" y="25"/>
                    <a:pt x="25" y="25"/>
                    <a:pt x="25" y="25"/>
                  </a:cubicBezTo>
                  <a:lnTo>
                    <a:pt x="25" y="49"/>
                  </a:lnTo>
                  <a:close/>
                  <a:moveTo>
                    <a:pt x="22" y="24"/>
                  </a:moveTo>
                  <a:cubicBezTo>
                    <a:pt x="6" y="24"/>
                    <a:pt x="6" y="24"/>
                    <a:pt x="6" y="24"/>
                  </a:cubicBezTo>
                  <a:cubicBezTo>
                    <a:pt x="6" y="24"/>
                    <a:pt x="5" y="24"/>
                    <a:pt x="5" y="23"/>
                  </a:cubicBezTo>
                  <a:cubicBezTo>
                    <a:pt x="6" y="22"/>
                    <a:pt x="6" y="22"/>
                    <a:pt x="6" y="22"/>
                  </a:cubicBezTo>
                  <a:cubicBezTo>
                    <a:pt x="0" y="23"/>
                    <a:pt x="0" y="23"/>
                    <a:pt x="0" y="23"/>
                  </a:cubicBezTo>
                  <a:cubicBezTo>
                    <a:pt x="0" y="23"/>
                    <a:pt x="0" y="23"/>
                    <a:pt x="0" y="23"/>
                  </a:cubicBezTo>
                  <a:cubicBezTo>
                    <a:pt x="19" y="26"/>
                    <a:pt x="19" y="26"/>
                    <a:pt x="19" y="26"/>
                  </a:cubicBezTo>
                  <a:lnTo>
                    <a:pt x="22" y="24"/>
                  </a:lnTo>
                  <a:close/>
                  <a:moveTo>
                    <a:pt x="26" y="22"/>
                  </a:moveTo>
                  <a:cubicBezTo>
                    <a:pt x="43" y="22"/>
                    <a:pt x="43" y="22"/>
                    <a:pt x="43" y="22"/>
                  </a:cubicBezTo>
                  <a:cubicBezTo>
                    <a:pt x="28" y="20"/>
                    <a:pt x="28" y="20"/>
                    <a:pt x="28" y="20"/>
                  </a:cubicBezTo>
                  <a:lnTo>
                    <a:pt x="26" y="22"/>
                  </a:lnTo>
                  <a:close/>
                  <a:moveTo>
                    <a:pt x="24" y="4"/>
                  </a:moveTo>
                  <a:cubicBezTo>
                    <a:pt x="25" y="4"/>
                    <a:pt x="25" y="4"/>
                    <a:pt x="25" y="4"/>
                  </a:cubicBezTo>
                  <a:cubicBezTo>
                    <a:pt x="25" y="4"/>
                    <a:pt x="25" y="4"/>
                    <a:pt x="25" y="4"/>
                  </a:cubicBezTo>
                  <a:cubicBezTo>
                    <a:pt x="25" y="21"/>
                    <a:pt x="25" y="21"/>
                    <a:pt x="25" y="21"/>
                  </a:cubicBezTo>
                  <a:cubicBezTo>
                    <a:pt x="28" y="18"/>
                    <a:pt x="28" y="18"/>
                    <a:pt x="28" y="18"/>
                  </a:cubicBezTo>
                  <a:cubicBezTo>
                    <a:pt x="24" y="0"/>
                    <a:pt x="24" y="0"/>
                    <a:pt x="24" y="0"/>
                  </a:cubicBezTo>
                  <a:cubicBezTo>
                    <a:pt x="24" y="0"/>
                    <a:pt x="24" y="0"/>
                    <a:pt x="24" y="0"/>
                  </a:cubicBezTo>
                  <a:cubicBezTo>
                    <a:pt x="23" y="4"/>
                    <a:pt x="23" y="4"/>
                    <a:pt x="23" y="4"/>
                  </a:cubicBezTo>
                  <a:cubicBezTo>
                    <a:pt x="23" y="4"/>
                    <a:pt x="23" y="4"/>
                    <a:pt x="23" y="4"/>
                  </a:cubicBezTo>
                  <a:lnTo>
                    <a:pt x="2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5" name="Freeform 36">
              <a:extLst>
                <a:ext uri="{FF2B5EF4-FFF2-40B4-BE49-F238E27FC236}">
                  <a16:creationId xmlns:a16="http://schemas.microsoft.com/office/drawing/2014/main" id="{126859A5-ECD7-4CFC-96D9-47C9C9F393A1}"/>
                </a:ext>
              </a:extLst>
            </p:cNvPr>
            <p:cNvSpPr>
              <a:spLocks noEditPoints="1"/>
            </p:cNvSpPr>
            <p:nvPr/>
          </p:nvSpPr>
          <p:spPr bwMode="auto">
            <a:xfrm>
              <a:off x="6197600" y="2746375"/>
              <a:ext cx="107950" cy="98425"/>
            </a:xfrm>
            <a:custGeom>
              <a:avLst/>
              <a:gdLst>
                <a:gd name="T0" fmla="*/ 14 w 50"/>
                <a:gd name="T1" fmla="*/ 20 h 45"/>
                <a:gd name="T2" fmla="*/ 15 w 50"/>
                <a:gd name="T3" fmla="*/ 11 h 45"/>
                <a:gd name="T4" fmla="*/ 13 w 50"/>
                <a:gd name="T5" fmla="*/ 27 h 45"/>
                <a:gd name="T6" fmla="*/ 22 w 50"/>
                <a:gd name="T7" fmla="*/ 14 h 45"/>
                <a:gd name="T8" fmla="*/ 37 w 50"/>
                <a:gd name="T9" fmla="*/ 24 h 45"/>
                <a:gd name="T10" fmla="*/ 25 w 50"/>
                <a:gd name="T11" fmla="*/ 24 h 45"/>
                <a:gd name="T12" fmla="*/ 43 w 50"/>
                <a:gd name="T13" fmla="*/ 31 h 45"/>
                <a:gd name="T14" fmla="*/ 25 w 50"/>
                <a:gd name="T15" fmla="*/ 22 h 45"/>
                <a:gd name="T16" fmla="*/ 38 w 50"/>
                <a:gd name="T17" fmla="*/ 3 h 45"/>
                <a:gd name="T18" fmla="*/ 19 w 50"/>
                <a:gd name="T19" fmla="*/ 3 h 45"/>
                <a:gd name="T20" fmla="*/ 40 w 50"/>
                <a:gd name="T21" fmla="*/ 0 h 45"/>
                <a:gd name="T22" fmla="*/ 43 w 50"/>
                <a:gd name="T23" fmla="*/ 39 h 45"/>
                <a:gd name="T24" fmla="*/ 46 w 50"/>
                <a:gd name="T25" fmla="*/ 41 h 45"/>
                <a:gd name="T26" fmla="*/ 47 w 50"/>
                <a:gd name="T27" fmla="*/ 44 h 45"/>
                <a:gd name="T28" fmla="*/ 7 w 50"/>
                <a:gd name="T29" fmla="*/ 39 h 45"/>
                <a:gd name="T30" fmla="*/ 10 w 50"/>
                <a:gd name="T31" fmla="*/ 41 h 45"/>
                <a:gd name="T32" fmla="*/ 14 w 50"/>
                <a:gd name="T33" fmla="*/ 41 h 45"/>
                <a:gd name="T34" fmla="*/ 17 w 50"/>
                <a:gd name="T35" fmla="*/ 43 h 45"/>
                <a:gd name="T36" fmla="*/ 20 w 50"/>
                <a:gd name="T37" fmla="*/ 42 h 45"/>
                <a:gd name="T38" fmla="*/ 18 w 50"/>
                <a:gd name="T39" fmla="*/ 38 h 45"/>
                <a:gd name="T40" fmla="*/ 10 w 50"/>
                <a:gd name="T41" fmla="*/ 38 h 45"/>
                <a:gd name="T42" fmla="*/ 5 w 50"/>
                <a:gd name="T43" fmla="*/ 37 h 45"/>
                <a:gd name="T44" fmla="*/ 32 w 50"/>
                <a:gd name="T45" fmla="*/ 10 h 45"/>
                <a:gd name="T46" fmla="*/ 26 w 50"/>
                <a:gd name="T47" fmla="*/ 17 h 45"/>
                <a:gd name="T48" fmla="*/ 37 w 50"/>
                <a:gd name="T49" fmla="*/ 17 h 45"/>
                <a:gd name="T50" fmla="*/ 33 w 50"/>
                <a:gd name="T51" fmla="*/ 21 h 45"/>
                <a:gd name="T52" fmla="*/ 42 w 50"/>
                <a:gd name="T53" fmla="*/ 43 h 45"/>
                <a:gd name="T54" fmla="*/ 42 w 50"/>
                <a:gd name="T55" fmla="*/ 42 h 45"/>
                <a:gd name="T56" fmla="*/ 38 w 50"/>
                <a:gd name="T57" fmla="*/ 27 h 45"/>
                <a:gd name="T58" fmla="*/ 12 w 50"/>
                <a:gd name="T59" fmla="*/ 24 h 45"/>
                <a:gd name="T60" fmla="*/ 10 w 50"/>
                <a:gd name="T61" fmla="*/ 37 h 45"/>
                <a:gd name="T62" fmla="*/ 18 w 50"/>
                <a:gd name="T63" fmla="*/ 38 h 45"/>
                <a:gd name="T64" fmla="*/ 32 w 50"/>
                <a:gd name="T65" fmla="*/ 38 h 45"/>
                <a:gd name="T66" fmla="*/ 45 w 50"/>
                <a:gd name="T67" fmla="*/ 38 h 45"/>
                <a:gd name="T68" fmla="*/ 43 w 50"/>
                <a:gd name="T69" fmla="*/ 40 h 45"/>
                <a:gd name="T70" fmla="*/ 38 w 50"/>
                <a:gd name="T71" fmla="*/ 39 h 45"/>
                <a:gd name="T72" fmla="*/ 40 w 50"/>
                <a:gd name="T73" fmla="*/ 42 h 45"/>
                <a:gd name="T74" fmla="*/ 42 w 50"/>
                <a:gd name="T75" fmla="*/ 41 h 45"/>
                <a:gd name="T76" fmla="*/ 31 w 50"/>
                <a:gd name="T77" fmla="*/ 40 h 45"/>
                <a:gd name="T78" fmla="*/ 28 w 50"/>
                <a:gd name="T79" fmla="*/ 39 h 45"/>
                <a:gd name="T80" fmla="*/ 23 w 50"/>
                <a:gd name="T81" fmla="*/ 40 h 45"/>
                <a:gd name="T82" fmla="*/ 20 w 50"/>
                <a:gd name="T83" fmla="*/ 41 h 45"/>
                <a:gd name="T84" fmla="*/ 44 w 50"/>
                <a:gd name="T85" fmla="*/ 42 h 45"/>
                <a:gd name="T86" fmla="*/ 41 w 50"/>
                <a:gd name="T87" fmla="*/ 43 h 45"/>
                <a:gd name="T88" fmla="*/ 34 w 50"/>
                <a:gd name="T89" fmla="*/ 43 h 45"/>
                <a:gd name="T90" fmla="*/ 27 w 50"/>
                <a:gd name="T91" fmla="*/ 43 h 45"/>
                <a:gd name="T92" fmla="*/ 46 w 50"/>
                <a:gd name="T93" fmla="*/ 44 h 45"/>
                <a:gd name="T94" fmla="*/ 18 w 50"/>
                <a:gd name="T95" fmla="*/ 44 h 45"/>
                <a:gd name="T96" fmla="*/ 14 w 50"/>
                <a:gd name="T97" fmla="*/ 42 h 45"/>
                <a:gd name="T98" fmla="*/ 11 w 50"/>
                <a:gd name="T99" fmla="*/ 42 h 45"/>
                <a:gd name="T100" fmla="*/ 1 w 50"/>
                <a:gd name="T101" fmla="*/ 44 h 45"/>
                <a:gd name="T102" fmla="*/ 19 w 50"/>
                <a:gd name="T103" fmla="*/ 45 h 45"/>
                <a:gd name="T104" fmla="*/ 38 w 50"/>
                <a:gd name="T105" fmla="*/ 40 h 45"/>
                <a:gd name="T106" fmla="*/ 35 w 50"/>
                <a:gd name="T107" fmla="*/ 40 h 45"/>
                <a:gd name="T108" fmla="*/ 17 w 50"/>
                <a:gd name="T109" fmla="*/ 24 h 45"/>
                <a:gd name="T110" fmla="*/ 36 w 50"/>
                <a:gd name="T111" fmla="*/ 11 h 45"/>
                <a:gd name="T112" fmla="*/ 41 w 50"/>
                <a:gd name="T113" fmla="*/ 24 h 45"/>
                <a:gd name="T114" fmla="*/ 13 w 50"/>
                <a:gd name="T115" fmla="*/ 17 h 45"/>
                <a:gd name="T116" fmla="*/ 11 w 50"/>
                <a:gd name="T117" fmla="*/ 14 h 45"/>
                <a:gd name="T118" fmla="*/ 38 w 50"/>
                <a:gd name="T119" fmla="*/ 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45">
                  <a:moveTo>
                    <a:pt x="20" y="24"/>
                  </a:moveTo>
                  <a:cubicBezTo>
                    <a:pt x="21" y="23"/>
                    <a:pt x="22" y="22"/>
                    <a:pt x="25" y="22"/>
                  </a:cubicBezTo>
                  <a:cubicBezTo>
                    <a:pt x="25" y="21"/>
                    <a:pt x="25" y="21"/>
                    <a:pt x="25" y="21"/>
                  </a:cubicBezTo>
                  <a:cubicBezTo>
                    <a:pt x="17" y="21"/>
                    <a:pt x="17" y="21"/>
                    <a:pt x="17" y="21"/>
                  </a:cubicBezTo>
                  <a:cubicBezTo>
                    <a:pt x="17" y="24"/>
                    <a:pt x="17" y="24"/>
                    <a:pt x="17" y="24"/>
                  </a:cubicBezTo>
                  <a:cubicBezTo>
                    <a:pt x="20" y="24"/>
                    <a:pt x="20" y="24"/>
                    <a:pt x="20" y="24"/>
                  </a:cubicBezTo>
                  <a:close/>
                  <a:moveTo>
                    <a:pt x="21" y="17"/>
                  </a:moveTo>
                  <a:cubicBezTo>
                    <a:pt x="14" y="17"/>
                    <a:pt x="14" y="17"/>
                    <a:pt x="14" y="17"/>
                  </a:cubicBezTo>
                  <a:cubicBezTo>
                    <a:pt x="14" y="20"/>
                    <a:pt x="14" y="20"/>
                    <a:pt x="14" y="20"/>
                  </a:cubicBezTo>
                  <a:cubicBezTo>
                    <a:pt x="21" y="20"/>
                    <a:pt x="21" y="20"/>
                    <a:pt x="21" y="20"/>
                  </a:cubicBezTo>
                  <a:lnTo>
                    <a:pt x="21" y="17"/>
                  </a:lnTo>
                  <a:close/>
                  <a:moveTo>
                    <a:pt x="25" y="15"/>
                  </a:moveTo>
                  <a:cubicBezTo>
                    <a:pt x="18" y="15"/>
                    <a:pt x="18" y="15"/>
                    <a:pt x="18" y="15"/>
                  </a:cubicBezTo>
                  <a:cubicBezTo>
                    <a:pt x="18" y="17"/>
                    <a:pt x="18" y="17"/>
                    <a:pt x="18" y="17"/>
                  </a:cubicBezTo>
                  <a:cubicBezTo>
                    <a:pt x="25" y="17"/>
                    <a:pt x="25" y="17"/>
                    <a:pt x="25" y="17"/>
                  </a:cubicBezTo>
                  <a:lnTo>
                    <a:pt x="25" y="15"/>
                  </a:lnTo>
                  <a:close/>
                  <a:moveTo>
                    <a:pt x="21" y="11"/>
                  </a:moveTo>
                  <a:cubicBezTo>
                    <a:pt x="15" y="11"/>
                    <a:pt x="15" y="11"/>
                    <a:pt x="15" y="11"/>
                  </a:cubicBezTo>
                  <a:cubicBezTo>
                    <a:pt x="15" y="14"/>
                    <a:pt x="15" y="14"/>
                    <a:pt x="15" y="14"/>
                  </a:cubicBezTo>
                  <a:cubicBezTo>
                    <a:pt x="21" y="14"/>
                    <a:pt x="21" y="14"/>
                    <a:pt x="21" y="14"/>
                  </a:cubicBezTo>
                  <a:lnTo>
                    <a:pt x="21" y="11"/>
                  </a:lnTo>
                  <a:close/>
                  <a:moveTo>
                    <a:pt x="13" y="27"/>
                  </a:moveTo>
                  <a:cubicBezTo>
                    <a:pt x="19" y="27"/>
                    <a:pt x="19" y="27"/>
                    <a:pt x="19" y="27"/>
                  </a:cubicBezTo>
                  <a:cubicBezTo>
                    <a:pt x="20" y="24"/>
                    <a:pt x="20" y="24"/>
                    <a:pt x="20" y="24"/>
                  </a:cubicBezTo>
                  <a:cubicBezTo>
                    <a:pt x="20" y="24"/>
                    <a:pt x="20" y="24"/>
                    <a:pt x="20" y="24"/>
                  </a:cubicBezTo>
                  <a:cubicBezTo>
                    <a:pt x="13" y="24"/>
                    <a:pt x="13" y="24"/>
                    <a:pt x="13" y="24"/>
                  </a:cubicBezTo>
                  <a:lnTo>
                    <a:pt x="13" y="27"/>
                  </a:lnTo>
                  <a:close/>
                  <a:moveTo>
                    <a:pt x="30" y="30"/>
                  </a:moveTo>
                  <a:cubicBezTo>
                    <a:pt x="34" y="30"/>
                    <a:pt x="34" y="30"/>
                    <a:pt x="34" y="30"/>
                  </a:cubicBezTo>
                  <a:cubicBezTo>
                    <a:pt x="34" y="27"/>
                    <a:pt x="34" y="27"/>
                    <a:pt x="34" y="27"/>
                  </a:cubicBezTo>
                  <a:cubicBezTo>
                    <a:pt x="32" y="27"/>
                    <a:pt x="32" y="27"/>
                    <a:pt x="32" y="27"/>
                  </a:cubicBezTo>
                  <a:cubicBezTo>
                    <a:pt x="32" y="29"/>
                    <a:pt x="32" y="29"/>
                    <a:pt x="32" y="29"/>
                  </a:cubicBezTo>
                  <a:cubicBezTo>
                    <a:pt x="32" y="29"/>
                    <a:pt x="32" y="29"/>
                    <a:pt x="32" y="29"/>
                  </a:cubicBezTo>
                  <a:cubicBezTo>
                    <a:pt x="30" y="29"/>
                    <a:pt x="30" y="29"/>
                    <a:pt x="30" y="29"/>
                  </a:cubicBezTo>
                  <a:lnTo>
                    <a:pt x="30" y="30"/>
                  </a:lnTo>
                  <a:close/>
                  <a:moveTo>
                    <a:pt x="22" y="14"/>
                  </a:moveTo>
                  <a:cubicBezTo>
                    <a:pt x="28" y="14"/>
                    <a:pt x="28" y="14"/>
                    <a:pt x="28" y="14"/>
                  </a:cubicBezTo>
                  <a:cubicBezTo>
                    <a:pt x="28" y="11"/>
                    <a:pt x="28" y="11"/>
                    <a:pt x="28" y="11"/>
                  </a:cubicBezTo>
                  <a:cubicBezTo>
                    <a:pt x="22" y="11"/>
                    <a:pt x="22" y="11"/>
                    <a:pt x="22" y="11"/>
                  </a:cubicBezTo>
                  <a:lnTo>
                    <a:pt x="22" y="14"/>
                  </a:lnTo>
                  <a:close/>
                  <a:moveTo>
                    <a:pt x="37" y="24"/>
                  </a:moveTo>
                  <a:cubicBezTo>
                    <a:pt x="31" y="24"/>
                    <a:pt x="31" y="24"/>
                    <a:pt x="31" y="24"/>
                  </a:cubicBezTo>
                  <a:cubicBezTo>
                    <a:pt x="32" y="27"/>
                    <a:pt x="32" y="27"/>
                    <a:pt x="32" y="27"/>
                  </a:cubicBezTo>
                  <a:cubicBezTo>
                    <a:pt x="37" y="27"/>
                    <a:pt x="37" y="27"/>
                    <a:pt x="37" y="27"/>
                  </a:cubicBezTo>
                  <a:lnTo>
                    <a:pt x="37" y="24"/>
                  </a:lnTo>
                  <a:close/>
                  <a:moveTo>
                    <a:pt x="20" y="29"/>
                  </a:moveTo>
                  <a:cubicBezTo>
                    <a:pt x="18" y="29"/>
                    <a:pt x="18" y="29"/>
                    <a:pt x="18" y="29"/>
                  </a:cubicBezTo>
                  <a:cubicBezTo>
                    <a:pt x="18" y="29"/>
                    <a:pt x="18" y="29"/>
                    <a:pt x="18" y="29"/>
                  </a:cubicBezTo>
                  <a:cubicBezTo>
                    <a:pt x="18" y="27"/>
                    <a:pt x="18" y="27"/>
                    <a:pt x="18" y="27"/>
                  </a:cubicBezTo>
                  <a:cubicBezTo>
                    <a:pt x="17" y="27"/>
                    <a:pt x="17" y="27"/>
                    <a:pt x="17" y="27"/>
                  </a:cubicBezTo>
                  <a:cubicBezTo>
                    <a:pt x="17" y="30"/>
                    <a:pt x="17" y="30"/>
                    <a:pt x="17" y="30"/>
                  </a:cubicBezTo>
                  <a:cubicBezTo>
                    <a:pt x="20" y="30"/>
                    <a:pt x="20" y="30"/>
                    <a:pt x="20" y="30"/>
                  </a:cubicBezTo>
                  <a:lnTo>
                    <a:pt x="20" y="29"/>
                  </a:lnTo>
                  <a:close/>
                  <a:moveTo>
                    <a:pt x="25" y="24"/>
                  </a:moveTo>
                  <a:cubicBezTo>
                    <a:pt x="21" y="24"/>
                    <a:pt x="21" y="27"/>
                    <a:pt x="21" y="29"/>
                  </a:cubicBezTo>
                  <a:cubicBezTo>
                    <a:pt x="21" y="35"/>
                    <a:pt x="21" y="35"/>
                    <a:pt x="21" y="35"/>
                  </a:cubicBezTo>
                  <a:cubicBezTo>
                    <a:pt x="30" y="35"/>
                    <a:pt x="30" y="35"/>
                    <a:pt x="30" y="35"/>
                  </a:cubicBezTo>
                  <a:cubicBezTo>
                    <a:pt x="30" y="29"/>
                    <a:pt x="30" y="29"/>
                    <a:pt x="30" y="29"/>
                  </a:cubicBezTo>
                  <a:cubicBezTo>
                    <a:pt x="30" y="28"/>
                    <a:pt x="29" y="24"/>
                    <a:pt x="25" y="24"/>
                  </a:cubicBezTo>
                  <a:moveTo>
                    <a:pt x="30" y="35"/>
                  </a:moveTo>
                  <a:cubicBezTo>
                    <a:pt x="32" y="35"/>
                    <a:pt x="32" y="35"/>
                    <a:pt x="32" y="35"/>
                  </a:cubicBezTo>
                  <a:cubicBezTo>
                    <a:pt x="43" y="35"/>
                    <a:pt x="43" y="35"/>
                    <a:pt x="43" y="35"/>
                  </a:cubicBezTo>
                  <a:cubicBezTo>
                    <a:pt x="43" y="31"/>
                    <a:pt x="43" y="31"/>
                    <a:pt x="43" y="31"/>
                  </a:cubicBezTo>
                  <a:cubicBezTo>
                    <a:pt x="30" y="31"/>
                    <a:pt x="30" y="31"/>
                    <a:pt x="30" y="31"/>
                  </a:cubicBezTo>
                  <a:lnTo>
                    <a:pt x="30" y="35"/>
                  </a:lnTo>
                  <a:close/>
                  <a:moveTo>
                    <a:pt x="34" y="30"/>
                  </a:moveTo>
                  <a:cubicBezTo>
                    <a:pt x="43" y="30"/>
                    <a:pt x="43" y="30"/>
                    <a:pt x="43" y="30"/>
                  </a:cubicBezTo>
                  <a:cubicBezTo>
                    <a:pt x="42" y="27"/>
                    <a:pt x="42" y="27"/>
                    <a:pt x="42" y="27"/>
                  </a:cubicBezTo>
                  <a:cubicBezTo>
                    <a:pt x="34" y="27"/>
                    <a:pt x="34" y="27"/>
                    <a:pt x="34" y="27"/>
                  </a:cubicBezTo>
                  <a:lnTo>
                    <a:pt x="34" y="30"/>
                  </a:lnTo>
                  <a:close/>
                  <a:moveTo>
                    <a:pt x="32" y="28"/>
                  </a:moveTo>
                  <a:cubicBezTo>
                    <a:pt x="32" y="27"/>
                    <a:pt x="31" y="22"/>
                    <a:pt x="25" y="22"/>
                  </a:cubicBezTo>
                  <a:cubicBezTo>
                    <a:pt x="20" y="22"/>
                    <a:pt x="19" y="27"/>
                    <a:pt x="19" y="28"/>
                  </a:cubicBezTo>
                  <a:cubicBezTo>
                    <a:pt x="20" y="28"/>
                    <a:pt x="20" y="28"/>
                    <a:pt x="20" y="28"/>
                  </a:cubicBezTo>
                  <a:cubicBezTo>
                    <a:pt x="20" y="27"/>
                    <a:pt x="21" y="26"/>
                    <a:pt x="21" y="25"/>
                  </a:cubicBezTo>
                  <a:cubicBezTo>
                    <a:pt x="22" y="24"/>
                    <a:pt x="23" y="23"/>
                    <a:pt x="25" y="23"/>
                  </a:cubicBezTo>
                  <a:cubicBezTo>
                    <a:pt x="30" y="23"/>
                    <a:pt x="30" y="27"/>
                    <a:pt x="30" y="29"/>
                  </a:cubicBezTo>
                  <a:lnTo>
                    <a:pt x="32" y="28"/>
                  </a:lnTo>
                  <a:close/>
                  <a:moveTo>
                    <a:pt x="40" y="0"/>
                  </a:moveTo>
                  <a:cubicBezTo>
                    <a:pt x="38" y="0"/>
                    <a:pt x="38" y="0"/>
                    <a:pt x="38" y="0"/>
                  </a:cubicBezTo>
                  <a:cubicBezTo>
                    <a:pt x="38" y="3"/>
                    <a:pt x="38" y="3"/>
                    <a:pt x="38" y="3"/>
                  </a:cubicBezTo>
                  <a:cubicBezTo>
                    <a:pt x="35" y="3"/>
                    <a:pt x="35" y="3"/>
                    <a:pt x="35" y="3"/>
                  </a:cubicBezTo>
                  <a:cubicBezTo>
                    <a:pt x="35" y="0"/>
                    <a:pt x="35" y="0"/>
                    <a:pt x="35" y="0"/>
                  </a:cubicBezTo>
                  <a:cubicBezTo>
                    <a:pt x="31" y="0"/>
                    <a:pt x="31" y="0"/>
                    <a:pt x="31" y="0"/>
                  </a:cubicBezTo>
                  <a:cubicBezTo>
                    <a:pt x="31" y="3"/>
                    <a:pt x="31" y="3"/>
                    <a:pt x="31" y="3"/>
                  </a:cubicBezTo>
                  <a:cubicBezTo>
                    <a:pt x="28" y="3"/>
                    <a:pt x="28" y="3"/>
                    <a:pt x="28" y="3"/>
                  </a:cubicBezTo>
                  <a:cubicBezTo>
                    <a:pt x="28" y="0"/>
                    <a:pt x="28" y="0"/>
                    <a:pt x="28" y="0"/>
                  </a:cubicBezTo>
                  <a:cubicBezTo>
                    <a:pt x="22" y="0"/>
                    <a:pt x="22" y="0"/>
                    <a:pt x="22" y="0"/>
                  </a:cubicBezTo>
                  <a:cubicBezTo>
                    <a:pt x="22" y="3"/>
                    <a:pt x="22" y="3"/>
                    <a:pt x="22" y="3"/>
                  </a:cubicBezTo>
                  <a:cubicBezTo>
                    <a:pt x="19" y="3"/>
                    <a:pt x="19" y="3"/>
                    <a:pt x="19" y="3"/>
                  </a:cubicBezTo>
                  <a:cubicBezTo>
                    <a:pt x="19" y="0"/>
                    <a:pt x="19" y="0"/>
                    <a:pt x="19" y="0"/>
                  </a:cubicBezTo>
                  <a:cubicBezTo>
                    <a:pt x="15" y="0"/>
                    <a:pt x="15" y="0"/>
                    <a:pt x="15" y="0"/>
                  </a:cubicBezTo>
                  <a:cubicBezTo>
                    <a:pt x="15" y="3"/>
                    <a:pt x="15" y="3"/>
                    <a:pt x="15" y="3"/>
                  </a:cubicBezTo>
                  <a:cubicBezTo>
                    <a:pt x="12" y="3"/>
                    <a:pt x="12" y="3"/>
                    <a:pt x="12" y="3"/>
                  </a:cubicBezTo>
                  <a:cubicBezTo>
                    <a:pt x="12" y="0"/>
                    <a:pt x="12" y="0"/>
                    <a:pt x="12" y="0"/>
                  </a:cubicBezTo>
                  <a:cubicBezTo>
                    <a:pt x="10" y="0"/>
                    <a:pt x="10" y="0"/>
                    <a:pt x="10" y="0"/>
                  </a:cubicBezTo>
                  <a:cubicBezTo>
                    <a:pt x="10" y="5"/>
                    <a:pt x="10" y="5"/>
                    <a:pt x="10" y="5"/>
                  </a:cubicBezTo>
                  <a:cubicBezTo>
                    <a:pt x="40" y="5"/>
                    <a:pt x="40" y="5"/>
                    <a:pt x="40" y="5"/>
                  </a:cubicBezTo>
                  <a:lnTo>
                    <a:pt x="40" y="0"/>
                  </a:lnTo>
                  <a:close/>
                  <a:moveTo>
                    <a:pt x="47" y="39"/>
                  </a:moveTo>
                  <a:cubicBezTo>
                    <a:pt x="46" y="37"/>
                    <a:pt x="46" y="37"/>
                    <a:pt x="46" y="37"/>
                  </a:cubicBezTo>
                  <a:cubicBezTo>
                    <a:pt x="45" y="37"/>
                    <a:pt x="45" y="37"/>
                    <a:pt x="45" y="37"/>
                  </a:cubicBezTo>
                  <a:cubicBezTo>
                    <a:pt x="46" y="38"/>
                    <a:pt x="46" y="38"/>
                    <a:pt x="46" y="38"/>
                  </a:cubicBezTo>
                  <a:cubicBezTo>
                    <a:pt x="45" y="38"/>
                    <a:pt x="45" y="38"/>
                    <a:pt x="45" y="38"/>
                  </a:cubicBezTo>
                  <a:cubicBezTo>
                    <a:pt x="45" y="38"/>
                    <a:pt x="45" y="38"/>
                    <a:pt x="45" y="38"/>
                  </a:cubicBezTo>
                  <a:cubicBezTo>
                    <a:pt x="43" y="38"/>
                    <a:pt x="43" y="38"/>
                    <a:pt x="43" y="38"/>
                  </a:cubicBezTo>
                  <a:cubicBezTo>
                    <a:pt x="43" y="38"/>
                    <a:pt x="43" y="38"/>
                    <a:pt x="43" y="38"/>
                  </a:cubicBezTo>
                  <a:cubicBezTo>
                    <a:pt x="43" y="39"/>
                    <a:pt x="43" y="39"/>
                    <a:pt x="43" y="39"/>
                  </a:cubicBezTo>
                  <a:cubicBezTo>
                    <a:pt x="43" y="39"/>
                    <a:pt x="43" y="39"/>
                    <a:pt x="43" y="39"/>
                  </a:cubicBezTo>
                  <a:cubicBezTo>
                    <a:pt x="43" y="39"/>
                    <a:pt x="43" y="39"/>
                    <a:pt x="43" y="39"/>
                  </a:cubicBezTo>
                  <a:cubicBezTo>
                    <a:pt x="43" y="39"/>
                    <a:pt x="43" y="39"/>
                    <a:pt x="43" y="39"/>
                  </a:cubicBezTo>
                  <a:cubicBezTo>
                    <a:pt x="43" y="40"/>
                    <a:pt x="43" y="40"/>
                    <a:pt x="43" y="40"/>
                  </a:cubicBezTo>
                  <a:cubicBezTo>
                    <a:pt x="43" y="40"/>
                    <a:pt x="43" y="40"/>
                    <a:pt x="43" y="40"/>
                  </a:cubicBezTo>
                  <a:cubicBezTo>
                    <a:pt x="45" y="41"/>
                    <a:pt x="45" y="41"/>
                    <a:pt x="45" y="41"/>
                  </a:cubicBezTo>
                  <a:cubicBezTo>
                    <a:pt x="44" y="41"/>
                    <a:pt x="44" y="41"/>
                    <a:pt x="44" y="41"/>
                  </a:cubicBezTo>
                  <a:cubicBezTo>
                    <a:pt x="45" y="41"/>
                    <a:pt x="45" y="41"/>
                    <a:pt x="45" y="41"/>
                  </a:cubicBezTo>
                  <a:cubicBezTo>
                    <a:pt x="46" y="41"/>
                    <a:pt x="46" y="41"/>
                    <a:pt x="46" y="41"/>
                  </a:cubicBezTo>
                  <a:cubicBezTo>
                    <a:pt x="46" y="41"/>
                    <a:pt x="46" y="41"/>
                    <a:pt x="46" y="41"/>
                  </a:cubicBezTo>
                  <a:cubicBezTo>
                    <a:pt x="46" y="41"/>
                    <a:pt x="46" y="41"/>
                    <a:pt x="46" y="41"/>
                  </a:cubicBezTo>
                  <a:cubicBezTo>
                    <a:pt x="46" y="42"/>
                    <a:pt x="46" y="42"/>
                    <a:pt x="46" y="42"/>
                  </a:cubicBezTo>
                  <a:cubicBezTo>
                    <a:pt x="46" y="42"/>
                    <a:pt x="46" y="42"/>
                    <a:pt x="46" y="42"/>
                  </a:cubicBezTo>
                  <a:cubicBezTo>
                    <a:pt x="46" y="42"/>
                    <a:pt x="46" y="42"/>
                    <a:pt x="46" y="42"/>
                  </a:cubicBezTo>
                  <a:cubicBezTo>
                    <a:pt x="47" y="43"/>
                    <a:pt x="47" y="43"/>
                    <a:pt x="47" y="43"/>
                  </a:cubicBezTo>
                  <a:cubicBezTo>
                    <a:pt x="47" y="43"/>
                    <a:pt x="47" y="43"/>
                    <a:pt x="47" y="43"/>
                  </a:cubicBezTo>
                  <a:cubicBezTo>
                    <a:pt x="47" y="43"/>
                    <a:pt x="47" y="43"/>
                    <a:pt x="47" y="43"/>
                  </a:cubicBezTo>
                  <a:cubicBezTo>
                    <a:pt x="47" y="44"/>
                    <a:pt x="47" y="44"/>
                    <a:pt x="47" y="44"/>
                  </a:cubicBezTo>
                  <a:cubicBezTo>
                    <a:pt x="47" y="44"/>
                    <a:pt x="47" y="44"/>
                    <a:pt x="47" y="44"/>
                  </a:cubicBezTo>
                  <a:cubicBezTo>
                    <a:pt x="47" y="44"/>
                    <a:pt x="47" y="44"/>
                    <a:pt x="47" y="44"/>
                  </a:cubicBezTo>
                  <a:cubicBezTo>
                    <a:pt x="48" y="44"/>
                    <a:pt x="49" y="43"/>
                    <a:pt x="50" y="43"/>
                  </a:cubicBezTo>
                  <a:cubicBezTo>
                    <a:pt x="49" y="42"/>
                    <a:pt x="47" y="39"/>
                    <a:pt x="47" y="39"/>
                  </a:cubicBezTo>
                  <a:moveTo>
                    <a:pt x="6" y="39"/>
                  </a:moveTo>
                  <a:cubicBezTo>
                    <a:pt x="7" y="38"/>
                    <a:pt x="7" y="38"/>
                    <a:pt x="7" y="38"/>
                  </a:cubicBezTo>
                  <a:cubicBezTo>
                    <a:pt x="7" y="38"/>
                    <a:pt x="7" y="38"/>
                    <a:pt x="7" y="38"/>
                  </a:cubicBezTo>
                  <a:cubicBezTo>
                    <a:pt x="7" y="39"/>
                    <a:pt x="7" y="39"/>
                    <a:pt x="7" y="39"/>
                  </a:cubicBezTo>
                  <a:cubicBezTo>
                    <a:pt x="7" y="39"/>
                    <a:pt x="7" y="39"/>
                    <a:pt x="7" y="39"/>
                  </a:cubicBezTo>
                  <a:cubicBezTo>
                    <a:pt x="7" y="39"/>
                    <a:pt x="7" y="39"/>
                    <a:pt x="7" y="39"/>
                  </a:cubicBezTo>
                  <a:cubicBezTo>
                    <a:pt x="5" y="41"/>
                    <a:pt x="5" y="41"/>
                    <a:pt x="5" y="41"/>
                  </a:cubicBezTo>
                  <a:cubicBezTo>
                    <a:pt x="6" y="44"/>
                    <a:pt x="6" y="44"/>
                    <a:pt x="6" y="44"/>
                  </a:cubicBezTo>
                  <a:cubicBezTo>
                    <a:pt x="7" y="44"/>
                    <a:pt x="7" y="44"/>
                    <a:pt x="7" y="44"/>
                  </a:cubicBezTo>
                  <a:cubicBezTo>
                    <a:pt x="10" y="42"/>
                    <a:pt x="10" y="42"/>
                    <a:pt x="10" y="42"/>
                  </a:cubicBezTo>
                  <a:cubicBezTo>
                    <a:pt x="10" y="42"/>
                    <a:pt x="10" y="42"/>
                    <a:pt x="10" y="42"/>
                  </a:cubicBezTo>
                  <a:cubicBezTo>
                    <a:pt x="10" y="42"/>
                    <a:pt x="10" y="42"/>
                    <a:pt x="10" y="42"/>
                  </a:cubicBezTo>
                  <a:cubicBezTo>
                    <a:pt x="10" y="42"/>
                    <a:pt x="10" y="42"/>
                    <a:pt x="10" y="42"/>
                  </a:cubicBezTo>
                  <a:cubicBezTo>
                    <a:pt x="10" y="41"/>
                    <a:pt x="10" y="41"/>
                    <a:pt x="10" y="41"/>
                  </a:cubicBezTo>
                  <a:cubicBezTo>
                    <a:pt x="11" y="41"/>
                    <a:pt x="11" y="41"/>
                    <a:pt x="11" y="41"/>
                  </a:cubicBezTo>
                  <a:cubicBezTo>
                    <a:pt x="12" y="40"/>
                    <a:pt x="12" y="40"/>
                    <a:pt x="12" y="40"/>
                  </a:cubicBezTo>
                  <a:cubicBezTo>
                    <a:pt x="13" y="39"/>
                    <a:pt x="13" y="39"/>
                    <a:pt x="13" y="39"/>
                  </a:cubicBezTo>
                  <a:cubicBezTo>
                    <a:pt x="13" y="39"/>
                    <a:pt x="13" y="39"/>
                    <a:pt x="13" y="39"/>
                  </a:cubicBezTo>
                  <a:cubicBezTo>
                    <a:pt x="13" y="38"/>
                    <a:pt x="13" y="38"/>
                    <a:pt x="13" y="38"/>
                  </a:cubicBezTo>
                  <a:cubicBezTo>
                    <a:pt x="13" y="39"/>
                    <a:pt x="13" y="39"/>
                    <a:pt x="13" y="39"/>
                  </a:cubicBezTo>
                  <a:cubicBezTo>
                    <a:pt x="13" y="40"/>
                    <a:pt x="13" y="40"/>
                    <a:pt x="13" y="40"/>
                  </a:cubicBezTo>
                  <a:cubicBezTo>
                    <a:pt x="14" y="41"/>
                    <a:pt x="14" y="41"/>
                    <a:pt x="14" y="41"/>
                  </a:cubicBezTo>
                  <a:cubicBezTo>
                    <a:pt x="14" y="41"/>
                    <a:pt x="14" y="41"/>
                    <a:pt x="14" y="41"/>
                  </a:cubicBezTo>
                  <a:cubicBezTo>
                    <a:pt x="14" y="41"/>
                    <a:pt x="14" y="41"/>
                    <a:pt x="14" y="41"/>
                  </a:cubicBezTo>
                  <a:cubicBezTo>
                    <a:pt x="14" y="42"/>
                    <a:pt x="14" y="42"/>
                    <a:pt x="14" y="42"/>
                  </a:cubicBezTo>
                  <a:cubicBezTo>
                    <a:pt x="14" y="42"/>
                    <a:pt x="14" y="42"/>
                    <a:pt x="14" y="42"/>
                  </a:cubicBezTo>
                  <a:cubicBezTo>
                    <a:pt x="14" y="42"/>
                    <a:pt x="14" y="42"/>
                    <a:pt x="14" y="42"/>
                  </a:cubicBezTo>
                  <a:cubicBezTo>
                    <a:pt x="15" y="43"/>
                    <a:pt x="15" y="43"/>
                    <a:pt x="15" y="43"/>
                  </a:cubicBezTo>
                  <a:cubicBezTo>
                    <a:pt x="16" y="43"/>
                    <a:pt x="16" y="43"/>
                    <a:pt x="16" y="43"/>
                  </a:cubicBezTo>
                  <a:cubicBezTo>
                    <a:pt x="17" y="43"/>
                    <a:pt x="17" y="43"/>
                    <a:pt x="17" y="43"/>
                  </a:cubicBezTo>
                  <a:cubicBezTo>
                    <a:pt x="17" y="43"/>
                    <a:pt x="17" y="43"/>
                    <a:pt x="17" y="43"/>
                  </a:cubicBezTo>
                  <a:cubicBezTo>
                    <a:pt x="17" y="43"/>
                    <a:pt x="17" y="43"/>
                    <a:pt x="17" y="43"/>
                  </a:cubicBezTo>
                  <a:cubicBezTo>
                    <a:pt x="18" y="44"/>
                    <a:pt x="18" y="44"/>
                    <a:pt x="18" y="44"/>
                  </a:cubicBezTo>
                  <a:cubicBezTo>
                    <a:pt x="18" y="44"/>
                    <a:pt x="18" y="44"/>
                    <a:pt x="18" y="44"/>
                  </a:cubicBezTo>
                  <a:cubicBezTo>
                    <a:pt x="18" y="44"/>
                    <a:pt x="18" y="44"/>
                    <a:pt x="18" y="44"/>
                  </a:cubicBezTo>
                  <a:cubicBezTo>
                    <a:pt x="18" y="44"/>
                    <a:pt x="18" y="44"/>
                    <a:pt x="18" y="44"/>
                  </a:cubicBezTo>
                  <a:cubicBezTo>
                    <a:pt x="19" y="44"/>
                    <a:pt x="19" y="44"/>
                    <a:pt x="19" y="44"/>
                  </a:cubicBezTo>
                  <a:cubicBezTo>
                    <a:pt x="19" y="44"/>
                    <a:pt x="19" y="44"/>
                    <a:pt x="19" y="44"/>
                  </a:cubicBezTo>
                  <a:cubicBezTo>
                    <a:pt x="19" y="43"/>
                    <a:pt x="19" y="43"/>
                    <a:pt x="19" y="43"/>
                  </a:cubicBezTo>
                  <a:cubicBezTo>
                    <a:pt x="19" y="43"/>
                    <a:pt x="19" y="43"/>
                    <a:pt x="19" y="43"/>
                  </a:cubicBezTo>
                  <a:cubicBezTo>
                    <a:pt x="20" y="42"/>
                    <a:pt x="20" y="42"/>
                    <a:pt x="20" y="42"/>
                  </a:cubicBezTo>
                  <a:cubicBezTo>
                    <a:pt x="19" y="41"/>
                    <a:pt x="19" y="41"/>
                    <a:pt x="19" y="41"/>
                  </a:cubicBezTo>
                  <a:cubicBezTo>
                    <a:pt x="19" y="41"/>
                    <a:pt x="19" y="41"/>
                    <a:pt x="19" y="41"/>
                  </a:cubicBezTo>
                  <a:cubicBezTo>
                    <a:pt x="19" y="41"/>
                    <a:pt x="19" y="41"/>
                    <a:pt x="19" y="41"/>
                  </a:cubicBezTo>
                  <a:cubicBezTo>
                    <a:pt x="20" y="39"/>
                    <a:pt x="20" y="39"/>
                    <a:pt x="20" y="39"/>
                  </a:cubicBezTo>
                  <a:cubicBezTo>
                    <a:pt x="20" y="38"/>
                    <a:pt x="20" y="38"/>
                    <a:pt x="20" y="38"/>
                  </a:cubicBezTo>
                  <a:cubicBezTo>
                    <a:pt x="20" y="38"/>
                    <a:pt x="20" y="38"/>
                    <a:pt x="20" y="38"/>
                  </a:cubicBezTo>
                  <a:cubicBezTo>
                    <a:pt x="19" y="38"/>
                    <a:pt x="19" y="38"/>
                    <a:pt x="19" y="38"/>
                  </a:cubicBezTo>
                  <a:cubicBezTo>
                    <a:pt x="18" y="38"/>
                    <a:pt x="18" y="38"/>
                    <a:pt x="18" y="38"/>
                  </a:cubicBezTo>
                  <a:cubicBezTo>
                    <a:pt x="18" y="38"/>
                    <a:pt x="18" y="38"/>
                    <a:pt x="18" y="38"/>
                  </a:cubicBezTo>
                  <a:cubicBezTo>
                    <a:pt x="18" y="39"/>
                    <a:pt x="18" y="39"/>
                    <a:pt x="18" y="39"/>
                  </a:cubicBezTo>
                  <a:cubicBezTo>
                    <a:pt x="18" y="39"/>
                    <a:pt x="18" y="39"/>
                    <a:pt x="18" y="39"/>
                  </a:cubicBezTo>
                  <a:cubicBezTo>
                    <a:pt x="17" y="39"/>
                    <a:pt x="16" y="39"/>
                    <a:pt x="15" y="39"/>
                  </a:cubicBezTo>
                  <a:cubicBezTo>
                    <a:pt x="14" y="39"/>
                    <a:pt x="14" y="39"/>
                    <a:pt x="14" y="39"/>
                  </a:cubicBezTo>
                  <a:cubicBezTo>
                    <a:pt x="14" y="39"/>
                    <a:pt x="14" y="39"/>
                    <a:pt x="14" y="39"/>
                  </a:cubicBezTo>
                  <a:cubicBezTo>
                    <a:pt x="14" y="39"/>
                    <a:pt x="14" y="39"/>
                    <a:pt x="14" y="39"/>
                  </a:cubicBezTo>
                  <a:cubicBezTo>
                    <a:pt x="13" y="38"/>
                    <a:pt x="12" y="38"/>
                    <a:pt x="11"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9" y="38"/>
                    <a:pt x="8" y="37"/>
                    <a:pt x="7" y="37"/>
                  </a:cubicBezTo>
                  <a:cubicBezTo>
                    <a:pt x="7" y="37"/>
                    <a:pt x="7" y="37"/>
                    <a:pt x="7" y="37"/>
                  </a:cubicBezTo>
                  <a:cubicBezTo>
                    <a:pt x="7" y="37"/>
                    <a:pt x="7" y="37"/>
                    <a:pt x="7" y="37"/>
                  </a:cubicBezTo>
                  <a:cubicBezTo>
                    <a:pt x="6" y="37"/>
                    <a:pt x="6" y="37"/>
                    <a:pt x="6" y="37"/>
                  </a:cubicBezTo>
                  <a:cubicBezTo>
                    <a:pt x="5" y="37"/>
                    <a:pt x="5" y="37"/>
                    <a:pt x="5" y="37"/>
                  </a:cubicBezTo>
                  <a:cubicBezTo>
                    <a:pt x="5" y="37"/>
                    <a:pt x="5" y="37"/>
                    <a:pt x="5" y="37"/>
                  </a:cubicBezTo>
                  <a:cubicBezTo>
                    <a:pt x="5" y="37"/>
                    <a:pt x="5" y="37"/>
                    <a:pt x="5" y="37"/>
                  </a:cubicBezTo>
                  <a:cubicBezTo>
                    <a:pt x="5" y="37"/>
                    <a:pt x="4" y="38"/>
                    <a:pt x="3" y="39"/>
                  </a:cubicBezTo>
                  <a:cubicBezTo>
                    <a:pt x="2" y="40"/>
                    <a:pt x="1" y="42"/>
                    <a:pt x="0" y="42"/>
                  </a:cubicBezTo>
                  <a:cubicBezTo>
                    <a:pt x="1" y="43"/>
                    <a:pt x="1" y="43"/>
                    <a:pt x="1" y="43"/>
                  </a:cubicBezTo>
                  <a:cubicBezTo>
                    <a:pt x="1" y="43"/>
                    <a:pt x="1" y="43"/>
                    <a:pt x="1" y="43"/>
                  </a:cubicBezTo>
                  <a:cubicBezTo>
                    <a:pt x="2" y="43"/>
                    <a:pt x="3" y="42"/>
                    <a:pt x="4" y="41"/>
                  </a:cubicBezTo>
                  <a:lnTo>
                    <a:pt x="6" y="39"/>
                  </a:lnTo>
                  <a:close/>
                  <a:moveTo>
                    <a:pt x="26" y="10"/>
                  </a:moveTo>
                  <a:cubicBezTo>
                    <a:pt x="32" y="10"/>
                    <a:pt x="32" y="10"/>
                    <a:pt x="32" y="10"/>
                  </a:cubicBezTo>
                  <a:cubicBezTo>
                    <a:pt x="32" y="9"/>
                    <a:pt x="32" y="9"/>
                    <a:pt x="32" y="9"/>
                  </a:cubicBezTo>
                  <a:cubicBezTo>
                    <a:pt x="26" y="9"/>
                    <a:pt x="26" y="9"/>
                    <a:pt x="26" y="9"/>
                  </a:cubicBezTo>
                  <a:lnTo>
                    <a:pt x="26" y="10"/>
                  </a:lnTo>
                  <a:close/>
                  <a:moveTo>
                    <a:pt x="29" y="14"/>
                  </a:moveTo>
                  <a:cubicBezTo>
                    <a:pt x="36" y="14"/>
                    <a:pt x="36" y="14"/>
                    <a:pt x="36" y="14"/>
                  </a:cubicBezTo>
                  <a:cubicBezTo>
                    <a:pt x="36" y="11"/>
                    <a:pt x="36" y="11"/>
                    <a:pt x="36" y="11"/>
                  </a:cubicBezTo>
                  <a:cubicBezTo>
                    <a:pt x="29" y="11"/>
                    <a:pt x="29" y="11"/>
                    <a:pt x="29" y="11"/>
                  </a:cubicBezTo>
                  <a:lnTo>
                    <a:pt x="29" y="14"/>
                  </a:lnTo>
                  <a:close/>
                  <a:moveTo>
                    <a:pt x="26" y="17"/>
                  </a:moveTo>
                  <a:cubicBezTo>
                    <a:pt x="32" y="17"/>
                    <a:pt x="32" y="17"/>
                    <a:pt x="32" y="17"/>
                  </a:cubicBezTo>
                  <a:cubicBezTo>
                    <a:pt x="32" y="15"/>
                    <a:pt x="32" y="15"/>
                    <a:pt x="32" y="15"/>
                  </a:cubicBezTo>
                  <a:cubicBezTo>
                    <a:pt x="26" y="15"/>
                    <a:pt x="26" y="15"/>
                    <a:pt x="26" y="15"/>
                  </a:cubicBezTo>
                  <a:lnTo>
                    <a:pt x="26" y="17"/>
                  </a:lnTo>
                  <a:close/>
                  <a:moveTo>
                    <a:pt x="37" y="17"/>
                  </a:moveTo>
                  <a:cubicBezTo>
                    <a:pt x="29" y="17"/>
                    <a:pt x="29" y="17"/>
                    <a:pt x="29" y="17"/>
                  </a:cubicBezTo>
                  <a:cubicBezTo>
                    <a:pt x="29" y="20"/>
                    <a:pt x="29" y="20"/>
                    <a:pt x="29" y="20"/>
                  </a:cubicBezTo>
                  <a:cubicBezTo>
                    <a:pt x="37" y="20"/>
                    <a:pt x="37" y="20"/>
                    <a:pt x="37" y="20"/>
                  </a:cubicBezTo>
                  <a:lnTo>
                    <a:pt x="37" y="17"/>
                  </a:lnTo>
                  <a:close/>
                  <a:moveTo>
                    <a:pt x="29" y="17"/>
                  </a:moveTo>
                  <a:cubicBezTo>
                    <a:pt x="22" y="17"/>
                    <a:pt x="22" y="17"/>
                    <a:pt x="22" y="17"/>
                  </a:cubicBezTo>
                  <a:cubicBezTo>
                    <a:pt x="22" y="20"/>
                    <a:pt x="22" y="20"/>
                    <a:pt x="22" y="20"/>
                  </a:cubicBezTo>
                  <a:cubicBezTo>
                    <a:pt x="29" y="20"/>
                    <a:pt x="29" y="20"/>
                    <a:pt x="29" y="20"/>
                  </a:cubicBezTo>
                  <a:lnTo>
                    <a:pt x="29" y="17"/>
                  </a:lnTo>
                  <a:close/>
                  <a:moveTo>
                    <a:pt x="26" y="22"/>
                  </a:moveTo>
                  <a:cubicBezTo>
                    <a:pt x="28" y="22"/>
                    <a:pt x="29" y="23"/>
                    <a:pt x="30" y="24"/>
                  </a:cubicBezTo>
                  <a:cubicBezTo>
                    <a:pt x="33" y="24"/>
                    <a:pt x="33" y="24"/>
                    <a:pt x="33" y="24"/>
                  </a:cubicBezTo>
                  <a:cubicBezTo>
                    <a:pt x="33" y="21"/>
                    <a:pt x="33" y="21"/>
                    <a:pt x="33" y="21"/>
                  </a:cubicBezTo>
                  <a:cubicBezTo>
                    <a:pt x="26" y="21"/>
                    <a:pt x="26" y="21"/>
                    <a:pt x="26" y="21"/>
                  </a:cubicBezTo>
                  <a:lnTo>
                    <a:pt x="26" y="22"/>
                  </a:lnTo>
                  <a:close/>
                  <a:moveTo>
                    <a:pt x="19" y="10"/>
                  </a:moveTo>
                  <a:cubicBezTo>
                    <a:pt x="25" y="10"/>
                    <a:pt x="25" y="10"/>
                    <a:pt x="25" y="10"/>
                  </a:cubicBezTo>
                  <a:cubicBezTo>
                    <a:pt x="25" y="9"/>
                    <a:pt x="25" y="9"/>
                    <a:pt x="25" y="9"/>
                  </a:cubicBezTo>
                  <a:cubicBezTo>
                    <a:pt x="19" y="9"/>
                    <a:pt x="19" y="9"/>
                    <a:pt x="19" y="9"/>
                  </a:cubicBezTo>
                  <a:lnTo>
                    <a:pt x="19" y="10"/>
                  </a:lnTo>
                  <a:close/>
                  <a:moveTo>
                    <a:pt x="42" y="43"/>
                  </a:moveTo>
                  <a:cubicBezTo>
                    <a:pt x="42" y="43"/>
                    <a:pt x="42" y="43"/>
                    <a:pt x="42" y="43"/>
                  </a:cubicBezTo>
                  <a:cubicBezTo>
                    <a:pt x="43" y="43"/>
                    <a:pt x="43" y="43"/>
                    <a:pt x="43" y="43"/>
                  </a:cubicBezTo>
                  <a:cubicBezTo>
                    <a:pt x="44" y="41"/>
                    <a:pt x="44" y="41"/>
                    <a:pt x="44" y="41"/>
                  </a:cubicBezTo>
                  <a:cubicBezTo>
                    <a:pt x="44" y="41"/>
                    <a:pt x="44" y="41"/>
                    <a:pt x="44" y="41"/>
                  </a:cubicBezTo>
                  <a:cubicBezTo>
                    <a:pt x="44" y="41"/>
                    <a:pt x="44" y="41"/>
                    <a:pt x="44" y="41"/>
                  </a:cubicBezTo>
                  <a:cubicBezTo>
                    <a:pt x="43" y="41"/>
                    <a:pt x="43" y="41"/>
                    <a:pt x="43" y="41"/>
                  </a:cubicBezTo>
                  <a:cubicBezTo>
                    <a:pt x="43" y="41"/>
                    <a:pt x="43" y="41"/>
                    <a:pt x="43" y="41"/>
                  </a:cubicBezTo>
                  <a:cubicBezTo>
                    <a:pt x="43" y="41"/>
                    <a:pt x="43" y="41"/>
                    <a:pt x="43" y="41"/>
                  </a:cubicBezTo>
                  <a:cubicBezTo>
                    <a:pt x="43" y="41"/>
                    <a:pt x="43" y="41"/>
                    <a:pt x="43" y="41"/>
                  </a:cubicBezTo>
                  <a:cubicBezTo>
                    <a:pt x="42" y="42"/>
                    <a:pt x="42" y="42"/>
                    <a:pt x="42" y="42"/>
                  </a:cubicBezTo>
                  <a:cubicBezTo>
                    <a:pt x="42" y="42"/>
                    <a:pt x="42" y="42"/>
                    <a:pt x="42" y="42"/>
                  </a:cubicBezTo>
                  <a:cubicBezTo>
                    <a:pt x="42" y="42"/>
                    <a:pt x="42" y="42"/>
                    <a:pt x="42" y="42"/>
                  </a:cubicBezTo>
                  <a:cubicBezTo>
                    <a:pt x="42" y="43"/>
                    <a:pt x="42" y="43"/>
                    <a:pt x="42" y="43"/>
                  </a:cubicBezTo>
                  <a:close/>
                  <a:moveTo>
                    <a:pt x="20" y="31"/>
                  </a:moveTo>
                  <a:cubicBezTo>
                    <a:pt x="8" y="31"/>
                    <a:pt x="8" y="31"/>
                    <a:pt x="8" y="31"/>
                  </a:cubicBezTo>
                  <a:cubicBezTo>
                    <a:pt x="7" y="35"/>
                    <a:pt x="7" y="35"/>
                    <a:pt x="7" y="35"/>
                  </a:cubicBezTo>
                  <a:cubicBezTo>
                    <a:pt x="20" y="35"/>
                    <a:pt x="20" y="35"/>
                    <a:pt x="20" y="35"/>
                  </a:cubicBezTo>
                  <a:lnTo>
                    <a:pt x="20" y="31"/>
                  </a:lnTo>
                  <a:close/>
                  <a:moveTo>
                    <a:pt x="38" y="27"/>
                  </a:moveTo>
                  <a:cubicBezTo>
                    <a:pt x="42" y="27"/>
                    <a:pt x="42" y="27"/>
                    <a:pt x="42" y="27"/>
                  </a:cubicBezTo>
                  <a:cubicBezTo>
                    <a:pt x="41" y="24"/>
                    <a:pt x="41" y="24"/>
                    <a:pt x="41" y="24"/>
                  </a:cubicBezTo>
                  <a:cubicBezTo>
                    <a:pt x="38" y="24"/>
                    <a:pt x="38" y="24"/>
                    <a:pt x="38" y="24"/>
                  </a:cubicBezTo>
                  <a:lnTo>
                    <a:pt x="38" y="27"/>
                  </a:lnTo>
                  <a:close/>
                  <a:moveTo>
                    <a:pt x="12" y="24"/>
                  </a:moveTo>
                  <a:cubicBezTo>
                    <a:pt x="9" y="24"/>
                    <a:pt x="9" y="24"/>
                    <a:pt x="9" y="24"/>
                  </a:cubicBezTo>
                  <a:cubicBezTo>
                    <a:pt x="9" y="27"/>
                    <a:pt x="9" y="27"/>
                    <a:pt x="9" y="27"/>
                  </a:cubicBezTo>
                  <a:cubicBezTo>
                    <a:pt x="12" y="27"/>
                    <a:pt x="12" y="27"/>
                    <a:pt x="12" y="27"/>
                  </a:cubicBezTo>
                  <a:lnTo>
                    <a:pt x="12" y="24"/>
                  </a:lnTo>
                  <a:close/>
                  <a:moveTo>
                    <a:pt x="16" y="27"/>
                  </a:moveTo>
                  <a:cubicBezTo>
                    <a:pt x="9" y="27"/>
                    <a:pt x="9" y="27"/>
                    <a:pt x="9" y="27"/>
                  </a:cubicBezTo>
                  <a:cubicBezTo>
                    <a:pt x="8" y="30"/>
                    <a:pt x="8" y="30"/>
                    <a:pt x="8" y="30"/>
                  </a:cubicBezTo>
                  <a:cubicBezTo>
                    <a:pt x="16" y="30"/>
                    <a:pt x="16" y="30"/>
                    <a:pt x="16" y="30"/>
                  </a:cubicBezTo>
                  <a:lnTo>
                    <a:pt x="16" y="27"/>
                  </a:lnTo>
                  <a:close/>
                  <a:moveTo>
                    <a:pt x="7" y="37"/>
                  </a:moveTo>
                  <a:cubicBezTo>
                    <a:pt x="7" y="37"/>
                    <a:pt x="7" y="37"/>
                    <a:pt x="7" y="37"/>
                  </a:cubicBezTo>
                  <a:cubicBezTo>
                    <a:pt x="7" y="37"/>
                    <a:pt x="7" y="37"/>
                    <a:pt x="7" y="37"/>
                  </a:cubicBezTo>
                  <a:cubicBezTo>
                    <a:pt x="8" y="37"/>
                    <a:pt x="9" y="37"/>
                    <a:pt x="10" y="37"/>
                  </a:cubicBezTo>
                  <a:cubicBezTo>
                    <a:pt x="10" y="37"/>
                    <a:pt x="10" y="37"/>
                    <a:pt x="10" y="37"/>
                  </a:cubicBezTo>
                  <a:cubicBezTo>
                    <a:pt x="10" y="37"/>
                    <a:pt x="10" y="37"/>
                    <a:pt x="10" y="37"/>
                  </a:cubicBezTo>
                  <a:cubicBezTo>
                    <a:pt x="10" y="37"/>
                    <a:pt x="10" y="37"/>
                    <a:pt x="10" y="37"/>
                  </a:cubicBezTo>
                  <a:cubicBezTo>
                    <a:pt x="10" y="38"/>
                    <a:pt x="10" y="38"/>
                    <a:pt x="10" y="38"/>
                  </a:cubicBezTo>
                  <a:cubicBezTo>
                    <a:pt x="11" y="38"/>
                    <a:pt x="11" y="38"/>
                    <a:pt x="11" y="38"/>
                  </a:cubicBezTo>
                  <a:cubicBezTo>
                    <a:pt x="12" y="38"/>
                    <a:pt x="13" y="38"/>
                    <a:pt x="14" y="38"/>
                  </a:cubicBezTo>
                  <a:cubicBezTo>
                    <a:pt x="15" y="38"/>
                    <a:pt x="15" y="38"/>
                    <a:pt x="15" y="38"/>
                  </a:cubicBezTo>
                  <a:cubicBezTo>
                    <a:pt x="16" y="38"/>
                    <a:pt x="17" y="38"/>
                    <a:pt x="18" y="38"/>
                  </a:cubicBezTo>
                  <a:cubicBezTo>
                    <a:pt x="18" y="38"/>
                    <a:pt x="18" y="38"/>
                    <a:pt x="18" y="38"/>
                  </a:cubicBezTo>
                  <a:cubicBezTo>
                    <a:pt x="19" y="38"/>
                    <a:pt x="19" y="38"/>
                    <a:pt x="19" y="38"/>
                  </a:cubicBezTo>
                  <a:cubicBezTo>
                    <a:pt x="19" y="38"/>
                    <a:pt x="19" y="38"/>
                    <a:pt x="19" y="38"/>
                  </a:cubicBezTo>
                  <a:cubicBezTo>
                    <a:pt x="19" y="37"/>
                    <a:pt x="19" y="37"/>
                    <a:pt x="19" y="37"/>
                  </a:cubicBezTo>
                  <a:cubicBezTo>
                    <a:pt x="20" y="37"/>
                    <a:pt x="20" y="37"/>
                    <a:pt x="20" y="37"/>
                  </a:cubicBezTo>
                  <a:cubicBezTo>
                    <a:pt x="22" y="38"/>
                    <a:pt x="24" y="38"/>
                    <a:pt x="27" y="38"/>
                  </a:cubicBezTo>
                  <a:cubicBezTo>
                    <a:pt x="28" y="38"/>
                    <a:pt x="28" y="38"/>
                    <a:pt x="28" y="38"/>
                  </a:cubicBezTo>
                  <a:cubicBezTo>
                    <a:pt x="29" y="38"/>
                    <a:pt x="30" y="38"/>
                    <a:pt x="32" y="38"/>
                  </a:cubicBezTo>
                  <a:cubicBezTo>
                    <a:pt x="32" y="38"/>
                    <a:pt x="32" y="38"/>
                    <a:pt x="32" y="38"/>
                  </a:cubicBezTo>
                  <a:cubicBezTo>
                    <a:pt x="32" y="38"/>
                    <a:pt x="32" y="38"/>
                    <a:pt x="32" y="38"/>
                  </a:cubicBezTo>
                  <a:cubicBezTo>
                    <a:pt x="33" y="38"/>
                    <a:pt x="33" y="38"/>
                    <a:pt x="33" y="38"/>
                  </a:cubicBezTo>
                  <a:cubicBezTo>
                    <a:pt x="33" y="38"/>
                    <a:pt x="33" y="38"/>
                    <a:pt x="33" y="38"/>
                  </a:cubicBezTo>
                  <a:cubicBezTo>
                    <a:pt x="33" y="38"/>
                    <a:pt x="33" y="38"/>
                    <a:pt x="33" y="38"/>
                  </a:cubicBezTo>
                  <a:cubicBezTo>
                    <a:pt x="34" y="38"/>
                    <a:pt x="34" y="38"/>
                    <a:pt x="34" y="38"/>
                  </a:cubicBezTo>
                  <a:cubicBezTo>
                    <a:pt x="36" y="38"/>
                    <a:pt x="36" y="38"/>
                    <a:pt x="36" y="38"/>
                  </a:cubicBezTo>
                  <a:cubicBezTo>
                    <a:pt x="36" y="38"/>
                    <a:pt x="36" y="38"/>
                    <a:pt x="36" y="38"/>
                  </a:cubicBezTo>
                  <a:cubicBezTo>
                    <a:pt x="36" y="38"/>
                    <a:pt x="36" y="38"/>
                    <a:pt x="36" y="38"/>
                  </a:cubicBezTo>
                  <a:cubicBezTo>
                    <a:pt x="39" y="38"/>
                    <a:pt x="39" y="38"/>
                    <a:pt x="39" y="38"/>
                  </a:cubicBezTo>
                  <a:cubicBezTo>
                    <a:pt x="45" y="38"/>
                    <a:pt x="45" y="38"/>
                    <a:pt x="45" y="38"/>
                  </a:cubicBezTo>
                  <a:cubicBezTo>
                    <a:pt x="45" y="37"/>
                    <a:pt x="45" y="37"/>
                    <a:pt x="45" y="37"/>
                  </a:cubicBezTo>
                  <a:cubicBezTo>
                    <a:pt x="44" y="36"/>
                    <a:pt x="44" y="36"/>
                    <a:pt x="44" y="36"/>
                  </a:cubicBezTo>
                  <a:cubicBezTo>
                    <a:pt x="44" y="36"/>
                    <a:pt x="44" y="36"/>
                    <a:pt x="44" y="36"/>
                  </a:cubicBezTo>
                  <a:cubicBezTo>
                    <a:pt x="33" y="36"/>
                    <a:pt x="33" y="36"/>
                    <a:pt x="33" y="36"/>
                  </a:cubicBezTo>
                  <a:cubicBezTo>
                    <a:pt x="7" y="36"/>
                    <a:pt x="7" y="36"/>
                    <a:pt x="7" y="36"/>
                  </a:cubicBezTo>
                  <a:cubicBezTo>
                    <a:pt x="6" y="36"/>
                    <a:pt x="6" y="36"/>
                    <a:pt x="6" y="36"/>
                  </a:cubicBezTo>
                  <a:cubicBezTo>
                    <a:pt x="7" y="36"/>
                    <a:pt x="7" y="36"/>
                    <a:pt x="7" y="36"/>
                  </a:cubicBezTo>
                  <a:lnTo>
                    <a:pt x="7" y="37"/>
                  </a:lnTo>
                  <a:close/>
                  <a:moveTo>
                    <a:pt x="43" y="40"/>
                  </a:moveTo>
                  <a:cubicBezTo>
                    <a:pt x="42" y="39"/>
                    <a:pt x="42" y="39"/>
                    <a:pt x="42" y="39"/>
                  </a:cubicBezTo>
                  <a:cubicBezTo>
                    <a:pt x="42" y="39"/>
                    <a:pt x="42" y="39"/>
                    <a:pt x="42" y="39"/>
                  </a:cubicBezTo>
                  <a:cubicBezTo>
                    <a:pt x="42" y="38"/>
                    <a:pt x="42" y="38"/>
                    <a:pt x="42" y="38"/>
                  </a:cubicBezTo>
                  <a:cubicBezTo>
                    <a:pt x="42" y="38"/>
                    <a:pt x="42" y="38"/>
                    <a:pt x="42" y="38"/>
                  </a:cubicBezTo>
                  <a:cubicBezTo>
                    <a:pt x="39" y="38"/>
                    <a:pt x="39" y="38"/>
                    <a:pt x="39" y="38"/>
                  </a:cubicBezTo>
                  <a:cubicBezTo>
                    <a:pt x="36" y="38"/>
                    <a:pt x="36" y="38"/>
                    <a:pt x="36" y="38"/>
                  </a:cubicBezTo>
                  <a:cubicBezTo>
                    <a:pt x="37" y="39"/>
                    <a:pt x="37" y="39"/>
                    <a:pt x="37" y="39"/>
                  </a:cubicBezTo>
                  <a:cubicBezTo>
                    <a:pt x="38" y="39"/>
                    <a:pt x="38" y="39"/>
                    <a:pt x="38" y="39"/>
                  </a:cubicBezTo>
                  <a:cubicBezTo>
                    <a:pt x="38" y="39"/>
                    <a:pt x="38" y="39"/>
                    <a:pt x="38" y="39"/>
                  </a:cubicBezTo>
                  <a:cubicBezTo>
                    <a:pt x="38" y="39"/>
                    <a:pt x="38" y="39"/>
                    <a:pt x="38" y="39"/>
                  </a:cubicBezTo>
                  <a:cubicBezTo>
                    <a:pt x="38" y="40"/>
                    <a:pt x="38" y="40"/>
                    <a:pt x="38" y="40"/>
                  </a:cubicBezTo>
                  <a:cubicBezTo>
                    <a:pt x="38" y="40"/>
                    <a:pt x="38" y="40"/>
                    <a:pt x="38" y="40"/>
                  </a:cubicBezTo>
                  <a:cubicBezTo>
                    <a:pt x="38" y="40"/>
                    <a:pt x="38" y="40"/>
                    <a:pt x="38" y="40"/>
                  </a:cubicBezTo>
                  <a:cubicBezTo>
                    <a:pt x="39" y="41"/>
                    <a:pt x="39" y="41"/>
                    <a:pt x="39" y="41"/>
                  </a:cubicBezTo>
                  <a:cubicBezTo>
                    <a:pt x="39" y="41"/>
                    <a:pt x="39" y="41"/>
                    <a:pt x="39" y="41"/>
                  </a:cubicBezTo>
                  <a:cubicBezTo>
                    <a:pt x="39" y="42"/>
                    <a:pt x="39" y="42"/>
                    <a:pt x="39" y="42"/>
                  </a:cubicBezTo>
                  <a:cubicBezTo>
                    <a:pt x="39" y="42"/>
                    <a:pt x="39" y="42"/>
                    <a:pt x="39" y="42"/>
                  </a:cubicBezTo>
                  <a:cubicBezTo>
                    <a:pt x="40" y="42"/>
                    <a:pt x="40" y="42"/>
                    <a:pt x="40" y="42"/>
                  </a:cubicBezTo>
                  <a:cubicBezTo>
                    <a:pt x="40" y="42"/>
                    <a:pt x="40" y="42"/>
                    <a:pt x="40" y="42"/>
                  </a:cubicBezTo>
                  <a:cubicBezTo>
                    <a:pt x="40" y="42"/>
                    <a:pt x="40" y="42"/>
                    <a:pt x="40" y="42"/>
                  </a:cubicBezTo>
                  <a:cubicBezTo>
                    <a:pt x="40" y="42"/>
                    <a:pt x="40" y="42"/>
                    <a:pt x="40" y="42"/>
                  </a:cubicBezTo>
                  <a:cubicBezTo>
                    <a:pt x="40" y="42"/>
                    <a:pt x="40" y="42"/>
                    <a:pt x="40" y="42"/>
                  </a:cubicBezTo>
                  <a:cubicBezTo>
                    <a:pt x="41" y="42"/>
                    <a:pt x="41" y="42"/>
                    <a:pt x="41" y="42"/>
                  </a:cubicBezTo>
                  <a:cubicBezTo>
                    <a:pt x="41" y="42"/>
                    <a:pt x="41" y="42"/>
                    <a:pt x="41" y="42"/>
                  </a:cubicBezTo>
                  <a:cubicBezTo>
                    <a:pt x="41" y="42"/>
                    <a:pt x="41" y="42"/>
                    <a:pt x="41" y="42"/>
                  </a:cubicBezTo>
                  <a:cubicBezTo>
                    <a:pt x="41" y="42"/>
                    <a:pt x="41" y="42"/>
                    <a:pt x="41" y="42"/>
                  </a:cubicBezTo>
                  <a:cubicBezTo>
                    <a:pt x="42" y="41"/>
                    <a:pt x="42" y="41"/>
                    <a:pt x="42" y="41"/>
                  </a:cubicBezTo>
                  <a:cubicBezTo>
                    <a:pt x="42" y="41"/>
                    <a:pt x="42" y="41"/>
                    <a:pt x="42" y="41"/>
                  </a:cubicBezTo>
                  <a:cubicBezTo>
                    <a:pt x="42" y="41"/>
                    <a:pt x="42" y="41"/>
                    <a:pt x="42" y="41"/>
                  </a:cubicBezTo>
                  <a:cubicBezTo>
                    <a:pt x="43" y="41"/>
                    <a:pt x="43" y="41"/>
                    <a:pt x="43" y="41"/>
                  </a:cubicBezTo>
                  <a:cubicBezTo>
                    <a:pt x="43" y="40"/>
                    <a:pt x="43" y="40"/>
                    <a:pt x="43" y="40"/>
                  </a:cubicBezTo>
                  <a:close/>
                  <a:moveTo>
                    <a:pt x="29" y="40"/>
                  </a:moveTo>
                  <a:cubicBezTo>
                    <a:pt x="30" y="40"/>
                    <a:pt x="30" y="40"/>
                    <a:pt x="30" y="40"/>
                  </a:cubicBezTo>
                  <a:cubicBezTo>
                    <a:pt x="30" y="40"/>
                    <a:pt x="30" y="40"/>
                    <a:pt x="30" y="40"/>
                  </a:cubicBezTo>
                  <a:cubicBezTo>
                    <a:pt x="31" y="40"/>
                    <a:pt x="31" y="40"/>
                    <a:pt x="31" y="40"/>
                  </a:cubicBezTo>
                  <a:cubicBezTo>
                    <a:pt x="31" y="40"/>
                    <a:pt x="31" y="40"/>
                    <a:pt x="31" y="40"/>
                  </a:cubicBezTo>
                  <a:cubicBezTo>
                    <a:pt x="31" y="40"/>
                    <a:pt x="31" y="40"/>
                    <a:pt x="31" y="40"/>
                  </a:cubicBezTo>
                  <a:cubicBezTo>
                    <a:pt x="32" y="41"/>
                    <a:pt x="33" y="43"/>
                    <a:pt x="34" y="43"/>
                  </a:cubicBezTo>
                  <a:cubicBezTo>
                    <a:pt x="34" y="42"/>
                    <a:pt x="34" y="41"/>
                    <a:pt x="34" y="40"/>
                  </a:cubicBezTo>
                  <a:cubicBezTo>
                    <a:pt x="33" y="39"/>
                    <a:pt x="33" y="39"/>
                    <a:pt x="33" y="39"/>
                  </a:cubicBezTo>
                  <a:cubicBezTo>
                    <a:pt x="33" y="39"/>
                    <a:pt x="33" y="39"/>
                    <a:pt x="33" y="39"/>
                  </a:cubicBezTo>
                  <a:cubicBezTo>
                    <a:pt x="33" y="39"/>
                    <a:pt x="33" y="39"/>
                    <a:pt x="33" y="39"/>
                  </a:cubicBezTo>
                  <a:cubicBezTo>
                    <a:pt x="33" y="39"/>
                    <a:pt x="33" y="39"/>
                    <a:pt x="33" y="39"/>
                  </a:cubicBezTo>
                  <a:cubicBezTo>
                    <a:pt x="32" y="39"/>
                    <a:pt x="32" y="39"/>
                    <a:pt x="32" y="39"/>
                  </a:cubicBezTo>
                  <a:cubicBezTo>
                    <a:pt x="30" y="39"/>
                    <a:pt x="29" y="39"/>
                    <a:pt x="28" y="39"/>
                  </a:cubicBezTo>
                  <a:cubicBezTo>
                    <a:pt x="27" y="39"/>
                    <a:pt x="27" y="39"/>
                    <a:pt x="27" y="39"/>
                  </a:cubicBezTo>
                  <a:cubicBezTo>
                    <a:pt x="25" y="38"/>
                    <a:pt x="25" y="38"/>
                    <a:pt x="25" y="38"/>
                  </a:cubicBezTo>
                  <a:cubicBezTo>
                    <a:pt x="25" y="39"/>
                    <a:pt x="25" y="39"/>
                    <a:pt x="25" y="39"/>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0"/>
                    <a:pt x="23" y="40"/>
                    <a:pt x="23" y="40"/>
                  </a:cubicBezTo>
                  <a:cubicBezTo>
                    <a:pt x="25" y="38"/>
                    <a:pt x="25" y="38"/>
                    <a:pt x="25" y="38"/>
                  </a:cubicBezTo>
                  <a:cubicBezTo>
                    <a:pt x="23" y="38"/>
                    <a:pt x="22" y="38"/>
                    <a:pt x="21" y="38"/>
                  </a:cubicBezTo>
                  <a:cubicBezTo>
                    <a:pt x="21" y="39"/>
                    <a:pt x="21" y="39"/>
                    <a:pt x="21" y="39"/>
                  </a:cubicBezTo>
                  <a:cubicBezTo>
                    <a:pt x="21" y="39"/>
                    <a:pt x="21" y="39"/>
                    <a:pt x="21" y="39"/>
                  </a:cubicBezTo>
                  <a:cubicBezTo>
                    <a:pt x="20" y="39"/>
                    <a:pt x="20" y="39"/>
                    <a:pt x="20" y="39"/>
                  </a:cubicBezTo>
                  <a:cubicBezTo>
                    <a:pt x="20" y="41"/>
                    <a:pt x="20" y="41"/>
                    <a:pt x="20" y="41"/>
                  </a:cubicBezTo>
                  <a:cubicBezTo>
                    <a:pt x="20" y="41"/>
                    <a:pt x="20" y="41"/>
                    <a:pt x="20" y="41"/>
                  </a:cubicBezTo>
                  <a:cubicBezTo>
                    <a:pt x="20" y="41"/>
                    <a:pt x="20" y="41"/>
                    <a:pt x="20" y="41"/>
                  </a:cubicBezTo>
                  <a:cubicBezTo>
                    <a:pt x="20" y="41"/>
                    <a:pt x="20" y="41"/>
                    <a:pt x="20" y="41"/>
                  </a:cubicBezTo>
                  <a:cubicBezTo>
                    <a:pt x="23" y="41"/>
                    <a:pt x="23" y="41"/>
                    <a:pt x="23" y="41"/>
                  </a:cubicBezTo>
                  <a:cubicBezTo>
                    <a:pt x="23" y="41"/>
                    <a:pt x="23" y="41"/>
                    <a:pt x="23" y="41"/>
                  </a:cubicBezTo>
                  <a:cubicBezTo>
                    <a:pt x="23" y="42"/>
                    <a:pt x="24" y="42"/>
                    <a:pt x="26" y="42"/>
                  </a:cubicBezTo>
                  <a:cubicBezTo>
                    <a:pt x="27" y="42"/>
                    <a:pt x="27" y="42"/>
                    <a:pt x="27" y="42"/>
                  </a:cubicBezTo>
                  <a:cubicBezTo>
                    <a:pt x="27" y="42"/>
                    <a:pt x="28" y="41"/>
                    <a:pt x="29" y="40"/>
                  </a:cubicBezTo>
                  <a:moveTo>
                    <a:pt x="46" y="42"/>
                  </a:moveTo>
                  <a:cubicBezTo>
                    <a:pt x="46" y="42"/>
                    <a:pt x="46" y="42"/>
                    <a:pt x="46" y="42"/>
                  </a:cubicBezTo>
                  <a:cubicBezTo>
                    <a:pt x="45" y="42"/>
                    <a:pt x="45" y="42"/>
                    <a:pt x="45" y="42"/>
                  </a:cubicBezTo>
                  <a:cubicBezTo>
                    <a:pt x="44" y="42"/>
                    <a:pt x="44" y="42"/>
                    <a:pt x="44" y="42"/>
                  </a:cubicBezTo>
                  <a:cubicBezTo>
                    <a:pt x="44" y="42"/>
                    <a:pt x="43" y="43"/>
                    <a:pt x="43" y="43"/>
                  </a:cubicBezTo>
                  <a:cubicBezTo>
                    <a:pt x="42" y="43"/>
                    <a:pt x="42" y="43"/>
                    <a:pt x="42" y="43"/>
                  </a:cubicBezTo>
                  <a:cubicBezTo>
                    <a:pt x="42" y="43"/>
                    <a:pt x="42" y="43"/>
                    <a:pt x="42" y="43"/>
                  </a:cubicBezTo>
                  <a:cubicBezTo>
                    <a:pt x="42" y="43"/>
                    <a:pt x="42" y="43"/>
                    <a:pt x="42" y="43"/>
                  </a:cubicBezTo>
                  <a:cubicBezTo>
                    <a:pt x="42" y="43"/>
                    <a:pt x="42" y="43"/>
                    <a:pt x="42" y="43"/>
                  </a:cubicBezTo>
                  <a:cubicBezTo>
                    <a:pt x="42" y="42"/>
                    <a:pt x="42" y="42"/>
                    <a:pt x="42" y="42"/>
                  </a:cubicBezTo>
                  <a:cubicBezTo>
                    <a:pt x="42" y="42"/>
                    <a:pt x="42" y="42"/>
                    <a:pt x="42" y="42"/>
                  </a:cubicBezTo>
                  <a:cubicBezTo>
                    <a:pt x="41" y="43"/>
                    <a:pt x="41" y="43"/>
                    <a:pt x="41" y="43"/>
                  </a:cubicBezTo>
                  <a:cubicBezTo>
                    <a:pt x="41" y="43"/>
                    <a:pt x="41" y="43"/>
                    <a:pt x="41" y="43"/>
                  </a:cubicBezTo>
                  <a:cubicBezTo>
                    <a:pt x="40" y="43"/>
                    <a:pt x="40" y="43"/>
                    <a:pt x="40" y="43"/>
                  </a:cubicBezTo>
                  <a:cubicBezTo>
                    <a:pt x="39" y="42"/>
                    <a:pt x="39" y="42"/>
                    <a:pt x="39" y="42"/>
                  </a:cubicBezTo>
                  <a:cubicBezTo>
                    <a:pt x="37" y="42"/>
                    <a:pt x="37" y="42"/>
                    <a:pt x="37" y="42"/>
                  </a:cubicBezTo>
                  <a:cubicBezTo>
                    <a:pt x="37" y="42"/>
                    <a:pt x="37" y="42"/>
                    <a:pt x="37" y="42"/>
                  </a:cubicBezTo>
                  <a:cubicBezTo>
                    <a:pt x="35" y="41"/>
                    <a:pt x="35" y="41"/>
                    <a:pt x="35" y="41"/>
                  </a:cubicBezTo>
                  <a:cubicBezTo>
                    <a:pt x="35" y="41"/>
                    <a:pt x="35" y="41"/>
                    <a:pt x="35" y="41"/>
                  </a:cubicBezTo>
                  <a:cubicBezTo>
                    <a:pt x="35" y="41"/>
                    <a:pt x="35" y="41"/>
                    <a:pt x="35" y="41"/>
                  </a:cubicBezTo>
                  <a:cubicBezTo>
                    <a:pt x="35" y="40"/>
                    <a:pt x="35" y="40"/>
                    <a:pt x="35" y="40"/>
                  </a:cubicBezTo>
                  <a:cubicBezTo>
                    <a:pt x="35" y="41"/>
                    <a:pt x="35" y="42"/>
                    <a:pt x="34" y="43"/>
                  </a:cubicBezTo>
                  <a:cubicBezTo>
                    <a:pt x="34" y="43"/>
                    <a:pt x="34" y="43"/>
                    <a:pt x="34" y="43"/>
                  </a:cubicBezTo>
                  <a:cubicBezTo>
                    <a:pt x="34" y="43"/>
                    <a:pt x="34" y="43"/>
                    <a:pt x="34" y="43"/>
                  </a:cubicBezTo>
                  <a:cubicBezTo>
                    <a:pt x="34" y="43"/>
                    <a:pt x="34" y="43"/>
                    <a:pt x="34" y="43"/>
                  </a:cubicBezTo>
                  <a:cubicBezTo>
                    <a:pt x="32" y="43"/>
                    <a:pt x="31" y="41"/>
                    <a:pt x="31" y="40"/>
                  </a:cubicBezTo>
                  <a:cubicBezTo>
                    <a:pt x="30" y="40"/>
                    <a:pt x="30" y="40"/>
                    <a:pt x="30" y="40"/>
                  </a:cubicBezTo>
                  <a:cubicBezTo>
                    <a:pt x="30" y="40"/>
                    <a:pt x="30" y="40"/>
                    <a:pt x="30" y="40"/>
                  </a:cubicBezTo>
                  <a:cubicBezTo>
                    <a:pt x="29" y="40"/>
                    <a:pt x="29" y="40"/>
                    <a:pt x="29" y="40"/>
                  </a:cubicBezTo>
                  <a:cubicBezTo>
                    <a:pt x="27" y="43"/>
                    <a:pt x="27" y="43"/>
                    <a:pt x="27" y="43"/>
                  </a:cubicBezTo>
                  <a:cubicBezTo>
                    <a:pt x="27" y="43"/>
                    <a:pt x="27" y="43"/>
                    <a:pt x="27" y="43"/>
                  </a:cubicBezTo>
                  <a:cubicBezTo>
                    <a:pt x="27" y="43"/>
                    <a:pt x="27" y="43"/>
                    <a:pt x="27" y="43"/>
                  </a:cubicBezTo>
                  <a:cubicBezTo>
                    <a:pt x="26" y="43"/>
                    <a:pt x="26" y="43"/>
                    <a:pt x="26" y="43"/>
                  </a:cubicBezTo>
                  <a:cubicBezTo>
                    <a:pt x="27" y="43"/>
                    <a:pt x="30" y="44"/>
                    <a:pt x="31" y="44"/>
                  </a:cubicBezTo>
                  <a:cubicBezTo>
                    <a:pt x="34" y="44"/>
                    <a:pt x="35" y="43"/>
                    <a:pt x="37" y="43"/>
                  </a:cubicBezTo>
                  <a:cubicBezTo>
                    <a:pt x="39" y="43"/>
                    <a:pt x="40" y="43"/>
                    <a:pt x="42" y="44"/>
                  </a:cubicBezTo>
                  <a:cubicBezTo>
                    <a:pt x="43" y="44"/>
                    <a:pt x="44" y="44"/>
                    <a:pt x="45" y="44"/>
                  </a:cubicBezTo>
                  <a:cubicBezTo>
                    <a:pt x="46" y="44"/>
                    <a:pt x="46" y="44"/>
                    <a:pt x="46" y="44"/>
                  </a:cubicBezTo>
                  <a:cubicBezTo>
                    <a:pt x="46" y="44"/>
                    <a:pt x="46" y="44"/>
                    <a:pt x="46" y="44"/>
                  </a:cubicBezTo>
                  <a:cubicBezTo>
                    <a:pt x="46" y="44"/>
                    <a:pt x="46" y="44"/>
                    <a:pt x="46" y="44"/>
                  </a:cubicBezTo>
                  <a:lnTo>
                    <a:pt x="46" y="42"/>
                  </a:lnTo>
                  <a:close/>
                  <a:moveTo>
                    <a:pt x="22" y="42"/>
                  </a:moveTo>
                  <a:cubicBezTo>
                    <a:pt x="20" y="42"/>
                    <a:pt x="20" y="42"/>
                    <a:pt x="20" y="42"/>
                  </a:cubicBezTo>
                  <a:cubicBezTo>
                    <a:pt x="20" y="42"/>
                    <a:pt x="20" y="42"/>
                    <a:pt x="20" y="42"/>
                  </a:cubicBezTo>
                  <a:cubicBezTo>
                    <a:pt x="20" y="44"/>
                    <a:pt x="20" y="44"/>
                    <a:pt x="20" y="44"/>
                  </a:cubicBezTo>
                  <a:cubicBezTo>
                    <a:pt x="20" y="44"/>
                    <a:pt x="20" y="44"/>
                    <a:pt x="20" y="44"/>
                  </a:cubicBezTo>
                  <a:cubicBezTo>
                    <a:pt x="19" y="44"/>
                    <a:pt x="19" y="44"/>
                    <a:pt x="19" y="44"/>
                  </a:cubicBezTo>
                  <a:cubicBezTo>
                    <a:pt x="19" y="44"/>
                    <a:pt x="19" y="44"/>
                    <a:pt x="19" y="44"/>
                  </a:cubicBezTo>
                  <a:cubicBezTo>
                    <a:pt x="18" y="44"/>
                    <a:pt x="18" y="44"/>
                    <a:pt x="18" y="44"/>
                  </a:cubicBezTo>
                  <a:cubicBezTo>
                    <a:pt x="18" y="44"/>
                    <a:pt x="18" y="44"/>
                    <a:pt x="18" y="44"/>
                  </a:cubicBezTo>
                  <a:cubicBezTo>
                    <a:pt x="17" y="44"/>
                    <a:pt x="17" y="44"/>
                    <a:pt x="17" y="44"/>
                  </a:cubicBezTo>
                  <a:cubicBezTo>
                    <a:pt x="16" y="44"/>
                    <a:pt x="16" y="44"/>
                    <a:pt x="16" y="44"/>
                  </a:cubicBezTo>
                  <a:cubicBezTo>
                    <a:pt x="16" y="44"/>
                    <a:pt x="16" y="44"/>
                    <a:pt x="16" y="44"/>
                  </a:cubicBezTo>
                  <a:cubicBezTo>
                    <a:pt x="16" y="44"/>
                    <a:pt x="16" y="44"/>
                    <a:pt x="16" y="44"/>
                  </a:cubicBezTo>
                  <a:cubicBezTo>
                    <a:pt x="15" y="43"/>
                    <a:pt x="15" y="43"/>
                    <a:pt x="15" y="43"/>
                  </a:cubicBezTo>
                  <a:cubicBezTo>
                    <a:pt x="15" y="43"/>
                    <a:pt x="15" y="43"/>
                    <a:pt x="15" y="43"/>
                  </a:cubicBezTo>
                  <a:cubicBezTo>
                    <a:pt x="15" y="43"/>
                    <a:pt x="15" y="43"/>
                    <a:pt x="15" y="43"/>
                  </a:cubicBezTo>
                  <a:cubicBezTo>
                    <a:pt x="14" y="42"/>
                    <a:pt x="14" y="42"/>
                    <a:pt x="14" y="42"/>
                  </a:cubicBezTo>
                  <a:cubicBezTo>
                    <a:pt x="14" y="42"/>
                    <a:pt x="14" y="42"/>
                    <a:pt x="14" y="42"/>
                  </a:cubicBezTo>
                  <a:cubicBezTo>
                    <a:pt x="14" y="42"/>
                    <a:pt x="14" y="42"/>
                    <a:pt x="14" y="42"/>
                  </a:cubicBezTo>
                  <a:cubicBezTo>
                    <a:pt x="13" y="42"/>
                    <a:pt x="13" y="42"/>
                    <a:pt x="13" y="42"/>
                  </a:cubicBezTo>
                  <a:cubicBezTo>
                    <a:pt x="13" y="41"/>
                    <a:pt x="13" y="41"/>
                    <a:pt x="13" y="41"/>
                  </a:cubicBezTo>
                  <a:cubicBezTo>
                    <a:pt x="13" y="41"/>
                    <a:pt x="13" y="41"/>
                    <a:pt x="13" y="41"/>
                  </a:cubicBezTo>
                  <a:cubicBezTo>
                    <a:pt x="13" y="40"/>
                    <a:pt x="13" y="40"/>
                    <a:pt x="13" y="40"/>
                  </a:cubicBezTo>
                  <a:cubicBezTo>
                    <a:pt x="11" y="42"/>
                    <a:pt x="11" y="42"/>
                    <a:pt x="11" y="42"/>
                  </a:cubicBezTo>
                  <a:cubicBezTo>
                    <a:pt x="11" y="42"/>
                    <a:pt x="11" y="42"/>
                    <a:pt x="11" y="42"/>
                  </a:cubicBezTo>
                  <a:cubicBezTo>
                    <a:pt x="11" y="42"/>
                    <a:pt x="11" y="42"/>
                    <a:pt x="11" y="42"/>
                  </a:cubicBezTo>
                  <a:cubicBezTo>
                    <a:pt x="10" y="42"/>
                    <a:pt x="10" y="42"/>
                    <a:pt x="10" y="42"/>
                  </a:cubicBezTo>
                  <a:cubicBezTo>
                    <a:pt x="8" y="44"/>
                    <a:pt x="8" y="44"/>
                    <a:pt x="8" y="44"/>
                  </a:cubicBezTo>
                  <a:cubicBezTo>
                    <a:pt x="8" y="44"/>
                    <a:pt x="8" y="44"/>
                    <a:pt x="8" y="44"/>
                  </a:cubicBezTo>
                  <a:cubicBezTo>
                    <a:pt x="7" y="44"/>
                    <a:pt x="7" y="44"/>
                    <a:pt x="7" y="44"/>
                  </a:cubicBezTo>
                  <a:cubicBezTo>
                    <a:pt x="6" y="44"/>
                    <a:pt x="6" y="44"/>
                    <a:pt x="6" y="44"/>
                  </a:cubicBezTo>
                  <a:cubicBezTo>
                    <a:pt x="6" y="44"/>
                    <a:pt x="6" y="44"/>
                    <a:pt x="6" y="44"/>
                  </a:cubicBezTo>
                  <a:cubicBezTo>
                    <a:pt x="6" y="44"/>
                    <a:pt x="6" y="44"/>
                    <a:pt x="6" y="44"/>
                  </a:cubicBezTo>
                  <a:cubicBezTo>
                    <a:pt x="5" y="43"/>
                    <a:pt x="5" y="43"/>
                    <a:pt x="4" y="42"/>
                  </a:cubicBezTo>
                  <a:cubicBezTo>
                    <a:pt x="4" y="42"/>
                    <a:pt x="3" y="43"/>
                    <a:pt x="1" y="44"/>
                  </a:cubicBezTo>
                  <a:cubicBezTo>
                    <a:pt x="2" y="44"/>
                    <a:pt x="2" y="44"/>
                    <a:pt x="2" y="44"/>
                  </a:cubicBezTo>
                  <a:cubicBezTo>
                    <a:pt x="3" y="44"/>
                    <a:pt x="3" y="44"/>
                    <a:pt x="5" y="45"/>
                  </a:cubicBezTo>
                  <a:cubicBezTo>
                    <a:pt x="5" y="45"/>
                    <a:pt x="5" y="45"/>
                    <a:pt x="5" y="45"/>
                  </a:cubicBezTo>
                  <a:cubicBezTo>
                    <a:pt x="7" y="45"/>
                    <a:pt x="8" y="44"/>
                    <a:pt x="8" y="44"/>
                  </a:cubicBezTo>
                  <a:cubicBezTo>
                    <a:pt x="9" y="44"/>
                    <a:pt x="11" y="42"/>
                    <a:pt x="12" y="42"/>
                  </a:cubicBezTo>
                  <a:cubicBezTo>
                    <a:pt x="12" y="42"/>
                    <a:pt x="12" y="42"/>
                    <a:pt x="12" y="42"/>
                  </a:cubicBezTo>
                  <a:cubicBezTo>
                    <a:pt x="13" y="42"/>
                    <a:pt x="15" y="43"/>
                    <a:pt x="16" y="44"/>
                  </a:cubicBezTo>
                  <a:cubicBezTo>
                    <a:pt x="17" y="44"/>
                    <a:pt x="18" y="45"/>
                    <a:pt x="19" y="45"/>
                  </a:cubicBezTo>
                  <a:cubicBezTo>
                    <a:pt x="19" y="45"/>
                    <a:pt x="19" y="45"/>
                    <a:pt x="19" y="45"/>
                  </a:cubicBezTo>
                  <a:cubicBezTo>
                    <a:pt x="20" y="45"/>
                    <a:pt x="22" y="43"/>
                    <a:pt x="24" y="43"/>
                  </a:cubicBezTo>
                  <a:lnTo>
                    <a:pt x="22" y="42"/>
                  </a:lnTo>
                  <a:close/>
                  <a:moveTo>
                    <a:pt x="37" y="42"/>
                  </a:moveTo>
                  <a:cubicBezTo>
                    <a:pt x="39" y="42"/>
                    <a:pt x="39" y="42"/>
                    <a:pt x="39" y="42"/>
                  </a:cubicBezTo>
                  <a:cubicBezTo>
                    <a:pt x="39" y="42"/>
                    <a:pt x="39" y="42"/>
                    <a:pt x="39" y="42"/>
                  </a:cubicBezTo>
                  <a:cubicBezTo>
                    <a:pt x="38" y="41"/>
                    <a:pt x="38" y="41"/>
                    <a:pt x="38" y="41"/>
                  </a:cubicBezTo>
                  <a:cubicBezTo>
                    <a:pt x="38" y="41"/>
                    <a:pt x="38" y="41"/>
                    <a:pt x="38" y="41"/>
                  </a:cubicBezTo>
                  <a:cubicBezTo>
                    <a:pt x="38" y="41"/>
                    <a:pt x="38" y="41"/>
                    <a:pt x="38" y="41"/>
                  </a:cubicBezTo>
                  <a:cubicBezTo>
                    <a:pt x="38" y="40"/>
                    <a:pt x="38" y="40"/>
                    <a:pt x="38" y="40"/>
                  </a:cubicBezTo>
                  <a:cubicBezTo>
                    <a:pt x="37" y="40"/>
                    <a:pt x="37" y="40"/>
                    <a:pt x="37" y="40"/>
                  </a:cubicBezTo>
                  <a:cubicBezTo>
                    <a:pt x="37" y="40"/>
                    <a:pt x="37" y="40"/>
                    <a:pt x="37" y="40"/>
                  </a:cubicBezTo>
                  <a:cubicBezTo>
                    <a:pt x="36" y="38"/>
                    <a:pt x="36" y="38"/>
                    <a:pt x="36" y="38"/>
                  </a:cubicBezTo>
                  <a:cubicBezTo>
                    <a:pt x="34" y="39"/>
                    <a:pt x="34" y="39"/>
                    <a:pt x="34" y="39"/>
                  </a:cubicBezTo>
                  <a:cubicBezTo>
                    <a:pt x="34" y="39"/>
                    <a:pt x="34" y="39"/>
                    <a:pt x="34" y="39"/>
                  </a:cubicBezTo>
                  <a:cubicBezTo>
                    <a:pt x="35" y="39"/>
                    <a:pt x="35" y="39"/>
                    <a:pt x="35" y="39"/>
                  </a:cubicBezTo>
                  <a:cubicBezTo>
                    <a:pt x="35" y="40"/>
                    <a:pt x="35" y="40"/>
                    <a:pt x="35" y="40"/>
                  </a:cubicBezTo>
                  <a:cubicBezTo>
                    <a:pt x="35" y="40"/>
                    <a:pt x="35" y="40"/>
                    <a:pt x="35" y="40"/>
                  </a:cubicBezTo>
                  <a:cubicBezTo>
                    <a:pt x="35" y="40"/>
                    <a:pt x="35" y="40"/>
                    <a:pt x="35" y="40"/>
                  </a:cubicBezTo>
                  <a:cubicBezTo>
                    <a:pt x="35" y="40"/>
                    <a:pt x="35" y="40"/>
                    <a:pt x="35" y="40"/>
                  </a:cubicBezTo>
                  <a:cubicBezTo>
                    <a:pt x="36" y="40"/>
                    <a:pt x="36" y="40"/>
                    <a:pt x="36" y="40"/>
                  </a:cubicBezTo>
                  <a:cubicBezTo>
                    <a:pt x="36" y="40"/>
                    <a:pt x="36" y="40"/>
                    <a:pt x="36" y="40"/>
                  </a:cubicBezTo>
                  <a:cubicBezTo>
                    <a:pt x="36" y="41"/>
                    <a:pt x="36" y="41"/>
                    <a:pt x="36" y="41"/>
                  </a:cubicBezTo>
                  <a:lnTo>
                    <a:pt x="37" y="42"/>
                  </a:lnTo>
                  <a:close/>
                  <a:moveTo>
                    <a:pt x="17" y="21"/>
                  </a:moveTo>
                  <a:cubicBezTo>
                    <a:pt x="10" y="21"/>
                    <a:pt x="10" y="21"/>
                    <a:pt x="10" y="21"/>
                  </a:cubicBezTo>
                  <a:cubicBezTo>
                    <a:pt x="9" y="24"/>
                    <a:pt x="9" y="24"/>
                    <a:pt x="9" y="24"/>
                  </a:cubicBezTo>
                  <a:cubicBezTo>
                    <a:pt x="17" y="24"/>
                    <a:pt x="17" y="24"/>
                    <a:pt x="17" y="24"/>
                  </a:cubicBezTo>
                  <a:lnTo>
                    <a:pt x="17" y="21"/>
                  </a:lnTo>
                  <a:close/>
                  <a:moveTo>
                    <a:pt x="32" y="9"/>
                  </a:moveTo>
                  <a:cubicBezTo>
                    <a:pt x="32" y="10"/>
                    <a:pt x="32" y="10"/>
                    <a:pt x="32" y="10"/>
                  </a:cubicBezTo>
                  <a:cubicBezTo>
                    <a:pt x="39" y="10"/>
                    <a:pt x="39" y="10"/>
                    <a:pt x="39" y="10"/>
                  </a:cubicBezTo>
                  <a:cubicBezTo>
                    <a:pt x="38" y="9"/>
                    <a:pt x="38" y="9"/>
                    <a:pt x="38" y="9"/>
                  </a:cubicBezTo>
                  <a:lnTo>
                    <a:pt x="32" y="9"/>
                  </a:lnTo>
                  <a:close/>
                  <a:moveTo>
                    <a:pt x="39" y="14"/>
                  </a:moveTo>
                  <a:cubicBezTo>
                    <a:pt x="39" y="11"/>
                    <a:pt x="39" y="11"/>
                    <a:pt x="39" y="11"/>
                  </a:cubicBezTo>
                  <a:cubicBezTo>
                    <a:pt x="36" y="11"/>
                    <a:pt x="36" y="11"/>
                    <a:pt x="36" y="11"/>
                  </a:cubicBezTo>
                  <a:cubicBezTo>
                    <a:pt x="36" y="14"/>
                    <a:pt x="36" y="14"/>
                    <a:pt x="36" y="14"/>
                  </a:cubicBezTo>
                  <a:lnTo>
                    <a:pt x="39" y="14"/>
                  </a:lnTo>
                  <a:close/>
                  <a:moveTo>
                    <a:pt x="40" y="15"/>
                  </a:moveTo>
                  <a:cubicBezTo>
                    <a:pt x="33" y="15"/>
                    <a:pt x="33" y="15"/>
                    <a:pt x="33" y="15"/>
                  </a:cubicBezTo>
                  <a:cubicBezTo>
                    <a:pt x="33" y="17"/>
                    <a:pt x="33" y="17"/>
                    <a:pt x="33" y="17"/>
                  </a:cubicBezTo>
                  <a:cubicBezTo>
                    <a:pt x="40" y="17"/>
                    <a:pt x="40" y="17"/>
                    <a:pt x="40" y="17"/>
                  </a:cubicBezTo>
                  <a:lnTo>
                    <a:pt x="40" y="15"/>
                  </a:lnTo>
                  <a:close/>
                  <a:moveTo>
                    <a:pt x="34" y="24"/>
                  </a:moveTo>
                  <a:cubicBezTo>
                    <a:pt x="41" y="24"/>
                    <a:pt x="41" y="24"/>
                    <a:pt x="41" y="24"/>
                  </a:cubicBezTo>
                  <a:cubicBezTo>
                    <a:pt x="41" y="21"/>
                    <a:pt x="41" y="21"/>
                    <a:pt x="41" y="21"/>
                  </a:cubicBezTo>
                  <a:cubicBezTo>
                    <a:pt x="34" y="21"/>
                    <a:pt x="34" y="21"/>
                    <a:pt x="34" y="21"/>
                  </a:cubicBezTo>
                  <a:lnTo>
                    <a:pt x="34" y="24"/>
                  </a:lnTo>
                  <a:close/>
                  <a:moveTo>
                    <a:pt x="37" y="17"/>
                  </a:moveTo>
                  <a:cubicBezTo>
                    <a:pt x="37" y="20"/>
                    <a:pt x="37" y="20"/>
                    <a:pt x="37" y="20"/>
                  </a:cubicBezTo>
                  <a:cubicBezTo>
                    <a:pt x="41" y="20"/>
                    <a:pt x="41" y="20"/>
                    <a:pt x="41" y="20"/>
                  </a:cubicBezTo>
                  <a:cubicBezTo>
                    <a:pt x="40" y="17"/>
                    <a:pt x="40" y="17"/>
                    <a:pt x="40" y="17"/>
                  </a:cubicBezTo>
                  <a:lnTo>
                    <a:pt x="37" y="17"/>
                  </a:lnTo>
                  <a:close/>
                  <a:moveTo>
                    <a:pt x="13" y="17"/>
                  </a:moveTo>
                  <a:cubicBezTo>
                    <a:pt x="10" y="17"/>
                    <a:pt x="10" y="17"/>
                    <a:pt x="10" y="17"/>
                  </a:cubicBezTo>
                  <a:cubicBezTo>
                    <a:pt x="10" y="20"/>
                    <a:pt x="10" y="20"/>
                    <a:pt x="10" y="20"/>
                  </a:cubicBezTo>
                  <a:cubicBezTo>
                    <a:pt x="13" y="20"/>
                    <a:pt x="13" y="20"/>
                    <a:pt x="13" y="20"/>
                  </a:cubicBezTo>
                  <a:lnTo>
                    <a:pt x="13" y="17"/>
                  </a:lnTo>
                  <a:close/>
                  <a:moveTo>
                    <a:pt x="11" y="14"/>
                  </a:moveTo>
                  <a:cubicBezTo>
                    <a:pt x="14" y="14"/>
                    <a:pt x="14" y="14"/>
                    <a:pt x="14" y="14"/>
                  </a:cubicBezTo>
                  <a:cubicBezTo>
                    <a:pt x="14" y="11"/>
                    <a:pt x="14" y="11"/>
                    <a:pt x="14" y="11"/>
                  </a:cubicBezTo>
                  <a:cubicBezTo>
                    <a:pt x="12" y="11"/>
                    <a:pt x="12" y="11"/>
                    <a:pt x="12" y="11"/>
                  </a:cubicBezTo>
                  <a:lnTo>
                    <a:pt x="11" y="14"/>
                  </a:lnTo>
                  <a:close/>
                  <a:moveTo>
                    <a:pt x="18" y="15"/>
                  </a:moveTo>
                  <a:cubicBezTo>
                    <a:pt x="11" y="15"/>
                    <a:pt x="11" y="15"/>
                    <a:pt x="11" y="15"/>
                  </a:cubicBezTo>
                  <a:cubicBezTo>
                    <a:pt x="10" y="17"/>
                    <a:pt x="10" y="17"/>
                    <a:pt x="10" y="17"/>
                  </a:cubicBezTo>
                  <a:cubicBezTo>
                    <a:pt x="18" y="17"/>
                    <a:pt x="18" y="17"/>
                    <a:pt x="18" y="17"/>
                  </a:cubicBezTo>
                  <a:lnTo>
                    <a:pt x="18" y="15"/>
                  </a:lnTo>
                  <a:close/>
                  <a:moveTo>
                    <a:pt x="10" y="6"/>
                  </a:moveTo>
                  <a:cubicBezTo>
                    <a:pt x="12" y="8"/>
                    <a:pt x="12" y="8"/>
                    <a:pt x="12" y="8"/>
                  </a:cubicBezTo>
                  <a:cubicBezTo>
                    <a:pt x="38" y="8"/>
                    <a:pt x="38" y="8"/>
                    <a:pt x="38" y="8"/>
                  </a:cubicBezTo>
                  <a:cubicBezTo>
                    <a:pt x="38" y="8"/>
                    <a:pt x="38" y="8"/>
                    <a:pt x="38" y="8"/>
                  </a:cubicBezTo>
                  <a:cubicBezTo>
                    <a:pt x="40" y="6"/>
                    <a:pt x="40" y="6"/>
                    <a:pt x="40" y="6"/>
                  </a:cubicBezTo>
                  <a:lnTo>
                    <a:pt x="10" y="6"/>
                  </a:lnTo>
                  <a:close/>
                  <a:moveTo>
                    <a:pt x="18" y="9"/>
                  </a:moveTo>
                  <a:cubicBezTo>
                    <a:pt x="12" y="9"/>
                    <a:pt x="12" y="9"/>
                    <a:pt x="12" y="9"/>
                  </a:cubicBezTo>
                  <a:cubicBezTo>
                    <a:pt x="12" y="10"/>
                    <a:pt x="12" y="10"/>
                    <a:pt x="12" y="10"/>
                  </a:cubicBezTo>
                  <a:cubicBezTo>
                    <a:pt x="18" y="10"/>
                    <a:pt x="18" y="10"/>
                    <a:pt x="18" y="10"/>
                  </a:cubicBezTo>
                  <a:lnTo>
                    <a:pt x="18"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nvGrpSpPr>
          <p:cNvPr id="136" name="Grupo 135">
            <a:extLst>
              <a:ext uri="{FF2B5EF4-FFF2-40B4-BE49-F238E27FC236}">
                <a16:creationId xmlns:a16="http://schemas.microsoft.com/office/drawing/2014/main" id="{947265B8-5B32-4D49-A74F-51EBC6841500}"/>
              </a:ext>
            </a:extLst>
          </p:cNvPr>
          <p:cNvGrpSpPr/>
          <p:nvPr userDrawn="1"/>
        </p:nvGrpSpPr>
        <p:grpSpPr>
          <a:xfrm>
            <a:off x="9269672" y="352811"/>
            <a:ext cx="1108652" cy="538385"/>
            <a:chOff x="3838575" y="2246313"/>
            <a:chExt cx="1931988" cy="938213"/>
          </a:xfrm>
        </p:grpSpPr>
        <p:sp>
          <p:nvSpPr>
            <p:cNvPr id="137" name="Rectangle 5">
              <a:extLst>
                <a:ext uri="{FF2B5EF4-FFF2-40B4-BE49-F238E27FC236}">
                  <a16:creationId xmlns:a16="http://schemas.microsoft.com/office/drawing/2014/main" id="{02E920ED-FF17-4757-A98D-1F7CAD73843D}"/>
                </a:ext>
              </a:extLst>
            </p:cNvPr>
            <p:cNvSpPr>
              <a:spLocks noChangeArrowheads="1"/>
            </p:cNvSpPr>
            <p:nvPr/>
          </p:nvSpPr>
          <p:spPr bwMode="auto">
            <a:xfrm>
              <a:off x="3838575" y="2246313"/>
              <a:ext cx="1931988" cy="938213"/>
            </a:xfrm>
            <a:prstGeom prst="rect">
              <a:avLst/>
            </a:prstGeom>
            <a:solidFill>
              <a:srgbClr val="00B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8" name="Freeform 37">
              <a:extLst>
                <a:ext uri="{FF2B5EF4-FFF2-40B4-BE49-F238E27FC236}">
                  <a16:creationId xmlns:a16="http://schemas.microsoft.com/office/drawing/2014/main" id="{BC1CB73D-9D60-4103-8D2B-B2BFF2415768}"/>
                </a:ext>
              </a:extLst>
            </p:cNvPr>
            <p:cNvSpPr>
              <a:spLocks noEditPoints="1"/>
            </p:cNvSpPr>
            <p:nvPr/>
          </p:nvSpPr>
          <p:spPr bwMode="auto">
            <a:xfrm>
              <a:off x="3968750" y="2727325"/>
              <a:ext cx="1668463" cy="123825"/>
            </a:xfrm>
            <a:custGeom>
              <a:avLst/>
              <a:gdLst>
                <a:gd name="T0" fmla="*/ 768 w 770"/>
                <a:gd name="T1" fmla="*/ 17 h 57"/>
                <a:gd name="T2" fmla="*/ 743 w 770"/>
                <a:gd name="T3" fmla="*/ 44 h 57"/>
                <a:gd name="T4" fmla="*/ 715 w 770"/>
                <a:gd name="T5" fmla="*/ 22 h 57"/>
                <a:gd name="T6" fmla="*/ 720 w 770"/>
                <a:gd name="T7" fmla="*/ 17 h 57"/>
                <a:gd name="T8" fmla="*/ 704 w 770"/>
                <a:gd name="T9" fmla="*/ 51 h 57"/>
                <a:gd name="T10" fmla="*/ 689 w 770"/>
                <a:gd name="T11" fmla="*/ 56 h 57"/>
                <a:gd name="T12" fmla="*/ 669 w 770"/>
                <a:gd name="T13" fmla="*/ 20 h 57"/>
                <a:gd name="T14" fmla="*/ 662 w 770"/>
                <a:gd name="T15" fmla="*/ 48 h 57"/>
                <a:gd name="T16" fmla="*/ 662 w 770"/>
                <a:gd name="T17" fmla="*/ 17 h 57"/>
                <a:gd name="T18" fmla="*/ 607 w 770"/>
                <a:gd name="T19" fmla="*/ 17 h 57"/>
                <a:gd name="T20" fmla="*/ 593 w 770"/>
                <a:gd name="T21" fmla="*/ 17 h 57"/>
                <a:gd name="T22" fmla="*/ 597 w 770"/>
                <a:gd name="T23" fmla="*/ 56 h 57"/>
                <a:gd name="T24" fmla="*/ 610 w 770"/>
                <a:gd name="T25" fmla="*/ 56 h 57"/>
                <a:gd name="T26" fmla="*/ 563 w 770"/>
                <a:gd name="T27" fmla="*/ 51 h 57"/>
                <a:gd name="T28" fmla="*/ 560 w 770"/>
                <a:gd name="T29" fmla="*/ 29 h 57"/>
                <a:gd name="T30" fmla="*/ 568 w 770"/>
                <a:gd name="T31" fmla="*/ 17 h 57"/>
                <a:gd name="T32" fmla="*/ 569 w 770"/>
                <a:gd name="T33" fmla="*/ 56 h 57"/>
                <a:gd name="T34" fmla="*/ 511 w 770"/>
                <a:gd name="T35" fmla="*/ 17 h 57"/>
                <a:gd name="T36" fmla="*/ 504 w 770"/>
                <a:gd name="T37" fmla="*/ 54 h 57"/>
                <a:gd name="T38" fmla="*/ 504 w 770"/>
                <a:gd name="T39" fmla="*/ 29 h 57"/>
                <a:gd name="T40" fmla="*/ 453 w 770"/>
                <a:gd name="T41" fmla="*/ 17 h 57"/>
                <a:gd name="T42" fmla="*/ 430 w 770"/>
                <a:gd name="T43" fmla="*/ 17 h 57"/>
                <a:gd name="T44" fmla="*/ 422 w 770"/>
                <a:gd name="T45" fmla="*/ 56 h 57"/>
                <a:gd name="T46" fmla="*/ 379 w 770"/>
                <a:gd name="T47" fmla="*/ 41 h 57"/>
                <a:gd name="T48" fmla="*/ 395 w 770"/>
                <a:gd name="T49" fmla="*/ 56 h 57"/>
                <a:gd name="T50" fmla="*/ 350 w 770"/>
                <a:gd name="T51" fmla="*/ 56 h 57"/>
                <a:gd name="T52" fmla="*/ 377 w 770"/>
                <a:gd name="T53" fmla="*/ 52 h 57"/>
                <a:gd name="T54" fmla="*/ 347 w 770"/>
                <a:gd name="T55" fmla="*/ 20 h 57"/>
                <a:gd name="T56" fmla="*/ 327 w 770"/>
                <a:gd name="T57" fmla="*/ 56 h 57"/>
                <a:gd name="T58" fmla="*/ 310 w 770"/>
                <a:gd name="T59" fmla="*/ 28 h 57"/>
                <a:gd name="T60" fmla="*/ 320 w 770"/>
                <a:gd name="T61" fmla="*/ 52 h 57"/>
                <a:gd name="T62" fmla="*/ 284 w 770"/>
                <a:gd name="T63" fmla="*/ 17 h 57"/>
                <a:gd name="T64" fmla="*/ 303 w 770"/>
                <a:gd name="T65" fmla="*/ 52 h 57"/>
                <a:gd name="T66" fmla="*/ 275 w 770"/>
                <a:gd name="T67" fmla="*/ 45 h 57"/>
                <a:gd name="T68" fmla="*/ 271 w 770"/>
                <a:gd name="T69" fmla="*/ 42 h 57"/>
                <a:gd name="T70" fmla="*/ 270 w 770"/>
                <a:gd name="T71" fmla="*/ 27 h 57"/>
                <a:gd name="T72" fmla="*/ 245 w 770"/>
                <a:gd name="T73" fmla="*/ 52 h 57"/>
                <a:gd name="T74" fmla="*/ 238 w 770"/>
                <a:gd name="T75" fmla="*/ 20 h 57"/>
                <a:gd name="T76" fmla="*/ 218 w 770"/>
                <a:gd name="T77" fmla="*/ 56 h 57"/>
                <a:gd name="T78" fmla="*/ 199 w 770"/>
                <a:gd name="T79" fmla="*/ 35 h 57"/>
                <a:gd name="T80" fmla="*/ 171 w 770"/>
                <a:gd name="T81" fmla="*/ 21 h 57"/>
                <a:gd name="T82" fmla="*/ 177 w 770"/>
                <a:gd name="T83" fmla="*/ 34 h 57"/>
                <a:gd name="T84" fmla="*/ 211 w 770"/>
                <a:gd name="T85" fmla="*/ 20 h 57"/>
                <a:gd name="T86" fmla="*/ 145 w 770"/>
                <a:gd name="T87" fmla="*/ 38 h 57"/>
                <a:gd name="T88" fmla="*/ 138 w 770"/>
                <a:gd name="T89" fmla="*/ 21 h 57"/>
                <a:gd name="T90" fmla="*/ 131 w 770"/>
                <a:gd name="T91" fmla="*/ 21 h 57"/>
                <a:gd name="T92" fmla="*/ 102 w 770"/>
                <a:gd name="T93" fmla="*/ 35 h 57"/>
                <a:gd name="T94" fmla="*/ 108 w 770"/>
                <a:gd name="T95" fmla="*/ 22 h 57"/>
                <a:gd name="T96" fmla="*/ 115 w 770"/>
                <a:gd name="T97" fmla="*/ 54 h 57"/>
                <a:gd name="T98" fmla="*/ 62 w 770"/>
                <a:gd name="T99" fmla="*/ 21 h 57"/>
                <a:gd name="T100" fmla="*/ 27 w 770"/>
                <a:gd name="T101" fmla="*/ 20 h 57"/>
                <a:gd name="T102" fmla="*/ 40 w 770"/>
                <a:gd name="T103" fmla="*/ 51 h 57"/>
                <a:gd name="T104" fmla="*/ 69 w 770"/>
                <a:gd name="T105" fmla="*/ 21 h 57"/>
                <a:gd name="T106" fmla="*/ 20 w 770"/>
                <a:gd name="T107" fmla="*/ 17 h 57"/>
                <a:gd name="T108" fmla="*/ 20 w 770"/>
                <a:gd name="T109" fmla="*/ 5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70" h="57">
                  <a:moveTo>
                    <a:pt x="770" y="44"/>
                  </a:moveTo>
                  <a:cubicBezTo>
                    <a:pt x="770" y="31"/>
                    <a:pt x="750" y="35"/>
                    <a:pt x="750" y="27"/>
                  </a:cubicBezTo>
                  <a:cubicBezTo>
                    <a:pt x="750" y="23"/>
                    <a:pt x="752" y="21"/>
                    <a:pt x="758" y="21"/>
                  </a:cubicBezTo>
                  <a:cubicBezTo>
                    <a:pt x="759" y="21"/>
                    <a:pt x="761" y="21"/>
                    <a:pt x="762" y="21"/>
                  </a:cubicBezTo>
                  <a:cubicBezTo>
                    <a:pt x="763" y="23"/>
                    <a:pt x="763" y="25"/>
                    <a:pt x="763" y="28"/>
                  </a:cubicBezTo>
                  <a:cubicBezTo>
                    <a:pt x="768" y="28"/>
                    <a:pt x="768" y="28"/>
                    <a:pt x="768" y="28"/>
                  </a:cubicBezTo>
                  <a:cubicBezTo>
                    <a:pt x="768" y="17"/>
                    <a:pt x="768" y="17"/>
                    <a:pt x="768" y="17"/>
                  </a:cubicBezTo>
                  <a:cubicBezTo>
                    <a:pt x="765" y="16"/>
                    <a:pt x="761" y="16"/>
                    <a:pt x="758" y="16"/>
                  </a:cubicBezTo>
                  <a:cubicBezTo>
                    <a:pt x="748" y="16"/>
                    <a:pt x="742" y="21"/>
                    <a:pt x="742" y="28"/>
                  </a:cubicBezTo>
                  <a:cubicBezTo>
                    <a:pt x="742" y="40"/>
                    <a:pt x="763" y="36"/>
                    <a:pt x="763" y="45"/>
                  </a:cubicBezTo>
                  <a:cubicBezTo>
                    <a:pt x="763" y="50"/>
                    <a:pt x="758" y="51"/>
                    <a:pt x="754" y="51"/>
                  </a:cubicBezTo>
                  <a:cubicBezTo>
                    <a:pt x="752" y="51"/>
                    <a:pt x="750" y="51"/>
                    <a:pt x="749" y="51"/>
                  </a:cubicBezTo>
                  <a:cubicBezTo>
                    <a:pt x="748" y="49"/>
                    <a:pt x="748" y="47"/>
                    <a:pt x="748" y="44"/>
                  </a:cubicBezTo>
                  <a:cubicBezTo>
                    <a:pt x="743" y="44"/>
                    <a:pt x="743" y="44"/>
                    <a:pt x="743" y="44"/>
                  </a:cubicBezTo>
                  <a:cubicBezTo>
                    <a:pt x="743" y="55"/>
                    <a:pt x="743" y="55"/>
                    <a:pt x="743" y="55"/>
                  </a:cubicBezTo>
                  <a:cubicBezTo>
                    <a:pt x="746" y="56"/>
                    <a:pt x="750" y="57"/>
                    <a:pt x="753" y="57"/>
                  </a:cubicBezTo>
                  <a:cubicBezTo>
                    <a:pt x="763" y="57"/>
                    <a:pt x="770" y="52"/>
                    <a:pt x="770" y="44"/>
                  </a:cubicBezTo>
                  <a:moveTo>
                    <a:pt x="722" y="41"/>
                  </a:moveTo>
                  <a:cubicBezTo>
                    <a:pt x="708" y="41"/>
                    <a:pt x="708" y="41"/>
                    <a:pt x="708" y="41"/>
                  </a:cubicBezTo>
                  <a:cubicBezTo>
                    <a:pt x="713" y="29"/>
                    <a:pt x="713" y="29"/>
                    <a:pt x="713" y="29"/>
                  </a:cubicBezTo>
                  <a:cubicBezTo>
                    <a:pt x="713" y="27"/>
                    <a:pt x="714" y="24"/>
                    <a:pt x="715" y="22"/>
                  </a:cubicBezTo>
                  <a:cubicBezTo>
                    <a:pt x="715" y="22"/>
                    <a:pt x="715" y="22"/>
                    <a:pt x="715" y="22"/>
                  </a:cubicBezTo>
                  <a:cubicBezTo>
                    <a:pt x="715" y="24"/>
                    <a:pt x="716" y="27"/>
                    <a:pt x="717" y="29"/>
                  </a:cubicBezTo>
                  <a:lnTo>
                    <a:pt x="722" y="41"/>
                  </a:lnTo>
                  <a:close/>
                  <a:moveTo>
                    <a:pt x="737" y="56"/>
                  </a:moveTo>
                  <a:cubicBezTo>
                    <a:pt x="737" y="52"/>
                    <a:pt x="737" y="52"/>
                    <a:pt x="737" y="52"/>
                  </a:cubicBezTo>
                  <a:cubicBezTo>
                    <a:pt x="736" y="52"/>
                    <a:pt x="734" y="51"/>
                    <a:pt x="733" y="51"/>
                  </a:cubicBezTo>
                  <a:cubicBezTo>
                    <a:pt x="720" y="17"/>
                    <a:pt x="720" y="17"/>
                    <a:pt x="720" y="17"/>
                  </a:cubicBezTo>
                  <a:cubicBezTo>
                    <a:pt x="711" y="17"/>
                    <a:pt x="711" y="17"/>
                    <a:pt x="711" y="17"/>
                  </a:cubicBezTo>
                  <a:cubicBezTo>
                    <a:pt x="697" y="51"/>
                    <a:pt x="697" y="51"/>
                    <a:pt x="697" y="51"/>
                  </a:cubicBezTo>
                  <a:cubicBezTo>
                    <a:pt x="696" y="51"/>
                    <a:pt x="694" y="52"/>
                    <a:pt x="693" y="52"/>
                  </a:cubicBezTo>
                  <a:cubicBezTo>
                    <a:pt x="693" y="56"/>
                    <a:pt x="693" y="56"/>
                    <a:pt x="693" y="56"/>
                  </a:cubicBezTo>
                  <a:cubicBezTo>
                    <a:pt x="710" y="56"/>
                    <a:pt x="710" y="56"/>
                    <a:pt x="710" y="56"/>
                  </a:cubicBezTo>
                  <a:cubicBezTo>
                    <a:pt x="710" y="52"/>
                    <a:pt x="710" y="52"/>
                    <a:pt x="710" y="52"/>
                  </a:cubicBezTo>
                  <a:cubicBezTo>
                    <a:pt x="708" y="52"/>
                    <a:pt x="706" y="51"/>
                    <a:pt x="704" y="51"/>
                  </a:cubicBezTo>
                  <a:cubicBezTo>
                    <a:pt x="706" y="46"/>
                    <a:pt x="706" y="46"/>
                    <a:pt x="706" y="46"/>
                  </a:cubicBezTo>
                  <a:cubicBezTo>
                    <a:pt x="723" y="46"/>
                    <a:pt x="723" y="46"/>
                    <a:pt x="723" y="46"/>
                  </a:cubicBezTo>
                  <a:cubicBezTo>
                    <a:pt x="725" y="51"/>
                    <a:pt x="725" y="51"/>
                    <a:pt x="725" y="51"/>
                  </a:cubicBezTo>
                  <a:cubicBezTo>
                    <a:pt x="723" y="51"/>
                    <a:pt x="721" y="52"/>
                    <a:pt x="719" y="52"/>
                  </a:cubicBezTo>
                  <a:cubicBezTo>
                    <a:pt x="719" y="56"/>
                    <a:pt x="719" y="56"/>
                    <a:pt x="719" y="56"/>
                  </a:cubicBezTo>
                  <a:lnTo>
                    <a:pt x="737" y="56"/>
                  </a:lnTo>
                  <a:close/>
                  <a:moveTo>
                    <a:pt x="689" y="56"/>
                  </a:moveTo>
                  <a:cubicBezTo>
                    <a:pt x="689" y="52"/>
                    <a:pt x="689" y="52"/>
                    <a:pt x="689" y="52"/>
                  </a:cubicBezTo>
                  <a:cubicBezTo>
                    <a:pt x="687" y="52"/>
                    <a:pt x="685" y="51"/>
                    <a:pt x="683" y="51"/>
                  </a:cubicBezTo>
                  <a:cubicBezTo>
                    <a:pt x="683" y="21"/>
                    <a:pt x="683" y="21"/>
                    <a:pt x="683" y="21"/>
                  </a:cubicBezTo>
                  <a:cubicBezTo>
                    <a:pt x="685" y="21"/>
                    <a:pt x="687" y="21"/>
                    <a:pt x="689" y="20"/>
                  </a:cubicBezTo>
                  <a:cubicBezTo>
                    <a:pt x="689" y="17"/>
                    <a:pt x="689" y="17"/>
                    <a:pt x="689" y="17"/>
                  </a:cubicBezTo>
                  <a:cubicBezTo>
                    <a:pt x="669" y="17"/>
                    <a:pt x="669" y="17"/>
                    <a:pt x="669" y="17"/>
                  </a:cubicBezTo>
                  <a:cubicBezTo>
                    <a:pt x="669" y="20"/>
                    <a:pt x="669" y="20"/>
                    <a:pt x="669" y="20"/>
                  </a:cubicBezTo>
                  <a:cubicBezTo>
                    <a:pt x="671" y="21"/>
                    <a:pt x="674" y="21"/>
                    <a:pt x="676" y="21"/>
                  </a:cubicBezTo>
                  <a:cubicBezTo>
                    <a:pt x="676" y="51"/>
                    <a:pt x="676" y="51"/>
                    <a:pt x="676" y="51"/>
                  </a:cubicBezTo>
                  <a:cubicBezTo>
                    <a:pt x="674" y="51"/>
                    <a:pt x="671" y="52"/>
                    <a:pt x="669" y="52"/>
                  </a:cubicBezTo>
                  <a:cubicBezTo>
                    <a:pt x="669" y="56"/>
                    <a:pt x="669" y="56"/>
                    <a:pt x="669" y="56"/>
                  </a:cubicBezTo>
                  <a:lnTo>
                    <a:pt x="689" y="56"/>
                  </a:lnTo>
                  <a:close/>
                  <a:moveTo>
                    <a:pt x="662" y="54"/>
                  </a:moveTo>
                  <a:cubicBezTo>
                    <a:pt x="662" y="48"/>
                    <a:pt x="662" y="48"/>
                    <a:pt x="662" y="48"/>
                  </a:cubicBezTo>
                  <a:cubicBezTo>
                    <a:pt x="659" y="49"/>
                    <a:pt x="655" y="50"/>
                    <a:pt x="652" y="50"/>
                  </a:cubicBezTo>
                  <a:cubicBezTo>
                    <a:pt x="643" y="50"/>
                    <a:pt x="638" y="45"/>
                    <a:pt x="638" y="36"/>
                  </a:cubicBezTo>
                  <a:cubicBezTo>
                    <a:pt x="638" y="28"/>
                    <a:pt x="643" y="22"/>
                    <a:pt x="651" y="22"/>
                  </a:cubicBezTo>
                  <a:cubicBezTo>
                    <a:pt x="653" y="22"/>
                    <a:pt x="654" y="22"/>
                    <a:pt x="656" y="23"/>
                  </a:cubicBezTo>
                  <a:cubicBezTo>
                    <a:pt x="656" y="25"/>
                    <a:pt x="656" y="27"/>
                    <a:pt x="657" y="29"/>
                  </a:cubicBezTo>
                  <a:cubicBezTo>
                    <a:pt x="662" y="29"/>
                    <a:pt x="662" y="29"/>
                    <a:pt x="662" y="29"/>
                  </a:cubicBezTo>
                  <a:cubicBezTo>
                    <a:pt x="662" y="17"/>
                    <a:pt x="662" y="17"/>
                    <a:pt x="662" y="17"/>
                  </a:cubicBezTo>
                  <a:cubicBezTo>
                    <a:pt x="659" y="17"/>
                    <a:pt x="655" y="16"/>
                    <a:pt x="652" y="16"/>
                  </a:cubicBezTo>
                  <a:cubicBezTo>
                    <a:pt x="638" y="16"/>
                    <a:pt x="631" y="26"/>
                    <a:pt x="631" y="37"/>
                  </a:cubicBezTo>
                  <a:cubicBezTo>
                    <a:pt x="631" y="49"/>
                    <a:pt x="638" y="56"/>
                    <a:pt x="651" y="56"/>
                  </a:cubicBezTo>
                  <a:cubicBezTo>
                    <a:pt x="655" y="56"/>
                    <a:pt x="659" y="56"/>
                    <a:pt x="662" y="54"/>
                  </a:cubicBezTo>
                  <a:moveTo>
                    <a:pt x="625" y="20"/>
                  </a:moveTo>
                  <a:cubicBezTo>
                    <a:pt x="625" y="17"/>
                    <a:pt x="625" y="17"/>
                    <a:pt x="625" y="17"/>
                  </a:cubicBezTo>
                  <a:cubicBezTo>
                    <a:pt x="607" y="17"/>
                    <a:pt x="607" y="17"/>
                    <a:pt x="607" y="17"/>
                  </a:cubicBezTo>
                  <a:cubicBezTo>
                    <a:pt x="607" y="20"/>
                    <a:pt x="607" y="20"/>
                    <a:pt x="607" y="20"/>
                  </a:cubicBezTo>
                  <a:cubicBezTo>
                    <a:pt x="608" y="21"/>
                    <a:pt x="611" y="21"/>
                    <a:pt x="613" y="21"/>
                  </a:cubicBezTo>
                  <a:cubicBezTo>
                    <a:pt x="613" y="35"/>
                    <a:pt x="613" y="35"/>
                    <a:pt x="613" y="35"/>
                  </a:cubicBezTo>
                  <a:cubicBezTo>
                    <a:pt x="613" y="41"/>
                    <a:pt x="613" y="45"/>
                    <a:pt x="613" y="48"/>
                  </a:cubicBezTo>
                  <a:cubicBezTo>
                    <a:pt x="613" y="48"/>
                    <a:pt x="613" y="48"/>
                    <a:pt x="613" y="48"/>
                  </a:cubicBezTo>
                  <a:cubicBezTo>
                    <a:pt x="612" y="45"/>
                    <a:pt x="610" y="42"/>
                    <a:pt x="608" y="40"/>
                  </a:cubicBezTo>
                  <a:cubicBezTo>
                    <a:pt x="593" y="17"/>
                    <a:pt x="593" y="17"/>
                    <a:pt x="593" y="17"/>
                  </a:cubicBezTo>
                  <a:cubicBezTo>
                    <a:pt x="577" y="17"/>
                    <a:pt x="577" y="17"/>
                    <a:pt x="577" y="17"/>
                  </a:cubicBezTo>
                  <a:cubicBezTo>
                    <a:pt x="577" y="20"/>
                    <a:pt x="577" y="20"/>
                    <a:pt x="577" y="20"/>
                  </a:cubicBezTo>
                  <a:cubicBezTo>
                    <a:pt x="579" y="21"/>
                    <a:pt x="582" y="21"/>
                    <a:pt x="584" y="21"/>
                  </a:cubicBezTo>
                  <a:cubicBezTo>
                    <a:pt x="584" y="51"/>
                    <a:pt x="584" y="51"/>
                    <a:pt x="584" y="51"/>
                  </a:cubicBezTo>
                  <a:cubicBezTo>
                    <a:pt x="582" y="51"/>
                    <a:pt x="579" y="52"/>
                    <a:pt x="577" y="52"/>
                  </a:cubicBezTo>
                  <a:cubicBezTo>
                    <a:pt x="577" y="56"/>
                    <a:pt x="577" y="56"/>
                    <a:pt x="577" y="56"/>
                  </a:cubicBezTo>
                  <a:cubicBezTo>
                    <a:pt x="597" y="56"/>
                    <a:pt x="597" y="56"/>
                    <a:pt x="597" y="56"/>
                  </a:cubicBezTo>
                  <a:cubicBezTo>
                    <a:pt x="597" y="52"/>
                    <a:pt x="597" y="52"/>
                    <a:pt x="597" y="52"/>
                  </a:cubicBezTo>
                  <a:cubicBezTo>
                    <a:pt x="595" y="52"/>
                    <a:pt x="593" y="51"/>
                    <a:pt x="591" y="51"/>
                  </a:cubicBezTo>
                  <a:cubicBezTo>
                    <a:pt x="591" y="34"/>
                    <a:pt x="591" y="34"/>
                    <a:pt x="591" y="34"/>
                  </a:cubicBezTo>
                  <a:cubicBezTo>
                    <a:pt x="591" y="30"/>
                    <a:pt x="590" y="27"/>
                    <a:pt x="590" y="25"/>
                  </a:cubicBezTo>
                  <a:cubicBezTo>
                    <a:pt x="590" y="25"/>
                    <a:pt x="590" y="25"/>
                    <a:pt x="590" y="25"/>
                  </a:cubicBezTo>
                  <a:cubicBezTo>
                    <a:pt x="592" y="27"/>
                    <a:pt x="593" y="30"/>
                    <a:pt x="595" y="32"/>
                  </a:cubicBezTo>
                  <a:cubicBezTo>
                    <a:pt x="610" y="56"/>
                    <a:pt x="610" y="56"/>
                    <a:pt x="610" y="56"/>
                  </a:cubicBezTo>
                  <a:cubicBezTo>
                    <a:pt x="619" y="56"/>
                    <a:pt x="619" y="56"/>
                    <a:pt x="619" y="56"/>
                  </a:cubicBezTo>
                  <a:cubicBezTo>
                    <a:pt x="619" y="21"/>
                    <a:pt x="619" y="21"/>
                    <a:pt x="619" y="21"/>
                  </a:cubicBezTo>
                  <a:cubicBezTo>
                    <a:pt x="621" y="21"/>
                    <a:pt x="623" y="21"/>
                    <a:pt x="625" y="20"/>
                  </a:cubicBezTo>
                  <a:moveTo>
                    <a:pt x="569" y="56"/>
                  </a:moveTo>
                  <a:cubicBezTo>
                    <a:pt x="569" y="45"/>
                    <a:pt x="569" y="45"/>
                    <a:pt x="569" y="45"/>
                  </a:cubicBezTo>
                  <a:cubicBezTo>
                    <a:pt x="564" y="45"/>
                    <a:pt x="564" y="45"/>
                    <a:pt x="564" y="45"/>
                  </a:cubicBezTo>
                  <a:cubicBezTo>
                    <a:pt x="563" y="47"/>
                    <a:pt x="563" y="49"/>
                    <a:pt x="563" y="51"/>
                  </a:cubicBezTo>
                  <a:cubicBezTo>
                    <a:pt x="552" y="51"/>
                    <a:pt x="552" y="51"/>
                    <a:pt x="552" y="51"/>
                  </a:cubicBezTo>
                  <a:cubicBezTo>
                    <a:pt x="552" y="38"/>
                    <a:pt x="552" y="38"/>
                    <a:pt x="552" y="38"/>
                  </a:cubicBezTo>
                  <a:cubicBezTo>
                    <a:pt x="559" y="38"/>
                    <a:pt x="559" y="38"/>
                    <a:pt x="559" y="38"/>
                  </a:cubicBezTo>
                  <a:cubicBezTo>
                    <a:pt x="559" y="40"/>
                    <a:pt x="559" y="41"/>
                    <a:pt x="560" y="42"/>
                  </a:cubicBezTo>
                  <a:cubicBezTo>
                    <a:pt x="564" y="42"/>
                    <a:pt x="564" y="42"/>
                    <a:pt x="564" y="42"/>
                  </a:cubicBezTo>
                  <a:cubicBezTo>
                    <a:pt x="564" y="29"/>
                    <a:pt x="564" y="29"/>
                    <a:pt x="564" y="29"/>
                  </a:cubicBezTo>
                  <a:cubicBezTo>
                    <a:pt x="560" y="29"/>
                    <a:pt x="560" y="29"/>
                    <a:pt x="560" y="29"/>
                  </a:cubicBezTo>
                  <a:cubicBezTo>
                    <a:pt x="559" y="30"/>
                    <a:pt x="559" y="32"/>
                    <a:pt x="559" y="33"/>
                  </a:cubicBezTo>
                  <a:cubicBezTo>
                    <a:pt x="552" y="33"/>
                    <a:pt x="552" y="33"/>
                    <a:pt x="552" y="33"/>
                  </a:cubicBezTo>
                  <a:cubicBezTo>
                    <a:pt x="552" y="21"/>
                    <a:pt x="552" y="21"/>
                    <a:pt x="552" y="21"/>
                  </a:cubicBezTo>
                  <a:cubicBezTo>
                    <a:pt x="563" y="21"/>
                    <a:pt x="563" y="21"/>
                    <a:pt x="563" y="21"/>
                  </a:cubicBezTo>
                  <a:cubicBezTo>
                    <a:pt x="563" y="23"/>
                    <a:pt x="563" y="25"/>
                    <a:pt x="564" y="27"/>
                  </a:cubicBezTo>
                  <a:cubicBezTo>
                    <a:pt x="568" y="27"/>
                    <a:pt x="568" y="27"/>
                    <a:pt x="568" y="27"/>
                  </a:cubicBezTo>
                  <a:cubicBezTo>
                    <a:pt x="568" y="17"/>
                    <a:pt x="568" y="17"/>
                    <a:pt x="568" y="17"/>
                  </a:cubicBezTo>
                  <a:cubicBezTo>
                    <a:pt x="538" y="17"/>
                    <a:pt x="538" y="17"/>
                    <a:pt x="538" y="17"/>
                  </a:cubicBezTo>
                  <a:cubicBezTo>
                    <a:pt x="538" y="20"/>
                    <a:pt x="538" y="20"/>
                    <a:pt x="538" y="20"/>
                  </a:cubicBezTo>
                  <a:cubicBezTo>
                    <a:pt x="540" y="21"/>
                    <a:pt x="543" y="21"/>
                    <a:pt x="545" y="21"/>
                  </a:cubicBezTo>
                  <a:cubicBezTo>
                    <a:pt x="545" y="51"/>
                    <a:pt x="545" y="51"/>
                    <a:pt x="545" y="51"/>
                  </a:cubicBezTo>
                  <a:cubicBezTo>
                    <a:pt x="543" y="51"/>
                    <a:pt x="540" y="52"/>
                    <a:pt x="538" y="52"/>
                  </a:cubicBezTo>
                  <a:cubicBezTo>
                    <a:pt x="538" y="56"/>
                    <a:pt x="538" y="56"/>
                    <a:pt x="538" y="56"/>
                  </a:cubicBezTo>
                  <a:lnTo>
                    <a:pt x="569" y="56"/>
                  </a:lnTo>
                  <a:close/>
                  <a:moveTo>
                    <a:pt x="531" y="56"/>
                  </a:moveTo>
                  <a:cubicBezTo>
                    <a:pt x="531" y="52"/>
                    <a:pt x="531" y="52"/>
                    <a:pt x="531" y="52"/>
                  </a:cubicBezTo>
                  <a:cubicBezTo>
                    <a:pt x="529" y="52"/>
                    <a:pt x="527" y="51"/>
                    <a:pt x="525" y="51"/>
                  </a:cubicBezTo>
                  <a:cubicBezTo>
                    <a:pt x="525" y="21"/>
                    <a:pt x="525" y="21"/>
                    <a:pt x="525" y="21"/>
                  </a:cubicBezTo>
                  <a:cubicBezTo>
                    <a:pt x="527" y="21"/>
                    <a:pt x="529" y="21"/>
                    <a:pt x="531" y="20"/>
                  </a:cubicBezTo>
                  <a:cubicBezTo>
                    <a:pt x="531" y="17"/>
                    <a:pt x="531" y="17"/>
                    <a:pt x="531" y="17"/>
                  </a:cubicBezTo>
                  <a:cubicBezTo>
                    <a:pt x="511" y="17"/>
                    <a:pt x="511" y="17"/>
                    <a:pt x="511" y="17"/>
                  </a:cubicBezTo>
                  <a:cubicBezTo>
                    <a:pt x="511" y="20"/>
                    <a:pt x="511" y="20"/>
                    <a:pt x="511" y="20"/>
                  </a:cubicBezTo>
                  <a:cubicBezTo>
                    <a:pt x="513" y="21"/>
                    <a:pt x="516" y="21"/>
                    <a:pt x="518" y="21"/>
                  </a:cubicBezTo>
                  <a:cubicBezTo>
                    <a:pt x="518" y="51"/>
                    <a:pt x="518" y="51"/>
                    <a:pt x="518" y="51"/>
                  </a:cubicBezTo>
                  <a:cubicBezTo>
                    <a:pt x="516" y="51"/>
                    <a:pt x="513" y="52"/>
                    <a:pt x="511" y="52"/>
                  </a:cubicBezTo>
                  <a:cubicBezTo>
                    <a:pt x="511" y="56"/>
                    <a:pt x="511" y="56"/>
                    <a:pt x="511" y="56"/>
                  </a:cubicBezTo>
                  <a:lnTo>
                    <a:pt x="531" y="56"/>
                  </a:lnTo>
                  <a:close/>
                  <a:moveTo>
                    <a:pt x="504" y="54"/>
                  </a:moveTo>
                  <a:cubicBezTo>
                    <a:pt x="504" y="48"/>
                    <a:pt x="504" y="48"/>
                    <a:pt x="504" y="48"/>
                  </a:cubicBezTo>
                  <a:cubicBezTo>
                    <a:pt x="501" y="49"/>
                    <a:pt x="497" y="50"/>
                    <a:pt x="494" y="50"/>
                  </a:cubicBezTo>
                  <a:cubicBezTo>
                    <a:pt x="485" y="50"/>
                    <a:pt x="481" y="45"/>
                    <a:pt x="481" y="36"/>
                  </a:cubicBezTo>
                  <a:cubicBezTo>
                    <a:pt x="481" y="28"/>
                    <a:pt x="485" y="22"/>
                    <a:pt x="493" y="22"/>
                  </a:cubicBezTo>
                  <a:cubicBezTo>
                    <a:pt x="495" y="22"/>
                    <a:pt x="496" y="22"/>
                    <a:pt x="498" y="23"/>
                  </a:cubicBezTo>
                  <a:cubicBezTo>
                    <a:pt x="498" y="25"/>
                    <a:pt x="499" y="27"/>
                    <a:pt x="499" y="29"/>
                  </a:cubicBezTo>
                  <a:cubicBezTo>
                    <a:pt x="504" y="29"/>
                    <a:pt x="504" y="29"/>
                    <a:pt x="504" y="29"/>
                  </a:cubicBezTo>
                  <a:cubicBezTo>
                    <a:pt x="504" y="17"/>
                    <a:pt x="504" y="17"/>
                    <a:pt x="504" y="17"/>
                  </a:cubicBezTo>
                  <a:cubicBezTo>
                    <a:pt x="501" y="17"/>
                    <a:pt x="497" y="16"/>
                    <a:pt x="494" y="16"/>
                  </a:cubicBezTo>
                  <a:cubicBezTo>
                    <a:pt x="480" y="16"/>
                    <a:pt x="473" y="26"/>
                    <a:pt x="473" y="37"/>
                  </a:cubicBezTo>
                  <a:cubicBezTo>
                    <a:pt x="473" y="49"/>
                    <a:pt x="480" y="56"/>
                    <a:pt x="493" y="56"/>
                  </a:cubicBezTo>
                  <a:cubicBezTo>
                    <a:pt x="497" y="56"/>
                    <a:pt x="501" y="56"/>
                    <a:pt x="504" y="54"/>
                  </a:cubicBezTo>
                  <a:moveTo>
                    <a:pt x="453" y="20"/>
                  </a:moveTo>
                  <a:cubicBezTo>
                    <a:pt x="453" y="17"/>
                    <a:pt x="453" y="17"/>
                    <a:pt x="453" y="17"/>
                  </a:cubicBezTo>
                  <a:cubicBezTo>
                    <a:pt x="436" y="17"/>
                    <a:pt x="436" y="17"/>
                    <a:pt x="436" y="17"/>
                  </a:cubicBezTo>
                  <a:cubicBezTo>
                    <a:pt x="436" y="20"/>
                    <a:pt x="436" y="20"/>
                    <a:pt x="436" y="20"/>
                  </a:cubicBezTo>
                  <a:cubicBezTo>
                    <a:pt x="437" y="21"/>
                    <a:pt x="439" y="21"/>
                    <a:pt x="440" y="21"/>
                  </a:cubicBezTo>
                  <a:cubicBezTo>
                    <a:pt x="433" y="36"/>
                    <a:pt x="433" y="36"/>
                    <a:pt x="433" y="36"/>
                  </a:cubicBezTo>
                  <a:cubicBezTo>
                    <a:pt x="425" y="21"/>
                    <a:pt x="425" y="21"/>
                    <a:pt x="425" y="21"/>
                  </a:cubicBezTo>
                  <a:cubicBezTo>
                    <a:pt x="426" y="21"/>
                    <a:pt x="428" y="21"/>
                    <a:pt x="430" y="20"/>
                  </a:cubicBezTo>
                  <a:cubicBezTo>
                    <a:pt x="430" y="17"/>
                    <a:pt x="430" y="17"/>
                    <a:pt x="430" y="17"/>
                  </a:cubicBezTo>
                  <a:cubicBezTo>
                    <a:pt x="412" y="17"/>
                    <a:pt x="412" y="17"/>
                    <a:pt x="412" y="17"/>
                  </a:cubicBezTo>
                  <a:cubicBezTo>
                    <a:pt x="412" y="20"/>
                    <a:pt x="412" y="20"/>
                    <a:pt x="412" y="20"/>
                  </a:cubicBezTo>
                  <a:cubicBezTo>
                    <a:pt x="414" y="21"/>
                    <a:pt x="415" y="21"/>
                    <a:pt x="417" y="21"/>
                  </a:cubicBezTo>
                  <a:cubicBezTo>
                    <a:pt x="429" y="42"/>
                    <a:pt x="429" y="42"/>
                    <a:pt x="429" y="42"/>
                  </a:cubicBezTo>
                  <a:cubicBezTo>
                    <a:pt x="429" y="51"/>
                    <a:pt x="429" y="51"/>
                    <a:pt x="429" y="51"/>
                  </a:cubicBezTo>
                  <a:cubicBezTo>
                    <a:pt x="427" y="51"/>
                    <a:pt x="424" y="52"/>
                    <a:pt x="422" y="52"/>
                  </a:cubicBezTo>
                  <a:cubicBezTo>
                    <a:pt x="422" y="56"/>
                    <a:pt x="422" y="56"/>
                    <a:pt x="422" y="56"/>
                  </a:cubicBezTo>
                  <a:cubicBezTo>
                    <a:pt x="442" y="56"/>
                    <a:pt x="442" y="56"/>
                    <a:pt x="442" y="56"/>
                  </a:cubicBezTo>
                  <a:cubicBezTo>
                    <a:pt x="442" y="52"/>
                    <a:pt x="442" y="52"/>
                    <a:pt x="442" y="52"/>
                  </a:cubicBezTo>
                  <a:cubicBezTo>
                    <a:pt x="440" y="52"/>
                    <a:pt x="438" y="51"/>
                    <a:pt x="436" y="51"/>
                  </a:cubicBezTo>
                  <a:cubicBezTo>
                    <a:pt x="436" y="42"/>
                    <a:pt x="436" y="42"/>
                    <a:pt x="436" y="42"/>
                  </a:cubicBezTo>
                  <a:cubicBezTo>
                    <a:pt x="448" y="21"/>
                    <a:pt x="448" y="21"/>
                    <a:pt x="448" y="21"/>
                  </a:cubicBezTo>
                  <a:cubicBezTo>
                    <a:pt x="449" y="21"/>
                    <a:pt x="451" y="21"/>
                    <a:pt x="453" y="20"/>
                  </a:cubicBezTo>
                  <a:moveTo>
                    <a:pt x="379" y="41"/>
                  </a:moveTo>
                  <a:cubicBezTo>
                    <a:pt x="365" y="41"/>
                    <a:pt x="365" y="41"/>
                    <a:pt x="365" y="41"/>
                  </a:cubicBezTo>
                  <a:cubicBezTo>
                    <a:pt x="370" y="29"/>
                    <a:pt x="370" y="29"/>
                    <a:pt x="370" y="29"/>
                  </a:cubicBezTo>
                  <a:cubicBezTo>
                    <a:pt x="371" y="27"/>
                    <a:pt x="372" y="24"/>
                    <a:pt x="372" y="22"/>
                  </a:cubicBezTo>
                  <a:cubicBezTo>
                    <a:pt x="372" y="22"/>
                    <a:pt x="372" y="22"/>
                    <a:pt x="372" y="22"/>
                  </a:cubicBezTo>
                  <a:cubicBezTo>
                    <a:pt x="373" y="24"/>
                    <a:pt x="373" y="27"/>
                    <a:pt x="374" y="29"/>
                  </a:cubicBezTo>
                  <a:lnTo>
                    <a:pt x="379" y="41"/>
                  </a:lnTo>
                  <a:close/>
                  <a:moveTo>
                    <a:pt x="395" y="56"/>
                  </a:moveTo>
                  <a:cubicBezTo>
                    <a:pt x="395" y="52"/>
                    <a:pt x="395" y="52"/>
                    <a:pt x="395" y="52"/>
                  </a:cubicBezTo>
                  <a:cubicBezTo>
                    <a:pt x="393" y="52"/>
                    <a:pt x="392" y="51"/>
                    <a:pt x="390" y="51"/>
                  </a:cubicBezTo>
                  <a:cubicBezTo>
                    <a:pt x="377" y="17"/>
                    <a:pt x="377" y="17"/>
                    <a:pt x="377" y="17"/>
                  </a:cubicBezTo>
                  <a:cubicBezTo>
                    <a:pt x="368" y="17"/>
                    <a:pt x="368" y="17"/>
                    <a:pt x="368" y="17"/>
                  </a:cubicBezTo>
                  <a:cubicBezTo>
                    <a:pt x="355" y="51"/>
                    <a:pt x="355" y="51"/>
                    <a:pt x="355" y="51"/>
                  </a:cubicBezTo>
                  <a:cubicBezTo>
                    <a:pt x="353" y="51"/>
                    <a:pt x="351" y="52"/>
                    <a:pt x="350" y="52"/>
                  </a:cubicBezTo>
                  <a:cubicBezTo>
                    <a:pt x="350" y="56"/>
                    <a:pt x="350" y="56"/>
                    <a:pt x="350" y="56"/>
                  </a:cubicBezTo>
                  <a:cubicBezTo>
                    <a:pt x="367" y="56"/>
                    <a:pt x="367" y="56"/>
                    <a:pt x="367" y="56"/>
                  </a:cubicBezTo>
                  <a:cubicBezTo>
                    <a:pt x="367" y="52"/>
                    <a:pt x="367" y="52"/>
                    <a:pt x="367" y="52"/>
                  </a:cubicBezTo>
                  <a:cubicBezTo>
                    <a:pt x="366" y="52"/>
                    <a:pt x="363" y="51"/>
                    <a:pt x="362" y="51"/>
                  </a:cubicBezTo>
                  <a:cubicBezTo>
                    <a:pt x="364" y="46"/>
                    <a:pt x="364" y="46"/>
                    <a:pt x="364" y="46"/>
                  </a:cubicBezTo>
                  <a:cubicBezTo>
                    <a:pt x="381" y="46"/>
                    <a:pt x="381" y="46"/>
                    <a:pt x="381" y="46"/>
                  </a:cubicBezTo>
                  <a:cubicBezTo>
                    <a:pt x="383" y="51"/>
                    <a:pt x="383" y="51"/>
                    <a:pt x="383" y="51"/>
                  </a:cubicBezTo>
                  <a:cubicBezTo>
                    <a:pt x="381" y="51"/>
                    <a:pt x="379" y="52"/>
                    <a:pt x="377" y="52"/>
                  </a:cubicBezTo>
                  <a:cubicBezTo>
                    <a:pt x="377" y="56"/>
                    <a:pt x="377" y="56"/>
                    <a:pt x="377" y="56"/>
                  </a:cubicBezTo>
                  <a:lnTo>
                    <a:pt x="395" y="56"/>
                  </a:lnTo>
                  <a:close/>
                  <a:moveTo>
                    <a:pt x="347" y="56"/>
                  </a:moveTo>
                  <a:cubicBezTo>
                    <a:pt x="347" y="52"/>
                    <a:pt x="347" y="52"/>
                    <a:pt x="347" y="52"/>
                  </a:cubicBezTo>
                  <a:cubicBezTo>
                    <a:pt x="345" y="52"/>
                    <a:pt x="342" y="51"/>
                    <a:pt x="340" y="51"/>
                  </a:cubicBezTo>
                  <a:cubicBezTo>
                    <a:pt x="340" y="21"/>
                    <a:pt x="340" y="21"/>
                    <a:pt x="340" y="21"/>
                  </a:cubicBezTo>
                  <a:cubicBezTo>
                    <a:pt x="342" y="21"/>
                    <a:pt x="345" y="21"/>
                    <a:pt x="347" y="20"/>
                  </a:cubicBezTo>
                  <a:cubicBezTo>
                    <a:pt x="347" y="17"/>
                    <a:pt x="347" y="17"/>
                    <a:pt x="347" y="17"/>
                  </a:cubicBezTo>
                  <a:cubicBezTo>
                    <a:pt x="327" y="17"/>
                    <a:pt x="327" y="17"/>
                    <a:pt x="327" y="17"/>
                  </a:cubicBezTo>
                  <a:cubicBezTo>
                    <a:pt x="327" y="20"/>
                    <a:pt x="327" y="20"/>
                    <a:pt x="327" y="20"/>
                  </a:cubicBezTo>
                  <a:cubicBezTo>
                    <a:pt x="329" y="21"/>
                    <a:pt x="331" y="21"/>
                    <a:pt x="333" y="21"/>
                  </a:cubicBezTo>
                  <a:cubicBezTo>
                    <a:pt x="333" y="51"/>
                    <a:pt x="333" y="51"/>
                    <a:pt x="333" y="51"/>
                  </a:cubicBezTo>
                  <a:cubicBezTo>
                    <a:pt x="331" y="51"/>
                    <a:pt x="329" y="52"/>
                    <a:pt x="327" y="52"/>
                  </a:cubicBezTo>
                  <a:cubicBezTo>
                    <a:pt x="327" y="56"/>
                    <a:pt x="327" y="56"/>
                    <a:pt x="327" y="56"/>
                  </a:cubicBezTo>
                  <a:lnTo>
                    <a:pt x="347" y="56"/>
                  </a:lnTo>
                  <a:close/>
                  <a:moveTo>
                    <a:pt x="346" y="5"/>
                  </a:moveTo>
                  <a:cubicBezTo>
                    <a:pt x="343" y="0"/>
                    <a:pt x="343" y="0"/>
                    <a:pt x="343" y="0"/>
                  </a:cubicBezTo>
                  <a:cubicBezTo>
                    <a:pt x="332" y="9"/>
                    <a:pt x="332" y="9"/>
                    <a:pt x="332" y="9"/>
                  </a:cubicBezTo>
                  <a:cubicBezTo>
                    <a:pt x="335" y="12"/>
                    <a:pt x="335" y="12"/>
                    <a:pt x="335" y="12"/>
                  </a:cubicBezTo>
                  <a:lnTo>
                    <a:pt x="346" y="5"/>
                  </a:lnTo>
                  <a:close/>
                  <a:moveTo>
                    <a:pt x="310" y="28"/>
                  </a:moveTo>
                  <a:cubicBezTo>
                    <a:pt x="310" y="32"/>
                    <a:pt x="307" y="34"/>
                    <a:pt x="302" y="34"/>
                  </a:cubicBezTo>
                  <a:cubicBezTo>
                    <a:pt x="300" y="34"/>
                    <a:pt x="299" y="34"/>
                    <a:pt x="298" y="34"/>
                  </a:cubicBezTo>
                  <a:cubicBezTo>
                    <a:pt x="298" y="22"/>
                    <a:pt x="298" y="22"/>
                    <a:pt x="298" y="22"/>
                  </a:cubicBezTo>
                  <a:cubicBezTo>
                    <a:pt x="299" y="22"/>
                    <a:pt x="300" y="21"/>
                    <a:pt x="302" y="21"/>
                  </a:cubicBezTo>
                  <a:cubicBezTo>
                    <a:pt x="307" y="21"/>
                    <a:pt x="310" y="23"/>
                    <a:pt x="310" y="28"/>
                  </a:cubicBezTo>
                  <a:moveTo>
                    <a:pt x="320" y="56"/>
                  </a:moveTo>
                  <a:cubicBezTo>
                    <a:pt x="320" y="52"/>
                    <a:pt x="320" y="52"/>
                    <a:pt x="320" y="52"/>
                  </a:cubicBezTo>
                  <a:cubicBezTo>
                    <a:pt x="319" y="52"/>
                    <a:pt x="317" y="51"/>
                    <a:pt x="315" y="51"/>
                  </a:cubicBezTo>
                  <a:cubicBezTo>
                    <a:pt x="309" y="42"/>
                    <a:pt x="309" y="42"/>
                    <a:pt x="309" y="42"/>
                  </a:cubicBezTo>
                  <a:cubicBezTo>
                    <a:pt x="308" y="40"/>
                    <a:pt x="307" y="39"/>
                    <a:pt x="306" y="38"/>
                  </a:cubicBezTo>
                  <a:cubicBezTo>
                    <a:pt x="313" y="37"/>
                    <a:pt x="317" y="33"/>
                    <a:pt x="317" y="27"/>
                  </a:cubicBezTo>
                  <a:cubicBezTo>
                    <a:pt x="317" y="20"/>
                    <a:pt x="312" y="16"/>
                    <a:pt x="303" y="16"/>
                  </a:cubicBezTo>
                  <a:cubicBezTo>
                    <a:pt x="298" y="16"/>
                    <a:pt x="293" y="17"/>
                    <a:pt x="290" y="17"/>
                  </a:cubicBezTo>
                  <a:cubicBezTo>
                    <a:pt x="284" y="17"/>
                    <a:pt x="284" y="17"/>
                    <a:pt x="284" y="17"/>
                  </a:cubicBezTo>
                  <a:cubicBezTo>
                    <a:pt x="284" y="20"/>
                    <a:pt x="284" y="20"/>
                    <a:pt x="284" y="20"/>
                  </a:cubicBezTo>
                  <a:cubicBezTo>
                    <a:pt x="286" y="21"/>
                    <a:pt x="288" y="21"/>
                    <a:pt x="291" y="21"/>
                  </a:cubicBezTo>
                  <a:cubicBezTo>
                    <a:pt x="291" y="51"/>
                    <a:pt x="291" y="51"/>
                    <a:pt x="291" y="51"/>
                  </a:cubicBezTo>
                  <a:cubicBezTo>
                    <a:pt x="288" y="51"/>
                    <a:pt x="286" y="52"/>
                    <a:pt x="284" y="52"/>
                  </a:cubicBezTo>
                  <a:cubicBezTo>
                    <a:pt x="284" y="56"/>
                    <a:pt x="284" y="56"/>
                    <a:pt x="284" y="56"/>
                  </a:cubicBezTo>
                  <a:cubicBezTo>
                    <a:pt x="303" y="56"/>
                    <a:pt x="303" y="56"/>
                    <a:pt x="303" y="56"/>
                  </a:cubicBezTo>
                  <a:cubicBezTo>
                    <a:pt x="303" y="52"/>
                    <a:pt x="303" y="52"/>
                    <a:pt x="303" y="52"/>
                  </a:cubicBezTo>
                  <a:cubicBezTo>
                    <a:pt x="301" y="52"/>
                    <a:pt x="299" y="51"/>
                    <a:pt x="298" y="51"/>
                  </a:cubicBezTo>
                  <a:cubicBezTo>
                    <a:pt x="298" y="39"/>
                    <a:pt x="298" y="39"/>
                    <a:pt x="298" y="39"/>
                  </a:cubicBezTo>
                  <a:cubicBezTo>
                    <a:pt x="299" y="39"/>
                    <a:pt x="299" y="39"/>
                    <a:pt x="299" y="39"/>
                  </a:cubicBezTo>
                  <a:cubicBezTo>
                    <a:pt x="310" y="56"/>
                    <a:pt x="310" y="56"/>
                    <a:pt x="310" y="56"/>
                  </a:cubicBezTo>
                  <a:lnTo>
                    <a:pt x="320" y="56"/>
                  </a:lnTo>
                  <a:close/>
                  <a:moveTo>
                    <a:pt x="275" y="56"/>
                  </a:moveTo>
                  <a:cubicBezTo>
                    <a:pt x="275" y="45"/>
                    <a:pt x="275" y="45"/>
                    <a:pt x="275" y="45"/>
                  </a:cubicBezTo>
                  <a:cubicBezTo>
                    <a:pt x="270" y="45"/>
                    <a:pt x="270" y="45"/>
                    <a:pt x="270" y="45"/>
                  </a:cubicBezTo>
                  <a:cubicBezTo>
                    <a:pt x="270" y="47"/>
                    <a:pt x="270" y="49"/>
                    <a:pt x="269" y="51"/>
                  </a:cubicBezTo>
                  <a:cubicBezTo>
                    <a:pt x="258" y="51"/>
                    <a:pt x="258" y="51"/>
                    <a:pt x="258" y="51"/>
                  </a:cubicBezTo>
                  <a:cubicBezTo>
                    <a:pt x="258" y="38"/>
                    <a:pt x="258" y="38"/>
                    <a:pt x="258" y="38"/>
                  </a:cubicBezTo>
                  <a:cubicBezTo>
                    <a:pt x="266" y="38"/>
                    <a:pt x="266" y="38"/>
                    <a:pt x="266" y="38"/>
                  </a:cubicBezTo>
                  <a:cubicBezTo>
                    <a:pt x="266" y="40"/>
                    <a:pt x="266" y="41"/>
                    <a:pt x="266" y="42"/>
                  </a:cubicBezTo>
                  <a:cubicBezTo>
                    <a:pt x="271" y="42"/>
                    <a:pt x="271" y="42"/>
                    <a:pt x="271" y="42"/>
                  </a:cubicBezTo>
                  <a:cubicBezTo>
                    <a:pt x="271" y="29"/>
                    <a:pt x="271" y="29"/>
                    <a:pt x="271" y="29"/>
                  </a:cubicBezTo>
                  <a:cubicBezTo>
                    <a:pt x="266" y="29"/>
                    <a:pt x="266" y="29"/>
                    <a:pt x="266" y="29"/>
                  </a:cubicBezTo>
                  <a:cubicBezTo>
                    <a:pt x="266" y="30"/>
                    <a:pt x="266" y="32"/>
                    <a:pt x="266" y="33"/>
                  </a:cubicBezTo>
                  <a:cubicBezTo>
                    <a:pt x="258" y="33"/>
                    <a:pt x="258" y="33"/>
                    <a:pt x="258" y="33"/>
                  </a:cubicBezTo>
                  <a:cubicBezTo>
                    <a:pt x="258" y="21"/>
                    <a:pt x="258" y="21"/>
                    <a:pt x="258" y="21"/>
                  </a:cubicBezTo>
                  <a:cubicBezTo>
                    <a:pt x="269" y="21"/>
                    <a:pt x="269" y="21"/>
                    <a:pt x="269" y="21"/>
                  </a:cubicBezTo>
                  <a:cubicBezTo>
                    <a:pt x="269" y="23"/>
                    <a:pt x="270" y="25"/>
                    <a:pt x="270" y="27"/>
                  </a:cubicBezTo>
                  <a:cubicBezTo>
                    <a:pt x="275" y="27"/>
                    <a:pt x="275" y="27"/>
                    <a:pt x="275" y="27"/>
                  </a:cubicBezTo>
                  <a:cubicBezTo>
                    <a:pt x="275" y="17"/>
                    <a:pt x="275" y="17"/>
                    <a:pt x="275" y="17"/>
                  </a:cubicBezTo>
                  <a:cubicBezTo>
                    <a:pt x="245" y="17"/>
                    <a:pt x="245" y="17"/>
                    <a:pt x="245" y="17"/>
                  </a:cubicBezTo>
                  <a:cubicBezTo>
                    <a:pt x="245" y="20"/>
                    <a:pt x="245" y="20"/>
                    <a:pt x="245" y="20"/>
                  </a:cubicBezTo>
                  <a:cubicBezTo>
                    <a:pt x="247" y="21"/>
                    <a:pt x="249" y="21"/>
                    <a:pt x="252" y="21"/>
                  </a:cubicBezTo>
                  <a:cubicBezTo>
                    <a:pt x="252" y="51"/>
                    <a:pt x="252" y="51"/>
                    <a:pt x="252" y="51"/>
                  </a:cubicBezTo>
                  <a:cubicBezTo>
                    <a:pt x="249" y="51"/>
                    <a:pt x="247" y="52"/>
                    <a:pt x="245" y="52"/>
                  </a:cubicBezTo>
                  <a:cubicBezTo>
                    <a:pt x="245" y="56"/>
                    <a:pt x="245" y="56"/>
                    <a:pt x="245" y="56"/>
                  </a:cubicBezTo>
                  <a:lnTo>
                    <a:pt x="275" y="56"/>
                  </a:lnTo>
                  <a:close/>
                  <a:moveTo>
                    <a:pt x="238" y="56"/>
                  </a:moveTo>
                  <a:cubicBezTo>
                    <a:pt x="238" y="52"/>
                    <a:pt x="238" y="52"/>
                    <a:pt x="238" y="52"/>
                  </a:cubicBezTo>
                  <a:cubicBezTo>
                    <a:pt x="236" y="52"/>
                    <a:pt x="234" y="51"/>
                    <a:pt x="232" y="51"/>
                  </a:cubicBezTo>
                  <a:cubicBezTo>
                    <a:pt x="232" y="21"/>
                    <a:pt x="232" y="21"/>
                    <a:pt x="232" y="21"/>
                  </a:cubicBezTo>
                  <a:cubicBezTo>
                    <a:pt x="234" y="21"/>
                    <a:pt x="236" y="21"/>
                    <a:pt x="238" y="20"/>
                  </a:cubicBezTo>
                  <a:cubicBezTo>
                    <a:pt x="238" y="17"/>
                    <a:pt x="238" y="17"/>
                    <a:pt x="238" y="17"/>
                  </a:cubicBezTo>
                  <a:cubicBezTo>
                    <a:pt x="218" y="17"/>
                    <a:pt x="218" y="17"/>
                    <a:pt x="218" y="17"/>
                  </a:cubicBezTo>
                  <a:cubicBezTo>
                    <a:pt x="218" y="20"/>
                    <a:pt x="218" y="20"/>
                    <a:pt x="218" y="20"/>
                  </a:cubicBezTo>
                  <a:cubicBezTo>
                    <a:pt x="220" y="21"/>
                    <a:pt x="222" y="21"/>
                    <a:pt x="225" y="21"/>
                  </a:cubicBezTo>
                  <a:cubicBezTo>
                    <a:pt x="225" y="51"/>
                    <a:pt x="225" y="51"/>
                    <a:pt x="225" y="51"/>
                  </a:cubicBezTo>
                  <a:cubicBezTo>
                    <a:pt x="222" y="51"/>
                    <a:pt x="220" y="52"/>
                    <a:pt x="218" y="52"/>
                  </a:cubicBezTo>
                  <a:cubicBezTo>
                    <a:pt x="218" y="56"/>
                    <a:pt x="218" y="56"/>
                    <a:pt x="218" y="56"/>
                  </a:cubicBezTo>
                  <a:lnTo>
                    <a:pt x="238" y="56"/>
                  </a:lnTo>
                  <a:close/>
                  <a:moveTo>
                    <a:pt x="211" y="20"/>
                  </a:moveTo>
                  <a:cubicBezTo>
                    <a:pt x="211" y="17"/>
                    <a:pt x="211" y="17"/>
                    <a:pt x="211" y="17"/>
                  </a:cubicBezTo>
                  <a:cubicBezTo>
                    <a:pt x="193" y="17"/>
                    <a:pt x="193" y="17"/>
                    <a:pt x="193" y="17"/>
                  </a:cubicBezTo>
                  <a:cubicBezTo>
                    <a:pt x="193" y="20"/>
                    <a:pt x="193" y="20"/>
                    <a:pt x="193" y="20"/>
                  </a:cubicBezTo>
                  <a:cubicBezTo>
                    <a:pt x="195" y="21"/>
                    <a:pt x="197" y="21"/>
                    <a:pt x="199" y="21"/>
                  </a:cubicBezTo>
                  <a:cubicBezTo>
                    <a:pt x="199" y="35"/>
                    <a:pt x="199" y="35"/>
                    <a:pt x="199" y="35"/>
                  </a:cubicBezTo>
                  <a:cubicBezTo>
                    <a:pt x="199" y="41"/>
                    <a:pt x="199" y="45"/>
                    <a:pt x="200" y="48"/>
                  </a:cubicBezTo>
                  <a:cubicBezTo>
                    <a:pt x="199" y="48"/>
                    <a:pt x="199" y="48"/>
                    <a:pt x="199" y="48"/>
                  </a:cubicBezTo>
                  <a:cubicBezTo>
                    <a:pt x="198" y="45"/>
                    <a:pt x="196" y="42"/>
                    <a:pt x="195" y="40"/>
                  </a:cubicBezTo>
                  <a:cubicBezTo>
                    <a:pt x="180" y="17"/>
                    <a:pt x="180" y="17"/>
                    <a:pt x="180" y="17"/>
                  </a:cubicBezTo>
                  <a:cubicBezTo>
                    <a:pt x="164" y="17"/>
                    <a:pt x="164" y="17"/>
                    <a:pt x="164" y="17"/>
                  </a:cubicBezTo>
                  <a:cubicBezTo>
                    <a:pt x="164" y="20"/>
                    <a:pt x="164" y="20"/>
                    <a:pt x="164" y="20"/>
                  </a:cubicBezTo>
                  <a:cubicBezTo>
                    <a:pt x="166" y="21"/>
                    <a:pt x="168" y="21"/>
                    <a:pt x="171" y="21"/>
                  </a:cubicBezTo>
                  <a:cubicBezTo>
                    <a:pt x="171" y="51"/>
                    <a:pt x="171" y="51"/>
                    <a:pt x="171" y="51"/>
                  </a:cubicBezTo>
                  <a:cubicBezTo>
                    <a:pt x="168" y="51"/>
                    <a:pt x="166" y="52"/>
                    <a:pt x="164" y="52"/>
                  </a:cubicBezTo>
                  <a:cubicBezTo>
                    <a:pt x="164" y="56"/>
                    <a:pt x="164" y="56"/>
                    <a:pt x="164" y="56"/>
                  </a:cubicBezTo>
                  <a:cubicBezTo>
                    <a:pt x="183" y="56"/>
                    <a:pt x="183" y="56"/>
                    <a:pt x="183" y="56"/>
                  </a:cubicBezTo>
                  <a:cubicBezTo>
                    <a:pt x="183" y="52"/>
                    <a:pt x="183" y="52"/>
                    <a:pt x="183" y="52"/>
                  </a:cubicBezTo>
                  <a:cubicBezTo>
                    <a:pt x="182" y="52"/>
                    <a:pt x="179" y="51"/>
                    <a:pt x="177" y="51"/>
                  </a:cubicBezTo>
                  <a:cubicBezTo>
                    <a:pt x="177" y="34"/>
                    <a:pt x="177" y="34"/>
                    <a:pt x="177" y="34"/>
                  </a:cubicBezTo>
                  <a:cubicBezTo>
                    <a:pt x="177" y="30"/>
                    <a:pt x="177" y="27"/>
                    <a:pt x="177" y="25"/>
                  </a:cubicBezTo>
                  <a:cubicBezTo>
                    <a:pt x="177" y="25"/>
                    <a:pt x="177" y="25"/>
                    <a:pt x="177" y="25"/>
                  </a:cubicBezTo>
                  <a:cubicBezTo>
                    <a:pt x="178" y="27"/>
                    <a:pt x="180" y="30"/>
                    <a:pt x="181" y="32"/>
                  </a:cubicBezTo>
                  <a:cubicBezTo>
                    <a:pt x="197" y="56"/>
                    <a:pt x="197" y="56"/>
                    <a:pt x="197" y="56"/>
                  </a:cubicBezTo>
                  <a:cubicBezTo>
                    <a:pt x="206" y="56"/>
                    <a:pt x="206" y="56"/>
                    <a:pt x="206" y="56"/>
                  </a:cubicBezTo>
                  <a:cubicBezTo>
                    <a:pt x="206" y="21"/>
                    <a:pt x="206" y="21"/>
                    <a:pt x="206" y="21"/>
                  </a:cubicBezTo>
                  <a:cubicBezTo>
                    <a:pt x="208" y="21"/>
                    <a:pt x="210" y="21"/>
                    <a:pt x="211" y="20"/>
                  </a:cubicBezTo>
                  <a:moveTo>
                    <a:pt x="155" y="56"/>
                  </a:moveTo>
                  <a:cubicBezTo>
                    <a:pt x="155" y="45"/>
                    <a:pt x="155" y="45"/>
                    <a:pt x="155" y="45"/>
                  </a:cubicBezTo>
                  <a:cubicBezTo>
                    <a:pt x="150" y="45"/>
                    <a:pt x="150" y="45"/>
                    <a:pt x="150" y="45"/>
                  </a:cubicBezTo>
                  <a:cubicBezTo>
                    <a:pt x="150" y="47"/>
                    <a:pt x="149" y="49"/>
                    <a:pt x="149" y="51"/>
                  </a:cubicBezTo>
                  <a:cubicBezTo>
                    <a:pt x="138" y="51"/>
                    <a:pt x="138" y="51"/>
                    <a:pt x="138" y="51"/>
                  </a:cubicBezTo>
                  <a:cubicBezTo>
                    <a:pt x="138" y="38"/>
                    <a:pt x="138" y="38"/>
                    <a:pt x="138" y="38"/>
                  </a:cubicBezTo>
                  <a:cubicBezTo>
                    <a:pt x="145" y="38"/>
                    <a:pt x="145" y="38"/>
                    <a:pt x="145" y="38"/>
                  </a:cubicBezTo>
                  <a:cubicBezTo>
                    <a:pt x="145" y="40"/>
                    <a:pt x="146" y="41"/>
                    <a:pt x="146" y="42"/>
                  </a:cubicBezTo>
                  <a:cubicBezTo>
                    <a:pt x="151" y="42"/>
                    <a:pt x="151" y="42"/>
                    <a:pt x="151" y="42"/>
                  </a:cubicBezTo>
                  <a:cubicBezTo>
                    <a:pt x="151" y="29"/>
                    <a:pt x="151" y="29"/>
                    <a:pt x="151" y="29"/>
                  </a:cubicBezTo>
                  <a:cubicBezTo>
                    <a:pt x="146" y="29"/>
                    <a:pt x="146" y="29"/>
                    <a:pt x="146" y="29"/>
                  </a:cubicBezTo>
                  <a:cubicBezTo>
                    <a:pt x="146" y="30"/>
                    <a:pt x="146" y="32"/>
                    <a:pt x="145" y="33"/>
                  </a:cubicBezTo>
                  <a:cubicBezTo>
                    <a:pt x="138" y="33"/>
                    <a:pt x="138" y="33"/>
                    <a:pt x="138" y="33"/>
                  </a:cubicBezTo>
                  <a:cubicBezTo>
                    <a:pt x="138" y="21"/>
                    <a:pt x="138" y="21"/>
                    <a:pt x="138" y="21"/>
                  </a:cubicBezTo>
                  <a:cubicBezTo>
                    <a:pt x="149" y="21"/>
                    <a:pt x="149" y="21"/>
                    <a:pt x="149" y="21"/>
                  </a:cubicBezTo>
                  <a:cubicBezTo>
                    <a:pt x="149" y="23"/>
                    <a:pt x="150" y="25"/>
                    <a:pt x="150" y="27"/>
                  </a:cubicBezTo>
                  <a:cubicBezTo>
                    <a:pt x="155" y="27"/>
                    <a:pt x="155" y="27"/>
                    <a:pt x="155" y="27"/>
                  </a:cubicBezTo>
                  <a:cubicBezTo>
                    <a:pt x="155" y="17"/>
                    <a:pt x="155" y="17"/>
                    <a:pt x="155" y="17"/>
                  </a:cubicBezTo>
                  <a:cubicBezTo>
                    <a:pt x="125" y="17"/>
                    <a:pt x="125" y="17"/>
                    <a:pt x="125" y="17"/>
                  </a:cubicBezTo>
                  <a:cubicBezTo>
                    <a:pt x="125" y="20"/>
                    <a:pt x="125" y="20"/>
                    <a:pt x="125" y="20"/>
                  </a:cubicBezTo>
                  <a:cubicBezTo>
                    <a:pt x="127" y="21"/>
                    <a:pt x="129" y="21"/>
                    <a:pt x="131" y="21"/>
                  </a:cubicBezTo>
                  <a:cubicBezTo>
                    <a:pt x="131" y="51"/>
                    <a:pt x="131" y="51"/>
                    <a:pt x="131" y="51"/>
                  </a:cubicBezTo>
                  <a:cubicBezTo>
                    <a:pt x="129" y="51"/>
                    <a:pt x="127" y="52"/>
                    <a:pt x="125" y="52"/>
                  </a:cubicBezTo>
                  <a:cubicBezTo>
                    <a:pt x="125" y="56"/>
                    <a:pt x="125" y="56"/>
                    <a:pt x="125" y="56"/>
                  </a:cubicBezTo>
                  <a:lnTo>
                    <a:pt x="155" y="56"/>
                  </a:lnTo>
                  <a:close/>
                  <a:moveTo>
                    <a:pt x="120" y="39"/>
                  </a:moveTo>
                  <a:cubicBezTo>
                    <a:pt x="120" y="35"/>
                    <a:pt x="120" y="35"/>
                    <a:pt x="120" y="35"/>
                  </a:cubicBezTo>
                  <a:cubicBezTo>
                    <a:pt x="102" y="35"/>
                    <a:pt x="102" y="35"/>
                    <a:pt x="102" y="35"/>
                  </a:cubicBezTo>
                  <a:cubicBezTo>
                    <a:pt x="102" y="39"/>
                    <a:pt x="102" y="39"/>
                    <a:pt x="102" y="39"/>
                  </a:cubicBezTo>
                  <a:cubicBezTo>
                    <a:pt x="104" y="40"/>
                    <a:pt x="106" y="40"/>
                    <a:pt x="108" y="40"/>
                  </a:cubicBezTo>
                  <a:cubicBezTo>
                    <a:pt x="108" y="50"/>
                    <a:pt x="108" y="50"/>
                    <a:pt x="108" y="50"/>
                  </a:cubicBezTo>
                  <a:cubicBezTo>
                    <a:pt x="106" y="50"/>
                    <a:pt x="104" y="51"/>
                    <a:pt x="102" y="51"/>
                  </a:cubicBezTo>
                  <a:cubicBezTo>
                    <a:pt x="93" y="51"/>
                    <a:pt x="88" y="46"/>
                    <a:pt x="88" y="36"/>
                  </a:cubicBezTo>
                  <a:cubicBezTo>
                    <a:pt x="88" y="27"/>
                    <a:pt x="94" y="22"/>
                    <a:pt x="102" y="22"/>
                  </a:cubicBezTo>
                  <a:cubicBezTo>
                    <a:pt x="104" y="22"/>
                    <a:pt x="106" y="22"/>
                    <a:pt x="108" y="22"/>
                  </a:cubicBezTo>
                  <a:cubicBezTo>
                    <a:pt x="108" y="24"/>
                    <a:pt x="109" y="26"/>
                    <a:pt x="109" y="29"/>
                  </a:cubicBezTo>
                  <a:cubicBezTo>
                    <a:pt x="114" y="29"/>
                    <a:pt x="114" y="29"/>
                    <a:pt x="114" y="29"/>
                  </a:cubicBezTo>
                  <a:cubicBezTo>
                    <a:pt x="114" y="17"/>
                    <a:pt x="114" y="17"/>
                    <a:pt x="114" y="17"/>
                  </a:cubicBezTo>
                  <a:cubicBezTo>
                    <a:pt x="110" y="16"/>
                    <a:pt x="106" y="16"/>
                    <a:pt x="102" y="16"/>
                  </a:cubicBezTo>
                  <a:cubicBezTo>
                    <a:pt x="88" y="16"/>
                    <a:pt x="80" y="25"/>
                    <a:pt x="80" y="37"/>
                  </a:cubicBezTo>
                  <a:cubicBezTo>
                    <a:pt x="80" y="50"/>
                    <a:pt x="89" y="56"/>
                    <a:pt x="101" y="56"/>
                  </a:cubicBezTo>
                  <a:cubicBezTo>
                    <a:pt x="106" y="56"/>
                    <a:pt x="111" y="56"/>
                    <a:pt x="115" y="54"/>
                  </a:cubicBezTo>
                  <a:cubicBezTo>
                    <a:pt x="115" y="40"/>
                    <a:pt x="115" y="40"/>
                    <a:pt x="115" y="40"/>
                  </a:cubicBezTo>
                  <a:cubicBezTo>
                    <a:pt x="117" y="40"/>
                    <a:pt x="118" y="40"/>
                    <a:pt x="120" y="39"/>
                  </a:cubicBezTo>
                  <a:moveTo>
                    <a:pt x="74" y="20"/>
                  </a:moveTo>
                  <a:cubicBezTo>
                    <a:pt x="74" y="17"/>
                    <a:pt x="74" y="17"/>
                    <a:pt x="74" y="17"/>
                  </a:cubicBezTo>
                  <a:cubicBezTo>
                    <a:pt x="56" y="17"/>
                    <a:pt x="56" y="17"/>
                    <a:pt x="56" y="17"/>
                  </a:cubicBezTo>
                  <a:cubicBezTo>
                    <a:pt x="56" y="20"/>
                    <a:pt x="56" y="20"/>
                    <a:pt x="56" y="20"/>
                  </a:cubicBezTo>
                  <a:cubicBezTo>
                    <a:pt x="58" y="21"/>
                    <a:pt x="60" y="21"/>
                    <a:pt x="62" y="21"/>
                  </a:cubicBezTo>
                  <a:cubicBezTo>
                    <a:pt x="62" y="35"/>
                    <a:pt x="62" y="35"/>
                    <a:pt x="62" y="35"/>
                  </a:cubicBezTo>
                  <a:cubicBezTo>
                    <a:pt x="62" y="41"/>
                    <a:pt x="62" y="45"/>
                    <a:pt x="62" y="48"/>
                  </a:cubicBezTo>
                  <a:cubicBezTo>
                    <a:pt x="62" y="48"/>
                    <a:pt x="62" y="48"/>
                    <a:pt x="62" y="48"/>
                  </a:cubicBezTo>
                  <a:cubicBezTo>
                    <a:pt x="61" y="45"/>
                    <a:pt x="59" y="42"/>
                    <a:pt x="58" y="40"/>
                  </a:cubicBezTo>
                  <a:cubicBezTo>
                    <a:pt x="43" y="17"/>
                    <a:pt x="43" y="17"/>
                    <a:pt x="43" y="17"/>
                  </a:cubicBezTo>
                  <a:cubicBezTo>
                    <a:pt x="27" y="17"/>
                    <a:pt x="27" y="17"/>
                    <a:pt x="27" y="17"/>
                  </a:cubicBezTo>
                  <a:cubicBezTo>
                    <a:pt x="27" y="20"/>
                    <a:pt x="27" y="20"/>
                    <a:pt x="27" y="20"/>
                  </a:cubicBezTo>
                  <a:cubicBezTo>
                    <a:pt x="29" y="21"/>
                    <a:pt x="31" y="21"/>
                    <a:pt x="34" y="21"/>
                  </a:cubicBezTo>
                  <a:cubicBezTo>
                    <a:pt x="34" y="51"/>
                    <a:pt x="34" y="51"/>
                    <a:pt x="34" y="51"/>
                  </a:cubicBezTo>
                  <a:cubicBezTo>
                    <a:pt x="31" y="51"/>
                    <a:pt x="29" y="52"/>
                    <a:pt x="27" y="52"/>
                  </a:cubicBezTo>
                  <a:cubicBezTo>
                    <a:pt x="27" y="56"/>
                    <a:pt x="27" y="56"/>
                    <a:pt x="27" y="56"/>
                  </a:cubicBezTo>
                  <a:cubicBezTo>
                    <a:pt x="46" y="56"/>
                    <a:pt x="46" y="56"/>
                    <a:pt x="46" y="56"/>
                  </a:cubicBezTo>
                  <a:cubicBezTo>
                    <a:pt x="46" y="52"/>
                    <a:pt x="46" y="52"/>
                    <a:pt x="46" y="52"/>
                  </a:cubicBezTo>
                  <a:cubicBezTo>
                    <a:pt x="44" y="52"/>
                    <a:pt x="42" y="51"/>
                    <a:pt x="40" y="51"/>
                  </a:cubicBezTo>
                  <a:cubicBezTo>
                    <a:pt x="40" y="34"/>
                    <a:pt x="40" y="34"/>
                    <a:pt x="40" y="34"/>
                  </a:cubicBezTo>
                  <a:cubicBezTo>
                    <a:pt x="40" y="30"/>
                    <a:pt x="40" y="27"/>
                    <a:pt x="40" y="25"/>
                  </a:cubicBezTo>
                  <a:cubicBezTo>
                    <a:pt x="40" y="25"/>
                    <a:pt x="40" y="25"/>
                    <a:pt x="40" y="25"/>
                  </a:cubicBezTo>
                  <a:cubicBezTo>
                    <a:pt x="41" y="27"/>
                    <a:pt x="43" y="30"/>
                    <a:pt x="44" y="32"/>
                  </a:cubicBezTo>
                  <a:cubicBezTo>
                    <a:pt x="60" y="56"/>
                    <a:pt x="60" y="56"/>
                    <a:pt x="60" y="56"/>
                  </a:cubicBezTo>
                  <a:cubicBezTo>
                    <a:pt x="69" y="56"/>
                    <a:pt x="69" y="56"/>
                    <a:pt x="69" y="56"/>
                  </a:cubicBezTo>
                  <a:cubicBezTo>
                    <a:pt x="69" y="21"/>
                    <a:pt x="69" y="21"/>
                    <a:pt x="69" y="21"/>
                  </a:cubicBezTo>
                  <a:cubicBezTo>
                    <a:pt x="71" y="21"/>
                    <a:pt x="73" y="21"/>
                    <a:pt x="74" y="20"/>
                  </a:cubicBezTo>
                  <a:moveTo>
                    <a:pt x="20" y="56"/>
                  </a:moveTo>
                  <a:cubicBezTo>
                    <a:pt x="20" y="52"/>
                    <a:pt x="20" y="52"/>
                    <a:pt x="20" y="52"/>
                  </a:cubicBezTo>
                  <a:cubicBezTo>
                    <a:pt x="18" y="52"/>
                    <a:pt x="16" y="51"/>
                    <a:pt x="13" y="51"/>
                  </a:cubicBezTo>
                  <a:cubicBezTo>
                    <a:pt x="13" y="21"/>
                    <a:pt x="13" y="21"/>
                    <a:pt x="13" y="21"/>
                  </a:cubicBezTo>
                  <a:cubicBezTo>
                    <a:pt x="16" y="21"/>
                    <a:pt x="18" y="21"/>
                    <a:pt x="20" y="20"/>
                  </a:cubicBezTo>
                  <a:cubicBezTo>
                    <a:pt x="20" y="17"/>
                    <a:pt x="20" y="17"/>
                    <a:pt x="20" y="17"/>
                  </a:cubicBezTo>
                  <a:cubicBezTo>
                    <a:pt x="0" y="17"/>
                    <a:pt x="0" y="17"/>
                    <a:pt x="0" y="17"/>
                  </a:cubicBezTo>
                  <a:cubicBezTo>
                    <a:pt x="0" y="20"/>
                    <a:pt x="0" y="20"/>
                    <a:pt x="0" y="20"/>
                  </a:cubicBezTo>
                  <a:cubicBezTo>
                    <a:pt x="2" y="21"/>
                    <a:pt x="4" y="21"/>
                    <a:pt x="7" y="21"/>
                  </a:cubicBezTo>
                  <a:cubicBezTo>
                    <a:pt x="7" y="51"/>
                    <a:pt x="7" y="51"/>
                    <a:pt x="7" y="51"/>
                  </a:cubicBezTo>
                  <a:cubicBezTo>
                    <a:pt x="4" y="51"/>
                    <a:pt x="2" y="52"/>
                    <a:pt x="0" y="52"/>
                  </a:cubicBezTo>
                  <a:cubicBezTo>
                    <a:pt x="0" y="56"/>
                    <a:pt x="0" y="56"/>
                    <a:pt x="0" y="56"/>
                  </a:cubicBezTo>
                  <a:lnTo>
                    <a:pt x="20" y="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69" name="Freeform 38">
              <a:extLst>
                <a:ext uri="{FF2B5EF4-FFF2-40B4-BE49-F238E27FC236}">
                  <a16:creationId xmlns:a16="http://schemas.microsoft.com/office/drawing/2014/main" id="{3D1D2339-F4DB-4CBA-99A6-DCC5CD0CC189}"/>
                </a:ext>
              </a:extLst>
            </p:cNvPr>
            <p:cNvSpPr>
              <a:spLocks noEditPoints="1"/>
            </p:cNvSpPr>
            <p:nvPr/>
          </p:nvSpPr>
          <p:spPr bwMode="auto">
            <a:xfrm>
              <a:off x="3968750" y="2597150"/>
              <a:ext cx="908050" cy="88900"/>
            </a:xfrm>
            <a:custGeom>
              <a:avLst/>
              <a:gdLst>
                <a:gd name="T0" fmla="*/ 413 w 419"/>
                <a:gd name="T1" fmla="*/ 35 h 41"/>
                <a:gd name="T2" fmla="*/ 410 w 419"/>
                <a:gd name="T3" fmla="*/ 27 h 41"/>
                <a:gd name="T4" fmla="*/ 410 w 419"/>
                <a:gd name="T5" fmla="*/ 18 h 41"/>
                <a:gd name="T6" fmla="*/ 414 w 419"/>
                <a:gd name="T7" fmla="*/ 12 h 41"/>
                <a:gd name="T8" fmla="*/ 389 w 419"/>
                <a:gd name="T9" fmla="*/ 5 h 41"/>
                <a:gd name="T10" fmla="*/ 389 w 419"/>
                <a:gd name="T11" fmla="*/ 40 h 41"/>
                <a:gd name="T12" fmla="*/ 355 w 419"/>
                <a:gd name="T13" fmla="*/ 35 h 41"/>
                <a:gd name="T14" fmla="*/ 383 w 419"/>
                <a:gd name="T15" fmla="*/ 20 h 41"/>
                <a:gd name="T16" fmla="*/ 342 w 419"/>
                <a:gd name="T17" fmla="*/ 5 h 41"/>
                <a:gd name="T18" fmla="*/ 342 w 419"/>
                <a:gd name="T19" fmla="*/ 40 h 41"/>
                <a:gd name="T20" fmla="*/ 312 w 419"/>
                <a:gd name="T21" fmla="*/ 20 h 41"/>
                <a:gd name="T22" fmla="*/ 297 w 419"/>
                <a:gd name="T23" fmla="*/ 6 h 41"/>
                <a:gd name="T24" fmla="*/ 285 w 419"/>
                <a:gd name="T25" fmla="*/ 1 h 41"/>
                <a:gd name="T26" fmla="*/ 285 w 419"/>
                <a:gd name="T27" fmla="*/ 35 h 41"/>
                <a:gd name="T28" fmla="*/ 296 w 419"/>
                <a:gd name="T29" fmla="*/ 41 h 41"/>
                <a:gd name="T30" fmla="*/ 250 w 419"/>
                <a:gd name="T31" fmla="*/ 13 h 41"/>
                <a:gd name="T32" fmla="*/ 259 w 419"/>
                <a:gd name="T33" fmla="*/ 25 h 41"/>
                <a:gd name="T34" fmla="*/ 257 w 419"/>
                <a:gd name="T35" fmla="*/ 1 h 41"/>
                <a:gd name="T36" fmla="*/ 230 w 419"/>
                <a:gd name="T37" fmla="*/ 40 h 41"/>
                <a:gd name="T38" fmla="*/ 243 w 419"/>
                <a:gd name="T39" fmla="*/ 30 h 41"/>
                <a:gd name="T40" fmla="*/ 257 w 419"/>
                <a:gd name="T41" fmla="*/ 40 h 41"/>
                <a:gd name="T42" fmla="*/ 195 w 419"/>
                <a:gd name="T43" fmla="*/ 1 h 41"/>
                <a:gd name="T44" fmla="*/ 209 w 419"/>
                <a:gd name="T45" fmla="*/ 6 h 41"/>
                <a:gd name="T46" fmla="*/ 223 w 419"/>
                <a:gd name="T47" fmla="*/ 40 h 41"/>
                <a:gd name="T48" fmla="*/ 225 w 419"/>
                <a:gd name="T49" fmla="*/ 6 h 41"/>
                <a:gd name="T50" fmla="*/ 194 w 419"/>
                <a:gd name="T51" fmla="*/ 28 h 41"/>
                <a:gd name="T52" fmla="*/ 178 w 419"/>
                <a:gd name="T53" fmla="*/ 6 h 41"/>
                <a:gd name="T54" fmla="*/ 164 w 419"/>
                <a:gd name="T55" fmla="*/ 5 h 41"/>
                <a:gd name="T56" fmla="*/ 164 w 419"/>
                <a:gd name="T57" fmla="*/ 40 h 41"/>
                <a:gd name="T58" fmla="*/ 140 w 419"/>
                <a:gd name="T59" fmla="*/ 1 h 41"/>
                <a:gd name="T60" fmla="*/ 136 w 419"/>
                <a:gd name="T61" fmla="*/ 35 h 41"/>
                <a:gd name="T62" fmla="*/ 132 w 419"/>
                <a:gd name="T63" fmla="*/ 1 h 41"/>
                <a:gd name="T64" fmla="*/ 119 w 419"/>
                <a:gd name="T65" fmla="*/ 27 h 41"/>
                <a:gd name="T66" fmla="*/ 158 w 419"/>
                <a:gd name="T67" fmla="*/ 5 h 41"/>
                <a:gd name="T68" fmla="*/ 84 w 419"/>
                <a:gd name="T69" fmla="*/ 21 h 41"/>
                <a:gd name="T70" fmla="*/ 107 w 419"/>
                <a:gd name="T71" fmla="*/ 13 h 41"/>
                <a:gd name="T72" fmla="*/ 96 w 419"/>
                <a:gd name="T73" fmla="*/ 41 h 41"/>
                <a:gd name="T74" fmla="*/ 49 w 419"/>
                <a:gd name="T75" fmla="*/ 13 h 41"/>
                <a:gd name="T76" fmla="*/ 58 w 419"/>
                <a:gd name="T77" fmla="*/ 25 h 41"/>
                <a:gd name="T78" fmla="*/ 56 w 419"/>
                <a:gd name="T79" fmla="*/ 1 h 41"/>
                <a:gd name="T80" fmla="*/ 29 w 419"/>
                <a:gd name="T81" fmla="*/ 40 h 41"/>
                <a:gd name="T82" fmla="*/ 43 w 419"/>
                <a:gd name="T83" fmla="*/ 30 h 41"/>
                <a:gd name="T84" fmla="*/ 56 w 419"/>
                <a:gd name="T85" fmla="*/ 40 h 41"/>
                <a:gd name="T86" fmla="*/ 0 w 419"/>
                <a:gd name="T87" fmla="*/ 1 h 41"/>
                <a:gd name="T88" fmla="*/ 0 w 419"/>
                <a:gd name="T89" fmla="*/ 36 h 41"/>
                <a:gd name="T90" fmla="*/ 13 w 419"/>
                <a:gd name="T91" fmla="*/ 35 h 41"/>
                <a:gd name="T92" fmla="*/ 26 w 419"/>
                <a:gd name="T93" fmla="*/ 27 h 41"/>
                <a:gd name="T94" fmla="*/ 13 w 419"/>
                <a:gd name="T95" fmla="*/ 18 h 41"/>
                <a:gd name="T96" fmla="*/ 30 w 419"/>
                <a:gd name="T97"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19" h="41">
                  <a:moveTo>
                    <a:pt x="419" y="40"/>
                  </a:moveTo>
                  <a:cubicBezTo>
                    <a:pt x="419" y="29"/>
                    <a:pt x="419" y="29"/>
                    <a:pt x="419" y="29"/>
                  </a:cubicBezTo>
                  <a:cubicBezTo>
                    <a:pt x="414" y="29"/>
                    <a:pt x="414" y="29"/>
                    <a:pt x="414" y="29"/>
                  </a:cubicBezTo>
                  <a:cubicBezTo>
                    <a:pt x="414" y="31"/>
                    <a:pt x="414" y="34"/>
                    <a:pt x="413" y="35"/>
                  </a:cubicBezTo>
                  <a:cubicBezTo>
                    <a:pt x="402" y="35"/>
                    <a:pt x="402" y="35"/>
                    <a:pt x="402" y="35"/>
                  </a:cubicBezTo>
                  <a:cubicBezTo>
                    <a:pt x="402" y="22"/>
                    <a:pt x="402" y="22"/>
                    <a:pt x="402" y="22"/>
                  </a:cubicBezTo>
                  <a:cubicBezTo>
                    <a:pt x="410" y="22"/>
                    <a:pt x="410" y="22"/>
                    <a:pt x="410" y="22"/>
                  </a:cubicBezTo>
                  <a:cubicBezTo>
                    <a:pt x="410" y="24"/>
                    <a:pt x="410" y="25"/>
                    <a:pt x="410" y="27"/>
                  </a:cubicBezTo>
                  <a:cubicBezTo>
                    <a:pt x="415" y="27"/>
                    <a:pt x="415" y="27"/>
                    <a:pt x="415" y="27"/>
                  </a:cubicBezTo>
                  <a:cubicBezTo>
                    <a:pt x="415" y="14"/>
                    <a:pt x="415" y="14"/>
                    <a:pt x="415" y="14"/>
                  </a:cubicBezTo>
                  <a:cubicBezTo>
                    <a:pt x="410" y="14"/>
                    <a:pt x="410" y="14"/>
                    <a:pt x="410" y="14"/>
                  </a:cubicBezTo>
                  <a:cubicBezTo>
                    <a:pt x="410" y="15"/>
                    <a:pt x="410" y="16"/>
                    <a:pt x="410" y="18"/>
                  </a:cubicBezTo>
                  <a:cubicBezTo>
                    <a:pt x="402" y="18"/>
                    <a:pt x="402" y="18"/>
                    <a:pt x="402" y="18"/>
                  </a:cubicBezTo>
                  <a:cubicBezTo>
                    <a:pt x="402" y="6"/>
                    <a:pt x="402" y="6"/>
                    <a:pt x="402" y="6"/>
                  </a:cubicBezTo>
                  <a:cubicBezTo>
                    <a:pt x="413" y="6"/>
                    <a:pt x="413" y="6"/>
                    <a:pt x="413" y="6"/>
                  </a:cubicBezTo>
                  <a:cubicBezTo>
                    <a:pt x="413" y="7"/>
                    <a:pt x="414" y="10"/>
                    <a:pt x="414" y="12"/>
                  </a:cubicBezTo>
                  <a:cubicBezTo>
                    <a:pt x="419" y="12"/>
                    <a:pt x="419" y="12"/>
                    <a:pt x="419" y="12"/>
                  </a:cubicBezTo>
                  <a:cubicBezTo>
                    <a:pt x="419" y="1"/>
                    <a:pt x="419" y="1"/>
                    <a:pt x="419" y="1"/>
                  </a:cubicBezTo>
                  <a:cubicBezTo>
                    <a:pt x="389" y="1"/>
                    <a:pt x="389" y="1"/>
                    <a:pt x="389" y="1"/>
                  </a:cubicBezTo>
                  <a:cubicBezTo>
                    <a:pt x="389" y="5"/>
                    <a:pt x="389" y="5"/>
                    <a:pt x="389" y="5"/>
                  </a:cubicBezTo>
                  <a:cubicBezTo>
                    <a:pt x="391" y="5"/>
                    <a:pt x="393" y="6"/>
                    <a:pt x="396" y="6"/>
                  </a:cubicBezTo>
                  <a:cubicBezTo>
                    <a:pt x="396" y="35"/>
                    <a:pt x="396" y="35"/>
                    <a:pt x="396" y="35"/>
                  </a:cubicBezTo>
                  <a:cubicBezTo>
                    <a:pt x="393" y="36"/>
                    <a:pt x="391" y="36"/>
                    <a:pt x="389" y="36"/>
                  </a:cubicBezTo>
                  <a:cubicBezTo>
                    <a:pt x="389" y="40"/>
                    <a:pt x="389" y="40"/>
                    <a:pt x="389" y="40"/>
                  </a:cubicBezTo>
                  <a:lnTo>
                    <a:pt x="419" y="40"/>
                  </a:lnTo>
                  <a:close/>
                  <a:moveTo>
                    <a:pt x="376" y="20"/>
                  </a:moveTo>
                  <a:cubicBezTo>
                    <a:pt x="376" y="30"/>
                    <a:pt x="369" y="35"/>
                    <a:pt x="360" y="35"/>
                  </a:cubicBezTo>
                  <a:cubicBezTo>
                    <a:pt x="359" y="35"/>
                    <a:pt x="356" y="35"/>
                    <a:pt x="355" y="35"/>
                  </a:cubicBezTo>
                  <a:cubicBezTo>
                    <a:pt x="355" y="6"/>
                    <a:pt x="355" y="6"/>
                    <a:pt x="355" y="6"/>
                  </a:cubicBezTo>
                  <a:cubicBezTo>
                    <a:pt x="357" y="6"/>
                    <a:pt x="359" y="6"/>
                    <a:pt x="361" y="6"/>
                  </a:cubicBezTo>
                  <a:cubicBezTo>
                    <a:pt x="371" y="6"/>
                    <a:pt x="376" y="11"/>
                    <a:pt x="376" y="20"/>
                  </a:cubicBezTo>
                  <a:moveTo>
                    <a:pt x="383" y="20"/>
                  </a:moveTo>
                  <a:cubicBezTo>
                    <a:pt x="383" y="6"/>
                    <a:pt x="375" y="1"/>
                    <a:pt x="362" y="1"/>
                  </a:cubicBezTo>
                  <a:cubicBezTo>
                    <a:pt x="357" y="1"/>
                    <a:pt x="352" y="1"/>
                    <a:pt x="348" y="1"/>
                  </a:cubicBezTo>
                  <a:cubicBezTo>
                    <a:pt x="342" y="1"/>
                    <a:pt x="342" y="1"/>
                    <a:pt x="342" y="1"/>
                  </a:cubicBezTo>
                  <a:cubicBezTo>
                    <a:pt x="342" y="5"/>
                    <a:pt x="342" y="5"/>
                    <a:pt x="342" y="5"/>
                  </a:cubicBezTo>
                  <a:cubicBezTo>
                    <a:pt x="344" y="5"/>
                    <a:pt x="346" y="6"/>
                    <a:pt x="348" y="6"/>
                  </a:cubicBezTo>
                  <a:cubicBezTo>
                    <a:pt x="348" y="35"/>
                    <a:pt x="348" y="35"/>
                    <a:pt x="348" y="35"/>
                  </a:cubicBezTo>
                  <a:cubicBezTo>
                    <a:pt x="346" y="36"/>
                    <a:pt x="344" y="36"/>
                    <a:pt x="342" y="36"/>
                  </a:cubicBezTo>
                  <a:cubicBezTo>
                    <a:pt x="342" y="40"/>
                    <a:pt x="342" y="40"/>
                    <a:pt x="342" y="40"/>
                  </a:cubicBezTo>
                  <a:cubicBezTo>
                    <a:pt x="348" y="40"/>
                    <a:pt x="348" y="40"/>
                    <a:pt x="348" y="40"/>
                  </a:cubicBezTo>
                  <a:cubicBezTo>
                    <a:pt x="352" y="40"/>
                    <a:pt x="355" y="41"/>
                    <a:pt x="360" y="41"/>
                  </a:cubicBezTo>
                  <a:cubicBezTo>
                    <a:pt x="373" y="41"/>
                    <a:pt x="383" y="34"/>
                    <a:pt x="383" y="20"/>
                  </a:cubicBezTo>
                  <a:moveTo>
                    <a:pt x="312" y="20"/>
                  </a:moveTo>
                  <a:cubicBezTo>
                    <a:pt x="312" y="30"/>
                    <a:pt x="306" y="35"/>
                    <a:pt x="297" y="35"/>
                  </a:cubicBezTo>
                  <a:cubicBezTo>
                    <a:pt x="295" y="35"/>
                    <a:pt x="293" y="35"/>
                    <a:pt x="291" y="35"/>
                  </a:cubicBezTo>
                  <a:cubicBezTo>
                    <a:pt x="291" y="6"/>
                    <a:pt x="291" y="6"/>
                    <a:pt x="291" y="6"/>
                  </a:cubicBezTo>
                  <a:cubicBezTo>
                    <a:pt x="293" y="6"/>
                    <a:pt x="295" y="6"/>
                    <a:pt x="297" y="6"/>
                  </a:cubicBezTo>
                  <a:cubicBezTo>
                    <a:pt x="307" y="6"/>
                    <a:pt x="312" y="11"/>
                    <a:pt x="312" y="20"/>
                  </a:cubicBezTo>
                  <a:moveTo>
                    <a:pt x="319" y="20"/>
                  </a:moveTo>
                  <a:cubicBezTo>
                    <a:pt x="319" y="6"/>
                    <a:pt x="311" y="1"/>
                    <a:pt x="298" y="1"/>
                  </a:cubicBezTo>
                  <a:cubicBezTo>
                    <a:pt x="294" y="1"/>
                    <a:pt x="288" y="1"/>
                    <a:pt x="285" y="1"/>
                  </a:cubicBezTo>
                  <a:cubicBezTo>
                    <a:pt x="278" y="1"/>
                    <a:pt x="278" y="1"/>
                    <a:pt x="278" y="1"/>
                  </a:cubicBezTo>
                  <a:cubicBezTo>
                    <a:pt x="278" y="5"/>
                    <a:pt x="278" y="5"/>
                    <a:pt x="278" y="5"/>
                  </a:cubicBezTo>
                  <a:cubicBezTo>
                    <a:pt x="280" y="5"/>
                    <a:pt x="282" y="6"/>
                    <a:pt x="285" y="6"/>
                  </a:cubicBezTo>
                  <a:cubicBezTo>
                    <a:pt x="285" y="35"/>
                    <a:pt x="285" y="35"/>
                    <a:pt x="285" y="35"/>
                  </a:cubicBezTo>
                  <a:cubicBezTo>
                    <a:pt x="282" y="36"/>
                    <a:pt x="280" y="36"/>
                    <a:pt x="278" y="36"/>
                  </a:cubicBezTo>
                  <a:cubicBezTo>
                    <a:pt x="278" y="40"/>
                    <a:pt x="278" y="40"/>
                    <a:pt x="278" y="40"/>
                  </a:cubicBezTo>
                  <a:cubicBezTo>
                    <a:pt x="285" y="40"/>
                    <a:pt x="285" y="40"/>
                    <a:pt x="285" y="40"/>
                  </a:cubicBezTo>
                  <a:cubicBezTo>
                    <a:pt x="288" y="40"/>
                    <a:pt x="291" y="41"/>
                    <a:pt x="296" y="41"/>
                  </a:cubicBezTo>
                  <a:cubicBezTo>
                    <a:pt x="309" y="41"/>
                    <a:pt x="319" y="34"/>
                    <a:pt x="319" y="20"/>
                  </a:cubicBezTo>
                  <a:moveTo>
                    <a:pt x="259" y="25"/>
                  </a:moveTo>
                  <a:cubicBezTo>
                    <a:pt x="245" y="25"/>
                    <a:pt x="245" y="25"/>
                    <a:pt x="245" y="25"/>
                  </a:cubicBezTo>
                  <a:cubicBezTo>
                    <a:pt x="250" y="13"/>
                    <a:pt x="250" y="13"/>
                    <a:pt x="250" y="13"/>
                  </a:cubicBezTo>
                  <a:cubicBezTo>
                    <a:pt x="251" y="11"/>
                    <a:pt x="251" y="9"/>
                    <a:pt x="252" y="7"/>
                  </a:cubicBezTo>
                  <a:cubicBezTo>
                    <a:pt x="252" y="7"/>
                    <a:pt x="252" y="7"/>
                    <a:pt x="252" y="7"/>
                  </a:cubicBezTo>
                  <a:cubicBezTo>
                    <a:pt x="253" y="9"/>
                    <a:pt x="253" y="11"/>
                    <a:pt x="254" y="13"/>
                  </a:cubicBezTo>
                  <a:lnTo>
                    <a:pt x="259" y="25"/>
                  </a:lnTo>
                  <a:close/>
                  <a:moveTo>
                    <a:pt x="275" y="40"/>
                  </a:moveTo>
                  <a:cubicBezTo>
                    <a:pt x="275" y="36"/>
                    <a:pt x="275" y="36"/>
                    <a:pt x="275" y="36"/>
                  </a:cubicBezTo>
                  <a:cubicBezTo>
                    <a:pt x="273" y="36"/>
                    <a:pt x="271" y="36"/>
                    <a:pt x="270" y="36"/>
                  </a:cubicBezTo>
                  <a:cubicBezTo>
                    <a:pt x="257" y="1"/>
                    <a:pt x="257" y="1"/>
                    <a:pt x="257" y="1"/>
                  </a:cubicBezTo>
                  <a:cubicBezTo>
                    <a:pt x="248" y="1"/>
                    <a:pt x="248" y="1"/>
                    <a:pt x="248" y="1"/>
                  </a:cubicBezTo>
                  <a:cubicBezTo>
                    <a:pt x="234" y="36"/>
                    <a:pt x="234" y="36"/>
                    <a:pt x="234" y="36"/>
                  </a:cubicBezTo>
                  <a:cubicBezTo>
                    <a:pt x="233" y="36"/>
                    <a:pt x="231" y="36"/>
                    <a:pt x="230" y="36"/>
                  </a:cubicBezTo>
                  <a:cubicBezTo>
                    <a:pt x="230" y="40"/>
                    <a:pt x="230" y="40"/>
                    <a:pt x="230" y="40"/>
                  </a:cubicBezTo>
                  <a:cubicBezTo>
                    <a:pt x="247" y="40"/>
                    <a:pt x="247" y="40"/>
                    <a:pt x="247" y="40"/>
                  </a:cubicBezTo>
                  <a:cubicBezTo>
                    <a:pt x="247" y="36"/>
                    <a:pt x="247" y="36"/>
                    <a:pt x="247" y="36"/>
                  </a:cubicBezTo>
                  <a:cubicBezTo>
                    <a:pt x="246" y="36"/>
                    <a:pt x="243" y="36"/>
                    <a:pt x="241" y="36"/>
                  </a:cubicBezTo>
                  <a:cubicBezTo>
                    <a:pt x="243" y="30"/>
                    <a:pt x="243" y="30"/>
                    <a:pt x="243" y="30"/>
                  </a:cubicBezTo>
                  <a:cubicBezTo>
                    <a:pt x="261" y="30"/>
                    <a:pt x="261" y="30"/>
                    <a:pt x="261" y="30"/>
                  </a:cubicBezTo>
                  <a:cubicBezTo>
                    <a:pt x="262" y="36"/>
                    <a:pt x="262" y="36"/>
                    <a:pt x="262" y="36"/>
                  </a:cubicBezTo>
                  <a:cubicBezTo>
                    <a:pt x="261" y="36"/>
                    <a:pt x="258" y="36"/>
                    <a:pt x="257" y="36"/>
                  </a:cubicBezTo>
                  <a:cubicBezTo>
                    <a:pt x="257" y="40"/>
                    <a:pt x="257" y="40"/>
                    <a:pt x="257" y="40"/>
                  </a:cubicBezTo>
                  <a:lnTo>
                    <a:pt x="275" y="40"/>
                  </a:lnTo>
                  <a:close/>
                  <a:moveTo>
                    <a:pt x="231" y="14"/>
                  </a:moveTo>
                  <a:cubicBezTo>
                    <a:pt x="231" y="1"/>
                    <a:pt x="231" y="1"/>
                    <a:pt x="231" y="1"/>
                  </a:cubicBezTo>
                  <a:cubicBezTo>
                    <a:pt x="195" y="1"/>
                    <a:pt x="195" y="1"/>
                    <a:pt x="195" y="1"/>
                  </a:cubicBezTo>
                  <a:cubicBezTo>
                    <a:pt x="195" y="14"/>
                    <a:pt x="195" y="14"/>
                    <a:pt x="195" y="14"/>
                  </a:cubicBezTo>
                  <a:cubicBezTo>
                    <a:pt x="199" y="14"/>
                    <a:pt x="199" y="14"/>
                    <a:pt x="199" y="14"/>
                  </a:cubicBezTo>
                  <a:cubicBezTo>
                    <a:pt x="200" y="11"/>
                    <a:pt x="200" y="8"/>
                    <a:pt x="200" y="6"/>
                  </a:cubicBezTo>
                  <a:cubicBezTo>
                    <a:pt x="209" y="6"/>
                    <a:pt x="209" y="6"/>
                    <a:pt x="209" y="6"/>
                  </a:cubicBezTo>
                  <a:cubicBezTo>
                    <a:pt x="209" y="35"/>
                    <a:pt x="209" y="35"/>
                    <a:pt x="209" y="35"/>
                  </a:cubicBezTo>
                  <a:cubicBezTo>
                    <a:pt x="207" y="36"/>
                    <a:pt x="205" y="36"/>
                    <a:pt x="203" y="36"/>
                  </a:cubicBezTo>
                  <a:cubicBezTo>
                    <a:pt x="203" y="40"/>
                    <a:pt x="203" y="40"/>
                    <a:pt x="203" y="40"/>
                  </a:cubicBezTo>
                  <a:cubicBezTo>
                    <a:pt x="223" y="40"/>
                    <a:pt x="223" y="40"/>
                    <a:pt x="223" y="40"/>
                  </a:cubicBezTo>
                  <a:cubicBezTo>
                    <a:pt x="223" y="36"/>
                    <a:pt x="223" y="36"/>
                    <a:pt x="223" y="36"/>
                  </a:cubicBezTo>
                  <a:cubicBezTo>
                    <a:pt x="221" y="36"/>
                    <a:pt x="218" y="36"/>
                    <a:pt x="216" y="35"/>
                  </a:cubicBezTo>
                  <a:cubicBezTo>
                    <a:pt x="216" y="6"/>
                    <a:pt x="216" y="6"/>
                    <a:pt x="216" y="6"/>
                  </a:cubicBezTo>
                  <a:cubicBezTo>
                    <a:pt x="225" y="6"/>
                    <a:pt x="225" y="6"/>
                    <a:pt x="225" y="6"/>
                  </a:cubicBezTo>
                  <a:cubicBezTo>
                    <a:pt x="225" y="8"/>
                    <a:pt x="226" y="11"/>
                    <a:pt x="226" y="14"/>
                  </a:cubicBezTo>
                  <a:lnTo>
                    <a:pt x="231" y="14"/>
                  </a:lnTo>
                  <a:close/>
                  <a:moveTo>
                    <a:pt x="194" y="40"/>
                  </a:moveTo>
                  <a:cubicBezTo>
                    <a:pt x="194" y="28"/>
                    <a:pt x="194" y="28"/>
                    <a:pt x="194" y="28"/>
                  </a:cubicBezTo>
                  <a:cubicBezTo>
                    <a:pt x="189" y="28"/>
                    <a:pt x="189" y="28"/>
                    <a:pt x="189" y="28"/>
                  </a:cubicBezTo>
                  <a:cubicBezTo>
                    <a:pt x="189" y="30"/>
                    <a:pt x="189" y="33"/>
                    <a:pt x="188" y="35"/>
                  </a:cubicBezTo>
                  <a:cubicBezTo>
                    <a:pt x="178" y="35"/>
                    <a:pt x="178" y="35"/>
                    <a:pt x="178" y="35"/>
                  </a:cubicBezTo>
                  <a:cubicBezTo>
                    <a:pt x="178" y="6"/>
                    <a:pt x="178" y="6"/>
                    <a:pt x="178" y="6"/>
                  </a:cubicBezTo>
                  <a:cubicBezTo>
                    <a:pt x="180" y="6"/>
                    <a:pt x="182" y="5"/>
                    <a:pt x="184" y="5"/>
                  </a:cubicBezTo>
                  <a:cubicBezTo>
                    <a:pt x="184" y="1"/>
                    <a:pt x="184" y="1"/>
                    <a:pt x="184" y="1"/>
                  </a:cubicBezTo>
                  <a:cubicBezTo>
                    <a:pt x="164" y="1"/>
                    <a:pt x="164" y="1"/>
                    <a:pt x="164" y="1"/>
                  </a:cubicBezTo>
                  <a:cubicBezTo>
                    <a:pt x="164" y="5"/>
                    <a:pt x="164" y="5"/>
                    <a:pt x="164" y="5"/>
                  </a:cubicBezTo>
                  <a:cubicBezTo>
                    <a:pt x="166" y="5"/>
                    <a:pt x="169" y="6"/>
                    <a:pt x="171" y="6"/>
                  </a:cubicBezTo>
                  <a:cubicBezTo>
                    <a:pt x="171" y="35"/>
                    <a:pt x="171" y="35"/>
                    <a:pt x="171" y="35"/>
                  </a:cubicBezTo>
                  <a:cubicBezTo>
                    <a:pt x="169" y="36"/>
                    <a:pt x="166" y="36"/>
                    <a:pt x="164" y="36"/>
                  </a:cubicBezTo>
                  <a:cubicBezTo>
                    <a:pt x="164" y="40"/>
                    <a:pt x="164" y="40"/>
                    <a:pt x="164" y="40"/>
                  </a:cubicBezTo>
                  <a:lnTo>
                    <a:pt x="194" y="40"/>
                  </a:lnTo>
                  <a:close/>
                  <a:moveTo>
                    <a:pt x="158" y="5"/>
                  </a:moveTo>
                  <a:cubicBezTo>
                    <a:pt x="158" y="1"/>
                    <a:pt x="158" y="1"/>
                    <a:pt x="158" y="1"/>
                  </a:cubicBezTo>
                  <a:cubicBezTo>
                    <a:pt x="140" y="1"/>
                    <a:pt x="140" y="1"/>
                    <a:pt x="140" y="1"/>
                  </a:cubicBezTo>
                  <a:cubicBezTo>
                    <a:pt x="140" y="5"/>
                    <a:pt x="140" y="5"/>
                    <a:pt x="140" y="5"/>
                  </a:cubicBezTo>
                  <a:cubicBezTo>
                    <a:pt x="142" y="5"/>
                    <a:pt x="144" y="6"/>
                    <a:pt x="146" y="6"/>
                  </a:cubicBezTo>
                  <a:cubicBezTo>
                    <a:pt x="146" y="25"/>
                    <a:pt x="146" y="25"/>
                    <a:pt x="146" y="25"/>
                  </a:cubicBezTo>
                  <a:cubicBezTo>
                    <a:pt x="146" y="31"/>
                    <a:pt x="143" y="35"/>
                    <a:pt x="136" y="35"/>
                  </a:cubicBezTo>
                  <a:cubicBezTo>
                    <a:pt x="129" y="35"/>
                    <a:pt x="126" y="32"/>
                    <a:pt x="126" y="25"/>
                  </a:cubicBezTo>
                  <a:cubicBezTo>
                    <a:pt x="126" y="6"/>
                    <a:pt x="126" y="6"/>
                    <a:pt x="126" y="6"/>
                  </a:cubicBezTo>
                  <a:cubicBezTo>
                    <a:pt x="128" y="6"/>
                    <a:pt x="130" y="5"/>
                    <a:pt x="132" y="5"/>
                  </a:cubicBezTo>
                  <a:cubicBezTo>
                    <a:pt x="132" y="1"/>
                    <a:pt x="132" y="1"/>
                    <a:pt x="132" y="1"/>
                  </a:cubicBezTo>
                  <a:cubicBezTo>
                    <a:pt x="113" y="1"/>
                    <a:pt x="113" y="1"/>
                    <a:pt x="113" y="1"/>
                  </a:cubicBezTo>
                  <a:cubicBezTo>
                    <a:pt x="113" y="5"/>
                    <a:pt x="113" y="5"/>
                    <a:pt x="113" y="5"/>
                  </a:cubicBezTo>
                  <a:cubicBezTo>
                    <a:pt x="115" y="5"/>
                    <a:pt x="117" y="6"/>
                    <a:pt x="119" y="6"/>
                  </a:cubicBezTo>
                  <a:cubicBezTo>
                    <a:pt x="119" y="27"/>
                    <a:pt x="119" y="27"/>
                    <a:pt x="119" y="27"/>
                  </a:cubicBezTo>
                  <a:cubicBezTo>
                    <a:pt x="119" y="36"/>
                    <a:pt x="125" y="41"/>
                    <a:pt x="135" y="41"/>
                  </a:cubicBezTo>
                  <a:cubicBezTo>
                    <a:pt x="148" y="41"/>
                    <a:pt x="153" y="34"/>
                    <a:pt x="153" y="25"/>
                  </a:cubicBezTo>
                  <a:cubicBezTo>
                    <a:pt x="153" y="6"/>
                    <a:pt x="153" y="6"/>
                    <a:pt x="153" y="6"/>
                  </a:cubicBezTo>
                  <a:cubicBezTo>
                    <a:pt x="155" y="6"/>
                    <a:pt x="157" y="5"/>
                    <a:pt x="158" y="5"/>
                  </a:cubicBezTo>
                  <a:moveTo>
                    <a:pt x="107" y="39"/>
                  </a:moveTo>
                  <a:cubicBezTo>
                    <a:pt x="107" y="32"/>
                    <a:pt x="107" y="32"/>
                    <a:pt x="107" y="32"/>
                  </a:cubicBezTo>
                  <a:cubicBezTo>
                    <a:pt x="104" y="34"/>
                    <a:pt x="101" y="35"/>
                    <a:pt x="97" y="35"/>
                  </a:cubicBezTo>
                  <a:cubicBezTo>
                    <a:pt x="88" y="35"/>
                    <a:pt x="84" y="30"/>
                    <a:pt x="84" y="21"/>
                  </a:cubicBezTo>
                  <a:cubicBezTo>
                    <a:pt x="84" y="13"/>
                    <a:pt x="88" y="6"/>
                    <a:pt x="96" y="6"/>
                  </a:cubicBezTo>
                  <a:cubicBezTo>
                    <a:pt x="98" y="6"/>
                    <a:pt x="99" y="7"/>
                    <a:pt x="101" y="7"/>
                  </a:cubicBezTo>
                  <a:cubicBezTo>
                    <a:pt x="101" y="9"/>
                    <a:pt x="102" y="11"/>
                    <a:pt x="102" y="13"/>
                  </a:cubicBezTo>
                  <a:cubicBezTo>
                    <a:pt x="107" y="13"/>
                    <a:pt x="107" y="13"/>
                    <a:pt x="107" y="13"/>
                  </a:cubicBezTo>
                  <a:cubicBezTo>
                    <a:pt x="107" y="2"/>
                    <a:pt x="107" y="2"/>
                    <a:pt x="107" y="2"/>
                  </a:cubicBezTo>
                  <a:cubicBezTo>
                    <a:pt x="104" y="1"/>
                    <a:pt x="100" y="0"/>
                    <a:pt x="97" y="0"/>
                  </a:cubicBezTo>
                  <a:cubicBezTo>
                    <a:pt x="83" y="0"/>
                    <a:pt x="76" y="10"/>
                    <a:pt x="76" y="21"/>
                  </a:cubicBezTo>
                  <a:cubicBezTo>
                    <a:pt x="76" y="33"/>
                    <a:pt x="83" y="41"/>
                    <a:pt x="96" y="41"/>
                  </a:cubicBezTo>
                  <a:cubicBezTo>
                    <a:pt x="100" y="41"/>
                    <a:pt x="104" y="40"/>
                    <a:pt x="107" y="39"/>
                  </a:cubicBezTo>
                  <a:moveTo>
                    <a:pt x="58" y="25"/>
                  </a:moveTo>
                  <a:cubicBezTo>
                    <a:pt x="45" y="25"/>
                    <a:pt x="45" y="25"/>
                    <a:pt x="45" y="25"/>
                  </a:cubicBezTo>
                  <a:cubicBezTo>
                    <a:pt x="49" y="13"/>
                    <a:pt x="49" y="13"/>
                    <a:pt x="49" y="13"/>
                  </a:cubicBezTo>
                  <a:cubicBezTo>
                    <a:pt x="50" y="11"/>
                    <a:pt x="51" y="9"/>
                    <a:pt x="51" y="7"/>
                  </a:cubicBezTo>
                  <a:cubicBezTo>
                    <a:pt x="52" y="7"/>
                    <a:pt x="52" y="7"/>
                    <a:pt x="52" y="7"/>
                  </a:cubicBezTo>
                  <a:cubicBezTo>
                    <a:pt x="52" y="9"/>
                    <a:pt x="53" y="11"/>
                    <a:pt x="54" y="13"/>
                  </a:cubicBezTo>
                  <a:lnTo>
                    <a:pt x="58" y="25"/>
                  </a:lnTo>
                  <a:close/>
                  <a:moveTo>
                    <a:pt x="74" y="40"/>
                  </a:moveTo>
                  <a:cubicBezTo>
                    <a:pt x="74" y="36"/>
                    <a:pt x="74" y="36"/>
                    <a:pt x="74" y="36"/>
                  </a:cubicBezTo>
                  <a:cubicBezTo>
                    <a:pt x="73" y="36"/>
                    <a:pt x="71" y="36"/>
                    <a:pt x="69" y="36"/>
                  </a:cubicBezTo>
                  <a:cubicBezTo>
                    <a:pt x="56" y="1"/>
                    <a:pt x="56" y="1"/>
                    <a:pt x="56" y="1"/>
                  </a:cubicBezTo>
                  <a:cubicBezTo>
                    <a:pt x="47" y="1"/>
                    <a:pt x="47" y="1"/>
                    <a:pt x="47" y="1"/>
                  </a:cubicBezTo>
                  <a:cubicBezTo>
                    <a:pt x="34" y="36"/>
                    <a:pt x="34" y="36"/>
                    <a:pt x="34" y="36"/>
                  </a:cubicBezTo>
                  <a:cubicBezTo>
                    <a:pt x="33" y="36"/>
                    <a:pt x="31" y="36"/>
                    <a:pt x="29" y="36"/>
                  </a:cubicBezTo>
                  <a:cubicBezTo>
                    <a:pt x="29" y="40"/>
                    <a:pt x="29" y="40"/>
                    <a:pt x="29" y="40"/>
                  </a:cubicBezTo>
                  <a:cubicBezTo>
                    <a:pt x="47" y="40"/>
                    <a:pt x="47" y="40"/>
                    <a:pt x="47" y="40"/>
                  </a:cubicBezTo>
                  <a:cubicBezTo>
                    <a:pt x="47" y="36"/>
                    <a:pt x="47" y="36"/>
                    <a:pt x="47" y="36"/>
                  </a:cubicBezTo>
                  <a:cubicBezTo>
                    <a:pt x="45" y="36"/>
                    <a:pt x="43" y="36"/>
                    <a:pt x="41" y="36"/>
                  </a:cubicBezTo>
                  <a:cubicBezTo>
                    <a:pt x="43" y="30"/>
                    <a:pt x="43" y="30"/>
                    <a:pt x="43" y="30"/>
                  </a:cubicBezTo>
                  <a:cubicBezTo>
                    <a:pt x="60" y="30"/>
                    <a:pt x="60" y="30"/>
                    <a:pt x="60" y="30"/>
                  </a:cubicBezTo>
                  <a:cubicBezTo>
                    <a:pt x="62" y="36"/>
                    <a:pt x="62" y="36"/>
                    <a:pt x="62" y="36"/>
                  </a:cubicBezTo>
                  <a:cubicBezTo>
                    <a:pt x="60" y="36"/>
                    <a:pt x="58" y="36"/>
                    <a:pt x="56" y="36"/>
                  </a:cubicBezTo>
                  <a:cubicBezTo>
                    <a:pt x="56" y="40"/>
                    <a:pt x="56" y="40"/>
                    <a:pt x="56" y="40"/>
                  </a:cubicBezTo>
                  <a:lnTo>
                    <a:pt x="74" y="40"/>
                  </a:lnTo>
                  <a:close/>
                  <a:moveTo>
                    <a:pt x="30" y="12"/>
                  </a:moveTo>
                  <a:cubicBezTo>
                    <a:pt x="30" y="1"/>
                    <a:pt x="30" y="1"/>
                    <a:pt x="30" y="1"/>
                  </a:cubicBezTo>
                  <a:cubicBezTo>
                    <a:pt x="0" y="1"/>
                    <a:pt x="0" y="1"/>
                    <a:pt x="0" y="1"/>
                  </a:cubicBezTo>
                  <a:cubicBezTo>
                    <a:pt x="0" y="5"/>
                    <a:pt x="0" y="5"/>
                    <a:pt x="0" y="5"/>
                  </a:cubicBezTo>
                  <a:cubicBezTo>
                    <a:pt x="2" y="5"/>
                    <a:pt x="4" y="6"/>
                    <a:pt x="7" y="6"/>
                  </a:cubicBezTo>
                  <a:cubicBezTo>
                    <a:pt x="7" y="35"/>
                    <a:pt x="7" y="35"/>
                    <a:pt x="7" y="35"/>
                  </a:cubicBezTo>
                  <a:cubicBezTo>
                    <a:pt x="4" y="36"/>
                    <a:pt x="2" y="36"/>
                    <a:pt x="0" y="36"/>
                  </a:cubicBezTo>
                  <a:cubicBezTo>
                    <a:pt x="0" y="40"/>
                    <a:pt x="0" y="40"/>
                    <a:pt x="0" y="40"/>
                  </a:cubicBezTo>
                  <a:cubicBezTo>
                    <a:pt x="20" y="40"/>
                    <a:pt x="20" y="40"/>
                    <a:pt x="20" y="40"/>
                  </a:cubicBezTo>
                  <a:cubicBezTo>
                    <a:pt x="20" y="36"/>
                    <a:pt x="20" y="36"/>
                    <a:pt x="20" y="36"/>
                  </a:cubicBezTo>
                  <a:cubicBezTo>
                    <a:pt x="18" y="36"/>
                    <a:pt x="16" y="36"/>
                    <a:pt x="13" y="35"/>
                  </a:cubicBezTo>
                  <a:cubicBezTo>
                    <a:pt x="13" y="23"/>
                    <a:pt x="13" y="23"/>
                    <a:pt x="13" y="23"/>
                  </a:cubicBezTo>
                  <a:cubicBezTo>
                    <a:pt x="21" y="23"/>
                    <a:pt x="21" y="23"/>
                    <a:pt x="21" y="23"/>
                  </a:cubicBezTo>
                  <a:cubicBezTo>
                    <a:pt x="21" y="24"/>
                    <a:pt x="21" y="26"/>
                    <a:pt x="22" y="27"/>
                  </a:cubicBezTo>
                  <a:cubicBezTo>
                    <a:pt x="26" y="27"/>
                    <a:pt x="26" y="27"/>
                    <a:pt x="26" y="27"/>
                  </a:cubicBezTo>
                  <a:cubicBezTo>
                    <a:pt x="26" y="14"/>
                    <a:pt x="26" y="14"/>
                    <a:pt x="26" y="14"/>
                  </a:cubicBezTo>
                  <a:cubicBezTo>
                    <a:pt x="22" y="14"/>
                    <a:pt x="22" y="14"/>
                    <a:pt x="22" y="14"/>
                  </a:cubicBezTo>
                  <a:cubicBezTo>
                    <a:pt x="21" y="15"/>
                    <a:pt x="21" y="17"/>
                    <a:pt x="21" y="18"/>
                  </a:cubicBezTo>
                  <a:cubicBezTo>
                    <a:pt x="13" y="18"/>
                    <a:pt x="13" y="18"/>
                    <a:pt x="13" y="18"/>
                  </a:cubicBezTo>
                  <a:cubicBezTo>
                    <a:pt x="13" y="6"/>
                    <a:pt x="13" y="6"/>
                    <a:pt x="13" y="6"/>
                  </a:cubicBezTo>
                  <a:cubicBezTo>
                    <a:pt x="24" y="6"/>
                    <a:pt x="24" y="6"/>
                    <a:pt x="24" y="6"/>
                  </a:cubicBezTo>
                  <a:cubicBezTo>
                    <a:pt x="24" y="7"/>
                    <a:pt x="24" y="10"/>
                    <a:pt x="25" y="12"/>
                  </a:cubicBezTo>
                  <a:lnTo>
                    <a:pt x="30"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70" name="Marcador de texto 2">
            <a:extLst>
              <a:ext uri="{FF2B5EF4-FFF2-40B4-BE49-F238E27FC236}">
                <a16:creationId xmlns:a16="http://schemas.microsoft.com/office/drawing/2014/main" id="{347277CF-7CE2-46E9-8BAB-9BB99B5CE260}"/>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71" name="Marcador de texto 2">
            <a:extLst>
              <a:ext uri="{FF2B5EF4-FFF2-40B4-BE49-F238E27FC236}">
                <a16:creationId xmlns:a16="http://schemas.microsoft.com/office/drawing/2014/main" id="{0BAB15C9-8FA6-4B01-9A53-5B559AE968B1}"/>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172" name="Conector recto 171">
            <a:extLst>
              <a:ext uri="{FF2B5EF4-FFF2-40B4-BE49-F238E27FC236}">
                <a16:creationId xmlns:a16="http://schemas.microsoft.com/office/drawing/2014/main" id="{63AF6657-0F11-4C32-9E54-545EF1FD7BCA}"/>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9045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4201" userDrawn="1">
          <p15:clr>
            <a:srgbClr val="FBAE40"/>
          </p15:clr>
        </p15:guide>
        <p15:guide id="3" orient="horz" pos="96" userDrawn="1">
          <p15:clr>
            <a:srgbClr val="FBAE40"/>
          </p15:clr>
        </p15:guide>
        <p15:guide id="4" pos="3840" userDrawn="1">
          <p15:clr>
            <a:srgbClr val="FBAE40"/>
          </p15:clr>
        </p15:guide>
        <p15:guide id="5" pos="166" userDrawn="1">
          <p15:clr>
            <a:srgbClr val="FBAE40"/>
          </p15:clr>
        </p15:guide>
        <p15:guide id="6" pos="7469"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2 Imagen y títulos">
    <p:spTree>
      <p:nvGrpSpPr>
        <p:cNvPr id="1" name=""/>
        <p:cNvGrpSpPr/>
        <p:nvPr/>
      </p:nvGrpSpPr>
      <p:grpSpPr>
        <a:xfrm>
          <a:off x="0" y="0"/>
          <a:ext cx="0" cy="0"/>
          <a:chOff x="0" y="0"/>
          <a:chExt cx="0" cy="0"/>
        </a:xfrm>
      </p:grpSpPr>
      <p:sp>
        <p:nvSpPr>
          <p:cNvPr id="17" name="Marcador de texto 2">
            <a:extLst>
              <a:ext uri="{FF2B5EF4-FFF2-40B4-BE49-F238E27FC236}">
                <a16:creationId xmlns:a16="http://schemas.microsoft.com/office/drawing/2014/main" id="{FB1315A8-50D5-452C-93E2-03879234E5E0}"/>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8" name="Marcador de texto 2">
            <a:extLst>
              <a:ext uri="{FF2B5EF4-FFF2-40B4-BE49-F238E27FC236}">
                <a16:creationId xmlns:a16="http://schemas.microsoft.com/office/drawing/2014/main" id="{5452253E-D9FB-497C-99F2-CA2D44C64033}"/>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19" name="Conector recto 18">
            <a:extLst>
              <a:ext uri="{FF2B5EF4-FFF2-40B4-BE49-F238E27FC236}">
                <a16:creationId xmlns:a16="http://schemas.microsoft.com/office/drawing/2014/main" id="{D6CBC86C-8C7B-4162-AB8A-F49CBFC77597}"/>
              </a:ext>
            </a:extLst>
          </p:cNvPr>
          <p:cNvCxnSpPr/>
          <p:nvPr userDrawn="1"/>
        </p:nvCxnSpPr>
        <p:spPr>
          <a:xfrm>
            <a:off x="2100263" y="441325"/>
            <a:ext cx="0" cy="395288"/>
          </a:xfrm>
          <a:prstGeom prst="line">
            <a:avLst/>
          </a:prstGeom>
          <a:ln w="12700" cap="rnd">
            <a:solidFill>
              <a:schemeClr val="tx2">
                <a:lumMod val="40000"/>
                <a:lumOff val="6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20" name="Marcador de número de diapositiva 70">
            <a:extLst>
              <a:ext uri="{FF2B5EF4-FFF2-40B4-BE49-F238E27FC236}">
                <a16:creationId xmlns:a16="http://schemas.microsoft.com/office/drawing/2014/main" id="{C05AADE7-4F3F-4C94-9A80-9CA76A45809D}"/>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‹Nº›</a:t>
            </a:fld>
            <a:endParaRPr lang="es-CL"/>
          </a:p>
        </p:txBody>
      </p:sp>
      <p:sp>
        <p:nvSpPr>
          <p:cNvPr id="21" name="Marcador de texto 2">
            <a:extLst>
              <a:ext uri="{FF2B5EF4-FFF2-40B4-BE49-F238E27FC236}">
                <a16:creationId xmlns:a16="http://schemas.microsoft.com/office/drawing/2014/main" id="{2370F6BE-EDC9-48A1-B566-E4E8F64EF790}"/>
              </a:ext>
            </a:extLst>
          </p:cNvPr>
          <p:cNvSpPr>
            <a:spLocks noGrp="1"/>
          </p:cNvSpPr>
          <p:nvPr>
            <p:ph type="body" sz="quarter" idx="26" hasCustomPrompt="1"/>
          </p:nvPr>
        </p:nvSpPr>
        <p:spPr>
          <a:xfrm>
            <a:off x="-947059" y="4430107"/>
            <a:ext cx="4200014" cy="2762654"/>
          </a:xfrm>
          <a:prstGeom prst="rect">
            <a:avLst/>
          </a:prstGeom>
        </p:spPr>
        <p:txBody>
          <a:bodyPr anchor="ctr"/>
          <a:lstStyle>
            <a:lvl1pPr marL="0" indent="0" algn="l">
              <a:lnSpc>
                <a:spcPct val="100000"/>
              </a:lnSpc>
              <a:buClr>
                <a:schemeClr val="tx2"/>
              </a:buClr>
              <a:buSzPct val="80000"/>
              <a:buFont typeface="Segoe UI Light" panose="020B0502040204020203" pitchFamily="34" charset="0"/>
              <a:buNone/>
              <a:defRPr sz="24000" b="0" u="none" strike="noStrike" spc="0" baseline="0">
                <a:solidFill>
                  <a:schemeClr val="tx2">
                    <a:lumMod val="20000"/>
                    <a:lumOff val="80000"/>
                    <a:alpha val="50000"/>
                  </a:schemeClr>
                </a:solidFill>
                <a:uFill>
                  <a:solidFill>
                    <a:schemeClr val="accent2"/>
                  </a:solidFill>
                </a:uFill>
                <a:latin typeface="+mj-lt"/>
                <a:cs typeface="Segoe UI Semibold" panose="020B07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56" name="Rectangle 10">
            <a:extLst>
              <a:ext uri="{FF2B5EF4-FFF2-40B4-BE49-F238E27FC236}">
                <a16:creationId xmlns:a16="http://schemas.microsoft.com/office/drawing/2014/main" id="{E52877B5-F746-4BF9-8B29-A4FA0AA3338B}"/>
              </a:ext>
            </a:extLst>
          </p:cNvPr>
          <p:cNvSpPr>
            <a:spLocks noChangeArrowheads="1"/>
          </p:cNvSpPr>
          <p:nvPr userDrawn="1"/>
        </p:nvSpPr>
        <p:spPr bwMode="auto">
          <a:xfrm>
            <a:off x="3448963" y="1375544"/>
            <a:ext cx="5924919" cy="4909868"/>
          </a:xfrm>
          <a:prstGeom prst="rect">
            <a:avLst/>
          </a:prstGeom>
          <a:solidFill>
            <a:srgbClr val="ECECE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latin typeface="+mj-lt"/>
            </a:endParaRPr>
          </a:p>
        </p:txBody>
      </p:sp>
      <p:sp>
        <p:nvSpPr>
          <p:cNvPr id="83" name="Marcador de texto 2">
            <a:extLst>
              <a:ext uri="{FF2B5EF4-FFF2-40B4-BE49-F238E27FC236}">
                <a16:creationId xmlns:a16="http://schemas.microsoft.com/office/drawing/2014/main" id="{B01517FF-8F20-46CA-951D-D9D0C1264E78}"/>
              </a:ext>
            </a:extLst>
          </p:cNvPr>
          <p:cNvSpPr>
            <a:spLocks noGrp="1"/>
          </p:cNvSpPr>
          <p:nvPr>
            <p:ph type="body" sz="quarter" idx="28" hasCustomPrompt="1"/>
          </p:nvPr>
        </p:nvSpPr>
        <p:spPr>
          <a:xfrm>
            <a:off x="5371636" y="1188204"/>
            <a:ext cx="2077379" cy="391824"/>
          </a:xfrm>
          <a:prstGeom prst="rect">
            <a:avLst/>
          </a:prstGeom>
        </p:spPr>
        <p:txBody>
          <a:bodyPr lIns="72000" tIns="720000" rIns="0" bIns="720000" anchor="ctr"/>
          <a:lstStyle>
            <a:lvl1pPr marL="0" indent="0" algn="ctr">
              <a:lnSpc>
                <a:spcPct val="100000"/>
              </a:lnSpc>
              <a:buNone/>
              <a:defRPr sz="2000" b="0" u="none" strike="noStrike" spc="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
        <p:nvSpPr>
          <p:cNvPr id="84" name="Marcador de texto 2">
            <a:extLst>
              <a:ext uri="{FF2B5EF4-FFF2-40B4-BE49-F238E27FC236}">
                <a16:creationId xmlns:a16="http://schemas.microsoft.com/office/drawing/2014/main" id="{07E66279-0CD4-45C5-8748-23186AFBCDBA}"/>
              </a:ext>
            </a:extLst>
          </p:cNvPr>
          <p:cNvSpPr>
            <a:spLocks noGrp="1"/>
          </p:cNvSpPr>
          <p:nvPr>
            <p:ph type="body" sz="quarter" idx="29" hasCustomPrompt="1"/>
          </p:nvPr>
        </p:nvSpPr>
        <p:spPr>
          <a:xfrm rot="16200000">
            <a:off x="1758640" y="3987161"/>
            <a:ext cx="2077379" cy="391824"/>
          </a:xfrm>
          <a:prstGeom prst="rect">
            <a:avLst/>
          </a:prstGeom>
          <a:solidFill>
            <a:schemeClr val="bg2"/>
          </a:solidFill>
        </p:spPr>
        <p:txBody>
          <a:bodyPr lIns="72000" tIns="720000" rIns="0" bIns="720000" anchor="ctr"/>
          <a:lstStyle>
            <a:lvl1pPr marL="0" indent="0" algn="ctr">
              <a:lnSpc>
                <a:spcPct val="100000"/>
              </a:lnSpc>
              <a:buNone/>
              <a:defRPr sz="2000" b="0" u="none" strike="noStrike" spc="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
        <p:nvSpPr>
          <p:cNvPr id="85" name="Marcador de texto 2">
            <a:extLst>
              <a:ext uri="{FF2B5EF4-FFF2-40B4-BE49-F238E27FC236}">
                <a16:creationId xmlns:a16="http://schemas.microsoft.com/office/drawing/2014/main" id="{269DDBA9-C6F6-4F32-B366-8F8E9B230627}"/>
              </a:ext>
            </a:extLst>
          </p:cNvPr>
          <p:cNvSpPr>
            <a:spLocks noGrp="1"/>
          </p:cNvSpPr>
          <p:nvPr>
            <p:ph type="body" sz="quarter" idx="30" hasCustomPrompt="1"/>
          </p:nvPr>
        </p:nvSpPr>
        <p:spPr>
          <a:xfrm>
            <a:off x="5371636" y="6117043"/>
            <a:ext cx="2077379" cy="391824"/>
          </a:xfrm>
          <a:prstGeom prst="rect">
            <a:avLst/>
          </a:prstGeom>
        </p:spPr>
        <p:txBody>
          <a:bodyPr lIns="72000" tIns="720000" rIns="0" bIns="720000" anchor="ctr"/>
          <a:lstStyle>
            <a:lvl1pPr marL="0" indent="0" algn="ctr">
              <a:lnSpc>
                <a:spcPct val="100000"/>
              </a:lnSpc>
              <a:buNone/>
              <a:defRPr sz="2000" b="0" u="none" strike="noStrike" spc="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
        <p:nvSpPr>
          <p:cNvPr id="94" name="Marcador de posición de imagen 26">
            <a:extLst>
              <a:ext uri="{FF2B5EF4-FFF2-40B4-BE49-F238E27FC236}">
                <a16:creationId xmlns:a16="http://schemas.microsoft.com/office/drawing/2014/main" id="{8927B421-1BB7-4777-A444-0D2812CB425E}"/>
              </a:ext>
            </a:extLst>
          </p:cNvPr>
          <p:cNvSpPr>
            <a:spLocks noGrp="1"/>
          </p:cNvSpPr>
          <p:nvPr>
            <p:ph type="pic" sz="quarter" idx="22" hasCustomPrompt="1"/>
          </p:nvPr>
        </p:nvSpPr>
        <p:spPr>
          <a:xfrm>
            <a:off x="3219450" y="1638996"/>
            <a:ext cx="2077200" cy="1400400"/>
          </a:xfrm>
          <a:prstGeom prst="rect">
            <a:avLst/>
          </a:prstGeom>
          <a:solidFill>
            <a:schemeClr val="accent1"/>
          </a:solidFill>
        </p:spPr>
        <p:txBody>
          <a:bodyPr anchor="ctr"/>
          <a:lstStyle>
            <a:lvl1pPr marL="0" indent="0" algn="ctr">
              <a:buNone/>
              <a:defRPr sz="1200" b="1">
                <a:solidFill>
                  <a:schemeClr val="bg1"/>
                </a:solidFill>
              </a:defRPr>
            </a:lvl1pPr>
          </a:lstStyle>
          <a:p>
            <a:r>
              <a:rPr lang="es-CL" dirty="0"/>
              <a:t>IMAGEN O COLOR</a:t>
            </a:r>
          </a:p>
        </p:txBody>
      </p:sp>
      <p:sp>
        <p:nvSpPr>
          <p:cNvPr id="95" name="Marcador de texto 2">
            <a:extLst>
              <a:ext uri="{FF2B5EF4-FFF2-40B4-BE49-F238E27FC236}">
                <a16:creationId xmlns:a16="http://schemas.microsoft.com/office/drawing/2014/main" id="{92E83A9E-5266-4BC5-A75A-F5E85A12FA03}"/>
              </a:ext>
            </a:extLst>
          </p:cNvPr>
          <p:cNvSpPr>
            <a:spLocks noGrp="1"/>
          </p:cNvSpPr>
          <p:nvPr>
            <p:ph type="body" sz="quarter" idx="27" hasCustomPrompt="1"/>
          </p:nvPr>
        </p:nvSpPr>
        <p:spPr>
          <a:xfrm>
            <a:off x="3219450" y="2486722"/>
            <a:ext cx="2077379" cy="554116"/>
          </a:xfrm>
          <a:prstGeom prst="rect">
            <a:avLst/>
          </a:prstGeom>
          <a:gradFill>
            <a:gsLst>
              <a:gs pos="0">
                <a:schemeClr val="tx1"/>
              </a:gs>
              <a:gs pos="100000">
                <a:schemeClr val="tx1">
                  <a:alpha val="0"/>
                </a:schemeClr>
              </a:gs>
            </a:gsLst>
            <a:lin ang="16200000" scaled="1"/>
          </a:gradFill>
        </p:spPr>
        <p:txBody>
          <a:bodyPr lIns="0" tIns="0" rIns="0" bIns="0" anchor="b"/>
          <a:lstStyle>
            <a:lvl1pPr marL="0" indent="0" algn="ctr">
              <a:lnSpc>
                <a:spcPct val="100000"/>
              </a:lnSpc>
              <a:buNone/>
              <a:defRPr sz="1400" b="0" u="none" strike="noStrike" spc="0" baseline="0">
                <a:solidFill>
                  <a:schemeClr val="bg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
        <p:nvSpPr>
          <p:cNvPr id="96" name="Marcador de posición de imagen 26">
            <a:extLst>
              <a:ext uri="{FF2B5EF4-FFF2-40B4-BE49-F238E27FC236}">
                <a16:creationId xmlns:a16="http://schemas.microsoft.com/office/drawing/2014/main" id="{041D723F-C65E-4264-9AB9-0E7EA39E1AB2}"/>
              </a:ext>
            </a:extLst>
          </p:cNvPr>
          <p:cNvSpPr>
            <a:spLocks noGrp="1"/>
          </p:cNvSpPr>
          <p:nvPr>
            <p:ph type="pic" sz="quarter" idx="31" hasCustomPrompt="1"/>
          </p:nvPr>
        </p:nvSpPr>
        <p:spPr>
          <a:xfrm>
            <a:off x="5371635" y="1638996"/>
            <a:ext cx="2077200" cy="1400400"/>
          </a:xfrm>
          <a:prstGeom prst="rect">
            <a:avLst/>
          </a:prstGeom>
          <a:solidFill>
            <a:schemeClr val="accent1"/>
          </a:solidFill>
        </p:spPr>
        <p:txBody>
          <a:bodyPr anchor="ctr"/>
          <a:lstStyle>
            <a:lvl1pPr marL="0" indent="0" algn="ctr">
              <a:buNone/>
              <a:defRPr sz="1200" b="1">
                <a:solidFill>
                  <a:schemeClr val="bg1"/>
                </a:solidFill>
              </a:defRPr>
            </a:lvl1pPr>
          </a:lstStyle>
          <a:p>
            <a:r>
              <a:rPr lang="es-CL" dirty="0"/>
              <a:t>IMAGEN O COLOR</a:t>
            </a:r>
          </a:p>
        </p:txBody>
      </p:sp>
      <p:sp>
        <p:nvSpPr>
          <p:cNvPr id="97" name="Marcador de texto 2">
            <a:extLst>
              <a:ext uri="{FF2B5EF4-FFF2-40B4-BE49-F238E27FC236}">
                <a16:creationId xmlns:a16="http://schemas.microsoft.com/office/drawing/2014/main" id="{85346EEA-DB3A-4A35-9162-3A015D411C66}"/>
              </a:ext>
            </a:extLst>
          </p:cNvPr>
          <p:cNvSpPr>
            <a:spLocks noGrp="1"/>
          </p:cNvSpPr>
          <p:nvPr>
            <p:ph type="body" sz="quarter" idx="32" hasCustomPrompt="1"/>
          </p:nvPr>
        </p:nvSpPr>
        <p:spPr>
          <a:xfrm>
            <a:off x="5371635" y="2486722"/>
            <a:ext cx="2077379" cy="554116"/>
          </a:xfrm>
          <a:prstGeom prst="rect">
            <a:avLst/>
          </a:prstGeom>
          <a:gradFill>
            <a:gsLst>
              <a:gs pos="0">
                <a:schemeClr val="tx1"/>
              </a:gs>
              <a:gs pos="100000">
                <a:schemeClr val="tx1">
                  <a:alpha val="0"/>
                </a:schemeClr>
              </a:gs>
            </a:gsLst>
            <a:lin ang="16200000" scaled="1"/>
          </a:gradFill>
        </p:spPr>
        <p:txBody>
          <a:bodyPr lIns="0" tIns="0" rIns="0" bIns="0" anchor="b"/>
          <a:lstStyle>
            <a:lvl1pPr marL="0" indent="0" algn="ctr">
              <a:lnSpc>
                <a:spcPct val="100000"/>
              </a:lnSpc>
              <a:buNone/>
              <a:defRPr sz="1400" b="0" u="none" strike="noStrike" spc="0" baseline="0">
                <a:solidFill>
                  <a:schemeClr val="bg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
        <p:nvSpPr>
          <p:cNvPr id="98" name="Marcador de posición de imagen 26">
            <a:extLst>
              <a:ext uri="{FF2B5EF4-FFF2-40B4-BE49-F238E27FC236}">
                <a16:creationId xmlns:a16="http://schemas.microsoft.com/office/drawing/2014/main" id="{F8493F9F-AD30-449D-B086-4AEE004A6F40}"/>
              </a:ext>
            </a:extLst>
          </p:cNvPr>
          <p:cNvSpPr>
            <a:spLocks noGrp="1"/>
          </p:cNvSpPr>
          <p:nvPr>
            <p:ph type="pic" sz="quarter" idx="33" hasCustomPrompt="1"/>
          </p:nvPr>
        </p:nvSpPr>
        <p:spPr>
          <a:xfrm>
            <a:off x="7512669" y="1638996"/>
            <a:ext cx="2077200" cy="1400400"/>
          </a:xfrm>
          <a:prstGeom prst="rect">
            <a:avLst/>
          </a:prstGeom>
          <a:solidFill>
            <a:schemeClr val="accent1"/>
          </a:solidFill>
        </p:spPr>
        <p:txBody>
          <a:bodyPr anchor="ctr"/>
          <a:lstStyle>
            <a:lvl1pPr marL="0" indent="0" algn="ctr">
              <a:buNone/>
              <a:defRPr sz="1200" b="1">
                <a:solidFill>
                  <a:schemeClr val="bg1"/>
                </a:solidFill>
              </a:defRPr>
            </a:lvl1pPr>
          </a:lstStyle>
          <a:p>
            <a:r>
              <a:rPr lang="es-CL" dirty="0"/>
              <a:t>IMAGEN O COLOR</a:t>
            </a:r>
          </a:p>
        </p:txBody>
      </p:sp>
      <p:sp>
        <p:nvSpPr>
          <p:cNvPr id="99" name="Marcador de texto 2">
            <a:extLst>
              <a:ext uri="{FF2B5EF4-FFF2-40B4-BE49-F238E27FC236}">
                <a16:creationId xmlns:a16="http://schemas.microsoft.com/office/drawing/2014/main" id="{120FDCAD-FE11-44FA-B557-E62517A8ACEF}"/>
              </a:ext>
            </a:extLst>
          </p:cNvPr>
          <p:cNvSpPr>
            <a:spLocks noGrp="1"/>
          </p:cNvSpPr>
          <p:nvPr>
            <p:ph type="body" sz="quarter" idx="34" hasCustomPrompt="1"/>
          </p:nvPr>
        </p:nvSpPr>
        <p:spPr>
          <a:xfrm>
            <a:off x="7512669" y="2486722"/>
            <a:ext cx="2077379" cy="554116"/>
          </a:xfrm>
          <a:prstGeom prst="rect">
            <a:avLst/>
          </a:prstGeom>
          <a:gradFill>
            <a:gsLst>
              <a:gs pos="0">
                <a:schemeClr val="tx1"/>
              </a:gs>
              <a:gs pos="100000">
                <a:schemeClr val="tx1">
                  <a:alpha val="0"/>
                </a:schemeClr>
              </a:gs>
            </a:gsLst>
            <a:lin ang="16200000" scaled="1"/>
          </a:gradFill>
        </p:spPr>
        <p:txBody>
          <a:bodyPr lIns="0" tIns="0" rIns="0" bIns="0" anchor="b"/>
          <a:lstStyle>
            <a:lvl1pPr marL="0" indent="0" algn="ctr">
              <a:lnSpc>
                <a:spcPct val="100000"/>
              </a:lnSpc>
              <a:buNone/>
              <a:defRPr sz="1400" b="0" u="none" strike="noStrike" spc="0" baseline="0">
                <a:solidFill>
                  <a:schemeClr val="bg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
        <p:nvSpPr>
          <p:cNvPr id="100" name="Marcador de posición de imagen 26">
            <a:extLst>
              <a:ext uri="{FF2B5EF4-FFF2-40B4-BE49-F238E27FC236}">
                <a16:creationId xmlns:a16="http://schemas.microsoft.com/office/drawing/2014/main" id="{B541220A-C78A-483A-B3B4-D11A9638E8AE}"/>
              </a:ext>
            </a:extLst>
          </p:cNvPr>
          <p:cNvSpPr>
            <a:spLocks noGrp="1"/>
          </p:cNvSpPr>
          <p:nvPr>
            <p:ph type="pic" sz="quarter" idx="35" hasCustomPrompt="1"/>
          </p:nvPr>
        </p:nvSpPr>
        <p:spPr>
          <a:xfrm>
            <a:off x="3219450" y="3099806"/>
            <a:ext cx="2077200" cy="1400400"/>
          </a:xfrm>
          <a:prstGeom prst="rect">
            <a:avLst/>
          </a:prstGeom>
          <a:solidFill>
            <a:schemeClr val="accent1"/>
          </a:solidFill>
        </p:spPr>
        <p:txBody>
          <a:bodyPr anchor="ctr"/>
          <a:lstStyle>
            <a:lvl1pPr marL="0" indent="0" algn="ctr">
              <a:buNone/>
              <a:defRPr sz="1200" b="1">
                <a:solidFill>
                  <a:schemeClr val="bg1"/>
                </a:solidFill>
              </a:defRPr>
            </a:lvl1pPr>
          </a:lstStyle>
          <a:p>
            <a:r>
              <a:rPr lang="es-CL" dirty="0"/>
              <a:t>IMAGEN O COLOR</a:t>
            </a:r>
          </a:p>
        </p:txBody>
      </p:sp>
      <p:sp>
        <p:nvSpPr>
          <p:cNvPr id="101" name="Marcador de texto 2">
            <a:extLst>
              <a:ext uri="{FF2B5EF4-FFF2-40B4-BE49-F238E27FC236}">
                <a16:creationId xmlns:a16="http://schemas.microsoft.com/office/drawing/2014/main" id="{2F86F35F-B4D9-4BD2-882D-D53DF927005A}"/>
              </a:ext>
            </a:extLst>
          </p:cNvPr>
          <p:cNvSpPr>
            <a:spLocks noGrp="1"/>
          </p:cNvSpPr>
          <p:nvPr>
            <p:ph type="body" sz="quarter" idx="36" hasCustomPrompt="1"/>
          </p:nvPr>
        </p:nvSpPr>
        <p:spPr>
          <a:xfrm>
            <a:off x="3219450" y="3947532"/>
            <a:ext cx="2077379" cy="554116"/>
          </a:xfrm>
          <a:prstGeom prst="rect">
            <a:avLst/>
          </a:prstGeom>
          <a:gradFill>
            <a:gsLst>
              <a:gs pos="0">
                <a:schemeClr val="tx1"/>
              </a:gs>
              <a:gs pos="100000">
                <a:schemeClr val="tx1">
                  <a:alpha val="0"/>
                </a:schemeClr>
              </a:gs>
            </a:gsLst>
            <a:lin ang="16200000" scaled="1"/>
          </a:gradFill>
        </p:spPr>
        <p:txBody>
          <a:bodyPr lIns="0" tIns="0" rIns="0" bIns="0" anchor="b"/>
          <a:lstStyle>
            <a:lvl1pPr marL="0" indent="0" algn="ctr">
              <a:lnSpc>
                <a:spcPct val="100000"/>
              </a:lnSpc>
              <a:buNone/>
              <a:defRPr sz="1400" b="0" u="none" strike="noStrike" spc="0" baseline="0">
                <a:solidFill>
                  <a:schemeClr val="bg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
        <p:nvSpPr>
          <p:cNvPr id="102" name="Marcador de posición de imagen 26">
            <a:extLst>
              <a:ext uri="{FF2B5EF4-FFF2-40B4-BE49-F238E27FC236}">
                <a16:creationId xmlns:a16="http://schemas.microsoft.com/office/drawing/2014/main" id="{E507EC5E-7668-4DD0-AEAA-F0498C193865}"/>
              </a:ext>
            </a:extLst>
          </p:cNvPr>
          <p:cNvSpPr>
            <a:spLocks noGrp="1"/>
          </p:cNvSpPr>
          <p:nvPr>
            <p:ph type="pic" sz="quarter" idx="37" hasCustomPrompt="1"/>
          </p:nvPr>
        </p:nvSpPr>
        <p:spPr>
          <a:xfrm>
            <a:off x="5371635" y="3099806"/>
            <a:ext cx="2077200" cy="1400400"/>
          </a:xfrm>
          <a:prstGeom prst="rect">
            <a:avLst/>
          </a:prstGeom>
          <a:solidFill>
            <a:schemeClr val="accent1"/>
          </a:solidFill>
        </p:spPr>
        <p:txBody>
          <a:bodyPr anchor="ctr"/>
          <a:lstStyle>
            <a:lvl1pPr marL="0" indent="0" algn="ctr">
              <a:buNone/>
              <a:defRPr sz="1200" b="1">
                <a:solidFill>
                  <a:schemeClr val="bg1"/>
                </a:solidFill>
              </a:defRPr>
            </a:lvl1pPr>
          </a:lstStyle>
          <a:p>
            <a:r>
              <a:rPr lang="es-CL" dirty="0"/>
              <a:t>IMAGEN O COLOR</a:t>
            </a:r>
          </a:p>
        </p:txBody>
      </p:sp>
      <p:sp>
        <p:nvSpPr>
          <p:cNvPr id="103" name="Marcador de texto 2">
            <a:extLst>
              <a:ext uri="{FF2B5EF4-FFF2-40B4-BE49-F238E27FC236}">
                <a16:creationId xmlns:a16="http://schemas.microsoft.com/office/drawing/2014/main" id="{CB8F330C-43EE-453F-BA65-1F0A2CE4A93B}"/>
              </a:ext>
            </a:extLst>
          </p:cNvPr>
          <p:cNvSpPr>
            <a:spLocks noGrp="1"/>
          </p:cNvSpPr>
          <p:nvPr>
            <p:ph type="body" sz="quarter" idx="38" hasCustomPrompt="1"/>
          </p:nvPr>
        </p:nvSpPr>
        <p:spPr>
          <a:xfrm>
            <a:off x="5371635" y="3947532"/>
            <a:ext cx="2077379" cy="554116"/>
          </a:xfrm>
          <a:prstGeom prst="rect">
            <a:avLst/>
          </a:prstGeom>
          <a:gradFill>
            <a:gsLst>
              <a:gs pos="0">
                <a:schemeClr val="tx1"/>
              </a:gs>
              <a:gs pos="100000">
                <a:schemeClr val="tx1">
                  <a:alpha val="0"/>
                </a:schemeClr>
              </a:gs>
            </a:gsLst>
            <a:lin ang="16200000" scaled="1"/>
          </a:gradFill>
        </p:spPr>
        <p:txBody>
          <a:bodyPr lIns="0" tIns="0" rIns="0" bIns="0" anchor="b"/>
          <a:lstStyle>
            <a:lvl1pPr marL="0" indent="0" algn="ctr">
              <a:lnSpc>
                <a:spcPct val="100000"/>
              </a:lnSpc>
              <a:buNone/>
              <a:defRPr sz="1400" b="0" u="none" strike="noStrike" spc="0" baseline="0">
                <a:solidFill>
                  <a:schemeClr val="bg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
        <p:nvSpPr>
          <p:cNvPr id="104" name="Marcador de posición de imagen 26">
            <a:extLst>
              <a:ext uri="{FF2B5EF4-FFF2-40B4-BE49-F238E27FC236}">
                <a16:creationId xmlns:a16="http://schemas.microsoft.com/office/drawing/2014/main" id="{3122E983-DA62-4108-B9B2-45A815131AA5}"/>
              </a:ext>
            </a:extLst>
          </p:cNvPr>
          <p:cNvSpPr>
            <a:spLocks noGrp="1"/>
          </p:cNvSpPr>
          <p:nvPr>
            <p:ph type="pic" sz="quarter" idx="39" hasCustomPrompt="1"/>
          </p:nvPr>
        </p:nvSpPr>
        <p:spPr>
          <a:xfrm>
            <a:off x="7512669" y="3099806"/>
            <a:ext cx="2077200" cy="1400400"/>
          </a:xfrm>
          <a:prstGeom prst="rect">
            <a:avLst/>
          </a:prstGeom>
          <a:solidFill>
            <a:schemeClr val="accent1"/>
          </a:solidFill>
        </p:spPr>
        <p:txBody>
          <a:bodyPr anchor="ctr"/>
          <a:lstStyle>
            <a:lvl1pPr marL="0" indent="0" algn="ctr">
              <a:buNone/>
              <a:defRPr sz="1200" b="1">
                <a:solidFill>
                  <a:schemeClr val="bg1"/>
                </a:solidFill>
              </a:defRPr>
            </a:lvl1pPr>
          </a:lstStyle>
          <a:p>
            <a:r>
              <a:rPr lang="es-CL" dirty="0"/>
              <a:t>IMAGEN O COLOR</a:t>
            </a:r>
          </a:p>
        </p:txBody>
      </p:sp>
      <p:sp>
        <p:nvSpPr>
          <p:cNvPr id="105" name="Marcador de texto 2">
            <a:extLst>
              <a:ext uri="{FF2B5EF4-FFF2-40B4-BE49-F238E27FC236}">
                <a16:creationId xmlns:a16="http://schemas.microsoft.com/office/drawing/2014/main" id="{A1895702-A453-40D2-80B4-44D5BC5FCF0E}"/>
              </a:ext>
            </a:extLst>
          </p:cNvPr>
          <p:cNvSpPr>
            <a:spLocks noGrp="1"/>
          </p:cNvSpPr>
          <p:nvPr>
            <p:ph type="body" sz="quarter" idx="40" hasCustomPrompt="1"/>
          </p:nvPr>
        </p:nvSpPr>
        <p:spPr>
          <a:xfrm>
            <a:off x="7512669" y="3947532"/>
            <a:ext cx="2077379" cy="554116"/>
          </a:xfrm>
          <a:prstGeom prst="rect">
            <a:avLst/>
          </a:prstGeom>
          <a:gradFill>
            <a:gsLst>
              <a:gs pos="0">
                <a:schemeClr val="tx1"/>
              </a:gs>
              <a:gs pos="100000">
                <a:schemeClr val="tx1">
                  <a:alpha val="0"/>
                </a:schemeClr>
              </a:gs>
            </a:gsLst>
            <a:lin ang="16200000" scaled="1"/>
          </a:gradFill>
        </p:spPr>
        <p:txBody>
          <a:bodyPr lIns="0" tIns="0" rIns="0" bIns="0" anchor="b"/>
          <a:lstStyle>
            <a:lvl1pPr marL="0" indent="0" algn="ctr">
              <a:lnSpc>
                <a:spcPct val="100000"/>
              </a:lnSpc>
              <a:buNone/>
              <a:defRPr sz="1400" b="0" u="none" strike="noStrike" spc="0" baseline="0">
                <a:solidFill>
                  <a:schemeClr val="bg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
        <p:nvSpPr>
          <p:cNvPr id="106" name="Marcador de posición de imagen 26">
            <a:extLst>
              <a:ext uri="{FF2B5EF4-FFF2-40B4-BE49-F238E27FC236}">
                <a16:creationId xmlns:a16="http://schemas.microsoft.com/office/drawing/2014/main" id="{DB5AA1A6-9122-403F-806E-93C39732C110}"/>
              </a:ext>
            </a:extLst>
          </p:cNvPr>
          <p:cNvSpPr>
            <a:spLocks noGrp="1"/>
          </p:cNvSpPr>
          <p:nvPr>
            <p:ph type="pic" sz="quarter" idx="41" hasCustomPrompt="1"/>
          </p:nvPr>
        </p:nvSpPr>
        <p:spPr>
          <a:xfrm>
            <a:off x="3219450" y="4582918"/>
            <a:ext cx="2077200" cy="1400400"/>
          </a:xfrm>
          <a:prstGeom prst="rect">
            <a:avLst/>
          </a:prstGeom>
          <a:solidFill>
            <a:schemeClr val="accent1"/>
          </a:solidFill>
        </p:spPr>
        <p:txBody>
          <a:bodyPr anchor="ctr"/>
          <a:lstStyle>
            <a:lvl1pPr marL="0" indent="0" algn="ctr">
              <a:buNone/>
              <a:defRPr sz="1200" b="1">
                <a:solidFill>
                  <a:schemeClr val="bg1"/>
                </a:solidFill>
              </a:defRPr>
            </a:lvl1pPr>
          </a:lstStyle>
          <a:p>
            <a:r>
              <a:rPr lang="es-CL" dirty="0"/>
              <a:t>IMAGEN O COLOR</a:t>
            </a:r>
          </a:p>
        </p:txBody>
      </p:sp>
      <p:sp>
        <p:nvSpPr>
          <p:cNvPr id="107" name="Marcador de texto 2">
            <a:extLst>
              <a:ext uri="{FF2B5EF4-FFF2-40B4-BE49-F238E27FC236}">
                <a16:creationId xmlns:a16="http://schemas.microsoft.com/office/drawing/2014/main" id="{56FEB054-799D-4761-AF93-EAD4060A309A}"/>
              </a:ext>
            </a:extLst>
          </p:cNvPr>
          <p:cNvSpPr>
            <a:spLocks noGrp="1"/>
          </p:cNvSpPr>
          <p:nvPr>
            <p:ph type="body" sz="quarter" idx="42" hasCustomPrompt="1"/>
          </p:nvPr>
        </p:nvSpPr>
        <p:spPr>
          <a:xfrm>
            <a:off x="3219450" y="5430644"/>
            <a:ext cx="2077379" cy="554116"/>
          </a:xfrm>
          <a:prstGeom prst="rect">
            <a:avLst/>
          </a:prstGeom>
          <a:gradFill>
            <a:gsLst>
              <a:gs pos="0">
                <a:schemeClr val="tx1"/>
              </a:gs>
              <a:gs pos="100000">
                <a:schemeClr val="tx1">
                  <a:alpha val="0"/>
                </a:schemeClr>
              </a:gs>
            </a:gsLst>
            <a:lin ang="16200000" scaled="1"/>
          </a:gradFill>
        </p:spPr>
        <p:txBody>
          <a:bodyPr lIns="0" tIns="0" rIns="0" bIns="0" anchor="b"/>
          <a:lstStyle>
            <a:lvl1pPr marL="0" indent="0" algn="ctr">
              <a:lnSpc>
                <a:spcPct val="100000"/>
              </a:lnSpc>
              <a:buNone/>
              <a:defRPr sz="1400" b="0" u="none" strike="noStrike" spc="0" baseline="0">
                <a:solidFill>
                  <a:schemeClr val="bg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
        <p:nvSpPr>
          <p:cNvPr id="108" name="Marcador de posición de imagen 26">
            <a:extLst>
              <a:ext uri="{FF2B5EF4-FFF2-40B4-BE49-F238E27FC236}">
                <a16:creationId xmlns:a16="http://schemas.microsoft.com/office/drawing/2014/main" id="{EB316407-CC44-4AF4-8D25-76E4DDCDB7E4}"/>
              </a:ext>
            </a:extLst>
          </p:cNvPr>
          <p:cNvSpPr>
            <a:spLocks noGrp="1"/>
          </p:cNvSpPr>
          <p:nvPr>
            <p:ph type="pic" sz="quarter" idx="43" hasCustomPrompt="1"/>
          </p:nvPr>
        </p:nvSpPr>
        <p:spPr>
          <a:xfrm>
            <a:off x="5371635" y="4582918"/>
            <a:ext cx="2077200" cy="1400400"/>
          </a:xfrm>
          <a:prstGeom prst="rect">
            <a:avLst/>
          </a:prstGeom>
          <a:solidFill>
            <a:schemeClr val="accent1"/>
          </a:solidFill>
        </p:spPr>
        <p:txBody>
          <a:bodyPr anchor="ctr"/>
          <a:lstStyle>
            <a:lvl1pPr marL="0" indent="0" algn="ctr">
              <a:buNone/>
              <a:defRPr sz="1200" b="1">
                <a:solidFill>
                  <a:schemeClr val="bg1"/>
                </a:solidFill>
              </a:defRPr>
            </a:lvl1pPr>
          </a:lstStyle>
          <a:p>
            <a:r>
              <a:rPr lang="es-CL" dirty="0"/>
              <a:t>IMAGEN O COLOR</a:t>
            </a:r>
          </a:p>
        </p:txBody>
      </p:sp>
      <p:sp>
        <p:nvSpPr>
          <p:cNvPr id="109" name="Marcador de texto 2">
            <a:extLst>
              <a:ext uri="{FF2B5EF4-FFF2-40B4-BE49-F238E27FC236}">
                <a16:creationId xmlns:a16="http://schemas.microsoft.com/office/drawing/2014/main" id="{7038C025-CA67-4179-980C-E1C54C815A04}"/>
              </a:ext>
            </a:extLst>
          </p:cNvPr>
          <p:cNvSpPr>
            <a:spLocks noGrp="1"/>
          </p:cNvSpPr>
          <p:nvPr>
            <p:ph type="body" sz="quarter" idx="44" hasCustomPrompt="1"/>
          </p:nvPr>
        </p:nvSpPr>
        <p:spPr>
          <a:xfrm>
            <a:off x="5371635" y="5430644"/>
            <a:ext cx="2077379" cy="554116"/>
          </a:xfrm>
          <a:prstGeom prst="rect">
            <a:avLst/>
          </a:prstGeom>
          <a:gradFill>
            <a:gsLst>
              <a:gs pos="0">
                <a:schemeClr val="tx1"/>
              </a:gs>
              <a:gs pos="100000">
                <a:schemeClr val="tx1">
                  <a:alpha val="0"/>
                </a:schemeClr>
              </a:gs>
            </a:gsLst>
            <a:lin ang="16200000" scaled="1"/>
          </a:gradFill>
        </p:spPr>
        <p:txBody>
          <a:bodyPr lIns="0" tIns="0" rIns="0" bIns="0" anchor="b"/>
          <a:lstStyle>
            <a:lvl1pPr marL="0" indent="0" algn="ctr">
              <a:lnSpc>
                <a:spcPct val="100000"/>
              </a:lnSpc>
              <a:buNone/>
              <a:defRPr sz="1400" b="0" u="none" strike="noStrike" spc="0" baseline="0">
                <a:solidFill>
                  <a:schemeClr val="bg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
        <p:nvSpPr>
          <p:cNvPr id="110" name="Marcador de posición de imagen 26">
            <a:extLst>
              <a:ext uri="{FF2B5EF4-FFF2-40B4-BE49-F238E27FC236}">
                <a16:creationId xmlns:a16="http://schemas.microsoft.com/office/drawing/2014/main" id="{17B887AE-E033-4784-8DE5-7A237032B1D0}"/>
              </a:ext>
            </a:extLst>
          </p:cNvPr>
          <p:cNvSpPr>
            <a:spLocks noGrp="1"/>
          </p:cNvSpPr>
          <p:nvPr>
            <p:ph type="pic" sz="quarter" idx="45" hasCustomPrompt="1"/>
          </p:nvPr>
        </p:nvSpPr>
        <p:spPr>
          <a:xfrm>
            <a:off x="7512669" y="4582918"/>
            <a:ext cx="2077200" cy="1400400"/>
          </a:xfrm>
          <a:prstGeom prst="rect">
            <a:avLst/>
          </a:prstGeom>
          <a:solidFill>
            <a:schemeClr val="accent1"/>
          </a:solidFill>
        </p:spPr>
        <p:txBody>
          <a:bodyPr anchor="ctr"/>
          <a:lstStyle>
            <a:lvl1pPr marL="0" indent="0" algn="ctr">
              <a:buNone/>
              <a:defRPr sz="1200" b="1">
                <a:solidFill>
                  <a:schemeClr val="bg1"/>
                </a:solidFill>
              </a:defRPr>
            </a:lvl1pPr>
          </a:lstStyle>
          <a:p>
            <a:r>
              <a:rPr lang="es-CL" dirty="0"/>
              <a:t>IMAGEN O COLOR</a:t>
            </a:r>
          </a:p>
        </p:txBody>
      </p:sp>
      <p:sp>
        <p:nvSpPr>
          <p:cNvPr id="111" name="Marcador de texto 2">
            <a:extLst>
              <a:ext uri="{FF2B5EF4-FFF2-40B4-BE49-F238E27FC236}">
                <a16:creationId xmlns:a16="http://schemas.microsoft.com/office/drawing/2014/main" id="{2B2BF6A3-DA20-4722-8286-3EB33588B3AD}"/>
              </a:ext>
            </a:extLst>
          </p:cNvPr>
          <p:cNvSpPr>
            <a:spLocks noGrp="1"/>
          </p:cNvSpPr>
          <p:nvPr>
            <p:ph type="body" sz="quarter" idx="46" hasCustomPrompt="1"/>
          </p:nvPr>
        </p:nvSpPr>
        <p:spPr>
          <a:xfrm>
            <a:off x="7512669" y="5430644"/>
            <a:ext cx="2077379" cy="554116"/>
          </a:xfrm>
          <a:prstGeom prst="rect">
            <a:avLst/>
          </a:prstGeom>
          <a:gradFill>
            <a:gsLst>
              <a:gs pos="0">
                <a:schemeClr val="tx1"/>
              </a:gs>
              <a:gs pos="100000">
                <a:schemeClr val="tx1">
                  <a:alpha val="0"/>
                </a:schemeClr>
              </a:gs>
            </a:gsLst>
            <a:lin ang="16200000" scaled="1"/>
          </a:gradFill>
        </p:spPr>
        <p:txBody>
          <a:bodyPr lIns="0" tIns="0" rIns="0" bIns="0" anchor="b"/>
          <a:lstStyle>
            <a:lvl1pPr marL="0" indent="0" algn="ctr">
              <a:lnSpc>
                <a:spcPct val="100000"/>
              </a:lnSpc>
              <a:buNone/>
              <a:defRPr sz="1400" b="0" u="none" strike="noStrike" spc="0" baseline="0">
                <a:solidFill>
                  <a:schemeClr val="bg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spTree>
    <p:extLst>
      <p:ext uri="{BB962C8B-B14F-4D97-AF65-F5344CB8AC3E}">
        <p14:creationId xmlns:p14="http://schemas.microsoft.com/office/powerpoint/2010/main" val="3197984560"/>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3_ Imagenes línea de tiempo">
    <p:spTree>
      <p:nvGrpSpPr>
        <p:cNvPr id="1" name=""/>
        <p:cNvGrpSpPr/>
        <p:nvPr/>
      </p:nvGrpSpPr>
      <p:grpSpPr>
        <a:xfrm>
          <a:off x="0" y="0"/>
          <a:ext cx="0" cy="0"/>
          <a:chOff x="0" y="0"/>
          <a:chExt cx="0" cy="0"/>
        </a:xfrm>
      </p:grpSpPr>
      <p:sp>
        <p:nvSpPr>
          <p:cNvPr id="21" name="Marcador de posición de imagen 17">
            <a:extLst>
              <a:ext uri="{FF2B5EF4-FFF2-40B4-BE49-F238E27FC236}">
                <a16:creationId xmlns:a16="http://schemas.microsoft.com/office/drawing/2014/main" id="{EF03A10A-1292-4FCC-94DD-282E5CD112FB}"/>
              </a:ext>
            </a:extLst>
          </p:cNvPr>
          <p:cNvSpPr>
            <a:spLocks noGrp="1"/>
          </p:cNvSpPr>
          <p:nvPr>
            <p:ph type="pic" sz="quarter" idx="12" hasCustomPrompt="1"/>
          </p:nvPr>
        </p:nvSpPr>
        <p:spPr>
          <a:xfrm>
            <a:off x="772085" y="3719853"/>
            <a:ext cx="973690" cy="974559"/>
          </a:xfrm>
          <a:prstGeom prst="ellipse">
            <a:avLst/>
          </a:prstGeom>
          <a:solidFill>
            <a:schemeClr val="bg2">
              <a:lumMod val="85000"/>
            </a:schemeClr>
          </a:solidFill>
          <a:ln>
            <a:solidFill>
              <a:schemeClr val="accent1"/>
            </a:solidFill>
          </a:ln>
        </p:spPr>
        <p:txBody>
          <a:bodyPr wrap="square" anchor="ctr">
            <a:noAutofit/>
          </a:bodyPr>
          <a:lstStyle>
            <a:lvl1pPr marL="0" indent="0" algn="ctr">
              <a:buNone/>
              <a:defRPr sz="1100"/>
            </a:lvl1pPr>
          </a:lstStyle>
          <a:p>
            <a:r>
              <a:rPr lang="es-CL" dirty="0"/>
              <a:t>imagen</a:t>
            </a:r>
          </a:p>
        </p:txBody>
      </p:sp>
      <p:sp>
        <p:nvSpPr>
          <p:cNvPr id="22" name="Marcador de posición de imagen 17">
            <a:extLst>
              <a:ext uri="{FF2B5EF4-FFF2-40B4-BE49-F238E27FC236}">
                <a16:creationId xmlns:a16="http://schemas.microsoft.com/office/drawing/2014/main" id="{BC7F34C3-BF52-4597-B510-8F304A6244C6}"/>
              </a:ext>
            </a:extLst>
          </p:cNvPr>
          <p:cNvSpPr>
            <a:spLocks noGrp="1"/>
          </p:cNvSpPr>
          <p:nvPr>
            <p:ph type="pic" sz="quarter" idx="28" hasCustomPrompt="1"/>
          </p:nvPr>
        </p:nvSpPr>
        <p:spPr>
          <a:xfrm>
            <a:off x="2900562" y="3719853"/>
            <a:ext cx="973690" cy="974559"/>
          </a:xfrm>
          <a:prstGeom prst="ellipse">
            <a:avLst/>
          </a:prstGeom>
          <a:solidFill>
            <a:schemeClr val="bg2">
              <a:lumMod val="85000"/>
            </a:schemeClr>
          </a:solidFill>
          <a:ln>
            <a:solidFill>
              <a:schemeClr val="accent1"/>
            </a:solidFill>
          </a:ln>
        </p:spPr>
        <p:txBody>
          <a:bodyPr wrap="square" anchor="ctr">
            <a:noAutofit/>
          </a:bodyPr>
          <a:lstStyle>
            <a:lvl1pPr marL="0" indent="0" algn="ctr">
              <a:buNone/>
              <a:defRPr sz="1100"/>
            </a:lvl1pPr>
          </a:lstStyle>
          <a:p>
            <a:r>
              <a:rPr lang="es-CL" dirty="0"/>
              <a:t>imagen</a:t>
            </a:r>
          </a:p>
        </p:txBody>
      </p:sp>
      <p:sp>
        <p:nvSpPr>
          <p:cNvPr id="23" name="Marcador de posición de imagen 17">
            <a:extLst>
              <a:ext uri="{FF2B5EF4-FFF2-40B4-BE49-F238E27FC236}">
                <a16:creationId xmlns:a16="http://schemas.microsoft.com/office/drawing/2014/main" id="{06B8C140-9E49-478D-BB6D-2DB9A6CB5324}"/>
              </a:ext>
            </a:extLst>
          </p:cNvPr>
          <p:cNvSpPr>
            <a:spLocks noGrp="1"/>
          </p:cNvSpPr>
          <p:nvPr>
            <p:ph type="pic" sz="quarter" idx="29" hasCustomPrompt="1"/>
          </p:nvPr>
        </p:nvSpPr>
        <p:spPr>
          <a:xfrm>
            <a:off x="4967567" y="3719853"/>
            <a:ext cx="973690" cy="974559"/>
          </a:xfrm>
          <a:prstGeom prst="ellipse">
            <a:avLst/>
          </a:prstGeom>
          <a:solidFill>
            <a:schemeClr val="bg2">
              <a:lumMod val="85000"/>
            </a:schemeClr>
          </a:solidFill>
          <a:ln>
            <a:solidFill>
              <a:schemeClr val="accent1"/>
            </a:solidFill>
          </a:ln>
        </p:spPr>
        <p:txBody>
          <a:bodyPr wrap="square" anchor="ctr">
            <a:noAutofit/>
          </a:bodyPr>
          <a:lstStyle>
            <a:lvl1pPr marL="0" indent="0" algn="ctr">
              <a:buNone/>
              <a:defRPr sz="1100"/>
            </a:lvl1pPr>
          </a:lstStyle>
          <a:p>
            <a:r>
              <a:rPr lang="es-CL" dirty="0"/>
              <a:t>imagen</a:t>
            </a:r>
          </a:p>
        </p:txBody>
      </p:sp>
      <p:sp>
        <p:nvSpPr>
          <p:cNvPr id="24" name="Marcador de posición de imagen 17">
            <a:extLst>
              <a:ext uri="{FF2B5EF4-FFF2-40B4-BE49-F238E27FC236}">
                <a16:creationId xmlns:a16="http://schemas.microsoft.com/office/drawing/2014/main" id="{C4C7509B-4C7B-4538-905F-D0599FB8D3CA}"/>
              </a:ext>
            </a:extLst>
          </p:cNvPr>
          <p:cNvSpPr>
            <a:spLocks noGrp="1"/>
          </p:cNvSpPr>
          <p:nvPr>
            <p:ph type="pic" sz="quarter" idx="30" hasCustomPrompt="1"/>
          </p:nvPr>
        </p:nvSpPr>
        <p:spPr>
          <a:xfrm>
            <a:off x="7072992" y="3719853"/>
            <a:ext cx="973690" cy="974559"/>
          </a:xfrm>
          <a:prstGeom prst="ellipse">
            <a:avLst/>
          </a:prstGeom>
          <a:solidFill>
            <a:schemeClr val="bg2">
              <a:lumMod val="85000"/>
            </a:schemeClr>
          </a:solidFill>
          <a:ln>
            <a:solidFill>
              <a:schemeClr val="accent1"/>
            </a:solidFill>
          </a:ln>
        </p:spPr>
        <p:txBody>
          <a:bodyPr wrap="square" anchor="ctr">
            <a:noAutofit/>
          </a:bodyPr>
          <a:lstStyle>
            <a:lvl1pPr marL="0" indent="0" algn="ctr">
              <a:buNone/>
              <a:defRPr sz="1100"/>
            </a:lvl1pPr>
          </a:lstStyle>
          <a:p>
            <a:r>
              <a:rPr lang="es-CL" dirty="0"/>
              <a:t>imagen</a:t>
            </a:r>
          </a:p>
        </p:txBody>
      </p:sp>
      <p:sp>
        <p:nvSpPr>
          <p:cNvPr id="25" name="Marcador de posición de imagen 17">
            <a:extLst>
              <a:ext uri="{FF2B5EF4-FFF2-40B4-BE49-F238E27FC236}">
                <a16:creationId xmlns:a16="http://schemas.microsoft.com/office/drawing/2014/main" id="{E91CF2ED-3A0A-49C2-9A43-88400738CD37}"/>
              </a:ext>
            </a:extLst>
          </p:cNvPr>
          <p:cNvSpPr>
            <a:spLocks noGrp="1"/>
          </p:cNvSpPr>
          <p:nvPr>
            <p:ph type="pic" sz="quarter" idx="31" hasCustomPrompt="1"/>
          </p:nvPr>
        </p:nvSpPr>
        <p:spPr>
          <a:xfrm>
            <a:off x="9132313" y="3719853"/>
            <a:ext cx="973690" cy="974559"/>
          </a:xfrm>
          <a:prstGeom prst="ellipse">
            <a:avLst/>
          </a:prstGeom>
          <a:solidFill>
            <a:schemeClr val="bg2">
              <a:lumMod val="85000"/>
            </a:schemeClr>
          </a:solidFill>
          <a:ln>
            <a:solidFill>
              <a:schemeClr val="accent1"/>
            </a:solidFill>
          </a:ln>
        </p:spPr>
        <p:txBody>
          <a:bodyPr wrap="square" anchor="ctr">
            <a:noAutofit/>
          </a:bodyPr>
          <a:lstStyle>
            <a:lvl1pPr marL="0" indent="0" algn="ctr">
              <a:buNone/>
              <a:defRPr sz="1100"/>
            </a:lvl1pPr>
          </a:lstStyle>
          <a:p>
            <a:r>
              <a:rPr lang="es-CL" dirty="0"/>
              <a:t>imagen</a:t>
            </a:r>
          </a:p>
        </p:txBody>
      </p:sp>
      <p:sp>
        <p:nvSpPr>
          <p:cNvPr id="31" name="Marcador de posición de imagen 17">
            <a:extLst>
              <a:ext uri="{FF2B5EF4-FFF2-40B4-BE49-F238E27FC236}">
                <a16:creationId xmlns:a16="http://schemas.microsoft.com/office/drawing/2014/main" id="{95B17790-9B65-4658-9785-FC5DA7ED58AA}"/>
              </a:ext>
            </a:extLst>
          </p:cNvPr>
          <p:cNvSpPr>
            <a:spLocks noGrp="1"/>
          </p:cNvSpPr>
          <p:nvPr>
            <p:ph type="pic" sz="quarter" idx="32" hasCustomPrompt="1"/>
          </p:nvPr>
        </p:nvSpPr>
        <p:spPr>
          <a:xfrm>
            <a:off x="1824798" y="2705561"/>
            <a:ext cx="973690" cy="974559"/>
          </a:xfrm>
          <a:prstGeom prst="ellipse">
            <a:avLst/>
          </a:prstGeom>
          <a:solidFill>
            <a:schemeClr val="bg2">
              <a:lumMod val="85000"/>
            </a:schemeClr>
          </a:solidFill>
          <a:ln>
            <a:solidFill>
              <a:schemeClr val="accent1"/>
            </a:solidFill>
          </a:ln>
        </p:spPr>
        <p:txBody>
          <a:bodyPr wrap="square" anchor="ctr">
            <a:noAutofit/>
          </a:bodyPr>
          <a:lstStyle>
            <a:lvl1pPr marL="0" indent="0" algn="ctr">
              <a:buNone/>
              <a:defRPr sz="1100"/>
            </a:lvl1pPr>
          </a:lstStyle>
          <a:p>
            <a:r>
              <a:rPr lang="es-CL" dirty="0"/>
              <a:t>imagen</a:t>
            </a:r>
          </a:p>
        </p:txBody>
      </p:sp>
      <p:sp>
        <p:nvSpPr>
          <p:cNvPr id="32" name="Marcador de posición de imagen 17">
            <a:extLst>
              <a:ext uri="{FF2B5EF4-FFF2-40B4-BE49-F238E27FC236}">
                <a16:creationId xmlns:a16="http://schemas.microsoft.com/office/drawing/2014/main" id="{03D07B1F-81F8-4312-B440-27B16521610B}"/>
              </a:ext>
            </a:extLst>
          </p:cNvPr>
          <p:cNvSpPr>
            <a:spLocks noGrp="1"/>
          </p:cNvSpPr>
          <p:nvPr>
            <p:ph type="pic" sz="quarter" idx="33" hasCustomPrompt="1"/>
          </p:nvPr>
        </p:nvSpPr>
        <p:spPr>
          <a:xfrm>
            <a:off x="3953275" y="2705561"/>
            <a:ext cx="973690" cy="974559"/>
          </a:xfrm>
          <a:prstGeom prst="ellipse">
            <a:avLst/>
          </a:prstGeom>
          <a:solidFill>
            <a:schemeClr val="bg2">
              <a:lumMod val="85000"/>
            </a:schemeClr>
          </a:solidFill>
          <a:ln>
            <a:solidFill>
              <a:schemeClr val="accent1"/>
            </a:solidFill>
          </a:ln>
        </p:spPr>
        <p:txBody>
          <a:bodyPr wrap="square" anchor="ctr">
            <a:noAutofit/>
          </a:bodyPr>
          <a:lstStyle>
            <a:lvl1pPr marL="0" indent="0" algn="ctr">
              <a:buNone/>
              <a:defRPr sz="1100"/>
            </a:lvl1pPr>
          </a:lstStyle>
          <a:p>
            <a:r>
              <a:rPr lang="es-CL" dirty="0"/>
              <a:t>imagen</a:t>
            </a:r>
          </a:p>
        </p:txBody>
      </p:sp>
      <p:sp>
        <p:nvSpPr>
          <p:cNvPr id="33" name="Marcador de posición de imagen 17">
            <a:extLst>
              <a:ext uri="{FF2B5EF4-FFF2-40B4-BE49-F238E27FC236}">
                <a16:creationId xmlns:a16="http://schemas.microsoft.com/office/drawing/2014/main" id="{BC563EAF-C5A2-4B3E-A63B-638BB214D9D5}"/>
              </a:ext>
            </a:extLst>
          </p:cNvPr>
          <p:cNvSpPr>
            <a:spLocks noGrp="1"/>
          </p:cNvSpPr>
          <p:nvPr>
            <p:ph type="pic" sz="quarter" idx="34" hasCustomPrompt="1"/>
          </p:nvPr>
        </p:nvSpPr>
        <p:spPr>
          <a:xfrm>
            <a:off x="6020280" y="2705561"/>
            <a:ext cx="973690" cy="974559"/>
          </a:xfrm>
          <a:prstGeom prst="ellipse">
            <a:avLst/>
          </a:prstGeom>
          <a:solidFill>
            <a:schemeClr val="bg2">
              <a:lumMod val="85000"/>
            </a:schemeClr>
          </a:solidFill>
          <a:ln>
            <a:solidFill>
              <a:schemeClr val="accent1"/>
            </a:solidFill>
          </a:ln>
        </p:spPr>
        <p:txBody>
          <a:bodyPr wrap="square" anchor="ctr">
            <a:noAutofit/>
          </a:bodyPr>
          <a:lstStyle>
            <a:lvl1pPr marL="0" indent="0" algn="ctr">
              <a:buNone/>
              <a:defRPr sz="1100"/>
            </a:lvl1pPr>
          </a:lstStyle>
          <a:p>
            <a:r>
              <a:rPr lang="es-CL" dirty="0"/>
              <a:t>imagen</a:t>
            </a:r>
          </a:p>
        </p:txBody>
      </p:sp>
      <p:sp>
        <p:nvSpPr>
          <p:cNvPr id="34" name="Marcador de posición de imagen 17">
            <a:extLst>
              <a:ext uri="{FF2B5EF4-FFF2-40B4-BE49-F238E27FC236}">
                <a16:creationId xmlns:a16="http://schemas.microsoft.com/office/drawing/2014/main" id="{4FCC1657-3D8C-4870-A74F-B4051A608007}"/>
              </a:ext>
            </a:extLst>
          </p:cNvPr>
          <p:cNvSpPr>
            <a:spLocks noGrp="1"/>
          </p:cNvSpPr>
          <p:nvPr>
            <p:ph type="pic" sz="quarter" idx="35" hasCustomPrompt="1"/>
          </p:nvPr>
        </p:nvSpPr>
        <p:spPr>
          <a:xfrm>
            <a:off x="8125705" y="2705561"/>
            <a:ext cx="973690" cy="974559"/>
          </a:xfrm>
          <a:prstGeom prst="ellipse">
            <a:avLst/>
          </a:prstGeom>
          <a:solidFill>
            <a:schemeClr val="bg2">
              <a:lumMod val="85000"/>
            </a:schemeClr>
          </a:solidFill>
          <a:ln>
            <a:solidFill>
              <a:schemeClr val="accent1"/>
            </a:solidFill>
          </a:ln>
        </p:spPr>
        <p:txBody>
          <a:bodyPr wrap="square" anchor="ctr">
            <a:noAutofit/>
          </a:bodyPr>
          <a:lstStyle>
            <a:lvl1pPr marL="0" indent="0" algn="ctr">
              <a:buNone/>
              <a:defRPr sz="1100"/>
            </a:lvl1pPr>
          </a:lstStyle>
          <a:p>
            <a:r>
              <a:rPr lang="es-CL" dirty="0"/>
              <a:t>imagen</a:t>
            </a:r>
          </a:p>
        </p:txBody>
      </p:sp>
      <p:sp>
        <p:nvSpPr>
          <p:cNvPr id="35" name="Marcador de posición de imagen 17">
            <a:extLst>
              <a:ext uri="{FF2B5EF4-FFF2-40B4-BE49-F238E27FC236}">
                <a16:creationId xmlns:a16="http://schemas.microsoft.com/office/drawing/2014/main" id="{5ED22089-CFC2-40BA-A99D-65EB66397D7A}"/>
              </a:ext>
            </a:extLst>
          </p:cNvPr>
          <p:cNvSpPr>
            <a:spLocks noGrp="1"/>
          </p:cNvSpPr>
          <p:nvPr>
            <p:ph type="pic" sz="quarter" idx="36" hasCustomPrompt="1"/>
          </p:nvPr>
        </p:nvSpPr>
        <p:spPr>
          <a:xfrm>
            <a:off x="10185026" y="2705561"/>
            <a:ext cx="973690" cy="974559"/>
          </a:xfrm>
          <a:prstGeom prst="ellipse">
            <a:avLst/>
          </a:prstGeom>
          <a:solidFill>
            <a:schemeClr val="bg2">
              <a:lumMod val="85000"/>
            </a:schemeClr>
          </a:solidFill>
          <a:ln>
            <a:solidFill>
              <a:schemeClr val="accent1"/>
            </a:solidFill>
          </a:ln>
        </p:spPr>
        <p:txBody>
          <a:bodyPr wrap="square" anchor="ctr">
            <a:noAutofit/>
          </a:bodyPr>
          <a:lstStyle>
            <a:lvl1pPr marL="0" indent="0" algn="ctr">
              <a:buNone/>
              <a:defRPr sz="1100"/>
            </a:lvl1pPr>
          </a:lstStyle>
          <a:p>
            <a:r>
              <a:rPr lang="es-CL" dirty="0"/>
              <a:t>imagen</a:t>
            </a:r>
          </a:p>
        </p:txBody>
      </p:sp>
      <p:sp>
        <p:nvSpPr>
          <p:cNvPr id="18" name="Marcador de texto 2">
            <a:extLst>
              <a:ext uri="{FF2B5EF4-FFF2-40B4-BE49-F238E27FC236}">
                <a16:creationId xmlns:a16="http://schemas.microsoft.com/office/drawing/2014/main" id="{BD3B6F47-3B97-413C-ADDB-28F79D2DA3DC}"/>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9" name="Marcador de texto 2">
            <a:extLst>
              <a:ext uri="{FF2B5EF4-FFF2-40B4-BE49-F238E27FC236}">
                <a16:creationId xmlns:a16="http://schemas.microsoft.com/office/drawing/2014/main" id="{6BF33A91-37E5-4C50-8C8D-CFAED0042B0E}"/>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20" name="Conector recto 19">
            <a:extLst>
              <a:ext uri="{FF2B5EF4-FFF2-40B4-BE49-F238E27FC236}">
                <a16:creationId xmlns:a16="http://schemas.microsoft.com/office/drawing/2014/main" id="{AC59AB3F-B80A-48E9-8B0B-C3A516D250B7}"/>
              </a:ext>
            </a:extLst>
          </p:cNvPr>
          <p:cNvCxnSpPr/>
          <p:nvPr userDrawn="1"/>
        </p:nvCxnSpPr>
        <p:spPr>
          <a:xfrm>
            <a:off x="2100263" y="441325"/>
            <a:ext cx="0" cy="395288"/>
          </a:xfrm>
          <a:prstGeom prst="line">
            <a:avLst/>
          </a:prstGeom>
          <a:ln w="1270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sp>
        <p:nvSpPr>
          <p:cNvPr id="27" name="Marcador de número de diapositiva 70">
            <a:extLst>
              <a:ext uri="{FF2B5EF4-FFF2-40B4-BE49-F238E27FC236}">
                <a16:creationId xmlns:a16="http://schemas.microsoft.com/office/drawing/2014/main" id="{F45BB82A-CBF5-4FB5-BA3B-29ADBCDA7C71}"/>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‹Nº›</a:t>
            </a:fld>
            <a:endParaRPr lang="es-CL"/>
          </a:p>
        </p:txBody>
      </p:sp>
    </p:spTree>
    <p:extLst>
      <p:ext uri="{BB962C8B-B14F-4D97-AF65-F5344CB8AC3E}">
        <p14:creationId xmlns:p14="http://schemas.microsoft.com/office/powerpoint/2010/main" val="3597414219"/>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7_Organigrama">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352021C2-5757-4012-B973-BAAC99A473A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821" b="14194"/>
          <a:stretch/>
        </p:blipFill>
        <p:spPr>
          <a:xfrm>
            <a:off x="0" y="0"/>
            <a:ext cx="11936627" cy="6858000"/>
          </a:xfrm>
          <a:prstGeom prst="rect">
            <a:avLst/>
          </a:prstGeom>
        </p:spPr>
      </p:pic>
      <p:sp>
        <p:nvSpPr>
          <p:cNvPr id="7" name="Rectángulo 6">
            <a:extLst>
              <a:ext uri="{FF2B5EF4-FFF2-40B4-BE49-F238E27FC236}">
                <a16:creationId xmlns:a16="http://schemas.microsoft.com/office/drawing/2014/main" id="{5704384E-39B3-4992-8BFC-7D554A7FC571}"/>
              </a:ext>
            </a:extLst>
          </p:cNvPr>
          <p:cNvSpPr/>
          <p:nvPr userDrawn="1"/>
        </p:nvSpPr>
        <p:spPr>
          <a:xfrm>
            <a:off x="0" y="0"/>
            <a:ext cx="11936627" cy="6858000"/>
          </a:xfrm>
          <a:prstGeom prst="rect">
            <a:avLst/>
          </a:prstGeom>
          <a:solidFill>
            <a:schemeClr val="tx1">
              <a:alpha val="6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18" name="Marcador de texto 2">
            <a:extLst>
              <a:ext uri="{FF2B5EF4-FFF2-40B4-BE49-F238E27FC236}">
                <a16:creationId xmlns:a16="http://schemas.microsoft.com/office/drawing/2014/main" id="{BD3B6F47-3B97-413C-ADDB-28F79D2DA3DC}"/>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bg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19" name="Marcador de texto 2">
            <a:extLst>
              <a:ext uri="{FF2B5EF4-FFF2-40B4-BE49-F238E27FC236}">
                <a16:creationId xmlns:a16="http://schemas.microsoft.com/office/drawing/2014/main" id="{6BF33A91-37E5-4C50-8C8D-CFAED0042B0E}"/>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bg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20" name="Conector recto 19">
            <a:extLst>
              <a:ext uri="{FF2B5EF4-FFF2-40B4-BE49-F238E27FC236}">
                <a16:creationId xmlns:a16="http://schemas.microsoft.com/office/drawing/2014/main" id="{AC59AB3F-B80A-48E9-8B0B-C3A516D250B7}"/>
              </a:ext>
            </a:extLst>
          </p:cNvPr>
          <p:cNvCxnSpPr/>
          <p:nvPr userDrawn="1"/>
        </p:nvCxnSpPr>
        <p:spPr>
          <a:xfrm>
            <a:off x="2100263" y="441325"/>
            <a:ext cx="0" cy="395288"/>
          </a:xfrm>
          <a:prstGeom prst="line">
            <a:avLst/>
          </a:prstGeom>
          <a:ln w="1270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sp>
        <p:nvSpPr>
          <p:cNvPr id="27" name="Marcador de número de diapositiva 70">
            <a:extLst>
              <a:ext uri="{FF2B5EF4-FFF2-40B4-BE49-F238E27FC236}">
                <a16:creationId xmlns:a16="http://schemas.microsoft.com/office/drawing/2014/main" id="{F45BB82A-CBF5-4FB5-BA3B-29ADBCDA7C71}"/>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bg1"/>
                </a:solidFill>
                <a:latin typeface="+mn-lt"/>
                <a:cs typeface="Segoe UI" panose="020B0502040204020203" pitchFamily="34" charset="0"/>
              </a:defRPr>
            </a:lvl1pPr>
          </a:lstStyle>
          <a:p>
            <a:fld id="{17D46556-FC13-40CA-B770-6C4B149AF5AA}" type="slidenum">
              <a:rPr lang="es-CL" smtClean="0"/>
              <a:pPr/>
              <a:t>‹Nº›</a:t>
            </a:fld>
            <a:endParaRPr lang="es-CL"/>
          </a:p>
        </p:txBody>
      </p:sp>
      <p:grpSp>
        <p:nvGrpSpPr>
          <p:cNvPr id="11" name="Grupo 10">
            <a:extLst>
              <a:ext uri="{FF2B5EF4-FFF2-40B4-BE49-F238E27FC236}">
                <a16:creationId xmlns:a16="http://schemas.microsoft.com/office/drawing/2014/main" id="{87EF725B-621C-49FD-BF7E-2BB5B72C6A2E}"/>
              </a:ext>
            </a:extLst>
          </p:cNvPr>
          <p:cNvGrpSpPr/>
          <p:nvPr userDrawn="1"/>
        </p:nvGrpSpPr>
        <p:grpSpPr>
          <a:xfrm>
            <a:off x="260637" y="160236"/>
            <a:ext cx="1086071" cy="910924"/>
            <a:chOff x="137601" y="239283"/>
            <a:chExt cx="897579" cy="752830"/>
          </a:xfrm>
          <a:solidFill>
            <a:schemeClr val="bg2"/>
          </a:solidFill>
        </p:grpSpPr>
        <p:sp>
          <p:nvSpPr>
            <p:cNvPr id="12" name="Freeform 109">
              <a:extLst>
                <a:ext uri="{FF2B5EF4-FFF2-40B4-BE49-F238E27FC236}">
                  <a16:creationId xmlns:a16="http://schemas.microsoft.com/office/drawing/2014/main" id="{4900CD4A-59EC-4448-873A-1CD30B983200}"/>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3" name="Freeform 110">
              <a:extLst>
                <a:ext uri="{FF2B5EF4-FFF2-40B4-BE49-F238E27FC236}">
                  <a16:creationId xmlns:a16="http://schemas.microsoft.com/office/drawing/2014/main" id="{0FB75E46-7EF3-4C0E-81B4-7CE25591F834}"/>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nvGrpSpPr>
            <p:cNvPr id="14" name="Grupo 13">
              <a:extLst>
                <a:ext uri="{FF2B5EF4-FFF2-40B4-BE49-F238E27FC236}">
                  <a16:creationId xmlns:a16="http://schemas.microsoft.com/office/drawing/2014/main" id="{C70C842D-128F-44BE-95B3-DFFCDC2B74E0}"/>
                </a:ext>
              </a:extLst>
            </p:cNvPr>
            <p:cNvGrpSpPr/>
            <p:nvPr userDrawn="1"/>
          </p:nvGrpSpPr>
          <p:grpSpPr>
            <a:xfrm>
              <a:off x="137601" y="474669"/>
              <a:ext cx="897579" cy="326700"/>
              <a:chOff x="137601" y="474669"/>
              <a:chExt cx="897579" cy="326700"/>
            </a:xfrm>
            <a:grpFill/>
          </p:grpSpPr>
          <p:sp>
            <p:nvSpPr>
              <p:cNvPr id="29" name="Freeform 111">
                <a:extLst>
                  <a:ext uri="{FF2B5EF4-FFF2-40B4-BE49-F238E27FC236}">
                    <a16:creationId xmlns:a16="http://schemas.microsoft.com/office/drawing/2014/main" id="{E2C8266F-CE1B-4623-BCD7-3934CA87B7EA}"/>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0" name="Freeform 112">
                <a:extLst>
                  <a:ext uri="{FF2B5EF4-FFF2-40B4-BE49-F238E27FC236}">
                    <a16:creationId xmlns:a16="http://schemas.microsoft.com/office/drawing/2014/main" id="{7B9FBBDE-24DB-48F3-80CC-E15F8EB103E0}"/>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1" name="Freeform 113">
                <a:extLst>
                  <a:ext uri="{FF2B5EF4-FFF2-40B4-BE49-F238E27FC236}">
                    <a16:creationId xmlns:a16="http://schemas.microsoft.com/office/drawing/2014/main" id="{57D6BF2A-6DBD-4CE4-9292-E299BA8F4B30}"/>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2" name="Freeform 114">
                <a:extLst>
                  <a:ext uri="{FF2B5EF4-FFF2-40B4-BE49-F238E27FC236}">
                    <a16:creationId xmlns:a16="http://schemas.microsoft.com/office/drawing/2014/main" id="{ED1F6813-4282-4CD7-ACB3-9620ECF5202E}"/>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3" name="Freeform 115">
                <a:extLst>
                  <a:ext uri="{FF2B5EF4-FFF2-40B4-BE49-F238E27FC236}">
                    <a16:creationId xmlns:a16="http://schemas.microsoft.com/office/drawing/2014/main" id="{F47396CF-4F47-457E-9D6E-03295F474736}"/>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4" name="Freeform 116">
                <a:extLst>
                  <a:ext uri="{FF2B5EF4-FFF2-40B4-BE49-F238E27FC236}">
                    <a16:creationId xmlns:a16="http://schemas.microsoft.com/office/drawing/2014/main" id="{8D51139F-EEE7-4994-8197-BF98AFC7365A}"/>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5" name="Freeform 117">
                <a:extLst>
                  <a:ext uri="{FF2B5EF4-FFF2-40B4-BE49-F238E27FC236}">
                    <a16:creationId xmlns:a16="http://schemas.microsoft.com/office/drawing/2014/main" id="{257421F4-38A2-4CDD-ABAC-F5E334D45598}"/>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6" name="Freeform 118">
                <a:extLst>
                  <a:ext uri="{FF2B5EF4-FFF2-40B4-BE49-F238E27FC236}">
                    <a16:creationId xmlns:a16="http://schemas.microsoft.com/office/drawing/2014/main" id="{0E544450-14B7-4BCC-8F3E-03EEC92721B3}"/>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7" name="Freeform 119">
                <a:extLst>
                  <a:ext uri="{FF2B5EF4-FFF2-40B4-BE49-F238E27FC236}">
                    <a16:creationId xmlns:a16="http://schemas.microsoft.com/office/drawing/2014/main" id="{639D9F9E-F1AF-4FB4-B676-2F4724F13E7F}"/>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8" name="Freeform 120">
                <a:extLst>
                  <a:ext uri="{FF2B5EF4-FFF2-40B4-BE49-F238E27FC236}">
                    <a16:creationId xmlns:a16="http://schemas.microsoft.com/office/drawing/2014/main" id="{0EDEF020-1987-4242-A613-AD5BA2CE8647}"/>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39" name="Freeform 121">
                <a:extLst>
                  <a:ext uri="{FF2B5EF4-FFF2-40B4-BE49-F238E27FC236}">
                    <a16:creationId xmlns:a16="http://schemas.microsoft.com/office/drawing/2014/main" id="{D3DE75A3-8EAB-410D-96D0-396F89E02DA2}"/>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0" name="Freeform 122">
                <a:extLst>
                  <a:ext uri="{FF2B5EF4-FFF2-40B4-BE49-F238E27FC236}">
                    <a16:creationId xmlns:a16="http://schemas.microsoft.com/office/drawing/2014/main" id="{47F7BE9A-4AAC-43F0-86D5-D3FC282DB4D5}"/>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1" name="Freeform 123">
                <a:extLst>
                  <a:ext uri="{FF2B5EF4-FFF2-40B4-BE49-F238E27FC236}">
                    <a16:creationId xmlns:a16="http://schemas.microsoft.com/office/drawing/2014/main" id="{B64129A5-A1EC-44C1-944E-2A66A742F4E0}"/>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2" name="Freeform 124">
                <a:extLst>
                  <a:ext uri="{FF2B5EF4-FFF2-40B4-BE49-F238E27FC236}">
                    <a16:creationId xmlns:a16="http://schemas.microsoft.com/office/drawing/2014/main" id="{54820D47-3502-4E98-BDFE-6B42BAF4877F}"/>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3" name="Freeform 125">
                <a:extLst>
                  <a:ext uri="{FF2B5EF4-FFF2-40B4-BE49-F238E27FC236}">
                    <a16:creationId xmlns:a16="http://schemas.microsoft.com/office/drawing/2014/main" id="{2C899EAF-0062-4226-BCCC-E29950F55E3E}"/>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4" name="Freeform 126">
                <a:extLst>
                  <a:ext uri="{FF2B5EF4-FFF2-40B4-BE49-F238E27FC236}">
                    <a16:creationId xmlns:a16="http://schemas.microsoft.com/office/drawing/2014/main" id="{0106E619-D496-462C-A74B-94F0EDA1AFB0}"/>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45" name="Freeform 127">
                <a:extLst>
                  <a:ext uri="{FF2B5EF4-FFF2-40B4-BE49-F238E27FC236}">
                    <a16:creationId xmlns:a16="http://schemas.microsoft.com/office/drawing/2014/main" id="{E2C029DE-5726-4B9D-847C-819F8FDA334F}"/>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15" name="Freeform 128">
              <a:extLst>
                <a:ext uri="{FF2B5EF4-FFF2-40B4-BE49-F238E27FC236}">
                  <a16:creationId xmlns:a16="http://schemas.microsoft.com/office/drawing/2014/main" id="{28DFAD69-0305-43F0-AB6A-F9F22398E9FC}"/>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6" name="Freeform 129">
              <a:extLst>
                <a:ext uri="{FF2B5EF4-FFF2-40B4-BE49-F238E27FC236}">
                  <a16:creationId xmlns:a16="http://schemas.microsoft.com/office/drawing/2014/main" id="{28955766-29A0-40CF-A972-C43B01FEBAC8}"/>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17" name="Freeform 130">
              <a:extLst>
                <a:ext uri="{FF2B5EF4-FFF2-40B4-BE49-F238E27FC236}">
                  <a16:creationId xmlns:a16="http://schemas.microsoft.com/office/drawing/2014/main" id="{F7F6A1D1-5501-4880-905B-213EC9C4A3E2}"/>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1" name="Freeform 131">
              <a:extLst>
                <a:ext uri="{FF2B5EF4-FFF2-40B4-BE49-F238E27FC236}">
                  <a16:creationId xmlns:a16="http://schemas.microsoft.com/office/drawing/2014/main" id="{74552335-738F-4CBB-8FBE-8313995DFC82}"/>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2" name="Freeform 132">
              <a:extLst>
                <a:ext uri="{FF2B5EF4-FFF2-40B4-BE49-F238E27FC236}">
                  <a16:creationId xmlns:a16="http://schemas.microsoft.com/office/drawing/2014/main" id="{F74639BB-E9DD-492C-818D-149913EC0AFB}"/>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3" name="Freeform 133">
              <a:extLst>
                <a:ext uri="{FF2B5EF4-FFF2-40B4-BE49-F238E27FC236}">
                  <a16:creationId xmlns:a16="http://schemas.microsoft.com/office/drawing/2014/main" id="{6A6E3E53-A6A2-4A0B-9A80-F3968394F0F6}"/>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4" name="Freeform 134">
              <a:extLst>
                <a:ext uri="{FF2B5EF4-FFF2-40B4-BE49-F238E27FC236}">
                  <a16:creationId xmlns:a16="http://schemas.microsoft.com/office/drawing/2014/main" id="{60A08F07-9F70-486C-9F84-68121CFD4355}"/>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5" name="Freeform 135">
              <a:extLst>
                <a:ext uri="{FF2B5EF4-FFF2-40B4-BE49-F238E27FC236}">
                  <a16:creationId xmlns:a16="http://schemas.microsoft.com/office/drawing/2014/main" id="{F8CCCF53-1BC5-4A0C-9E25-91C1ABB5A2F2}"/>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6" name="Freeform 136">
              <a:extLst>
                <a:ext uri="{FF2B5EF4-FFF2-40B4-BE49-F238E27FC236}">
                  <a16:creationId xmlns:a16="http://schemas.microsoft.com/office/drawing/2014/main" id="{E7D8A1AF-0E94-4CC3-9747-B5A79F108847}"/>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sp>
          <p:nvSpPr>
            <p:cNvPr id="28" name="Freeform 137">
              <a:extLst>
                <a:ext uri="{FF2B5EF4-FFF2-40B4-BE49-F238E27FC236}">
                  <a16:creationId xmlns:a16="http://schemas.microsoft.com/office/drawing/2014/main" id="{65BA17D8-961A-4AD1-B38A-D6252908C79E}"/>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p>
          </p:txBody>
        </p:sp>
      </p:grpSp>
      <p:grpSp>
        <p:nvGrpSpPr>
          <p:cNvPr id="46" name="Grupo 45">
            <a:extLst>
              <a:ext uri="{FF2B5EF4-FFF2-40B4-BE49-F238E27FC236}">
                <a16:creationId xmlns:a16="http://schemas.microsoft.com/office/drawing/2014/main" id="{E7976C84-092F-49FA-AB9D-023ADC111096}"/>
              </a:ext>
            </a:extLst>
          </p:cNvPr>
          <p:cNvGrpSpPr/>
          <p:nvPr userDrawn="1"/>
        </p:nvGrpSpPr>
        <p:grpSpPr>
          <a:xfrm>
            <a:off x="10580559" y="518761"/>
            <a:ext cx="1147824" cy="235942"/>
            <a:chOff x="6094413" y="2516188"/>
            <a:chExt cx="2000250" cy="411162"/>
          </a:xfrm>
          <a:solidFill>
            <a:schemeClr val="bg2"/>
          </a:solidFill>
        </p:grpSpPr>
        <p:sp>
          <p:nvSpPr>
            <p:cNvPr id="47" name="Freeform 7">
              <a:extLst>
                <a:ext uri="{FF2B5EF4-FFF2-40B4-BE49-F238E27FC236}">
                  <a16:creationId xmlns:a16="http://schemas.microsoft.com/office/drawing/2014/main" id="{8585EF89-1FC3-4A0F-AE8F-8105A1B2955F}"/>
                </a:ext>
              </a:extLst>
            </p:cNvPr>
            <p:cNvSpPr>
              <a:spLocks noEditPoints="1"/>
            </p:cNvSpPr>
            <p:nvPr/>
          </p:nvSpPr>
          <p:spPr bwMode="auto">
            <a:xfrm>
              <a:off x="6494463" y="2516188"/>
              <a:ext cx="1600200" cy="265113"/>
            </a:xfrm>
            <a:custGeom>
              <a:avLst/>
              <a:gdLst>
                <a:gd name="T0" fmla="*/ 644 w 1008"/>
                <a:gd name="T1" fmla="*/ 90 h 167"/>
                <a:gd name="T2" fmla="*/ 644 w 1008"/>
                <a:gd name="T3" fmla="*/ 39 h 167"/>
                <a:gd name="T4" fmla="*/ 363 w 1008"/>
                <a:gd name="T5" fmla="*/ 39 h 167"/>
                <a:gd name="T6" fmla="*/ 363 w 1008"/>
                <a:gd name="T7" fmla="*/ 90 h 167"/>
                <a:gd name="T8" fmla="*/ 644 w 1008"/>
                <a:gd name="T9" fmla="*/ 90 h 167"/>
                <a:gd name="T10" fmla="*/ 40 w 1008"/>
                <a:gd name="T11" fmla="*/ 0 h 167"/>
                <a:gd name="T12" fmla="*/ 40 w 1008"/>
                <a:gd name="T13" fmla="*/ 128 h 167"/>
                <a:gd name="T14" fmla="*/ 323 w 1008"/>
                <a:gd name="T15" fmla="*/ 128 h 167"/>
                <a:gd name="T16" fmla="*/ 323 w 1008"/>
                <a:gd name="T17" fmla="*/ 0 h 167"/>
                <a:gd name="T18" fmla="*/ 685 w 1008"/>
                <a:gd name="T19" fmla="*/ 0 h 167"/>
                <a:gd name="T20" fmla="*/ 685 w 1008"/>
                <a:gd name="T21" fmla="*/ 129 h 167"/>
                <a:gd name="T22" fmla="*/ 967 w 1008"/>
                <a:gd name="T23" fmla="*/ 129 h 167"/>
                <a:gd name="T24" fmla="*/ 967 w 1008"/>
                <a:gd name="T25" fmla="*/ 58 h 167"/>
                <a:gd name="T26" fmla="*/ 1008 w 1008"/>
                <a:gd name="T27" fmla="*/ 58 h 167"/>
                <a:gd name="T28" fmla="*/ 1008 w 1008"/>
                <a:gd name="T29" fmla="*/ 167 h 167"/>
                <a:gd name="T30" fmla="*/ 644 w 1008"/>
                <a:gd name="T31" fmla="*/ 167 h 167"/>
                <a:gd name="T32" fmla="*/ 644 w 1008"/>
                <a:gd name="T33" fmla="*/ 130 h 167"/>
                <a:gd name="T34" fmla="*/ 363 w 1008"/>
                <a:gd name="T35" fmla="*/ 130 h 167"/>
                <a:gd name="T36" fmla="*/ 363 w 1008"/>
                <a:gd name="T37" fmla="*/ 167 h 167"/>
                <a:gd name="T38" fmla="*/ 0 w 1008"/>
                <a:gd name="T39" fmla="*/ 167 h 167"/>
                <a:gd name="T40" fmla="*/ 0 w 1008"/>
                <a:gd name="T41" fmla="*/ 0 h 167"/>
                <a:gd name="T42" fmla="*/ 40 w 1008"/>
                <a:gd name="T43" fmla="*/ 0 h 167"/>
                <a:gd name="T44" fmla="*/ 967 w 1008"/>
                <a:gd name="T45" fmla="*/ 0 h 167"/>
                <a:gd name="T46" fmla="*/ 1007 w 1008"/>
                <a:gd name="T47" fmla="*/ 0 h 167"/>
                <a:gd name="T48" fmla="*/ 1007 w 1008"/>
                <a:gd name="T49" fmla="*/ 38 h 167"/>
                <a:gd name="T50" fmla="*/ 967 w 1008"/>
                <a:gd name="T51" fmla="*/ 38 h 167"/>
                <a:gd name="T52" fmla="*/ 967 w 1008"/>
                <a:gd name="T5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08" h="167">
                  <a:moveTo>
                    <a:pt x="644" y="90"/>
                  </a:moveTo>
                  <a:lnTo>
                    <a:pt x="644" y="39"/>
                  </a:lnTo>
                  <a:lnTo>
                    <a:pt x="363" y="39"/>
                  </a:lnTo>
                  <a:lnTo>
                    <a:pt x="363" y="90"/>
                  </a:lnTo>
                  <a:lnTo>
                    <a:pt x="644" y="90"/>
                  </a:lnTo>
                  <a:close/>
                  <a:moveTo>
                    <a:pt x="40" y="0"/>
                  </a:moveTo>
                  <a:lnTo>
                    <a:pt x="40" y="128"/>
                  </a:lnTo>
                  <a:lnTo>
                    <a:pt x="323" y="128"/>
                  </a:lnTo>
                  <a:lnTo>
                    <a:pt x="323" y="0"/>
                  </a:lnTo>
                  <a:lnTo>
                    <a:pt x="685" y="0"/>
                  </a:lnTo>
                  <a:lnTo>
                    <a:pt x="685" y="129"/>
                  </a:lnTo>
                  <a:lnTo>
                    <a:pt x="967" y="129"/>
                  </a:lnTo>
                  <a:lnTo>
                    <a:pt x="967" y="58"/>
                  </a:lnTo>
                  <a:lnTo>
                    <a:pt x="1008" y="58"/>
                  </a:lnTo>
                  <a:lnTo>
                    <a:pt x="1008" y="167"/>
                  </a:lnTo>
                  <a:lnTo>
                    <a:pt x="644" y="167"/>
                  </a:lnTo>
                  <a:lnTo>
                    <a:pt x="644" y="130"/>
                  </a:lnTo>
                  <a:lnTo>
                    <a:pt x="363" y="130"/>
                  </a:lnTo>
                  <a:lnTo>
                    <a:pt x="363" y="167"/>
                  </a:lnTo>
                  <a:lnTo>
                    <a:pt x="0" y="167"/>
                  </a:lnTo>
                  <a:lnTo>
                    <a:pt x="0" y="0"/>
                  </a:lnTo>
                  <a:lnTo>
                    <a:pt x="40" y="0"/>
                  </a:lnTo>
                  <a:close/>
                  <a:moveTo>
                    <a:pt x="967" y="0"/>
                  </a:moveTo>
                  <a:lnTo>
                    <a:pt x="1007" y="0"/>
                  </a:lnTo>
                  <a:lnTo>
                    <a:pt x="1007" y="38"/>
                  </a:lnTo>
                  <a:lnTo>
                    <a:pt x="967" y="38"/>
                  </a:lnTo>
                  <a:lnTo>
                    <a:pt x="96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48" name="Freeform 8">
              <a:extLst>
                <a:ext uri="{FF2B5EF4-FFF2-40B4-BE49-F238E27FC236}">
                  <a16:creationId xmlns:a16="http://schemas.microsoft.com/office/drawing/2014/main" id="{4FF43B98-8C59-4F27-B314-DE609415701D}"/>
                </a:ext>
              </a:extLst>
            </p:cNvPr>
            <p:cNvSpPr>
              <a:spLocks/>
            </p:cNvSpPr>
            <p:nvPr/>
          </p:nvSpPr>
          <p:spPr bwMode="auto">
            <a:xfrm>
              <a:off x="6494463" y="2840038"/>
              <a:ext cx="63500" cy="80963"/>
            </a:xfrm>
            <a:custGeom>
              <a:avLst/>
              <a:gdLst>
                <a:gd name="T0" fmla="*/ 29 w 29"/>
                <a:gd name="T1" fmla="*/ 0 h 37"/>
                <a:gd name="T2" fmla="*/ 22 w 29"/>
                <a:gd name="T3" fmla="*/ 0 h 37"/>
                <a:gd name="T4" fmla="*/ 22 w 29"/>
                <a:gd name="T5" fmla="*/ 23 h 37"/>
                <a:gd name="T6" fmla="*/ 21 w 29"/>
                <a:gd name="T7" fmla="*/ 28 h 37"/>
                <a:gd name="T8" fmla="*/ 16 w 29"/>
                <a:gd name="T9" fmla="*/ 30 h 37"/>
                <a:gd name="T10" fmla="*/ 10 w 29"/>
                <a:gd name="T11" fmla="*/ 28 h 37"/>
                <a:gd name="T12" fmla="*/ 9 w 29"/>
                <a:gd name="T13" fmla="*/ 23 h 37"/>
                <a:gd name="T14" fmla="*/ 9 w 29"/>
                <a:gd name="T15" fmla="*/ 0 h 37"/>
                <a:gd name="T16" fmla="*/ 0 w 29"/>
                <a:gd name="T17" fmla="*/ 0 h 37"/>
                <a:gd name="T18" fmla="*/ 0 w 29"/>
                <a:gd name="T19" fmla="*/ 23 h 37"/>
                <a:gd name="T20" fmla="*/ 3 w 29"/>
                <a:gd name="T21" fmla="*/ 33 h 37"/>
                <a:gd name="T22" fmla="*/ 15 w 29"/>
                <a:gd name="T23" fmla="*/ 37 h 37"/>
                <a:gd name="T24" fmla="*/ 26 w 29"/>
                <a:gd name="T25" fmla="*/ 34 h 37"/>
                <a:gd name="T26" fmla="*/ 29 w 29"/>
                <a:gd name="T27" fmla="*/ 23 h 37"/>
                <a:gd name="T28" fmla="*/ 29 w 29"/>
                <a:gd name="T2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37">
                  <a:moveTo>
                    <a:pt x="29" y="0"/>
                  </a:moveTo>
                  <a:cubicBezTo>
                    <a:pt x="22" y="0"/>
                    <a:pt x="22" y="0"/>
                    <a:pt x="22" y="0"/>
                  </a:cubicBezTo>
                  <a:cubicBezTo>
                    <a:pt x="22" y="23"/>
                    <a:pt x="22" y="23"/>
                    <a:pt x="22" y="23"/>
                  </a:cubicBezTo>
                  <a:cubicBezTo>
                    <a:pt x="22" y="26"/>
                    <a:pt x="22" y="27"/>
                    <a:pt x="21" y="28"/>
                  </a:cubicBezTo>
                  <a:cubicBezTo>
                    <a:pt x="20" y="29"/>
                    <a:pt x="18" y="30"/>
                    <a:pt x="16" y="30"/>
                  </a:cubicBezTo>
                  <a:cubicBezTo>
                    <a:pt x="13" y="30"/>
                    <a:pt x="11" y="29"/>
                    <a:pt x="10" y="28"/>
                  </a:cubicBezTo>
                  <a:cubicBezTo>
                    <a:pt x="10" y="27"/>
                    <a:pt x="9" y="26"/>
                    <a:pt x="9" y="23"/>
                  </a:cubicBezTo>
                  <a:cubicBezTo>
                    <a:pt x="9" y="0"/>
                    <a:pt x="9" y="0"/>
                    <a:pt x="9" y="0"/>
                  </a:cubicBezTo>
                  <a:cubicBezTo>
                    <a:pt x="0" y="0"/>
                    <a:pt x="0" y="0"/>
                    <a:pt x="0" y="0"/>
                  </a:cubicBezTo>
                  <a:cubicBezTo>
                    <a:pt x="0" y="23"/>
                    <a:pt x="0" y="23"/>
                    <a:pt x="0" y="23"/>
                  </a:cubicBezTo>
                  <a:cubicBezTo>
                    <a:pt x="0" y="28"/>
                    <a:pt x="1" y="31"/>
                    <a:pt x="3" y="33"/>
                  </a:cubicBezTo>
                  <a:cubicBezTo>
                    <a:pt x="6" y="36"/>
                    <a:pt x="10" y="37"/>
                    <a:pt x="15" y="37"/>
                  </a:cubicBezTo>
                  <a:cubicBezTo>
                    <a:pt x="20" y="37"/>
                    <a:pt x="23" y="36"/>
                    <a:pt x="26" y="34"/>
                  </a:cubicBezTo>
                  <a:cubicBezTo>
                    <a:pt x="28" y="31"/>
                    <a:pt x="29" y="29"/>
                    <a:pt x="29" y="23"/>
                  </a:cubicBezTo>
                  <a:lnTo>
                    <a:pt x="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49" name="Freeform 9">
              <a:extLst>
                <a:ext uri="{FF2B5EF4-FFF2-40B4-BE49-F238E27FC236}">
                  <a16:creationId xmlns:a16="http://schemas.microsoft.com/office/drawing/2014/main" id="{064767E1-9A0C-49BF-9833-90D047DC0C1C}"/>
                </a:ext>
              </a:extLst>
            </p:cNvPr>
            <p:cNvSpPr>
              <a:spLocks/>
            </p:cNvSpPr>
            <p:nvPr/>
          </p:nvSpPr>
          <p:spPr bwMode="auto">
            <a:xfrm>
              <a:off x="6572250" y="2840038"/>
              <a:ext cx="60325" cy="77788"/>
            </a:xfrm>
            <a:custGeom>
              <a:avLst/>
              <a:gdLst>
                <a:gd name="T0" fmla="*/ 28 w 28"/>
                <a:gd name="T1" fmla="*/ 0 h 36"/>
                <a:gd name="T2" fmla="*/ 22 w 28"/>
                <a:gd name="T3" fmla="*/ 0 h 36"/>
                <a:gd name="T4" fmla="*/ 22 w 28"/>
                <a:gd name="T5" fmla="*/ 19 h 36"/>
                <a:gd name="T6" fmla="*/ 22 w 28"/>
                <a:gd name="T7" fmla="*/ 21 h 36"/>
                <a:gd name="T8" fmla="*/ 9 w 28"/>
                <a:gd name="T9" fmla="*/ 0 h 36"/>
                <a:gd name="T10" fmla="*/ 0 w 28"/>
                <a:gd name="T11" fmla="*/ 0 h 36"/>
                <a:gd name="T12" fmla="*/ 0 w 28"/>
                <a:gd name="T13" fmla="*/ 36 h 36"/>
                <a:gd name="T14" fmla="*/ 7 w 28"/>
                <a:gd name="T15" fmla="*/ 36 h 36"/>
                <a:gd name="T16" fmla="*/ 7 w 28"/>
                <a:gd name="T17" fmla="*/ 15 h 36"/>
                <a:gd name="T18" fmla="*/ 7 w 28"/>
                <a:gd name="T19" fmla="*/ 13 h 36"/>
                <a:gd name="T20" fmla="*/ 6 w 28"/>
                <a:gd name="T21" fmla="*/ 12 h 36"/>
                <a:gd name="T22" fmla="*/ 21 w 28"/>
                <a:gd name="T23" fmla="*/ 36 h 36"/>
                <a:gd name="T24" fmla="*/ 28 w 28"/>
                <a:gd name="T25" fmla="*/ 36 h 36"/>
                <a:gd name="T26" fmla="*/ 28 w 28"/>
                <a:gd name="T2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6">
                  <a:moveTo>
                    <a:pt x="28" y="0"/>
                  </a:moveTo>
                  <a:cubicBezTo>
                    <a:pt x="22" y="0"/>
                    <a:pt x="22" y="0"/>
                    <a:pt x="22" y="0"/>
                  </a:cubicBezTo>
                  <a:cubicBezTo>
                    <a:pt x="22" y="19"/>
                    <a:pt x="22" y="19"/>
                    <a:pt x="22" y="19"/>
                  </a:cubicBezTo>
                  <a:cubicBezTo>
                    <a:pt x="22" y="20"/>
                    <a:pt x="22" y="20"/>
                    <a:pt x="22" y="21"/>
                  </a:cubicBezTo>
                  <a:cubicBezTo>
                    <a:pt x="9" y="0"/>
                    <a:pt x="9" y="0"/>
                    <a:pt x="9" y="0"/>
                  </a:cubicBezTo>
                  <a:cubicBezTo>
                    <a:pt x="0" y="0"/>
                    <a:pt x="0" y="0"/>
                    <a:pt x="0" y="0"/>
                  </a:cubicBezTo>
                  <a:cubicBezTo>
                    <a:pt x="0" y="36"/>
                    <a:pt x="0" y="36"/>
                    <a:pt x="0" y="36"/>
                  </a:cubicBezTo>
                  <a:cubicBezTo>
                    <a:pt x="7" y="36"/>
                    <a:pt x="7" y="36"/>
                    <a:pt x="7" y="36"/>
                  </a:cubicBezTo>
                  <a:cubicBezTo>
                    <a:pt x="7" y="15"/>
                    <a:pt x="7" y="15"/>
                    <a:pt x="7" y="15"/>
                  </a:cubicBezTo>
                  <a:cubicBezTo>
                    <a:pt x="7" y="13"/>
                    <a:pt x="7" y="13"/>
                    <a:pt x="7" y="13"/>
                  </a:cubicBezTo>
                  <a:cubicBezTo>
                    <a:pt x="6" y="12"/>
                    <a:pt x="6" y="12"/>
                    <a:pt x="6" y="12"/>
                  </a:cubicBezTo>
                  <a:cubicBezTo>
                    <a:pt x="21" y="36"/>
                    <a:pt x="21" y="36"/>
                    <a:pt x="21" y="36"/>
                  </a:cubicBezTo>
                  <a:cubicBezTo>
                    <a:pt x="28" y="36"/>
                    <a:pt x="28" y="36"/>
                    <a:pt x="28" y="36"/>
                  </a:cubicBezTo>
                  <a:lnTo>
                    <a:pt x="2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0" name="Rectangle 10">
              <a:extLst>
                <a:ext uri="{FF2B5EF4-FFF2-40B4-BE49-F238E27FC236}">
                  <a16:creationId xmlns:a16="http://schemas.microsoft.com/office/drawing/2014/main" id="{9069C9AC-05F8-4BA0-887B-24C38A992ADE}"/>
                </a:ext>
              </a:extLst>
            </p:cNvPr>
            <p:cNvSpPr>
              <a:spLocks noChangeArrowheads="1"/>
            </p:cNvSpPr>
            <p:nvPr/>
          </p:nvSpPr>
          <p:spPr bwMode="auto">
            <a:xfrm>
              <a:off x="6648450"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1" name="Freeform 11">
              <a:extLst>
                <a:ext uri="{FF2B5EF4-FFF2-40B4-BE49-F238E27FC236}">
                  <a16:creationId xmlns:a16="http://schemas.microsoft.com/office/drawing/2014/main" id="{859D3FA7-560E-45CA-9764-F22B98ED752B}"/>
                </a:ext>
              </a:extLst>
            </p:cNvPr>
            <p:cNvSpPr>
              <a:spLocks/>
            </p:cNvSpPr>
            <p:nvPr/>
          </p:nvSpPr>
          <p:spPr bwMode="auto">
            <a:xfrm>
              <a:off x="6673850" y="2840038"/>
              <a:ext cx="68263" cy="77788"/>
            </a:xfrm>
            <a:custGeom>
              <a:avLst/>
              <a:gdLst>
                <a:gd name="T0" fmla="*/ 43 w 43"/>
                <a:gd name="T1" fmla="*/ 0 h 49"/>
                <a:gd name="T2" fmla="*/ 33 w 43"/>
                <a:gd name="T3" fmla="*/ 0 h 49"/>
                <a:gd name="T4" fmla="*/ 24 w 43"/>
                <a:gd name="T5" fmla="*/ 36 h 49"/>
                <a:gd name="T6" fmla="*/ 13 w 43"/>
                <a:gd name="T7" fmla="*/ 0 h 49"/>
                <a:gd name="T8" fmla="*/ 0 w 43"/>
                <a:gd name="T9" fmla="*/ 0 h 49"/>
                <a:gd name="T10" fmla="*/ 15 w 43"/>
                <a:gd name="T11" fmla="*/ 49 h 49"/>
                <a:gd name="T12" fmla="*/ 28 w 43"/>
                <a:gd name="T13" fmla="*/ 49 h 49"/>
                <a:gd name="T14" fmla="*/ 43 w 43"/>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9">
                  <a:moveTo>
                    <a:pt x="43" y="0"/>
                  </a:moveTo>
                  <a:lnTo>
                    <a:pt x="33" y="0"/>
                  </a:lnTo>
                  <a:lnTo>
                    <a:pt x="24" y="36"/>
                  </a:lnTo>
                  <a:lnTo>
                    <a:pt x="13" y="0"/>
                  </a:lnTo>
                  <a:lnTo>
                    <a:pt x="0" y="0"/>
                  </a:lnTo>
                  <a:lnTo>
                    <a:pt x="15" y="49"/>
                  </a:lnTo>
                  <a:lnTo>
                    <a:pt x="28" y="49"/>
                  </a:lnTo>
                  <a:lnTo>
                    <a:pt x="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2" name="Freeform 12">
              <a:extLst>
                <a:ext uri="{FF2B5EF4-FFF2-40B4-BE49-F238E27FC236}">
                  <a16:creationId xmlns:a16="http://schemas.microsoft.com/office/drawing/2014/main" id="{0BEE64BD-072A-4A6D-817F-4D030DC7C099}"/>
                </a:ext>
              </a:extLst>
            </p:cNvPr>
            <p:cNvSpPr>
              <a:spLocks/>
            </p:cNvSpPr>
            <p:nvPr/>
          </p:nvSpPr>
          <p:spPr bwMode="auto">
            <a:xfrm>
              <a:off x="6750050" y="2840038"/>
              <a:ext cx="57150" cy="77788"/>
            </a:xfrm>
            <a:custGeom>
              <a:avLst/>
              <a:gdLst>
                <a:gd name="T0" fmla="*/ 36 w 36"/>
                <a:gd name="T1" fmla="*/ 10 h 49"/>
                <a:gd name="T2" fmla="*/ 36 w 36"/>
                <a:gd name="T3" fmla="*/ 0 h 49"/>
                <a:gd name="T4" fmla="*/ 0 w 36"/>
                <a:gd name="T5" fmla="*/ 0 h 49"/>
                <a:gd name="T6" fmla="*/ 0 w 36"/>
                <a:gd name="T7" fmla="*/ 49 h 49"/>
                <a:gd name="T8" fmla="*/ 36 w 36"/>
                <a:gd name="T9" fmla="*/ 49 h 49"/>
                <a:gd name="T10" fmla="*/ 36 w 36"/>
                <a:gd name="T11" fmla="*/ 40 h 49"/>
                <a:gd name="T12" fmla="*/ 11 w 36"/>
                <a:gd name="T13" fmla="*/ 40 h 49"/>
                <a:gd name="T14" fmla="*/ 11 w 36"/>
                <a:gd name="T15" fmla="*/ 29 h 49"/>
                <a:gd name="T16" fmla="*/ 30 w 36"/>
                <a:gd name="T17" fmla="*/ 29 h 49"/>
                <a:gd name="T18" fmla="*/ 30 w 36"/>
                <a:gd name="T19" fmla="*/ 19 h 49"/>
                <a:gd name="T20" fmla="*/ 11 w 36"/>
                <a:gd name="T21" fmla="*/ 19 h 49"/>
                <a:gd name="T22" fmla="*/ 11 w 36"/>
                <a:gd name="T23" fmla="*/ 10 h 49"/>
                <a:gd name="T24" fmla="*/ 36 w 36"/>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49">
                  <a:moveTo>
                    <a:pt x="36" y="10"/>
                  </a:moveTo>
                  <a:lnTo>
                    <a:pt x="36" y="0"/>
                  </a:lnTo>
                  <a:lnTo>
                    <a:pt x="0" y="0"/>
                  </a:lnTo>
                  <a:lnTo>
                    <a:pt x="0" y="49"/>
                  </a:lnTo>
                  <a:lnTo>
                    <a:pt x="36" y="49"/>
                  </a:lnTo>
                  <a:lnTo>
                    <a:pt x="36" y="40"/>
                  </a:lnTo>
                  <a:lnTo>
                    <a:pt x="11" y="40"/>
                  </a:lnTo>
                  <a:lnTo>
                    <a:pt x="11" y="29"/>
                  </a:lnTo>
                  <a:lnTo>
                    <a:pt x="30" y="29"/>
                  </a:lnTo>
                  <a:lnTo>
                    <a:pt x="30" y="19"/>
                  </a:lnTo>
                  <a:lnTo>
                    <a:pt x="11" y="19"/>
                  </a:lnTo>
                  <a:lnTo>
                    <a:pt x="11"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3" name="Freeform 13">
              <a:extLst>
                <a:ext uri="{FF2B5EF4-FFF2-40B4-BE49-F238E27FC236}">
                  <a16:creationId xmlns:a16="http://schemas.microsoft.com/office/drawing/2014/main" id="{43A0B133-31FE-4979-BDB3-95F683F36948}"/>
                </a:ext>
              </a:extLst>
            </p:cNvPr>
            <p:cNvSpPr>
              <a:spLocks noEditPoints="1"/>
            </p:cNvSpPr>
            <p:nvPr/>
          </p:nvSpPr>
          <p:spPr bwMode="auto">
            <a:xfrm>
              <a:off x="6816725" y="2840038"/>
              <a:ext cx="65088" cy="77788"/>
            </a:xfrm>
            <a:custGeom>
              <a:avLst/>
              <a:gdLst>
                <a:gd name="T0" fmla="*/ 8 w 30"/>
                <a:gd name="T1" fmla="*/ 22 h 36"/>
                <a:gd name="T2" fmla="*/ 15 w 30"/>
                <a:gd name="T3" fmla="*/ 22 h 36"/>
                <a:gd name="T4" fmla="*/ 20 w 30"/>
                <a:gd name="T5" fmla="*/ 36 h 36"/>
                <a:gd name="T6" fmla="*/ 30 w 30"/>
                <a:gd name="T7" fmla="*/ 36 h 36"/>
                <a:gd name="T8" fmla="*/ 23 w 30"/>
                <a:gd name="T9" fmla="*/ 20 h 36"/>
                <a:gd name="T10" fmla="*/ 26 w 30"/>
                <a:gd name="T11" fmla="*/ 18 h 36"/>
                <a:gd name="T12" fmla="*/ 29 w 30"/>
                <a:gd name="T13" fmla="*/ 11 h 36"/>
                <a:gd name="T14" fmla="*/ 25 w 30"/>
                <a:gd name="T15" fmla="*/ 2 h 36"/>
                <a:gd name="T16" fmla="*/ 16 w 30"/>
                <a:gd name="T17" fmla="*/ 0 h 36"/>
                <a:gd name="T18" fmla="*/ 0 w 30"/>
                <a:gd name="T19" fmla="*/ 0 h 36"/>
                <a:gd name="T20" fmla="*/ 0 w 30"/>
                <a:gd name="T21" fmla="*/ 36 h 36"/>
                <a:gd name="T22" fmla="*/ 8 w 30"/>
                <a:gd name="T23" fmla="*/ 36 h 36"/>
                <a:gd name="T24" fmla="*/ 8 w 30"/>
                <a:gd name="T25" fmla="*/ 22 h 36"/>
                <a:gd name="T26" fmla="*/ 8 w 30"/>
                <a:gd name="T27" fmla="*/ 6 h 36"/>
                <a:gd name="T28" fmla="*/ 13 w 30"/>
                <a:gd name="T29" fmla="*/ 6 h 36"/>
                <a:gd name="T30" fmla="*/ 19 w 30"/>
                <a:gd name="T31" fmla="*/ 7 h 36"/>
                <a:gd name="T32" fmla="*/ 20 w 30"/>
                <a:gd name="T33" fmla="*/ 11 h 36"/>
                <a:gd name="T34" fmla="*/ 18 w 30"/>
                <a:gd name="T35" fmla="*/ 15 h 36"/>
                <a:gd name="T36" fmla="*/ 14 w 30"/>
                <a:gd name="T37" fmla="*/ 16 h 36"/>
                <a:gd name="T38" fmla="*/ 8 w 30"/>
                <a:gd name="T39" fmla="*/ 16 h 36"/>
                <a:gd name="T40" fmla="*/ 8 w 30"/>
                <a:gd name="T41"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6">
                  <a:moveTo>
                    <a:pt x="8" y="22"/>
                  </a:moveTo>
                  <a:cubicBezTo>
                    <a:pt x="15" y="22"/>
                    <a:pt x="15" y="22"/>
                    <a:pt x="15" y="22"/>
                  </a:cubicBezTo>
                  <a:cubicBezTo>
                    <a:pt x="20" y="36"/>
                    <a:pt x="20" y="36"/>
                    <a:pt x="20" y="36"/>
                  </a:cubicBezTo>
                  <a:cubicBezTo>
                    <a:pt x="30" y="36"/>
                    <a:pt x="30" y="36"/>
                    <a:pt x="30" y="36"/>
                  </a:cubicBezTo>
                  <a:cubicBezTo>
                    <a:pt x="23" y="20"/>
                    <a:pt x="23" y="20"/>
                    <a:pt x="23" y="20"/>
                  </a:cubicBezTo>
                  <a:cubicBezTo>
                    <a:pt x="25" y="19"/>
                    <a:pt x="25" y="19"/>
                    <a:pt x="26" y="18"/>
                  </a:cubicBezTo>
                  <a:cubicBezTo>
                    <a:pt x="28" y="16"/>
                    <a:pt x="29" y="14"/>
                    <a:pt x="29" y="11"/>
                  </a:cubicBezTo>
                  <a:cubicBezTo>
                    <a:pt x="29" y="8"/>
                    <a:pt x="28" y="4"/>
                    <a:pt x="25" y="2"/>
                  </a:cubicBezTo>
                  <a:cubicBezTo>
                    <a:pt x="23" y="1"/>
                    <a:pt x="21" y="0"/>
                    <a:pt x="16" y="0"/>
                  </a:cubicBezTo>
                  <a:cubicBezTo>
                    <a:pt x="0" y="0"/>
                    <a:pt x="0" y="0"/>
                    <a:pt x="0" y="0"/>
                  </a:cubicBezTo>
                  <a:cubicBezTo>
                    <a:pt x="0" y="36"/>
                    <a:pt x="0" y="36"/>
                    <a:pt x="0" y="36"/>
                  </a:cubicBezTo>
                  <a:cubicBezTo>
                    <a:pt x="8" y="36"/>
                    <a:pt x="8" y="36"/>
                    <a:pt x="8" y="36"/>
                  </a:cubicBezTo>
                  <a:lnTo>
                    <a:pt x="8" y="22"/>
                  </a:lnTo>
                  <a:close/>
                  <a:moveTo>
                    <a:pt x="8" y="6"/>
                  </a:moveTo>
                  <a:cubicBezTo>
                    <a:pt x="13" y="6"/>
                    <a:pt x="13" y="6"/>
                    <a:pt x="13" y="6"/>
                  </a:cubicBezTo>
                  <a:cubicBezTo>
                    <a:pt x="17" y="6"/>
                    <a:pt x="18" y="6"/>
                    <a:pt x="19" y="7"/>
                  </a:cubicBezTo>
                  <a:cubicBezTo>
                    <a:pt x="20" y="8"/>
                    <a:pt x="20" y="10"/>
                    <a:pt x="20" y="11"/>
                  </a:cubicBezTo>
                  <a:cubicBezTo>
                    <a:pt x="20" y="12"/>
                    <a:pt x="19" y="14"/>
                    <a:pt x="18" y="15"/>
                  </a:cubicBezTo>
                  <a:cubicBezTo>
                    <a:pt x="17" y="16"/>
                    <a:pt x="17" y="16"/>
                    <a:pt x="14" y="16"/>
                  </a:cubicBezTo>
                  <a:cubicBezTo>
                    <a:pt x="8" y="16"/>
                    <a:pt x="8" y="16"/>
                    <a:pt x="8" y="16"/>
                  </a:cubicBezTo>
                  <a:lnTo>
                    <a:pt x="8"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4" name="Freeform 14">
              <a:extLst>
                <a:ext uri="{FF2B5EF4-FFF2-40B4-BE49-F238E27FC236}">
                  <a16:creationId xmlns:a16="http://schemas.microsoft.com/office/drawing/2014/main" id="{AE7BB1F5-C858-4C6C-8EED-EABC73075425}"/>
                </a:ext>
              </a:extLst>
            </p:cNvPr>
            <p:cNvSpPr>
              <a:spLocks/>
            </p:cNvSpPr>
            <p:nvPr/>
          </p:nvSpPr>
          <p:spPr bwMode="auto">
            <a:xfrm>
              <a:off x="6886575" y="2838450"/>
              <a:ext cx="65088" cy="82550"/>
            </a:xfrm>
            <a:custGeom>
              <a:avLst/>
              <a:gdLst>
                <a:gd name="T0" fmla="*/ 29 w 30"/>
                <a:gd name="T1" fmla="*/ 9 h 38"/>
                <a:gd name="T2" fmla="*/ 25 w 30"/>
                <a:gd name="T3" fmla="*/ 3 h 38"/>
                <a:gd name="T4" fmla="*/ 15 w 30"/>
                <a:gd name="T5" fmla="*/ 0 h 38"/>
                <a:gd name="T6" fmla="*/ 6 w 30"/>
                <a:gd name="T7" fmla="*/ 3 h 38"/>
                <a:gd name="T8" fmla="*/ 2 w 30"/>
                <a:gd name="T9" fmla="*/ 12 h 38"/>
                <a:gd name="T10" fmla="*/ 6 w 30"/>
                <a:gd name="T11" fmla="*/ 20 h 38"/>
                <a:gd name="T12" fmla="*/ 15 w 30"/>
                <a:gd name="T13" fmla="*/ 23 h 38"/>
                <a:gd name="T14" fmla="*/ 21 w 30"/>
                <a:gd name="T15" fmla="*/ 27 h 38"/>
                <a:gd name="T16" fmla="*/ 15 w 30"/>
                <a:gd name="T17" fmla="*/ 31 h 38"/>
                <a:gd name="T18" fmla="*/ 8 w 30"/>
                <a:gd name="T19" fmla="*/ 26 h 38"/>
                <a:gd name="T20" fmla="*/ 0 w 30"/>
                <a:gd name="T21" fmla="*/ 28 h 38"/>
                <a:gd name="T22" fmla="*/ 4 w 30"/>
                <a:gd name="T23" fmla="*/ 35 h 38"/>
                <a:gd name="T24" fmla="*/ 15 w 30"/>
                <a:gd name="T25" fmla="*/ 38 h 38"/>
                <a:gd name="T26" fmla="*/ 25 w 30"/>
                <a:gd name="T27" fmla="*/ 36 h 38"/>
                <a:gd name="T28" fmla="*/ 30 w 30"/>
                <a:gd name="T29" fmla="*/ 26 h 38"/>
                <a:gd name="T30" fmla="*/ 25 w 30"/>
                <a:gd name="T31" fmla="*/ 17 h 38"/>
                <a:gd name="T32" fmla="*/ 16 w 30"/>
                <a:gd name="T33" fmla="*/ 14 h 38"/>
                <a:gd name="T34" fmla="*/ 10 w 30"/>
                <a:gd name="T35" fmla="*/ 10 h 38"/>
                <a:gd name="T36" fmla="*/ 15 w 30"/>
                <a:gd name="T37" fmla="*/ 7 h 38"/>
                <a:gd name="T38" fmla="*/ 22 w 30"/>
                <a:gd name="T39" fmla="*/ 11 h 38"/>
                <a:gd name="T40" fmla="*/ 29 w 30"/>
                <a:gd name="T41" fmla="*/ 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8">
                  <a:moveTo>
                    <a:pt x="29" y="9"/>
                  </a:moveTo>
                  <a:cubicBezTo>
                    <a:pt x="28" y="6"/>
                    <a:pt x="27" y="5"/>
                    <a:pt x="25" y="3"/>
                  </a:cubicBezTo>
                  <a:cubicBezTo>
                    <a:pt x="22" y="1"/>
                    <a:pt x="19" y="0"/>
                    <a:pt x="15" y="0"/>
                  </a:cubicBezTo>
                  <a:cubicBezTo>
                    <a:pt x="11" y="0"/>
                    <a:pt x="8" y="1"/>
                    <a:pt x="6" y="3"/>
                  </a:cubicBezTo>
                  <a:cubicBezTo>
                    <a:pt x="3" y="6"/>
                    <a:pt x="2" y="9"/>
                    <a:pt x="2" y="12"/>
                  </a:cubicBezTo>
                  <a:cubicBezTo>
                    <a:pt x="2" y="16"/>
                    <a:pt x="4" y="19"/>
                    <a:pt x="6" y="20"/>
                  </a:cubicBezTo>
                  <a:cubicBezTo>
                    <a:pt x="8" y="21"/>
                    <a:pt x="11" y="22"/>
                    <a:pt x="15" y="23"/>
                  </a:cubicBezTo>
                  <a:cubicBezTo>
                    <a:pt x="20" y="24"/>
                    <a:pt x="21" y="25"/>
                    <a:pt x="21" y="27"/>
                  </a:cubicBezTo>
                  <a:cubicBezTo>
                    <a:pt x="21" y="30"/>
                    <a:pt x="19" y="31"/>
                    <a:pt x="15" y="31"/>
                  </a:cubicBezTo>
                  <a:cubicBezTo>
                    <a:pt x="11" y="31"/>
                    <a:pt x="9" y="30"/>
                    <a:pt x="8" y="26"/>
                  </a:cubicBezTo>
                  <a:cubicBezTo>
                    <a:pt x="0" y="28"/>
                    <a:pt x="0" y="28"/>
                    <a:pt x="0" y="28"/>
                  </a:cubicBezTo>
                  <a:cubicBezTo>
                    <a:pt x="1" y="31"/>
                    <a:pt x="2" y="33"/>
                    <a:pt x="4" y="35"/>
                  </a:cubicBezTo>
                  <a:cubicBezTo>
                    <a:pt x="7" y="37"/>
                    <a:pt x="11" y="38"/>
                    <a:pt x="15" y="38"/>
                  </a:cubicBezTo>
                  <a:cubicBezTo>
                    <a:pt x="19" y="38"/>
                    <a:pt x="22" y="37"/>
                    <a:pt x="25" y="36"/>
                  </a:cubicBezTo>
                  <a:cubicBezTo>
                    <a:pt x="28" y="33"/>
                    <a:pt x="30" y="30"/>
                    <a:pt x="30" y="26"/>
                  </a:cubicBezTo>
                  <a:cubicBezTo>
                    <a:pt x="30" y="22"/>
                    <a:pt x="28" y="19"/>
                    <a:pt x="25" y="17"/>
                  </a:cubicBezTo>
                  <a:cubicBezTo>
                    <a:pt x="24" y="16"/>
                    <a:pt x="21" y="15"/>
                    <a:pt x="16" y="14"/>
                  </a:cubicBezTo>
                  <a:cubicBezTo>
                    <a:pt x="12" y="13"/>
                    <a:pt x="10" y="12"/>
                    <a:pt x="10" y="10"/>
                  </a:cubicBezTo>
                  <a:cubicBezTo>
                    <a:pt x="10" y="8"/>
                    <a:pt x="12" y="7"/>
                    <a:pt x="15" y="7"/>
                  </a:cubicBezTo>
                  <a:cubicBezTo>
                    <a:pt x="19" y="7"/>
                    <a:pt x="20" y="8"/>
                    <a:pt x="22" y="11"/>
                  </a:cubicBezTo>
                  <a:lnTo>
                    <a:pt x="29"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5" name="Rectangle 15">
              <a:extLst>
                <a:ext uri="{FF2B5EF4-FFF2-40B4-BE49-F238E27FC236}">
                  <a16:creationId xmlns:a16="http://schemas.microsoft.com/office/drawing/2014/main" id="{E22F4F86-1FC7-4EBE-832A-E852F627E2BD}"/>
                </a:ext>
              </a:extLst>
            </p:cNvPr>
            <p:cNvSpPr>
              <a:spLocks noChangeArrowheads="1"/>
            </p:cNvSpPr>
            <p:nvPr/>
          </p:nvSpPr>
          <p:spPr bwMode="auto">
            <a:xfrm>
              <a:off x="6964363" y="2840038"/>
              <a:ext cx="17463"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6" name="Freeform 16">
              <a:extLst>
                <a:ext uri="{FF2B5EF4-FFF2-40B4-BE49-F238E27FC236}">
                  <a16:creationId xmlns:a16="http://schemas.microsoft.com/office/drawing/2014/main" id="{227D212C-72D6-4E8B-B8F4-6D6E85CEF0FB}"/>
                </a:ext>
              </a:extLst>
            </p:cNvPr>
            <p:cNvSpPr>
              <a:spLocks noEditPoints="1"/>
            </p:cNvSpPr>
            <p:nvPr/>
          </p:nvSpPr>
          <p:spPr bwMode="auto">
            <a:xfrm>
              <a:off x="6997700"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1 w 30"/>
                <a:gd name="T13" fmla="*/ 0 h 36"/>
                <a:gd name="T14" fmla="*/ 0 w 30"/>
                <a:gd name="T15" fmla="*/ 0 h 36"/>
                <a:gd name="T16" fmla="*/ 9 w 30"/>
                <a:gd name="T17" fmla="*/ 7 h 36"/>
                <a:gd name="T18" fmla="*/ 12 w 30"/>
                <a:gd name="T19" fmla="*/ 7 h 36"/>
                <a:gd name="T20" fmla="*/ 19 w 30"/>
                <a:gd name="T21" fmla="*/ 10 h 36"/>
                <a:gd name="T22" fmla="*/ 21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8" y="0"/>
                    <a:pt x="11" y="0"/>
                  </a:cubicBezTo>
                  <a:lnTo>
                    <a:pt x="0" y="0"/>
                  </a:lnTo>
                  <a:close/>
                  <a:moveTo>
                    <a:pt x="9" y="7"/>
                  </a:moveTo>
                  <a:cubicBezTo>
                    <a:pt x="12" y="7"/>
                    <a:pt x="12" y="7"/>
                    <a:pt x="12" y="7"/>
                  </a:cubicBezTo>
                  <a:cubicBezTo>
                    <a:pt x="15" y="7"/>
                    <a:pt x="17" y="7"/>
                    <a:pt x="19" y="10"/>
                  </a:cubicBezTo>
                  <a:cubicBezTo>
                    <a:pt x="20" y="12"/>
                    <a:pt x="21" y="15"/>
                    <a:pt x="21" y="18"/>
                  </a:cubicBezTo>
                  <a:cubicBezTo>
                    <a:pt x="21" y="21"/>
                    <a:pt x="20"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7" name="Freeform 17">
              <a:extLst>
                <a:ext uri="{FF2B5EF4-FFF2-40B4-BE49-F238E27FC236}">
                  <a16:creationId xmlns:a16="http://schemas.microsoft.com/office/drawing/2014/main" id="{189C1DDD-4E40-4523-9466-B1BAD7216C4D}"/>
                </a:ext>
              </a:extLst>
            </p:cNvPr>
            <p:cNvSpPr>
              <a:spLocks noEditPoints="1"/>
            </p:cNvSpPr>
            <p:nvPr/>
          </p:nvSpPr>
          <p:spPr bwMode="auto">
            <a:xfrm>
              <a:off x="7065963" y="2840038"/>
              <a:ext cx="71438" cy="77788"/>
            </a:xfrm>
            <a:custGeom>
              <a:avLst/>
              <a:gdLst>
                <a:gd name="T0" fmla="*/ 30 w 45"/>
                <a:gd name="T1" fmla="*/ 0 h 49"/>
                <a:gd name="T2" fmla="*/ 17 w 45"/>
                <a:gd name="T3" fmla="*/ 0 h 49"/>
                <a:gd name="T4" fmla="*/ 0 w 45"/>
                <a:gd name="T5" fmla="*/ 49 h 49"/>
                <a:gd name="T6" fmla="*/ 11 w 45"/>
                <a:gd name="T7" fmla="*/ 49 h 49"/>
                <a:gd name="T8" fmla="*/ 14 w 45"/>
                <a:gd name="T9" fmla="*/ 40 h 49"/>
                <a:gd name="T10" fmla="*/ 30 w 45"/>
                <a:gd name="T11" fmla="*/ 40 h 49"/>
                <a:gd name="T12" fmla="*/ 33 w 45"/>
                <a:gd name="T13" fmla="*/ 49 h 49"/>
                <a:gd name="T14" fmla="*/ 45 w 45"/>
                <a:gd name="T15" fmla="*/ 49 h 49"/>
                <a:gd name="T16" fmla="*/ 30 w 45"/>
                <a:gd name="T17" fmla="*/ 0 h 49"/>
                <a:gd name="T18" fmla="*/ 17 w 45"/>
                <a:gd name="T19" fmla="*/ 30 h 49"/>
                <a:gd name="T20" fmla="*/ 22 w 45"/>
                <a:gd name="T21" fmla="*/ 12 h 49"/>
                <a:gd name="T22" fmla="*/ 28 w 45"/>
                <a:gd name="T23" fmla="*/ 30 h 49"/>
                <a:gd name="T24" fmla="*/ 17 w 45"/>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9">
                  <a:moveTo>
                    <a:pt x="30" y="0"/>
                  </a:moveTo>
                  <a:lnTo>
                    <a:pt x="17" y="0"/>
                  </a:lnTo>
                  <a:lnTo>
                    <a:pt x="0" y="49"/>
                  </a:lnTo>
                  <a:lnTo>
                    <a:pt x="11" y="49"/>
                  </a:lnTo>
                  <a:lnTo>
                    <a:pt x="14" y="40"/>
                  </a:lnTo>
                  <a:lnTo>
                    <a:pt x="30" y="40"/>
                  </a:lnTo>
                  <a:lnTo>
                    <a:pt x="33" y="49"/>
                  </a:lnTo>
                  <a:lnTo>
                    <a:pt x="45" y="49"/>
                  </a:lnTo>
                  <a:lnTo>
                    <a:pt x="30" y="0"/>
                  </a:lnTo>
                  <a:close/>
                  <a:moveTo>
                    <a:pt x="17" y="30"/>
                  </a:moveTo>
                  <a:lnTo>
                    <a:pt x="22" y="12"/>
                  </a:lnTo>
                  <a:lnTo>
                    <a:pt x="28" y="30"/>
                  </a:lnTo>
                  <a:lnTo>
                    <a:pt x="17"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8" name="Freeform 18">
              <a:extLst>
                <a:ext uri="{FF2B5EF4-FFF2-40B4-BE49-F238E27FC236}">
                  <a16:creationId xmlns:a16="http://schemas.microsoft.com/office/drawing/2014/main" id="{270B6F89-6F92-44DB-BC11-9D89950CA804}"/>
                </a:ext>
              </a:extLst>
            </p:cNvPr>
            <p:cNvSpPr>
              <a:spLocks noEditPoints="1"/>
            </p:cNvSpPr>
            <p:nvPr/>
          </p:nvSpPr>
          <p:spPr bwMode="auto">
            <a:xfrm>
              <a:off x="7146925" y="2840038"/>
              <a:ext cx="65088" cy="77788"/>
            </a:xfrm>
            <a:custGeom>
              <a:avLst/>
              <a:gdLst>
                <a:gd name="T0" fmla="*/ 0 w 30"/>
                <a:gd name="T1" fmla="*/ 0 h 36"/>
                <a:gd name="T2" fmla="*/ 0 w 30"/>
                <a:gd name="T3" fmla="*/ 36 h 36"/>
                <a:gd name="T4" fmla="*/ 13 w 30"/>
                <a:gd name="T5" fmla="*/ 36 h 36"/>
                <a:gd name="T6" fmla="*/ 25 w 30"/>
                <a:gd name="T7" fmla="*/ 31 h 36"/>
                <a:gd name="T8" fmla="*/ 30 w 30"/>
                <a:gd name="T9" fmla="*/ 18 h 36"/>
                <a:gd name="T10" fmla="*/ 25 w 30"/>
                <a:gd name="T11" fmla="*/ 5 h 36"/>
                <a:gd name="T12" fmla="*/ 11 w 30"/>
                <a:gd name="T13" fmla="*/ 0 h 36"/>
                <a:gd name="T14" fmla="*/ 0 w 30"/>
                <a:gd name="T15" fmla="*/ 0 h 36"/>
                <a:gd name="T16" fmla="*/ 8 w 30"/>
                <a:gd name="T17" fmla="*/ 7 h 36"/>
                <a:gd name="T18" fmla="*/ 12 w 30"/>
                <a:gd name="T19" fmla="*/ 7 h 36"/>
                <a:gd name="T20" fmla="*/ 19 w 30"/>
                <a:gd name="T21" fmla="*/ 10 h 36"/>
                <a:gd name="T22" fmla="*/ 21 w 30"/>
                <a:gd name="T23" fmla="*/ 18 h 36"/>
                <a:gd name="T24" fmla="*/ 18 w 30"/>
                <a:gd name="T25" fmla="*/ 27 h 36"/>
                <a:gd name="T26" fmla="*/ 12 w 30"/>
                <a:gd name="T27" fmla="*/ 30 h 36"/>
                <a:gd name="T28" fmla="*/ 8 w 30"/>
                <a:gd name="T29" fmla="*/ 30 h 36"/>
                <a:gd name="T30" fmla="*/ 8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2" y="35"/>
                    <a:pt x="25" y="31"/>
                  </a:cubicBezTo>
                  <a:cubicBezTo>
                    <a:pt x="28" y="28"/>
                    <a:pt x="30" y="23"/>
                    <a:pt x="30" y="18"/>
                  </a:cubicBezTo>
                  <a:cubicBezTo>
                    <a:pt x="30" y="13"/>
                    <a:pt x="28" y="8"/>
                    <a:pt x="25" y="5"/>
                  </a:cubicBezTo>
                  <a:cubicBezTo>
                    <a:pt x="22" y="1"/>
                    <a:pt x="18" y="0"/>
                    <a:pt x="11" y="0"/>
                  </a:cubicBezTo>
                  <a:lnTo>
                    <a:pt x="0" y="0"/>
                  </a:lnTo>
                  <a:close/>
                  <a:moveTo>
                    <a:pt x="8" y="7"/>
                  </a:moveTo>
                  <a:cubicBezTo>
                    <a:pt x="12" y="7"/>
                    <a:pt x="12" y="7"/>
                    <a:pt x="12" y="7"/>
                  </a:cubicBezTo>
                  <a:cubicBezTo>
                    <a:pt x="15" y="7"/>
                    <a:pt x="17" y="7"/>
                    <a:pt x="19" y="10"/>
                  </a:cubicBezTo>
                  <a:cubicBezTo>
                    <a:pt x="20" y="12"/>
                    <a:pt x="21" y="15"/>
                    <a:pt x="21" y="18"/>
                  </a:cubicBezTo>
                  <a:cubicBezTo>
                    <a:pt x="21" y="21"/>
                    <a:pt x="20" y="24"/>
                    <a:pt x="18" y="27"/>
                  </a:cubicBezTo>
                  <a:cubicBezTo>
                    <a:pt x="17" y="29"/>
                    <a:pt x="15" y="30"/>
                    <a:pt x="12" y="30"/>
                  </a:cubicBezTo>
                  <a:cubicBezTo>
                    <a:pt x="8" y="30"/>
                    <a:pt x="8" y="30"/>
                    <a:pt x="8" y="30"/>
                  </a:cubicBezTo>
                  <a:lnTo>
                    <a:pt x="8"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59" name="Freeform 19">
              <a:extLst>
                <a:ext uri="{FF2B5EF4-FFF2-40B4-BE49-F238E27FC236}">
                  <a16:creationId xmlns:a16="http://schemas.microsoft.com/office/drawing/2014/main" id="{FE1E4BB7-9458-439F-9CD8-1F0F638D8E1A}"/>
                </a:ext>
              </a:extLst>
            </p:cNvPr>
            <p:cNvSpPr>
              <a:spLocks noEditPoints="1"/>
            </p:cNvSpPr>
            <p:nvPr/>
          </p:nvSpPr>
          <p:spPr bwMode="auto">
            <a:xfrm>
              <a:off x="7246938" y="2840038"/>
              <a:ext cx="68263" cy="77788"/>
            </a:xfrm>
            <a:custGeom>
              <a:avLst/>
              <a:gdLst>
                <a:gd name="T0" fmla="*/ 28 w 43"/>
                <a:gd name="T1" fmla="*/ 0 h 49"/>
                <a:gd name="T2" fmla="*/ 15 w 43"/>
                <a:gd name="T3" fmla="*/ 0 h 49"/>
                <a:gd name="T4" fmla="*/ 0 w 43"/>
                <a:gd name="T5" fmla="*/ 49 h 49"/>
                <a:gd name="T6" fmla="*/ 9 w 43"/>
                <a:gd name="T7" fmla="*/ 49 h 49"/>
                <a:gd name="T8" fmla="*/ 12 w 43"/>
                <a:gd name="T9" fmla="*/ 40 h 49"/>
                <a:gd name="T10" fmla="*/ 28 w 43"/>
                <a:gd name="T11" fmla="*/ 40 h 49"/>
                <a:gd name="T12" fmla="*/ 31 w 43"/>
                <a:gd name="T13" fmla="*/ 49 h 49"/>
                <a:gd name="T14" fmla="*/ 43 w 43"/>
                <a:gd name="T15" fmla="*/ 49 h 49"/>
                <a:gd name="T16" fmla="*/ 28 w 43"/>
                <a:gd name="T17" fmla="*/ 0 h 49"/>
                <a:gd name="T18" fmla="*/ 15 w 43"/>
                <a:gd name="T19" fmla="*/ 30 h 49"/>
                <a:gd name="T20" fmla="*/ 20 w 43"/>
                <a:gd name="T21" fmla="*/ 12 h 49"/>
                <a:gd name="T22" fmla="*/ 25 w 43"/>
                <a:gd name="T23" fmla="*/ 30 h 49"/>
                <a:gd name="T24" fmla="*/ 15 w 43"/>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9">
                  <a:moveTo>
                    <a:pt x="28" y="0"/>
                  </a:moveTo>
                  <a:lnTo>
                    <a:pt x="15" y="0"/>
                  </a:lnTo>
                  <a:lnTo>
                    <a:pt x="0" y="49"/>
                  </a:lnTo>
                  <a:lnTo>
                    <a:pt x="9" y="49"/>
                  </a:lnTo>
                  <a:lnTo>
                    <a:pt x="12" y="40"/>
                  </a:lnTo>
                  <a:lnTo>
                    <a:pt x="28" y="40"/>
                  </a:lnTo>
                  <a:lnTo>
                    <a:pt x="31" y="49"/>
                  </a:lnTo>
                  <a:lnTo>
                    <a:pt x="43" y="49"/>
                  </a:lnTo>
                  <a:lnTo>
                    <a:pt x="28" y="0"/>
                  </a:lnTo>
                  <a:close/>
                  <a:moveTo>
                    <a:pt x="15" y="30"/>
                  </a:moveTo>
                  <a:lnTo>
                    <a:pt x="20" y="12"/>
                  </a:lnTo>
                  <a:lnTo>
                    <a:pt x="25" y="30"/>
                  </a:lnTo>
                  <a:lnTo>
                    <a:pt x="15"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0" name="Freeform 20">
              <a:extLst>
                <a:ext uri="{FF2B5EF4-FFF2-40B4-BE49-F238E27FC236}">
                  <a16:creationId xmlns:a16="http://schemas.microsoft.com/office/drawing/2014/main" id="{41C93360-9667-4CC8-ADC4-226CCF486ABD}"/>
                </a:ext>
              </a:extLst>
            </p:cNvPr>
            <p:cNvSpPr>
              <a:spLocks noEditPoints="1"/>
            </p:cNvSpPr>
            <p:nvPr/>
          </p:nvSpPr>
          <p:spPr bwMode="auto">
            <a:xfrm>
              <a:off x="7324725"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2 w 30"/>
                <a:gd name="T13" fmla="*/ 0 h 36"/>
                <a:gd name="T14" fmla="*/ 0 w 30"/>
                <a:gd name="T15" fmla="*/ 0 h 36"/>
                <a:gd name="T16" fmla="*/ 9 w 30"/>
                <a:gd name="T17" fmla="*/ 7 h 36"/>
                <a:gd name="T18" fmla="*/ 12 w 30"/>
                <a:gd name="T19" fmla="*/ 7 h 36"/>
                <a:gd name="T20" fmla="*/ 19 w 30"/>
                <a:gd name="T21" fmla="*/ 10 h 36"/>
                <a:gd name="T22" fmla="*/ 22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9" y="0"/>
                    <a:pt x="12" y="0"/>
                  </a:cubicBezTo>
                  <a:lnTo>
                    <a:pt x="0" y="0"/>
                  </a:lnTo>
                  <a:close/>
                  <a:moveTo>
                    <a:pt x="9" y="7"/>
                  </a:moveTo>
                  <a:cubicBezTo>
                    <a:pt x="12" y="7"/>
                    <a:pt x="12" y="7"/>
                    <a:pt x="12" y="7"/>
                  </a:cubicBezTo>
                  <a:cubicBezTo>
                    <a:pt x="15" y="7"/>
                    <a:pt x="17" y="7"/>
                    <a:pt x="19" y="10"/>
                  </a:cubicBezTo>
                  <a:cubicBezTo>
                    <a:pt x="21" y="12"/>
                    <a:pt x="22" y="15"/>
                    <a:pt x="22" y="18"/>
                  </a:cubicBezTo>
                  <a:cubicBezTo>
                    <a:pt x="22" y="21"/>
                    <a:pt x="21"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1" name="Freeform 21">
              <a:extLst>
                <a:ext uri="{FF2B5EF4-FFF2-40B4-BE49-F238E27FC236}">
                  <a16:creationId xmlns:a16="http://schemas.microsoft.com/office/drawing/2014/main" id="{4483ADA2-C100-47F1-B933-5424148E3B21}"/>
                </a:ext>
              </a:extLst>
            </p:cNvPr>
            <p:cNvSpPr>
              <a:spLocks noEditPoints="1"/>
            </p:cNvSpPr>
            <p:nvPr/>
          </p:nvSpPr>
          <p:spPr bwMode="auto">
            <a:xfrm>
              <a:off x="7397750"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6 w 31"/>
                <a:gd name="T19" fmla="*/ 7 h 38"/>
                <a:gd name="T20" fmla="*/ 21 w 31"/>
                <a:gd name="T21" fmla="*/ 10 h 38"/>
                <a:gd name="T22" fmla="*/ 22 w 31"/>
                <a:gd name="T23" fmla="*/ 19 h 38"/>
                <a:gd name="T24" fmla="*/ 16 w 31"/>
                <a:gd name="T25" fmla="*/ 31 h 38"/>
                <a:gd name="T26" fmla="*/ 9 w 31"/>
                <a:gd name="T27" fmla="*/ 19 h 38"/>
                <a:gd name="T28" fmla="*/ 16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2" y="9"/>
                    <a:pt x="0" y="14"/>
                    <a:pt x="0" y="19"/>
                  </a:cubicBezTo>
                  <a:cubicBezTo>
                    <a:pt x="0" y="24"/>
                    <a:pt x="2" y="29"/>
                    <a:pt x="4" y="33"/>
                  </a:cubicBezTo>
                  <a:cubicBezTo>
                    <a:pt x="7" y="36"/>
                    <a:pt x="11" y="38"/>
                    <a:pt x="15" y="38"/>
                  </a:cubicBezTo>
                  <a:cubicBezTo>
                    <a:pt x="20" y="38"/>
                    <a:pt x="25" y="36"/>
                    <a:pt x="27" y="33"/>
                  </a:cubicBezTo>
                  <a:cubicBezTo>
                    <a:pt x="30" y="29"/>
                    <a:pt x="31" y="24"/>
                    <a:pt x="31" y="19"/>
                  </a:cubicBezTo>
                  <a:cubicBezTo>
                    <a:pt x="31" y="14"/>
                    <a:pt x="30" y="9"/>
                    <a:pt x="27" y="6"/>
                  </a:cubicBezTo>
                  <a:cubicBezTo>
                    <a:pt x="25" y="2"/>
                    <a:pt x="21" y="0"/>
                    <a:pt x="16" y="0"/>
                  </a:cubicBezTo>
                  <a:moveTo>
                    <a:pt x="16" y="7"/>
                  </a:moveTo>
                  <a:cubicBezTo>
                    <a:pt x="18" y="7"/>
                    <a:pt x="20" y="8"/>
                    <a:pt x="21" y="10"/>
                  </a:cubicBezTo>
                  <a:cubicBezTo>
                    <a:pt x="22" y="12"/>
                    <a:pt x="22" y="15"/>
                    <a:pt x="22" y="19"/>
                  </a:cubicBezTo>
                  <a:cubicBezTo>
                    <a:pt x="22" y="27"/>
                    <a:pt x="20" y="31"/>
                    <a:pt x="16" y="31"/>
                  </a:cubicBezTo>
                  <a:cubicBezTo>
                    <a:pt x="11" y="31"/>
                    <a:pt x="9" y="27"/>
                    <a:pt x="9" y="19"/>
                  </a:cubicBezTo>
                  <a:cubicBezTo>
                    <a:pt x="9" y="11"/>
                    <a:pt x="11" y="7"/>
                    <a:pt x="16"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2" name="Freeform 22">
              <a:extLst>
                <a:ext uri="{FF2B5EF4-FFF2-40B4-BE49-F238E27FC236}">
                  <a16:creationId xmlns:a16="http://schemas.microsoft.com/office/drawing/2014/main" id="{8B215AAC-6757-4821-8B2D-C97BEB4050D0}"/>
                </a:ext>
              </a:extLst>
            </p:cNvPr>
            <p:cNvSpPr>
              <a:spLocks/>
            </p:cNvSpPr>
            <p:nvPr/>
          </p:nvSpPr>
          <p:spPr bwMode="auto">
            <a:xfrm>
              <a:off x="7478713" y="2840038"/>
              <a:ext cx="49213" cy="77788"/>
            </a:xfrm>
            <a:custGeom>
              <a:avLst/>
              <a:gdLst>
                <a:gd name="T0" fmla="*/ 10 w 31"/>
                <a:gd name="T1" fmla="*/ 40 h 49"/>
                <a:gd name="T2" fmla="*/ 10 w 31"/>
                <a:gd name="T3" fmla="*/ 0 h 49"/>
                <a:gd name="T4" fmla="*/ 0 w 31"/>
                <a:gd name="T5" fmla="*/ 0 h 49"/>
                <a:gd name="T6" fmla="*/ 0 w 31"/>
                <a:gd name="T7" fmla="*/ 49 h 49"/>
                <a:gd name="T8" fmla="*/ 31 w 31"/>
                <a:gd name="T9" fmla="*/ 49 h 49"/>
                <a:gd name="T10" fmla="*/ 31 w 31"/>
                <a:gd name="T11" fmla="*/ 40 h 49"/>
                <a:gd name="T12" fmla="*/ 10 w 31"/>
                <a:gd name="T13" fmla="*/ 40 h 49"/>
              </a:gdLst>
              <a:ahLst/>
              <a:cxnLst>
                <a:cxn ang="0">
                  <a:pos x="T0" y="T1"/>
                </a:cxn>
                <a:cxn ang="0">
                  <a:pos x="T2" y="T3"/>
                </a:cxn>
                <a:cxn ang="0">
                  <a:pos x="T4" y="T5"/>
                </a:cxn>
                <a:cxn ang="0">
                  <a:pos x="T6" y="T7"/>
                </a:cxn>
                <a:cxn ang="0">
                  <a:pos x="T8" y="T9"/>
                </a:cxn>
                <a:cxn ang="0">
                  <a:pos x="T10" y="T11"/>
                </a:cxn>
                <a:cxn ang="0">
                  <a:pos x="T12" y="T13"/>
                </a:cxn>
              </a:cxnLst>
              <a:rect l="0" t="0" r="r" b="b"/>
              <a:pathLst>
                <a:path w="31" h="49">
                  <a:moveTo>
                    <a:pt x="10" y="40"/>
                  </a:moveTo>
                  <a:lnTo>
                    <a:pt x="10" y="0"/>
                  </a:lnTo>
                  <a:lnTo>
                    <a:pt x="0" y="0"/>
                  </a:lnTo>
                  <a:lnTo>
                    <a:pt x="0" y="49"/>
                  </a:lnTo>
                  <a:lnTo>
                    <a:pt x="31" y="49"/>
                  </a:lnTo>
                  <a:lnTo>
                    <a:pt x="31" y="40"/>
                  </a:lnTo>
                  <a:lnTo>
                    <a:pt x="10"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3" name="Freeform 23">
              <a:extLst>
                <a:ext uri="{FF2B5EF4-FFF2-40B4-BE49-F238E27FC236}">
                  <a16:creationId xmlns:a16="http://schemas.microsoft.com/office/drawing/2014/main" id="{41FB6C86-8DD3-44A6-9AE0-FBADE03FA8FA}"/>
                </a:ext>
              </a:extLst>
            </p:cNvPr>
            <p:cNvSpPr>
              <a:spLocks/>
            </p:cNvSpPr>
            <p:nvPr/>
          </p:nvSpPr>
          <p:spPr bwMode="auto">
            <a:xfrm>
              <a:off x="7535863" y="2840038"/>
              <a:ext cx="57150" cy="77788"/>
            </a:xfrm>
            <a:custGeom>
              <a:avLst/>
              <a:gdLst>
                <a:gd name="T0" fmla="*/ 36 w 36"/>
                <a:gd name="T1" fmla="*/ 10 h 49"/>
                <a:gd name="T2" fmla="*/ 36 w 36"/>
                <a:gd name="T3" fmla="*/ 0 h 49"/>
                <a:gd name="T4" fmla="*/ 0 w 36"/>
                <a:gd name="T5" fmla="*/ 0 h 49"/>
                <a:gd name="T6" fmla="*/ 0 w 36"/>
                <a:gd name="T7" fmla="*/ 49 h 49"/>
                <a:gd name="T8" fmla="*/ 13 w 36"/>
                <a:gd name="T9" fmla="*/ 49 h 49"/>
                <a:gd name="T10" fmla="*/ 13 w 36"/>
                <a:gd name="T11" fmla="*/ 30 h 49"/>
                <a:gd name="T12" fmla="*/ 32 w 36"/>
                <a:gd name="T13" fmla="*/ 30 h 49"/>
                <a:gd name="T14" fmla="*/ 32 w 36"/>
                <a:gd name="T15" fmla="*/ 21 h 49"/>
                <a:gd name="T16" fmla="*/ 13 w 36"/>
                <a:gd name="T17" fmla="*/ 21 h 49"/>
                <a:gd name="T18" fmla="*/ 13 w 36"/>
                <a:gd name="T19" fmla="*/ 10 h 49"/>
                <a:gd name="T20" fmla="*/ 36 w 36"/>
                <a:gd name="T21"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49">
                  <a:moveTo>
                    <a:pt x="36" y="10"/>
                  </a:moveTo>
                  <a:lnTo>
                    <a:pt x="36" y="0"/>
                  </a:lnTo>
                  <a:lnTo>
                    <a:pt x="0" y="0"/>
                  </a:lnTo>
                  <a:lnTo>
                    <a:pt x="0" y="49"/>
                  </a:lnTo>
                  <a:lnTo>
                    <a:pt x="13" y="49"/>
                  </a:lnTo>
                  <a:lnTo>
                    <a:pt x="13" y="30"/>
                  </a:lnTo>
                  <a:lnTo>
                    <a:pt x="32" y="30"/>
                  </a:lnTo>
                  <a:lnTo>
                    <a:pt x="32" y="21"/>
                  </a:lnTo>
                  <a:lnTo>
                    <a:pt x="13" y="21"/>
                  </a:lnTo>
                  <a:lnTo>
                    <a:pt x="13"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4" name="Freeform 24">
              <a:extLst>
                <a:ext uri="{FF2B5EF4-FFF2-40B4-BE49-F238E27FC236}">
                  <a16:creationId xmlns:a16="http://schemas.microsoft.com/office/drawing/2014/main" id="{0B21A84C-12DF-4206-A32D-BB0805E1EADF}"/>
                </a:ext>
              </a:extLst>
            </p:cNvPr>
            <p:cNvSpPr>
              <a:spLocks noEditPoints="1"/>
            </p:cNvSpPr>
            <p:nvPr/>
          </p:nvSpPr>
          <p:spPr bwMode="auto">
            <a:xfrm>
              <a:off x="7599363"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5 w 31"/>
                <a:gd name="T19" fmla="*/ 7 h 38"/>
                <a:gd name="T20" fmla="*/ 21 w 31"/>
                <a:gd name="T21" fmla="*/ 10 h 38"/>
                <a:gd name="T22" fmla="*/ 22 w 31"/>
                <a:gd name="T23" fmla="*/ 19 h 38"/>
                <a:gd name="T24" fmla="*/ 15 w 31"/>
                <a:gd name="T25" fmla="*/ 31 h 38"/>
                <a:gd name="T26" fmla="*/ 9 w 31"/>
                <a:gd name="T27" fmla="*/ 19 h 38"/>
                <a:gd name="T28" fmla="*/ 15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1" y="9"/>
                    <a:pt x="0" y="14"/>
                    <a:pt x="0" y="19"/>
                  </a:cubicBezTo>
                  <a:cubicBezTo>
                    <a:pt x="0" y="24"/>
                    <a:pt x="1" y="29"/>
                    <a:pt x="4" y="33"/>
                  </a:cubicBezTo>
                  <a:cubicBezTo>
                    <a:pt x="7" y="36"/>
                    <a:pt x="11" y="38"/>
                    <a:pt x="15" y="38"/>
                  </a:cubicBezTo>
                  <a:cubicBezTo>
                    <a:pt x="20" y="38"/>
                    <a:pt x="24" y="36"/>
                    <a:pt x="27" y="33"/>
                  </a:cubicBezTo>
                  <a:cubicBezTo>
                    <a:pt x="29" y="29"/>
                    <a:pt x="31" y="24"/>
                    <a:pt x="31" y="19"/>
                  </a:cubicBezTo>
                  <a:cubicBezTo>
                    <a:pt x="31" y="14"/>
                    <a:pt x="30" y="9"/>
                    <a:pt x="27" y="6"/>
                  </a:cubicBezTo>
                  <a:cubicBezTo>
                    <a:pt x="24" y="2"/>
                    <a:pt x="20" y="0"/>
                    <a:pt x="16" y="0"/>
                  </a:cubicBezTo>
                  <a:moveTo>
                    <a:pt x="15" y="7"/>
                  </a:moveTo>
                  <a:cubicBezTo>
                    <a:pt x="18" y="7"/>
                    <a:pt x="19" y="8"/>
                    <a:pt x="21" y="10"/>
                  </a:cubicBezTo>
                  <a:cubicBezTo>
                    <a:pt x="22" y="12"/>
                    <a:pt x="22" y="15"/>
                    <a:pt x="22" y="19"/>
                  </a:cubicBezTo>
                  <a:cubicBezTo>
                    <a:pt x="22" y="27"/>
                    <a:pt x="20" y="31"/>
                    <a:pt x="15" y="31"/>
                  </a:cubicBezTo>
                  <a:cubicBezTo>
                    <a:pt x="11" y="31"/>
                    <a:pt x="9" y="27"/>
                    <a:pt x="9" y="19"/>
                  </a:cubicBezTo>
                  <a:cubicBezTo>
                    <a:pt x="9" y="11"/>
                    <a:pt x="11" y="7"/>
                    <a:pt x="15"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5" name="Rectangle 25">
              <a:extLst>
                <a:ext uri="{FF2B5EF4-FFF2-40B4-BE49-F238E27FC236}">
                  <a16:creationId xmlns:a16="http://schemas.microsoft.com/office/drawing/2014/main" id="{43EE92E3-3854-42C5-96DE-FD7F34F7A643}"/>
                </a:ext>
              </a:extLst>
            </p:cNvPr>
            <p:cNvSpPr>
              <a:spLocks noChangeArrowheads="1"/>
            </p:cNvSpPr>
            <p:nvPr/>
          </p:nvSpPr>
          <p:spPr bwMode="auto">
            <a:xfrm>
              <a:off x="7707313"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6" name="Freeform 26">
              <a:extLst>
                <a:ext uri="{FF2B5EF4-FFF2-40B4-BE49-F238E27FC236}">
                  <a16:creationId xmlns:a16="http://schemas.microsoft.com/office/drawing/2014/main" id="{47D1B7CE-AAA4-4169-94FC-37906B5A48EB}"/>
                </a:ext>
              </a:extLst>
            </p:cNvPr>
            <p:cNvSpPr>
              <a:spLocks noEditPoints="1"/>
            </p:cNvSpPr>
            <p:nvPr/>
          </p:nvSpPr>
          <p:spPr bwMode="auto">
            <a:xfrm>
              <a:off x="7742238" y="2840038"/>
              <a:ext cx="65088" cy="77788"/>
            </a:xfrm>
            <a:custGeom>
              <a:avLst/>
              <a:gdLst>
                <a:gd name="T0" fmla="*/ 0 w 30"/>
                <a:gd name="T1" fmla="*/ 0 h 36"/>
                <a:gd name="T2" fmla="*/ 0 w 30"/>
                <a:gd name="T3" fmla="*/ 36 h 36"/>
                <a:gd name="T4" fmla="*/ 17 w 30"/>
                <a:gd name="T5" fmla="*/ 36 h 36"/>
                <a:gd name="T6" fmla="*/ 27 w 30"/>
                <a:gd name="T7" fmla="*/ 34 h 36"/>
                <a:gd name="T8" fmla="*/ 30 w 30"/>
                <a:gd name="T9" fmla="*/ 26 h 36"/>
                <a:gd name="T10" fmla="*/ 27 w 30"/>
                <a:gd name="T11" fmla="*/ 20 h 36"/>
                <a:gd name="T12" fmla="*/ 23 w 30"/>
                <a:gd name="T13" fmla="*/ 17 h 36"/>
                <a:gd name="T14" fmla="*/ 29 w 30"/>
                <a:gd name="T15" fmla="*/ 9 h 36"/>
                <a:gd name="T16" fmla="*/ 26 w 30"/>
                <a:gd name="T17" fmla="*/ 2 h 36"/>
                <a:gd name="T18" fmla="*/ 17 w 30"/>
                <a:gd name="T19" fmla="*/ 0 h 36"/>
                <a:gd name="T20" fmla="*/ 0 w 30"/>
                <a:gd name="T21" fmla="*/ 0 h 36"/>
                <a:gd name="T22" fmla="*/ 9 w 30"/>
                <a:gd name="T23" fmla="*/ 6 h 36"/>
                <a:gd name="T24" fmla="*/ 14 w 30"/>
                <a:gd name="T25" fmla="*/ 6 h 36"/>
                <a:gd name="T26" fmla="*/ 19 w 30"/>
                <a:gd name="T27" fmla="*/ 7 h 36"/>
                <a:gd name="T28" fmla="*/ 20 w 30"/>
                <a:gd name="T29" fmla="*/ 10 h 36"/>
                <a:gd name="T30" fmla="*/ 19 w 30"/>
                <a:gd name="T31" fmla="*/ 13 h 36"/>
                <a:gd name="T32" fmla="*/ 15 w 30"/>
                <a:gd name="T33" fmla="*/ 14 h 36"/>
                <a:gd name="T34" fmla="*/ 9 w 30"/>
                <a:gd name="T35" fmla="*/ 14 h 36"/>
                <a:gd name="T36" fmla="*/ 9 w 30"/>
                <a:gd name="T37" fmla="*/ 6 h 36"/>
                <a:gd name="T38" fmla="*/ 9 w 30"/>
                <a:gd name="T39" fmla="*/ 21 h 36"/>
                <a:gd name="T40" fmla="*/ 16 w 30"/>
                <a:gd name="T41" fmla="*/ 21 h 36"/>
                <a:gd name="T42" fmla="*/ 21 w 30"/>
                <a:gd name="T43" fmla="*/ 25 h 36"/>
                <a:gd name="T44" fmla="*/ 19 w 30"/>
                <a:gd name="T45" fmla="*/ 29 h 36"/>
                <a:gd name="T46" fmla="*/ 15 w 30"/>
                <a:gd name="T47" fmla="*/ 30 h 36"/>
                <a:gd name="T48" fmla="*/ 9 w 30"/>
                <a:gd name="T49" fmla="*/ 30 h 36"/>
                <a:gd name="T50" fmla="*/ 9 w 30"/>
                <a:gd name="T51"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 h="36">
                  <a:moveTo>
                    <a:pt x="0" y="0"/>
                  </a:moveTo>
                  <a:cubicBezTo>
                    <a:pt x="0" y="36"/>
                    <a:pt x="0" y="36"/>
                    <a:pt x="0" y="36"/>
                  </a:cubicBezTo>
                  <a:cubicBezTo>
                    <a:pt x="17" y="36"/>
                    <a:pt x="17" y="36"/>
                    <a:pt x="17" y="36"/>
                  </a:cubicBezTo>
                  <a:cubicBezTo>
                    <a:pt x="22" y="36"/>
                    <a:pt x="25" y="36"/>
                    <a:pt x="27" y="34"/>
                  </a:cubicBezTo>
                  <a:cubicBezTo>
                    <a:pt x="29" y="32"/>
                    <a:pt x="30" y="29"/>
                    <a:pt x="30" y="26"/>
                  </a:cubicBezTo>
                  <a:cubicBezTo>
                    <a:pt x="30" y="24"/>
                    <a:pt x="29" y="21"/>
                    <a:pt x="27" y="20"/>
                  </a:cubicBezTo>
                  <a:cubicBezTo>
                    <a:pt x="26" y="18"/>
                    <a:pt x="25" y="18"/>
                    <a:pt x="23" y="17"/>
                  </a:cubicBezTo>
                  <a:cubicBezTo>
                    <a:pt x="27" y="16"/>
                    <a:pt x="29" y="13"/>
                    <a:pt x="29" y="9"/>
                  </a:cubicBezTo>
                  <a:cubicBezTo>
                    <a:pt x="29" y="6"/>
                    <a:pt x="28" y="4"/>
                    <a:pt x="26" y="2"/>
                  </a:cubicBezTo>
                  <a:cubicBezTo>
                    <a:pt x="24" y="0"/>
                    <a:pt x="21" y="0"/>
                    <a:pt x="17" y="0"/>
                  </a:cubicBezTo>
                  <a:lnTo>
                    <a:pt x="0" y="0"/>
                  </a:lnTo>
                  <a:close/>
                  <a:moveTo>
                    <a:pt x="9" y="6"/>
                  </a:moveTo>
                  <a:cubicBezTo>
                    <a:pt x="14" y="6"/>
                    <a:pt x="14" y="6"/>
                    <a:pt x="14" y="6"/>
                  </a:cubicBezTo>
                  <a:cubicBezTo>
                    <a:pt x="18" y="6"/>
                    <a:pt x="18" y="6"/>
                    <a:pt x="19" y="7"/>
                  </a:cubicBezTo>
                  <a:cubicBezTo>
                    <a:pt x="20" y="8"/>
                    <a:pt x="20" y="9"/>
                    <a:pt x="20" y="10"/>
                  </a:cubicBezTo>
                  <a:cubicBezTo>
                    <a:pt x="20" y="12"/>
                    <a:pt x="20" y="13"/>
                    <a:pt x="19" y="13"/>
                  </a:cubicBezTo>
                  <a:cubicBezTo>
                    <a:pt x="18" y="14"/>
                    <a:pt x="17" y="14"/>
                    <a:pt x="15" y="14"/>
                  </a:cubicBezTo>
                  <a:cubicBezTo>
                    <a:pt x="9" y="14"/>
                    <a:pt x="9" y="14"/>
                    <a:pt x="9" y="14"/>
                  </a:cubicBezTo>
                  <a:lnTo>
                    <a:pt x="9" y="6"/>
                  </a:lnTo>
                  <a:close/>
                  <a:moveTo>
                    <a:pt x="9" y="21"/>
                  </a:moveTo>
                  <a:cubicBezTo>
                    <a:pt x="16" y="21"/>
                    <a:pt x="16" y="21"/>
                    <a:pt x="16" y="21"/>
                  </a:cubicBezTo>
                  <a:cubicBezTo>
                    <a:pt x="19" y="21"/>
                    <a:pt x="21" y="22"/>
                    <a:pt x="21" y="25"/>
                  </a:cubicBezTo>
                  <a:cubicBezTo>
                    <a:pt x="21" y="27"/>
                    <a:pt x="20" y="28"/>
                    <a:pt x="19" y="29"/>
                  </a:cubicBezTo>
                  <a:cubicBezTo>
                    <a:pt x="18" y="29"/>
                    <a:pt x="17" y="30"/>
                    <a:pt x="15" y="30"/>
                  </a:cubicBezTo>
                  <a:cubicBezTo>
                    <a:pt x="9" y="30"/>
                    <a:pt x="9" y="30"/>
                    <a:pt x="9" y="30"/>
                  </a:cubicBezTo>
                  <a:lnTo>
                    <a:pt x="9"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7" name="Freeform 27">
              <a:extLst>
                <a:ext uri="{FF2B5EF4-FFF2-40B4-BE49-F238E27FC236}">
                  <a16:creationId xmlns:a16="http://schemas.microsoft.com/office/drawing/2014/main" id="{52F63403-67BB-4316-A00C-B7ACB738C621}"/>
                </a:ext>
              </a:extLst>
            </p:cNvPr>
            <p:cNvSpPr>
              <a:spLocks noEditPoints="1"/>
            </p:cNvSpPr>
            <p:nvPr/>
          </p:nvSpPr>
          <p:spPr bwMode="auto">
            <a:xfrm>
              <a:off x="7812088" y="2814638"/>
              <a:ext cx="71438" cy="103188"/>
            </a:xfrm>
            <a:custGeom>
              <a:avLst/>
              <a:gdLst>
                <a:gd name="T0" fmla="*/ 30 w 45"/>
                <a:gd name="T1" fmla="*/ 16 h 65"/>
                <a:gd name="T2" fmla="*/ 16 w 45"/>
                <a:gd name="T3" fmla="*/ 16 h 65"/>
                <a:gd name="T4" fmla="*/ 0 w 45"/>
                <a:gd name="T5" fmla="*/ 65 h 65"/>
                <a:gd name="T6" fmla="*/ 9 w 45"/>
                <a:gd name="T7" fmla="*/ 65 h 65"/>
                <a:gd name="T8" fmla="*/ 13 w 45"/>
                <a:gd name="T9" fmla="*/ 56 h 65"/>
                <a:gd name="T10" fmla="*/ 30 w 45"/>
                <a:gd name="T11" fmla="*/ 56 h 65"/>
                <a:gd name="T12" fmla="*/ 32 w 45"/>
                <a:gd name="T13" fmla="*/ 65 h 65"/>
                <a:gd name="T14" fmla="*/ 45 w 45"/>
                <a:gd name="T15" fmla="*/ 65 h 65"/>
                <a:gd name="T16" fmla="*/ 30 w 45"/>
                <a:gd name="T17" fmla="*/ 16 h 65"/>
                <a:gd name="T18" fmla="*/ 16 w 45"/>
                <a:gd name="T19" fmla="*/ 46 h 65"/>
                <a:gd name="T20" fmla="*/ 21 w 45"/>
                <a:gd name="T21" fmla="*/ 28 h 65"/>
                <a:gd name="T22" fmla="*/ 27 w 45"/>
                <a:gd name="T23" fmla="*/ 46 h 65"/>
                <a:gd name="T24" fmla="*/ 16 w 45"/>
                <a:gd name="T25" fmla="*/ 46 h 65"/>
                <a:gd name="T26" fmla="*/ 32 w 45"/>
                <a:gd name="T27" fmla="*/ 0 h 65"/>
                <a:gd name="T28" fmla="*/ 16 w 45"/>
                <a:gd name="T29" fmla="*/ 8 h 65"/>
                <a:gd name="T30" fmla="*/ 19 w 45"/>
                <a:gd name="T31" fmla="*/ 12 h 65"/>
                <a:gd name="T32" fmla="*/ 35 w 45"/>
                <a:gd name="T33" fmla="*/ 7 h 65"/>
                <a:gd name="T34" fmla="*/ 32 w 45"/>
                <a:gd name="T3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 h="65">
                  <a:moveTo>
                    <a:pt x="30" y="16"/>
                  </a:moveTo>
                  <a:lnTo>
                    <a:pt x="16" y="16"/>
                  </a:lnTo>
                  <a:lnTo>
                    <a:pt x="0" y="65"/>
                  </a:lnTo>
                  <a:lnTo>
                    <a:pt x="9" y="65"/>
                  </a:lnTo>
                  <a:lnTo>
                    <a:pt x="13" y="56"/>
                  </a:lnTo>
                  <a:lnTo>
                    <a:pt x="30" y="56"/>
                  </a:lnTo>
                  <a:lnTo>
                    <a:pt x="32" y="65"/>
                  </a:lnTo>
                  <a:lnTo>
                    <a:pt x="45" y="65"/>
                  </a:lnTo>
                  <a:lnTo>
                    <a:pt x="30" y="16"/>
                  </a:lnTo>
                  <a:close/>
                  <a:moveTo>
                    <a:pt x="16" y="46"/>
                  </a:moveTo>
                  <a:lnTo>
                    <a:pt x="21" y="28"/>
                  </a:lnTo>
                  <a:lnTo>
                    <a:pt x="27" y="46"/>
                  </a:lnTo>
                  <a:lnTo>
                    <a:pt x="16" y="46"/>
                  </a:lnTo>
                  <a:close/>
                  <a:moveTo>
                    <a:pt x="32" y="0"/>
                  </a:moveTo>
                  <a:lnTo>
                    <a:pt x="16" y="8"/>
                  </a:lnTo>
                  <a:lnTo>
                    <a:pt x="19" y="12"/>
                  </a:lnTo>
                  <a:lnTo>
                    <a:pt x="35" y="7"/>
                  </a:lnTo>
                  <a:lnTo>
                    <a:pt x="3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8" name="Freeform 28">
              <a:extLst>
                <a:ext uri="{FF2B5EF4-FFF2-40B4-BE49-F238E27FC236}">
                  <a16:creationId xmlns:a16="http://schemas.microsoft.com/office/drawing/2014/main" id="{B68271DD-9A32-48A2-A257-81BDE204A5DA}"/>
                </a:ext>
              </a:extLst>
            </p:cNvPr>
            <p:cNvSpPr>
              <a:spLocks noEditPoints="1"/>
            </p:cNvSpPr>
            <p:nvPr/>
          </p:nvSpPr>
          <p:spPr bwMode="auto">
            <a:xfrm>
              <a:off x="7891463" y="2816225"/>
              <a:ext cx="60325" cy="101600"/>
            </a:xfrm>
            <a:custGeom>
              <a:avLst/>
              <a:gdLst>
                <a:gd name="T0" fmla="*/ 28 w 28"/>
                <a:gd name="T1" fmla="*/ 11 h 47"/>
                <a:gd name="T2" fmla="*/ 21 w 28"/>
                <a:gd name="T3" fmla="*/ 11 h 47"/>
                <a:gd name="T4" fmla="*/ 21 w 28"/>
                <a:gd name="T5" fmla="*/ 30 h 47"/>
                <a:gd name="T6" fmla="*/ 22 w 28"/>
                <a:gd name="T7" fmla="*/ 32 h 47"/>
                <a:gd name="T8" fmla="*/ 9 w 28"/>
                <a:gd name="T9" fmla="*/ 11 h 47"/>
                <a:gd name="T10" fmla="*/ 0 w 28"/>
                <a:gd name="T11" fmla="*/ 11 h 47"/>
                <a:gd name="T12" fmla="*/ 0 w 28"/>
                <a:gd name="T13" fmla="*/ 47 h 47"/>
                <a:gd name="T14" fmla="*/ 7 w 28"/>
                <a:gd name="T15" fmla="*/ 47 h 47"/>
                <a:gd name="T16" fmla="*/ 7 w 28"/>
                <a:gd name="T17" fmla="*/ 26 h 47"/>
                <a:gd name="T18" fmla="*/ 6 w 28"/>
                <a:gd name="T19" fmla="*/ 24 h 47"/>
                <a:gd name="T20" fmla="*/ 6 w 28"/>
                <a:gd name="T21" fmla="*/ 23 h 47"/>
                <a:gd name="T22" fmla="*/ 21 w 28"/>
                <a:gd name="T23" fmla="*/ 47 h 47"/>
                <a:gd name="T24" fmla="*/ 28 w 28"/>
                <a:gd name="T25" fmla="*/ 47 h 47"/>
                <a:gd name="T26" fmla="*/ 28 w 28"/>
                <a:gd name="T27" fmla="*/ 11 h 47"/>
                <a:gd name="T28" fmla="*/ 22 w 28"/>
                <a:gd name="T29" fmla="*/ 0 h 47"/>
                <a:gd name="T30" fmla="*/ 18 w 28"/>
                <a:gd name="T31" fmla="*/ 3 h 47"/>
                <a:gd name="T32" fmla="*/ 15 w 28"/>
                <a:gd name="T33" fmla="*/ 2 h 47"/>
                <a:gd name="T34" fmla="*/ 11 w 28"/>
                <a:gd name="T35" fmla="*/ 1 h 47"/>
                <a:gd name="T36" fmla="*/ 5 w 28"/>
                <a:gd name="T37" fmla="*/ 4 h 47"/>
                <a:gd name="T38" fmla="*/ 7 w 28"/>
                <a:gd name="T39" fmla="*/ 7 h 47"/>
                <a:gd name="T40" fmla="*/ 11 w 28"/>
                <a:gd name="T41" fmla="*/ 5 h 47"/>
                <a:gd name="T42" fmla="*/ 13 w 28"/>
                <a:gd name="T43" fmla="*/ 5 h 47"/>
                <a:gd name="T44" fmla="*/ 18 w 28"/>
                <a:gd name="T45" fmla="*/ 7 h 47"/>
                <a:gd name="T46" fmla="*/ 24 w 28"/>
                <a:gd name="T47" fmla="*/ 3 h 47"/>
                <a:gd name="T48" fmla="*/ 22 w 28"/>
                <a:gd name="T4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47">
                  <a:moveTo>
                    <a:pt x="28" y="11"/>
                  </a:moveTo>
                  <a:cubicBezTo>
                    <a:pt x="21" y="11"/>
                    <a:pt x="21" y="11"/>
                    <a:pt x="21" y="11"/>
                  </a:cubicBezTo>
                  <a:cubicBezTo>
                    <a:pt x="21" y="30"/>
                    <a:pt x="21" y="30"/>
                    <a:pt x="21" y="30"/>
                  </a:cubicBezTo>
                  <a:cubicBezTo>
                    <a:pt x="21" y="31"/>
                    <a:pt x="21" y="31"/>
                    <a:pt x="22" y="32"/>
                  </a:cubicBezTo>
                  <a:cubicBezTo>
                    <a:pt x="9" y="11"/>
                    <a:pt x="9" y="11"/>
                    <a:pt x="9" y="11"/>
                  </a:cubicBezTo>
                  <a:cubicBezTo>
                    <a:pt x="0" y="11"/>
                    <a:pt x="0" y="11"/>
                    <a:pt x="0" y="11"/>
                  </a:cubicBezTo>
                  <a:cubicBezTo>
                    <a:pt x="0" y="47"/>
                    <a:pt x="0" y="47"/>
                    <a:pt x="0" y="47"/>
                  </a:cubicBezTo>
                  <a:cubicBezTo>
                    <a:pt x="7" y="47"/>
                    <a:pt x="7" y="47"/>
                    <a:pt x="7" y="47"/>
                  </a:cubicBezTo>
                  <a:cubicBezTo>
                    <a:pt x="7" y="26"/>
                    <a:pt x="7" y="26"/>
                    <a:pt x="7" y="26"/>
                  </a:cubicBezTo>
                  <a:cubicBezTo>
                    <a:pt x="6" y="24"/>
                    <a:pt x="6" y="24"/>
                    <a:pt x="6" y="24"/>
                  </a:cubicBezTo>
                  <a:cubicBezTo>
                    <a:pt x="6" y="23"/>
                    <a:pt x="6" y="23"/>
                    <a:pt x="6" y="23"/>
                  </a:cubicBezTo>
                  <a:cubicBezTo>
                    <a:pt x="21" y="47"/>
                    <a:pt x="21" y="47"/>
                    <a:pt x="21" y="47"/>
                  </a:cubicBezTo>
                  <a:cubicBezTo>
                    <a:pt x="28" y="47"/>
                    <a:pt x="28" y="47"/>
                    <a:pt x="28" y="47"/>
                  </a:cubicBezTo>
                  <a:lnTo>
                    <a:pt x="28" y="11"/>
                  </a:lnTo>
                  <a:close/>
                  <a:moveTo>
                    <a:pt x="22" y="0"/>
                  </a:moveTo>
                  <a:cubicBezTo>
                    <a:pt x="21" y="2"/>
                    <a:pt x="19" y="3"/>
                    <a:pt x="18" y="3"/>
                  </a:cubicBezTo>
                  <a:cubicBezTo>
                    <a:pt x="17" y="3"/>
                    <a:pt x="16" y="2"/>
                    <a:pt x="15" y="2"/>
                  </a:cubicBezTo>
                  <a:cubicBezTo>
                    <a:pt x="13" y="1"/>
                    <a:pt x="12" y="1"/>
                    <a:pt x="11" y="1"/>
                  </a:cubicBezTo>
                  <a:cubicBezTo>
                    <a:pt x="9" y="1"/>
                    <a:pt x="7" y="2"/>
                    <a:pt x="5" y="4"/>
                  </a:cubicBezTo>
                  <a:cubicBezTo>
                    <a:pt x="7" y="7"/>
                    <a:pt x="7" y="7"/>
                    <a:pt x="7" y="7"/>
                  </a:cubicBezTo>
                  <a:cubicBezTo>
                    <a:pt x="9" y="5"/>
                    <a:pt x="10" y="5"/>
                    <a:pt x="11" y="5"/>
                  </a:cubicBezTo>
                  <a:cubicBezTo>
                    <a:pt x="12" y="5"/>
                    <a:pt x="12" y="5"/>
                    <a:pt x="13" y="5"/>
                  </a:cubicBezTo>
                  <a:cubicBezTo>
                    <a:pt x="16" y="7"/>
                    <a:pt x="16" y="7"/>
                    <a:pt x="18" y="7"/>
                  </a:cubicBezTo>
                  <a:cubicBezTo>
                    <a:pt x="20" y="7"/>
                    <a:pt x="22" y="6"/>
                    <a:pt x="24" y="3"/>
                  </a:cubicBezTo>
                  <a:lnTo>
                    <a:pt x="2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69" name="Freeform 29">
              <a:extLst>
                <a:ext uri="{FF2B5EF4-FFF2-40B4-BE49-F238E27FC236}">
                  <a16:creationId xmlns:a16="http://schemas.microsoft.com/office/drawing/2014/main" id="{18DC8DBA-D5DC-4838-9DE5-42B5317030D3}"/>
                </a:ext>
              </a:extLst>
            </p:cNvPr>
            <p:cNvSpPr>
              <a:spLocks/>
            </p:cNvSpPr>
            <p:nvPr/>
          </p:nvSpPr>
          <p:spPr bwMode="auto">
            <a:xfrm>
              <a:off x="7967663" y="2840038"/>
              <a:ext cx="55563" cy="77788"/>
            </a:xfrm>
            <a:custGeom>
              <a:avLst/>
              <a:gdLst>
                <a:gd name="T0" fmla="*/ 35 w 35"/>
                <a:gd name="T1" fmla="*/ 10 h 49"/>
                <a:gd name="T2" fmla="*/ 35 w 35"/>
                <a:gd name="T3" fmla="*/ 0 h 49"/>
                <a:gd name="T4" fmla="*/ 0 w 35"/>
                <a:gd name="T5" fmla="*/ 0 h 49"/>
                <a:gd name="T6" fmla="*/ 0 w 35"/>
                <a:gd name="T7" fmla="*/ 49 h 49"/>
                <a:gd name="T8" fmla="*/ 35 w 35"/>
                <a:gd name="T9" fmla="*/ 49 h 49"/>
                <a:gd name="T10" fmla="*/ 35 w 35"/>
                <a:gd name="T11" fmla="*/ 40 h 49"/>
                <a:gd name="T12" fmla="*/ 12 w 35"/>
                <a:gd name="T13" fmla="*/ 40 h 49"/>
                <a:gd name="T14" fmla="*/ 12 w 35"/>
                <a:gd name="T15" fmla="*/ 29 h 49"/>
                <a:gd name="T16" fmla="*/ 31 w 35"/>
                <a:gd name="T17" fmla="*/ 29 h 49"/>
                <a:gd name="T18" fmla="*/ 31 w 35"/>
                <a:gd name="T19" fmla="*/ 19 h 49"/>
                <a:gd name="T20" fmla="*/ 12 w 35"/>
                <a:gd name="T21" fmla="*/ 19 h 49"/>
                <a:gd name="T22" fmla="*/ 12 w 35"/>
                <a:gd name="T23" fmla="*/ 10 h 49"/>
                <a:gd name="T24" fmla="*/ 35 w 35"/>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49">
                  <a:moveTo>
                    <a:pt x="35" y="10"/>
                  </a:moveTo>
                  <a:lnTo>
                    <a:pt x="35" y="0"/>
                  </a:lnTo>
                  <a:lnTo>
                    <a:pt x="0" y="0"/>
                  </a:lnTo>
                  <a:lnTo>
                    <a:pt x="0" y="49"/>
                  </a:lnTo>
                  <a:lnTo>
                    <a:pt x="35" y="49"/>
                  </a:lnTo>
                  <a:lnTo>
                    <a:pt x="35" y="40"/>
                  </a:lnTo>
                  <a:lnTo>
                    <a:pt x="12" y="40"/>
                  </a:lnTo>
                  <a:lnTo>
                    <a:pt x="12" y="29"/>
                  </a:lnTo>
                  <a:lnTo>
                    <a:pt x="31" y="29"/>
                  </a:lnTo>
                  <a:lnTo>
                    <a:pt x="31" y="19"/>
                  </a:lnTo>
                  <a:lnTo>
                    <a:pt x="12" y="19"/>
                  </a:lnTo>
                  <a:lnTo>
                    <a:pt x="12" y="10"/>
                  </a:lnTo>
                  <a:lnTo>
                    <a:pt x="35"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0" name="Freeform 30">
              <a:extLst>
                <a:ext uri="{FF2B5EF4-FFF2-40B4-BE49-F238E27FC236}">
                  <a16:creationId xmlns:a16="http://schemas.microsoft.com/office/drawing/2014/main" id="{CC02A31F-F826-48BF-8BBD-9FB28360689D}"/>
                </a:ext>
              </a:extLst>
            </p:cNvPr>
            <p:cNvSpPr>
              <a:spLocks/>
            </p:cNvSpPr>
            <p:nvPr/>
          </p:nvSpPr>
          <p:spPr bwMode="auto">
            <a:xfrm>
              <a:off x="8029575" y="2840038"/>
              <a:ext cx="63500" cy="77788"/>
            </a:xfrm>
            <a:custGeom>
              <a:avLst/>
              <a:gdLst>
                <a:gd name="T0" fmla="*/ 40 w 40"/>
                <a:gd name="T1" fmla="*/ 8 h 49"/>
                <a:gd name="T2" fmla="*/ 40 w 40"/>
                <a:gd name="T3" fmla="*/ 0 h 49"/>
                <a:gd name="T4" fmla="*/ 2 w 40"/>
                <a:gd name="T5" fmla="*/ 0 h 49"/>
                <a:gd name="T6" fmla="*/ 2 w 40"/>
                <a:gd name="T7" fmla="*/ 10 h 49"/>
                <a:gd name="T8" fmla="*/ 25 w 40"/>
                <a:gd name="T9" fmla="*/ 10 h 49"/>
                <a:gd name="T10" fmla="*/ 0 w 40"/>
                <a:gd name="T11" fmla="*/ 41 h 49"/>
                <a:gd name="T12" fmla="*/ 0 w 40"/>
                <a:gd name="T13" fmla="*/ 49 h 49"/>
                <a:gd name="T14" fmla="*/ 40 w 40"/>
                <a:gd name="T15" fmla="*/ 49 h 49"/>
                <a:gd name="T16" fmla="*/ 40 w 40"/>
                <a:gd name="T17" fmla="*/ 40 h 49"/>
                <a:gd name="T18" fmla="*/ 14 w 40"/>
                <a:gd name="T19" fmla="*/ 40 h 49"/>
                <a:gd name="T20" fmla="*/ 40 w 40"/>
                <a:gd name="T21"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49">
                  <a:moveTo>
                    <a:pt x="40" y="8"/>
                  </a:moveTo>
                  <a:lnTo>
                    <a:pt x="40" y="0"/>
                  </a:lnTo>
                  <a:lnTo>
                    <a:pt x="2" y="0"/>
                  </a:lnTo>
                  <a:lnTo>
                    <a:pt x="2" y="10"/>
                  </a:lnTo>
                  <a:lnTo>
                    <a:pt x="25" y="10"/>
                  </a:lnTo>
                  <a:lnTo>
                    <a:pt x="0" y="41"/>
                  </a:lnTo>
                  <a:lnTo>
                    <a:pt x="0" y="49"/>
                  </a:lnTo>
                  <a:lnTo>
                    <a:pt x="40" y="49"/>
                  </a:lnTo>
                  <a:lnTo>
                    <a:pt x="40" y="40"/>
                  </a:lnTo>
                  <a:lnTo>
                    <a:pt x="14" y="40"/>
                  </a:lnTo>
                  <a:lnTo>
                    <a:pt x="40"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1" name="Freeform 31">
              <a:extLst>
                <a:ext uri="{FF2B5EF4-FFF2-40B4-BE49-F238E27FC236}">
                  <a16:creationId xmlns:a16="http://schemas.microsoft.com/office/drawing/2014/main" id="{5EDA3DA2-82D4-460D-BF98-C6C0746E946A}"/>
                </a:ext>
              </a:extLst>
            </p:cNvPr>
            <p:cNvSpPr>
              <a:spLocks noEditPoints="1"/>
            </p:cNvSpPr>
            <p:nvPr/>
          </p:nvSpPr>
          <p:spPr bwMode="auto">
            <a:xfrm>
              <a:off x="6094413" y="2803525"/>
              <a:ext cx="314325" cy="123825"/>
            </a:xfrm>
            <a:custGeom>
              <a:avLst/>
              <a:gdLst>
                <a:gd name="T0" fmla="*/ 135 w 145"/>
                <a:gd name="T1" fmla="*/ 15 h 57"/>
                <a:gd name="T2" fmla="*/ 24 w 145"/>
                <a:gd name="T3" fmla="*/ 16 h 57"/>
                <a:gd name="T4" fmla="*/ 10 w 145"/>
                <a:gd name="T5" fmla="*/ 13 h 57"/>
                <a:gd name="T6" fmla="*/ 142 w 145"/>
                <a:gd name="T7" fmla="*/ 8 h 57"/>
                <a:gd name="T8" fmla="*/ 120 w 145"/>
                <a:gd name="T9" fmla="*/ 18 h 57"/>
                <a:gd name="T10" fmla="*/ 42 w 145"/>
                <a:gd name="T11" fmla="*/ 47 h 57"/>
                <a:gd name="T12" fmla="*/ 11 w 145"/>
                <a:gd name="T13" fmla="*/ 20 h 57"/>
                <a:gd name="T14" fmla="*/ 127 w 145"/>
                <a:gd name="T15" fmla="*/ 32 h 57"/>
                <a:gd name="T16" fmla="*/ 98 w 145"/>
                <a:gd name="T17" fmla="*/ 49 h 57"/>
                <a:gd name="T18" fmla="*/ 85 w 145"/>
                <a:gd name="T19" fmla="*/ 50 h 57"/>
                <a:gd name="T20" fmla="*/ 70 w 145"/>
                <a:gd name="T21" fmla="*/ 52 h 57"/>
                <a:gd name="T22" fmla="*/ 97 w 145"/>
                <a:gd name="T23" fmla="*/ 47 h 57"/>
                <a:gd name="T24" fmla="*/ 92 w 145"/>
                <a:gd name="T25" fmla="*/ 50 h 57"/>
                <a:gd name="T26" fmla="*/ 0 w 145"/>
                <a:gd name="T27" fmla="*/ 26 h 57"/>
                <a:gd name="T28" fmla="*/ 138 w 145"/>
                <a:gd name="T29" fmla="*/ 17 h 57"/>
                <a:gd name="T30" fmla="*/ 82 w 145"/>
                <a:gd name="T31" fmla="*/ 44 h 57"/>
                <a:gd name="T32" fmla="*/ 64 w 145"/>
                <a:gd name="T33" fmla="*/ 44 h 57"/>
                <a:gd name="T34" fmla="*/ 13 w 145"/>
                <a:gd name="T35" fmla="*/ 27 h 57"/>
                <a:gd name="T36" fmla="*/ 13 w 145"/>
                <a:gd name="T37" fmla="*/ 33 h 57"/>
                <a:gd name="T38" fmla="*/ 17 w 145"/>
                <a:gd name="T39" fmla="*/ 31 h 57"/>
                <a:gd name="T40" fmla="*/ 18 w 145"/>
                <a:gd name="T41" fmla="*/ 31 h 57"/>
                <a:gd name="T42" fmla="*/ 19 w 145"/>
                <a:gd name="T43" fmla="*/ 34 h 57"/>
                <a:gd name="T44" fmla="*/ 18 w 145"/>
                <a:gd name="T45" fmla="*/ 35 h 57"/>
                <a:gd name="T46" fmla="*/ 26 w 145"/>
                <a:gd name="T47" fmla="*/ 43 h 57"/>
                <a:gd name="T48" fmla="*/ 22 w 145"/>
                <a:gd name="T49" fmla="*/ 41 h 57"/>
                <a:gd name="T50" fmla="*/ 28 w 145"/>
                <a:gd name="T51" fmla="*/ 38 h 57"/>
                <a:gd name="T52" fmla="*/ 27 w 145"/>
                <a:gd name="T53" fmla="*/ 44 h 57"/>
                <a:gd name="T54" fmla="*/ 31 w 145"/>
                <a:gd name="T55" fmla="*/ 39 h 57"/>
                <a:gd name="T56" fmla="*/ 35 w 145"/>
                <a:gd name="T57" fmla="*/ 41 h 57"/>
                <a:gd name="T58" fmla="*/ 39 w 145"/>
                <a:gd name="T59" fmla="*/ 42 h 57"/>
                <a:gd name="T60" fmla="*/ 41 w 145"/>
                <a:gd name="T61" fmla="*/ 50 h 57"/>
                <a:gd name="T62" fmla="*/ 39 w 145"/>
                <a:gd name="T63" fmla="*/ 49 h 57"/>
                <a:gd name="T64" fmla="*/ 44 w 145"/>
                <a:gd name="T65" fmla="*/ 50 h 57"/>
                <a:gd name="T66" fmla="*/ 46 w 145"/>
                <a:gd name="T67" fmla="*/ 51 h 57"/>
                <a:gd name="T68" fmla="*/ 49 w 145"/>
                <a:gd name="T69" fmla="*/ 45 h 57"/>
                <a:gd name="T70" fmla="*/ 62 w 145"/>
                <a:gd name="T71" fmla="*/ 54 h 57"/>
                <a:gd name="T72" fmla="*/ 61 w 145"/>
                <a:gd name="T73" fmla="*/ 47 h 57"/>
                <a:gd name="T74" fmla="*/ 66 w 145"/>
                <a:gd name="T75" fmla="*/ 54 h 57"/>
                <a:gd name="T76" fmla="*/ 65 w 145"/>
                <a:gd name="T77" fmla="*/ 48 h 57"/>
                <a:gd name="T78" fmla="*/ 69 w 145"/>
                <a:gd name="T79" fmla="*/ 54 h 57"/>
                <a:gd name="T80" fmla="*/ 74 w 145"/>
                <a:gd name="T81" fmla="*/ 53 h 57"/>
                <a:gd name="T82" fmla="*/ 74 w 145"/>
                <a:gd name="T83" fmla="*/ 48 h 57"/>
                <a:gd name="T84" fmla="*/ 77 w 145"/>
                <a:gd name="T85" fmla="*/ 51 h 57"/>
                <a:gd name="T86" fmla="*/ 77 w 145"/>
                <a:gd name="T87" fmla="*/ 54 h 57"/>
                <a:gd name="T88" fmla="*/ 83 w 145"/>
                <a:gd name="T89" fmla="*/ 52 h 57"/>
                <a:gd name="T90" fmla="*/ 80 w 145"/>
                <a:gd name="T91" fmla="*/ 48 h 57"/>
                <a:gd name="T92" fmla="*/ 87 w 145"/>
                <a:gd name="T93" fmla="*/ 54 h 57"/>
                <a:gd name="T94" fmla="*/ 92 w 145"/>
                <a:gd name="T95" fmla="*/ 51 h 57"/>
                <a:gd name="T96" fmla="*/ 89 w 145"/>
                <a:gd name="T97" fmla="*/ 53 h 57"/>
                <a:gd name="T98" fmla="*/ 97 w 145"/>
                <a:gd name="T99" fmla="*/ 52 h 57"/>
                <a:gd name="T100" fmla="*/ 99 w 145"/>
                <a:gd name="T101" fmla="*/ 48 h 57"/>
                <a:gd name="T102" fmla="*/ 101 w 145"/>
                <a:gd name="T103" fmla="*/ 44 h 57"/>
                <a:gd name="T104" fmla="*/ 111 w 145"/>
                <a:gd name="T105" fmla="*/ 48 h 57"/>
                <a:gd name="T106" fmla="*/ 105 w 145"/>
                <a:gd name="T107" fmla="*/ 44 h 57"/>
                <a:gd name="T108" fmla="*/ 109 w 145"/>
                <a:gd name="T109" fmla="*/ 42 h 57"/>
                <a:gd name="T110" fmla="*/ 115 w 145"/>
                <a:gd name="T111" fmla="*/ 42 h 57"/>
                <a:gd name="T112" fmla="*/ 121 w 145"/>
                <a:gd name="T113" fmla="*/ 43 h 57"/>
                <a:gd name="T114" fmla="*/ 119 w 145"/>
                <a:gd name="T115" fmla="*/ 37 h 57"/>
                <a:gd name="T116" fmla="*/ 124 w 145"/>
                <a:gd name="T117" fmla="*/ 34 h 57"/>
                <a:gd name="T118" fmla="*/ 135 w 145"/>
                <a:gd name="T119" fmla="*/ 34 h 57"/>
                <a:gd name="T120" fmla="*/ 132 w 145"/>
                <a:gd name="T121" fmla="*/ 28 h 57"/>
                <a:gd name="T122" fmla="*/ 137 w 145"/>
                <a:gd name="T123" fmla="*/ 3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5" h="57">
                  <a:moveTo>
                    <a:pt x="135" y="15"/>
                  </a:moveTo>
                  <a:cubicBezTo>
                    <a:pt x="133" y="15"/>
                    <a:pt x="131" y="16"/>
                    <a:pt x="127" y="18"/>
                  </a:cubicBezTo>
                  <a:cubicBezTo>
                    <a:pt x="127" y="18"/>
                    <a:pt x="124" y="20"/>
                    <a:pt x="122" y="20"/>
                  </a:cubicBezTo>
                  <a:cubicBezTo>
                    <a:pt x="121" y="20"/>
                    <a:pt x="121" y="20"/>
                    <a:pt x="121" y="20"/>
                  </a:cubicBezTo>
                  <a:cubicBezTo>
                    <a:pt x="126" y="28"/>
                    <a:pt x="126" y="28"/>
                    <a:pt x="126" y="28"/>
                  </a:cubicBezTo>
                  <a:cubicBezTo>
                    <a:pt x="132" y="24"/>
                    <a:pt x="135" y="21"/>
                    <a:pt x="135" y="21"/>
                  </a:cubicBezTo>
                  <a:cubicBezTo>
                    <a:pt x="135" y="21"/>
                    <a:pt x="137" y="18"/>
                    <a:pt x="137" y="17"/>
                  </a:cubicBezTo>
                  <a:cubicBezTo>
                    <a:pt x="137" y="16"/>
                    <a:pt x="137" y="16"/>
                    <a:pt x="137" y="16"/>
                  </a:cubicBezTo>
                  <a:cubicBezTo>
                    <a:pt x="137" y="15"/>
                    <a:pt x="136" y="15"/>
                    <a:pt x="135" y="15"/>
                  </a:cubicBezTo>
                  <a:moveTo>
                    <a:pt x="7" y="16"/>
                  </a:moveTo>
                  <a:cubicBezTo>
                    <a:pt x="8" y="15"/>
                    <a:pt x="8" y="15"/>
                    <a:pt x="8" y="15"/>
                  </a:cubicBezTo>
                  <a:cubicBezTo>
                    <a:pt x="8" y="15"/>
                    <a:pt x="8" y="15"/>
                    <a:pt x="8" y="15"/>
                  </a:cubicBezTo>
                  <a:cubicBezTo>
                    <a:pt x="9" y="15"/>
                    <a:pt x="10" y="14"/>
                    <a:pt x="11" y="14"/>
                  </a:cubicBezTo>
                  <a:cubicBezTo>
                    <a:pt x="12" y="14"/>
                    <a:pt x="12" y="15"/>
                    <a:pt x="13" y="15"/>
                  </a:cubicBezTo>
                  <a:cubicBezTo>
                    <a:pt x="15" y="15"/>
                    <a:pt x="17" y="17"/>
                    <a:pt x="21" y="18"/>
                  </a:cubicBezTo>
                  <a:cubicBezTo>
                    <a:pt x="22" y="18"/>
                    <a:pt x="22" y="18"/>
                    <a:pt x="22" y="18"/>
                  </a:cubicBezTo>
                  <a:cubicBezTo>
                    <a:pt x="24" y="18"/>
                    <a:pt x="24" y="17"/>
                    <a:pt x="24" y="17"/>
                  </a:cubicBezTo>
                  <a:cubicBezTo>
                    <a:pt x="24" y="16"/>
                    <a:pt x="24" y="16"/>
                    <a:pt x="24" y="16"/>
                  </a:cubicBezTo>
                  <a:cubicBezTo>
                    <a:pt x="24" y="16"/>
                    <a:pt x="24" y="16"/>
                    <a:pt x="24" y="16"/>
                  </a:cubicBezTo>
                  <a:cubicBezTo>
                    <a:pt x="23" y="15"/>
                    <a:pt x="23" y="15"/>
                    <a:pt x="23" y="15"/>
                  </a:cubicBezTo>
                  <a:cubicBezTo>
                    <a:pt x="22" y="14"/>
                    <a:pt x="21" y="13"/>
                    <a:pt x="18" y="10"/>
                  </a:cubicBezTo>
                  <a:cubicBezTo>
                    <a:pt x="13" y="6"/>
                    <a:pt x="12" y="2"/>
                    <a:pt x="12" y="0"/>
                  </a:cubicBezTo>
                  <a:cubicBezTo>
                    <a:pt x="11" y="2"/>
                    <a:pt x="10" y="4"/>
                    <a:pt x="10" y="6"/>
                  </a:cubicBezTo>
                  <a:cubicBezTo>
                    <a:pt x="10" y="9"/>
                    <a:pt x="11" y="12"/>
                    <a:pt x="11" y="12"/>
                  </a:cubicBezTo>
                  <a:cubicBezTo>
                    <a:pt x="11" y="13"/>
                    <a:pt x="11" y="13"/>
                    <a:pt x="11" y="13"/>
                  </a:cubicBezTo>
                  <a:cubicBezTo>
                    <a:pt x="11" y="13"/>
                    <a:pt x="11" y="13"/>
                    <a:pt x="11" y="13"/>
                  </a:cubicBezTo>
                  <a:cubicBezTo>
                    <a:pt x="10" y="13"/>
                    <a:pt x="10" y="13"/>
                    <a:pt x="10" y="13"/>
                  </a:cubicBezTo>
                  <a:cubicBezTo>
                    <a:pt x="10" y="12"/>
                    <a:pt x="10" y="12"/>
                    <a:pt x="10" y="12"/>
                  </a:cubicBezTo>
                  <a:cubicBezTo>
                    <a:pt x="6" y="11"/>
                    <a:pt x="3" y="8"/>
                    <a:pt x="2" y="7"/>
                  </a:cubicBezTo>
                  <a:cubicBezTo>
                    <a:pt x="2" y="12"/>
                    <a:pt x="7" y="16"/>
                    <a:pt x="7" y="16"/>
                  </a:cubicBezTo>
                  <a:moveTo>
                    <a:pt x="122" y="19"/>
                  </a:moveTo>
                  <a:cubicBezTo>
                    <a:pt x="124" y="19"/>
                    <a:pt x="127" y="18"/>
                    <a:pt x="127" y="18"/>
                  </a:cubicBezTo>
                  <a:cubicBezTo>
                    <a:pt x="130" y="15"/>
                    <a:pt x="133" y="14"/>
                    <a:pt x="135" y="14"/>
                  </a:cubicBezTo>
                  <a:cubicBezTo>
                    <a:pt x="136" y="14"/>
                    <a:pt x="136" y="14"/>
                    <a:pt x="136" y="14"/>
                  </a:cubicBezTo>
                  <a:cubicBezTo>
                    <a:pt x="138" y="16"/>
                    <a:pt x="138" y="16"/>
                    <a:pt x="138" y="16"/>
                  </a:cubicBezTo>
                  <a:cubicBezTo>
                    <a:pt x="141" y="14"/>
                    <a:pt x="142" y="10"/>
                    <a:pt x="142" y="8"/>
                  </a:cubicBezTo>
                  <a:cubicBezTo>
                    <a:pt x="140" y="10"/>
                    <a:pt x="135" y="12"/>
                    <a:pt x="135" y="12"/>
                  </a:cubicBezTo>
                  <a:cubicBezTo>
                    <a:pt x="134" y="12"/>
                    <a:pt x="134" y="12"/>
                    <a:pt x="134" y="12"/>
                  </a:cubicBezTo>
                  <a:cubicBezTo>
                    <a:pt x="134" y="11"/>
                    <a:pt x="134" y="11"/>
                    <a:pt x="134" y="11"/>
                  </a:cubicBezTo>
                  <a:cubicBezTo>
                    <a:pt x="134" y="10"/>
                    <a:pt x="134" y="10"/>
                    <a:pt x="134" y="10"/>
                  </a:cubicBezTo>
                  <a:cubicBezTo>
                    <a:pt x="134" y="5"/>
                    <a:pt x="133" y="3"/>
                    <a:pt x="132" y="1"/>
                  </a:cubicBezTo>
                  <a:cubicBezTo>
                    <a:pt x="132" y="2"/>
                    <a:pt x="132" y="2"/>
                    <a:pt x="132" y="2"/>
                  </a:cubicBezTo>
                  <a:cubicBezTo>
                    <a:pt x="132" y="4"/>
                    <a:pt x="132" y="4"/>
                    <a:pt x="132" y="4"/>
                  </a:cubicBezTo>
                  <a:cubicBezTo>
                    <a:pt x="131" y="6"/>
                    <a:pt x="127" y="10"/>
                    <a:pt x="125" y="12"/>
                  </a:cubicBezTo>
                  <a:cubicBezTo>
                    <a:pt x="124" y="14"/>
                    <a:pt x="120" y="16"/>
                    <a:pt x="120" y="18"/>
                  </a:cubicBezTo>
                  <a:cubicBezTo>
                    <a:pt x="121" y="19"/>
                    <a:pt x="121" y="19"/>
                    <a:pt x="121" y="19"/>
                  </a:cubicBezTo>
                  <a:lnTo>
                    <a:pt x="122" y="19"/>
                  </a:lnTo>
                  <a:close/>
                  <a:moveTo>
                    <a:pt x="42" y="44"/>
                  </a:moveTo>
                  <a:cubicBezTo>
                    <a:pt x="42" y="44"/>
                    <a:pt x="42" y="44"/>
                    <a:pt x="42" y="44"/>
                  </a:cubicBezTo>
                  <a:cubicBezTo>
                    <a:pt x="42" y="44"/>
                    <a:pt x="42" y="44"/>
                    <a:pt x="42" y="44"/>
                  </a:cubicBezTo>
                  <a:cubicBezTo>
                    <a:pt x="40" y="46"/>
                    <a:pt x="40" y="46"/>
                    <a:pt x="40" y="46"/>
                  </a:cubicBezTo>
                  <a:cubicBezTo>
                    <a:pt x="40" y="46"/>
                    <a:pt x="40" y="46"/>
                    <a:pt x="40" y="46"/>
                  </a:cubicBezTo>
                  <a:cubicBezTo>
                    <a:pt x="40" y="46"/>
                    <a:pt x="40" y="46"/>
                    <a:pt x="40" y="46"/>
                  </a:cubicBezTo>
                  <a:cubicBezTo>
                    <a:pt x="42" y="47"/>
                    <a:pt x="42" y="47"/>
                    <a:pt x="42" y="47"/>
                  </a:cubicBezTo>
                  <a:cubicBezTo>
                    <a:pt x="42" y="47"/>
                    <a:pt x="42" y="47"/>
                    <a:pt x="42" y="47"/>
                  </a:cubicBezTo>
                  <a:cubicBezTo>
                    <a:pt x="42" y="46"/>
                    <a:pt x="42" y="46"/>
                    <a:pt x="42" y="46"/>
                  </a:cubicBezTo>
                  <a:lnTo>
                    <a:pt x="42" y="44"/>
                  </a:lnTo>
                  <a:close/>
                  <a:moveTo>
                    <a:pt x="21" y="18"/>
                  </a:moveTo>
                  <a:cubicBezTo>
                    <a:pt x="17" y="17"/>
                    <a:pt x="15" y="16"/>
                    <a:pt x="13" y="15"/>
                  </a:cubicBezTo>
                  <a:cubicBezTo>
                    <a:pt x="11" y="15"/>
                    <a:pt x="11" y="15"/>
                    <a:pt x="11" y="15"/>
                  </a:cubicBezTo>
                  <a:cubicBezTo>
                    <a:pt x="9" y="15"/>
                    <a:pt x="8" y="15"/>
                    <a:pt x="8" y="16"/>
                  </a:cubicBezTo>
                  <a:cubicBezTo>
                    <a:pt x="8" y="17"/>
                    <a:pt x="9" y="17"/>
                    <a:pt x="10" y="19"/>
                  </a:cubicBezTo>
                  <a:cubicBezTo>
                    <a:pt x="11" y="20"/>
                    <a:pt x="11" y="20"/>
                    <a:pt x="11" y="20"/>
                  </a:cubicBezTo>
                  <a:cubicBezTo>
                    <a:pt x="11" y="21"/>
                    <a:pt x="14" y="23"/>
                    <a:pt x="18" y="26"/>
                  </a:cubicBezTo>
                  <a:cubicBezTo>
                    <a:pt x="24" y="18"/>
                    <a:pt x="24" y="18"/>
                    <a:pt x="24" y="18"/>
                  </a:cubicBezTo>
                  <a:cubicBezTo>
                    <a:pt x="22" y="18"/>
                    <a:pt x="22" y="18"/>
                    <a:pt x="22" y="18"/>
                  </a:cubicBezTo>
                  <a:lnTo>
                    <a:pt x="21" y="18"/>
                  </a:lnTo>
                  <a:close/>
                  <a:moveTo>
                    <a:pt x="127" y="32"/>
                  </a:moveTo>
                  <a:cubicBezTo>
                    <a:pt x="126" y="33"/>
                    <a:pt x="126" y="34"/>
                    <a:pt x="127" y="35"/>
                  </a:cubicBezTo>
                  <a:cubicBezTo>
                    <a:pt x="127" y="37"/>
                    <a:pt x="129" y="38"/>
                    <a:pt x="131" y="37"/>
                  </a:cubicBezTo>
                  <a:cubicBezTo>
                    <a:pt x="132" y="36"/>
                    <a:pt x="132" y="35"/>
                    <a:pt x="131" y="33"/>
                  </a:cubicBezTo>
                  <a:cubicBezTo>
                    <a:pt x="130" y="32"/>
                    <a:pt x="128" y="31"/>
                    <a:pt x="127" y="32"/>
                  </a:cubicBezTo>
                  <a:moveTo>
                    <a:pt x="71" y="51"/>
                  </a:moveTo>
                  <a:cubicBezTo>
                    <a:pt x="71" y="51"/>
                    <a:pt x="71" y="51"/>
                    <a:pt x="71" y="51"/>
                  </a:cubicBezTo>
                  <a:cubicBezTo>
                    <a:pt x="72" y="50"/>
                    <a:pt x="72" y="50"/>
                    <a:pt x="72" y="50"/>
                  </a:cubicBezTo>
                  <a:cubicBezTo>
                    <a:pt x="72" y="49"/>
                    <a:pt x="72" y="49"/>
                    <a:pt x="71" y="49"/>
                  </a:cubicBezTo>
                  <a:cubicBezTo>
                    <a:pt x="70" y="49"/>
                    <a:pt x="70" y="49"/>
                    <a:pt x="70" y="49"/>
                  </a:cubicBezTo>
                  <a:cubicBezTo>
                    <a:pt x="70" y="51"/>
                    <a:pt x="70" y="51"/>
                    <a:pt x="70" y="51"/>
                  </a:cubicBezTo>
                  <a:lnTo>
                    <a:pt x="71" y="51"/>
                  </a:lnTo>
                  <a:close/>
                  <a:moveTo>
                    <a:pt x="98" y="48"/>
                  </a:moveTo>
                  <a:cubicBezTo>
                    <a:pt x="98" y="49"/>
                    <a:pt x="98" y="49"/>
                    <a:pt x="98" y="49"/>
                  </a:cubicBezTo>
                  <a:cubicBezTo>
                    <a:pt x="98" y="50"/>
                    <a:pt x="98" y="50"/>
                    <a:pt x="98" y="50"/>
                  </a:cubicBezTo>
                  <a:cubicBezTo>
                    <a:pt x="98" y="51"/>
                    <a:pt x="98" y="52"/>
                    <a:pt x="99" y="51"/>
                  </a:cubicBezTo>
                  <a:cubicBezTo>
                    <a:pt x="100" y="51"/>
                    <a:pt x="101" y="50"/>
                    <a:pt x="100" y="49"/>
                  </a:cubicBezTo>
                  <a:cubicBezTo>
                    <a:pt x="100" y="49"/>
                    <a:pt x="100" y="48"/>
                    <a:pt x="98" y="48"/>
                  </a:cubicBezTo>
                  <a:moveTo>
                    <a:pt x="83" y="48"/>
                  </a:moveTo>
                  <a:cubicBezTo>
                    <a:pt x="82" y="49"/>
                    <a:pt x="82" y="49"/>
                    <a:pt x="82" y="49"/>
                  </a:cubicBezTo>
                  <a:cubicBezTo>
                    <a:pt x="83" y="51"/>
                    <a:pt x="83" y="51"/>
                    <a:pt x="83" y="51"/>
                  </a:cubicBezTo>
                  <a:cubicBezTo>
                    <a:pt x="83" y="51"/>
                    <a:pt x="83" y="51"/>
                    <a:pt x="83" y="51"/>
                  </a:cubicBezTo>
                  <a:cubicBezTo>
                    <a:pt x="85" y="51"/>
                    <a:pt x="85" y="50"/>
                    <a:pt x="85" y="50"/>
                  </a:cubicBezTo>
                  <a:cubicBezTo>
                    <a:pt x="85" y="49"/>
                    <a:pt x="84" y="48"/>
                    <a:pt x="83" y="48"/>
                  </a:cubicBezTo>
                  <a:moveTo>
                    <a:pt x="26" y="38"/>
                  </a:moveTo>
                  <a:cubicBezTo>
                    <a:pt x="26" y="36"/>
                    <a:pt x="26" y="36"/>
                    <a:pt x="26" y="36"/>
                  </a:cubicBezTo>
                  <a:cubicBezTo>
                    <a:pt x="25" y="36"/>
                    <a:pt x="25" y="36"/>
                    <a:pt x="25" y="36"/>
                  </a:cubicBezTo>
                  <a:cubicBezTo>
                    <a:pt x="24" y="37"/>
                    <a:pt x="24" y="37"/>
                    <a:pt x="24" y="37"/>
                  </a:cubicBezTo>
                  <a:cubicBezTo>
                    <a:pt x="25" y="38"/>
                    <a:pt x="25" y="38"/>
                    <a:pt x="25" y="38"/>
                  </a:cubicBezTo>
                  <a:cubicBezTo>
                    <a:pt x="26" y="39"/>
                    <a:pt x="26" y="38"/>
                    <a:pt x="26" y="38"/>
                  </a:cubicBezTo>
                  <a:moveTo>
                    <a:pt x="70" y="52"/>
                  </a:moveTo>
                  <a:cubicBezTo>
                    <a:pt x="70" y="52"/>
                    <a:pt x="70" y="52"/>
                    <a:pt x="70" y="52"/>
                  </a:cubicBezTo>
                  <a:cubicBezTo>
                    <a:pt x="70" y="54"/>
                    <a:pt x="70" y="54"/>
                    <a:pt x="70" y="54"/>
                  </a:cubicBezTo>
                  <a:cubicBezTo>
                    <a:pt x="70" y="54"/>
                    <a:pt x="70" y="55"/>
                    <a:pt x="71" y="55"/>
                  </a:cubicBezTo>
                  <a:cubicBezTo>
                    <a:pt x="72" y="55"/>
                    <a:pt x="72" y="54"/>
                    <a:pt x="73" y="53"/>
                  </a:cubicBezTo>
                  <a:cubicBezTo>
                    <a:pt x="73" y="53"/>
                    <a:pt x="72" y="52"/>
                    <a:pt x="70" y="52"/>
                  </a:cubicBezTo>
                  <a:moveTo>
                    <a:pt x="98" y="48"/>
                  </a:moveTo>
                  <a:cubicBezTo>
                    <a:pt x="98" y="48"/>
                    <a:pt x="98" y="48"/>
                    <a:pt x="98" y="48"/>
                  </a:cubicBezTo>
                  <a:cubicBezTo>
                    <a:pt x="99" y="47"/>
                    <a:pt x="99" y="47"/>
                    <a:pt x="99" y="47"/>
                  </a:cubicBezTo>
                  <a:cubicBezTo>
                    <a:pt x="99" y="46"/>
                    <a:pt x="98" y="45"/>
                    <a:pt x="97" y="45"/>
                  </a:cubicBezTo>
                  <a:cubicBezTo>
                    <a:pt x="97" y="47"/>
                    <a:pt x="97" y="47"/>
                    <a:pt x="97" y="47"/>
                  </a:cubicBezTo>
                  <a:cubicBezTo>
                    <a:pt x="97" y="48"/>
                    <a:pt x="97" y="48"/>
                    <a:pt x="97" y="48"/>
                  </a:cubicBezTo>
                  <a:lnTo>
                    <a:pt x="98" y="48"/>
                  </a:lnTo>
                  <a:close/>
                  <a:moveTo>
                    <a:pt x="91" y="48"/>
                  </a:moveTo>
                  <a:cubicBezTo>
                    <a:pt x="91" y="48"/>
                    <a:pt x="91" y="48"/>
                    <a:pt x="91" y="48"/>
                  </a:cubicBezTo>
                  <a:cubicBezTo>
                    <a:pt x="90" y="48"/>
                    <a:pt x="90" y="48"/>
                    <a:pt x="90" y="48"/>
                  </a:cubicBezTo>
                  <a:cubicBezTo>
                    <a:pt x="90" y="50"/>
                    <a:pt x="90" y="50"/>
                    <a:pt x="90" y="50"/>
                  </a:cubicBezTo>
                  <a:cubicBezTo>
                    <a:pt x="90" y="51"/>
                    <a:pt x="90" y="51"/>
                    <a:pt x="90" y="51"/>
                  </a:cubicBezTo>
                  <a:cubicBezTo>
                    <a:pt x="90" y="51"/>
                    <a:pt x="90" y="51"/>
                    <a:pt x="90" y="51"/>
                  </a:cubicBezTo>
                  <a:cubicBezTo>
                    <a:pt x="92" y="50"/>
                    <a:pt x="92" y="50"/>
                    <a:pt x="92" y="50"/>
                  </a:cubicBezTo>
                  <a:cubicBezTo>
                    <a:pt x="92" y="50"/>
                    <a:pt x="92" y="50"/>
                    <a:pt x="92" y="50"/>
                  </a:cubicBezTo>
                  <a:cubicBezTo>
                    <a:pt x="92" y="50"/>
                    <a:pt x="92" y="50"/>
                    <a:pt x="92" y="50"/>
                  </a:cubicBezTo>
                  <a:lnTo>
                    <a:pt x="91" y="48"/>
                  </a:lnTo>
                  <a:close/>
                  <a:moveTo>
                    <a:pt x="11" y="21"/>
                  </a:moveTo>
                  <a:cubicBezTo>
                    <a:pt x="9" y="19"/>
                    <a:pt x="9" y="19"/>
                    <a:pt x="9" y="19"/>
                  </a:cubicBezTo>
                  <a:cubicBezTo>
                    <a:pt x="8" y="18"/>
                    <a:pt x="8" y="17"/>
                    <a:pt x="8" y="16"/>
                  </a:cubicBezTo>
                  <a:cubicBezTo>
                    <a:pt x="7" y="17"/>
                    <a:pt x="7" y="17"/>
                    <a:pt x="7" y="17"/>
                  </a:cubicBezTo>
                  <a:cubicBezTo>
                    <a:pt x="7" y="17"/>
                    <a:pt x="5" y="19"/>
                    <a:pt x="2" y="23"/>
                  </a:cubicBezTo>
                  <a:cubicBezTo>
                    <a:pt x="1" y="24"/>
                    <a:pt x="0" y="25"/>
                    <a:pt x="0" y="26"/>
                  </a:cubicBezTo>
                  <a:cubicBezTo>
                    <a:pt x="0" y="28"/>
                    <a:pt x="2" y="30"/>
                    <a:pt x="2" y="30"/>
                  </a:cubicBezTo>
                  <a:cubicBezTo>
                    <a:pt x="2" y="30"/>
                    <a:pt x="10" y="37"/>
                    <a:pt x="23" y="44"/>
                  </a:cubicBezTo>
                  <a:cubicBezTo>
                    <a:pt x="35" y="50"/>
                    <a:pt x="53" y="57"/>
                    <a:pt x="74" y="57"/>
                  </a:cubicBezTo>
                  <a:cubicBezTo>
                    <a:pt x="114" y="57"/>
                    <a:pt x="140" y="33"/>
                    <a:pt x="143" y="30"/>
                  </a:cubicBezTo>
                  <a:cubicBezTo>
                    <a:pt x="145" y="28"/>
                    <a:pt x="145" y="26"/>
                    <a:pt x="145" y="25"/>
                  </a:cubicBezTo>
                  <a:cubicBezTo>
                    <a:pt x="145" y="24"/>
                    <a:pt x="145" y="23"/>
                    <a:pt x="145" y="23"/>
                  </a:cubicBezTo>
                  <a:cubicBezTo>
                    <a:pt x="138" y="17"/>
                    <a:pt x="138" y="17"/>
                    <a:pt x="138" y="17"/>
                  </a:cubicBezTo>
                  <a:cubicBezTo>
                    <a:pt x="138" y="16"/>
                    <a:pt x="138" y="16"/>
                    <a:pt x="138" y="16"/>
                  </a:cubicBezTo>
                  <a:cubicBezTo>
                    <a:pt x="138" y="17"/>
                    <a:pt x="138" y="17"/>
                    <a:pt x="138" y="17"/>
                  </a:cubicBezTo>
                  <a:cubicBezTo>
                    <a:pt x="138" y="19"/>
                    <a:pt x="135" y="21"/>
                    <a:pt x="135" y="21"/>
                  </a:cubicBezTo>
                  <a:cubicBezTo>
                    <a:pt x="135" y="21"/>
                    <a:pt x="120" y="36"/>
                    <a:pt x="95" y="42"/>
                  </a:cubicBezTo>
                  <a:cubicBezTo>
                    <a:pt x="94" y="42"/>
                    <a:pt x="94" y="42"/>
                    <a:pt x="94" y="42"/>
                  </a:cubicBezTo>
                  <a:cubicBezTo>
                    <a:pt x="93" y="43"/>
                    <a:pt x="92" y="43"/>
                    <a:pt x="91" y="43"/>
                  </a:cubicBezTo>
                  <a:cubicBezTo>
                    <a:pt x="91" y="43"/>
                    <a:pt x="91" y="43"/>
                    <a:pt x="91" y="43"/>
                  </a:cubicBezTo>
                  <a:cubicBezTo>
                    <a:pt x="89" y="44"/>
                    <a:pt x="88" y="44"/>
                    <a:pt x="87" y="44"/>
                  </a:cubicBezTo>
                  <a:cubicBezTo>
                    <a:pt x="86" y="44"/>
                    <a:pt x="86" y="44"/>
                    <a:pt x="86" y="44"/>
                  </a:cubicBezTo>
                  <a:cubicBezTo>
                    <a:pt x="85" y="44"/>
                    <a:pt x="84" y="44"/>
                    <a:pt x="83" y="44"/>
                  </a:cubicBezTo>
                  <a:cubicBezTo>
                    <a:pt x="82" y="44"/>
                    <a:pt x="82" y="44"/>
                    <a:pt x="82" y="44"/>
                  </a:cubicBezTo>
                  <a:cubicBezTo>
                    <a:pt x="81" y="45"/>
                    <a:pt x="80" y="45"/>
                    <a:pt x="79" y="45"/>
                  </a:cubicBezTo>
                  <a:cubicBezTo>
                    <a:pt x="78" y="45"/>
                    <a:pt x="78" y="45"/>
                    <a:pt x="78" y="45"/>
                  </a:cubicBezTo>
                  <a:cubicBezTo>
                    <a:pt x="76" y="45"/>
                    <a:pt x="75" y="45"/>
                    <a:pt x="74" y="45"/>
                  </a:cubicBezTo>
                  <a:cubicBezTo>
                    <a:pt x="74" y="45"/>
                    <a:pt x="74" y="45"/>
                    <a:pt x="74" y="45"/>
                  </a:cubicBezTo>
                  <a:cubicBezTo>
                    <a:pt x="73" y="45"/>
                    <a:pt x="73" y="45"/>
                    <a:pt x="73" y="45"/>
                  </a:cubicBezTo>
                  <a:cubicBezTo>
                    <a:pt x="72" y="45"/>
                    <a:pt x="71" y="45"/>
                    <a:pt x="69" y="45"/>
                  </a:cubicBezTo>
                  <a:cubicBezTo>
                    <a:pt x="68" y="45"/>
                    <a:pt x="68" y="45"/>
                    <a:pt x="68" y="45"/>
                  </a:cubicBezTo>
                  <a:cubicBezTo>
                    <a:pt x="67" y="45"/>
                    <a:pt x="66" y="45"/>
                    <a:pt x="65" y="44"/>
                  </a:cubicBezTo>
                  <a:cubicBezTo>
                    <a:pt x="64" y="44"/>
                    <a:pt x="64" y="44"/>
                    <a:pt x="64" y="44"/>
                  </a:cubicBezTo>
                  <a:cubicBezTo>
                    <a:pt x="63" y="44"/>
                    <a:pt x="61" y="44"/>
                    <a:pt x="60" y="44"/>
                  </a:cubicBezTo>
                  <a:cubicBezTo>
                    <a:pt x="59" y="44"/>
                    <a:pt x="59" y="44"/>
                    <a:pt x="59" y="44"/>
                  </a:cubicBezTo>
                  <a:cubicBezTo>
                    <a:pt x="58" y="44"/>
                    <a:pt x="57" y="43"/>
                    <a:pt x="56" y="43"/>
                  </a:cubicBezTo>
                  <a:cubicBezTo>
                    <a:pt x="55" y="43"/>
                    <a:pt x="55" y="43"/>
                    <a:pt x="55" y="43"/>
                  </a:cubicBezTo>
                  <a:cubicBezTo>
                    <a:pt x="28" y="37"/>
                    <a:pt x="11" y="21"/>
                    <a:pt x="11" y="21"/>
                  </a:cubicBezTo>
                  <a:moveTo>
                    <a:pt x="11" y="34"/>
                  </a:moveTo>
                  <a:cubicBezTo>
                    <a:pt x="11" y="34"/>
                    <a:pt x="11" y="34"/>
                    <a:pt x="11" y="34"/>
                  </a:cubicBezTo>
                  <a:cubicBezTo>
                    <a:pt x="13" y="27"/>
                    <a:pt x="13" y="27"/>
                    <a:pt x="13" y="27"/>
                  </a:cubicBezTo>
                  <a:cubicBezTo>
                    <a:pt x="13" y="27"/>
                    <a:pt x="13" y="27"/>
                    <a:pt x="13" y="27"/>
                  </a:cubicBezTo>
                  <a:cubicBezTo>
                    <a:pt x="12" y="26"/>
                    <a:pt x="12" y="26"/>
                    <a:pt x="12" y="26"/>
                  </a:cubicBezTo>
                  <a:cubicBezTo>
                    <a:pt x="13" y="27"/>
                    <a:pt x="13" y="27"/>
                    <a:pt x="13" y="27"/>
                  </a:cubicBezTo>
                  <a:cubicBezTo>
                    <a:pt x="14" y="27"/>
                    <a:pt x="14" y="27"/>
                    <a:pt x="14" y="27"/>
                  </a:cubicBezTo>
                  <a:cubicBezTo>
                    <a:pt x="15" y="28"/>
                    <a:pt x="15" y="28"/>
                    <a:pt x="15" y="28"/>
                  </a:cubicBezTo>
                  <a:cubicBezTo>
                    <a:pt x="15" y="28"/>
                    <a:pt x="15" y="28"/>
                    <a:pt x="15" y="28"/>
                  </a:cubicBezTo>
                  <a:cubicBezTo>
                    <a:pt x="14" y="28"/>
                    <a:pt x="14" y="28"/>
                    <a:pt x="14" y="28"/>
                  </a:cubicBezTo>
                  <a:cubicBezTo>
                    <a:pt x="14" y="29"/>
                    <a:pt x="14" y="29"/>
                    <a:pt x="14" y="29"/>
                  </a:cubicBezTo>
                  <a:cubicBezTo>
                    <a:pt x="13" y="33"/>
                    <a:pt x="13" y="33"/>
                    <a:pt x="13" y="33"/>
                  </a:cubicBezTo>
                  <a:cubicBezTo>
                    <a:pt x="13" y="33"/>
                    <a:pt x="13" y="33"/>
                    <a:pt x="13" y="33"/>
                  </a:cubicBezTo>
                  <a:cubicBezTo>
                    <a:pt x="13" y="33"/>
                    <a:pt x="13" y="33"/>
                    <a:pt x="13" y="33"/>
                  </a:cubicBezTo>
                  <a:cubicBezTo>
                    <a:pt x="16" y="31"/>
                    <a:pt x="16" y="31"/>
                    <a:pt x="16" y="31"/>
                  </a:cubicBezTo>
                  <a:cubicBezTo>
                    <a:pt x="17" y="31"/>
                    <a:pt x="17" y="31"/>
                    <a:pt x="17" y="31"/>
                  </a:cubicBezTo>
                  <a:cubicBezTo>
                    <a:pt x="16" y="29"/>
                    <a:pt x="16" y="29"/>
                    <a:pt x="16" y="29"/>
                  </a:cubicBezTo>
                  <a:cubicBezTo>
                    <a:pt x="17" y="29"/>
                    <a:pt x="17" y="29"/>
                    <a:pt x="17" y="29"/>
                  </a:cubicBezTo>
                  <a:cubicBezTo>
                    <a:pt x="17" y="30"/>
                    <a:pt x="17" y="30"/>
                    <a:pt x="17" y="30"/>
                  </a:cubicBezTo>
                  <a:cubicBezTo>
                    <a:pt x="18" y="30"/>
                    <a:pt x="18" y="30"/>
                    <a:pt x="18" y="30"/>
                  </a:cubicBezTo>
                  <a:cubicBezTo>
                    <a:pt x="18" y="31"/>
                    <a:pt x="18" y="31"/>
                    <a:pt x="18" y="31"/>
                  </a:cubicBezTo>
                  <a:cubicBezTo>
                    <a:pt x="17" y="31"/>
                    <a:pt x="17" y="31"/>
                    <a:pt x="17" y="31"/>
                  </a:cubicBezTo>
                  <a:cubicBezTo>
                    <a:pt x="12" y="34"/>
                    <a:pt x="12" y="34"/>
                    <a:pt x="12" y="34"/>
                  </a:cubicBezTo>
                  <a:lnTo>
                    <a:pt x="11" y="34"/>
                  </a:lnTo>
                  <a:close/>
                  <a:moveTo>
                    <a:pt x="18" y="39"/>
                  </a:moveTo>
                  <a:cubicBezTo>
                    <a:pt x="17" y="38"/>
                    <a:pt x="17" y="38"/>
                    <a:pt x="16" y="37"/>
                  </a:cubicBezTo>
                  <a:cubicBezTo>
                    <a:pt x="15" y="37"/>
                    <a:pt x="15" y="37"/>
                    <a:pt x="15" y="37"/>
                  </a:cubicBezTo>
                  <a:cubicBezTo>
                    <a:pt x="15" y="37"/>
                    <a:pt x="15" y="37"/>
                    <a:pt x="15" y="37"/>
                  </a:cubicBezTo>
                  <a:cubicBezTo>
                    <a:pt x="15" y="36"/>
                    <a:pt x="16" y="37"/>
                    <a:pt x="16" y="36"/>
                  </a:cubicBezTo>
                  <a:cubicBezTo>
                    <a:pt x="19" y="32"/>
                    <a:pt x="19" y="32"/>
                    <a:pt x="19" y="32"/>
                  </a:cubicBezTo>
                  <a:cubicBezTo>
                    <a:pt x="18" y="31"/>
                    <a:pt x="18" y="31"/>
                    <a:pt x="18" y="31"/>
                  </a:cubicBezTo>
                  <a:cubicBezTo>
                    <a:pt x="19" y="31"/>
                    <a:pt x="19" y="31"/>
                    <a:pt x="19" y="31"/>
                  </a:cubicBezTo>
                  <a:cubicBezTo>
                    <a:pt x="19" y="31"/>
                    <a:pt x="20" y="31"/>
                    <a:pt x="21" y="32"/>
                  </a:cubicBezTo>
                  <a:cubicBezTo>
                    <a:pt x="23" y="33"/>
                    <a:pt x="23" y="33"/>
                    <a:pt x="23" y="33"/>
                  </a:cubicBezTo>
                  <a:cubicBezTo>
                    <a:pt x="23" y="34"/>
                    <a:pt x="23" y="34"/>
                    <a:pt x="23" y="34"/>
                  </a:cubicBezTo>
                  <a:cubicBezTo>
                    <a:pt x="22" y="34"/>
                    <a:pt x="22" y="34"/>
                    <a:pt x="22" y="34"/>
                  </a:cubicBezTo>
                  <a:cubicBezTo>
                    <a:pt x="22" y="35"/>
                    <a:pt x="22" y="35"/>
                    <a:pt x="22" y="35"/>
                  </a:cubicBezTo>
                  <a:cubicBezTo>
                    <a:pt x="22" y="34"/>
                    <a:pt x="23" y="34"/>
                    <a:pt x="21" y="33"/>
                  </a:cubicBezTo>
                  <a:cubicBezTo>
                    <a:pt x="20" y="32"/>
                    <a:pt x="20" y="32"/>
                    <a:pt x="20" y="33"/>
                  </a:cubicBezTo>
                  <a:cubicBezTo>
                    <a:pt x="19" y="34"/>
                    <a:pt x="19" y="34"/>
                    <a:pt x="19" y="34"/>
                  </a:cubicBezTo>
                  <a:cubicBezTo>
                    <a:pt x="19" y="35"/>
                    <a:pt x="19" y="35"/>
                    <a:pt x="19" y="35"/>
                  </a:cubicBezTo>
                  <a:cubicBezTo>
                    <a:pt x="20" y="35"/>
                    <a:pt x="20" y="35"/>
                    <a:pt x="20" y="35"/>
                  </a:cubicBezTo>
                  <a:cubicBezTo>
                    <a:pt x="21" y="35"/>
                    <a:pt x="21" y="35"/>
                    <a:pt x="21" y="35"/>
                  </a:cubicBezTo>
                  <a:cubicBezTo>
                    <a:pt x="21" y="35"/>
                    <a:pt x="21" y="35"/>
                    <a:pt x="21" y="35"/>
                  </a:cubicBezTo>
                  <a:cubicBezTo>
                    <a:pt x="20" y="37"/>
                    <a:pt x="20" y="37"/>
                    <a:pt x="20" y="37"/>
                  </a:cubicBezTo>
                  <a:cubicBezTo>
                    <a:pt x="20" y="37"/>
                    <a:pt x="20" y="37"/>
                    <a:pt x="20" y="37"/>
                  </a:cubicBezTo>
                  <a:cubicBezTo>
                    <a:pt x="20" y="35"/>
                    <a:pt x="20" y="35"/>
                    <a:pt x="20" y="35"/>
                  </a:cubicBezTo>
                  <a:cubicBezTo>
                    <a:pt x="19" y="35"/>
                    <a:pt x="19" y="35"/>
                    <a:pt x="19" y="35"/>
                  </a:cubicBezTo>
                  <a:cubicBezTo>
                    <a:pt x="18" y="35"/>
                    <a:pt x="18" y="35"/>
                    <a:pt x="18" y="35"/>
                  </a:cubicBezTo>
                  <a:cubicBezTo>
                    <a:pt x="17" y="37"/>
                    <a:pt x="17" y="37"/>
                    <a:pt x="17" y="37"/>
                  </a:cubicBezTo>
                  <a:cubicBezTo>
                    <a:pt x="18" y="38"/>
                    <a:pt x="18" y="38"/>
                    <a:pt x="18" y="38"/>
                  </a:cubicBezTo>
                  <a:cubicBezTo>
                    <a:pt x="20" y="39"/>
                    <a:pt x="20" y="38"/>
                    <a:pt x="21" y="38"/>
                  </a:cubicBezTo>
                  <a:cubicBezTo>
                    <a:pt x="21" y="38"/>
                    <a:pt x="21" y="38"/>
                    <a:pt x="21" y="38"/>
                  </a:cubicBezTo>
                  <a:lnTo>
                    <a:pt x="18" y="39"/>
                  </a:lnTo>
                  <a:close/>
                  <a:moveTo>
                    <a:pt x="26" y="42"/>
                  </a:moveTo>
                  <a:cubicBezTo>
                    <a:pt x="26" y="42"/>
                    <a:pt x="26" y="42"/>
                    <a:pt x="26" y="42"/>
                  </a:cubicBezTo>
                  <a:cubicBezTo>
                    <a:pt x="26" y="43"/>
                    <a:pt x="26" y="43"/>
                    <a:pt x="26" y="43"/>
                  </a:cubicBezTo>
                  <a:cubicBezTo>
                    <a:pt x="26" y="43"/>
                    <a:pt x="26" y="43"/>
                    <a:pt x="26" y="43"/>
                  </a:cubicBezTo>
                  <a:cubicBezTo>
                    <a:pt x="25" y="43"/>
                    <a:pt x="25" y="43"/>
                    <a:pt x="25" y="43"/>
                  </a:cubicBezTo>
                  <a:cubicBezTo>
                    <a:pt x="25" y="41"/>
                    <a:pt x="25" y="41"/>
                    <a:pt x="25" y="41"/>
                  </a:cubicBezTo>
                  <a:cubicBezTo>
                    <a:pt x="25" y="39"/>
                    <a:pt x="25" y="39"/>
                    <a:pt x="25" y="39"/>
                  </a:cubicBezTo>
                  <a:cubicBezTo>
                    <a:pt x="24" y="38"/>
                    <a:pt x="24" y="38"/>
                    <a:pt x="24" y="38"/>
                  </a:cubicBezTo>
                  <a:cubicBezTo>
                    <a:pt x="24" y="38"/>
                    <a:pt x="24" y="38"/>
                    <a:pt x="24" y="38"/>
                  </a:cubicBezTo>
                  <a:cubicBezTo>
                    <a:pt x="23" y="40"/>
                    <a:pt x="23" y="40"/>
                    <a:pt x="23" y="40"/>
                  </a:cubicBezTo>
                  <a:cubicBezTo>
                    <a:pt x="22" y="41"/>
                    <a:pt x="23" y="41"/>
                    <a:pt x="23" y="41"/>
                  </a:cubicBezTo>
                  <a:cubicBezTo>
                    <a:pt x="23" y="41"/>
                    <a:pt x="23" y="41"/>
                    <a:pt x="23" y="41"/>
                  </a:cubicBezTo>
                  <a:cubicBezTo>
                    <a:pt x="22" y="41"/>
                    <a:pt x="22" y="41"/>
                    <a:pt x="22" y="41"/>
                  </a:cubicBezTo>
                  <a:cubicBezTo>
                    <a:pt x="21" y="40"/>
                    <a:pt x="21" y="40"/>
                    <a:pt x="21" y="40"/>
                  </a:cubicBezTo>
                  <a:cubicBezTo>
                    <a:pt x="20" y="40"/>
                    <a:pt x="20" y="40"/>
                    <a:pt x="20" y="40"/>
                  </a:cubicBezTo>
                  <a:cubicBezTo>
                    <a:pt x="21" y="40"/>
                    <a:pt x="21" y="40"/>
                    <a:pt x="22" y="39"/>
                  </a:cubicBezTo>
                  <a:cubicBezTo>
                    <a:pt x="24" y="35"/>
                    <a:pt x="24" y="35"/>
                    <a:pt x="24" y="35"/>
                  </a:cubicBezTo>
                  <a:cubicBezTo>
                    <a:pt x="24" y="34"/>
                    <a:pt x="23" y="34"/>
                    <a:pt x="23" y="34"/>
                  </a:cubicBezTo>
                  <a:cubicBezTo>
                    <a:pt x="24" y="34"/>
                    <a:pt x="24" y="34"/>
                    <a:pt x="24" y="34"/>
                  </a:cubicBezTo>
                  <a:cubicBezTo>
                    <a:pt x="25" y="34"/>
                    <a:pt x="25" y="34"/>
                    <a:pt x="25" y="34"/>
                  </a:cubicBezTo>
                  <a:cubicBezTo>
                    <a:pt x="26" y="35"/>
                    <a:pt x="26" y="35"/>
                    <a:pt x="26" y="35"/>
                  </a:cubicBezTo>
                  <a:cubicBezTo>
                    <a:pt x="28" y="36"/>
                    <a:pt x="28" y="38"/>
                    <a:pt x="28" y="38"/>
                  </a:cubicBezTo>
                  <a:cubicBezTo>
                    <a:pt x="27" y="39"/>
                    <a:pt x="27" y="39"/>
                    <a:pt x="27" y="39"/>
                  </a:cubicBezTo>
                  <a:cubicBezTo>
                    <a:pt x="26" y="39"/>
                    <a:pt x="26" y="39"/>
                    <a:pt x="26" y="39"/>
                  </a:cubicBezTo>
                  <a:cubicBezTo>
                    <a:pt x="26" y="39"/>
                    <a:pt x="26" y="41"/>
                    <a:pt x="26" y="42"/>
                  </a:cubicBezTo>
                  <a:moveTo>
                    <a:pt x="31" y="39"/>
                  </a:moveTo>
                  <a:cubicBezTo>
                    <a:pt x="29" y="43"/>
                    <a:pt x="29" y="43"/>
                    <a:pt x="29" y="43"/>
                  </a:cubicBezTo>
                  <a:cubicBezTo>
                    <a:pt x="29" y="44"/>
                    <a:pt x="30" y="45"/>
                    <a:pt x="30" y="45"/>
                  </a:cubicBezTo>
                  <a:cubicBezTo>
                    <a:pt x="30" y="45"/>
                    <a:pt x="30" y="45"/>
                    <a:pt x="30" y="45"/>
                  </a:cubicBezTo>
                  <a:cubicBezTo>
                    <a:pt x="28" y="44"/>
                    <a:pt x="28" y="44"/>
                    <a:pt x="28" y="44"/>
                  </a:cubicBezTo>
                  <a:cubicBezTo>
                    <a:pt x="27" y="44"/>
                    <a:pt x="27" y="44"/>
                    <a:pt x="27" y="44"/>
                  </a:cubicBezTo>
                  <a:cubicBezTo>
                    <a:pt x="27" y="44"/>
                    <a:pt x="27" y="44"/>
                    <a:pt x="27" y="44"/>
                  </a:cubicBezTo>
                  <a:cubicBezTo>
                    <a:pt x="28" y="43"/>
                    <a:pt x="28" y="43"/>
                    <a:pt x="28" y="43"/>
                  </a:cubicBezTo>
                  <a:cubicBezTo>
                    <a:pt x="30" y="39"/>
                    <a:pt x="30" y="39"/>
                    <a:pt x="30" y="39"/>
                  </a:cubicBezTo>
                  <a:cubicBezTo>
                    <a:pt x="30" y="37"/>
                    <a:pt x="30" y="37"/>
                    <a:pt x="30" y="37"/>
                  </a:cubicBezTo>
                  <a:cubicBezTo>
                    <a:pt x="30" y="37"/>
                    <a:pt x="30" y="37"/>
                    <a:pt x="30" y="37"/>
                  </a:cubicBezTo>
                  <a:cubicBezTo>
                    <a:pt x="31" y="38"/>
                    <a:pt x="31" y="38"/>
                    <a:pt x="31" y="38"/>
                  </a:cubicBezTo>
                  <a:cubicBezTo>
                    <a:pt x="32" y="38"/>
                    <a:pt x="32" y="38"/>
                    <a:pt x="32" y="38"/>
                  </a:cubicBezTo>
                  <a:cubicBezTo>
                    <a:pt x="33" y="39"/>
                    <a:pt x="33" y="39"/>
                    <a:pt x="33" y="39"/>
                  </a:cubicBezTo>
                  <a:cubicBezTo>
                    <a:pt x="32" y="39"/>
                    <a:pt x="32" y="38"/>
                    <a:pt x="31" y="39"/>
                  </a:cubicBezTo>
                  <a:moveTo>
                    <a:pt x="36" y="41"/>
                  </a:moveTo>
                  <a:cubicBezTo>
                    <a:pt x="35" y="46"/>
                    <a:pt x="35" y="46"/>
                    <a:pt x="35" y="46"/>
                  </a:cubicBezTo>
                  <a:cubicBezTo>
                    <a:pt x="34" y="47"/>
                    <a:pt x="35" y="47"/>
                    <a:pt x="35" y="47"/>
                  </a:cubicBezTo>
                  <a:cubicBezTo>
                    <a:pt x="35" y="47"/>
                    <a:pt x="35" y="47"/>
                    <a:pt x="35" y="47"/>
                  </a:cubicBezTo>
                  <a:cubicBezTo>
                    <a:pt x="33" y="47"/>
                    <a:pt x="33" y="47"/>
                    <a:pt x="33" y="47"/>
                  </a:cubicBezTo>
                  <a:cubicBezTo>
                    <a:pt x="32" y="46"/>
                    <a:pt x="32" y="46"/>
                    <a:pt x="32" y="46"/>
                  </a:cubicBezTo>
                  <a:cubicBezTo>
                    <a:pt x="32" y="46"/>
                    <a:pt x="32" y="46"/>
                    <a:pt x="32" y="46"/>
                  </a:cubicBezTo>
                  <a:cubicBezTo>
                    <a:pt x="32" y="45"/>
                    <a:pt x="33" y="46"/>
                    <a:pt x="33" y="45"/>
                  </a:cubicBezTo>
                  <a:cubicBezTo>
                    <a:pt x="35" y="41"/>
                    <a:pt x="35" y="41"/>
                    <a:pt x="35" y="41"/>
                  </a:cubicBezTo>
                  <a:cubicBezTo>
                    <a:pt x="35" y="40"/>
                    <a:pt x="35" y="40"/>
                    <a:pt x="35" y="40"/>
                  </a:cubicBezTo>
                  <a:cubicBezTo>
                    <a:pt x="34" y="40"/>
                    <a:pt x="34" y="40"/>
                    <a:pt x="34" y="40"/>
                  </a:cubicBezTo>
                  <a:cubicBezTo>
                    <a:pt x="33" y="40"/>
                    <a:pt x="33" y="41"/>
                    <a:pt x="33" y="41"/>
                  </a:cubicBezTo>
                  <a:cubicBezTo>
                    <a:pt x="33" y="40"/>
                    <a:pt x="33" y="40"/>
                    <a:pt x="33" y="40"/>
                  </a:cubicBezTo>
                  <a:cubicBezTo>
                    <a:pt x="33" y="39"/>
                    <a:pt x="33" y="39"/>
                    <a:pt x="33" y="39"/>
                  </a:cubicBezTo>
                  <a:cubicBezTo>
                    <a:pt x="33" y="39"/>
                    <a:pt x="33" y="39"/>
                    <a:pt x="33" y="39"/>
                  </a:cubicBezTo>
                  <a:cubicBezTo>
                    <a:pt x="34" y="39"/>
                    <a:pt x="35" y="40"/>
                    <a:pt x="36" y="40"/>
                  </a:cubicBezTo>
                  <a:cubicBezTo>
                    <a:pt x="38" y="41"/>
                    <a:pt x="38" y="41"/>
                    <a:pt x="39" y="41"/>
                  </a:cubicBezTo>
                  <a:cubicBezTo>
                    <a:pt x="39" y="42"/>
                    <a:pt x="39" y="42"/>
                    <a:pt x="39" y="42"/>
                  </a:cubicBezTo>
                  <a:cubicBezTo>
                    <a:pt x="39" y="42"/>
                    <a:pt x="39" y="42"/>
                    <a:pt x="39" y="42"/>
                  </a:cubicBezTo>
                  <a:cubicBezTo>
                    <a:pt x="38" y="43"/>
                    <a:pt x="38" y="43"/>
                    <a:pt x="38" y="43"/>
                  </a:cubicBezTo>
                  <a:cubicBezTo>
                    <a:pt x="38" y="43"/>
                    <a:pt x="39" y="42"/>
                    <a:pt x="38" y="42"/>
                  </a:cubicBezTo>
                  <a:cubicBezTo>
                    <a:pt x="37" y="41"/>
                    <a:pt x="37" y="41"/>
                    <a:pt x="37" y="41"/>
                  </a:cubicBezTo>
                  <a:lnTo>
                    <a:pt x="36" y="41"/>
                  </a:lnTo>
                  <a:close/>
                  <a:moveTo>
                    <a:pt x="44" y="50"/>
                  </a:moveTo>
                  <a:cubicBezTo>
                    <a:pt x="44" y="50"/>
                    <a:pt x="44" y="50"/>
                    <a:pt x="44" y="50"/>
                  </a:cubicBezTo>
                  <a:cubicBezTo>
                    <a:pt x="42" y="50"/>
                    <a:pt x="42" y="50"/>
                    <a:pt x="42" y="50"/>
                  </a:cubicBezTo>
                  <a:cubicBezTo>
                    <a:pt x="41" y="50"/>
                    <a:pt x="41" y="50"/>
                    <a:pt x="41" y="50"/>
                  </a:cubicBezTo>
                  <a:cubicBezTo>
                    <a:pt x="41" y="49"/>
                    <a:pt x="41" y="49"/>
                    <a:pt x="41" y="49"/>
                  </a:cubicBezTo>
                  <a:cubicBezTo>
                    <a:pt x="42" y="49"/>
                    <a:pt x="42" y="49"/>
                    <a:pt x="42" y="49"/>
                  </a:cubicBezTo>
                  <a:cubicBezTo>
                    <a:pt x="42" y="48"/>
                    <a:pt x="42" y="48"/>
                    <a:pt x="42" y="48"/>
                  </a:cubicBezTo>
                  <a:cubicBezTo>
                    <a:pt x="42" y="47"/>
                    <a:pt x="42" y="47"/>
                    <a:pt x="42"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8" y="48"/>
                    <a:pt x="38" y="48"/>
                    <a:pt x="38" y="48"/>
                  </a:cubicBezTo>
                  <a:cubicBezTo>
                    <a:pt x="37" y="48"/>
                    <a:pt x="37" y="48"/>
                    <a:pt x="37" y="48"/>
                  </a:cubicBezTo>
                  <a:cubicBezTo>
                    <a:pt x="37" y="48"/>
                    <a:pt x="37" y="48"/>
                    <a:pt x="37" y="48"/>
                  </a:cubicBezTo>
                  <a:cubicBezTo>
                    <a:pt x="38" y="48"/>
                    <a:pt x="38" y="48"/>
                    <a:pt x="38" y="48"/>
                  </a:cubicBezTo>
                  <a:cubicBezTo>
                    <a:pt x="42" y="43"/>
                    <a:pt x="42" y="43"/>
                    <a:pt x="42" y="43"/>
                  </a:cubicBezTo>
                  <a:cubicBezTo>
                    <a:pt x="43" y="43"/>
                    <a:pt x="43" y="43"/>
                    <a:pt x="43" y="43"/>
                  </a:cubicBezTo>
                  <a:cubicBezTo>
                    <a:pt x="43" y="43"/>
                    <a:pt x="43" y="43"/>
                    <a:pt x="43" y="43"/>
                  </a:cubicBezTo>
                  <a:cubicBezTo>
                    <a:pt x="43" y="50"/>
                    <a:pt x="43" y="50"/>
                    <a:pt x="43" y="50"/>
                  </a:cubicBezTo>
                  <a:lnTo>
                    <a:pt x="44" y="50"/>
                  </a:lnTo>
                  <a:close/>
                  <a:moveTo>
                    <a:pt x="51" y="46"/>
                  </a:moveTo>
                  <a:cubicBezTo>
                    <a:pt x="50" y="47"/>
                    <a:pt x="50" y="47"/>
                    <a:pt x="50" y="47"/>
                  </a:cubicBezTo>
                  <a:cubicBezTo>
                    <a:pt x="50" y="47"/>
                    <a:pt x="50" y="47"/>
                    <a:pt x="50" y="47"/>
                  </a:cubicBezTo>
                  <a:cubicBezTo>
                    <a:pt x="50" y="47"/>
                    <a:pt x="50" y="45"/>
                    <a:pt x="49" y="45"/>
                  </a:cubicBezTo>
                  <a:cubicBezTo>
                    <a:pt x="47" y="46"/>
                    <a:pt x="47" y="46"/>
                    <a:pt x="47" y="46"/>
                  </a:cubicBezTo>
                  <a:cubicBezTo>
                    <a:pt x="47" y="46"/>
                    <a:pt x="48" y="47"/>
                    <a:pt x="49" y="47"/>
                  </a:cubicBezTo>
                  <a:cubicBezTo>
                    <a:pt x="50" y="48"/>
                    <a:pt x="50" y="49"/>
                    <a:pt x="50" y="50"/>
                  </a:cubicBezTo>
                  <a:cubicBezTo>
                    <a:pt x="49" y="51"/>
                    <a:pt x="48" y="52"/>
                    <a:pt x="47" y="51"/>
                  </a:cubicBezTo>
                  <a:cubicBezTo>
                    <a:pt x="46" y="51"/>
                    <a:pt x="46" y="51"/>
                    <a:pt x="46" y="51"/>
                  </a:cubicBezTo>
                  <a:cubicBezTo>
                    <a:pt x="45" y="50"/>
                    <a:pt x="45" y="50"/>
                    <a:pt x="45" y="50"/>
                  </a:cubicBezTo>
                  <a:cubicBezTo>
                    <a:pt x="45" y="49"/>
                    <a:pt x="45" y="49"/>
                    <a:pt x="45" y="49"/>
                  </a:cubicBezTo>
                  <a:cubicBezTo>
                    <a:pt x="46" y="48"/>
                    <a:pt x="46" y="48"/>
                    <a:pt x="46" y="48"/>
                  </a:cubicBezTo>
                  <a:cubicBezTo>
                    <a:pt x="46" y="49"/>
                    <a:pt x="46" y="49"/>
                    <a:pt x="46" y="49"/>
                  </a:cubicBezTo>
                  <a:cubicBezTo>
                    <a:pt x="46" y="50"/>
                    <a:pt x="46" y="51"/>
                    <a:pt x="47" y="51"/>
                  </a:cubicBezTo>
                  <a:cubicBezTo>
                    <a:pt x="49" y="50"/>
                    <a:pt x="49" y="50"/>
                    <a:pt x="49" y="50"/>
                  </a:cubicBezTo>
                  <a:cubicBezTo>
                    <a:pt x="49" y="49"/>
                    <a:pt x="49" y="49"/>
                    <a:pt x="47" y="48"/>
                  </a:cubicBezTo>
                  <a:cubicBezTo>
                    <a:pt x="47" y="47"/>
                    <a:pt x="46" y="47"/>
                    <a:pt x="46" y="46"/>
                  </a:cubicBezTo>
                  <a:cubicBezTo>
                    <a:pt x="47" y="45"/>
                    <a:pt x="48" y="44"/>
                    <a:pt x="49" y="45"/>
                  </a:cubicBezTo>
                  <a:cubicBezTo>
                    <a:pt x="50" y="45"/>
                    <a:pt x="50" y="45"/>
                    <a:pt x="50" y="45"/>
                  </a:cubicBezTo>
                  <a:cubicBezTo>
                    <a:pt x="51" y="45"/>
                    <a:pt x="51" y="45"/>
                    <a:pt x="51" y="45"/>
                  </a:cubicBezTo>
                  <a:lnTo>
                    <a:pt x="51" y="46"/>
                  </a:lnTo>
                  <a:close/>
                  <a:moveTo>
                    <a:pt x="55" y="49"/>
                  </a:moveTo>
                  <a:cubicBezTo>
                    <a:pt x="54" y="50"/>
                    <a:pt x="54" y="50"/>
                    <a:pt x="54" y="50"/>
                  </a:cubicBezTo>
                  <a:cubicBezTo>
                    <a:pt x="54" y="49"/>
                    <a:pt x="54" y="49"/>
                    <a:pt x="54" y="49"/>
                  </a:cubicBezTo>
                  <a:cubicBezTo>
                    <a:pt x="54" y="48"/>
                    <a:pt x="54" y="48"/>
                    <a:pt x="54" y="48"/>
                  </a:cubicBezTo>
                  <a:lnTo>
                    <a:pt x="55" y="49"/>
                  </a:lnTo>
                  <a:close/>
                  <a:moveTo>
                    <a:pt x="62" y="54"/>
                  </a:moveTo>
                  <a:cubicBezTo>
                    <a:pt x="60" y="54"/>
                    <a:pt x="59" y="54"/>
                    <a:pt x="59" y="54"/>
                  </a:cubicBezTo>
                  <a:cubicBezTo>
                    <a:pt x="58" y="54"/>
                    <a:pt x="58" y="54"/>
                    <a:pt x="58" y="54"/>
                  </a:cubicBezTo>
                  <a:cubicBezTo>
                    <a:pt x="58" y="54"/>
                    <a:pt x="58" y="54"/>
                    <a:pt x="58" y="54"/>
                  </a:cubicBezTo>
                  <a:cubicBezTo>
                    <a:pt x="58" y="53"/>
                    <a:pt x="58" y="54"/>
                    <a:pt x="58" y="53"/>
                  </a:cubicBezTo>
                  <a:cubicBezTo>
                    <a:pt x="59" y="48"/>
                    <a:pt x="59" y="48"/>
                    <a:pt x="59" y="48"/>
                  </a:cubicBezTo>
                  <a:cubicBezTo>
                    <a:pt x="58" y="47"/>
                    <a:pt x="58" y="47"/>
                    <a:pt x="58" y="47"/>
                  </a:cubicBezTo>
                  <a:cubicBezTo>
                    <a:pt x="59" y="47"/>
                    <a:pt x="59" y="47"/>
                    <a:pt x="59" y="47"/>
                  </a:cubicBezTo>
                  <a:cubicBezTo>
                    <a:pt x="60" y="47"/>
                    <a:pt x="60" y="47"/>
                    <a:pt x="60" y="47"/>
                  </a:cubicBezTo>
                  <a:cubicBezTo>
                    <a:pt x="61" y="47"/>
                    <a:pt x="61" y="47"/>
                    <a:pt x="61" y="47"/>
                  </a:cubicBezTo>
                  <a:cubicBezTo>
                    <a:pt x="61" y="47"/>
                    <a:pt x="61" y="47"/>
                    <a:pt x="61" y="47"/>
                  </a:cubicBezTo>
                  <a:cubicBezTo>
                    <a:pt x="60" y="48"/>
                    <a:pt x="60" y="48"/>
                    <a:pt x="60" y="48"/>
                  </a:cubicBezTo>
                  <a:cubicBezTo>
                    <a:pt x="60" y="53"/>
                    <a:pt x="60" y="53"/>
                    <a:pt x="60" y="53"/>
                  </a:cubicBezTo>
                  <a:cubicBezTo>
                    <a:pt x="60" y="54"/>
                    <a:pt x="60" y="54"/>
                    <a:pt x="60" y="54"/>
                  </a:cubicBezTo>
                  <a:cubicBezTo>
                    <a:pt x="63" y="54"/>
                    <a:pt x="63" y="53"/>
                    <a:pt x="63" y="53"/>
                  </a:cubicBezTo>
                  <a:cubicBezTo>
                    <a:pt x="63" y="53"/>
                    <a:pt x="63" y="53"/>
                    <a:pt x="63" y="53"/>
                  </a:cubicBezTo>
                  <a:lnTo>
                    <a:pt x="62" y="54"/>
                  </a:lnTo>
                  <a:close/>
                  <a:moveTo>
                    <a:pt x="66" y="49"/>
                  </a:moveTo>
                  <a:cubicBezTo>
                    <a:pt x="66" y="54"/>
                    <a:pt x="66" y="54"/>
                    <a:pt x="66" y="54"/>
                  </a:cubicBezTo>
                  <a:cubicBezTo>
                    <a:pt x="66" y="55"/>
                    <a:pt x="67" y="54"/>
                    <a:pt x="67" y="55"/>
                  </a:cubicBezTo>
                  <a:cubicBezTo>
                    <a:pt x="67" y="55"/>
                    <a:pt x="67" y="55"/>
                    <a:pt x="67" y="55"/>
                  </a:cubicBezTo>
                  <a:cubicBezTo>
                    <a:pt x="65" y="55"/>
                    <a:pt x="65" y="55"/>
                    <a:pt x="65" y="55"/>
                  </a:cubicBezTo>
                  <a:cubicBezTo>
                    <a:pt x="64" y="55"/>
                    <a:pt x="64" y="55"/>
                    <a:pt x="64" y="55"/>
                  </a:cubicBezTo>
                  <a:cubicBezTo>
                    <a:pt x="64" y="54"/>
                    <a:pt x="64" y="54"/>
                    <a:pt x="64" y="54"/>
                  </a:cubicBezTo>
                  <a:cubicBezTo>
                    <a:pt x="64" y="54"/>
                    <a:pt x="65" y="54"/>
                    <a:pt x="65" y="54"/>
                  </a:cubicBezTo>
                  <a:cubicBezTo>
                    <a:pt x="65" y="49"/>
                    <a:pt x="65" y="49"/>
                    <a:pt x="65" y="49"/>
                  </a:cubicBezTo>
                  <a:cubicBezTo>
                    <a:pt x="65" y="48"/>
                    <a:pt x="64" y="48"/>
                    <a:pt x="64" y="48"/>
                  </a:cubicBezTo>
                  <a:cubicBezTo>
                    <a:pt x="65" y="48"/>
                    <a:pt x="65" y="48"/>
                    <a:pt x="65" y="48"/>
                  </a:cubicBezTo>
                  <a:cubicBezTo>
                    <a:pt x="66" y="48"/>
                    <a:pt x="66" y="48"/>
                    <a:pt x="66" y="48"/>
                  </a:cubicBezTo>
                  <a:cubicBezTo>
                    <a:pt x="67" y="48"/>
                    <a:pt x="67" y="48"/>
                    <a:pt x="67" y="48"/>
                  </a:cubicBezTo>
                  <a:cubicBezTo>
                    <a:pt x="67" y="48"/>
                    <a:pt x="67" y="48"/>
                    <a:pt x="67" y="48"/>
                  </a:cubicBezTo>
                  <a:cubicBezTo>
                    <a:pt x="67" y="48"/>
                    <a:pt x="67" y="48"/>
                    <a:pt x="66" y="49"/>
                  </a:cubicBezTo>
                  <a:moveTo>
                    <a:pt x="71" y="55"/>
                  </a:moveTo>
                  <a:cubicBezTo>
                    <a:pt x="70" y="55"/>
                    <a:pt x="69" y="55"/>
                    <a:pt x="69" y="55"/>
                  </a:cubicBezTo>
                  <a:cubicBezTo>
                    <a:pt x="68" y="55"/>
                    <a:pt x="68" y="55"/>
                    <a:pt x="68" y="55"/>
                  </a:cubicBezTo>
                  <a:cubicBezTo>
                    <a:pt x="68" y="55"/>
                    <a:pt x="68" y="55"/>
                    <a:pt x="68" y="55"/>
                  </a:cubicBezTo>
                  <a:cubicBezTo>
                    <a:pt x="68" y="54"/>
                    <a:pt x="69" y="55"/>
                    <a:pt x="69" y="54"/>
                  </a:cubicBezTo>
                  <a:cubicBezTo>
                    <a:pt x="69" y="50"/>
                    <a:pt x="69" y="50"/>
                    <a:pt x="69" y="50"/>
                  </a:cubicBezTo>
                  <a:cubicBezTo>
                    <a:pt x="69" y="48"/>
                    <a:pt x="68" y="49"/>
                    <a:pt x="68" y="48"/>
                  </a:cubicBezTo>
                  <a:cubicBezTo>
                    <a:pt x="68" y="48"/>
                    <a:pt x="68" y="48"/>
                    <a:pt x="68" y="48"/>
                  </a:cubicBezTo>
                  <a:cubicBezTo>
                    <a:pt x="68" y="48"/>
                    <a:pt x="68" y="48"/>
                    <a:pt x="68" y="48"/>
                  </a:cubicBezTo>
                  <a:cubicBezTo>
                    <a:pt x="71" y="48"/>
                    <a:pt x="71" y="48"/>
                    <a:pt x="71" y="48"/>
                  </a:cubicBezTo>
                  <a:cubicBezTo>
                    <a:pt x="73" y="48"/>
                    <a:pt x="73" y="50"/>
                    <a:pt x="73" y="50"/>
                  </a:cubicBezTo>
                  <a:cubicBezTo>
                    <a:pt x="72" y="51"/>
                    <a:pt x="72" y="51"/>
                    <a:pt x="72" y="51"/>
                  </a:cubicBezTo>
                  <a:cubicBezTo>
                    <a:pt x="72" y="51"/>
                    <a:pt x="72" y="51"/>
                    <a:pt x="72" y="51"/>
                  </a:cubicBezTo>
                  <a:cubicBezTo>
                    <a:pt x="73" y="52"/>
                    <a:pt x="74" y="52"/>
                    <a:pt x="74" y="53"/>
                  </a:cubicBezTo>
                  <a:cubicBezTo>
                    <a:pt x="74" y="54"/>
                    <a:pt x="73" y="55"/>
                    <a:pt x="71" y="55"/>
                  </a:cubicBezTo>
                  <a:moveTo>
                    <a:pt x="79" y="55"/>
                  </a:moveTo>
                  <a:cubicBezTo>
                    <a:pt x="77" y="55"/>
                    <a:pt x="77" y="55"/>
                    <a:pt x="76" y="55"/>
                  </a:cubicBezTo>
                  <a:cubicBezTo>
                    <a:pt x="75" y="55"/>
                    <a:pt x="75" y="55"/>
                    <a:pt x="75" y="55"/>
                  </a:cubicBezTo>
                  <a:cubicBezTo>
                    <a:pt x="75" y="55"/>
                    <a:pt x="75" y="55"/>
                    <a:pt x="75" y="55"/>
                  </a:cubicBezTo>
                  <a:cubicBezTo>
                    <a:pt x="75" y="55"/>
                    <a:pt x="75" y="55"/>
                    <a:pt x="75" y="54"/>
                  </a:cubicBezTo>
                  <a:cubicBezTo>
                    <a:pt x="75" y="49"/>
                    <a:pt x="75" y="49"/>
                    <a:pt x="75" y="49"/>
                  </a:cubicBezTo>
                  <a:cubicBezTo>
                    <a:pt x="74" y="48"/>
                    <a:pt x="74" y="48"/>
                    <a:pt x="74" y="48"/>
                  </a:cubicBezTo>
                  <a:cubicBezTo>
                    <a:pt x="74" y="48"/>
                    <a:pt x="74" y="48"/>
                    <a:pt x="74" y="48"/>
                  </a:cubicBezTo>
                  <a:cubicBezTo>
                    <a:pt x="75" y="48"/>
                    <a:pt x="75" y="48"/>
                    <a:pt x="77" y="48"/>
                  </a:cubicBezTo>
                  <a:cubicBezTo>
                    <a:pt x="78" y="48"/>
                    <a:pt x="78" y="48"/>
                    <a:pt x="79" y="48"/>
                  </a:cubicBezTo>
                  <a:cubicBezTo>
                    <a:pt x="79" y="48"/>
                    <a:pt x="79" y="48"/>
                    <a:pt x="79" y="48"/>
                  </a:cubicBezTo>
                  <a:cubicBezTo>
                    <a:pt x="79" y="49"/>
                    <a:pt x="79" y="49"/>
                    <a:pt x="79" y="49"/>
                  </a:cubicBezTo>
                  <a:cubicBezTo>
                    <a:pt x="79" y="50"/>
                    <a:pt x="79" y="50"/>
                    <a:pt x="79" y="50"/>
                  </a:cubicBezTo>
                  <a:cubicBezTo>
                    <a:pt x="79" y="50"/>
                    <a:pt x="80" y="48"/>
                    <a:pt x="78" y="49"/>
                  </a:cubicBezTo>
                  <a:cubicBezTo>
                    <a:pt x="77" y="49"/>
                    <a:pt x="76" y="49"/>
                    <a:pt x="76" y="49"/>
                  </a:cubicBezTo>
                  <a:cubicBezTo>
                    <a:pt x="77" y="51"/>
                    <a:pt x="77" y="51"/>
                    <a:pt x="77" y="51"/>
                  </a:cubicBezTo>
                  <a:cubicBezTo>
                    <a:pt x="77" y="51"/>
                    <a:pt x="77" y="51"/>
                    <a:pt x="77" y="51"/>
                  </a:cubicBezTo>
                  <a:cubicBezTo>
                    <a:pt x="78" y="51"/>
                    <a:pt x="78" y="51"/>
                    <a:pt x="78" y="51"/>
                  </a:cubicBezTo>
                  <a:cubicBezTo>
                    <a:pt x="79" y="50"/>
                    <a:pt x="79" y="50"/>
                    <a:pt x="79" y="50"/>
                  </a:cubicBezTo>
                  <a:cubicBezTo>
                    <a:pt x="79" y="50"/>
                    <a:pt x="79" y="50"/>
                    <a:pt x="79" y="50"/>
                  </a:cubicBezTo>
                  <a:cubicBezTo>
                    <a:pt x="79" y="52"/>
                    <a:pt x="79" y="52"/>
                    <a:pt x="79" y="52"/>
                  </a:cubicBezTo>
                  <a:cubicBezTo>
                    <a:pt x="79" y="53"/>
                    <a:pt x="79" y="53"/>
                    <a:pt x="79" y="53"/>
                  </a:cubicBezTo>
                  <a:cubicBezTo>
                    <a:pt x="79" y="53"/>
                    <a:pt x="79" y="52"/>
                    <a:pt x="78" y="52"/>
                  </a:cubicBezTo>
                  <a:cubicBezTo>
                    <a:pt x="77" y="52"/>
                    <a:pt x="77" y="52"/>
                    <a:pt x="77" y="52"/>
                  </a:cubicBezTo>
                  <a:cubicBezTo>
                    <a:pt x="77" y="52"/>
                    <a:pt x="77" y="52"/>
                    <a:pt x="77" y="52"/>
                  </a:cubicBezTo>
                  <a:cubicBezTo>
                    <a:pt x="77" y="54"/>
                    <a:pt x="77" y="54"/>
                    <a:pt x="77" y="54"/>
                  </a:cubicBezTo>
                  <a:cubicBezTo>
                    <a:pt x="77" y="55"/>
                    <a:pt x="77" y="55"/>
                    <a:pt x="77" y="55"/>
                  </a:cubicBezTo>
                  <a:cubicBezTo>
                    <a:pt x="80" y="54"/>
                    <a:pt x="80" y="53"/>
                    <a:pt x="80" y="53"/>
                  </a:cubicBezTo>
                  <a:cubicBezTo>
                    <a:pt x="80" y="53"/>
                    <a:pt x="80" y="53"/>
                    <a:pt x="80" y="53"/>
                  </a:cubicBezTo>
                  <a:lnTo>
                    <a:pt x="79" y="55"/>
                  </a:lnTo>
                  <a:close/>
                  <a:moveTo>
                    <a:pt x="87" y="54"/>
                  </a:moveTo>
                  <a:cubicBezTo>
                    <a:pt x="85" y="53"/>
                    <a:pt x="85" y="53"/>
                    <a:pt x="85" y="53"/>
                  </a:cubicBezTo>
                  <a:cubicBezTo>
                    <a:pt x="84" y="52"/>
                    <a:pt x="84" y="52"/>
                    <a:pt x="84" y="52"/>
                  </a:cubicBezTo>
                  <a:cubicBezTo>
                    <a:pt x="83" y="51"/>
                    <a:pt x="83" y="51"/>
                    <a:pt x="83" y="51"/>
                  </a:cubicBezTo>
                  <a:cubicBezTo>
                    <a:pt x="83" y="52"/>
                    <a:pt x="83" y="52"/>
                    <a:pt x="83" y="52"/>
                  </a:cubicBezTo>
                  <a:cubicBezTo>
                    <a:pt x="83" y="54"/>
                    <a:pt x="83" y="54"/>
                    <a:pt x="83" y="54"/>
                  </a:cubicBezTo>
                  <a:cubicBezTo>
                    <a:pt x="83" y="55"/>
                    <a:pt x="84" y="54"/>
                    <a:pt x="84" y="54"/>
                  </a:cubicBezTo>
                  <a:cubicBezTo>
                    <a:pt x="84" y="55"/>
                    <a:pt x="84" y="55"/>
                    <a:pt x="84" y="55"/>
                  </a:cubicBezTo>
                  <a:cubicBezTo>
                    <a:pt x="83" y="55"/>
                    <a:pt x="83" y="55"/>
                    <a:pt x="83" y="55"/>
                  </a:cubicBezTo>
                  <a:cubicBezTo>
                    <a:pt x="81" y="55"/>
                    <a:pt x="81" y="55"/>
                    <a:pt x="81" y="55"/>
                  </a:cubicBezTo>
                  <a:cubicBezTo>
                    <a:pt x="81" y="55"/>
                    <a:pt x="81" y="55"/>
                    <a:pt x="81" y="55"/>
                  </a:cubicBezTo>
                  <a:cubicBezTo>
                    <a:pt x="81" y="54"/>
                    <a:pt x="82" y="55"/>
                    <a:pt x="82" y="53"/>
                  </a:cubicBezTo>
                  <a:cubicBezTo>
                    <a:pt x="81" y="49"/>
                    <a:pt x="81" y="49"/>
                    <a:pt x="81" y="49"/>
                  </a:cubicBezTo>
                  <a:cubicBezTo>
                    <a:pt x="81" y="48"/>
                    <a:pt x="80" y="48"/>
                    <a:pt x="80" y="48"/>
                  </a:cubicBezTo>
                  <a:cubicBezTo>
                    <a:pt x="80" y="48"/>
                    <a:pt x="80" y="48"/>
                    <a:pt x="80" y="48"/>
                  </a:cubicBezTo>
                  <a:cubicBezTo>
                    <a:pt x="81" y="48"/>
                    <a:pt x="81" y="48"/>
                    <a:pt x="81" y="48"/>
                  </a:cubicBezTo>
                  <a:cubicBezTo>
                    <a:pt x="83" y="48"/>
                    <a:pt x="83" y="48"/>
                    <a:pt x="83" y="48"/>
                  </a:cubicBezTo>
                  <a:cubicBezTo>
                    <a:pt x="86" y="47"/>
                    <a:pt x="86" y="49"/>
                    <a:pt x="86" y="49"/>
                  </a:cubicBezTo>
                  <a:cubicBezTo>
                    <a:pt x="85" y="50"/>
                    <a:pt x="85" y="50"/>
                    <a:pt x="85" y="50"/>
                  </a:cubicBezTo>
                  <a:cubicBezTo>
                    <a:pt x="85" y="51"/>
                    <a:pt x="85" y="51"/>
                    <a:pt x="85" y="51"/>
                  </a:cubicBezTo>
                  <a:cubicBezTo>
                    <a:pt x="85" y="51"/>
                    <a:pt x="86" y="52"/>
                    <a:pt x="87" y="54"/>
                  </a:cubicBezTo>
                  <a:cubicBezTo>
                    <a:pt x="87" y="54"/>
                    <a:pt x="87" y="54"/>
                    <a:pt x="87" y="54"/>
                  </a:cubicBezTo>
                  <a:cubicBezTo>
                    <a:pt x="87" y="54"/>
                    <a:pt x="87" y="54"/>
                    <a:pt x="87" y="54"/>
                  </a:cubicBezTo>
                  <a:cubicBezTo>
                    <a:pt x="88" y="54"/>
                    <a:pt x="88" y="54"/>
                    <a:pt x="88" y="54"/>
                  </a:cubicBezTo>
                  <a:lnTo>
                    <a:pt x="87" y="54"/>
                  </a:lnTo>
                  <a:close/>
                  <a:moveTo>
                    <a:pt x="95" y="53"/>
                  </a:moveTo>
                  <a:cubicBezTo>
                    <a:pt x="94" y="53"/>
                    <a:pt x="94" y="53"/>
                    <a:pt x="94" y="53"/>
                  </a:cubicBezTo>
                  <a:cubicBezTo>
                    <a:pt x="93" y="53"/>
                    <a:pt x="93" y="53"/>
                    <a:pt x="93" y="53"/>
                  </a:cubicBezTo>
                  <a:cubicBezTo>
                    <a:pt x="93" y="53"/>
                    <a:pt x="93" y="53"/>
                    <a:pt x="93" y="53"/>
                  </a:cubicBezTo>
                  <a:cubicBezTo>
                    <a:pt x="93" y="52"/>
                    <a:pt x="93" y="52"/>
                    <a:pt x="93" y="52"/>
                  </a:cubicBezTo>
                  <a:cubicBezTo>
                    <a:pt x="93" y="52"/>
                    <a:pt x="93" y="52"/>
                    <a:pt x="93" y="52"/>
                  </a:cubicBezTo>
                  <a:cubicBezTo>
                    <a:pt x="92" y="51"/>
                    <a:pt x="92" y="51"/>
                    <a:pt x="92" y="51"/>
                  </a:cubicBezTo>
                  <a:cubicBezTo>
                    <a:pt x="90" y="51"/>
                    <a:pt x="90" y="51"/>
                    <a:pt x="90" y="51"/>
                  </a:cubicBezTo>
                  <a:cubicBezTo>
                    <a:pt x="90" y="52"/>
                    <a:pt x="90" y="52"/>
                    <a:pt x="90" y="52"/>
                  </a:cubicBezTo>
                  <a:cubicBezTo>
                    <a:pt x="90" y="53"/>
                    <a:pt x="90" y="53"/>
                    <a:pt x="90" y="53"/>
                  </a:cubicBezTo>
                  <a:cubicBezTo>
                    <a:pt x="91" y="54"/>
                    <a:pt x="91" y="54"/>
                    <a:pt x="91" y="54"/>
                  </a:cubicBezTo>
                  <a:cubicBezTo>
                    <a:pt x="90" y="54"/>
                    <a:pt x="90" y="54"/>
                    <a:pt x="90" y="54"/>
                  </a:cubicBezTo>
                  <a:cubicBezTo>
                    <a:pt x="89" y="54"/>
                    <a:pt x="89" y="54"/>
                    <a:pt x="89" y="54"/>
                  </a:cubicBezTo>
                  <a:cubicBezTo>
                    <a:pt x="89" y="54"/>
                    <a:pt x="89" y="54"/>
                    <a:pt x="89" y="54"/>
                  </a:cubicBezTo>
                  <a:cubicBezTo>
                    <a:pt x="88" y="54"/>
                    <a:pt x="88" y="54"/>
                    <a:pt x="88" y="54"/>
                  </a:cubicBezTo>
                  <a:cubicBezTo>
                    <a:pt x="89" y="53"/>
                    <a:pt x="89" y="53"/>
                    <a:pt x="89" y="53"/>
                  </a:cubicBezTo>
                  <a:cubicBezTo>
                    <a:pt x="90" y="47"/>
                    <a:pt x="90" y="47"/>
                    <a:pt x="90" y="47"/>
                  </a:cubicBezTo>
                  <a:cubicBezTo>
                    <a:pt x="91" y="46"/>
                    <a:pt x="91" y="46"/>
                    <a:pt x="91" y="46"/>
                  </a:cubicBezTo>
                  <a:cubicBezTo>
                    <a:pt x="91" y="47"/>
                    <a:pt x="91" y="47"/>
                    <a:pt x="91" y="47"/>
                  </a:cubicBezTo>
                  <a:cubicBezTo>
                    <a:pt x="95" y="52"/>
                    <a:pt x="95" y="52"/>
                    <a:pt x="95" y="52"/>
                  </a:cubicBezTo>
                  <a:cubicBezTo>
                    <a:pt x="96" y="53"/>
                    <a:pt x="96" y="53"/>
                    <a:pt x="96" y="53"/>
                  </a:cubicBezTo>
                  <a:lnTo>
                    <a:pt x="95" y="53"/>
                  </a:lnTo>
                  <a:close/>
                  <a:moveTo>
                    <a:pt x="100" y="52"/>
                  </a:moveTo>
                  <a:cubicBezTo>
                    <a:pt x="98" y="52"/>
                    <a:pt x="98" y="52"/>
                    <a:pt x="97" y="52"/>
                  </a:cubicBezTo>
                  <a:cubicBezTo>
                    <a:pt x="97" y="52"/>
                    <a:pt x="97" y="52"/>
                    <a:pt x="97" y="52"/>
                  </a:cubicBezTo>
                  <a:cubicBezTo>
                    <a:pt x="96" y="52"/>
                    <a:pt x="96" y="52"/>
                    <a:pt x="96" y="52"/>
                  </a:cubicBezTo>
                  <a:cubicBezTo>
                    <a:pt x="96" y="52"/>
                    <a:pt x="97" y="52"/>
                    <a:pt x="97" y="51"/>
                  </a:cubicBezTo>
                  <a:cubicBezTo>
                    <a:pt x="96" y="47"/>
                    <a:pt x="96" y="47"/>
                    <a:pt x="96" y="47"/>
                  </a:cubicBezTo>
                  <a:cubicBezTo>
                    <a:pt x="95" y="46"/>
                    <a:pt x="94" y="46"/>
                    <a:pt x="94" y="46"/>
                  </a:cubicBezTo>
                  <a:cubicBezTo>
                    <a:pt x="94" y="46"/>
                    <a:pt x="94" y="46"/>
                    <a:pt x="94" y="46"/>
                  </a:cubicBezTo>
                  <a:cubicBezTo>
                    <a:pt x="95" y="46"/>
                    <a:pt x="95" y="46"/>
                    <a:pt x="95" y="46"/>
                  </a:cubicBezTo>
                  <a:cubicBezTo>
                    <a:pt x="97" y="45"/>
                    <a:pt x="97" y="45"/>
                    <a:pt x="97" y="45"/>
                  </a:cubicBezTo>
                  <a:cubicBezTo>
                    <a:pt x="100" y="44"/>
                    <a:pt x="100" y="46"/>
                    <a:pt x="100" y="46"/>
                  </a:cubicBezTo>
                  <a:cubicBezTo>
                    <a:pt x="99" y="48"/>
                    <a:pt x="99" y="48"/>
                    <a:pt x="99" y="48"/>
                  </a:cubicBezTo>
                  <a:cubicBezTo>
                    <a:pt x="101" y="48"/>
                    <a:pt x="101" y="48"/>
                    <a:pt x="101" y="49"/>
                  </a:cubicBezTo>
                  <a:cubicBezTo>
                    <a:pt x="102" y="50"/>
                    <a:pt x="101" y="51"/>
                    <a:pt x="100" y="52"/>
                  </a:cubicBezTo>
                  <a:moveTo>
                    <a:pt x="106" y="50"/>
                  </a:moveTo>
                  <a:cubicBezTo>
                    <a:pt x="104" y="50"/>
                    <a:pt x="104" y="50"/>
                    <a:pt x="104" y="50"/>
                  </a:cubicBezTo>
                  <a:cubicBezTo>
                    <a:pt x="103" y="50"/>
                    <a:pt x="103" y="50"/>
                    <a:pt x="103" y="50"/>
                  </a:cubicBezTo>
                  <a:cubicBezTo>
                    <a:pt x="103" y="50"/>
                    <a:pt x="103" y="50"/>
                    <a:pt x="103" y="50"/>
                  </a:cubicBezTo>
                  <a:cubicBezTo>
                    <a:pt x="103" y="49"/>
                    <a:pt x="103" y="49"/>
                    <a:pt x="103" y="49"/>
                  </a:cubicBezTo>
                  <a:cubicBezTo>
                    <a:pt x="102" y="45"/>
                    <a:pt x="102" y="45"/>
                    <a:pt x="102" y="45"/>
                  </a:cubicBezTo>
                  <a:cubicBezTo>
                    <a:pt x="101" y="44"/>
                    <a:pt x="101" y="44"/>
                    <a:pt x="101" y="44"/>
                  </a:cubicBezTo>
                  <a:cubicBezTo>
                    <a:pt x="101" y="44"/>
                    <a:pt x="101" y="44"/>
                    <a:pt x="101" y="44"/>
                  </a:cubicBezTo>
                  <a:cubicBezTo>
                    <a:pt x="102" y="44"/>
                    <a:pt x="102" y="44"/>
                    <a:pt x="102" y="44"/>
                  </a:cubicBezTo>
                  <a:cubicBezTo>
                    <a:pt x="103" y="43"/>
                    <a:pt x="103" y="43"/>
                    <a:pt x="103" y="43"/>
                  </a:cubicBezTo>
                  <a:cubicBezTo>
                    <a:pt x="104" y="43"/>
                    <a:pt x="104" y="43"/>
                    <a:pt x="104" y="43"/>
                  </a:cubicBezTo>
                  <a:cubicBezTo>
                    <a:pt x="103" y="44"/>
                    <a:pt x="103" y="44"/>
                    <a:pt x="103" y="44"/>
                  </a:cubicBezTo>
                  <a:cubicBezTo>
                    <a:pt x="105" y="49"/>
                    <a:pt x="105" y="49"/>
                    <a:pt x="105" y="49"/>
                  </a:cubicBezTo>
                  <a:cubicBezTo>
                    <a:pt x="105" y="50"/>
                    <a:pt x="106" y="49"/>
                    <a:pt x="106" y="49"/>
                  </a:cubicBezTo>
                  <a:lnTo>
                    <a:pt x="106" y="50"/>
                  </a:lnTo>
                  <a:close/>
                  <a:moveTo>
                    <a:pt x="111" y="48"/>
                  </a:moveTo>
                  <a:cubicBezTo>
                    <a:pt x="110" y="48"/>
                    <a:pt x="110" y="48"/>
                    <a:pt x="110" y="48"/>
                  </a:cubicBezTo>
                  <a:cubicBezTo>
                    <a:pt x="109" y="49"/>
                    <a:pt x="109" y="49"/>
                    <a:pt x="109" y="49"/>
                  </a:cubicBezTo>
                  <a:cubicBezTo>
                    <a:pt x="108" y="49"/>
                    <a:pt x="108" y="49"/>
                    <a:pt x="108" y="49"/>
                  </a:cubicBezTo>
                  <a:cubicBezTo>
                    <a:pt x="108" y="48"/>
                    <a:pt x="109" y="48"/>
                    <a:pt x="109" y="47"/>
                  </a:cubicBezTo>
                  <a:cubicBezTo>
                    <a:pt x="107" y="43"/>
                    <a:pt x="107" y="43"/>
                    <a:pt x="107" y="43"/>
                  </a:cubicBezTo>
                  <a:cubicBezTo>
                    <a:pt x="106" y="43"/>
                    <a:pt x="106" y="43"/>
                    <a:pt x="106" y="43"/>
                  </a:cubicBezTo>
                  <a:cubicBezTo>
                    <a:pt x="106" y="43"/>
                    <a:pt x="106" y="43"/>
                    <a:pt x="106" y="43"/>
                  </a:cubicBezTo>
                  <a:cubicBezTo>
                    <a:pt x="105" y="43"/>
                    <a:pt x="105" y="44"/>
                    <a:pt x="105" y="45"/>
                  </a:cubicBezTo>
                  <a:cubicBezTo>
                    <a:pt x="105" y="44"/>
                    <a:pt x="105" y="44"/>
                    <a:pt x="105" y="44"/>
                  </a:cubicBezTo>
                  <a:cubicBezTo>
                    <a:pt x="104" y="43"/>
                    <a:pt x="104" y="43"/>
                    <a:pt x="104" y="43"/>
                  </a:cubicBezTo>
                  <a:cubicBezTo>
                    <a:pt x="104" y="43"/>
                    <a:pt x="104" y="43"/>
                    <a:pt x="104" y="43"/>
                  </a:cubicBezTo>
                  <a:cubicBezTo>
                    <a:pt x="105" y="42"/>
                    <a:pt x="106" y="42"/>
                    <a:pt x="107" y="42"/>
                  </a:cubicBezTo>
                  <a:cubicBezTo>
                    <a:pt x="109" y="41"/>
                    <a:pt x="109" y="41"/>
                    <a:pt x="110" y="41"/>
                  </a:cubicBezTo>
                  <a:cubicBezTo>
                    <a:pt x="110" y="41"/>
                    <a:pt x="110" y="41"/>
                    <a:pt x="110" y="41"/>
                  </a:cubicBezTo>
                  <a:cubicBezTo>
                    <a:pt x="111" y="42"/>
                    <a:pt x="111" y="42"/>
                    <a:pt x="111" y="42"/>
                  </a:cubicBezTo>
                  <a:cubicBezTo>
                    <a:pt x="111" y="42"/>
                    <a:pt x="111" y="42"/>
                    <a:pt x="111" y="42"/>
                  </a:cubicBezTo>
                  <a:cubicBezTo>
                    <a:pt x="110" y="42"/>
                    <a:pt x="110" y="41"/>
                    <a:pt x="109" y="42"/>
                  </a:cubicBezTo>
                  <a:cubicBezTo>
                    <a:pt x="109" y="42"/>
                    <a:pt x="109" y="42"/>
                    <a:pt x="109" y="42"/>
                  </a:cubicBezTo>
                  <a:cubicBezTo>
                    <a:pt x="108" y="43"/>
                    <a:pt x="108" y="43"/>
                    <a:pt x="108" y="43"/>
                  </a:cubicBezTo>
                  <a:cubicBezTo>
                    <a:pt x="110" y="47"/>
                    <a:pt x="110" y="47"/>
                    <a:pt x="110" y="47"/>
                  </a:cubicBezTo>
                  <a:cubicBezTo>
                    <a:pt x="110" y="48"/>
                    <a:pt x="111" y="47"/>
                    <a:pt x="111" y="47"/>
                  </a:cubicBezTo>
                  <a:lnTo>
                    <a:pt x="111" y="48"/>
                  </a:lnTo>
                  <a:close/>
                  <a:moveTo>
                    <a:pt x="115" y="42"/>
                  </a:moveTo>
                  <a:cubicBezTo>
                    <a:pt x="114" y="42"/>
                    <a:pt x="114" y="42"/>
                    <a:pt x="114" y="42"/>
                  </a:cubicBezTo>
                  <a:cubicBezTo>
                    <a:pt x="115" y="41"/>
                    <a:pt x="115" y="41"/>
                    <a:pt x="115" y="41"/>
                  </a:cubicBezTo>
                  <a:cubicBezTo>
                    <a:pt x="116" y="41"/>
                    <a:pt x="116" y="41"/>
                    <a:pt x="116" y="41"/>
                  </a:cubicBezTo>
                  <a:lnTo>
                    <a:pt x="115" y="42"/>
                  </a:lnTo>
                  <a:close/>
                  <a:moveTo>
                    <a:pt x="126" y="40"/>
                  </a:moveTo>
                  <a:cubicBezTo>
                    <a:pt x="126" y="40"/>
                    <a:pt x="126" y="40"/>
                    <a:pt x="126" y="40"/>
                  </a:cubicBezTo>
                  <a:cubicBezTo>
                    <a:pt x="119" y="38"/>
                    <a:pt x="119" y="38"/>
                    <a:pt x="119" y="38"/>
                  </a:cubicBezTo>
                  <a:cubicBezTo>
                    <a:pt x="119" y="38"/>
                    <a:pt x="119" y="38"/>
                    <a:pt x="119" y="38"/>
                  </a:cubicBezTo>
                  <a:cubicBezTo>
                    <a:pt x="119" y="38"/>
                    <a:pt x="119" y="38"/>
                    <a:pt x="119" y="38"/>
                  </a:cubicBezTo>
                  <a:cubicBezTo>
                    <a:pt x="121" y="41"/>
                    <a:pt x="121" y="41"/>
                    <a:pt x="121" y="41"/>
                  </a:cubicBezTo>
                  <a:cubicBezTo>
                    <a:pt x="122" y="43"/>
                    <a:pt x="122" y="42"/>
                    <a:pt x="123" y="42"/>
                  </a:cubicBezTo>
                  <a:cubicBezTo>
                    <a:pt x="122" y="42"/>
                    <a:pt x="122" y="42"/>
                    <a:pt x="122" y="42"/>
                  </a:cubicBezTo>
                  <a:cubicBezTo>
                    <a:pt x="121" y="43"/>
                    <a:pt x="121" y="43"/>
                    <a:pt x="121" y="43"/>
                  </a:cubicBezTo>
                  <a:cubicBezTo>
                    <a:pt x="121" y="43"/>
                    <a:pt x="121" y="43"/>
                    <a:pt x="121" y="43"/>
                  </a:cubicBezTo>
                  <a:cubicBezTo>
                    <a:pt x="120" y="44"/>
                    <a:pt x="120" y="44"/>
                    <a:pt x="120" y="44"/>
                  </a:cubicBezTo>
                  <a:cubicBezTo>
                    <a:pt x="120" y="42"/>
                    <a:pt x="120" y="42"/>
                    <a:pt x="120" y="42"/>
                  </a:cubicBezTo>
                  <a:cubicBezTo>
                    <a:pt x="119" y="39"/>
                    <a:pt x="119" y="39"/>
                    <a:pt x="119" y="39"/>
                  </a:cubicBezTo>
                  <a:cubicBezTo>
                    <a:pt x="118" y="37"/>
                    <a:pt x="117" y="38"/>
                    <a:pt x="117" y="38"/>
                  </a:cubicBezTo>
                  <a:cubicBezTo>
                    <a:pt x="117" y="37"/>
                    <a:pt x="117" y="37"/>
                    <a:pt x="117" y="37"/>
                  </a:cubicBezTo>
                  <a:cubicBezTo>
                    <a:pt x="117" y="37"/>
                    <a:pt x="117" y="37"/>
                    <a:pt x="117" y="37"/>
                  </a:cubicBezTo>
                  <a:cubicBezTo>
                    <a:pt x="118" y="37"/>
                    <a:pt x="118" y="37"/>
                    <a:pt x="118" y="37"/>
                  </a:cubicBezTo>
                  <a:cubicBezTo>
                    <a:pt x="119" y="37"/>
                    <a:pt x="119" y="37"/>
                    <a:pt x="119" y="37"/>
                  </a:cubicBezTo>
                  <a:cubicBezTo>
                    <a:pt x="124" y="39"/>
                    <a:pt x="124" y="39"/>
                    <a:pt x="124" y="39"/>
                  </a:cubicBezTo>
                  <a:cubicBezTo>
                    <a:pt x="125" y="39"/>
                    <a:pt x="125" y="39"/>
                    <a:pt x="125" y="39"/>
                  </a:cubicBezTo>
                  <a:cubicBezTo>
                    <a:pt x="125" y="38"/>
                    <a:pt x="125" y="38"/>
                    <a:pt x="125" y="38"/>
                  </a:cubicBezTo>
                  <a:cubicBezTo>
                    <a:pt x="123" y="35"/>
                    <a:pt x="123" y="35"/>
                    <a:pt x="123" y="35"/>
                  </a:cubicBezTo>
                  <a:cubicBezTo>
                    <a:pt x="121" y="35"/>
                    <a:pt x="121" y="35"/>
                    <a:pt x="121" y="35"/>
                  </a:cubicBezTo>
                  <a:cubicBezTo>
                    <a:pt x="121" y="35"/>
                    <a:pt x="121" y="35"/>
                    <a:pt x="121" y="35"/>
                  </a:cubicBezTo>
                  <a:cubicBezTo>
                    <a:pt x="122" y="34"/>
                    <a:pt x="122" y="34"/>
                    <a:pt x="122" y="34"/>
                  </a:cubicBezTo>
                  <a:cubicBezTo>
                    <a:pt x="123" y="34"/>
                    <a:pt x="123" y="34"/>
                    <a:pt x="123" y="34"/>
                  </a:cubicBezTo>
                  <a:cubicBezTo>
                    <a:pt x="124" y="34"/>
                    <a:pt x="124" y="34"/>
                    <a:pt x="124" y="34"/>
                  </a:cubicBezTo>
                  <a:cubicBezTo>
                    <a:pt x="124" y="34"/>
                    <a:pt x="123" y="34"/>
                    <a:pt x="123" y="35"/>
                  </a:cubicBezTo>
                  <a:cubicBezTo>
                    <a:pt x="126" y="40"/>
                    <a:pt x="126" y="40"/>
                    <a:pt x="126" y="40"/>
                  </a:cubicBezTo>
                  <a:close/>
                  <a:moveTo>
                    <a:pt x="131" y="38"/>
                  </a:moveTo>
                  <a:cubicBezTo>
                    <a:pt x="129" y="39"/>
                    <a:pt x="127" y="38"/>
                    <a:pt x="126" y="37"/>
                  </a:cubicBezTo>
                  <a:cubicBezTo>
                    <a:pt x="125" y="35"/>
                    <a:pt x="125" y="33"/>
                    <a:pt x="127" y="31"/>
                  </a:cubicBezTo>
                  <a:cubicBezTo>
                    <a:pt x="128" y="30"/>
                    <a:pt x="130" y="31"/>
                    <a:pt x="132" y="32"/>
                  </a:cubicBezTo>
                  <a:cubicBezTo>
                    <a:pt x="132" y="33"/>
                    <a:pt x="133" y="36"/>
                    <a:pt x="131" y="38"/>
                  </a:cubicBezTo>
                  <a:moveTo>
                    <a:pt x="136" y="33"/>
                  </a:moveTo>
                  <a:cubicBezTo>
                    <a:pt x="135" y="34"/>
                    <a:pt x="135" y="34"/>
                    <a:pt x="135" y="34"/>
                  </a:cubicBezTo>
                  <a:cubicBezTo>
                    <a:pt x="134" y="34"/>
                    <a:pt x="134" y="34"/>
                    <a:pt x="134" y="34"/>
                  </a:cubicBezTo>
                  <a:cubicBezTo>
                    <a:pt x="133" y="33"/>
                    <a:pt x="133" y="33"/>
                    <a:pt x="133" y="33"/>
                  </a:cubicBezTo>
                  <a:cubicBezTo>
                    <a:pt x="133" y="33"/>
                    <a:pt x="133" y="33"/>
                    <a:pt x="133" y="33"/>
                  </a:cubicBezTo>
                  <a:cubicBezTo>
                    <a:pt x="134" y="33"/>
                    <a:pt x="134" y="33"/>
                    <a:pt x="134" y="33"/>
                  </a:cubicBezTo>
                  <a:cubicBezTo>
                    <a:pt x="136" y="33"/>
                    <a:pt x="136" y="33"/>
                    <a:pt x="136" y="33"/>
                  </a:cubicBezTo>
                  <a:cubicBezTo>
                    <a:pt x="137" y="31"/>
                    <a:pt x="137" y="31"/>
                    <a:pt x="137" y="31"/>
                  </a:cubicBezTo>
                  <a:cubicBezTo>
                    <a:pt x="136" y="30"/>
                    <a:pt x="135" y="31"/>
                    <a:pt x="134" y="31"/>
                  </a:cubicBezTo>
                  <a:cubicBezTo>
                    <a:pt x="132" y="31"/>
                    <a:pt x="132" y="31"/>
                    <a:pt x="132" y="31"/>
                  </a:cubicBezTo>
                  <a:cubicBezTo>
                    <a:pt x="131" y="30"/>
                    <a:pt x="131" y="29"/>
                    <a:pt x="132" y="28"/>
                  </a:cubicBezTo>
                  <a:cubicBezTo>
                    <a:pt x="133" y="27"/>
                    <a:pt x="133" y="27"/>
                    <a:pt x="133" y="27"/>
                  </a:cubicBezTo>
                  <a:cubicBezTo>
                    <a:pt x="134" y="27"/>
                    <a:pt x="134" y="27"/>
                    <a:pt x="134" y="27"/>
                  </a:cubicBezTo>
                  <a:cubicBezTo>
                    <a:pt x="134" y="27"/>
                    <a:pt x="134" y="27"/>
                    <a:pt x="134" y="27"/>
                  </a:cubicBezTo>
                  <a:cubicBezTo>
                    <a:pt x="135" y="28"/>
                    <a:pt x="135" y="28"/>
                    <a:pt x="135" y="28"/>
                  </a:cubicBezTo>
                  <a:cubicBezTo>
                    <a:pt x="135" y="28"/>
                    <a:pt x="135" y="28"/>
                    <a:pt x="135" y="28"/>
                  </a:cubicBezTo>
                  <a:cubicBezTo>
                    <a:pt x="135" y="29"/>
                    <a:pt x="133" y="27"/>
                    <a:pt x="132" y="28"/>
                  </a:cubicBezTo>
                  <a:cubicBezTo>
                    <a:pt x="132" y="30"/>
                    <a:pt x="132" y="30"/>
                    <a:pt x="132" y="30"/>
                  </a:cubicBezTo>
                  <a:cubicBezTo>
                    <a:pt x="132" y="30"/>
                    <a:pt x="133" y="30"/>
                    <a:pt x="134" y="30"/>
                  </a:cubicBezTo>
                  <a:cubicBezTo>
                    <a:pt x="135" y="29"/>
                    <a:pt x="136" y="29"/>
                    <a:pt x="137" y="30"/>
                  </a:cubicBezTo>
                  <a:cubicBezTo>
                    <a:pt x="138" y="31"/>
                    <a:pt x="138" y="33"/>
                    <a:pt x="136" y="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2" name="Freeform 32">
              <a:extLst>
                <a:ext uri="{FF2B5EF4-FFF2-40B4-BE49-F238E27FC236}">
                  <a16:creationId xmlns:a16="http://schemas.microsoft.com/office/drawing/2014/main" id="{7981056D-C786-47D3-827C-4AE09DD9A659}"/>
                </a:ext>
              </a:extLst>
            </p:cNvPr>
            <p:cNvSpPr>
              <a:spLocks noEditPoints="1"/>
            </p:cNvSpPr>
            <p:nvPr/>
          </p:nvSpPr>
          <p:spPr bwMode="auto">
            <a:xfrm>
              <a:off x="6111875" y="2517775"/>
              <a:ext cx="104775" cy="215900"/>
            </a:xfrm>
            <a:custGeom>
              <a:avLst/>
              <a:gdLst>
                <a:gd name="T0" fmla="*/ 44 w 49"/>
                <a:gd name="T1" fmla="*/ 10 h 100"/>
                <a:gd name="T2" fmla="*/ 38 w 49"/>
                <a:gd name="T3" fmla="*/ 26 h 100"/>
                <a:gd name="T4" fmla="*/ 33 w 49"/>
                <a:gd name="T5" fmla="*/ 21 h 100"/>
                <a:gd name="T6" fmla="*/ 20 w 49"/>
                <a:gd name="T7" fmla="*/ 15 h 100"/>
                <a:gd name="T8" fmla="*/ 3 w 49"/>
                <a:gd name="T9" fmla="*/ 2 h 100"/>
                <a:gd name="T10" fmla="*/ 2 w 49"/>
                <a:gd name="T11" fmla="*/ 43 h 100"/>
                <a:gd name="T12" fmla="*/ 7 w 49"/>
                <a:gd name="T13" fmla="*/ 38 h 100"/>
                <a:gd name="T14" fmla="*/ 6 w 49"/>
                <a:gd name="T15" fmla="*/ 82 h 100"/>
                <a:gd name="T16" fmla="*/ 11 w 49"/>
                <a:gd name="T17" fmla="*/ 86 h 100"/>
                <a:gd name="T18" fmla="*/ 34 w 49"/>
                <a:gd name="T19" fmla="*/ 79 h 100"/>
                <a:gd name="T20" fmla="*/ 29 w 49"/>
                <a:gd name="T21" fmla="*/ 52 h 100"/>
                <a:gd name="T22" fmla="*/ 40 w 49"/>
                <a:gd name="T23" fmla="*/ 58 h 100"/>
                <a:gd name="T24" fmla="*/ 40 w 49"/>
                <a:gd name="T25" fmla="*/ 50 h 100"/>
                <a:gd name="T26" fmla="*/ 44 w 49"/>
                <a:gd name="T27" fmla="*/ 26 h 100"/>
                <a:gd name="T28" fmla="*/ 35 w 49"/>
                <a:gd name="T29" fmla="*/ 21 h 100"/>
                <a:gd name="T30" fmla="*/ 42 w 49"/>
                <a:gd name="T31" fmla="*/ 14 h 100"/>
                <a:gd name="T32" fmla="*/ 29 w 49"/>
                <a:gd name="T33" fmla="*/ 20 h 100"/>
                <a:gd name="T34" fmla="*/ 29 w 49"/>
                <a:gd name="T35" fmla="*/ 15 h 100"/>
                <a:gd name="T36" fmla="*/ 25 w 49"/>
                <a:gd name="T37" fmla="*/ 15 h 100"/>
                <a:gd name="T38" fmla="*/ 35 w 49"/>
                <a:gd name="T39" fmla="*/ 35 h 100"/>
                <a:gd name="T40" fmla="*/ 20 w 49"/>
                <a:gd name="T41" fmla="*/ 26 h 100"/>
                <a:gd name="T42" fmla="*/ 19 w 49"/>
                <a:gd name="T43" fmla="*/ 24 h 100"/>
                <a:gd name="T44" fmla="*/ 13 w 49"/>
                <a:gd name="T45" fmla="*/ 1 h 100"/>
                <a:gd name="T46" fmla="*/ 25 w 49"/>
                <a:gd name="T47" fmla="*/ 40 h 100"/>
                <a:gd name="T48" fmla="*/ 20 w 49"/>
                <a:gd name="T49" fmla="*/ 44 h 100"/>
                <a:gd name="T50" fmla="*/ 14 w 49"/>
                <a:gd name="T51" fmla="*/ 42 h 100"/>
                <a:gd name="T52" fmla="*/ 18 w 49"/>
                <a:gd name="T53" fmla="*/ 42 h 100"/>
                <a:gd name="T54" fmla="*/ 11 w 49"/>
                <a:gd name="T55" fmla="*/ 36 h 100"/>
                <a:gd name="T56" fmla="*/ 7 w 49"/>
                <a:gd name="T57" fmla="*/ 28 h 100"/>
                <a:gd name="T58" fmla="*/ 3 w 49"/>
                <a:gd name="T59" fmla="*/ 3 h 100"/>
                <a:gd name="T60" fmla="*/ 6 w 49"/>
                <a:gd name="T61" fmla="*/ 22 h 100"/>
                <a:gd name="T62" fmla="*/ 4 w 49"/>
                <a:gd name="T63" fmla="*/ 30 h 100"/>
                <a:gd name="T64" fmla="*/ 2 w 49"/>
                <a:gd name="T65" fmla="*/ 48 h 100"/>
                <a:gd name="T66" fmla="*/ 2 w 49"/>
                <a:gd name="T67" fmla="*/ 50 h 100"/>
                <a:gd name="T68" fmla="*/ 11 w 49"/>
                <a:gd name="T69" fmla="*/ 36 h 100"/>
                <a:gd name="T70" fmla="*/ 32 w 49"/>
                <a:gd name="T71" fmla="*/ 77 h 100"/>
                <a:gd name="T72" fmla="*/ 27 w 49"/>
                <a:gd name="T73" fmla="*/ 78 h 100"/>
                <a:gd name="T74" fmla="*/ 20 w 49"/>
                <a:gd name="T75" fmla="*/ 62 h 100"/>
                <a:gd name="T76" fmla="*/ 18 w 49"/>
                <a:gd name="T77" fmla="*/ 57 h 100"/>
                <a:gd name="T78" fmla="*/ 13 w 49"/>
                <a:gd name="T79" fmla="*/ 96 h 100"/>
                <a:gd name="T80" fmla="*/ 7 w 49"/>
                <a:gd name="T81" fmla="*/ 88 h 100"/>
                <a:gd name="T82" fmla="*/ 9 w 49"/>
                <a:gd name="T83" fmla="*/ 75 h 100"/>
                <a:gd name="T84" fmla="*/ 10 w 49"/>
                <a:gd name="T85" fmla="*/ 43 h 100"/>
                <a:gd name="T86" fmla="*/ 27 w 49"/>
                <a:gd name="T87" fmla="*/ 49 h 100"/>
                <a:gd name="T88" fmla="*/ 41 w 49"/>
                <a:gd name="T89" fmla="*/ 48 h 100"/>
                <a:gd name="T90" fmla="*/ 40 w 49"/>
                <a:gd name="T91" fmla="*/ 52 h 100"/>
                <a:gd name="T92" fmla="*/ 34 w 49"/>
                <a:gd name="T93" fmla="*/ 53 h 100"/>
                <a:gd name="T94" fmla="*/ 27 w 49"/>
                <a:gd name="T95" fmla="*/ 48 h 100"/>
                <a:gd name="T96" fmla="*/ 18 w 49"/>
                <a:gd name="T97" fmla="*/ 38 h 100"/>
                <a:gd name="T98" fmla="*/ 11 w 49"/>
                <a:gd name="T99" fmla="*/ 28 h 100"/>
                <a:gd name="T100" fmla="*/ 13 w 49"/>
                <a:gd name="T101" fmla="*/ 19 h 100"/>
                <a:gd name="T102" fmla="*/ 31 w 49"/>
                <a:gd name="T103" fmla="*/ 39 h 100"/>
                <a:gd name="T104" fmla="*/ 36 w 49"/>
                <a:gd name="T105" fmla="*/ 42 h 100"/>
                <a:gd name="T106" fmla="*/ 42 w 49"/>
                <a:gd name="T107" fmla="*/ 28 h 100"/>
                <a:gd name="T108" fmla="*/ 46 w 49"/>
                <a:gd name="T109" fmla="*/ 26 h 100"/>
                <a:gd name="T110" fmla="*/ 43 w 49"/>
                <a:gd name="T111" fmla="*/ 14 h 100"/>
                <a:gd name="T112" fmla="*/ 48 w 49"/>
                <a:gd name="T113" fmla="*/ 13 h 100"/>
                <a:gd name="T114" fmla="*/ 8 w 49"/>
                <a:gd name="T115" fmla="*/ 83 h 100"/>
                <a:gd name="T116" fmla="*/ 19 w 49"/>
                <a:gd name="T117" fmla="*/ 34 h 100"/>
                <a:gd name="T118" fmla="*/ 14 w 49"/>
                <a:gd name="T119" fmla="*/ 24 h 100"/>
                <a:gd name="T120" fmla="*/ 25 w 49"/>
                <a:gd name="T121" fmla="*/ 2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 h="100">
                  <a:moveTo>
                    <a:pt x="11" y="71"/>
                  </a:moveTo>
                  <a:cubicBezTo>
                    <a:pt x="11" y="72"/>
                    <a:pt x="11" y="72"/>
                    <a:pt x="11" y="72"/>
                  </a:cubicBezTo>
                  <a:cubicBezTo>
                    <a:pt x="11" y="73"/>
                    <a:pt x="11" y="73"/>
                    <a:pt x="11" y="73"/>
                  </a:cubicBezTo>
                  <a:cubicBezTo>
                    <a:pt x="12" y="73"/>
                    <a:pt x="12" y="73"/>
                    <a:pt x="12" y="73"/>
                  </a:cubicBezTo>
                  <a:cubicBezTo>
                    <a:pt x="12" y="72"/>
                    <a:pt x="12" y="72"/>
                    <a:pt x="12" y="72"/>
                  </a:cubicBezTo>
                  <a:cubicBezTo>
                    <a:pt x="12" y="71"/>
                    <a:pt x="12" y="71"/>
                    <a:pt x="12" y="71"/>
                  </a:cubicBezTo>
                  <a:lnTo>
                    <a:pt x="11" y="71"/>
                  </a:lnTo>
                  <a:close/>
                  <a:moveTo>
                    <a:pt x="49" y="12"/>
                  </a:moveTo>
                  <a:cubicBezTo>
                    <a:pt x="49" y="12"/>
                    <a:pt x="49" y="12"/>
                    <a:pt x="49" y="12"/>
                  </a:cubicBezTo>
                  <a:cubicBezTo>
                    <a:pt x="49" y="12"/>
                    <a:pt x="49" y="12"/>
                    <a:pt x="49" y="12"/>
                  </a:cubicBezTo>
                  <a:cubicBezTo>
                    <a:pt x="48" y="12"/>
                    <a:pt x="48" y="12"/>
                    <a:pt x="48" y="12"/>
                  </a:cubicBezTo>
                  <a:cubicBezTo>
                    <a:pt x="47" y="13"/>
                    <a:pt x="47" y="13"/>
                    <a:pt x="47" y="13"/>
                  </a:cubicBezTo>
                  <a:cubicBezTo>
                    <a:pt x="47" y="13"/>
                    <a:pt x="47" y="13"/>
                    <a:pt x="47" y="13"/>
                  </a:cubicBezTo>
                  <a:cubicBezTo>
                    <a:pt x="46" y="13"/>
                    <a:pt x="46" y="13"/>
                    <a:pt x="46" y="13"/>
                  </a:cubicBezTo>
                  <a:cubicBezTo>
                    <a:pt x="45" y="14"/>
                    <a:pt x="45" y="14"/>
                    <a:pt x="45" y="14"/>
                  </a:cubicBezTo>
                  <a:cubicBezTo>
                    <a:pt x="45" y="14"/>
                    <a:pt x="45" y="14"/>
                    <a:pt x="45" y="14"/>
                  </a:cubicBezTo>
                  <a:cubicBezTo>
                    <a:pt x="45" y="14"/>
                    <a:pt x="45" y="14"/>
                    <a:pt x="45" y="14"/>
                  </a:cubicBezTo>
                  <a:cubicBezTo>
                    <a:pt x="45" y="12"/>
                    <a:pt x="45" y="12"/>
                    <a:pt x="45" y="12"/>
                  </a:cubicBezTo>
                  <a:cubicBezTo>
                    <a:pt x="44" y="12"/>
                    <a:pt x="44" y="12"/>
                    <a:pt x="44" y="12"/>
                  </a:cubicBezTo>
                  <a:cubicBezTo>
                    <a:pt x="44" y="12"/>
                    <a:pt x="44" y="12"/>
                    <a:pt x="44" y="12"/>
                  </a:cubicBezTo>
                  <a:cubicBezTo>
                    <a:pt x="44" y="11"/>
                    <a:pt x="45" y="10"/>
                    <a:pt x="45" y="10"/>
                  </a:cubicBezTo>
                  <a:cubicBezTo>
                    <a:pt x="45" y="10"/>
                    <a:pt x="45" y="10"/>
                    <a:pt x="45" y="10"/>
                  </a:cubicBezTo>
                  <a:cubicBezTo>
                    <a:pt x="45" y="10"/>
                    <a:pt x="45" y="10"/>
                    <a:pt x="45" y="10"/>
                  </a:cubicBezTo>
                  <a:cubicBezTo>
                    <a:pt x="44" y="10"/>
                    <a:pt x="44" y="10"/>
                    <a:pt x="44" y="10"/>
                  </a:cubicBezTo>
                  <a:cubicBezTo>
                    <a:pt x="43" y="10"/>
                    <a:pt x="43" y="11"/>
                    <a:pt x="43" y="12"/>
                  </a:cubicBezTo>
                  <a:cubicBezTo>
                    <a:pt x="43" y="12"/>
                    <a:pt x="43" y="12"/>
                    <a:pt x="43" y="12"/>
                  </a:cubicBezTo>
                  <a:cubicBezTo>
                    <a:pt x="42" y="13"/>
                    <a:pt x="42" y="13"/>
                    <a:pt x="42" y="13"/>
                  </a:cubicBezTo>
                  <a:cubicBezTo>
                    <a:pt x="43" y="12"/>
                    <a:pt x="43" y="12"/>
                    <a:pt x="43" y="12"/>
                  </a:cubicBezTo>
                  <a:cubicBezTo>
                    <a:pt x="43" y="12"/>
                    <a:pt x="43" y="12"/>
                    <a:pt x="43" y="12"/>
                  </a:cubicBezTo>
                  <a:cubicBezTo>
                    <a:pt x="43" y="11"/>
                    <a:pt x="43" y="11"/>
                    <a:pt x="43" y="11"/>
                  </a:cubicBezTo>
                  <a:cubicBezTo>
                    <a:pt x="43" y="11"/>
                    <a:pt x="43" y="11"/>
                    <a:pt x="43" y="11"/>
                  </a:cubicBezTo>
                  <a:cubicBezTo>
                    <a:pt x="43" y="11"/>
                    <a:pt x="43" y="11"/>
                    <a:pt x="43" y="11"/>
                  </a:cubicBezTo>
                  <a:cubicBezTo>
                    <a:pt x="42" y="11"/>
                    <a:pt x="42" y="11"/>
                    <a:pt x="42" y="11"/>
                  </a:cubicBezTo>
                  <a:cubicBezTo>
                    <a:pt x="41" y="13"/>
                    <a:pt x="41" y="13"/>
                    <a:pt x="41" y="13"/>
                  </a:cubicBezTo>
                  <a:cubicBezTo>
                    <a:pt x="41" y="13"/>
                    <a:pt x="41" y="13"/>
                    <a:pt x="41" y="13"/>
                  </a:cubicBezTo>
                  <a:cubicBezTo>
                    <a:pt x="41" y="15"/>
                    <a:pt x="41" y="15"/>
                    <a:pt x="41" y="15"/>
                  </a:cubicBezTo>
                  <a:cubicBezTo>
                    <a:pt x="41" y="15"/>
                    <a:pt x="41" y="15"/>
                    <a:pt x="41" y="15"/>
                  </a:cubicBezTo>
                  <a:cubicBezTo>
                    <a:pt x="41" y="16"/>
                    <a:pt x="42" y="17"/>
                    <a:pt x="42" y="17"/>
                  </a:cubicBezTo>
                  <a:cubicBezTo>
                    <a:pt x="43" y="18"/>
                    <a:pt x="43" y="19"/>
                    <a:pt x="43" y="20"/>
                  </a:cubicBezTo>
                  <a:cubicBezTo>
                    <a:pt x="43" y="21"/>
                    <a:pt x="43" y="21"/>
                    <a:pt x="43" y="21"/>
                  </a:cubicBezTo>
                  <a:cubicBezTo>
                    <a:pt x="43" y="22"/>
                    <a:pt x="42" y="24"/>
                    <a:pt x="42" y="25"/>
                  </a:cubicBezTo>
                  <a:cubicBezTo>
                    <a:pt x="41" y="27"/>
                    <a:pt x="41" y="27"/>
                    <a:pt x="41" y="27"/>
                  </a:cubicBezTo>
                  <a:cubicBezTo>
                    <a:pt x="41" y="27"/>
                    <a:pt x="41" y="27"/>
                    <a:pt x="41" y="27"/>
                  </a:cubicBezTo>
                  <a:cubicBezTo>
                    <a:pt x="41" y="28"/>
                    <a:pt x="41" y="28"/>
                    <a:pt x="41" y="28"/>
                  </a:cubicBezTo>
                  <a:cubicBezTo>
                    <a:pt x="40" y="26"/>
                    <a:pt x="39" y="25"/>
                    <a:pt x="39" y="25"/>
                  </a:cubicBezTo>
                  <a:cubicBezTo>
                    <a:pt x="38" y="25"/>
                    <a:pt x="38" y="25"/>
                    <a:pt x="38" y="25"/>
                  </a:cubicBezTo>
                  <a:cubicBezTo>
                    <a:pt x="38" y="26"/>
                    <a:pt x="38" y="26"/>
                    <a:pt x="38" y="26"/>
                  </a:cubicBezTo>
                  <a:cubicBezTo>
                    <a:pt x="38" y="26"/>
                    <a:pt x="38" y="26"/>
                    <a:pt x="38" y="26"/>
                  </a:cubicBezTo>
                  <a:cubicBezTo>
                    <a:pt x="38" y="27"/>
                    <a:pt x="38" y="28"/>
                    <a:pt x="38" y="29"/>
                  </a:cubicBezTo>
                  <a:cubicBezTo>
                    <a:pt x="38" y="30"/>
                    <a:pt x="38" y="30"/>
                    <a:pt x="37" y="31"/>
                  </a:cubicBezTo>
                  <a:cubicBezTo>
                    <a:pt x="36" y="33"/>
                    <a:pt x="36" y="33"/>
                    <a:pt x="36" y="33"/>
                  </a:cubicBezTo>
                  <a:cubicBezTo>
                    <a:pt x="35" y="32"/>
                    <a:pt x="35" y="31"/>
                    <a:pt x="34" y="30"/>
                  </a:cubicBezTo>
                  <a:cubicBezTo>
                    <a:pt x="33" y="28"/>
                    <a:pt x="31" y="27"/>
                    <a:pt x="30" y="26"/>
                  </a:cubicBezTo>
                  <a:cubicBezTo>
                    <a:pt x="28" y="25"/>
                    <a:pt x="27" y="24"/>
                    <a:pt x="27" y="23"/>
                  </a:cubicBezTo>
                  <a:cubicBezTo>
                    <a:pt x="27" y="23"/>
                    <a:pt x="27" y="23"/>
                    <a:pt x="27" y="23"/>
                  </a:cubicBezTo>
                  <a:cubicBezTo>
                    <a:pt x="27" y="22"/>
                    <a:pt x="27" y="22"/>
                    <a:pt x="27" y="22"/>
                  </a:cubicBezTo>
                  <a:cubicBezTo>
                    <a:pt x="29" y="22"/>
                    <a:pt x="29" y="22"/>
                    <a:pt x="29" y="22"/>
                  </a:cubicBezTo>
                  <a:cubicBezTo>
                    <a:pt x="29" y="22"/>
                    <a:pt x="29" y="22"/>
                    <a:pt x="29" y="22"/>
                  </a:cubicBezTo>
                  <a:cubicBezTo>
                    <a:pt x="30" y="22"/>
                    <a:pt x="31" y="23"/>
                    <a:pt x="32" y="23"/>
                  </a:cubicBezTo>
                  <a:cubicBezTo>
                    <a:pt x="32" y="23"/>
                    <a:pt x="32" y="23"/>
                    <a:pt x="32" y="23"/>
                  </a:cubicBezTo>
                  <a:cubicBezTo>
                    <a:pt x="33" y="23"/>
                    <a:pt x="33" y="23"/>
                    <a:pt x="33" y="23"/>
                  </a:cubicBezTo>
                  <a:cubicBezTo>
                    <a:pt x="33" y="23"/>
                    <a:pt x="33" y="23"/>
                    <a:pt x="33" y="23"/>
                  </a:cubicBezTo>
                  <a:cubicBezTo>
                    <a:pt x="35" y="22"/>
                    <a:pt x="35" y="22"/>
                    <a:pt x="35" y="22"/>
                  </a:cubicBezTo>
                  <a:cubicBezTo>
                    <a:pt x="35" y="22"/>
                    <a:pt x="35" y="22"/>
                    <a:pt x="35" y="22"/>
                  </a:cubicBezTo>
                  <a:cubicBezTo>
                    <a:pt x="35" y="22"/>
                    <a:pt x="35" y="22"/>
                    <a:pt x="35" y="22"/>
                  </a:cubicBezTo>
                  <a:cubicBezTo>
                    <a:pt x="35" y="22"/>
                    <a:pt x="35" y="22"/>
                    <a:pt x="35" y="22"/>
                  </a:cubicBezTo>
                  <a:cubicBezTo>
                    <a:pt x="35" y="21"/>
                    <a:pt x="35" y="21"/>
                    <a:pt x="35" y="21"/>
                  </a:cubicBezTo>
                  <a:cubicBezTo>
                    <a:pt x="35" y="21"/>
                    <a:pt x="35" y="21"/>
                    <a:pt x="35" y="21"/>
                  </a:cubicBezTo>
                  <a:cubicBezTo>
                    <a:pt x="35" y="21"/>
                    <a:pt x="35" y="21"/>
                    <a:pt x="35" y="21"/>
                  </a:cubicBezTo>
                  <a:cubicBezTo>
                    <a:pt x="35" y="21"/>
                    <a:pt x="35" y="21"/>
                    <a:pt x="35" y="21"/>
                  </a:cubicBezTo>
                  <a:cubicBezTo>
                    <a:pt x="34" y="21"/>
                    <a:pt x="34" y="21"/>
                    <a:pt x="34" y="21"/>
                  </a:cubicBezTo>
                  <a:cubicBezTo>
                    <a:pt x="33" y="21"/>
                    <a:pt x="33" y="21"/>
                    <a:pt x="33" y="21"/>
                  </a:cubicBezTo>
                  <a:cubicBezTo>
                    <a:pt x="32" y="20"/>
                    <a:pt x="32" y="20"/>
                    <a:pt x="32" y="20"/>
                  </a:cubicBezTo>
                  <a:cubicBezTo>
                    <a:pt x="31" y="19"/>
                    <a:pt x="31" y="19"/>
                    <a:pt x="31" y="19"/>
                  </a:cubicBezTo>
                  <a:cubicBezTo>
                    <a:pt x="32" y="19"/>
                    <a:pt x="32" y="19"/>
                    <a:pt x="32" y="19"/>
                  </a:cubicBezTo>
                  <a:cubicBezTo>
                    <a:pt x="33" y="18"/>
                    <a:pt x="33" y="18"/>
                    <a:pt x="33" y="18"/>
                  </a:cubicBezTo>
                  <a:cubicBezTo>
                    <a:pt x="33" y="18"/>
                    <a:pt x="33" y="18"/>
                    <a:pt x="33" y="18"/>
                  </a:cubicBezTo>
                  <a:cubicBezTo>
                    <a:pt x="34" y="19"/>
                    <a:pt x="34" y="19"/>
                    <a:pt x="34" y="19"/>
                  </a:cubicBezTo>
                  <a:cubicBezTo>
                    <a:pt x="35" y="19"/>
                    <a:pt x="35" y="19"/>
                    <a:pt x="35" y="19"/>
                  </a:cubicBezTo>
                  <a:cubicBezTo>
                    <a:pt x="35" y="19"/>
                    <a:pt x="35" y="19"/>
                    <a:pt x="35" y="19"/>
                  </a:cubicBezTo>
                  <a:cubicBezTo>
                    <a:pt x="35" y="18"/>
                    <a:pt x="35" y="18"/>
                    <a:pt x="35" y="18"/>
                  </a:cubicBezTo>
                  <a:cubicBezTo>
                    <a:pt x="35" y="17"/>
                    <a:pt x="35" y="14"/>
                    <a:pt x="32" y="14"/>
                  </a:cubicBezTo>
                  <a:cubicBezTo>
                    <a:pt x="29" y="14"/>
                    <a:pt x="29" y="14"/>
                    <a:pt x="29" y="14"/>
                  </a:cubicBezTo>
                  <a:cubicBezTo>
                    <a:pt x="29" y="14"/>
                    <a:pt x="29" y="13"/>
                    <a:pt x="27" y="13"/>
                  </a:cubicBezTo>
                  <a:cubicBezTo>
                    <a:pt x="26" y="13"/>
                    <a:pt x="26" y="13"/>
                    <a:pt x="25" y="13"/>
                  </a:cubicBezTo>
                  <a:cubicBezTo>
                    <a:pt x="25" y="13"/>
                    <a:pt x="25" y="13"/>
                    <a:pt x="25" y="13"/>
                  </a:cubicBezTo>
                  <a:cubicBezTo>
                    <a:pt x="25" y="13"/>
                    <a:pt x="25" y="13"/>
                    <a:pt x="25" y="13"/>
                  </a:cubicBezTo>
                  <a:cubicBezTo>
                    <a:pt x="22" y="13"/>
                    <a:pt x="22" y="13"/>
                    <a:pt x="22" y="13"/>
                  </a:cubicBezTo>
                  <a:cubicBezTo>
                    <a:pt x="22" y="13"/>
                    <a:pt x="22" y="13"/>
                    <a:pt x="22" y="13"/>
                  </a:cubicBezTo>
                  <a:cubicBezTo>
                    <a:pt x="22" y="13"/>
                    <a:pt x="22" y="13"/>
                    <a:pt x="22" y="13"/>
                  </a:cubicBezTo>
                  <a:cubicBezTo>
                    <a:pt x="22" y="14"/>
                    <a:pt x="22" y="14"/>
                    <a:pt x="22" y="14"/>
                  </a:cubicBezTo>
                  <a:cubicBezTo>
                    <a:pt x="21" y="14"/>
                    <a:pt x="21" y="14"/>
                    <a:pt x="21" y="14"/>
                  </a:cubicBezTo>
                  <a:cubicBezTo>
                    <a:pt x="21" y="13"/>
                    <a:pt x="21" y="13"/>
                    <a:pt x="21" y="13"/>
                  </a:cubicBezTo>
                  <a:cubicBezTo>
                    <a:pt x="20" y="12"/>
                    <a:pt x="20" y="12"/>
                    <a:pt x="20" y="12"/>
                  </a:cubicBezTo>
                  <a:cubicBezTo>
                    <a:pt x="20" y="13"/>
                    <a:pt x="20" y="13"/>
                    <a:pt x="20" y="13"/>
                  </a:cubicBezTo>
                  <a:cubicBezTo>
                    <a:pt x="20" y="15"/>
                    <a:pt x="20" y="15"/>
                    <a:pt x="20" y="15"/>
                  </a:cubicBezTo>
                  <a:cubicBezTo>
                    <a:pt x="19" y="16"/>
                    <a:pt x="19" y="16"/>
                    <a:pt x="19" y="16"/>
                  </a:cubicBezTo>
                  <a:cubicBezTo>
                    <a:pt x="20" y="16"/>
                    <a:pt x="20" y="16"/>
                    <a:pt x="20" y="16"/>
                  </a:cubicBezTo>
                  <a:cubicBezTo>
                    <a:pt x="20" y="16"/>
                    <a:pt x="20" y="16"/>
                    <a:pt x="20" y="16"/>
                  </a:cubicBezTo>
                  <a:cubicBezTo>
                    <a:pt x="20" y="16"/>
                    <a:pt x="20" y="16"/>
                    <a:pt x="20" y="16"/>
                  </a:cubicBezTo>
                  <a:cubicBezTo>
                    <a:pt x="20" y="16"/>
                    <a:pt x="19" y="17"/>
                    <a:pt x="19" y="19"/>
                  </a:cubicBezTo>
                  <a:cubicBezTo>
                    <a:pt x="18" y="18"/>
                    <a:pt x="18" y="18"/>
                    <a:pt x="18" y="18"/>
                  </a:cubicBezTo>
                  <a:cubicBezTo>
                    <a:pt x="17" y="17"/>
                    <a:pt x="17" y="16"/>
                    <a:pt x="17" y="16"/>
                  </a:cubicBezTo>
                  <a:cubicBezTo>
                    <a:pt x="17" y="15"/>
                    <a:pt x="17" y="15"/>
                    <a:pt x="17" y="15"/>
                  </a:cubicBezTo>
                  <a:cubicBezTo>
                    <a:pt x="16" y="15"/>
                    <a:pt x="16" y="15"/>
                    <a:pt x="16" y="15"/>
                  </a:cubicBezTo>
                  <a:cubicBezTo>
                    <a:pt x="16" y="16"/>
                    <a:pt x="16" y="16"/>
                    <a:pt x="16" y="16"/>
                  </a:cubicBezTo>
                  <a:cubicBezTo>
                    <a:pt x="15" y="14"/>
                    <a:pt x="15" y="11"/>
                    <a:pt x="15" y="11"/>
                  </a:cubicBezTo>
                  <a:cubicBezTo>
                    <a:pt x="15" y="10"/>
                    <a:pt x="15" y="10"/>
                    <a:pt x="15" y="10"/>
                  </a:cubicBezTo>
                  <a:cubicBezTo>
                    <a:pt x="15" y="10"/>
                    <a:pt x="15" y="10"/>
                    <a:pt x="15" y="10"/>
                  </a:cubicBezTo>
                  <a:cubicBezTo>
                    <a:pt x="14" y="12"/>
                    <a:pt x="14" y="12"/>
                    <a:pt x="14" y="12"/>
                  </a:cubicBezTo>
                  <a:cubicBezTo>
                    <a:pt x="13" y="11"/>
                    <a:pt x="13" y="9"/>
                    <a:pt x="13" y="8"/>
                  </a:cubicBezTo>
                  <a:cubicBezTo>
                    <a:pt x="13" y="4"/>
                    <a:pt x="14" y="0"/>
                    <a:pt x="14" y="0"/>
                  </a:cubicBezTo>
                  <a:cubicBezTo>
                    <a:pt x="14" y="0"/>
                    <a:pt x="14" y="0"/>
                    <a:pt x="14" y="0"/>
                  </a:cubicBezTo>
                  <a:cubicBezTo>
                    <a:pt x="13" y="0"/>
                    <a:pt x="13" y="0"/>
                    <a:pt x="13" y="0"/>
                  </a:cubicBezTo>
                  <a:cubicBezTo>
                    <a:pt x="11" y="0"/>
                    <a:pt x="9" y="6"/>
                    <a:pt x="9" y="9"/>
                  </a:cubicBezTo>
                  <a:cubicBezTo>
                    <a:pt x="9" y="9"/>
                    <a:pt x="9" y="9"/>
                    <a:pt x="9" y="9"/>
                  </a:cubicBezTo>
                  <a:cubicBezTo>
                    <a:pt x="9" y="10"/>
                    <a:pt x="9" y="10"/>
                    <a:pt x="9" y="10"/>
                  </a:cubicBezTo>
                  <a:cubicBezTo>
                    <a:pt x="8" y="11"/>
                    <a:pt x="8" y="11"/>
                    <a:pt x="8" y="11"/>
                  </a:cubicBezTo>
                  <a:cubicBezTo>
                    <a:pt x="8" y="10"/>
                    <a:pt x="6" y="8"/>
                    <a:pt x="5" y="6"/>
                  </a:cubicBezTo>
                  <a:cubicBezTo>
                    <a:pt x="4" y="4"/>
                    <a:pt x="3" y="2"/>
                    <a:pt x="3" y="2"/>
                  </a:cubicBezTo>
                  <a:cubicBezTo>
                    <a:pt x="3" y="1"/>
                    <a:pt x="3" y="1"/>
                    <a:pt x="3" y="1"/>
                  </a:cubicBezTo>
                  <a:cubicBezTo>
                    <a:pt x="2" y="2"/>
                    <a:pt x="2" y="2"/>
                    <a:pt x="2" y="2"/>
                  </a:cubicBezTo>
                  <a:cubicBezTo>
                    <a:pt x="1" y="3"/>
                    <a:pt x="1" y="4"/>
                    <a:pt x="1" y="5"/>
                  </a:cubicBezTo>
                  <a:cubicBezTo>
                    <a:pt x="1" y="9"/>
                    <a:pt x="4" y="13"/>
                    <a:pt x="5" y="15"/>
                  </a:cubicBezTo>
                  <a:cubicBezTo>
                    <a:pt x="4" y="14"/>
                    <a:pt x="2" y="12"/>
                    <a:pt x="2" y="12"/>
                  </a:cubicBezTo>
                  <a:cubicBezTo>
                    <a:pt x="1" y="12"/>
                    <a:pt x="1" y="12"/>
                    <a:pt x="1" y="12"/>
                  </a:cubicBezTo>
                  <a:cubicBezTo>
                    <a:pt x="1" y="12"/>
                    <a:pt x="1" y="12"/>
                    <a:pt x="1" y="12"/>
                  </a:cubicBezTo>
                  <a:cubicBezTo>
                    <a:pt x="1" y="14"/>
                    <a:pt x="1" y="14"/>
                    <a:pt x="1" y="14"/>
                  </a:cubicBezTo>
                  <a:cubicBezTo>
                    <a:pt x="1" y="17"/>
                    <a:pt x="3" y="20"/>
                    <a:pt x="5" y="21"/>
                  </a:cubicBezTo>
                  <a:cubicBezTo>
                    <a:pt x="3" y="21"/>
                    <a:pt x="2" y="20"/>
                    <a:pt x="2" y="20"/>
                  </a:cubicBezTo>
                  <a:cubicBezTo>
                    <a:pt x="2" y="20"/>
                    <a:pt x="2" y="20"/>
                    <a:pt x="2" y="20"/>
                  </a:cubicBezTo>
                  <a:cubicBezTo>
                    <a:pt x="1" y="21"/>
                    <a:pt x="1" y="21"/>
                    <a:pt x="1" y="21"/>
                  </a:cubicBezTo>
                  <a:cubicBezTo>
                    <a:pt x="1" y="21"/>
                    <a:pt x="1" y="21"/>
                    <a:pt x="1" y="21"/>
                  </a:cubicBezTo>
                  <a:cubicBezTo>
                    <a:pt x="1" y="24"/>
                    <a:pt x="4" y="27"/>
                    <a:pt x="5" y="28"/>
                  </a:cubicBezTo>
                  <a:cubicBezTo>
                    <a:pt x="4" y="28"/>
                    <a:pt x="3" y="29"/>
                    <a:pt x="3" y="29"/>
                  </a:cubicBezTo>
                  <a:cubicBezTo>
                    <a:pt x="3" y="29"/>
                    <a:pt x="3" y="29"/>
                    <a:pt x="3" y="29"/>
                  </a:cubicBezTo>
                  <a:cubicBezTo>
                    <a:pt x="3" y="29"/>
                    <a:pt x="3" y="29"/>
                    <a:pt x="3" y="29"/>
                  </a:cubicBezTo>
                  <a:cubicBezTo>
                    <a:pt x="3" y="31"/>
                    <a:pt x="5" y="32"/>
                    <a:pt x="6" y="33"/>
                  </a:cubicBezTo>
                  <a:cubicBezTo>
                    <a:pt x="6" y="33"/>
                    <a:pt x="6" y="33"/>
                    <a:pt x="6" y="33"/>
                  </a:cubicBezTo>
                  <a:cubicBezTo>
                    <a:pt x="5" y="33"/>
                    <a:pt x="5" y="33"/>
                    <a:pt x="5" y="33"/>
                  </a:cubicBezTo>
                  <a:cubicBezTo>
                    <a:pt x="3" y="33"/>
                    <a:pt x="0" y="35"/>
                    <a:pt x="0" y="38"/>
                  </a:cubicBezTo>
                  <a:cubicBezTo>
                    <a:pt x="0" y="38"/>
                    <a:pt x="0" y="38"/>
                    <a:pt x="0" y="38"/>
                  </a:cubicBezTo>
                  <a:cubicBezTo>
                    <a:pt x="0" y="41"/>
                    <a:pt x="2" y="42"/>
                    <a:pt x="2" y="43"/>
                  </a:cubicBezTo>
                  <a:cubicBezTo>
                    <a:pt x="2" y="43"/>
                    <a:pt x="2" y="43"/>
                    <a:pt x="2" y="43"/>
                  </a:cubicBezTo>
                  <a:cubicBezTo>
                    <a:pt x="1" y="44"/>
                    <a:pt x="1" y="44"/>
                    <a:pt x="0" y="48"/>
                  </a:cubicBezTo>
                  <a:cubicBezTo>
                    <a:pt x="0" y="49"/>
                    <a:pt x="0" y="49"/>
                    <a:pt x="0" y="49"/>
                  </a:cubicBezTo>
                  <a:cubicBezTo>
                    <a:pt x="0" y="51"/>
                    <a:pt x="2" y="51"/>
                    <a:pt x="3" y="51"/>
                  </a:cubicBezTo>
                  <a:cubicBezTo>
                    <a:pt x="4" y="51"/>
                    <a:pt x="4" y="51"/>
                    <a:pt x="4" y="51"/>
                  </a:cubicBezTo>
                  <a:cubicBezTo>
                    <a:pt x="4" y="51"/>
                    <a:pt x="4" y="51"/>
                    <a:pt x="4" y="51"/>
                  </a:cubicBezTo>
                  <a:cubicBezTo>
                    <a:pt x="5" y="51"/>
                    <a:pt x="5" y="51"/>
                    <a:pt x="5" y="51"/>
                  </a:cubicBezTo>
                  <a:cubicBezTo>
                    <a:pt x="4" y="51"/>
                    <a:pt x="4" y="51"/>
                    <a:pt x="4" y="51"/>
                  </a:cubicBezTo>
                  <a:cubicBezTo>
                    <a:pt x="4" y="51"/>
                    <a:pt x="3" y="49"/>
                    <a:pt x="3" y="48"/>
                  </a:cubicBezTo>
                  <a:cubicBezTo>
                    <a:pt x="3" y="48"/>
                    <a:pt x="3" y="48"/>
                    <a:pt x="3" y="48"/>
                  </a:cubicBezTo>
                  <a:cubicBezTo>
                    <a:pt x="3" y="47"/>
                    <a:pt x="5" y="45"/>
                    <a:pt x="6" y="43"/>
                  </a:cubicBezTo>
                  <a:cubicBezTo>
                    <a:pt x="6" y="42"/>
                    <a:pt x="6" y="42"/>
                    <a:pt x="6" y="42"/>
                  </a:cubicBezTo>
                  <a:cubicBezTo>
                    <a:pt x="6" y="40"/>
                    <a:pt x="4" y="39"/>
                    <a:pt x="3" y="39"/>
                  </a:cubicBezTo>
                  <a:cubicBezTo>
                    <a:pt x="3" y="38"/>
                    <a:pt x="3" y="38"/>
                    <a:pt x="3" y="38"/>
                  </a:cubicBezTo>
                  <a:cubicBezTo>
                    <a:pt x="3" y="38"/>
                    <a:pt x="3" y="38"/>
                    <a:pt x="3" y="38"/>
                  </a:cubicBezTo>
                  <a:cubicBezTo>
                    <a:pt x="3"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6" y="36"/>
                    <a:pt x="6" y="36"/>
                    <a:pt x="6" y="36"/>
                  </a:cubicBezTo>
                  <a:cubicBezTo>
                    <a:pt x="7" y="36"/>
                    <a:pt x="7" y="36"/>
                    <a:pt x="7" y="36"/>
                  </a:cubicBezTo>
                  <a:cubicBezTo>
                    <a:pt x="7" y="37"/>
                    <a:pt x="7" y="37"/>
                    <a:pt x="7" y="37"/>
                  </a:cubicBezTo>
                  <a:cubicBezTo>
                    <a:pt x="7" y="38"/>
                    <a:pt x="7" y="38"/>
                    <a:pt x="7" y="38"/>
                  </a:cubicBezTo>
                  <a:cubicBezTo>
                    <a:pt x="7" y="38"/>
                    <a:pt x="7" y="38"/>
                    <a:pt x="7" y="38"/>
                  </a:cubicBezTo>
                  <a:cubicBezTo>
                    <a:pt x="8" y="38"/>
                    <a:pt x="8" y="38"/>
                    <a:pt x="8" y="38"/>
                  </a:cubicBezTo>
                  <a:cubicBezTo>
                    <a:pt x="9" y="39"/>
                    <a:pt x="9" y="40"/>
                    <a:pt x="9" y="41"/>
                  </a:cubicBezTo>
                  <a:cubicBezTo>
                    <a:pt x="9" y="41"/>
                    <a:pt x="9" y="41"/>
                    <a:pt x="9" y="41"/>
                  </a:cubicBezTo>
                  <a:cubicBezTo>
                    <a:pt x="9" y="48"/>
                    <a:pt x="1" y="54"/>
                    <a:pt x="1" y="59"/>
                  </a:cubicBezTo>
                  <a:cubicBezTo>
                    <a:pt x="1" y="62"/>
                    <a:pt x="4" y="65"/>
                    <a:pt x="5" y="66"/>
                  </a:cubicBezTo>
                  <a:cubicBezTo>
                    <a:pt x="4" y="68"/>
                    <a:pt x="4" y="68"/>
                    <a:pt x="4" y="68"/>
                  </a:cubicBezTo>
                  <a:cubicBezTo>
                    <a:pt x="4" y="68"/>
                    <a:pt x="4" y="68"/>
                    <a:pt x="4" y="68"/>
                  </a:cubicBezTo>
                  <a:cubicBezTo>
                    <a:pt x="5" y="69"/>
                    <a:pt x="5" y="69"/>
                    <a:pt x="5" y="69"/>
                  </a:cubicBezTo>
                  <a:cubicBezTo>
                    <a:pt x="5" y="70"/>
                    <a:pt x="5" y="70"/>
                    <a:pt x="5" y="70"/>
                  </a:cubicBezTo>
                  <a:cubicBezTo>
                    <a:pt x="6" y="70"/>
                    <a:pt x="6" y="70"/>
                    <a:pt x="6" y="70"/>
                  </a:cubicBezTo>
                  <a:cubicBezTo>
                    <a:pt x="5" y="71"/>
                    <a:pt x="5" y="71"/>
                    <a:pt x="5" y="71"/>
                  </a:cubicBezTo>
                  <a:cubicBezTo>
                    <a:pt x="5" y="72"/>
                    <a:pt x="5" y="72"/>
                    <a:pt x="5" y="72"/>
                  </a:cubicBezTo>
                  <a:cubicBezTo>
                    <a:pt x="6" y="72"/>
                    <a:pt x="6" y="72"/>
                    <a:pt x="6" y="72"/>
                  </a:cubicBezTo>
                  <a:cubicBezTo>
                    <a:pt x="6" y="73"/>
                    <a:pt x="6" y="73"/>
                    <a:pt x="6" y="73"/>
                  </a:cubicBezTo>
                  <a:cubicBezTo>
                    <a:pt x="6" y="73"/>
                    <a:pt x="6" y="73"/>
                    <a:pt x="6" y="73"/>
                  </a:cubicBezTo>
                  <a:cubicBezTo>
                    <a:pt x="7" y="73"/>
                    <a:pt x="7" y="73"/>
                    <a:pt x="7" y="73"/>
                  </a:cubicBezTo>
                  <a:cubicBezTo>
                    <a:pt x="7" y="74"/>
                    <a:pt x="7" y="74"/>
                    <a:pt x="7" y="74"/>
                  </a:cubicBezTo>
                  <a:cubicBezTo>
                    <a:pt x="7" y="75"/>
                    <a:pt x="7" y="75"/>
                    <a:pt x="7" y="75"/>
                  </a:cubicBezTo>
                  <a:cubicBezTo>
                    <a:pt x="8" y="75"/>
                    <a:pt x="8" y="75"/>
                    <a:pt x="8" y="75"/>
                  </a:cubicBezTo>
                  <a:cubicBezTo>
                    <a:pt x="7" y="77"/>
                    <a:pt x="7" y="77"/>
                    <a:pt x="7" y="77"/>
                  </a:cubicBezTo>
                  <a:cubicBezTo>
                    <a:pt x="7" y="77"/>
                    <a:pt x="7" y="77"/>
                    <a:pt x="7" y="77"/>
                  </a:cubicBezTo>
                  <a:cubicBezTo>
                    <a:pt x="8" y="77"/>
                    <a:pt x="8" y="77"/>
                    <a:pt x="8" y="77"/>
                  </a:cubicBezTo>
                  <a:cubicBezTo>
                    <a:pt x="8" y="79"/>
                    <a:pt x="8" y="79"/>
                    <a:pt x="8" y="79"/>
                  </a:cubicBezTo>
                  <a:cubicBezTo>
                    <a:pt x="6" y="82"/>
                    <a:pt x="6" y="82"/>
                    <a:pt x="6" y="82"/>
                  </a:cubicBezTo>
                  <a:cubicBezTo>
                    <a:pt x="6" y="83"/>
                    <a:pt x="7" y="84"/>
                    <a:pt x="7" y="86"/>
                  </a:cubicBezTo>
                  <a:cubicBezTo>
                    <a:pt x="7" y="87"/>
                    <a:pt x="6" y="88"/>
                    <a:pt x="6" y="88"/>
                  </a:cubicBezTo>
                  <a:cubicBezTo>
                    <a:pt x="5" y="93"/>
                    <a:pt x="5" y="93"/>
                    <a:pt x="5" y="93"/>
                  </a:cubicBezTo>
                  <a:cubicBezTo>
                    <a:pt x="6" y="95"/>
                    <a:pt x="6" y="95"/>
                    <a:pt x="6" y="95"/>
                  </a:cubicBezTo>
                  <a:cubicBezTo>
                    <a:pt x="6" y="99"/>
                    <a:pt x="6" y="99"/>
                    <a:pt x="6" y="99"/>
                  </a:cubicBezTo>
                  <a:cubicBezTo>
                    <a:pt x="7" y="100"/>
                    <a:pt x="8" y="100"/>
                    <a:pt x="9" y="100"/>
                  </a:cubicBezTo>
                  <a:cubicBezTo>
                    <a:pt x="10" y="100"/>
                    <a:pt x="10" y="100"/>
                    <a:pt x="10" y="100"/>
                  </a:cubicBezTo>
                  <a:cubicBezTo>
                    <a:pt x="11" y="100"/>
                    <a:pt x="12" y="100"/>
                    <a:pt x="13" y="100"/>
                  </a:cubicBezTo>
                  <a:cubicBezTo>
                    <a:pt x="15" y="100"/>
                    <a:pt x="16" y="99"/>
                    <a:pt x="17" y="98"/>
                  </a:cubicBezTo>
                  <a:cubicBezTo>
                    <a:pt x="19" y="97"/>
                    <a:pt x="19" y="97"/>
                    <a:pt x="19" y="97"/>
                  </a:cubicBezTo>
                  <a:cubicBezTo>
                    <a:pt x="18" y="97"/>
                    <a:pt x="18" y="97"/>
                    <a:pt x="18" y="97"/>
                  </a:cubicBezTo>
                  <a:cubicBezTo>
                    <a:pt x="17" y="95"/>
                    <a:pt x="17" y="95"/>
                    <a:pt x="17" y="95"/>
                  </a:cubicBezTo>
                  <a:cubicBezTo>
                    <a:pt x="15" y="95"/>
                    <a:pt x="15" y="95"/>
                    <a:pt x="15" y="95"/>
                  </a:cubicBezTo>
                  <a:cubicBezTo>
                    <a:pt x="15" y="95"/>
                    <a:pt x="15" y="95"/>
                    <a:pt x="15" y="95"/>
                  </a:cubicBezTo>
                  <a:cubicBezTo>
                    <a:pt x="14" y="95"/>
                    <a:pt x="14" y="95"/>
                    <a:pt x="14" y="95"/>
                  </a:cubicBezTo>
                  <a:cubicBezTo>
                    <a:pt x="14" y="95"/>
                    <a:pt x="14" y="95"/>
                    <a:pt x="14" y="95"/>
                  </a:cubicBezTo>
                  <a:cubicBezTo>
                    <a:pt x="14" y="95"/>
                    <a:pt x="14" y="95"/>
                    <a:pt x="14" y="95"/>
                  </a:cubicBezTo>
                  <a:cubicBezTo>
                    <a:pt x="13" y="95"/>
                    <a:pt x="12" y="96"/>
                    <a:pt x="11" y="96"/>
                  </a:cubicBezTo>
                  <a:cubicBezTo>
                    <a:pt x="11" y="96"/>
                    <a:pt x="11" y="96"/>
                    <a:pt x="11" y="96"/>
                  </a:cubicBezTo>
                  <a:cubicBezTo>
                    <a:pt x="10" y="96"/>
                    <a:pt x="10" y="94"/>
                    <a:pt x="10" y="93"/>
                  </a:cubicBezTo>
                  <a:cubicBezTo>
                    <a:pt x="10" y="92"/>
                    <a:pt x="10" y="92"/>
                    <a:pt x="10" y="92"/>
                  </a:cubicBezTo>
                  <a:cubicBezTo>
                    <a:pt x="10" y="91"/>
                    <a:pt x="10" y="91"/>
                    <a:pt x="10" y="90"/>
                  </a:cubicBezTo>
                  <a:cubicBezTo>
                    <a:pt x="11" y="89"/>
                    <a:pt x="11" y="88"/>
                    <a:pt x="11" y="87"/>
                  </a:cubicBezTo>
                  <a:cubicBezTo>
                    <a:pt x="11" y="86"/>
                    <a:pt x="11" y="86"/>
                    <a:pt x="11" y="86"/>
                  </a:cubicBezTo>
                  <a:cubicBezTo>
                    <a:pt x="11" y="85"/>
                    <a:pt x="11" y="85"/>
                    <a:pt x="12" y="84"/>
                  </a:cubicBezTo>
                  <a:cubicBezTo>
                    <a:pt x="13" y="83"/>
                    <a:pt x="12" y="82"/>
                    <a:pt x="13" y="81"/>
                  </a:cubicBezTo>
                  <a:cubicBezTo>
                    <a:pt x="13" y="80"/>
                    <a:pt x="13" y="79"/>
                    <a:pt x="14" y="78"/>
                  </a:cubicBezTo>
                  <a:cubicBezTo>
                    <a:pt x="15" y="77"/>
                    <a:pt x="16" y="75"/>
                    <a:pt x="17" y="74"/>
                  </a:cubicBezTo>
                  <a:cubicBezTo>
                    <a:pt x="17" y="72"/>
                    <a:pt x="17" y="72"/>
                    <a:pt x="17" y="72"/>
                  </a:cubicBezTo>
                  <a:cubicBezTo>
                    <a:pt x="18" y="70"/>
                    <a:pt x="18" y="70"/>
                    <a:pt x="18" y="70"/>
                  </a:cubicBezTo>
                  <a:cubicBezTo>
                    <a:pt x="19" y="70"/>
                    <a:pt x="19" y="70"/>
                    <a:pt x="19" y="70"/>
                  </a:cubicBezTo>
                  <a:cubicBezTo>
                    <a:pt x="19" y="69"/>
                    <a:pt x="20" y="69"/>
                    <a:pt x="20" y="68"/>
                  </a:cubicBezTo>
                  <a:cubicBezTo>
                    <a:pt x="22" y="67"/>
                    <a:pt x="22" y="67"/>
                    <a:pt x="22" y="67"/>
                  </a:cubicBezTo>
                  <a:cubicBezTo>
                    <a:pt x="22" y="68"/>
                    <a:pt x="22" y="68"/>
                    <a:pt x="22" y="68"/>
                  </a:cubicBezTo>
                  <a:cubicBezTo>
                    <a:pt x="22" y="68"/>
                    <a:pt x="22" y="68"/>
                    <a:pt x="22" y="68"/>
                  </a:cubicBezTo>
                  <a:cubicBezTo>
                    <a:pt x="22" y="68"/>
                    <a:pt x="22" y="68"/>
                    <a:pt x="22" y="68"/>
                  </a:cubicBezTo>
                  <a:cubicBezTo>
                    <a:pt x="22" y="68"/>
                    <a:pt x="22" y="68"/>
                    <a:pt x="22" y="68"/>
                  </a:cubicBezTo>
                  <a:cubicBezTo>
                    <a:pt x="21" y="69"/>
                    <a:pt x="21" y="69"/>
                    <a:pt x="21" y="69"/>
                  </a:cubicBezTo>
                  <a:cubicBezTo>
                    <a:pt x="20" y="71"/>
                    <a:pt x="20" y="71"/>
                    <a:pt x="20" y="71"/>
                  </a:cubicBezTo>
                  <a:cubicBezTo>
                    <a:pt x="20" y="72"/>
                    <a:pt x="20" y="72"/>
                    <a:pt x="20" y="72"/>
                  </a:cubicBezTo>
                  <a:cubicBezTo>
                    <a:pt x="20" y="74"/>
                    <a:pt x="20" y="74"/>
                    <a:pt x="20" y="74"/>
                  </a:cubicBezTo>
                  <a:cubicBezTo>
                    <a:pt x="22" y="75"/>
                    <a:pt x="22" y="75"/>
                    <a:pt x="22" y="75"/>
                  </a:cubicBezTo>
                  <a:cubicBezTo>
                    <a:pt x="24" y="76"/>
                    <a:pt x="24" y="76"/>
                    <a:pt x="24" y="76"/>
                  </a:cubicBezTo>
                  <a:cubicBezTo>
                    <a:pt x="25" y="78"/>
                    <a:pt x="25" y="78"/>
                    <a:pt x="25" y="78"/>
                  </a:cubicBezTo>
                  <a:cubicBezTo>
                    <a:pt x="27" y="79"/>
                    <a:pt x="27" y="79"/>
                    <a:pt x="27" y="79"/>
                  </a:cubicBezTo>
                  <a:cubicBezTo>
                    <a:pt x="28" y="81"/>
                    <a:pt x="28" y="81"/>
                    <a:pt x="28" y="81"/>
                  </a:cubicBezTo>
                  <a:cubicBezTo>
                    <a:pt x="28" y="82"/>
                    <a:pt x="29" y="83"/>
                    <a:pt x="31" y="83"/>
                  </a:cubicBezTo>
                  <a:cubicBezTo>
                    <a:pt x="32" y="83"/>
                    <a:pt x="34" y="80"/>
                    <a:pt x="34" y="79"/>
                  </a:cubicBezTo>
                  <a:cubicBezTo>
                    <a:pt x="35" y="78"/>
                    <a:pt x="36" y="76"/>
                    <a:pt x="36" y="75"/>
                  </a:cubicBezTo>
                  <a:cubicBezTo>
                    <a:pt x="35" y="72"/>
                    <a:pt x="35" y="72"/>
                    <a:pt x="35" y="72"/>
                  </a:cubicBezTo>
                  <a:cubicBezTo>
                    <a:pt x="35" y="72"/>
                    <a:pt x="35" y="72"/>
                    <a:pt x="35" y="72"/>
                  </a:cubicBezTo>
                  <a:cubicBezTo>
                    <a:pt x="35" y="72"/>
                    <a:pt x="35" y="72"/>
                    <a:pt x="35" y="72"/>
                  </a:cubicBezTo>
                  <a:cubicBezTo>
                    <a:pt x="34" y="73"/>
                    <a:pt x="34" y="73"/>
                    <a:pt x="34" y="73"/>
                  </a:cubicBezTo>
                  <a:cubicBezTo>
                    <a:pt x="33" y="74"/>
                    <a:pt x="33" y="74"/>
                    <a:pt x="33" y="74"/>
                  </a:cubicBezTo>
                  <a:cubicBezTo>
                    <a:pt x="31" y="75"/>
                    <a:pt x="31" y="75"/>
                    <a:pt x="31" y="75"/>
                  </a:cubicBezTo>
                  <a:cubicBezTo>
                    <a:pt x="31" y="77"/>
                    <a:pt x="31" y="77"/>
                    <a:pt x="31" y="77"/>
                  </a:cubicBezTo>
                  <a:cubicBezTo>
                    <a:pt x="31" y="77"/>
                    <a:pt x="31" y="77"/>
                    <a:pt x="31" y="77"/>
                  </a:cubicBezTo>
                  <a:cubicBezTo>
                    <a:pt x="30" y="76"/>
                    <a:pt x="30" y="76"/>
                    <a:pt x="30" y="76"/>
                  </a:cubicBezTo>
                  <a:cubicBezTo>
                    <a:pt x="29" y="76"/>
                    <a:pt x="27" y="74"/>
                    <a:pt x="27" y="73"/>
                  </a:cubicBezTo>
                  <a:cubicBezTo>
                    <a:pt x="26" y="72"/>
                    <a:pt x="25" y="71"/>
                    <a:pt x="25" y="70"/>
                  </a:cubicBezTo>
                  <a:cubicBezTo>
                    <a:pt x="26" y="69"/>
                    <a:pt x="26" y="69"/>
                    <a:pt x="26" y="69"/>
                  </a:cubicBezTo>
                  <a:cubicBezTo>
                    <a:pt x="27" y="68"/>
                    <a:pt x="29" y="66"/>
                    <a:pt x="30" y="65"/>
                  </a:cubicBezTo>
                  <a:cubicBezTo>
                    <a:pt x="31" y="64"/>
                    <a:pt x="31" y="64"/>
                    <a:pt x="31" y="64"/>
                  </a:cubicBezTo>
                  <a:cubicBezTo>
                    <a:pt x="31" y="63"/>
                    <a:pt x="31" y="63"/>
                    <a:pt x="31" y="63"/>
                  </a:cubicBezTo>
                  <a:cubicBezTo>
                    <a:pt x="31" y="62"/>
                    <a:pt x="32" y="61"/>
                    <a:pt x="32" y="61"/>
                  </a:cubicBezTo>
                  <a:cubicBezTo>
                    <a:pt x="31" y="57"/>
                    <a:pt x="29" y="56"/>
                    <a:pt x="27" y="56"/>
                  </a:cubicBezTo>
                  <a:cubicBezTo>
                    <a:pt x="25" y="56"/>
                    <a:pt x="25" y="56"/>
                    <a:pt x="25" y="56"/>
                  </a:cubicBezTo>
                  <a:cubicBezTo>
                    <a:pt x="25" y="56"/>
                    <a:pt x="25" y="56"/>
                    <a:pt x="25" y="56"/>
                  </a:cubicBezTo>
                  <a:cubicBezTo>
                    <a:pt x="27" y="54"/>
                    <a:pt x="27" y="54"/>
                    <a:pt x="27" y="54"/>
                  </a:cubicBezTo>
                  <a:cubicBezTo>
                    <a:pt x="28" y="53"/>
                    <a:pt x="28" y="53"/>
                    <a:pt x="28" y="53"/>
                  </a:cubicBezTo>
                  <a:cubicBezTo>
                    <a:pt x="29" y="52"/>
                    <a:pt x="29" y="52"/>
                    <a:pt x="29" y="52"/>
                  </a:cubicBezTo>
                  <a:cubicBezTo>
                    <a:pt x="29" y="52"/>
                    <a:pt x="29" y="52"/>
                    <a:pt x="29" y="52"/>
                  </a:cubicBezTo>
                  <a:cubicBezTo>
                    <a:pt x="29" y="52"/>
                    <a:pt x="29" y="52"/>
                    <a:pt x="29" y="52"/>
                  </a:cubicBezTo>
                  <a:cubicBezTo>
                    <a:pt x="29" y="51"/>
                    <a:pt x="29" y="51"/>
                    <a:pt x="29" y="51"/>
                  </a:cubicBezTo>
                  <a:cubicBezTo>
                    <a:pt x="31" y="52"/>
                    <a:pt x="32" y="56"/>
                    <a:pt x="32" y="56"/>
                  </a:cubicBezTo>
                  <a:cubicBezTo>
                    <a:pt x="32" y="57"/>
                    <a:pt x="32" y="57"/>
                    <a:pt x="32" y="57"/>
                  </a:cubicBezTo>
                  <a:cubicBezTo>
                    <a:pt x="33" y="56"/>
                    <a:pt x="33" y="56"/>
                    <a:pt x="33" y="56"/>
                  </a:cubicBezTo>
                  <a:cubicBezTo>
                    <a:pt x="33" y="55"/>
                    <a:pt x="34" y="54"/>
                    <a:pt x="34" y="53"/>
                  </a:cubicBezTo>
                  <a:cubicBezTo>
                    <a:pt x="35" y="54"/>
                    <a:pt x="35" y="54"/>
                    <a:pt x="35" y="54"/>
                  </a:cubicBezTo>
                  <a:cubicBezTo>
                    <a:pt x="36" y="54"/>
                    <a:pt x="37" y="54"/>
                    <a:pt x="38" y="55"/>
                  </a:cubicBezTo>
                  <a:cubicBezTo>
                    <a:pt x="39" y="55"/>
                    <a:pt x="39" y="55"/>
                    <a:pt x="39" y="56"/>
                  </a:cubicBezTo>
                  <a:cubicBezTo>
                    <a:pt x="39" y="57"/>
                    <a:pt x="39" y="57"/>
                    <a:pt x="39" y="57"/>
                  </a:cubicBezTo>
                  <a:cubicBezTo>
                    <a:pt x="38" y="58"/>
                    <a:pt x="38" y="58"/>
                    <a:pt x="38" y="58"/>
                  </a:cubicBezTo>
                  <a:cubicBezTo>
                    <a:pt x="37" y="60"/>
                    <a:pt x="37" y="60"/>
                    <a:pt x="37" y="60"/>
                  </a:cubicBezTo>
                  <a:cubicBezTo>
                    <a:pt x="37" y="60"/>
                    <a:pt x="37" y="60"/>
                    <a:pt x="37" y="60"/>
                  </a:cubicBezTo>
                  <a:cubicBezTo>
                    <a:pt x="37" y="61"/>
                    <a:pt x="37" y="61"/>
                    <a:pt x="37" y="61"/>
                  </a:cubicBezTo>
                  <a:cubicBezTo>
                    <a:pt x="38" y="62"/>
                    <a:pt x="38" y="62"/>
                    <a:pt x="38" y="62"/>
                  </a:cubicBezTo>
                  <a:cubicBezTo>
                    <a:pt x="38" y="63"/>
                    <a:pt x="38" y="63"/>
                    <a:pt x="38" y="63"/>
                  </a:cubicBezTo>
                  <a:cubicBezTo>
                    <a:pt x="39" y="63"/>
                    <a:pt x="39" y="63"/>
                    <a:pt x="39" y="63"/>
                  </a:cubicBezTo>
                  <a:cubicBezTo>
                    <a:pt x="39" y="63"/>
                    <a:pt x="39" y="63"/>
                    <a:pt x="39" y="63"/>
                  </a:cubicBezTo>
                  <a:cubicBezTo>
                    <a:pt x="39" y="62"/>
                    <a:pt x="39" y="62"/>
                    <a:pt x="39" y="62"/>
                  </a:cubicBezTo>
                  <a:cubicBezTo>
                    <a:pt x="39" y="62"/>
                    <a:pt x="39" y="62"/>
                    <a:pt x="39" y="62"/>
                  </a:cubicBezTo>
                  <a:cubicBezTo>
                    <a:pt x="39" y="61"/>
                    <a:pt x="39" y="61"/>
                    <a:pt x="39" y="61"/>
                  </a:cubicBezTo>
                  <a:cubicBezTo>
                    <a:pt x="39" y="61"/>
                    <a:pt x="39" y="61"/>
                    <a:pt x="39" y="61"/>
                  </a:cubicBezTo>
                  <a:cubicBezTo>
                    <a:pt x="40" y="61"/>
                    <a:pt x="40" y="61"/>
                    <a:pt x="40" y="61"/>
                  </a:cubicBezTo>
                  <a:cubicBezTo>
                    <a:pt x="40" y="58"/>
                    <a:pt x="40" y="58"/>
                    <a:pt x="40" y="58"/>
                  </a:cubicBezTo>
                  <a:cubicBezTo>
                    <a:pt x="41" y="55"/>
                    <a:pt x="41" y="55"/>
                    <a:pt x="41" y="55"/>
                  </a:cubicBezTo>
                  <a:cubicBezTo>
                    <a:pt x="42" y="54"/>
                    <a:pt x="43" y="52"/>
                    <a:pt x="43" y="52"/>
                  </a:cubicBezTo>
                  <a:cubicBezTo>
                    <a:pt x="43" y="49"/>
                    <a:pt x="43" y="49"/>
                    <a:pt x="43" y="49"/>
                  </a:cubicBezTo>
                  <a:cubicBezTo>
                    <a:pt x="44" y="47"/>
                    <a:pt x="44" y="47"/>
                    <a:pt x="44" y="47"/>
                  </a:cubicBezTo>
                  <a:cubicBezTo>
                    <a:pt x="44" y="46"/>
                    <a:pt x="44" y="46"/>
                    <a:pt x="44" y="46"/>
                  </a:cubicBezTo>
                  <a:cubicBezTo>
                    <a:pt x="44" y="46"/>
                    <a:pt x="44" y="46"/>
                    <a:pt x="44" y="46"/>
                  </a:cubicBezTo>
                  <a:cubicBezTo>
                    <a:pt x="44" y="46"/>
                    <a:pt x="44" y="46"/>
                    <a:pt x="44" y="46"/>
                  </a:cubicBezTo>
                  <a:cubicBezTo>
                    <a:pt x="44" y="46"/>
                    <a:pt x="44" y="46"/>
                    <a:pt x="44" y="46"/>
                  </a:cubicBezTo>
                  <a:cubicBezTo>
                    <a:pt x="45" y="46"/>
                    <a:pt x="45" y="46"/>
                    <a:pt x="45" y="46"/>
                  </a:cubicBezTo>
                  <a:cubicBezTo>
                    <a:pt x="44" y="45"/>
                    <a:pt x="44" y="45"/>
                    <a:pt x="44" y="45"/>
                  </a:cubicBezTo>
                  <a:cubicBezTo>
                    <a:pt x="43" y="45"/>
                    <a:pt x="43" y="45"/>
                    <a:pt x="43" y="45"/>
                  </a:cubicBezTo>
                  <a:cubicBezTo>
                    <a:pt x="43" y="45"/>
                    <a:pt x="43" y="45"/>
                    <a:pt x="43" y="45"/>
                  </a:cubicBezTo>
                  <a:cubicBezTo>
                    <a:pt x="43" y="45"/>
                    <a:pt x="43" y="45"/>
                    <a:pt x="43" y="45"/>
                  </a:cubicBezTo>
                  <a:cubicBezTo>
                    <a:pt x="41" y="45"/>
                    <a:pt x="41" y="45"/>
                    <a:pt x="41" y="45"/>
                  </a:cubicBezTo>
                  <a:cubicBezTo>
                    <a:pt x="41" y="45"/>
                    <a:pt x="41" y="45"/>
                    <a:pt x="41" y="45"/>
                  </a:cubicBezTo>
                  <a:cubicBezTo>
                    <a:pt x="40" y="47"/>
                    <a:pt x="40" y="47"/>
                    <a:pt x="40" y="47"/>
                  </a:cubicBezTo>
                  <a:cubicBezTo>
                    <a:pt x="40" y="47"/>
                    <a:pt x="40" y="47"/>
                    <a:pt x="40"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9" y="49"/>
                    <a:pt x="39" y="49"/>
                    <a:pt x="39" y="49"/>
                  </a:cubicBezTo>
                  <a:cubicBezTo>
                    <a:pt x="40" y="50"/>
                    <a:pt x="40" y="50"/>
                    <a:pt x="40" y="50"/>
                  </a:cubicBezTo>
                  <a:cubicBezTo>
                    <a:pt x="40" y="52"/>
                    <a:pt x="40" y="52"/>
                    <a:pt x="40" y="52"/>
                  </a:cubicBezTo>
                  <a:cubicBezTo>
                    <a:pt x="40" y="52"/>
                    <a:pt x="40" y="52"/>
                    <a:pt x="40" y="52"/>
                  </a:cubicBezTo>
                  <a:cubicBezTo>
                    <a:pt x="39" y="52"/>
                    <a:pt x="39" y="52"/>
                    <a:pt x="39" y="52"/>
                  </a:cubicBezTo>
                  <a:cubicBezTo>
                    <a:pt x="39" y="52"/>
                    <a:pt x="39" y="52"/>
                    <a:pt x="39" y="52"/>
                  </a:cubicBezTo>
                  <a:cubicBezTo>
                    <a:pt x="39" y="52"/>
                    <a:pt x="39" y="52"/>
                    <a:pt x="39" y="52"/>
                  </a:cubicBezTo>
                  <a:cubicBezTo>
                    <a:pt x="38" y="52"/>
                    <a:pt x="38" y="52"/>
                    <a:pt x="38" y="52"/>
                  </a:cubicBezTo>
                  <a:cubicBezTo>
                    <a:pt x="38" y="52"/>
                    <a:pt x="36" y="51"/>
                    <a:pt x="35" y="50"/>
                  </a:cubicBezTo>
                  <a:cubicBezTo>
                    <a:pt x="35" y="49"/>
                    <a:pt x="35" y="49"/>
                    <a:pt x="35" y="49"/>
                  </a:cubicBezTo>
                  <a:cubicBezTo>
                    <a:pt x="36" y="47"/>
                    <a:pt x="36" y="47"/>
                    <a:pt x="36" y="47"/>
                  </a:cubicBezTo>
                  <a:cubicBezTo>
                    <a:pt x="37" y="47"/>
                    <a:pt x="37" y="47"/>
                    <a:pt x="37" y="47"/>
                  </a:cubicBezTo>
                  <a:cubicBezTo>
                    <a:pt x="36" y="47"/>
                    <a:pt x="36" y="47"/>
                    <a:pt x="36" y="47"/>
                  </a:cubicBezTo>
                  <a:cubicBezTo>
                    <a:pt x="36" y="47"/>
                    <a:pt x="36" y="47"/>
                    <a:pt x="36" y="47"/>
                  </a:cubicBezTo>
                  <a:cubicBezTo>
                    <a:pt x="35" y="47"/>
                    <a:pt x="34" y="47"/>
                    <a:pt x="33" y="47"/>
                  </a:cubicBezTo>
                  <a:cubicBezTo>
                    <a:pt x="34" y="46"/>
                    <a:pt x="35" y="45"/>
                    <a:pt x="36" y="43"/>
                  </a:cubicBezTo>
                  <a:cubicBezTo>
                    <a:pt x="37" y="40"/>
                    <a:pt x="37" y="40"/>
                    <a:pt x="37" y="40"/>
                  </a:cubicBezTo>
                  <a:cubicBezTo>
                    <a:pt x="40" y="38"/>
                    <a:pt x="40" y="38"/>
                    <a:pt x="40" y="38"/>
                  </a:cubicBezTo>
                  <a:cubicBezTo>
                    <a:pt x="41" y="38"/>
                    <a:pt x="41" y="37"/>
                    <a:pt x="41" y="36"/>
                  </a:cubicBezTo>
                  <a:cubicBezTo>
                    <a:pt x="41" y="35"/>
                    <a:pt x="41" y="33"/>
                    <a:pt x="42" y="33"/>
                  </a:cubicBezTo>
                  <a:cubicBezTo>
                    <a:pt x="43" y="32"/>
                    <a:pt x="43" y="32"/>
                    <a:pt x="43" y="32"/>
                  </a:cubicBezTo>
                  <a:cubicBezTo>
                    <a:pt x="44" y="32"/>
                    <a:pt x="45" y="34"/>
                    <a:pt x="45" y="34"/>
                  </a:cubicBezTo>
                  <a:cubicBezTo>
                    <a:pt x="45" y="34"/>
                    <a:pt x="45" y="34"/>
                    <a:pt x="45" y="34"/>
                  </a:cubicBezTo>
                  <a:cubicBezTo>
                    <a:pt x="45" y="31"/>
                    <a:pt x="44" y="30"/>
                    <a:pt x="43" y="30"/>
                  </a:cubicBezTo>
                  <a:cubicBezTo>
                    <a:pt x="43" y="29"/>
                    <a:pt x="43" y="29"/>
                    <a:pt x="43" y="29"/>
                  </a:cubicBezTo>
                  <a:cubicBezTo>
                    <a:pt x="43" y="28"/>
                    <a:pt x="44" y="27"/>
                    <a:pt x="44" y="26"/>
                  </a:cubicBezTo>
                  <a:cubicBezTo>
                    <a:pt x="45" y="24"/>
                    <a:pt x="45" y="24"/>
                    <a:pt x="45" y="24"/>
                  </a:cubicBezTo>
                  <a:cubicBezTo>
                    <a:pt x="45" y="24"/>
                    <a:pt x="45" y="24"/>
                    <a:pt x="45" y="24"/>
                  </a:cubicBezTo>
                  <a:cubicBezTo>
                    <a:pt x="45" y="26"/>
                    <a:pt x="45" y="26"/>
                    <a:pt x="45" y="26"/>
                  </a:cubicBezTo>
                  <a:cubicBezTo>
                    <a:pt x="46" y="28"/>
                    <a:pt x="46" y="28"/>
                    <a:pt x="46" y="28"/>
                  </a:cubicBezTo>
                  <a:cubicBezTo>
                    <a:pt x="46" y="28"/>
                    <a:pt x="46" y="28"/>
                    <a:pt x="46" y="28"/>
                  </a:cubicBezTo>
                  <a:cubicBezTo>
                    <a:pt x="48" y="29"/>
                    <a:pt x="48" y="29"/>
                    <a:pt x="48" y="29"/>
                  </a:cubicBezTo>
                  <a:cubicBezTo>
                    <a:pt x="48" y="29"/>
                    <a:pt x="48" y="29"/>
                    <a:pt x="48" y="29"/>
                  </a:cubicBezTo>
                  <a:cubicBezTo>
                    <a:pt x="48" y="29"/>
                    <a:pt x="48" y="29"/>
                    <a:pt x="48" y="29"/>
                  </a:cubicBezTo>
                  <a:cubicBezTo>
                    <a:pt x="48" y="28"/>
                    <a:pt x="48" y="28"/>
                    <a:pt x="48" y="28"/>
                  </a:cubicBezTo>
                  <a:cubicBezTo>
                    <a:pt x="48" y="28"/>
                    <a:pt x="48" y="28"/>
                    <a:pt x="48" y="28"/>
                  </a:cubicBezTo>
                  <a:cubicBezTo>
                    <a:pt x="48" y="28"/>
                    <a:pt x="48" y="28"/>
                    <a:pt x="48" y="28"/>
                  </a:cubicBezTo>
                  <a:cubicBezTo>
                    <a:pt x="48" y="27"/>
                    <a:pt x="48" y="27"/>
                    <a:pt x="48" y="27"/>
                  </a:cubicBezTo>
                  <a:cubicBezTo>
                    <a:pt x="48" y="27"/>
                    <a:pt x="48" y="27"/>
                    <a:pt x="48" y="27"/>
                  </a:cubicBezTo>
                  <a:cubicBezTo>
                    <a:pt x="47" y="25"/>
                    <a:pt x="47" y="25"/>
                    <a:pt x="47" y="25"/>
                  </a:cubicBezTo>
                  <a:cubicBezTo>
                    <a:pt x="46" y="21"/>
                    <a:pt x="46" y="21"/>
                    <a:pt x="46" y="21"/>
                  </a:cubicBezTo>
                  <a:cubicBezTo>
                    <a:pt x="46" y="20"/>
                    <a:pt x="46" y="20"/>
                    <a:pt x="46" y="20"/>
                  </a:cubicBezTo>
                  <a:cubicBezTo>
                    <a:pt x="46" y="19"/>
                    <a:pt x="47" y="18"/>
                    <a:pt x="47" y="18"/>
                  </a:cubicBezTo>
                  <a:cubicBezTo>
                    <a:pt x="48" y="15"/>
                    <a:pt x="48" y="15"/>
                    <a:pt x="48" y="15"/>
                  </a:cubicBezTo>
                  <a:cubicBezTo>
                    <a:pt x="48" y="14"/>
                    <a:pt x="48" y="14"/>
                    <a:pt x="48" y="14"/>
                  </a:cubicBezTo>
                  <a:cubicBezTo>
                    <a:pt x="48" y="13"/>
                    <a:pt x="48" y="13"/>
                    <a:pt x="48" y="13"/>
                  </a:cubicBezTo>
                  <a:cubicBezTo>
                    <a:pt x="48" y="13"/>
                    <a:pt x="48" y="13"/>
                    <a:pt x="48" y="13"/>
                  </a:cubicBezTo>
                  <a:lnTo>
                    <a:pt x="49" y="12"/>
                  </a:lnTo>
                  <a:close/>
                  <a:moveTo>
                    <a:pt x="35" y="21"/>
                  </a:moveTo>
                  <a:cubicBezTo>
                    <a:pt x="35" y="21"/>
                    <a:pt x="35" y="21"/>
                    <a:pt x="35" y="21"/>
                  </a:cubicBezTo>
                  <a:cubicBezTo>
                    <a:pt x="35" y="22"/>
                    <a:pt x="35" y="22"/>
                    <a:pt x="35" y="22"/>
                  </a:cubicBezTo>
                  <a:lnTo>
                    <a:pt x="35" y="21"/>
                  </a:lnTo>
                  <a:close/>
                  <a:moveTo>
                    <a:pt x="44" y="10"/>
                  </a:moveTo>
                  <a:cubicBezTo>
                    <a:pt x="45" y="10"/>
                    <a:pt x="45" y="10"/>
                    <a:pt x="45" y="10"/>
                  </a:cubicBezTo>
                  <a:cubicBezTo>
                    <a:pt x="44" y="12"/>
                    <a:pt x="44" y="12"/>
                    <a:pt x="44" y="12"/>
                  </a:cubicBezTo>
                  <a:cubicBezTo>
                    <a:pt x="44" y="12"/>
                    <a:pt x="44" y="12"/>
                    <a:pt x="44" y="12"/>
                  </a:cubicBezTo>
                  <a:cubicBezTo>
                    <a:pt x="44" y="12"/>
                    <a:pt x="44" y="12"/>
                    <a:pt x="44" y="12"/>
                  </a:cubicBezTo>
                  <a:cubicBezTo>
                    <a:pt x="43" y="12"/>
                    <a:pt x="43" y="12"/>
                    <a:pt x="43" y="12"/>
                  </a:cubicBezTo>
                  <a:cubicBezTo>
                    <a:pt x="43" y="12"/>
                    <a:pt x="43" y="12"/>
                    <a:pt x="43" y="12"/>
                  </a:cubicBezTo>
                  <a:lnTo>
                    <a:pt x="44" y="10"/>
                  </a:lnTo>
                  <a:close/>
                  <a:moveTo>
                    <a:pt x="42" y="12"/>
                  </a:moveTo>
                  <a:cubicBezTo>
                    <a:pt x="42" y="12"/>
                    <a:pt x="42" y="12"/>
                    <a:pt x="42" y="12"/>
                  </a:cubicBezTo>
                  <a:cubicBezTo>
                    <a:pt x="42" y="13"/>
                    <a:pt x="42" y="13"/>
                    <a:pt x="42" y="13"/>
                  </a:cubicBezTo>
                  <a:cubicBezTo>
                    <a:pt x="42" y="13"/>
                    <a:pt x="42" y="13"/>
                    <a:pt x="42" y="13"/>
                  </a:cubicBezTo>
                  <a:cubicBezTo>
                    <a:pt x="41" y="13"/>
                    <a:pt x="41" y="13"/>
                    <a:pt x="41" y="13"/>
                  </a:cubicBezTo>
                  <a:lnTo>
                    <a:pt x="42" y="12"/>
                  </a:lnTo>
                  <a:close/>
                  <a:moveTo>
                    <a:pt x="43" y="17"/>
                  </a:moveTo>
                  <a:cubicBezTo>
                    <a:pt x="42" y="16"/>
                    <a:pt x="41" y="15"/>
                    <a:pt x="41" y="15"/>
                  </a:cubicBezTo>
                  <a:cubicBezTo>
                    <a:pt x="41" y="15"/>
                    <a:pt x="41" y="15"/>
                    <a:pt x="41" y="15"/>
                  </a:cubicBezTo>
                  <a:cubicBezTo>
                    <a:pt x="42" y="13"/>
                    <a:pt x="42" y="13"/>
                    <a:pt x="42" y="13"/>
                  </a:cubicBezTo>
                  <a:cubicBezTo>
                    <a:pt x="42" y="13"/>
                    <a:pt x="42" y="13"/>
                    <a:pt x="42" y="13"/>
                  </a:cubicBezTo>
                  <a:cubicBezTo>
                    <a:pt x="42" y="13"/>
                    <a:pt x="42" y="13"/>
                    <a:pt x="42" y="13"/>
                  </a:cubicBezTo>
                  <a:cubicBezTo>
                    <a:pt x="42" y="13"/>
                    <a:pt x="42" y="13"/>
                    <a:pt x="42" y="13"/>
                  </a:cubicBezTo>
                  <a:cubicBezTo>
                    <a:pt x="42" y="14"/>
                    <a:pt x="42" y="14"/>
                    <a:pt x="42" y="14"/>
                  </a:cubicBezTo>
                  <a:cubicBezTo>
                    <a:pt x="42" y="14"/>
                    <a:pt x="42" y="14"/>
                    <a:pt x="42" y="14"/>
                  </a:cubicBezTo>
                  <a:cubicBezTo>
                    <a:pt x="42" y="15"/>
                    <a:pt x="43" y="15"/>
                    <a:pt x="43" y="16"/>
                  </a:cubicBezTo>
                  <a:cubicBezTo>
                    <a:pt x="43" y="18"/>
                    <a:pt x="43" y="18"/>
                    <a:pt x="43" y="18"/>
                  </a:cubicBezTo>
                  <a:cubicBezTo>
                    <a:pt x="43" y="18"/>
                    <a:pt x="43" y="18"/>
                    <a:pt x="43" y="18"/>
                  </a:cubicBezTo>
                  <a:lnTo>
                    <a:pt x="43" y="17"/>
                  </a:lnTo>
                  <a:close/>
                  <a:moveTo>
                    <a:pt x="29" y="21"/>
                  </a:moveTo>
                  <a:cubicBezTo>
                    <a:pt x="29" y="21"/>
                    <a:pt x="29" y="21"/>
                    <a:pt x="29" y="21"/>
                  </a:cubicBezTo>
                  <a:cubicBezTo>
                    <a:pt x="27" y="22"/>
                    <a:pt x="27" y="22"/>
                    <a:pt x="27" y="22"/>
                  </a:cubicBezTo>
                  <a:cubicBezTo>
                    <a:pt x="27" y="21"/>
                    <a:pt x="27" y="21"/>
                    <a:pt x="27" y="21"/>
                  </a:cubicBezTo>
                  <a:cubicBezTo>
                    <a:pt x="27" y="20"/>
                    <a:pt x="27" y="20"/>
                    <a:pt x="27" y="20"/>
                  </a:cubicBezTo>
                  <a:cubicBezTo>
                    <a:pt x="27" y="20"/>
                    <a:pt x="27" y="20"/>
                    <a:pt x="27" y="20"/>
                  </a:cubicBezTo>
                  <a:cubicBezTo>
                    <a:pt x="27" y="20"/>
                    <a:pt x="27" y="20"/>
                    <a:pt x="27" y="20"/>
                  </a:cubicBezTo>
                  <a:cubicBezTo>
                    <a:pt x="29" y="20"/>
                    <a:pt x="29" y="20"/>
                    <a:pt x="29" y="20"/>
                  </a:cubicBezTo>
                  <a:cubicBezTo>
                    <a:pt x="29" y="21"/>
                    <a:pt x="29" y="21"/>
                    <a:pt x="29" y="21"/>
                  </a:cubicBezTo>
                  <a:cubicBezTo>
                    <a:pt x="30" y="22"/>
                    <a:pt x="30" y="22"/>
                    <a:pt x="30" y="22"/>
                  </a:cubicBezTo>
                  <a:cubicBezTo>
                    <a:pt x="31" y="22"/>
                    <a:pt x="31" y="22"/>
                    <a:pt x="31" y="22"/>
                  </a:cubicBezTo>
                  <a:lnTo>
                    <a:pt x="29" y="21"/>
                  </a:lnTo>
                  <a:close/>
                  <a:moveTo>
                    <a:pt x="27" y="20"/>
                  </a:moveTo>
                  <a:cubicBezTo>
                    <a:pt x="27" y="20"/>
                    <a:pt x="27" y="20"/>
                    <a:pt x="27" y="20"/>
                  </a:cubicBezTo>
                  <a:cubicBezTo>
                    <a:pt x="28" y="19"/>
                    <a:pt x="28" y="19"/>
                    <a:pt x="28" y="19"/>
                  </a:cubicBezTo>
                  <a:cubicBezTo>
                    <a:pt x="29" y="19"/>
                    <a:pt x="29" y="19"/>
                    <a:pt x="29" y="19"/>
                  </a:cubicBezTo>
                  <a:cubicBezTo>
                    <a:pt x="30" y="20"/>
                    <a:pt x="30" y="20"/>
                    <a:pt x="30" y="20"/>
                  </a:cubicBezTo>
                  <a:cubicBezTo>
                    <a:pt x="30" y="20"/>
                    <a:pt x="30" y="20"/>
                    <a:pt x="30" y="20"/>
                  </a:cubicBezTo>
                  <a:cubicBezTo>
                    <a:pt x="29" y="20"/>
                    <a:pt x="29" y="20"/>
                    <a:pt x="29" y="20"/>
                  </a:cubicBezTo>
                  <a:cubicBezTo>
                    <a:pt x="27" y="20"/>
                    <a:pt x="27" y="20"/>
                    <a:pt x="27" y="20"/>
                  </a:cubicBezTo>
                  <a:close/>
                  <a:moveTo>
                    <a:pt x="32" y="21"/>
                  </a:moveTo>
                  <a:cubicBezTo>
                    <a:pt x="34" y="22"/>
                    <a:pt x="34" y="22"/>
                    <a:pt x="34" y="22"/>
                  </a:cubicBezTo>
                  <a:cubicBezTo>
                    <a:pt x="34" y="22"/>
                    <a:pt x="34" y="22"/>
                    <a:pt x="34" y="22"/>
                  </a:cubicBezTo>
                  <a:cubicBezTo>
                    <a:pt x="33" y="22"/>
                    <a:pt x="33" y="22"/>
                    <a:pt x="33" y="22"/>
                  </a:cubicBezTo>
                  <a:cubicBezTo>
                    <a:pt x="33" y="22"/>
                    <a:pt x="33" y="22"/>
                    <a:pt x="33" y="22"/>
                  </a:cubicBezTo>
                  <a:cubicBezTo>
                    <a:pt x="33" y="22"/>
                    <a:pt x="33" y="22"/>
                    <a:pt x="33" y="22"/>
                  </a:cubicBezTo>
                  <a:cubicBezTo>
                    <a:pt x="31" y="21"/>
                    <a:pt x="31" y="21"/>
                    <a:pt x="31" y="21"/>
                  </a:cubicBezTo>
                  <a:cubicBezTo>
                    <a:pt x="30" y="20"/>
                    <a:pt x="30" y="20"/>
                    <a:pt x="30" y="20"/>
                  </a:cubicBezTo>
                  <a:cubicBezTo>
                    <a:pt x="30" y="20"/>
                    <a:pt x="30" y="20"/>
                    <a:pt x="30" y="20"/>
                  </a:cubicBezTo>
                  <a:cubicBezTo>
                    <a:pt x="31" y="20"/>
                    <a:pt x="31" y="20"/>
                    <a:pt x="31" y="20"/>
                  </a:cubicBezTo>
                  <a:cubicBezTo>
                    <a:pt x="31" y="20"/>
                    <a:pt x="31" y="20"/>
                    <a:pt x="31" y="20"/>
                  </a:cubicBezTo>
                  <a:lnTo>
                    <a:pt x="32" y="21"/>
                  </a:lnTo>
                  <a:close/>
                  <a:moveTo>
                    <a:pt x="32" y="15"/>
                  </a:moveTo>
                  <a:cubicBezTo>
                    <a:pt x="33" y="15"/>
                    <a:pt x="34" y="15"/>
                    <a:pt x="34" y="16"/>
                  </a:cubicBezTo>
                  <a:cubicBezTo>
                    <a:pt x="34" y="18"/>
                    <a:pt x="34" y="18"/>
                    <a:pt x="34" y="18"/>
                  </a:cubicBezTo>
                  <a:cubicBezTo>
                    <a:pt x="33" y="17"/>
                    <a:pt x="33" y="17"/>
                    <a:pt x="33" y="17"/>
                  </a:cubicBezTo>
                  <a:cubicBezTo>
                    <a:pt x="33" y="17"/>
                    <a:pt x="33" y="17"/>
                    <a:pt x="33" y="17"/>
                  </a:cubicBezTo>
                  <a:cubicBezTo>
                    <a:pt x="31" y="18"/>
                    <a:pt x="31" y="18"/>
                    <a:pt x="31" y="18"/>
                  </a:cubicBezTo>
                  <a:cubicBezTo>
                    <a:pt x="31" y="19"/>
                    <a:pt x="31" y="19"/>
                    <a:pt x="31" y="19"/>
                  </a:cubicBezTo>
                  <a:cubicBezTo>
                    <a:pt x="29" y="19"/>
                    <a:pt x="29" y="19"/>
                    <a:pt x="29" y="19"/>
                  </a:cubicBezTo>
                  <a:cubicBezTo>
                    <a:pt x="28" y="19"/>
                    <a:pt x="28" y="19"/>
                    <a:pt x="28" y="19"/>
                  </a:cubicBezTo>
                  <a:cubicBezTo>
                    <a:pt x="28" y="17"/>
                    <a:pt x="28" y="17"/>
                    <a:pt x="28" y="17"/>
                  </a:cubicBezTo>
                  <a:cubicBezTo>
                    <a:pt x="29" y="15"/>
                    <a:pt x="29" y="15"/>
                    <a:pt x="29" y="15"/>
                  </a:cubicBezTo>
                  <a:lnTo>
                    <a:pt x="32" y="15"/>
                  </a:lnTo>
                  <a:close/>
                  <a:moveTo>
                    <a:pt x="28" y="15"/>
                  </a:moveTo>
                  <a:cubicBezTo>
                    <a:pt x="28" y="15"/>
                    <a:pt x="28" y="15"/>
                    <a:pt x="28" y="15"/>
                  </a:cubicBezTo>
                  <a:cubicBezTo>
                    <a:pt x="28" y="15"/>
                    <a:pt x="28" y="15"/>
                    <a:pt x="28" y="15"/>
                  </a:cubicBezTo>
                  <a:close/>
                  <a:moveTo>
                    <a:pt x="22" y="13"/>
                  </a:moveTo>
                  <a:cubicBezTo>
                    <a:pt x="23" y="14"/>
                    <a:pt x="23" y="14"/>
                    <a:pt x="23" y="14"/>
                  </a:cubicBezTo>
                  <a:cubicBezTo>
                    <a:pt x="22" y="14"/>
                    <a:pt x="22" y="14"/>
                    <a:pt x="22" y="14"/>
                  </a:cubicBezTo>
                  <a:lnTo>
                    <a:pt x="22" y="13"/>
                  </a:lnTo>
                  <a:close/>
                  <a:moveTo>
                    <a:pt x="21" y="16"/>
                  </a:moveTo>
                  <a:cubicBezTo>
                    <a:pt x="21" y="16"/>
                    <a:pt x="21" y="16"/>
                    <a:pt x="21" y="16"/>
                  </a:cubicBezTo>
                  <a:cubicBezTo>
                    <a:pt x="20" y="16"/>
                    <a:pt x="20" y="16"/>
                    <a:pt x="20" y="16"/>
                  </a:cubicBezTo>
                  <a:cubicBezTo>
                    <a:pt x="21" y="14"/>
                    <a:pt x="21" y="14"/>
                    <a:pt x="21" y="14"/>
                  </a:cubicBezTo>
                  <a:cubicBezTo>
                    <a:pt x="21" y="14"/>
                    <a:pt x="21" y="14"/>
                    <a:pt x="21" y="14"/>
                  </a:cubicBezTo>
                  <a:cubicBezTo>
                    <a:pt x="22" y="14"/>
                    <a:pt x="22" y="14"/>
                    <a:pt x="22" y="14"/>
                  </a:cubicBezTo>
                  <a:cubicBezTo>
                    <a:pt x="22" y="14"/>
                    <a:pt x="22" y="14"/>
                    <a:pt x="22" y="14"/>
                  </a:cubicBezTo>
                  <a:cubicBezTo>
                    <a:pt x="24" y="14"/>
                    <a:pt x="24" y="14"/>
                    <a:pt x="24" y="14"/>
                  </a:cubicBezTo>
                  <a:cubicBezTo>
                    <a:pt x="25" y="14"/>
                    <a:pt x="25" y="14"/>
                    <a:pt x="25" y="14"/>
                  </a:cubicBezTo>
                  <a:cubicBezTo>
                    <a:pt x="26" y="14"/>
                    <a:pt x="26" y="13"/>
                    <a:pt x="27" y="13"/>
                  </a:cubicBezTo>
                  <a:cubicBezTo>
                    <a:pt x="29" y="15"/>
                    <a:pt x="29" y="15"/>
                    <a:pt x="29" y="15"/>
                  </a:cubicBezTo>
                  <a:cubicBezTo>
                    <a:pt x="29" y="15"/>
                    <a:pt x="29" y="15"/>
                    <a:pt x="29" y="15"/>
                  </a:cubicBezTo>
                  <a:cubicBezTo>
                    <a:pt x="27" y="14"/>
                    <a:pt x="27" y="14"/>
                    <a:pt x="27" y="14"/>
                  </a:cubicBezTo>
                  <a:cubicBezTo>
                    <a:pt x="27" y="14"/>
                    <a:pt x="27" y="14"/>
                    <a:pt x="27" y="14"/>
                  </a:cubicBezTo>
                  <a:cubicBezTo>
                    <a:pt x="26" y="14"/>
                    <a:pt x="26" y="14"/>
                    <a:pt x="26" y="14"/>
                  </a:cubicBezTo>
                  <a:cubicBezTo>
                    <a:pt x="25" y="15"/>
                    <a:pt x="25" y="15"/>
                    <a:pt x="25" y="15"/>
                  </a:cubicBezTo>
                  <a:cubicBezTo>
                    <a:pt x="24" y="15"/>
                    <a:pt x="24" y="15"/>
                    <a:pt x="24" y="15"/>
                  </a:cubicBezTo>
                  <a:cubicBezTo>
                    <a:pt x="23" y="15"/>
                    <a:pt x="23" y="15"/>
                    <a:pt x="23" y="15"/>
                  </a:cubicBezTo>
                  <a:cubicBezTo>
                    <a:pt x="25" y="16"/>
                    <a:pt x="25" y="16"/>
                    <a:pt x="25" y="16"/>
                  </a:cubicBezTo>
                  <a:cubicBezTo>
                    <a:pt x="25" y="16"/>
                    <a:pt x="25" y="16"/>
                    <a:pt x="25" y="16"/>
                  </a:cubicBezTo>
                  <a:cubicBezTo>
                    <a:pt x="24" y="17"/>
                    <a:pt x="24" y="17"/>
                    <a:pt x="24" y="17"/>
                  </a:cubicBezTo>
                  <a:cubicBezTo>
                    <a:pt x="24" y="17"/>
                    <a:pt x="24" y="17"/>
                    <a:pt x="24" y="17"/>
                  </a:cubicBezTo>
                  <a:cubicBezTo>
                    <a:pt x="24" y="18"/>
                    <a:pt x="24" y="18"/>
                    <a:pt x="24" y="18"/>
                  </a:cubicBezTo>
                  <a:cubicBezTo>
                    <a:pt x="24" y="18"/>
                    <a:pt x="24" y="18"/>
                    <a:pt x="24" y="18"/>
                  </a:cubicBezTo>
                  <a:cubicBezTo>
                    <a:pt x="26" y="17"/>
                    <a:pt x="26" y="17"/>
                    <a:pt x="26" y="17"/>
                  </a:cubicBezTo>
                  <a:cubicBezTo>
                    <a:pt x="27" y="18"/>
                    <a:pt x="27" y="18"/>
                    <a:pt x="27" y="18"/>
                  </a:cubicBezTo>
                  <a:cubicBezTo>
                    <a:pt x="28" y="17"/>
                    <a:pt x="28" y="17"/>
                    <a:pt x="28" y="17"/>
                  </a:cubicBezTo>
                  <a:cubicBezTo>
                    <a:pt x="27" y="19"/>
                    <a:pt x="27" y="19"/>
                    <a:pt x="27" y="19"/>
                  </a:cubicBezTo>
                  <a:cubicBezTo>
                    <a:pt x="27" y="19"/>
                    <a:pt x="27" y="19"/>
                    <a:pt x="27" y="19"/>
                  </a:cubicBezTo>
                  <a:cubicBezTo>
                    <a:pt x="26" y="20"/>
                    <a:pt x="26" y="20"/>
                    <a:pt x="26" y="20"/>
                  </a:cubicBezTo>
                  <a:cubicBezTo>
                    <a:pt x="27" y="22"/>
                    <a:pt x="27" y="22"/>
                    <a:pt x="27" y="22"/>
                  </a:cubicBezTo>
                  <a:cubicBezTo>
                    <a:pt x="27" y="23"/>
                    <a:pt x="27" y="23"/>
                    <a:pt x="27" y="23"/>
                  </a:cubicBezTo>
                  <a:cubicBezTo>
                    <a:pt x="27" y="23"/>
                    <a:pt x="27" y="23"/>
                    <a:pt x="27" y="23"/>
                  </a:cubicBezTo>
                  <a:cubicBezTo>
                    <a:pt x="27" y="24"/>
                    <a:pt x="28" y="25"/>
                    <a:pt x="29" y="26"/>
                  </a:cubicBezTo>
                  <a:cubicBezTo>
                    <a:pt x="31" y="27"/>
                    <a:pt x="32" y="29"/>
                    <a:pt x="34" y="30"/>
                  </a:cubicBezTo>
                  <a:cubicBezTo>
                    <a:pt x="35" y="32"/>
                    <a:pt x="35" y="34"/>
                    <a:pt x="36" y="35"/>
                  </a:cubicBezTo>
                  <a:cubicBezTo>
                    <a:pt x="38" y="36"/>
                    <a:pt x="38" y="36"/>
                    <a:pt x="38" y="36"/>
                  </a:cubicBezTo>
                  <a:cubicBezTo>
                    <a:pt x="37" y="36"/>
                    <a:pt x="37" y="36"/>
                    <a:pt x="37" y="36"/>
                  </a:cubicBezTo>
                  <a:cubicBezTo>
                    <a:pt x="37" y="36"/>
                    <a:pt x="37" y="36"/>
                    <a:pt x="37" y="36"/>
                  </a:cubicBezTo>
                  <a:cubicBezTo>
                    <a:pt x="35" y="35"/>
                    <a:pt x="35" y="35"/>
                    <a:pt x="35" y="35"/>
                  </a:cubicBezTo>
                  <a:cubicBezTo>
                    <a:pt x="34" y="34"/>
                    <a:pt x="33" y="34"/>
                    <a:pt x="33" y="34"/>
                  </a:cubicBezTo>
                  <a:cubicBezTo>
                    <a:pt x="31" y="35"/>
                    <a:pt x="31" y="35"/>
                    <a:pt x="31" y="35"/>
                  </a:cubicBezTo>
                  <a:cubicBezTo>
                    <a:pt x="31" y="36"/>
                    <a:pt x="31" y="36"/>
                    <a:pt x="31" y="36"/>
                  </a:cubicBezTo>
                  <a:cubicBezTo>
                    <a:pt x="30" y="35"/>
                    <a:pt x="30" y="35"/>
                    <a:pt x="30" y="35"/>
                  </a:cubicBezTo>
                  <a:cubicBezTo>
                    <a:pt x="29" y="33"/>
                    <a:pt x="29" y="33"/>
                    <a:pt x="29" y="33"/>
                  </a:cubicBezTo>
                  <a:cubicBezTo>
                    <a:pt x="29" y="33"/>
                    <a:pt x="29" y="33"/>
                    <a:pt x="29" y="33"/>
                  </a:cubicBezTo>
                  <a:cubicBezTo>
                    <a:pt x="29" y="33"/>
                    <a:pt x="29" y="33"/>
                    <a:pt x="29" y="33"/>
                  </a:cubicBezTo>
                  <a:cubicBezTo>
                    <a:pt x="28" y="34"/>
                    <a:pt x="28" y="34"/>
                    <a:pt x="28" y="34"/>
                  </a:cubicBezTo>
                  <a:cubicBezTo>
                    <a:pt x="27" y="35"/>
                    <a:pt x="27" y="35"/>
                    <a:pt x="27" y="35"/>
                  </a:cubicBezTo>
                  <a:cubicBezTo>
                    <a:pt x="27" y="35"/>
                    <a:pt x="27" y="35"/>
                    <a:pt x="27" y="35"/>
                  </a:cubicBezTo>
                  <a:cubicBezTo>
                    <a:pt x="27" y="35"/>
                    <a:pt x="27" y="35"/>
                    <a:pt x="27" y="35"/>
                  </a:cubicBezTo>
                  <a:cubicBezTo>
                    <a:pt x="25" y="33"/>
                    <a:pt x="25" y="33"/>
                    <a:pt x="25" y="33"/>
                  </a:cubicBezTo>
                  <a:cubicBezTo>
                    <a:pt x="25" y="33"/>
                    <a:pt x="25" y="33"/>
                    <a:pt x="25" y="33"/>
                  </a:cubicBezTo>
                  <a:cubicBezTo>
                    <a:pt x="25" y="33"/>
                    <a:pt x="25" y="33"/>
                    <a:pt x="25" y="33"/>
                  </a:cubicBezTo>
                  <a:cubicBezTo>
                    <a:pt x="24" y="34"/>
                    <a:pt x="24" y="34"/>
                    <a:pt x="24" y="34"/>
                  </a:cubicBezTo>
                  <a:cubicBezTo>
                    <a:pt x="24" y="35"/>
                    <a:pt x="24" y="35"/>
                    <a:pt x="24" y="35"/>
                  </a:cubicBezTo>
                  <a:cubicBezTo>
                    <a:pt x="23" y="35"/>
                    <a:pt x="23" y="35"/>
                    <a:pt x="23" y="35"/>
                  </a:cubicBezTo>
                  <a:cubicBezTo>
                    <a:pt x="20" y="33"/>
                    <a:pt x="20" y="33"/>
                    <a:pt x="20" y="33"/>
                  </a:cubicBezTo>
                  <a:cubicBezTo>
                    <a:pt x="20" y="32"/>
                    <a:pt x="21" y="32"/>
                    <a:pt x="21" y="31"/>
                  </a:cubicBezTo>
                  <a:cubicBezTo>
                    <a:pt x="21" y="30"/>
                    <a:pt x="21" y="30"/>
                    <a:pt x="21" y="30"/>
                  </a:cubicBezTo>
                  <a:cubicBezTo>
                    <a:pt x="21" y="29"/>
                    <a:pt x="20" y="28"/>
                    <a:pt x="20" y="26"/>
                  </a:cubicBezTo>
                  <a:cubicBezTo>
                    <a:pt x="20" y="26"/>
                    <a:pt x="20" y="26"/>
                    <a:pt x="20" y="26"/>
                  </a:cubicBezTo>
                  <a:cubicBezTo>
                    <a:pt x="20" y="26"/>
                    <a:pt x="20" y="26"/>
                    <a:pt x="20" y="26"/>
                  </a:cubicBezTo>
                  <a:cubicBezTo>
                    <a:pt x="20" y="26"/>
                    <a:pt x="20" y="26"/>
                    <a:pt x="20" y="26"/>
                  </a:cubicBezTo>
                  <a:cubicBezTo>
                    <a:pt x="19" y="25"/>
                    <a:pt x="19" y="25"/>
                    <a:pt x="19" y="25"/>
                  </a:cubicBezTo>
                  <a:cubicBezTo>
                    <a:pt x="19" y="23"/>
                    <a:pt x="19" y="23"/>
                    <a:pt x="19" y="23"/>
                  </a:cubicBezTo>
                  <a:cubicBezTo>
                    <a:pt x="19" y="21"/>
                    <a:pt x="19" y="21"/>
                    <a:pt x="19" y="21"/>
                  </a:cubicBezTo>
                  <a:cubicBezTo>
                    <a:pt x="19" y="18"/>
                    <a:pt x="20" y="17"/>
                    <a:pt x="21" y="16"/>
                  </a:cubicBezTo>
                  <a:moveTo>
                    <a:pt x="20" y="31"/>
                  </a:moveTo>
                  <a:cubicBezTo>
                    <a:pt x="20" y="32"/>
                    <a:pt x="20" y="32"/>
                    <a:pt x="20" y="32"/>
                  </a:cubicBezTo>
                  <a:cubicBezTo>
                    <a:pt x="20" y="32"/>
                    <a:pt x="20" y="32"/>
                    <a:pt x="20" y="32"/>
                  </a:cubicBezTo>
                  <a:cubicBezTo>
                    <a:pt x="17" y="32"/>
                    <a:pt x="17" y="31"/>
                    <a:pt x="17" y="29"/>
                  </a:cubicBezTo>
                  <a:cubicBezTo>
                    <a:pt x="17" y="28"/>
                    <a:pt x="17" y="28"/>
                    <a:pt x="17" y="28"/>
                  </a:cubicBezTo>
                  <a:cubicBezTo>
                    <a:pt x="18" y="28"/>
                    <a:pt x="19" y="27"/>
                    <a:pt x="19" y="27"/>
                  </a:cubicBezTo>
                  <a:cubicBezTo>
                    <a:pt x="20" y="28"/>
                    <a:pt x="20" y="30"/>
                    <a:pt x="20" y="30"/>
                  </a:cubicBezTo>
                  <a:lnTo>
                    <a:pt x="20" y="31"/>
                  </a:lnTo>
                  <a:close/>
                  <a:moveTo>
                    <a:pt x="16" y="18"/>
                  </a:moveTo>
                  <a:cubicBezTo>
                    <a:pt x="16" y="18"/>
                    <a:pt x="16" y="18"/>
                    <a:pt x="16" y="18"/>
                  </a:cubicBezTo>
                  <a:cubicBezTo>
                    <a:pt x="16" y="17"/>
                    <a:pt x="16" y="17"/>
                    <a:pt x="16" y="17"/>
                  </a:cubicBezTo>
                  <a:cubicBezTo>
                    <a:pt x="16" y="16"/>
                    <a:pt x="16" y="16"/>
                    <a:pt x="16" y="16"/>
                  </a:cubicBezTo>
                  <a:cubicBezTo>
                    <a:pt x="17" y="18"/>
                    <a:pt x="17" y="18"/>
                    <a:pt x="17" y="18"/>
                  </a:cubicBezTo>
                  <a:cubicBezTo>
                    <a:pt x="17" y="19"/>
                    <a:pt x="18" y="20"/>
                    <a:pt x="18" y="20"/>
                  </a:cubicBezTo>
                  <a:cubicBezTo>
                    <a:pt x="18" y="20"/>
                    <a:pt x="18" y="20"/>
                    <a:pt x="18" y="20"/>
                  </a:cubicBezTo>
                  <a:cubicBezTo>
                    <a:pt x="18" y="21"/>
                    <a:pt x="18" y="21"/>
                    <a:pt x="18" y="21"/>
                  </a:cubicBezTo>
                  <a:cubicBezTo>
                    <a:pt x="18" y="21"/>
                    <a:pt x="18" y="21"/>
                    <a:pt x="18" y="21"/>
                  </a:cubicBezTo>
                  <a:cubicBezTo>
                    <a:pt x="18" y="22"/>
                    <a:pt x="18" y="22"/>
                    <a:pt x="18" y="22"/>
                  </a:cubicBezTo>
                  <a:cubicBezTo>
                    <a:pt x="18" y="23"/>
                    <a:pt x="18" y="23"/>
                    <a:pt x="18" y="23"/>
                  </a:cubicBezTo>
                  <a:cubicBezTo>
                    <a:pt x="19" y="24"/>
                    <a:pt x="19" y="24"/>
                    <a:pt x="19" y="24"/>
                  </a:cubicBezTo>
                  <a:cubicBezTo>
                    <a:pt x="16" y="22"/>
                    <a:pt x="16" y="22"/>
                    <a:pt x="16" y="22"/>
                  </a:cubicBezTo>
                  <a:cubicBezTo>
                    <a:pt x="16" y="21"/>
                    <a:pt x="16" y="21"/>
                    <a:pt x="16" y="21"/>
                  </a:cubicBezTo>
                  <a:cubicBezTo>
                    <a:pt x="16" y="21"/>
                    <a:pt x="16" y="21"/>
                    <a:pt x="16" y="21"/>
                  </a:cubicBezTo>
                  <a:cubicBezTo>
                    <a:pt x="15" y="20"/>
                    <a:pt x="15" y="20"/>
                    <a:pt x="15" y="20"/>
                  </a:cubicBezTo>
                  <a:lnTo>
                    <a:pt x="16" y="18"/>
                  </a:lnTo>
                  <a:close/>
                  <a:moveTo>
                    <a:pt x="13" y="13"/>
                  </a:moveTo>
                  <a:cubicBezTo>
                    <a:pt x="14" y="13"/>
                    <a:pt x="14" y="13"/>
                    <a:pt x="14" y="13"/>
                  </a:cubicBezTo>
                  <a:cubicBezTo>
                    <a:pt x="14" y="13"/>
                    <a:pt x="14" y="13"/>
                    <a:pt x="14" y="13"/>
                  </a:cubicBezTo>
                  <a:cubicBezTo>
                    <a:pt x="14" y="11"/>
                    <a:pt x="14" y="11"/>
                    <a:pt x="14" y="11"/>
                  </a:cubicBezTo>
                  <a:cubicBezTo>
                    <a:pt x="15" y="12"/>
                    <a:pt x="15" y="16"/>
                    <a:pt x="15" y="17"/>
                  </a:cubicBezTo>
                  <a:cubicBezTo>
                    <a:pt x="15" y="18"/>
                    <a:pt x="15" y="19"/>
                    <a:pt x="15" y="20"/>
                  </a:cubicBezTo>
                  <a:cubicBezTo>
                    <a:pt x="15" y="20"/>
                    <a:pt x="15" y="20"/>
                    <a:pt x="15" y="20"/>
                  </a:cubicBezTo>
                  <a:cubicBezTo>
                    <a:pt x="14" y="18"/>
                    <a:pt x="14" y="18"/>
                    <a:pt x="14" y="18"/>
                  </a:cubicBezTo>
                  <a:cubicBezTo>
                    <a:pt x="13" y="16"/>
                    <a:pt x="13" y="16"/>
                    <a:pt x="13" y="16"/>
                  </a:cubicBezTo>
                  <a:cubicBezTo>
                    <a:pt x="13" y="16"/>
                    <a:pt x="13" y="16"/>
                    <a:pt x="13" y="16"/>
                  </a:cubicBezTo>
                  <a:cubicBezTo>
                    <a:pt x="13" y="16"/>
                    <a:pt x="13" y="16"/>
                    <a:pt x="13" y="16"/>
                  </a:cubicBezTo>
                  <a:cubicBezTo>
                    <a:pt x="13" y="15"/>
                    <a:pt x="13" y="14"/>
                    <a:pt x="13" y="13"/>
                  </a:cubicBezTo>
                  <a:moveTo>
                    <a:pt x="13" y="1"/>
                  </a:moveTo>
                  <a:cubicBezTo>
                    <a:pt x="13" y="2"/>
                    <a:pt x="13" y="5"/>
                    <a:pt x="13" y="8"/>
                  </a:cubicBezTo>
                  <a:cubicBezTo>
                    <a:pt x="13" y="9"/>
                    <a:pt x="13" y="11"/>
                    <a:pt x="13" y="12"/>
                  </a:cubicBezTo>
                  <a:cubicBezTo>
                    <a:pt x="13" y="12"/>
                    <a:pt x="13" y="13"/>
                    <a:pt x="13" y="14"/>
                  </a:cubicBezTo>
                  <a:cubicBezTo>
                    <a:pt x="13" y="14"/>
                    <a:pt x="13" y="14"/>
                    <a:pt x="13" y="14"/>
                  </a:cubicBezTo>
                  <a:cubicBezTo>
                    <a:pt x="12" y="14"/>
                    <a:pt x="11" y="10"/>
                    <a:pt x="11" y="7"/>
                  </a:cubicBezTo>
                  <a:cubicBezTo>
                    <a:pt x="11" y="5"/>
                    <a:pt x="11" y="3"/>
                    <a:pt x="13" y="1"/>
                  </a:cubicBezTo>
                  <a:moveTo>
                    <a:pt x="12" y="2"/>
                  </a:moveTo>
                  <a:cubicBezTo>
                    <a:pt x="11" y="4"/>
                    <a:pt x="10" y="5"/>
                    <a:pt x="10" y="7"/>
                  </a:cubicBezTo>
                  <a:cubicBezTo>
                    <a:pt x="10" y="11"/>
                    <a:pt x="12" y="15"/>
                    <a:pt x="12" y="15"/>
                  </a:cubicBezTo>
                  <a:cubicBezTo>
                    <a:pt x="12" y="15"/>
                    <a:pt x="12" y="15"/>
                    <a:pt x="12" y="15"/>
                  </a:cubicBezTo>
                  <a:cubicBezTo>
                    <a:pt x="12" y="16"/>
                    <a:pt x="12" y="16"/>
                    <a:pt x="12" y="16"/>
                  </a:cubicBezTo>
                  <a:cubicBezTo>
                    <a:pt x="11" y="15"/>
                    <a:pt x="11" y="15"/>
                    <a:pt x="11" y="15"/>
                  </a:cubicBezTo>
                  <a:cubicBezTo>
                    <a:pt x="10" y="12"/>
                    <a:pt x="10" y="12"/>
                    <a:pt x="10" y="12"/>
                  </a:cubicBezTo>
                  <a:cubicBezTo>
                    <a:pt x="9" y="10"/>
                    <a:pt x="9" y="10"/>
                    <a:pt x="9" y="10"/>
                  </a:cubicBezTo>
                  <a:cubicBezTo>
                    <a:pt x="9" y="10"/>
                    <a:pt x="9" y="10"/>
                    <a:pt x="9" y="10"/>
                  </a:cubicBezTo>
                  <a:cubicBezTo>
                    <a:pt x="9" y="10"/>
                    <a:pt x="9" y="10"/>
                    <a:pt x="9" y="10"/>
                  </a:cubicBezTo>
                  <a:cubicBezTo>
                    <a:pt x="9" y="10"/>
                    <a:pt x="9" y="10"/>
                    <a:pt x="9" y="10"/>
                  </a:cubicBezTo>
                  <a:cubicBezTo>
                    <a:pt x="9" y="9"/>
                    <a:pt x="9" y="9"/>
                    <a:pt x="9" y="9"/>
                  </a:cubicBezTo>
                  <a:cubicBezTo>
                    <a:pt x="9" y="7"/>
                    <a:pt x="10" y="4"/>
                    <a:pt x="12" y="2"/>
                  </a:cubicBezTo>
                  <a:moveTo>
                    <a:pt x="9" y="12"/>
                  </a:moveTo>
                  <a:cubicBezTo>
                    <a:pt x="9" y="11"/>
                    <a:pt x="9" y="11"/>
                    <a:pt x="9" y="11"/>
                  </a:cubicBezTo>
                  <a:cubicBezTo>
                    <a:pt x="9" y="13"/>
                    <a:pt x="11" y="16"/>
                    <a:pt x="12" y="17"/>
                  </a:cubicBezTo>
                  <a:cubicBezTo>
                    <a:pt x="11" y="18"/>
                    <a:pt x="11" y="18"/>
                    <a:pt x="11" y="18"/>
                  </a:cubicBezTo>
                  <a:cubicBezTo>
                    <a:pt x="12" y="20"/>
                    <a:pt x="12" y="20"/>
                    <a:pt x="12" y="20"/>
                  </a:cubicBezTo>
                  <a:cubicBezTo>
                    <a:pt x="11" y="20"/>
                    <a:pt x="11" y="20"/>
                    <a:pt x="11" y="20"/>
                  </a:cubicBezTo>
                  <a:cubicBezTo>
                    <a:pt x="10" y="20"/>
                    <a:pt x="9" y="16"/>
                    <a:pt x="9" y="12"/>
                  </a:cubicBezTo>
                  <a:close/>
                  <a:moveTo>
                    <a:pt x="22" y="44"/>
                  </a:moveTo>
                  <a:cubicBezTo>
                    <a:pt x="22" y="41"/>
                    <a:pt x="22" y="41"/>
                    <a:pt x="22" y="41"/>
                  </a:cubicBezTo>
                  <a:cubicBezTo>
                    <a:pt x="23" y="41"/>
                    <a:pt x="23" y="41"/>
                    <a:pt x="23" y="41"/>
                  </a:cubicBezTo>
                  <a:cubicBezTo>
                    <a:pt x="25" y="40"/>
                    <a:pt x="25" y="40"/>
                    <a:pt x="25" y="40"/>
                  </a:cubicBezTo>
                  <a:cubicBezTo>
                    <a:pt x="25" y="41"/>
                    <a:pt x="25" y="41"/>
                    <a:pt x="25" y="41"/>
                  </a:cubicBezTo>
                  <a:cubicBezTo>
                    <a:pt x="26" y="41"/>
                    <a:pt x="26" y="41"/>
                    <a:pt x="26" y="41"/>
                  </a:cubicBezTo>
                  <a:cubicBezTo>
                    <a:pt x="26" y="41"/>
                    <a:pt x="26" y="41"/>
                    <a:pt x="26" y="41"/>
                  </a:cubicBezTo>
                  <a:cubicBezTo>
                    <a:pt x="26" y="41"/>
                    <a:pt x="26" y="41"/>
                    <a:pt x="26" y="41"/>
                  </a:cubicBezTo>
                  <a:cubicBezTo>
                    <a:pt x="26" y="41"/>
                    <a:pt x="26" y="41"/>
                    <a:pt x="26" y="41"/>
                  </a:cubicBezTo>
                  <a:cubicBezTo>
                    <a:pt x="25" y="42"/>
                    <a:pt x="24" y="43"/>
                    <a:pt x="22" y="44"/>
                  </a:cubicBezTo>
                  <a:moveTo>
                    <a:pt x="22" y="44"/>
                  </a:moveTo>
                  <a:cubicBezTo>
                    <a:pt x="19" y="48"/>
                    <a:pt x="19" y="48"/>
                    <a:pt x="19" y="48"/>
                  </a:cubicBezTo>
                  <a:cubicBezTo>
                    <a:pt x="20" y="47"/>
                    <a:pt x="20" y="47"/>
                    <a:pt x="20" y="47"/>
                  </a:cubicBezTo>
                  <a:cubicBezTo>
                    <a:pt x="20" y="46"/>
                    <a:pt x="20" y="45"/>
                    <a:pt x="20" y="44"/>
                  </a:cubicBezTo>
                  <a:cubicBezTo>
                    <a:pt x="20" y="44"/>
                    <a:pt x="20" y="44"/>
                    <a:pt x="20" y="44"/>
                  </a:cubicBezTo>
                  <a:cubicBezTo>
                    <a:pt x="21" y="44"/>
                    <a:pt x="21" y="44"/>
                    <a:pt x="21" y="44"/>
                  </a:cubicBezTo>
                  <a:lnTo>
                    <a:pt x="22" y="44"/>
                  </a:lnTo>
                  <a:close/>
                  <a:moveTo>
                    <a:pt x="21" y="44"/>
                  </a:moveTo>
                  <a:cubicBezTo>
                    <a:pt x="20" y="42"/>
                    <a:pt x="20" y="42"/>
                    <a:pt x="20" y="42"/>
                  </a:cubicBezTo>
                  <a:cubicBezTo>
                    <a:pt x="20" y="42"/>
                    <a:pt x="20" y="42"/>
                    <a:pt x="20" y="42"/>
                  </a:cubicBezTo>
                  <a:cubicBezTo>
                    <a:pt x="22" y="41"/>
                    <a:pt x="22" y="41"/>
                    <a:pt x="22" y="41"/>
                  </a:cubicBezTo>
                  <a:lnTo>
                    <a:pt x="21" y="44"/>
                  </a:lnTo>
                  <a:close/>
                  <a:moveTo>
                    <a:pt x="20" y="44"/>
                  </a:moveTo>
                  <a:cubicBezTo>
                    <a:pt x="20" y="44"/>
                    <a:pt x="20" y="44"/>
                    <a:pt x="20" y="44"/>
                  </a:cubicBezTo>
                  <a:cubicBezTo>
                    <a:pt x="20" y="44"/>
                    <a:pt x="18" y="45"/>
                    <a:pt x="16" y="45"/>
                  </a:cubicBezTo>
                  <a:cubicBezTo>
                    <a:pt x="18" y="45"/>
                    <a:pt x="18" y="43"/>
                    <a:pt x="18" y="42"/>
                  </a:cubicBezTo>
                  <a:cubicBezTo>
                    <a:pt x="20" y="42"/>
                    <a:pt x="20" y="42"/>
                    <a:pt x="20" y="42"/>
                  </a:cubicBezTo>
                  <a:lnTo>
                    <a:pt x="20" y="44"/>
                  </a:lnTo>
                  <a:close/>
                  <a:moveTo>
                    <a:pt x="11" y="34"/>
                  </a:moveTo>
                  <a:cubicBezTo>
                    <a:pt x="11" y="34"/>
                    <a:pt x="11" y="34"/>
                    <a:pt x="11" y="34"/>
                  </a:cubicBezTo>
                  <a:cubicBezTo>
                    <a:pt x="11" y="34"/>
                    <a:pt x="11" y="34"/>
                    <a:pt x="11" y="34"/>
                  </a:cubicBezTo>
                  <a:cubicBezTo>
                    <a:pt x="11" y="34"/>
                    <a:pt x="11" y="34"/>
                    <a:pt x="11" y="34"/>
                  </a:cubicBezTo>
                  <a:cubicBezTo>
                    <a:pt x="11" y="34"/>
                    <a:pt x="11" y="34"/>
                    <a:pt x="11" y="34"/>
                  </a:cubicBezTo>
                  <a:cubicBezTo>
                    <a:pt x="10" y="34"/>
                    <a:pt x="10" y="34"/>
                    <a:pt x="10" y="34"/>
                  </a:cubicBezTo>
                  <a:cubicBezTo>
                    <a:pt x="10" y="34"/>
                    <a:pt x="10" y="34"/>
                    <a:pt x="10" y="34"/>
                  </a:cubicBezTo>
                  <a:cubicBezTo>
                    <a:pt x="12" y="32"/>
                    <a:pt x="12" y="32"/>
                    <a:pt x="12" y="32"/>
                  </a:cubicBezTo>
                  <a:cubicBezTo>
                    <a:pt x="11" y="34"/>
                    <a:pt x="11" y="34"/>
                    <a:pt x="11" y="34"/>
                  </a:cubicBezTo>
                  <a:cubicBezTo>
                    <a:pt x="11" y="34"/>
                    <a:pt x="11" y="34"/>
                    <a:pt x="11" y="34"/>
                  </a:cubicBezTo>
                  <a:close/>
                  <a:moveTo>
                    <a:pt x="11" y="38"/>
                  </a:moveTo>
                  <a:cubicBezTo>
                    <a:pt x="12" y="39"/>
                    <a:pt x="13" y="39"/>
                    <a:pt x="14" y="39"/>
                  </a:cubicBezTo>
                  <a:cubicBezTo>
                    <a:pt x="13" y="40"/>
                    <a:pt x="13" y="40"/>
                    <a:pt x="13" y="40"/>
                  </a:cubicBezTo>
                  <a:cubicBezTo>
                    <a:pt x="11" y="42"/>
                    <a:pt x="11" y="42"/>
                    <a:pt x="11" y="42"/>
                  </a:cubicBezTo>
                  <a:cubicBezTo>
                    <a:pt x="11" y="41"/>
                    <a:pt x="11" y="39"/>
                    <a:pt x="11" y="38"/>
                  </a:cubicBezTo>
                  <a:moveTo>
                    <a:pt x="14" y="40"/>
                  </a:moveTo>
                  <a:cubicBezTo>
                    <a:pt x="15" y="41"/>
                    <a:pt x="15" y="42"/>
                    <a:pt x="15" y="42"/>
                  </a:cubicBezTo>
                  <a:cubicBezTo>
                    <a:pt x="15" y="42"/>
                    <a:pt x="15" y="42"/>
                    <a:pt x="15" y="42"/>
                  </a:cubicBezTo>
                  <a:cubicBezTo>
                    <a:pt x="15" y="42"/>
                    <a:pt x="15" y="42"/>
                    <a:pt x="15" y="42"/>
                  </a:cubicBezTo>
                  <a:cubicBezTo>
                    <a:pt x="16" y="42"/>
                    <a:pt x="17" y="42"/>
                    <a:pt x="18" y="42"/>
                  </a:cubicBezTo>
                  <a:cubicBezTo>
                    <a:pt x="18" y="43"/>
                    <a:pt x="17" y="45"/>
                    <a:pt x="15" y="45"/>
                  </a:cubicBezTo>
                  <a:cubicBezTo>
                    <a:pt x="15" y="45"/>
                    <a:pt x="15" y="43"/>
                    <a:pt x="15" y="42"/>
                  </a:cubicBezTo>
                  <a:cubicBezTo>
                    <a:pt x="15" y="42"/>
                    <a:pt x="15" y="42"/>
                    <a:pt x="15" y="42"/>
                  </a:cubicBezTo>
                  <a:cubicBezTo>
                    <a:pt x="14" y="42"/>
                    <a:pt x="14" y="42"/>
                    <a:pt x="14" y="42"/>
                  </a:cubicBezTo>
                  <a:cubicBezTo>
                    <a:pt x="13" y="43"/>
                    <a:pt x="13" y="43"/>
                    <a:pt x="13" y="43"/>
                  </a:cubicBezTo>
                  <a:cubicBezTo>
                    <a:pt x="11" y="42"/>
                    <a:pt x="11" y="42"/>
                    <a:pt x="11" y="42"/>
                  </a:cubicBezTo>
                  <a:cubicBezTo>
                    <a:pt x="13" y="42"/>
                    <a:pt x="14" y="40"/>
                    <a:pt x="14" y="40"/>
                  </a:cubicBezTo>
                  <a:moveTo>
                    <a:pt x="12" y="44"/>
                  </a:moveTo>
                  <a:cubicBezTo>
                    <a:pt x="12" y="43"/>
                    <a:pt x="12" y="43"/>
                    <a:pt x="12" y="43"/>
                  </a:cubicBezTo>
                  <a:cubicBezTo>
                    <a:pt x="13" y="43"/>
                    <a:pt x="13" y="43"/>
                    <a:pt x="13" y="43"/>
                  </a:cubicBezTo>
                  <a:cubicBezTo>
                    <a:pt x="14" y="43"/>
                    <a:pt x="14" y="43"/>
                    <a:pt x="14" y="43"/>
                  </a:cubicBezTo>
                  <a:cubicBezTo>
                    <a:pt x="14" y="44"/>
                    <a:pt x="14" y="45"/>
                    <a:pt x="14" y="46"/>
                  </a:cubicBezTo>
                  <a:cubicBezTo>
                    <a:pt x="14" y="46"/>
                    <a:pt x="14" y="46"/>
                    <a:pt x="14" y="46"/>
                  </a:cubicBezTo>
                  <a:cubicBezTo>
                    <a:pt x="14" y="46"/>
                    <a:pt x="14" y="46"/>
                    <a:pt x="14" y="46"/>
                  </a:cubicBezTo>
                  <a:cubicBezTo>
                    <a:pt x="14" y="46"/>
                    <a:pt x="14" y="46"/>
                    <a:pt x="14" y="46"/>
                  </a:cubicBezTo>
                  <a:cubicBezTo>
                    <a:pt x="15" y="46"/>
                    <a:pt x="15" y="46"/>
                    <a:pt x="15" y="46"/>
                  </a:cubicBezTo>
                  <a:cubicBezTo>
                    <a:pt x="16" y="46"/>
                    <a:pt x="16" y="46"/>
                    <a:pt x="16" y="46"/>
                  </a:cubicBezTo>
                  <a:cubicBezTo>
                    <a:pt x="16" y="47"/>
                    <a:pt x="16" y="47"/>
                    <a:pt x="16" y="47"/>
                  </a:cubicBezTo>
                  <a:cubicBezTo>
                    <a:pt x="16" y="48"/>
                    <a:pt x="16" y="48"/>
                    <a:pt x="15" y="50"/>
                  </a:cubicBezTo>
                  <a:cubicBezTo>
                    <a:pt x="15" y="52"/>
                    <a:pt x="12" y="54"/>
                    <a:pt x="11" y="55"/>
                  </a:cubicBezTo>
                  <a:cubicBezTo>
                    <a:pt x="9" y="57"/>
                    <a:pt x="9" y="58"/>
                    <a:pt x="8" y="60"/>
                  </a:cubicBezTo>
                  <a:cubicBezTo>
                    <a:pt x="7" y="61"/>
                    <a:pt x="7" y="61"/>
                    <a:pt x="7" y="61"/>
                  </a:cubicBezTo>
                  <a:cubicBezTo>
                    <a:pt x="7" y="61"/>
                    <a:pt x="7" y="61"/>
                    <a:pt x="7" y="61"/>
                  </a:cubicBezTo>
                  <a:cubicBezTo>
                    <a:pt x="7" y="61"/>
                    <a:pt x="7" y="61"/>
                    <a:pt x="7" y="61"/>
                  </a:cubicBezTo>
                  <a:cubicBezTo>
                    <a:pt x="5" y="61"/>
                    <a:pt x="5" y="59"/>
                    <a:pt x="5" y="59"/>
                  </a:cubicBezTo>
                  <a:cubicBezTo>
                    <a:pt x="5" y="58"/>
                    <a:pt x="5" y="58"/>
                    <a:pt x="5" y="58"/>
                  </a:cubicBezTo>
                  <a:cubicBezTo>
                    <a:pt x="5" y="54"/>
                    <a:pt x="10" y="52"/>
                    <a:pt x="12" y="44"/>
                  </a:cubicBezTo>
                  <a:moveTo>
                    <a:pt x="18" y="42"/>
                  </a:moveTo>
                  <a:cubicBezTo>
                    <a:pt x="16" y="42"/>
                    <a:pt x="16" y="42"/>
                    <a:pt x="16" y="42"/>
                  </a:cubicBezTo>
                  <a:cubicBezTo>
                    <a:pt x="17" y="41"/>
                    <a:pt x="18" y="40"/>
                    <a:pt x="18" y="39"/>
                  </a:cubicBezTo>
                  <a:cubicBezTo>
                    <a:pt x="18" y="40"/>
                    <a:pt x="18" y="40"/>
                    <a:pt x="18" y="40"/>
                  </a:cubicBezTo>
                  <a:cubicBezTo>
                    <a:pt x="19" y="42"/>
                    <a:pt x="19" y="42"/>
                    <a:pt x="19" y="42"/>
                  </a:cubicBezTo>
                  <a:lnTo>
                    <a:pt x="18" y="42"/>
                  </a:lnTo>
                  <a:close/>
                  <a:moveTo>
                    <a:pt x="15" y="41"/>
                  </a:moveTo>
                  <a:cubicBezTo>
                    <a:pt x="15" y="39"/>
                    <a:pt x="15" y="39"/>
                    <a:pt x="15" y="39"/>
                  </a:cubicBezTo>
                  <a:cubicBezTo>
                    <a:pt x="15" y="39"/>
                    <a:pt x="15" y="39"/>
                    <a:pt x="15" y="39"/>
                  </a:cubicBezTo>
                  <a:cubicBezTo>
                    <a:pt x="15" y="39"/>
                    <a:pt x="15" y="39"/>
                    <a:pt x="15" y="39"/>
                  </a:cubicBezTo>
                  <a:cubicBezTo>
                    <a:pt x="15" y="39"/>
                    <a:pt x="15" y="39"/>
                    <a:pt x="15" y="39"/>
                  </a:cubicBezTo>
                  <a:cubicBezTo>
                    <a:pt x="15" y="39"/>
                    <a:pt x="13" y="39"/>
                    <a:pt x="12" y="38"/>
                  </a:cubicBezTo>
                  <a:cubicBezTo>
                    <a:pt x="14" y="36"/>
                    <a:pt x="14" y="36"/>
                    <a:pt x="14" y="36"/>
                  </a:cubicBezTo>
                  <a:cubicBezTo>
                    <a:pt x="14" y="38"/>
                    <a:pt x="14" y="38"/>
                    <a:pt x="14" y="38"/>
                  </a:cubicBezTo>
                  <a:cubicBezTo>
                    <a:pt x="14" y="38"/>
                    <a:pt x="14" y="38"/>
                    <a:pt x="14" y="38"/>
                  </a:cubicBezTo>
                  <a:cubicBezTo>
                    <a:pt x="14" y="38"/>
                    <a:pt x="14" y="38"/>
                    <a:pt x="14" y="38"/>
                  </a:cubicBezTo>
                  <a:cubicBezTo>
                    <a:pt x="14" y="38"/>
                    <a:pt x="15" y="38"/>
                    <a:pt x="16" y="38"/>
                  </a:cubicBezTo>
                  <a:cubicBezTo>
                    <a:pt x="17" y="39"/>
                    <a:pt x="17" y="39"/>
                    <a:pt x="17" y="39"/>
                  </a:cubicBezTo>
                  <a:cubicBezTo>
                    <a:pt x="17" y="39"/>
                    <a:pt x="17" y="39"/>
                    <a:pt x="17" y="39"/>
                  </a:cubicBezTo>
                  <a:cubicBezTo>
                    <a:pt x="17" y="39"/>
                    <a:pt x="17" y="41"/>
                    <a:pt x="15" y="41"/>
                  </a:cubicBezTo>
                  <a:moveTo>
                    <a:pt x="14" y="35"/>
                  </a:moveTo>
                  <a:cubicBezTo>
                    <a:pt x="14" y="35"/>
                    <a:pt x="14" y="35"/>
                    <a:pt x="14" y="35"/>
                  </a:cubicBezTo>
                  <a:cubicBezTo>
                    <a:pt x="14" y="36"/>
                    <a:pt x="14" y="36"/>
                    <a:pt x="14" y="36"/>
                  </a:cubicBezTo>
                  <a:cubicBezTo>
                    <a:pt x="14" y="36"/>
                    <a:pt x="12" y="37"/>
                    <a:pt x="11" y="38"/>
                  </a:cubicBezTo>
                  <a:cubicBezTo>
                    <a:pt x="11" y="36"/>
                    <a:pt x="11" y="36"/>
                    <a:pt x="11" y="36"/>
                  </a:cubicBezTo>
                  <a:cubicBezTo>
                    <a:pt x="11" y="36"/>
                    <a:pt x="11" y="36"/>
                    <a:pt x="11" y="36"/>
                  </a:cubicBezTo>
                  <a:cubicBezTo>
                    <a:pt x="11" y="34"/>
                    <a:pt x="11" y="34"/>
                    <a:pt x="11" y="34"/>
                  </a:cubicBezTo>
                  <a:cubicBezTo>
                    <a:pt x="11" y="34"/>
                    <a:pt x="11" y="34"/>
                    <a:pt x="11" y="34"/>
                  </a:cubicBezTo>
                  <a:cubicBezTo>
                    <a:pt x="11" y="34"/>
                    <a:pt x="11" y="34"/>
                    <a:pt x="11" y="34"/>
                  </a:cubicBezTo>
                  <a:cubicBezTo>
                    <a:pt x="12" y="34"/>
                    <a:pt x="12" y="34"/>
                    <a:pt x="12" y="34"/>
                  </a:cubicBezTo>
                  <a:cubicBezTo>
                    <a:pt x="12" y="35"/>
                    <a:pt x="12" y="35"/>
                    <a:pt x="12" y="35"/>
                  </a:cubicBezTo>
                  <a:cubicBezTo>
                    <a:pt x="12" y="35"/>
                    <a:pt x="12" y="35"/>
                    <a:pt x="12" y="35"/>
                  </a:cubicBezTo>
                  <a:cubicBezTo>
                    <a:pt x="13" y="35"/>
                    <a:pt x="13" y="35"/>
                    <a:pt x="13" y="35"/>
                  </a:cubicBezTo>
                  <a:cubicBezTo>
                    <a:pt x="14" y="35"/>
                    <a:pt x="14" y="35"/>
                    <a:pt x="14" y="35"/>
                  </a:cubicBezTo>
                  <a:close/>
                  <a:moveTo>
                    <a:pt x="9" y="34"/>
                  </a:moveTo>
                  <a:cubicBezTo>
                    <a:pt x="9" y="32"/>
                    <a:pt x="9" y="32"/>
                    <a:pt x="9" y="32"/>
                  </a:cubicBezTo>
                  <a:cubicBezTo>
                    <a:pt x="10" y="31"/>
                    <a:pt x="10" y="31"/>
                    <a:pt x="10" y="31"/>
                  </a:cubicBezTo>
                  <a:cubicBezTo>
                    <a:pt x="10" y="30"/>
                    <a:pt x="10" y="30"/>
                    <a:pt x="10" y="30"/>
                  </a:cubicBezTo>
                  <a:cubicBezTo>
                    <a:pt x="9" y="30"/>
                    <a:pt x="9" y="30"/>
                    <a:pt x="9" y="30"/>
                  </a:cubicBezTo>
                  <a:cubicBezTo>
                    <a:pt x="8" y="29"/>
                    <a:pt x="8" y="29"/>
                    <a:pt x="8" y="29"/>
                  </a:cubicBezTo>
                  <a:cubicBezTo>
                    <a:pt x="8" y="28"/>
                    <a:pt x="8" y="28"/>
                    <a:pt x="8" y="28"/>
                  </a:cubicBezTo>
                  <a:cubicBezTo>
                    <a:pt x="10" y="28"/>
                    <a:pt x="10" y="28"/>
                    <a:pt x="10" y="28"/>
                  </a:cubicBezTo>
                  <a:cubicBezTo>
                    <a:pt x="10" y="29"/>
                    <a:pt x="10" y="30"/>
                    <a:pt x="10" y="30"/>
                  </a:cubicBezTo>
                  <a:cubicBezTo>
                    <a:pt x="10" y="30"/>
                    <a:pt x="10" y="30"/>
                    <a:pt x="10" y="30"/>
                  </a:cubicBezTo>
                  <a:cubicBezTo>
                    <a:pt x="10" y="30"/>
                    <a:pt x="10" y="30"/>
                    <a:pt x="10" y="30"/>
                  </a:cubicBezTo>
                  <a:cubicBezTo>
                    <a:pt x="12" y="32"/>
                    <a:pt x="12" y="32"/>
                    <a:pt x="12" y="32"/>
                  </a:cubicBezTo>
                  <a:lnTo>
                    <a:pt x="9" y="34"/>
                  </a:lnTo>
                  <a:close/>
                  <a:moveTo>
                    <a:pt x="10" y="27"/>
                  </a:moveTo>
                  <a:cubicBezTo>
                    <a:pt x="10" y="27"/>
                    <a:pt x="8" y="27"/>
                    <a:pt x="7" y="28"/>
                  </a:cubicBezTo>
                  <a:cubicBezTo>
                    <a:pt x="8" y="27"/>
                    <a:pt x="8" y="27"/>
                    <a:pt x="8" y="27"/>
                  </a:cubicBezTo>
                  <a:cubicBezTo>
                    <a:pt x="9" y="25"/>
                    <a:pt x="9" y="25"/>
                    <a:pt x="9" y="25"/>
                  </a:cubicBezTo>
                  <a:cubicBezTo>
                    <a:pt x="9" y="25"/>
                    <a:pt x="9" y="25"/>
                    <a:pt x="9" y="25"/>
                  </a:cubicBezTo>
                  <a:cubicBezTo>
                    <a:pt x="9" y="25"/>
                    <a:pt x="9" y="25"/>
                    <a:pt x="9" y="25"/>
                  </a:cubicBezTo>
                  <a:cubicBezTo>
                    <a:pt x="10" y="27"/>
                    <a:pt x="10" y="27"/>
                    <a:pt x="10" y="27"/>
                  </a:cubicBezTo>
                  <a:close/>
                  <a:moveTo>
                    <a:pt x="9" y="25"/>
                  </a:moveTo>
                  <a:cubicBezTo>
                    <a:pt x="9" y="25"/>
                    <a:pt x="9" y="25"/>
                    <a:pt x="9" y="25"/>
                  </a:cubicBezTo>
                  <a:cubicBezTo>
                    <a:pt x="9" y="25"/>
                    <a:pt x="9" y="25"/>
                    <a:pt x="9" y="25"/>
                  </a:cubicBezTo>
                  <a:cubicBezTo>
                    <a:pt x="9" y="25"/>
                    <a:pt x="9" y="25"/>
                    <a:pt x="9" y="25"/>
                  </a:cubicBezTo>
                  <a:cubicBezTo>
                    <a:pt x="9" y="25"/>
                    <a:pt x="9" y="25"/>
                    <a:pt x="9" y="25"/>
                  </a:cubicBezTo>
                  <a:cubicBezTo>
                    <a:pt x="8" y="25"/>
                    <a:pt x="7" y="24"/>
                    <a:pt x="7" y="23"/>
                  </a:cubicBezTo>
                  <a:cubicBezTo>
                    <a:pt x="8" y="23"/>
                    <a:pt x="8" y="23"/>
                    <a:pt x="8" y="23"/>
                  </a:cubicBezTo>
                  <a:cubicBezTo>
                    <a:pt x="10" y="23"/>
                    <a:pt x="10" y="23"/>
                    <a:pt x="10" y="23"/>
                  </a:cubicBezTo>
                  <a:cubicBezTo>
                    <a:pt x="10" y="23"/>
                    <a:pt x="10" y="23"/>
                    <a:pt x="10" y="23"/>
                  </a:cubicBezTo>
                  <a:cubicBezTo>
                    <a:pt x="9" y="25"/>
                    <a:pt x="9" y="25"/>
                    <a:pt x="9" y="25"/>
                  </a:cubicBezTo>
                  <a:close/>
                  <a:moveTo>
                    <a:pt x="10" y="23"/>
                  </a:moveTo>
                  <a:cubicBezTo>
                    <a:pt x="10" y="22"/>
                    <a:pt x="9" y="22"/>
                    <a:pt x="8" y="22"/>
                  </a:cubicBezTo>
                  <a:cubicBezTo>
                    <a:pt x="10" y="21"/>
                    <a:pt x="10" y="21"/>
                    <a:pt x="10" y="21"/>
                  </a:cubicBezTo>
                  <a:cubicBezTo>
                    <a:pt x="10" y="21"/>
                    <a:pt x="10" y="21"/>
                    <a:pt x="10" y="21"/>
                  </a:cubicBezTo>
                  <a:lnTo>
                    <a:pt x="10" y="23"/>
                  </a:lnTo>
                  <a:close/>
                  <a:moveTo>
                    <a:pt x="3" y="3"/>
                  </a:moveTo>
                  <a:cubicBezTo>
                    <a:pt x="4" y="5"/>
                    <a:pt x="7" y="10"/>
                    <a:pt x="8" y="12"/>
                  </a:cubicBezTo>
                  <a:cubicBezTo>
                    <a:pt x="8" y="13"/>
                    <a:pt x="8" y="14"/>
                    <a:pt x="8" y="15"/>
                  </a:cubicBezTo>
                  <a:cubicBezTo>
                    <a:pt x="7" y="13"/>
                    <a:pt x="3" y="7"/>
                    <a:pt x="3" y="3"/>
                  </a:cubicBezTo>
                  <a:close/>
                  <a:moveTo>
                    <a:pt x="2" y="2"/>
                  </a:moveTo>
                  <a:cubicBezTo>
                    <a:pt x="3" y="3"/>
                    <a:pt x="3" y="3"/>
                    <a:pt x="3" y="3"/>
                  </a:cubicBezTo>
                  <a:cubicBezTo>
                    <a:pt x="2" y="2"/>
                    <a:pt x="2" y="2"/>
                    <a:pt x="2" y="2"/>
                  </a:cubicBezTo>
                  <a:close/>
                  <a:moveTo>
                    <a:pt x="2" y="5"/>
                  </a:moveTo>
                  <a:cubicBezTo>
                    <a:pt x="2" y="3"/>
                    <a:pt x="2" y="3"/>
                    <a:pt x="2" y="3"/>
                  </a:cubicBezTo>
                  <a:cubicBezTo>
                    <a:pt x="2" y="3"/>
                    <a:pt x="2" y="3"/>
                    <a:pt x="2" y="3"/>
                  </a:cubicBezTo>
                  <a:cubicBezTo>
                    <a:pt x="2" y="9"/>
                    <a:pt x="9" y="16"/>
                    <a:pt x="9" y="16"/>
                  </a:cubicBezTo>
                  <a:cubicBezTo>
                    <a:pt x="9" y="17"/>
                    <a:pt x="9" y="19"/>
                    <a:pt x="10" y="20"/>
                  </a:cubicBezTo>
                  <a:cubicBezTo>
                    <a:pt x="9" y="19"/>
                    <a:pt x="8" y="18"/>
                    <a:pt x="7" y="16"/>
                  </a:cubicBezTo>
                  <a:cubicBezTo>
                    <a:pt x="6" y="16"/>
                    <a:pt x="6" y="16"/>
                    <a:pt x="6" y="16"/>
                  </a:cubicBezTo>
                  <a:cubicBezTo>
                    <a:pt x="6" y="16"/>
                    <a:pt x="2" y="10"/>
                    <a:pt x="2" y="5"/>
                  </a:cubicBezTo>
                  <a:moveTo>
                    <a:pt x="6" y="16"/>
                  </a:moveTo>
                  <a:cubicBezTo>
                    <a:pt x="7" y="18"/>
                    <a:pt x="9" y="20"/>
                    <a:pt x="10" y="20"/>
                  </a:cubicBezTo>
                  <a:cubicBezTo>
                    <a:pt x="9" y="21"/>
                    <a:pt x="9" y="21"/>
                    <a:pt x="9" y="21"/>
                  </a:cubicBezTo>
                  <a:cubicBezTo>
                    <a:pt x="8" y="21"/>
                    <a:pt x="7" y="19"/>
                    <a:pt x="6" y="18"/>
                  </a:cubicBezTo>
                  <a:cubicBezTo>
                    <a:pt x="4" y="17"/>
                    <a:pt x="3" y="15"/>
                    <a:pt x="2" y="13"/>
                  </a:cubicBezTo>
                  <a:cubicBezTo>
                    <a:pt x="3" y="14"/>
                    <a:pt x="5" y="16"/>
                    <a:pt x="6" y="16"/>
                  </a:cubicBezTo>
                  <a:moveTo>
                    <a:pt x="6" y="22"/>
                  </a:moveTo>
                  <a:cubicBezTo>
                    <a:pt x="6" y="22"/>
                    <a:pt x="6" y="22"/>
                    <a:pt x="6" y="22"/>
                  </a:cubicBezTo>
                  <a:cubicBezTo>
                    <a:pt x="6" y="22"/>
                    <a:pt x="1" y="18"/>
                    <a:pt x="1" y="14"/>
                  </a:cubicBezTo>
                  <a:cubicBezTo>
                    <a:pt x="2" y="14"/>
                    <a:pt x="2" y="14"/>
                    <a:pt x="2" y="14"/>
                  </a:cubicBezTo>
                  <a:cubicBezTo>
                    <a:pt x="3" y="17"/>
                    <a:pt x="7" y="20"/>
                    <a:pt x="8" y="21"/>
                  </a:cubicBezTo>
                  <a:cubicBezTo>
                    <a:pt x="7" y="22"/>
                    <a:pt x="7" y="22"/>
                    <a:pt x="7" y="22"/>
                  </a:cubicBezTo>
                  <a:cubicBezTo>
                    <a:pt x="6" y="22"/>
                    <a:pt x="6" y="22"/>
                    <a:pt x="6" y="22"/>
                  </a:cubicBezTo>
                  <a:cubicBezTo>
                    <a:pt x="7" y="22"/>
                    <a:pt x="7" y="22"/>
                    <a:pt x="7" y="22"/>
                  </a:cubicBezTo>
                  <a:cubicBezTo>
                    <a:pt x="7" y="24"/>
                    <a:pt x="8" y="25"/>
                    <a:pt x="8" y="25"/>
                  </a:cubicBezTo>
                  <a:cubicBezTo>
                    <a:pt x="8" y="26"/>
                    <a:pt x="8" y="26"/>
                    <a:pt x="8" y="26"/>
                  </a:cubicBezTo>
                  <a:cubicBezTo>
                    <a:pt x="8" y="25"/>
                    <a:pt x="6" y="25"/>
                    <a:pt x="5" y="24"/>
                  </a:cubicBezTo>
                  <a:cubicBezTo>
                    <a:pt x="4" y="23"/>
                    <a:pt x="3" y="22"/>
                    <a:pt x="2" y="21"/>
                  </a:cubicBezTo>
                  <a:cubicBezTo>
                    <a:pt x="3" y="21"/>
                    <a:pt x="5" y="21"/>
                    <a:pt x="6" y="22"/>
                  </a:cubicBezTo>
                  <a:moveTo>
                    <a:pt x="4" y="26"/>
                  </a:moveTo>
                  <a:cubicBezTo>
                    <a:pt x="3" y="25"/>
                    <a:pt x="2" y="23"/>
                    <a:pt x="2" y="22"/>
                  </a:cubicBezTo>
                  <a:cubicBezTo>
                    <a:pt x="3" y="24"/>
                    <a:pt x="7" y="26"/>
                    <a:pt x="8" y="26"/>
                  </a:cubicBezTo>
                  <a:cubicBezTo>
                    <a:pt x="7" y="28"/>
                    <a:pt x="7" y="28"/>
                    <a:pt x="7" y="28"/>
                  </a:cubicBezTo>
                  <a:cubicBezTo>
                    <a:pt x="7" y="28"/>
                    <a:pt x="7" y="28"/>
                    <a:pt x="7" y="28"/>
                  </a:cubicBezTo>
                  <a:cubicBezTo>
                    <a:pt x="6" y="28"/>
                    <a:pt x="6" y="28"/>
                    <a:pt x="6" y="28"/>
                  </a:cubicBezTo>
                  <a:cubicBezTo>
                    <a:pt x="6" y="28"/>
                    <a:pt x="5" y="27"/>
                    <a:pt x="4" y="26"/>
                  </a:cubicBezTo>
                  <a:moveTo>
                    <a:pt x="4" y="29"/>
                  </a:moveTo>
                  <a:cubicBezTo>
                    <a:pt x="4" y="29"/>
                    <a:pt x="5" y="28"/>
                    <a:pt x="6" y="28"/>
                  </a:cubicBezTo>
                  <a:cubicBezTo>
                    <a:pt x="6" y="28"/>
                    <a:pt x="6" y="28"/>
                    <a:pt x="6" y="28"/>
                  </a:cubicBezTo>
                  <a:cubicBezTo>
                    <a:pt x="6" y="28"/>
                    <a:pt x="6" y="28"/>
                    <a:pt x="6" y="28"/>
                  </a:cubicBezTo>
                  <a:cubicBezTo>
                    <a:pt x="6" y="29"/>
                    <a:pt x="6" y="29"/>
                    <a:pt x="6" y="29"/>
                  </a:cubicBezTo>
                  <a:cubicBezTo>
                    <a:pt x="6" y="29"/>
                    <a:pt x="6" y="29"/>
                    <a:pt x="6" y="29"/>
                  </a:cubicBezTo>
                  <a:cubicBezTo>
                    <a:pt x="7" y="29"/>
                    <a:pt x="7" y="29"/>
                    <a:pt x="7" y="29"/>
                  </a:cubicBezTo>
                  <a:cubicBezTo>
                    <a:pt x="9" y="30"/>
                    <a:pt x="9" y="30"/>
                    <a:pt x="9" y="30"/>
                  </a:cubicBezTo>
                  <a:cubicBezTo>
                    <a:pt x="7" y="30"/>
                    <a:pt x="7" y="30"/>
                    <a:pt x="7" y="30"/>
                  </a:cubicBezTo>
                  <a:cubicBezTo>
                    <a:pt x="5" y="30"/>
                    <a:pt x="4" y="29"/>
                    <a:pt x="4" y="29"/>
                  </a:cubicBezTo>
                  <a:close/>
                  <a:moveTo>
                    <a:pt x="4" y="30"/>
                  </a:moveTo>
                  <a:cubicBezTo>
                    <a:pt x="5" y="31"/>
                    <a:pt x="8" y="31"/>
                    <a:pt x="9" y="31"/>
                  </a:cubicBezTo>
                  <a:cubicBezTo>
                    <a:pt x="9" y="32"/>
                    <a:pt x="9" y="32"/>
                    <a:pt x="9" y="32"/>
                  </a:cubicBezTo>
                  <a:cubicBezTo>
                    <a:pt x="9" y="34"/>
                    <a:pt x="9" y="34"/>
                    <a:pt x="9" y="34"/>
                  </a:cubicBezTo>
                  <a:cubicBezTo>
                    <a:pt x="8" y="34"/>
                    <a:pt x="8" y="34"/>
                    <a:pt x="8" y="34"/>
                  </a:cubicBezTo>
                  <a:cubicBezTo>
                    <a:pt x="8" y="34"/>
                    <a:pt x="8" y="34"/>
                    <a:pt x="8" y="34"/>
                  </a:cubicBezTo>
                  <a:cubicBezTo>
                    <a:pt x="7" y="33"/>
                    <a:pt x="7" y="33"/>
                    <a:pt x="7" y="33"/>
                  </a:cubicBezTo>
                  <a:cubicBezTo>
                    <a:pt x="6" y="33"/>
                    <a:pt x="5" y="32"/>
                    <a:pt x="4" y="30"/>
                  </a:cubicBezTo>
                  <a:moveTo>
                    <a:pt x="6" y="35"/>
                  </a:moveTo>
                  <a:cubicBezTo>
                    <a:pt x="5" y="35"/>
                    <a:pt x="5" y="35"/>
                    <a:pt x="5" y="35"/>
                  </a:cubicBezTo>
                  <a:cubicBezTo>
                    <a:pt x="5" y="35"/>
                    <a:pt x="5" y="35"/>
                    <a:pt x="5" y="35"/>
                  </a:cubicBezTo>
                  <a:cubicBezTo>
                    <a:pt x="5" y="35"/>
                    <a:pt x="5" y="35"/>
                    <a:pt x="5" y="35"/>
                  </a:cubicBezTo>
                  <a:cubicBezTo>
                    <a:pt x="4" y="35"/>
                    <a:pt x="2" y="36"/>
                    <a:pt x="2" y="38"/>
                  </a:cubicBezTo>
                  <a:cubicBezTo>
                    <a:pt x="2" y="38"/>
                    <a:pt x="2" y="38"/>
                    <a:pt x="2" y="38"/>
                  </a:cubicBezTo>
                  <a:cubicBezTo>
                    <a:pt x="3" y="40"/>
                    <a:pt x="3" y="40"/>
                    <a:pt x="3" y="40"/>
                  </a:cubicBezTo>
                  <a:cubicBezTo>
                    <a:pt x="3" y="40"/>
                    <a:pt x="3" y="40"/>
                    <a:pt x="3" y="40"/>
                  </a:cubicBezTo>
                  <a:cubicBezTo>
                    <a:pt x="3" y="40"/>
                    <a:pt x="6" y="40"/>
                    <a:pt x="6" y="42"/>
                  </a:cubicBezTo>
                  <a:cubicBezTo>
                    <a:pt x="6" y="43"/>
                    <a:pt x="6" y="43"/>
                    <a:pt x="6" y="43"/>
                  </a:cubicBezTo>
                  <a:cubicBezTo>
                    <a:pt x="5" y="45"/>
                    <a:pt x="3" y="46"/>
                    <a:pt x="3" y="48"/>
                  </a:cubicBezTo>
                  <a:cubicBezTo>
                    <a:pt x="3" y="48"/>
                    <a:pt x="3" y="48"/>
                    <a:pt x="3" y="48"/>
                  </a:cubicBezTo>
                  <a:cubicBezTo>
                    <a:pt x="3" y="49"/>
                    <a:pt x="3" y="50"/>
                    <a:pt x="4" y="51"/>
                  </a:cubicBezTo>
                  <a:cubicBezTo>
                    <a:pt x="4" y="51"/>
                    <a:pt x="4" y="51"/>
                    <a:pt x="4" y="51"/>
                  </a:cubicBezTo>
                  <a:cubicBezTo>
                    <a:pt x="3" y="51"/>
                    <a:pt x="3" y="51"/>
                    <a:pt x="3" y="51"/>
                  </a:cubicBezTo>
                  <a:cubicBezTo>
                    <a:pt x="3" y="51"/>
                    <a:pt x="3" y="50"/>
                    <a:pt x="3" y="49"/>
                  </a:cubicBezTo>
                  <a:cubicBezTo>
                    <a:pt x="2" y="48"/>
                    <a:pt x="2" y="48"/>
                    <a:pt x="2" y="48"/>
                  </a:cubicBezTo>
                  <a:cubicBezTo>
                    <a:pt x="3" y="46"/>
                    <a:pt x="3" y="46"/>
                    <a:pt x="3" y="46"/>
                  </a:cubicBezTo>
                  <a:cubicBezTo>
                    <a:pt x="3" y="45"/>
                    <a:pt x="4" y="44"/>
                    <a:pt x="5" y="43"/>
                  </a:cubicBezTo>
                  <a:cubicBezTo>
                    <a:pt x="5" y="42"/>
                    <a:pt x="5" y="42"/>
                    <a:pt x="5" y="42"/>
                  </a:cubicBezTo>
                  <a:cubicBezTo>
                    <a:pt x="5" y="41"/>
                    <a:pt x="3" y="40"/>
                    <a:pt x="3" y="40"/>
                  </a:cubicBezTo>
                  <a:cubicBezTo>
                    <a:pt x="3" y="40"/>
                    <a:pt x="3" y="40"/>
                    <a:pt x="3" y="40"/>
                  </a:cubicBezTo>
                  <a:cubicBezTo>
                    <a:pt x="3" y="40"/>
                    <a:pt x="4" y="41"/>
                    <a:pt x="4" y="42"/>
                  </a:cubicBezTo>
                  <a:cubicBezTo>
                    <a:pt x="4" y="43"/>
                    <a:pt x="4" y="43"/>
                    <a:pt x="4" y="43"/>
                  </a:cubicBezTo>
                  <a:cubicBezTo>
                    <a:pt x="4" y="44"/>
                    <a:pt x="3" y="45"/>
                    <a:pt x="2" y="46"/>
                  </a:cubicBezTo>
                  <a:cubicBezTo>
                    <a:pt x="2" y="48"/>
                    <a:pt x="2" y="48"/>
                    <a:pt x="2" y="48"/>
                  </a:cubicBezTo>
                  <a:cubicBezTo>
                    <a:pt x="2" y="49"/>
                    <a:pt x="2" y="49"/>
                    <a:pt x="2" y="49"/>
                  </a:cubicBezTo>
                  <a:cubicBezTo>
                    <a:pt x="2" y="50"/>
                    <a:pt x="2" y="50"/>
                    <a:pt x="2" y="50"/>
                  </a:cubicBezTo>
                  <a:cubicBezTo>
                    <a:pt x="2" y="49"/>
                    <a:pt x="2" y="49"/>
                    <a:pt x="2" y="49"/>
                  </a:cubicBezTo>
                  <a:cubicBezTo>
                    <a:pt x="2" y="49"/>
                    <a:pt x="2" y="49"/>
                    <a:pt x="2" y="48"/>
                  </a:cubicBezTo>
                  <a:cubicBezTo>
                    <a:pt x="2" y="48"/>
                    <a:pt x="2" y="48"/>
                    <a:pt x="2" y="48"/>
                  </a:cubicBezTo>
                  <a:cubicBezTo>
                    <a:pt x="2" y="47"/>
                    <a:pt x="3" y="43"/>
                    <a:pt x="3" y="43"/>
                  </a:cubicBezTo>
                  <a:cubicBezTo>
                    <a:pt x="3" y="42"/>
                    <a:pt x="3" y="42"/>
                    <a:pt x="3" y="42"/>
                  </a:cubicBezTo>
                  <a:cubicBezTo>
                    <a:pt x="3" y="41"/>
                    <a:pt x="2" y="40"/>
                    <a:pt x="2" y="40"/>
                  </a:cubicBezTo>
                  <a:cubicBezTo>
                    <a:pt x="1" y="41"/>
                    <a:pt x="1" y="41"/>
                    <a:pt x="1" y="41"/>
                  </a:cubicBezTo>
                  <a:cubicBezTo>
                    <a:pt x="2" y="41"/>
                    <a:pt x="2" y="41"/>
                    <a:pt x="2" y="41"/>
                  </a:cubicBezTo>
                  <a:cubicBezTo>
                    <a:pt x="3" y="42"/>
                    <a:pt x="3" y="42"/>
                    <a:pt x="3" y="42"/>
                  </a:cubicBezTo>
                  <a:cubicBezTo>
                    <a:pt x="3" y="43"/>
                    <a:pt x="3" y="43"/>
                    <a:pt x="3" y="43"/>
                  </a:cubicBezTo>
                  <a:cubicBezTo>
                    <a:pt x="2" y="43"/>
                    <a:pt x="1" y="46"/>
                    <a:pt x="1" y="48"/>
                  </a:cubicBezTo>
                  <a:cubicBezTo>
                    <a:pt x="1" y="48"/>
                    <a:pt x="1" y="48"/>
                    <a:pt x="1" y="48"/>
                  </a:cubicBezTo>
                  <a:cubicBezTo>
                    <a:pt x="2" y="50"/>
                    <a:pt x="2" y="50"/>
                    <a:pt x="2" y="50"/>
                  </a:cubicBezTo>
                  <a:cubicBezTo>
                    <a:pt x="3" y="51"/>
                    <a:pt x="3" y="51"/>
                    <a:pt x="3" y="51"/>
                  </a:cubicBezTo>
                  <a:cubicBezTo>
                    <a:pt x="2" y="51"/>
                    <a:pt x="1" y="50"/>
                    <a:pt x="1" y="49"/>
                  </a:cubicBezTo>
                  <a:cubicBezTo>
                    <a:pt x="1" y="48"/>
                    <a:pt x="1" y="48"/>
                    <a:pt x="1" y="48"/>
                  </a:cubicBezTo>
                  <a:cubicBezTo>
                    <a:pt x="2" y="44"/>
                    <a:pt x="2" y="44"/>
                    <a:pt x="2" y="43"/>
                  </a:cubicBezTo>
                  <a:cubicBezTo>
                    <a:pt x="2" y="43"/>
                    <a:pt x="2" y="43"/>
                    <a:pt x="2" y="43"/>
                  </a:cubicBezTo>
                  <a:cubicBezTo>
                    <a:pt x="2" y="42"/>
                    <a:pt x="1" y="41"/>
                    <a:pt x="1" y="38"/>
                  </a:cubicBezTo>
                  <a:cubicBezTo>
                    <a:pt x="1" y="38"/>
                    <a:pt x="1" y="38"/>
                    <a:pt x="1" y="38"/>
                  </a:cubicBezTo>
                  <a:cubicBezTo>
                    <a:pt x="1" y="35"/>
                    <a:pt x="3" y="34"/>
                    <a:pt x="5" y="34"/>
                  </a:cubicBezTo>
                  <a:cubicBezTo>
                    <a:pt x="6" y="34"/>
                    <a:pt x="6" y="34"/>
                    <a:pt x="6" y="34"/>
                  </a:cubicBezTo>
                  <a:cubicBezTo>
                    <a:pt x="7" y="34"/>
                    <a:pt x="7" y="34"/>
                    <a:pt x="7" y="34"/>
                  </a:cubicBezTo>
                  <a:cubicBezTo>
                    <a:pt x="8" y="34"/>
                    <a:pt x="8" y="34"/>
                    <a:pt x="8" y="34"/>
                  </a:cubicBezTo>
                  <a:cubicBezTo>
                    <a:pt x="7" y="35"/>
                    <a:pt x="7" y="35"/>
                    <a:pt x="7" y="35"/>
                  </a:cubicBezTo>
                  <a:lnTo>
                    <a:pt x="6" y="35"/>
                  </a:lnTo>
                  <a:close/>
                  <a:moveTo>
                    <a:pt x="9" y="34"/>
                  </a:moveTo>
                  <a:cubicBezTo>
                    <a:pt x="9" y="34"/>
                    <a:pt x="9" y="34"/>
                    <a:pt x="9" y="34"/>
                  </a:cubicBezTo>
                  <a:cubicBezTo>
                    <a:pt x="9" y="34"/>
                    <a:pt x="9" y="34"/>
                    <a:pt x="9" y="34"/>
                  </a:cubicBezTo>
                  <a:cubicBezTo>
                    <a:pt x="9" y="34"/>
                    <a:pt x="9" y="34"/>
                    <a:pt x="9" y="34"/>
                  </a:cubicBezTo>
                  <a:cubicBezTo>
                    <a:pt x="9" y="35"/>
                    <a:pt x="9" y="35"/>
                    <a:pt x="9" y="35"/>
                  </a:cubicBezTo>
                  <a:cubicBezTo>
                    <a:pt x="10" y="35"/>
                    <a:pt x="10" y="35"/>
                    <a:pt x="10" y="35"/>
                  </a:cubicBezTo>
                  <a:cubicBezTo>
                    <a:pt x="8" y="37"/>
                    <a:pt x="8" y="37"/>
                    <a:pt x="8" y="37"/>
                  </a:cubicBezTo>
                  <a:lnTo>
                    <a:pt x="9" y="34"/>
                  </a:lnTo>
                  <a:close/>
                  <a:moveTo>
                    <a:pt x="8" y="37"/>
                  </a:moveTo>
                  <a:cubicBezTo>
                    <a:pt x="9" y="37"/>
                    <a:pt x="10" y="36"/>
                    <a:pt x="11" y="35"/>
                  </a:cubicBezTo>
                  <a:cubicBezTo>
                    <a:pt x="11" y="36"/>
                    <a:pt x="11" y="36"/>
                    <a:pt x="11" y="36"/>
                  </a:cubicBezTo>
                  <a:cubicBezTo>
                    <a:pt x="11" y="36"/>
                    <a:pt x="11" y="36"/>
                    <a:pt x="11" y="36"/>
                  </a:cubicBezTo>
                  <a:cubicBezTo>
                    <a:pt x="11" y="38"/>
                    <a:pt x="11" y="38"/>
                    <a:pt x="11" y="38"/>
                  </a:cubicBezTo>
                  <a:cubicBezTo>
                    <a:pt x="10" y="38"/>
                    <a:pt x="9" y="37"/>
                    <a:pt x="8" y="37"/>
                  </a:cubicBezTo>
                  <a:moveTo>
                    <a:pt x="27" y="57"/>
                  </a:moveTo>
                  <a:cubicBezTo>
                    <a:pt x="29" y="57"/>
                    <a:pt x="31" y="57"/>
                    <a:pt x="31" y="61"/>
                  </a:cubicBezTo>
                  <a:cubicBezTo>
                    <a:pt x="30" y="63"/>
                    <a:pt x="30" y="63"/>
                    <a:pt x="30" y="63"/>
                  </a:cubicBezTo>
                  <a:cubicBezTo>
                    <a:pt x="30" y="63"/>
                    <a:pt x="30" y="63"/>
                    <a:pt x="30" y="63"/>
                  </a:cubicBezTo>
                  <a:cubicBezTo>
                    <a:pt x="30" y="64"/>
                    <a:pt x="30" y="64"/>
                    <a:pt x="30" y="64"/>
                  </a:cubicBezTo>
                  <a:cubicBezTo>
                    <a:pt x="30" y="64"/>
                    <a:pt x="30" y="64"/>
                    <a:pt x="30" y="64"/>
                  </a:cubicBezTo>
                  <a:cubicBezTo>
                    <a:pt x="30" y="65"/>
                    <a:pt x="30" y="65"/>
                    <a:pt x="30" y="65"/>
                  </a:cubicBezTo>
                  <a:cubicBezTo>
                    <a:pt x="29" y="66"/>
                    <a:pt x="27" y="68"/>
                    <a:pt x="25" y="69"/>
                  </a:cubicBezTo>
                  <a:cubicBezTo>
                    <a:pt x="25" y="70"/>
                    <a:pt x="25" y="70"/>
                    <a:pt x="25" y="70"/>
                  </a:cubicBezTo>
                  <a:cubicBezTo>
                    <a:pt x="25" y="71"/>
                    <a:pt x="26" y="72"/>
                    <a:pt x="26" y="73"/>
                  </a:cubicBezTo>
                  <a:cubicBezTo>
                    <a:pt x="27" y="74"/>
                    <a:pt x="28" y="76"/>
                    <a:pt x="29" y="77"/>
                  </a:cubicBezTo>
                  <a:cubicBezTo>
                    <a:pt x="30" y="78"/>
                    <a:pt x="30" y="78"/>
                    <a:pt x="30" y="78"/>
                  </a:cubicBezTo>
                  <a:cubicBezTo>
                    <a:pt x="30" y="78"/>
                    <a:pt x="30" y="78"/>
                    <a:pt x="30" y="78"/>
                  </a:cubicBezTo>
                  <a:cubicBezTo>
                    <a:pt x="30" y="78"/>
                    <a:pt x="30" y="78"/>
                    <a:pt x="30" y="78"/>
                  </a:cubicBezTo>
                  <a:cubicBezTo>
                    <a:pt x="30" y="80"/>
                    <a:pt x="30" y="80"/>
                    <a:pt x="30" y="80"/>
                  </a:cubicBezTo>
                  <a:cubicBezTo>
                    <a:pt x="30" y="80"/>
                    <a:pt x="30" y="80"/>
                    <a:pt x="30" y="80"/>
                  </a:cubicBezTo>
                  <a:cubicBezTo>
                    <a:pt x="31" y="79"/>
                    <a:pt x="31" y="79"/>
                    <a:pt x="31" y="79"/>
                  </a:cubicBezTo>
                  <a:cubicBezTo>
                    <a:pt x="31" y="78"/>
                    <a:pt x="31" y="78"/>
                    <a:pt x="31" y="78"/>
                  </a:cubicBezTo>
                  <a:cubicBezTo>
                    <a:pt x="31" y="78"/>
                    <a:pt x="31" y="78"/>
                    <a:pt x="31" y="78"/>
                  </a:cubicBezTo>
                  <a:cubicBezTo>
                    <a:pt x="31" y="78"/>
                    <a:pt x="31" y="78"/>
                    <a:pt x="31" y="78"/>
                  </a:cubicBezTo>
                  <a:cubicBezTo>
                    <a:pt x="32" y="77"/>
                    <a:pt x="32" y="77"/>
                    <a:pt x="32" y="77"/>
                  </a:cubicBezTo>
                  <a:cubicBezTo>
                    <a:pt x="33" y="76"/>
                    <a:pt x="33" y="76"/>
                    <a:pt x="33" y="76"/>
                  </a:cubicBezTo>
                  <a:cubicBezTo>
                    <a:pt x="33" y="76"/>
                    <a:pt x="33" y="76"/>
                    <a:pt x="33" y="76"/>
                  </a:cubicBezTo>
                  <a:cubicBezTo>
                    <a:pt x="34" y="76"/>
                    <a:pt x="34" y="76"/>
                    <a:pt x="34" y="76"/>
                  </a:cubicBezTo>
                  <a:cubicBezTo>
                    <a:pt x="34" y="76"/>
                    <a:pt x="34" y="76"/>
                    <a:pt x="34" y="76"/>
                  </a:cubicBezTo>
                  <a:cubicBezTo>
                    <a:pt x="35" y="76"/>
                    <a:pt x="35" y="76"/>
                    <a:pt x="35" y="76"/>
                  </a:cubicBezTo>
                  <a:cubicBezTo>
                    <a:pt x="33" y="75"/>
                    <a:pt x="33" y="75"/>
                    <a:pt x="33" y="75"/>
                  </a:cubicBezTo>
                  <a:cubicBezTo>
                    <a:pt x="33" y="75"/>
                    <a:pt x="33" y="75"/>
                    <a:pt x="33" y="75"/>
                  </a:cubicBezTo>
                  <a:cubicBezTo>
                    <a:pt x="32" y="76"/>
                    <a:pt x="32" y="76"/>
                    <a:pt x="32" y="76"/>
                  </a:cubicBezTo>
                  <a:cubicBezTo>
                    <a:pt x="31" y="77"/>
                    <a:pt x="31" y="77"/>
                    <a:pt x="31" y="77"/>
                  </a:cubicBezTo>
                  <a:cubicBezTo>
                    <a:pt x="32" y="75"/>
                    <a:pt x="32" y="75"/>
                    <a:pt x="32" y="75"/>
                  </a:cubicBezTo>
                  <a:cubicBezTo>
                    <a:pt x="33" y="74"/>
                    <a:pt x="33" y="74"/>
                    <a:pt x="33" y="74"/>
                  </a:cubicBezTo>
                  <a:cubicBezTo>
                    <a:pt x="33" y="74"/>
                    <a:pt x="33" y="74"/>
                    <a:pt x="33" y="74"/>
                  </a:cubicBezTo>
                  <a:cubicBezTo>
                    <a:pt x="34" y="74"/>
                    <a:pt x="34" y="74"/>
                    <a:pt x="34" y="74"/>
                  </a:cubicBezTo>
                  <a:cubicBezTo>
                    <a:pt x="35" y="75"/>
                    <a:pt x="35" y="75"/>
                    <a:pt x="35" y="75"/>
                  </a:cubicBezTo>
                  <a:cubicBezTo>
                    <a:pt x="35" y="74"/>
                    <a:pt x="35" y="74"/>
                    <a:pt x="35" y="74"/>
                  </a:cubicBezTo>
                  <a:cubicBezTo>
                    <a:pt x="34" y="74"/>
                    <a:pt x="34" y="74"/>
                    <a:pt x="34" y="74"/>
                  </a:cubicBezTo>
                  <a:cubicBezTo>
                    <a:pt x="34" y="74"/>
                    <a:pt x="34" y="74"/>
                    <a:pt x="34" y="74"/>
                  </a:cubicBezTo>
                  <a:cubicBezTo>
                    <a:pt x="34" y="73"/>
                    <a:pt x="34" y="73"/>
                    <a:pt x="34" y="73"/>
                  </a:cubicBezTo>
                  <a:cubicBezTo>
                    <a:pt x="35" y="73"/>
                    <a:pt x="35" y="73"/>
                    <a:pt x="35" y="73"/>
                  </a:cubicBezTo>
                  <a:cubicBezTo>
                    <a:pt x="35" y="75"/>
                    <a:pt x="35" y="75"/>
                    <a:pt x="35" y="75"/>
                  </a:cubicBezTo>
                  <a:cubicBezTo>
                    <a:pt x="34" y="79"/>
                    <a:pt x="34" y="79"/>
                    <a:pt x="34" y="79"/>
                  </a:cubicBezTo>
                  <a:cubicBezTo>
                    <a:pt x="33" y="80"/>
                    <a:pt x="31" y="82"/>
                    <a:pt x="31" y="82"/>
                  </a:cubicBezTo>
                  <a:cubicBezTo>
                    <a:pt x="29" y="82"/>
                    <a:pt x="29" y="82"/>
                    <a:pt x="28" y="81"/>
                  </a:cubicBezTo>
                  <a:cubicBezTo>
                    <a:pt x="28" y="80"/>
                    <a:pt x="27" y="78"/>
                    <a:pt x="27" y="78"/>
                  </a:cubicBezTo>
                  <a:cubicBezTo>
                    <a:pt x="27" y="78"/>
                    <a:pt x="27" y="78"/>
                    <a:pt x="27" y="78"/>
                  </a:cubicBezTo>
                  <a:cubicBezTo>
                    <a:pt x="27" y="78"/>
                    <a:pt x="27" y="78"/>
                    <a:pt x="27" y="78"/>
                  </a:cubicBezTo>
                  <a:cubicBezTo>
                    <a:pt x="26" y="78"/>
                    <a:pt x="26" y="78"/>
                    <a:pt x="26" y="78"/>
                  </a:cubicBezTo>
                  <a:cubicBezTo>
                    <a:pt x="24" y="76"/>
                    <a:pt x="24" y="76"/>
                    <a:pt x="24" y="76"/>
                  </a:cubicBezTo>
                  <a:cubicBezTo>
                    <a:pt x="24" y="75"/>
                    <a:pt x="23" y="75"/>
                    <a:pt x="22" y="74"/>
                  </a:cubicBezTo>
                  <a:cubicBezTo>
                    <a:pt x="21" y="73"/>
                    <a:pt x="21" y="73"/>
                    <a:pt x="21" y="73"/>
                  </a:cubicBezTo>
                  <a:cubicBezTo>
                    <a:pt x="21" y="72"/>
                    <a:pt x="21" y="72"/>
                    <a:pt x="21" y="72"/>
                  </a:cubicBezTo>
                  <a:cubicBezTo>
                    <a:pt x="21" y="72"/>
                    <a:pt x="21" y="72"/>
                    <a:pt x="21" y="72"/>
                  </a:cubicBezTo>
                  <a:cubicBezTo>
                    <a:pt x="22" y="69"/>
                    <a:pt x="22" y="69"/>
                    <a:pt x="22" y="69"/>
                  </a:cubicBezTo>
                  <a:cubicBezTo>
                    <a:pt x="22" y="68"/>
                    <a:pt x="22" y="68"/>
                    <a:pt x="22" y="68"/>
                  </a:cubicBezTo>
                  <a:cubicBezTo>
                    <a:pt x="22" y="68"/>
                    <a:pt x="22" y="68"/>
                    <a:pt x="22" y="68"/>
                  </a:cubicBezTo>
                  <a:cubicBezTo>
                    <a:pt x="22" y="67"/>
                    <a:pt x="22" y="67"/>
                    <a:pt x="22" y="67"/>
                  </a:cubicBezTo>
                  <a:cubicBezTo>
                    <a:pt x="22" y="65"/>
                    <a:pt x="23" y="64"/>
                    <a:pt x="23" y="63"/>
                  </a:cubicBezTo>
                  <a:cubicBezTo>
                    <a:pt x="23" y="62"/>
                    <a:pt x="25" y="62"/>
                    <a:pt x="25" y="62"/>
                  </a:cubicBezTo>
                  <a:cubicBezTo>
                    <a:pt x="25" y="61"/>
                    <a:pt x="25" y="61"/>
                    <a:pt x="25" y="61"/>
                  </a:cubicBezTo>
                  <a:cubicBezTo>
                    <a:pt x="24" y="61"/>
                    <a:pt x="24" y="61"/>
                    <a:pt x="24" y="61"/>
                  </a:cubicBezTo>
                  <a:cubicBezTo>
                    <a:pt x="24" y="62"/>
                    <a:pt x="24" y="62"/>
                    <a:pt x="24" y="62"/>
                  </a:cubicBezTo>
                  <a:cubicBezTo>
                    <a:pt x="23" y="63"/>
                    <a:pt x="23" y="63"/>
                    <a:pt x="23" y="63"/>
                  </a:cubicBezTo>
                  <a:cubicBezTo>
                    <a:pt x="22" y="64"/>
                    <a:pt x="22" y="65"/>
                    <a:pt x="22" y="67"/>
                  </a:cubicBezTo>
                  <a:cubicBezTo>
                    <a:pt x="20" y="68"/>
                    <a:pt x="20" y="68"/>
                    <a:pt x="20" y="68"/>
                  </a:cubicBezTo>
                  <a:cubicBezTo>
                    <a:pt x="19" y="69"/>
                    <a:pt x="19" y="69"/>
                    <a:pt x="19" y="69"/>
                  </a:cubicBezTo>
                  <a:cubicBezTo>
                    <a:pt x="20" y="67"/>
                    <a:pt x="20" y="65"/>
                    <a:pt x="20" y="64"/>
                  </a:cubicBezTo>
                  <a:cubicBezTo>
                    <a:pt x="20" y="64"/>
                    <a:pt x="20" y="64"/>
                    <a:pt x="20" y="64"/>
                  </a:cubicBezTo>
                  <a:cubicBezTo>
                    <a:pt x="20" y="62"/>
                    <a:pt x="20" y="62"/>
                    <a:pt x="20" y="62"/>
                  </a:cubicBezTo>
                  <a:cubicBezTo>
                    <a:pt x="20" y="62"/>
                    <a:pt x="20" y="62"/>
                    <a:pt x="20" y="62"/>
                  </a:cubicBezTo>
                  <a:cubicBezTo>
                    <a:pt x="20" y="62"/>
                    <a:pt x="21" y="61"/>
                    <a:pt x="21" y="61"/>
                  </a:cubicBezTo>
                  <a:cubicBezTo>
                    <a:pt x="23" y="60"/>
                    <a:pt x="23" y="60"/>
                    <a:pt x="23" y="60"/>
                  </a:cubicBezTo>
                  <a:cubicBezTo>
                    <a:pt x="23" y="60"/>
                    <a:pt x="23" y="60"/>
                    <a:pt x="23" y="60"/>
                  </a:cubicBezTo>
                  <a:cubicBezTo>
                    <a:pt x="23" y="60"/>
                    <a:pt x="23" y="60"/>
                    <a:pt x="23" y="60"/>
                  </a:cubicBezTo>
                  <a:cubicBezTo>
                    <a:pt x="24" y="59"/>
                    <a:pt x="24" y="59"/>
                    <a:pt x="24" y="59"/>
                  </a:cubicBezTo>
                  <a:cubicBezTo>
                    <a:pt x="24" y="57"/>
                    <a:pt x="24" y="57"/>
                    <a:pt x="24" y="57"/>
                  </a:cubicBezTo>
                  <a:cubicBezTo>
                    <a:pt x="25" y="57"/>
                    <a:pt x="26" y="57"/>
                    <a:pt x="27" y="57"/>
                  </a:cubicBezTo>
                  <a:moveTo>
                    <a:pt x="28" y="52"/>
                  </a:moveTo>
                  <a:cubicBezTo>
                    <a:pt x="28" y="52"/>
                    <a:pt x="28" y="52"/>
                    <a:pt x="28" y="52"/>
                  </a:cubicBezTo>
                  <a:cubicBezTo>
                    <a:pt x="28" y="53"/>
                    <a:pt x="25" y="54"/>
                    <a:pt x="25" y="55"/>
                  </a:cubicBezTo>
                  <a:cubicBezTo>
                    <a:pt x="24" y="57"/>
                    <a:pt x="24" y="57"/>
                    <a:pt x="24" y="57"/>
                  </a:cubicBezTo>
                  <a:cubicBezTo>
                    <a:pt x="24" y="57"/>
                    <a:pt x="24" y="57"/>
                    <a:pt x="24" y="57"/>
                  </a:cubicBezTo>
                  <a:cubicBezTo>
                    <a:pt x="24" y="57"/>
                    <a:pt x="24" y="57"/>
                    <a:pt x="24" y="57"/>
                  </a:cubicBezTo>
                  <a:cubicBezTo>
                    <a:pt x="24" y="57"/>
                    <a:pt x="24" y="57"/>
                    <a:pt x="24" y="57"/>
                  </a:cubicBezTo>
                  <a:cubicBezTo>
                    <a:pt x="24" y="57"/>
                    <a:pt x="24" y="57"/>
                    <a:pt x="24" y="57"/>
                  </a:cubicBezTo>
                  <a:cubicBezTo>
                    <a:pt x="23" y="59"/>
                    <a:pt x="23" y="59"/>
                    <a:pt x="23" y="59"/>
                  </a:cubicBezTo>
                  <a:cubicBezTo>
                    <a:pt x="23" y="59"/>
                    <a:pt x="23" y="59"/>
                    <a:pt x="23" y="59"/>
                  </a:cubicBezTo>
                  <a:cubicBezTo>
                    <a:pt x="21" y="60"/>
                    <a:pt x="21" y="60"/>
                    <a:pt x="21" y="60"/>
                  </a:cubicBezTo>
                  <a:cubicBezTo>
                    <a:pt x="19" y="62"/>
                    <a:pt x="19" y="62"/>
                    <a:pt x="19" y="62"/>
                  </a:cubicBezTo>
                  <a:cubicBezTo>
                    <a:pt x="19" y="61"/>
                    <a:pt x="18" y="60"/>
                    <a:pt x="18" y="60"/>
                  </a:cubicBezTo>
                  <a:cubicBezTo>
                    <a:pt x="18" y="59"/>
                    <a:pt x="18" y="59"/>
                    <a:pt x="18" y="59"/>
                  </a:cubicBezTo>
                  <a:cubicBezTo>
                    <a:pt x="19" y="57"/>
                    <a:pt x="19" y="57"/>
                    <a:pt x="19" y="57"/>
                  </a:cubicBezTo>
                  <a:cubicBezTo>
                    <a:pt x="18" y="57"/>
                    <a:pt x="18" y="57"/>
                    <a:pt x="18" y="57"/>
                  </a:cubicBezTo>
                  <a:cubicBezTo>
                    <a:pt x="18" y="57"/>
                    <a:pt x="18" y="58"/>
                    <a:pt x="18" y="59"/>
                  </a:cubicBezTo>
                  <a:cubicBezTo>
                    <a:pt x="18" y="60"/>
                    <a:pt x="18" y="60"/>
                    <a:pt x="18" y="60"/>
                  </a:cubicBezTo>
                  <a:cubicBezTo>
                    <a:pt x="18" y="60"/>
                    <a:pt x="19" y="61"/>
                    <a:pt x="19" y="62"/>
                  </a:cubicBezTo>
                  <a:cubicBezTo>
                    <a:pt x="19" y="63"/>
                    <a:pt x="19" y="63"/>
                    <a:pt x="19" y="63"/>
                  </a:cubicBezTo>
                  <a:cubicBezTo>
                    <a:pt x="19" y="63"/>
                    <a:pt x="19" y="63"/>
                    <a:pt x="19" y="63"/>
                  </a:cubicBezTo>
                  <a:cubicBezTo>
                    <a:pt x="19" y="64"/>
                    <a:pt x="19" y="64"/>
                    <a:pt x="19" y="64"/>
                  </a:cubicBezTo>
                  <a:cubicBezTo>
                    <a:pt x="19" y="64"/>
                    <a:pt x="19" y="64"/>
                    <a:pt x="19" y="64"/>
                  </a:cubicBezTo>
                  <a:cubicBezTo>
                    <a:pt x="19" y="66"/>
                    <a:pt x="19" y="68"/>
                    <a:pt x="18" y="70"/>
                  </a:cubicBezTo>
                  <a:cubicBezTo>
                    <a:pt x="17" y="71"/>
                    <a:pt x="17" y="71"/>
                    <a:pt x="17" y="71"/>
                  </a:cubicBezTo>
                  <a:cubicBezTo>
                    <a:pt x="17" y="71"/>
                    <a:pt x="17" y="71"/>
                    <a:pt x="17" y="71"/>
                  </a:cubicBezTo>
                  <a:cubicBezTo>
                    <a:pt x="17" y="71"/>
                    <a:pt x="17" y="71"/>
                    <a:pt x="17" y="71"/>
                  </a:cubicBezTo>
                  <a:cubicBezTo>
                    <a:pt x="16" y="74"/>
                    <a:pt x="16" y="74"/>
                    <a:pt x="16" y="74"/>
                  </a:cubicBezTo>
                  <a:cubicBezTo>
                    <a:pt x="16" y="74"/>
                    <a:pt x="15" y="77"/>
                    <a:pt x="14" y="78"/>
                  </a:cubicBezTo>
                  <a:cubicBezTo>
                    <a:pt x="12" y="79"/>
                    <a:pt x="12" y="80"/>
                    <a:pt x="12" y="81"/>
                  </a:cubicBezTo>
                  <a:cubicBezTo>
                    <a:pt x="12" y="82"/>
                    <a:pt x="12" y="83"/>
                    <a:pt x="11" y="83"/>
                  </a:cubicBezTo>
                  <a:cubicBezTo>
                    <a:pt x="11" y="85"/>
                    <a:pt x="10" y="85"/>
                    <a:pt x="10" y="86"/>
                  </a:cubicBezTo>
                  <a:cubicBezTo>
                    <a:pt x="10" y="87"/>
                    <a:pt x="10" y="87"/>
                    <a:pt x="10" y="87"/>
                  </a:cubicBezTo>
                  <a:cubicBezTo>
                    <a:pt x="10" y="88"/>
                    <a:pt x="10" y="88"/>
                    <a:pt x="10" y="89"/>
                  </a:cubicBezTo>
                  <a:cubicBezTo>
                    <a:pt x="9" y="90"/>
                    <a:pt x="9" y="91"/>
                    <a:pt x="9" y="92"/>
                  </a:cubicBezTo>
                  <a:cubicBezTo>
                    <a:pt x="9" y="93"/>
                    <a:pt x="9" y="93"/>
                    <a:pt x="9" y="93"/>
                  </a:cubicBezTo>
                  <a:cubicBezTo>
                    <a:pt x="9" y="94"/>
                    <a:pt x="9" y="96"/>
                    <a:pt x="11" y="96"/>
                  </a:cubicBezTo>
                  <a:cubicBezTo>
                    <a:pt x="11" y="96"/>
                    <a:pt x="11" y="96"/>
                    <a:pt x="11" y="96"/>
                  </a:cubicBezTo>
                  <a:cubicBezTo>
                    <a:pt x="13" y="96"/>
                    <a:pt x="13" y="96"/>
                    <a:pt x="13" y="96"/>
                  </a:cubicBezTo>
                  <a:cubicBezTo>
                    <a:pt x="13" y="96"/>
                    <a:pt x="13" y="96"/>
                    <a:pt x="13" y="96"/>
                  </a:cubicBezTo>
                  <a:cubicBezTo>
                    <a:pt x="14" y="97"/>
                    <a:pt x="14" y="97"/>
                    <a:pt x="14" y="97"/>
                  </a:cubicBezTo>
                  <a:cubicBezTo>
                    <a:pt x="15" y="98"/>
                    <a:pt x="15" y="98"/>
                    <a:pt x="15" y="98"/>
                  </a:cubicBezTo>
                  <a:cubicBezTo>
                    <a:pt x="15" y="98"/>
                    <a:pt x="15" y="98"/>
                    <a:pt x="15" y="98"/>
                  </a:cubicBezTo>
                  <a:cubicBezTo>
                    <a:pt x="15" y="98"/>
                    <a:pt x="15" y="98"/>
                    <a:pt x="15" y="98"/>
                  </a:cubicBezTo>
                  <a:cubicBezTo>
                    <a:pt x="15" y="98"/>
                    <a:pt x="15" y="98"/>
                    <a:pt x="15" y="98"/>
                  </a:cubicBezTo>
                  <a:cubicBezTo>
                    <a:pt x="15" y="97"/>
                    <a:pt x="15" y="97"/>
                    <a:pt x="15" y="97"/>
                  </a:cubicBezTo>
                  <a:cubicBezTo>
                    <a:pt x="13" y="96"/>
                    <a:pt x="13" y="96"/>
                    <a:pt x="13" y="96"/>
                  </a:cubicBezTo>
                  <a:cubicBezTo>
                    <a:pt x="13" y="96"/>
                    <a:pt x="13" y="96"/>
                    <a:pt x="13" y="96"/>
                  </a:cubicBezTo>
                  <a:cubicBezTo>
                    <a:pt x="14" y="96"/>
                    <a:pt x="14" y="96"/>
                    <a:pt x="14" y="96"/>
                  </a:cubicBezTo>
                  <a:cubicBezTo>
                    <a:pt x="15" y="96"/>
                    <a:pt x="15" y="96"/>
                    <a:pt x="15" y="96"/>
                  </a:cubicBezTo>
                  <a:cubicBezTo>
                    <a:pt x="16" y="96"/>
                    <a:pt x="16" y="96"/>
                    <a:pt x="16" y="96"/>
                  </a:cubicBezTo>
                  <a:cubicBezTo>
                    <a:pt x="17" y="97"/>
                    <a:pt x="17" y="97"/>
                    <a:pt x="17" y="97"/>
                  </a:cubicBezTo>
                  <a:cubicBezTo>
                    <a:pt x="17" y="97"/>
                    <a:pt x="17" y="97"/>
                    <a:pt x="17" y="97"/>
                  </a:cubicBezTo>
                  <a:cubicBezTo>
                    <a:pt x="17" y="96"/>
                    <a:pt x="17" y="96"/>
                    <a:pt x="17" y="96"/>
                  </a:cubicBezTo>
                  <a:cubicBezTo>
                    <a:pt x="18" y="97"/>
                    <a:pt x="18" y="97"/>
                    <a:pt x="18" y="97"/>
                  </a:cubicBezTo>
                  <a:cubicBezTo>
                    <a:pt x="18" y="97"/>
                    <a:pt x="18" y="97"/>
                    <a:pt x="18" y="97"/>
                  </a:cubicBezTo>
                  <a:cubicBezTo>
                    <a:pt x="17" y="98"/>
                    <a:pt x="17" y="98"/>
                    <a:pt x="17" y="98"/>
                  </a:cubicBezTo>
                  <a:cubicBezTo>
                    <a:pt x="16" y="99"/>
                    <a:pt x="14" y="99"/>
                    <a:pt x="13" y="100"/>
                  </a:cubicBezTo>
                  <a:cubicBezTo>
                    <a:pt x="12" y="100"/>
                    <a:pt x="11" y="100"/>
                    <a:pt x="10" y="100"/>
                  </a:cubicBezTo>
                  <a:cubicBezTo>
                    <a:pt x="9" y="100"/>
                    <a:pt x="9" y="100"/>
                    <a:pt x="9" y="100"/>
                  </a:cubicBezTo>
                  <a:cubicBezTo>
                    <a:pt x="7" y="98"/>
                    <a:pt x="7" y="98"/>
                    <a:pt x="7" y="98"/>
                  </a:cubicBezTo>
                  <a:cubicBezTo>
                    <a:pt x="7" y="95"/>
                    <a:pt x="7" y="95"/>
                    <a:pt x="7" y="95"/>
                  </a:cubicBezTo>
                  <a:cubicBezTo>
                    <a:pt x="6" y="93"/>
                    <a:pt x="6" y="93"/>
                    <a:pt x="6" y="93"/>
                  </a:cubicBezTo>
                  <a:cubicBezTo>
                    <a:pt x="7" y="88"/>
                    <a:pt x="7" y="88"/>
                    <a:pt x="7" y="88"/>
                  </a:cubicBezTo>
                  <a:cubicBezTo>
                    <a:pt x="7" y="88"/>
                    <a:pt x="7" y="87"/>
                    <a:pt x="7" y="86"/>
                  </a:cubicBezTo>
                  <a:cubicBezTo>
                    <a:pt x="7" y="84"/>
                    <a:pt x="7" y="83"/>
                    <a:pt x="7" y="82"/>
                  </a:cubicBezTo>
                  <a:cubicBezTo>
                    <a:pt x="8" y="79"/>
                    <a:pt x="8" y="79"/>
                    <a:pt x="8" y="79"/>
                  </a:cubicBezTo>
                  <a:cubicBezTo>
                    <a:pt x="9" y="77"/>
                    <a:pt x="9" y="77"/>
                    <a:pt x="9" y="77"/>
                  </a:cubicBezTo>
                  <a:cubicBezTo>
                    <a:pt x="9" y="78"/>
                    <a:pt x="9" y="78"/>
                    <a:pt x="9" y="78"/>
                  </a:cubicBezTo>
                  <a:cubicBezTo>
                    <a:pt x="10" y="77"/>
                    <a:pt x="10" y="77"/>
                    <a:pt x="10" y="77"/>
                  </a:cubicBezTo>
                  <a:cubicBezTo>
                    <a:pt x="11" y="75"/>
                    <a:pt x="11" y="75"/>
                    <a:pt x="11" y="75"/>
                  </a:cubicBezTo>
                  <a:cubicBezTo>
                    <a:pt x="11" y="75"/>
                    <a:pt x="11" y="75"/>
                    <a:pt x="11" y="75"/>
                  </a:cubicBezTo>
                  <a:cubicBezTo>
                    <a:pt x="11" y="74"/>
                    <a:pt x="10" y="73"/>
                    <a:pt x="9" y="72"/>
                  </a:cubicBezTo>
                  <a:cubicBezTo>
                    <a:pt x="9" y="70"/>
                    <a:pt x="8" y="67"/>
                    <a:pt x="7" y="66"/>
                  </a:cubicBezTo>
                  <a:cubicBezTo>
                    <a:pt x="7" y="66"/>
                    <a:pt x="7" y="66"/>
                    <a:pt x="7" y="66"/>
                  </a:cubicBezTo>
                  <a:cubicBezTo>
                    <a:pt x="7" y="65"/>
                    <a:pt x="9" y="62"/>
                    <a:pt x="9" y="62"/>
                  </a:cubicBezTo>
                  <a:cubicBezTo>
                    <a:pt x="8" y="62"/>
                    <a:pt x="8" y="62"/>
                    <a:pt x="8" y="62"/>
                  </a:cubicBezTo>
                  <a:cubicBezTo>
                    <a:pt x="8" y="62"/>
                    <a:pt x="7" y="64"/>
                    <a:pt x="7" y="66"/>
                  </a:cubicBezTo>
                  <a:cubicBezTo>
                    <a:pt x="7" y="66"/>
                    <a:pt x="7" y="66"/>
                    <a:pt x="7" y="66"/>
                  </a:cubicBezTo>
                  <a:cubicBezTo>
                    <a:pt x="7" y="67"/>
                    <a:pt x="8" y="71"/>
                    <a:pt x="9" y="72"/>
                  </a:cubicBezTo>
                  <a:cubicBezTo>
                    <a:pt x="10" y="73"/>
                    <a:pt x="10" y="75"/>
                    <a:pt x="10" y="75"/>
                  </a:cubicBezTo>
                  <a:cubicBezTo>
                    <a:pt x="10" y="75"/>
                    <a:pt x="10" y="75"/>
                    <a:pt x="10" y="75"/>
                  </a:cubicBezTo>
                  <a:cubicBezTo>
                    <a:pt x="9" y="77"/>
                    <a:pt x="9" y="77"/>
                    <a:pt x="9" y="77"/>
                  </a:cubicBezTo>
                  <a:cubicBezTo>
                    <a:pt x="9" y="77"/>
                    <a:pt x="9" y="77"/>
                    <a:pt x="9" y="77"/>
                  </a:cubicBezTo>
                  <a:cubicBezTo>
                    <a:pt x="9" y="77"/>
                    <a:pt x="9" y="77"/>
                    <a:pt x="9" y="77"/>
                  </a:cubicBezTo>
                  <a:cubicBezTo>
                    <a:pt x="8" y="76"/>
                    <a:pt x="8" y="76"/>
                    <a:pt x="8" y="76"/>
                  </a:cubicBezTo>
                  <a:cubicBezTo>
                    <a:pt x="8" y="76"/>
                    <a:pt x="8" y="76"/>
                    <a:pt x="8" y="76"/>
                  </a:cubicBezTo>
                  <a:cubicBezTo>
                    <a:pt x="9" y="75"/>
                    <a:pt x="9" y="75"/>
                    <a:pt x="9" y="75"/>
                  </a:cubicBezTo>
                  <a:cubicBezTo>
                    <a:pt x="10" y="74"/>
                    <a:pt x="10" y="74"/>
                    <a:pt x="10" y="74"/>
                  </a:cubicBezTo>
                  <a:cubicBezTo>
                    <a:pt x="7" y="74"/>
                    <a:pt x="7" y="74"/>
                    <a:pt x="7" y="74"/>
                  </a:cubicBezTo>
                  <a:cubicBezTo>
                    <a:pt x="8" y="73"/>
                    <a:pt x="8" y="73"/>
                    <a:pt x="8" y="73"/>
                  </a:cubicBezTo>
                  <a:cubicBezTo>
                    <a:pt x="8" y="72"/>
                    <a:pt x="8" y="72"/>
                    <a:pt x="8" y="72"/>
                  </a:cubicBezTo>
                  <a:cubicBezTo>
                    <a:pt x="7" y="72"/>
                    <a:pt x="7" y="72"/>
                    <a:pt x="7" y="72"/>
                  </a:cubicBezTo>
                  <a:cubicBezTo>
                    <a:pt x="7" y="71"/>
                    <a:pt x="7" y="71"/>
                    <a:pt x="7" y="71"/>
                  </a:cubicBezTo>
                  <a:cubicBezTo>
                    <a:pt x="7" y="71"/>
                    <a:pt x="7" y="71"/>
                    <a:pt x="7" y="71"/>
                  </a:cubicBezTo>
                  <a:cubicBezTo>
                    <a:pt x="6" y="71"/>
                    <a:pt x="6" y="71"/>
                    <a:pt x="6" y="71"/>
                  </a:cubicBezTo>
                  <a:cubicBezTo>
                    <a:pt x="6" y="70"/>
                    <a:pt x="6" y="70"/>
                    <a:pt x="6" y="70"/>
                  </a:cubicBezTo>
                  <a:cubicBezTo>
                    <a:pt x="7" y="69"/>
                    <a:pt x="7" y="69"/>
                    <a:pt x="7" y="69"/>
                  </a:cubicBezTo>
                  <a:cubicBezTo>
                    <a:pt x="5" y="70"/>
                    <a:pt x="5" y="70"/>
                    <a:pt x="5" y="70"/>
                  </a:cubicBezTo>
                  <a:cubicBezTo>
                    <a:pt x="6" y="68"/>
                    <a:pt x="6" y="68"/>
                    <a:pt x="6" y="68"/>
                  </a:cubicBezTo>
                  <a:cubicBezTo>
                    <a:pt x="6" y="68"/>
                    <a:pt x="6" y="68"/>
                    <a:pt x="6" y="68"/>
                  </a:cubicBezTo>
                  <a:cubicBezTo>
                    <a:pt x="5" y="68"/>
                    <a:pt x="5" y="68"/>
                    <a:pt x="5" y="68"/>
                  </a:cubicBezTo>
                  <a:cubicBezTo>
                    <a:pt x="6" y="66"/>
                    <a:pt x="6" y="66"/>
                    <a:pt x="6" y="66"/>
                  </a:cubicBezTo>
                  <a:cubicBezTo>
                    <a:pt x="6" y="66"/>
                    <a:pt x="6" y="66"/>
                    <a:pt x="6" y="66"/>
                  </a:cubicBezTo>
                  <a:cubicBezTo>
                    <a:pt x="6" y="65"/>
                    <a:pt x="6" y="65"/>
                    <a:pt x="6" y="65"/>
                  </a:cubicBezTo>
                  <a:cubicBezTo>
                    <a:pt x="6" y="65"/>
                    <a:pt x="2" y="62"/>
                    <a:pt x="2" y="59"/>
                  </a:cubicBezTo>
                  <a:cubicBezTo>
                    <a:pt x="2" y="55"/>
                    <a:pt x="9" y="48"/>
                    <a:pt x="9" y="41"/>
                  </a:cubicBezTo>
                  <a:cubicBezTo>
                    <a:pt x="9" y="41"/>
                    <a:pt x="9" y="41"/>
                    <a:pt x="9" y="41"/>
                  </a:cubicBezTo>
                  <a:cubicBezTo>
                    <a:pt x="9" y="40"/>
                    <a:pt x="9" y="39"/>
                    <a:pt x="9" y="38"/>
                  </a:cubicBezTo>
                  <a:cubicBezTo>
                    <a:pt x="11" y="38"/>
                    <a:pt x="11" y="38"/>
                    <a:pt x="11" y="38"/>
                  </a:cubicBezTo>
                  <a:cubicBezTo>
                    <a:pt x="10" y="40"/>
                    <a:pt x="10" y="42"/>
                    <a:pt x="10" y="42"/>
                  </a:cubicBezTo>
                  <a:cubicBezTo>
                    <a:pt x="10" y="43"/>
                    <a:pt x="10" y="43"/>
                    <a:pt x="10" y="43"/>
                  </a:cubicBezTo>
                  <a:cubicBezTo>
                    <a:pt x="10" y="43"/>
                    <a:pt x="10" y="43"/>
                    <a:pt x="10" y="43"/>
                  </a:cubicBezTo>
                  <a:cubicBezTo>
                    <a:pt x="10" y="43"/>
                    <a:pt x="10" y="43"/>
                    <a:pt x="10" y="43"/>
                  </a:cubicBezTo>
                  <a:cubicBezTo>
                    <a:pt x="10" y="43"/>
                    <a:pt x="10" y="43"/>
                    <a:pt x="10" y="43"/>
                  </a:cubicBezTo>
                  <a:cubicBezTo>
                    <a:pt x="10" y="43"/>
                    <a:pt x="10" y="43"/>
                    <a:pt x="10" y="43"/>
                  </a:cubicBezTo>
                  <a:cubicBezTo>
                    <a:pt x="11" y="43"/>
                    <a:pt x="11" y="43"/>
                    <a:pt x="11" y="43"/>
                  </a:cubicBezTo>
                  <a:cubicBezTo>
                    <a:pt x="11" y="44"/>
                    <a:pt x="11" y="44"/>
                    <a:pt x="11" y="44"/>
                  </a:cubicBezTo>
                  <a:cubicBezTo>
                    <a:pt x="9" y="51"/>
                    <a:pt x="4" y="53"/>
                    <a:pt x="4" y="58"/>
                  </a:cubicBezTo>
                  <a:cubicBezTo>
                    <a:pt x="4" y="59"/>
                    <a:pt x="4" y="59"/>
                    <a:pt x="4" y="59"/>
                  </a:cubicBezTo>
                  <a:cubicBezTo>
                    <a:pt x="4" y="59"/>
                    <a:pt x="5" y="62"/>
                    <a:pt x="6" y="62"/>
                  </a:cubicBezTo>
                  <a:cubicBezTo>
                    <a:pt x="7" y="62"/>
                    <a:pt x="7" y="62"/>
                    <a:pt x="7" y="62"/>
                  </a:cubicBezTo>
                  <a:cubicBezTo>
                    <a:pt x="7" y="62"/>
                    <a:pt x="7" y="62"/>
                    <a:pt x="7" y="62"/>
                  </a:cubicBezTo>
                  <a:cubicBezTo>
                    <a:pt x="8" y="61"/>
                    <a:pt x="8" y="61"/>
                    <a:pt x="8" y="61"/>
                  </a:cubicBezTo>
                  <a:cubicBezTo>
                    <a:pt x="9" y="60"/>
                    <a:pt x="9" y="60"/>
                    <a:pt x="9" y="60"/>
                  </a:cubicBezTo>
                  <a:cubicBezTo>
                    <a:pt x="9" y="58"/>
                    <a:pt x="10" y="57"/>
                    <a:pt x="11" y="56"/>
                  </a:cubicBezTo>
                  <a:cubicBezTo>
                    <a:pt x="13" y="54"/>
                    <a:pt x="15" y="52"/>
                    <a:pt x="16" y="50"/>
                  </a:cubicBezTo>
                  <a:cubicBezTo>
                    <a:pt x="17" y="49"/>
                    <a:pt x="17" y="48"/>
                    <a:pt x="17" y="47"/>
                  </a:cubicBezTo>
                  <a:cubicBezTo>
                    <a:pt x="17" y="46"/>
                    <a:pt x="17" y="46"/>
                    <a:pt x="17" y="46"/>
                  </a:cubicBezTo>
                  <a:cubicBezTo>
                    <a:pt x="18" y="46"/>
                    <a:pt x="19" y="45"/>
                    <a:pt x="19" y="45"/>
                  </a:cubicBezTo>
                  <a:cubicBezTo>
                    <a:pt x="19" y="47"/>
                    <a:pt x="19" y="49"/>
                    <a:pt x="19" y="49"/>
                  </a:cubicBezTo>
                  <a:cubicBezTo>
                    <a:pt x="19" y="49"/>
                    <a:pt x="19" y="49"/>
                    <a:pt x="19" y="49"/>
                  </a:cubicBezTo>
                  <a:cubicBezTo>
                    <a:pt x="19" y="49"/>
                    <a:pt x="19" y="49"/>
                    <a:pt x="19" y="49"/>
                  </a:cubicBezTo>
                  <a:cubicBezTo>
                    <a:pt x="22" y="49"/>
                    <a:pt x="24" y="46"/>
                    <a:pt x="25" y="46"/>
                  </a:cubicBezTo>
                  <a:cubicBezTo>
                    <a:pt x="25" y="46"/>
                    <a:pt x="25" y="46"/>
                    <a:pt x="25" y="46"/>
                  </a:cubicBezTo>
                  <a:cubicBezTo>
                    <a:pt x="27" y="49"/>
                    <a:pt x="27" y="49"/>
                    <a:pt x="27" y="49"/>
                  </a:cubicBezTo>
                  <a:cubicBezTo>
                    <a:pt x="28" y="51"/>
                    <a:pt x="28" y="51"/>
                    <a:pt x="28" y="51"/>
                  </a:cubicBezTo>
                  <a:cubicBezTo>
                    <a:pt x="28" y="51"/>
                    <a:pt x="28" y="51"/>
                    <a:pt x="28" y="51"/>
                  </a:cubicBezTo>
                  <a:cubicBezTo>
                    <a:pt x="28" y="51"/>
                    <a:pt x="28" y="51"/>
                    <a:pt x="28" y="51"/>
                  </a:cubicBezTo>
                  <a:lnTo>
                    <a:pt x="28" y="52"/>
                  </a:lnTo>
                  <a:close/>
                  <a:moveTo>
                    <a:pt x="39" y="62"/>
                  </a:moveTo>
                  <a:cubicBezTo>
                    <a:pt x="38" y="62"/>
                    <a:pt x="38" y="62"/>
                    <a:pt x="38" y="62"/>
                  </a:cubicBezTo>
                  <a:cubicBezTo>
                    <a:pt x="38" y="62"/>
                    <a:pt x="38" y="62"/>
                    <a:pt x="38" y="62"/>
                  </a:cubicBezTo>
                  <a:cubicBezTo>
                    <a:pt x="38" y="62"/>
                    <a:pt x="38" y="62"/>
                    <a:pt x="38" y="62"/>
                  </a:cubicBezTo>
                  <a:cubicBezTo>
                    <a:pt x="38" y="62"/>
                    <a:pt x="38" y="62"/>
                    <a:pt x="38" y="62"/>
                  </a:cubicBezTo>
                  <a:cubicBezTo>
                    <a:pt x="39" y="61"/>
                    <a:pt x="39" y="61"/>
                    <a:pt x="39" y="61"/>
                  </a:cubicBezTo>
                  <a:cubicBezTo>
                    <a:pt x="39" y="62"/>
                    <a:pt x="39" y="62"/>
                    <a:pt x="39" y="62"/>
                  </a:cubicBezTo>
                  <a:close/>
                  <a:moveTo>
                    <a:pt x="44" y="45"/>
                  </a:moveTo>
                  <a:cubicBezTo>
                    <a:pt x="44" y="46"/>
                    <a:pt x="44" y="46"/>
                    <a:pt x="44" y="46"/>
                  </a:cubicBezTo>
                  <a:cubicBezTo>
                    <a:pt x="44" y="46"/>
                    <a:pt x="44" y="46"/>
                    <a:pt x="44" y="46"/>
                  </a:cubicBezTo>
                  <a:cubicBezTo>
                    <a:pt x="44" y="46"/>
                    <a:pt x="44" y="46"/>
                    <a:pt x="44" y="46"/>
                  </a:cubicBezTo>
                  <a:cubicBezTo>
                    <a:pt x="43" y="45"/>
                    <a:pt x="43" y="45"/>
                    <a:pt x="43" y="45"/>
                  </a:cubicBezTo>
                  <a:lnTo>
                    <a:pt x="44" y="45"/>
                  </a:lnTo>
                  <a:close/>
                  <a:moveTo>
                    <a:pt x="40" y="48"/>
                  </a:moveTo>
                  <a:cubicBezTo>
                    <a:pt x="40" y="47"/>
                    <a:pt x="40" y="47"/>
                    <a:pt x="40" y="47"/>
                  </a:cubicBezTo>
                  <a:cubicBezTo>
                    <a:pt x="40" y="47"/>
                    <a:pt x="40" y="47"/>
                    <a:pt x="40" y="47"/>
                  </a:cubicBezTo>
                  <a:cubicBezTo>
                    <a:pt x="40" y="47"/>
                    <a:pt x="40" y="47"/>
                    <a:pt x="40" y="47"/>
                  </a:cubicBezTo>
                  <a:cubicBezTo>
                    <a:pt x="41" y="46"/>
                    <a:pt x="41" y="46"/>
                    <a:pt x="41" y="46"/>
                  </a:cubicBezTo>
                  <a:cubicBezTo>
                    <a:pt x="41" y="46"/>
                    <a:pt x="41" y="46"/>
                    <a:pt x="41" y="46"/>
                  </a:cubicBezTo>
                  <a:cubicBezTo>
                    <a:pt x="41" y="48"/>
                    <a:pt x="41" y="48"/>
                    <a:pt x="41" y="48"/>
                  </a:cubicBezTo>
                  <a:cubicBezTo>
                    <a:pt x="41" y="50"/>
                    <a:pt x="41" y="50"/>
                    <a:pt x="41" y="50"/>
                  </a:cubicBezTo>
                  <a:cubicBezTo>
                    <a:pt x="41" y="50"/>
                    <a:pt x="41" y="50"/>
                    <a:pt x="41" y="50"/>
                  </a:cubicBezTo>
                  <a:cubicBezTo>
                    <a:pt x="41" y="51"/>
                    <a:pt x="41" y="51"/>
                    <a:pt x="41" y="51"/>
                  </a:cubicBezTo>
                  <a:cubicBezTo>
                    <a:pt x="41" y="51"/>
                    <a:pt x="41" y="51"/>
                    <a:pt x="41" y="51"/>
                  </a:cubicBezTo>
                  <a:cubicBezTo>
                    <a:pt x="41" y="50"/>
                    <a:pt x="41" y="50"/>
                    <a:pt x="41" y="50"/>
                  </a:cubicBezTo>
                  <a:cubicBezTo>
                    <a:pt x="40" y="48"/>
                    <a:pt x="40" y="48"/>
                    <a:pt x="40" y="48"/>
                  </a:cubicBezTo>
                  <a:cubicBezTo>
                    <a:pt x="40" y="48"/>
                    <a:pt x="40" y="48"/>
                    <a:pt x="40" y="48"/>
                  </a:cubicBezTo>
                  <a:close/>
                  <a:moveTo>
                    <a:pt x="40" y="49"/>
                  </a:moveTo>
                  <a:cubicBezTo>
                    <a:pt x="40" y="49"/>
                    <a:pt x="40" y="49"/>
                    <a:pt x="40" y="49"/>
                  </a:cubicBezTo>
                  <a:cubicBezTo>
                    <a:pt x="40" y="49"/>
                    <a:pt x="40" y="49"/>
                    <a:pt x="40" y="49"/>
                  </a:cubicBezTo>
                  <a:cubicBezTo>
                    <a:pt x="40" y="48"/>
                    <a:pt x="40" y="48"/>
                    <a:pt x="40" y="48"/>
                  </a:cubicBezTo>
                  <a:cubicBezTo>
                    <a:pt x="40" y="48"/>
                    <a:pt x="40" y="48"/>
                    <a:pt x="40" y="48"/>
                  </a:cubicBezTo>
                  <a:cubicBezTo>
                    <a:pt x="40" y="48"/>
                    <a:pt x="40" y="48"/>
                    <a:pt x="40" y="48"/>
                  </a:cubicBezTo>
                  <a:cubicBezTo>
                    <a:pt x="40" y="50"/>
                    <a:pt x="40" y="50"/>
                    <a:pt x="40" y="50"/>
                  </a:cubicBezTo>
                  <a:cubicBezTo>
                    <a:pt x="40" y="50"/>
                    <a:pt x="40" y="50"/>
                    <a:pt x="40" y="50"/>
                  </a:cubicBezTo>
                  <a:cubicBezTo>
                    <a:pt x="40" y="50"/>
                    <a:pt x="40" y="50"/>
                    <a:pt x="40" y="50"/>
                  </a:cubicBezTo>
                  <a:lnTo>
                    <a:pt x="40" y="49"/>
                  </a:lnTo>
                  <a:close/>
                  <a:moveTo>
                    <a:pt x="36" y="51"/>
                  </a:moveTo>
                  <a:cubicBezTo>
                    <a:pt x="35" y="51"/>
                    <a:pt x="35" y="51"/>
                    <a:pt x="35" y="51"/>
                  </a:cubicBezTo>
                  <a:cubicBezTo>
                    <a:pt x="36" y="52"/>
                    <a:pt x="37" y="52"/>
                    <a:pt x="38" y="52"/>
                  </a:cubicBezTo>
                  <a:cubicBezTo>
                    <a:pt x="39" y="53"/>
                    <a:pt x="39" y="53"/>
                    <a:pt x="39" y="53"/>
                  </a:cubicBezTo>
                  <a:cubicBezTo>
                    <a:pt x="39" y="53"/>
                    <a:pt x="39" y="53"/>
                    <a:pt x="39" y="53"/>
                  </a:cubicBezTo>
                  <a:cubicBezTo>
                    <a:pt x="40" y="53"/>
                    <a:pt x="40" y="53"/>
                    <a:pt x="40" y="53"/>
                  </a:cubicBezTo>
                  <a:cubicBezTo>
                    <a:pt x="40" y="52"/>
                    <a:pt x="40" y="52"/>
                    <a:pt x="40" y="52"/>
                  </a:cubicBezTo>
                  <a:cubicBezTo>
                    <a:pt x="41" y="52"/>
                    <a:pt x="41" y="52"/>
                    <a:pt x="41" y="52"/>
                  </a:cubicBezTo>
                  <a:cubicBezTo>
                    <a:pt x="41" y="51"/>
                    <a:pt x="41" y="51"/>
                    <a:pt x="41" y="51"/>
                  </a:cubicBezTo>
                  <a:cubicBezTo>
                    <a:pt x="42" y="50"/>
                    <a:pt x="42" y="50"/>
                    <a:pt x="42" y="50"/>
                  </a:cubicBezTo>
                  <a:cubicBezTo>
                    <a:pt x="42" y="50"/>
                    <a:pt x="42" y="50"/>
                    <a:pt x="42" y="50"/>
                  </a:cubicBezTo>
                  <a:cubicBezTo>
                    <a:pt x="42" y="48"/>
                    <a:pt x="42" y="48"/>
                    <a:pt x="42" y="48"/>
                  </a:cubicBezTo>
                  <a:cubicBezTo>
                    <a:pt x="42" y="46"/>
                    <a:pt x="42" y="46"/>
                    <a:pt x="42" y="46"/>
                  </a:cubicBezTo>
                  <a:cubicBezTo>
                    <a:pt x="43" y="45"/>
                    <a:pt x="43" y="45"/>
                    <a:pt x="43" y="45"/>
                  </a:cubicBezTo>
                  <a:cubicBezTo>
                    <a:pt x="43" y="45"/>
                    <a:pt x="43" y="45"/>
                    <a:pt x="43" y="45"/>
                  </a:cubicBezTo>
                  <a:cubicBezTo>
                    <a:pt x="44" y="46"/>
                    <a:pt x="44" y="46"/>
                    <a:pt x="44" y="46"/>
                  </a:cubicBezTo>
                  <a:cubicBezTo>
                    <a:pt x="43" y="49"/>
                    <a:pt x="43" y="49"/>
                    <a:pt x="43" y="49"/>
                  </a:cubicBezTo>
                  <a:cubicBezTo>
                    <a:pt x="42" y="52"/>
                    <a:pt x="42" y="52"/>
                    <a:pt x="42" y="52"/>
                  </a:cubicBezTo>
                  <a:cubicBezTo>
                    <a:pt x="41" y="55"/>
                    <a:pt x="41" y="55"/>
                    <a:pt x="41" y="55"/>
                  </a:cubicBezTo>
                  <a:cubicBezTo>
                    <a:pt x="40" y="56"/>
                    <a:pt x="40" y="57"/>
                    <a:pt x="40" y="58"/>
                  </a:cubicBezTo>
                  <a:cubicBezTo>
                    <a:pt x="39" y="60"/>
                    <a:pt x="39" y="60"/>
                    <a:pt x="39" y="60"/>
                  </a:cubicBezTo>
                  <a:cubicBezTo>
                    <a:pt x="38" y="61"/>
                    <a:pt x="38" y="61"/>
                    <a:pt x="38" y="61"/>
                  </a:cubicBezTo>
                  <a:cubicBezTo>
                    <a:pt x="38" y="60"/>
                    <a:pt x="38" y="60"/>
                    <a:pt x="38" y="60"/>
                  </a:cubicBezTo>
                  <a:cubicBezTo>
                    <a:pt x="38" y="60"/>
                    <a:pt x="38" y="60"/>
                    <a:pt x="38" y="60"/>
                  </a:cubicBezTo>
                  <a:cubicBezTo>
                    <a:pt x="38" y="59"/>
                    <a:pt x="38" y="59"/>
                    <a:pt x="38" y="59"/>
                  </a:cubicBezTo>
                  <a:cubicBezTo>
                    <a:pt x="39" y="57"/>
                    <a:pt x="39" y="57"/>
                    <a:pt x="39" y="57"/>
                  </a:cubicBezTo>
                  <a:cubicBezTo>
                    <a:pt x="40" y="56"/>
                    <a:pt x="40" y="56"/>
                    <a:pt x="40" y="56"/>
                  </a:cubicBezTo>
                  <a:cubicBezTo>
                    <a:pt x="40" y="55"/>
                    <a:pt x="40" y="55"/>
                    <a:pt x="40" y="55"/>
                  </a:cubicBezTo>
                  <a:cubicBezTo>
                    <a:pt x="39" y="55"/>
                    <a:pt x="39" y="55"/>
                    <a:pt x="38" y="54"/>
                  </a:cubicBezTo>
                  <a:cubicBezTo>
                    <a:pt x="37" y="54"/>
                    <a:pt x="36" y="53"/>
                    <a:pt x="36" y="53"/>
                  </a:cubicBezTo>
                  <a:cubicBezTo>
                    <a:pt x="34" y="53"/>
                    <a:pt x="34" y="53"/>
                    <a:pt x="34" y="53"/>
                  </a:cubicBezTo>
                  <a:cubicBezTo>
                    <a:pt x="34" y="52"/>
                    <a:pt x="34" y="52"/>
                    <a:pt x="34" y="52"/>
                  </a:cubicBezTo>
                  <a:cubicBezTo>
                    <a:pt x="34" y="52"/>
                    <a:pt x="34" y="52"/>
                    <a:pt x="34" y="52"/>
                  </a:cubicBezTo>
                  <a:cubicBezTo>
                    <a:pt x="34" y="52"/>
                    <a:pt x="34" y="52"/>
                    <a:pt x="34" y="52"/>
                  </a:cubicBezTo>
                  <a:lnTo>
                    <a:pt x="36" y="51"/>
                  </a:lnTo>
                  <a:close/>
                  <a:moveTo>
                    <a:pt x="36" y="47"/>
                  </a:moveTo>
                  <a:cubicBezTo>
                    <a:pt x="34" y="49"/>
                    <a:pt x="34" y="49"/>
                    <a:pt x="34" y="49"/>
                  </a:cubicBezTo>
                  <a:cubicBezTo>
                    <a:pt x="34" y="49"/>
                    <a:pt x="34" y="49"/>
                    <a:pt x="34" y="49"/>
                  </a:cubicBezTo>
                  <a:cubicBezTo>
                    <a:pt x="34" y="49"/>
                    <a:pt x="34" y="49"/>
                    <a:pt x="34" y="49"/>
                  </a:cubicBezTo>
                  <a:cubicBezTo>
                    <a:pt x="35" y="51"/>
                    <a:pt x="35" y="51"/>
                    <a:pt x="35" y="51"/>
                  </a:cubicBezTo>
                  <a:cubicBezTo>
                    <a:pt x="34" y="52"/>
                    <a:pt x="34" y="52"/>
                    <a:pt x="34" y="52"/>
                  </a:cubicBezTo>
                  <a:cubicBezTo>
                    <a:pt x="33" y="52"/>
                    <a:pt x="33" y="52"/>
                    <a:pt x="33" y="52"/>
                  </a:cubicBezTo>
                  <a:cubicBezTo>
                    <a:pt x="33" y="52"/>
                    <a:pt x="33" y="52"/>
                    <a:pt x="33" y="52"/>
                  </a:cubicBezTo>
                  <a:cubicBezTo>
                    <a:pt x="33" y="52"/>
                    <a:pt x="33" y="52"/>
                    <a:pt x="33" y="52"/>
                  </a:cubicBezTo>
                  <a:cubicBezTo>
                    <a:pt x="33" y="52"/>
                    <a:pt x="33" y="52"/>
                    <a:pt x="33" y="52"/>
                  </a:cubicBezTo>
                  <a:cubicBezTo>
                    <a:pt x="33" y="53"/>
                    <a:pt x="33" y="54"/>
                    <a:pt x="33" y="55"/>
                  </a:cubicBezTo>
                  <a:cubicBezTo>
                    <a:pt x="32" y="54"/>
                    <a:pt x="31" y="51"/>
                    <a:pt x="28" y="50"/>
                  </a:cubicBezTo>
                  <a:cubicBezTo>
                    <a:pt x="28" y="50"/>
                    <a:pt x="28" y="50"/>
                    <a:pt x="28" y="50"/>
                  </a:cubicBezTo>
                  <a:cubicBezTo>
                    <a:pt x="28" y="50"/>
                    <a:pt x="28" y="50"/>
                    <a:pt x="28" y="50"/>
                  </a:cubicBezTo>
                  <a:cubicBezTo>
                    <a:pt x="28" y="48"/>
                    <a:pt x="28" y="48"/>
                    <a:pt x="28" y="48"/>
                  </a:cubicBezTo>
                  <a:cubicBezTo>
                    <a:pt x="28" y="47"/>
                    <a:pt x="28" y="47"/>
                    <a:pt x="28" y="47"/>
                  </a:cubicBezTo>
                  <a:cubicBezTo>
                    <a:pt x="27" y="45"/>
                    <a:pt x="27" y="45"/>
                    <a:pt x="27" y="45"/>
                  </a:cubicBezTo>
                  <a:cubicBezTo>
                    <a:pt x="27" y="45"/>
                    <a:pt x="27" y="45"/>
                    <a:pt x="27" y="45"/>
                  </a:cubicBezTo>
                  <a:cubicBezTo>
                    <a:pt x="27" y="47"/>
                    <a:pt x="27" y="47"/>
                    <a:pt x="27" y="47"/>
                  </a:cubicBezTo>
                  <a:cubicBezTo>
                    <a:pt x="27" y="48"/>
                    <a:pt x="27" y="48"/>
                    <a:pt x="27" y="48"/>
                  </a:cubicBezTo>
                  <a:cubicBezTo>
                    <a:pt x="26" y="46"/>
                    <a:pt x="26" y="46"/>
                    <a:pt x="26" y="46"/>
                  </a:cubicBezTo>
                  <a:cubicBezTo>
                    <a:pt x="25" y="45"/>
                    <a:pt x="25" y="45"/>
                    <a:pt x="25" y="45"/>
                  </a:cubicBezTo>
                  <a:cubicBezTo>
                    <a:pt x="25" y="45"/>
                    <a:pt x="25" y="45"/>
                    <a:pt x="25" y="45"/>
                  </a:cubicBezTo>
                  <a:cubicBezTo>
                    <a:pt x="24" y="45"/>
                    <a:pt x="24" y="45"/>
                    <a:pt x="24" y="45"/>
                  </a:cubicBezTo>
                  <a:cubicBezTo>
                    <a:pt x="24" y="45"/>
                    <a:pt x="22" y="47"/>
                    <a:pt x="20" y="48"/>
                  </a:cubicBezTo>
                  <a:cubicBezTo>
                    <a:pt x="23" y="44"/>
                    <a:pt x="23" y="44"/>
                    <a:pt x="23" y="44"/>
                  </a:cubicBezTo>
                  <a:cubicBezTo>
                    <a:pt x="25" y="43"/>
                    <a:pt x="27" y="41"/>
                    <a:pt x="27" y="41"/>
                  </a:cubicBezTo>
                  <a:cubicBezTo>
                    <a:pt x="27" y="41"/>
                    <a:pt x="27" y="41"/>
                    <a:pt x="27" y="41"/>
                  </a:cubicBezTo>
                  <a:cubicBezTo>
                    <a:pt x="27" y="41"/>
                    <a:pt x="27" y="41"/>
                    <a:pt x="27" y="41"/>
                  </a:cubicBezTo>
                  <a:cubicBezTo>
                    <a:pt x="27" y="41"/>
                    <a:pt x="27" y="41"/>
                    <a:pt x="27" y="41"/>
                  </a:cubicBezTo>
                  <a:cubicBezTo>
                    <a:pt x="26" y="41"/>
                    <a:pt x="26" y="41"/>
                    <a:pt x="26" y="41"/>
                  </a:cubicBezTo>
                  <a:cubicBezTo>
                    <a:pt x="26" y="41"/>
                    <a:pt x="26" y="41"/>
                    <a:pt x="26" y="41"/>
                  </a:cubicBezTo>
                  <a:cubicBezTo>
                    <a:pt x="25" y="40"/>
                    <a:pt x="25" y="40"/>
                    <a:pt x="25" y="40"/>
                  </a:cubicBezTo>
                  <a:cubicBezTo>
                    <a:pt x="25" y="40"/>
                    <a:pt x="25" y="40"/>
                    <a:pt x="25" y="40"/>
                  </a:cubicBezTo>
                  <a:cubicBezTo>
                    <a:pt x="25" y="40"/>
                    <a:pt x="25" y="40"/>
                    <a:pt x="25" y="40"/>
                  </a:cubicBezTo>
                  <a:cubicBezTo>
                    <a:pt x="24" y="40"/>
                    <a:pt x="24" y="40"/>
                    <a:pt x="24" y="40"/>
                  </a:cubicBezTo>
                  <a:cubicBezTo>
                    <a:pt x="24" y="40"/>
                    <a:pt x="24" y="40"/>
                    <a:pt x="24" y="40"/>
                  </a:cubicBezTo>
                  <a:cubicBezTo>
                    <a:pt x="23" y="41"/>
                    <a:pt x="23" y="41"/>
                    <a:pt x="23" y="41"/>
                  </a:cubicBezTo>
                  <a:cubicBezTo>
                    <a:pt x="22" y="41"/>
                    <a:pt x="21" y="41"/>
                    <a:pt x="20" y="41"/>
                  </a:cubicBezTo>
                  <a:cubicBezTo>
                    <a:pt x="20" y="41"/>
                    <a:pt x="20" y="41"/>
                    <a:pt x="20" y="41"/>
                  </a:cubicBezTo>
                  <a:cubicBezTo>
                    <a:pt x="20" y="41"/>
                    <a:pt x="20" y="41"/>
                    <a:pt x="20" y="41"/>
                  </a:cubicBezTo>
                  <a:cubicBezTo>
                    <a:pt x="20" y="41"/>
                    <a:pt x="20" y="41"/>
                    <a:pt x="20" y="41"/>
                  </a:cubicBezTo>
                  <a:cubicBezTo>
                    <a:pt x="19" y="40"/>
                    <a:pt x="19" y="40"/>
                    <a:pt x="19" y="40"/>
                  </a:cubicBezTo>
                  <a:cubicBezTo>
                    <a:pt x="18" y="38"/>
                    <a:pt x="18" y="38"/>
                    <a:pt x="18" y="38"/>
                  </a:cubicBezTo>
                  <a:cubicBezTo>
                    <a:pt x="18" y="38"/>
                    <a:pt x="18" y="38"/>
                    <a:pt x="18" y="38"/>
                  </a:cubicBezTo>
                  <a:cubicBezTo>
                    <a:pt x="18" y="38"/>
                    <a:pt x="18" y="38"/>
                    <a:pt x="18" y="38"/>
                  </a:cubicBezTo>
                  <a:cubicBezTo>
                    <a:pt x="17" y="38"/>
                    <a:pt x="17" y="38"/>
                    <a:pt x="17" y="38"/>
                  </a:cubicBezTo>
                  <a:cubicBezTo>
                    <a:pt x="16" y="38"/>
                    <a:pt x="16" y="38"/>
                    <a:pt x="16" y="38"/>
                  </a:cubicBezTo>
                  <a:cubicBezTo>
                    <a:pt x="15" y="38"/>
                    <a:pt x="15" y="38"/>
                    <a:pt x="15" y="38"/>
                  </a:cubicBezTo>
                  <a:cubicBezTo>
                    <a:pt x="15" y="38"/>
                    <a:pt x="15" y="38"/>
                    <a:pt x="15" y="38"/>
                  </a:cubicBezTo>
                  <a:cubicBezTo>
                    <a:pt x="15" y="35"/>
                    <a:pt x="15" y="35"/>
                    <a:pt x="15" y="35"/>
                  </a:cubicBezTo>
                  <a:cubicBezTo>
                    <a:pt x="15" y="35"/>
                    <a:pt x="15" y="35"/>
                    <a:pt x="15" y="35"/>
                  </a:cubicBezTo>
                  <a:cubicBezTo>
                    <a:pt x="15" y="34"/>
                    <a:pt x="15" y="34"/>
                    <a:pt x="15" y="34"/>
                  </a:cubicBezTo>
                  <a:cubicBezTo>
                    <a:pt x="15" y="34"/>
                    <a:pt x="15" y="34"/>
                    <a:pt x="15" y="34"/>
                  </a:cubicBezTo>
                  <a:cubicBezTo>
                    <a:pt x="14" y="34"/>
                    <a:pt x="14" y="34"/>
                    <a:pt x="14" y="34"/>
                  </a:cubicBezTo>
                  <a:cubicBezTo>
                    <a:pt x="13" y="34"/>
                    <a:pt x="13" y="34"/>
                    <a:pt x="13" y="34"/>
                  </a:cubicBezTo>
                  <a:cubicBezTo>
                    <a:pt x="12" y="34"/>
                    <a:pt x="12" y="34"/>
                    <a:pt x="12" y="34"/>
                  </a:cubicBezTo>
                  <a:cubicBezTo>
                    <a:pt x="12" y="34"/>
                    <a:pt x="12" y="34"/>
                    <a:pt x="12" y="34"/>
                  </a:cubicBezTo>
                  <a:cubicBezTo>
                    <a:pt x="12" y="32"/>
                    <a:pt x="12" y="32"/>
                    <a:pt x="12" y="32"/>
                  </a:cubicBezTo>
                  <a:cubicBezTo>
                    <a:pt x="12" y="32"/>
                    <a:pt x="12" y="32"/>
                    <a:pt x="12" y="32"/>
                  </a:cubicBezTo>
                  <a:cubicBezTo>
                    <a:pt x="13" y="32"/>
                    <a:pt x="13" y="32"/>
                    <a:pt x="13" y="32"/>
                  </a:cubicBezTo>
                  <a:cubicBezTo>
                    <a:pt x="13" y="32"/>
                    <a:pt x="13" y="32"/>
                    <a:pt x="13" y="32"/>
                  </a:cubicBezTo>
                  <a:cubicBezTo>
                    <a:pt x="13" y="31"/>
                    <a:pt x="13" y="31"/>
                    <a:pt x="13" y="31"/>
                  </a:cubicBezTo>
                  <a:cubicBezTo>
                    <a:pt x="12" y="31"/>
                    <a:pt x="12" y="31"/>
                    <a:pt x="12" y="31"/>
                  </a:cubicBezTo>
                  <a:cubicBezTo>
                    <a:pt x="12" y="31"/>
                    <a:pt x="12" y="31"/>
                    <a:pt x="12" y="31"/>
                  </a:cubicBezTo>
                  <a:cubicBezTo>
                    <a:pt x="10" y="30"/>
                    <a:pt x="10" y="30"/>
                    <a:pt x="10" y="30"/>
                  </a:cubicBezTo>
                  <a:cubicBezTo>
                    <a:pt x="11" y="28"/>
                    <a:pt x="11" y="28"/>
                    <a:pt x="11" y="28"/>
                  </a:cubicBezTo>
                  <a:cubicBezTo>
                    <a:pt x="11" y="28"/>
                    <a:pt x="11" y="28"/>
                    <a:pt x="11" y="28"/>
                  </a:cubicBezTo>
                  <a:cubicBezTo>
                    <a:pt x="12" y="28"/>
                    <a:pt x="12" y="28"/>
                    <a:pt x="12" y="28"/>
                  </a:cubicBezTo>
                  <a:cubicBezTo>
                    <a:pt x="12" y="28"/>
                    <a:pt x="12" y="28"/>
                    <a:pt x="12" y="28"/>
                  </a:cubicBezTo>
                  <a:cubicBezTo>
                    <a:pt x="11" y="26"/>
                    <a:pt x="11" y="26"/>
                    <a:pt x="11" y="26"/>
                  </a:cubicBezTo>
                  <a:cubicBezTo>
                    <a:pt x="11" y="26"/>
                    <a:pt x="11" y="26"/>
                    <a:pt x="11" y="26"/>
                  </a:cubicBezTo>
                  <a:cubicBezTo>
                    <a:pt x="11" y="27"/>
                    <a:pt x="11" y="27"/>
                    <a:pt x="11" y="27"/>
                  </a:cubicBezTo>
                  <a:cubicBezTo>
                    <a:pt x="9" y="25"/>
                    <a:pt x="9" y="25"/>
                    <a:pt x="9" y="25"/>
                  </a:cubicBezTo>
                  <a:cubicBezTo>
                    <a:pt x="11" y="24"/>
                    <a:pt x="11" y="24"/>
                    <a:pt x="11" y="24"/>
                  </a:cubicBezTo>
                  <a:cubicBezTo>
                    <a:pt x="11" y="24"/>
                    <a:pt x="11" y="24"/>
                    <a:pt x="11" y="24"/>
                  </a:cubicBezTo>
                  <a:cubicBezTo>
                    <a:pt x="12" y="25"/>
                    <a:pt x="12" y="25"/>
                    <a:pt x="12" y="25"/>
                  </a:cubicBezTo>
                  <a:cubicBezTo>
                    <a:pt x="12" y="23"/>
                    <a:pt x="12" y="23"/>
                    <a:pt x="12" y="23"/>
                  </a:cubicBezTo>
                  <a:cubicBezTo>
                    <a:pt x="11" y="23"/>
                    <a:pt x="11" y="23"/>
                    <a:pt x="11" y="23"/>
                  </a:cubicBezTo>
                  <a:cubicBezTo>
                    <a:pt x="11" y="23"/>
                    <a:pt x="11" y="23"/>
                    <a:pt x="11" y="23"/>
                  </a:cubicBezTo>
                  <a:cubicBezTo>
                    <a:pt x="11" y="21"/>
                    <a:pt x="11" y="21"/>
                    <a:pt x="11" y="21"/>
                  </a:cubicBezTo>
                  <a:cubicBezTo>
                    <a:pt x="11" y="21"/>
                    <a:pt x="11" y="21"/>
                    <a:pt x="11" y="21"/>
                  </a:cubicBezTo>
                  <a:cubicBezTo>
                    <a:pt x="10" y="21"/>
                    <a:pt x="10" y="21"/>
                    <a:pt x="10" y="21"/>
                  </a:cubicBezTo>
                  <a:cubicBezTo>
                    <a:pt x="11" y="21"/>
                    <a:pt x="11" y="21"/>
                    <a:pt x="11" y="21"/>
                  </a:cubicBezTo>
                  <a:cubicBezTo>
                    <a:pt x="11" y="21"/>
                    <a:pt x="11" y="21"/>
                    <a:pt x="11" y="21"/>
                  </a:cubicBezTo>
                  <a:cubicBezTo>
                    <a:pt x="11" y="21"/>
                    <a:pt x="11" y="21"/>
                    <a:pt x="11" y="21"/>
                  </a:cubicBezTo>
                  <a:cubicBezTo>
                    <a:pt x="12" y="20"/>
                    <a:pt x="12" y="20"/>
                    <a:pt x="12" y="20"/>
                  </a:cubicBezTo>
                  <a:cubicBezTo>
                    <a:pt x="12" y="20"/>
                    <a:pt x="12" y="20"/>
                    <a:pt x="12" y="20"/>
                  </a:cubicBezTo>
                  <a:cubicBezTo>
                    <a:pt x="12" y="20"/>
                    <a:pt x="12" y="19"/>
                    <a:pt x="12" y="18"/>
                  </a:cubicBezTo>
                  <a:cubicBezTo>
                    <a:pt x="12" y="16"/>
                    <a:pt x="12" y="16"/>
                    <a:pt x="12" y="16"/>
                  </a:cubicBezTo>
                  <a:cubicBezTo>
                    <a:pt x="12" y="16"/>
                    <a:pt x="12" y="16"/>
                    <a:pt x="12" y="16"/>
                  </a:cubicBezTo>
                  <a:cubicBezTo>
                    <a:pt x="12" y="17"/>
                    <a:pt x="13" y="18"/>
                    <a:pt x="13" y="19"/>
                  </a:cubicBezTo>
                  <a:cubicBezTo>
                    <a:pt x="14" y="20"/>
                    <a:pt x="14" y="21"/>
                    <a:pt x="16" y="22"/>
                  </a:cubicBezTo>
                  <a:cubicBezTo>
                    <a:pt x="17" y="23"/>
                    <a:pt x="18" y="24"/>
                    <a:pt x="19" y="25"/>
                  </a:cubicBezTo>
                  <a:cubicBezTo>
                    <a:pt x="19" y="25"/>
                    <a:pt x="19" y="25"/>
                    <a:pt x="19" y="25"/>
                  </a:cubicBezTo>
                  <a:cubicBezTo>
                    <a:pt x="19" y="26"/>
                    <a:pt x="19" y="26"/>
                    <a:pt x="19" y="26"/>
                  </a:cubicBezTo>
                  <a:cubicBezTo>
                    <a:pt x="19" y="26"/>
                    <a:pt x="18" y="28"/>
                    <a:pt x="17" y="28"/>
                  </a:cubicBezTo>
                  <a:cubicBezTo>
                    <a:pt x="17" y="28"/>
                    <a:pt x="17" y="28"/>
                    <a:pt x="17" y="28"/>
                  </a:cubicBezTo>
                  <a:cubicBezTo>
                    <a:pt x="17" y="28"/>
                    <a:pt x="17" y="28"/>
                    <a:pt x="17" y="28"/>
                  </a:cubicBezTo>
                  <a:cubicBezTo>
                    <a:pt x="16" y="28"/>
                    <a:pt x="16" y="28"/>
                    <a:pt x="16" y="28"/>
                  </a:cubicBezTo>
                  <a:cubicBezTo>
                    <a:pt x="16" y="29"/>
                    <a:pt x="16" y="29"/>
                    <a:pt x="16" y="29"/>
                  </a:cubicBezTo>
                  <a:cubicBezTo>
                    <a:pt x="16" y="31"/>
                    <a:pt x="17" y="33"/>
                    <a:pt x="19" y="33"/>
                  </a:cubicBezTo>
                  <a:cubicBezTo>
                    <a:pt x="20" y="33"/>
                    <a:pt x="20" y="33"/>
                    <a:pt x="20" y="33"/>
                  </a:cubicBezTo>
                  <a:cubicBezTo>
                    <a:pt x="20" y="33"/>
                    <a:pt x="22" y="35"/>
                    <a:pt x="23" y="35"/>
                  </a:cubicBezTo>
                  <a:cubicBezTo>
                    <a:pt x="24" y="35"/>
                    <a:pt x="24" y="35"/>
                    <a:pt x="24" y="35"/>
                  </a:cubicBezTo>
                  <a:cubicBezTo>
                    <a:pt x="25" y="35"/>
                    <a:pt x="25" y="35"/>
                    <a:pt x="25" y="35"/>
                  </a:cubicBezTo>
                  <a:cubicBezTo>
                    <a:pt x="25" y="34"/>
                    <a:pt x="25" y="34"/>
                    <a:pt x="25" y="34"/>
                  </a:cubicBezTo>
                  <a:cubicBezTo>
                    <a:pt x="27" y="36"/>
                    <a:pt x="27" y="36"/>
                    <a:pt x="27" y="36"/>
                  </a:cubicBezTo>
                  <a:cubicBezTo>
                    <a:pt x="27" y="36"/>
                    <a:pt x="27" y="36"/>
                    <a:pt x="27" y="36"/>
                  </a:cubicBezTo>
                  <a:cubicBezTo>
                    <a:pt x="28" y="34"/>
                    <a:pt x="28" y="34"/>
                    <a:pt x="28" y="34"/>
                  </a:cubicBezTo>
                  <a:cubicBezTo>
                    <a:pt x="28" y="34"/>
                    <a:pt x="28" y="34"/>
                    <a:pt x="28" y="34"/>
                  </a:cubicBezTo>
                  <a:cubicBezTo>
                    <a:pt x="29" y="33"/>
                    <a:pt x="29" y="33"/>
                    <a:pt x="29" y="33"/>
                  </a:cubicBezTo>
                  <a:cubicBezTo>
                    <a:pt x="29" y="35"/>
                    <a:pt x="29" y="35"/>
                    <a:pt x="29" y="35"/>
                  </a:cubicBezTo>
                  <a:cubicBezTo>
                    <a:pt x="31" y="36"/>
                    <a:pt x="31" y="36"/>
                    <a:pt x="31" y="36"/>
                  </a:cubicBezTo>
                  <a:cubicBezTo>
                    <a:pt x="31" y="38"/>
                    <a:pt x="31" y="38"/>
                    <a:pt x="31" y="38"/>
                  </a:cubicBezTo>
                  <a:cubicBezTo>
                    <a:pt x="31" y="39"/>
                    <a:pt x="31" y="39"/>
                    <a:pt x="31" y="39"/>
                  </a:cubicBezTo>
                  <a:cubicBezTo>
                    <a:pt x="31" y="41"/>
                    <a:pt x="31" y="43"/>
                    <a:pt x="30" y="44"/>
                  </a:cubicBezTo>
                  <a:cubicBezTo>
                    <a:pt x="30" y="45"/>
                    <a:pt x="30" y="45"/>
                    <a:pt x="30" y="45"/>
                  </a:cubicBezTo>
                  <a:cubicBezTo>
                    <a:pt x="30" y="46"/>
                    <a:pt x="32" y="48"/>
                    <a:pt x="32" y="48"/>
                  </a:cubicBezTo>
                  <a:cubicBezTo>
                    <a:pt x="32" y="49"/>
                    <a:pt x="32" y="49"/>
                    <a:pt x="32" y="49"/>
                  </a:cubicBezTo>
                  <a:cubicBezTo>
                    <a:pt x="32" y="48"/>
                    <a:pt x="32" y="48"/>
                    <a:pt x="32" y="48"/>
                  </a:cubicBezTo>
                  <a:cubicBezTo>
                    <a:pt x="32" y="48"/>
                    <a:pt x="32" y="48"/>
                    <a:pt x="32" y="48"/>
                  </a:cubicBezTo>
                  <a:cubicBezTo>
                    <a:pt x="33" y="48"/>
                    <a:pt x="34" y="48"/>
                    <a:pt x="36" y="47"/>
                  </a:cubicBezTo>
                  <a:moveTo>
                    <a:pt x="11" y="27"/>
                  </a:moveTo>
                  <a:cubicBezTo>
                    <a:pt x="11" y="27"/>
                    <a:pt x="11" y="27"/>
                    <a:pt x="11" y="27"/>
                  </a:cubicBezTo>
                  <a:cubicBezTo>
                    <a:pt x="11" y="27"/>
                    <a:pt x="11" y="27"/>
                    <a:pt x="11" y="27"/>
                  </a:cubicBezTo>
                  <a:close/>
                  <a:moveTo>
                    <a:pt x="36" y="42"/>
                  </a:moveTo>
                  <a:cubicBezTo>
                    <a:pt x="34" y="45"/>
                    <a:pt x="33" y="47"/>
                    <a:pt x="32" y="48"/>
                  </a:cubicBezTo>
                  <a:cubicBezTo>
                    <a:pt x="32" y="47"/>
                    <a:pt x="31" y="46"/>
                    <a:pt x="31" y="45"/>
                  </a:cubicBezTo>
                  <a:cubicBezTo>
                    <a:pt x="31" y="44"/>
                    <a:pt x="31" y="44"/>
                    <a:pt x="31" y="44"/>
                  </a:cubicBezTo>
                  <a:cubicBezTo>
                    <a:pt x="31" y="43"/>
                    <a:pt x="32" y="41"/>
                    <a:pt x="32" y="39"/>
                  </a:cubicBezTo>
                  <a:cubicBezTo>
                    <a:pt x="32" y="38"/>
                    <a:pt x="32" y="38"/>
                    <a:pt x="32" y="38"/>
                  </a:cubicBezTo>
                  <a:cubicBezTo>
                    <a:pt x="31" y="37"/>
                    <a:pt x="31" y="37"/>
                    <a:pt x="31" y="37"/>
                  </a:cubicBezTo>
                  <a:cubicBezTo>
                    <a:pt x="31" y="36"/>
                    <a:pt x="31" y="36"/>
                    <a:pt x="31" y="36"/>
                  </a:cubicBezTo>
                  <a:cubicBezTo>
                    <a:pt x="32" y="35"/>
                    <a:pt x="32" y="35"/>
                    <a:pt x="32" y="35"/>
                  </a:cubicBezTo>
                  <a:cubicBezTo>
                    <a:pt x="33" y="34"/>
                    <a:pt x="33" y="34"/>
                    <a:pt x="33" y="34"/>
                  </a:cubicBezTo>
                  <a:cubicBezTo>
                    <a:pt x="34" y="36"/>
                    <a:pt x="34" y="36"/>
                    <a:pt x="34" y="36"/>
                  </a:cubicBezTo>
                  <a:cubicBezTo>
                    <a:pt x="36" y="37"/>
                    <a:pt x="36" y="37"/>
                    <a:pt x="36" y="37"/>
                  </a:cubicBezTo>
                  <a:cubicBezTo>
                    <a:pt x="37" y="39"/>
                    <a:pt x="37" y="39"/>
                    <a:pt x="37" y="39"/>
                  </a:cubicBezTo>
                  <a:cubicBezTo>
                    <a:pt x="37" y="40"/>
                    <a:pt x="36" y="41"/>
                    <a:pt x="36" y="42"/>
                  </a:cubicBezTo>
                  <a:moveTo>
                    <a:pt x="44" y="32"/>
                  </a:moveTo>
                  <a:cubicBezTo>
                    <a:pt x="43" y="32"/>
                    <a:pt x="43" y="32"/>
                    <a:pt x="43" y="32"/>
                  </a:cubicBezTo>
                  <a:cubicBezTo>
                    <a:pt x="42" y="32"/>
                    <a:pt x="42" y="32"/>
                    <a:pt x="42" y="32"/>
                  </a:cubicBezTo>
                  <a:cubicBezTo>
                    <a:pt x="41" y="33"/>
                    <a:pt x="40" y="35"/>
                    <a:pt x="40" y="36"/>
                  </a:cubicBezTo>
                  <a:cubicBezTo>
                    <a:pt x="40" y="37"/>
                    <a:pt x="40" y="37"/>
                    <a:pt x="40" y="37"/>
                  </a:cubicBezTo>
                  <a:cubicBezTo>
                    <a:pt x="40" y="38"/>
                    <a:pt x="40" y="38"/>
                    <a:pt x="40" y="38"/>
                  </a:cubicBezTo>
                  <a:cubicBezTo>
                    <a:pt x="37" y="39"/>
                    <a:pt x="37" y="39"/>
                    <a:pt x="37" y="39"/>
                  </a:cubicBezTo>
                  <a:cubicBezTo>
                    <a:pt x="37" y="39"/>
                    <a:pt x="37" y="39"/>
                    <a:pt x="37" y="39"/>
                  </a:cubicBezTo>
                  <a:cubicBezTo>
                    <a:pt x="37" y="37"/>
                    <a:pt x="37" y="37"/>
                    <a:pt x="37" y="37"/>
                  </a:cubicBezTo>
                  <a:cubicBezTo>
                    <a:pt x="37" y="37"/>
                    <a:pt x="37" y="37"/>
                    <a:pt x="37" y="37"/>
                  </a:cubicBezTo>
                  <a:cubicBezTo>
                    <a:pt x="38" y="37"/>
                    <a:pt x="38" y="37"/>
                    <a:pt x="38" y="37"/>
                  </a:cubicBezTo>
                  <a:cubicBezTo>
                    <a:pt x="38" y="37"/>
                    <a:pt x="38" y="37"/>
                    <a:pt x="38" y="37"/>
                  </a:cubicBezTo>
                  <a:cubicBezTo>
                    <a:pt x="39" y="37"/>
                    <a:pt x="39" y="37"/>
                    <a:pt x="39" y="37"/>
                  </a:cubicBezTo>
                  <a:cubicBezTo>
                    <a:pt x="38" y="36"/>
                    <a:pt x="38" y="36"/>
                    <a:pt x="38" y="36"/>
                  </a:cubicBezTo>
                  <a:cubicBezTo>
                    <a:pt x="36" y="34"/>
                    <a:pt x="36" y="34"/>
                    <a:pt x="36" y="34"/>
                  </a:cubicBezTo>
                  <a:cubicBezTo>
                    <a:pt x="36" y="34"/>
                    <a:pt x="36" y="34"/>
                    <a:pt x="36" y="34"/>
                  </a:cubicBezTo>
                  <a:cubicBezTo>
                    <a:pt x="37" y="31"/>
                    <a:pt x="37" y="31"/>
                    <a:pt x="37" y="31"/>
                  </a:cubicBezTo>
                  <a:cubicBezTo>
                    <a:pt x="38" y="31"/>
                    <a:pt x="38" y="30"/>
                    <a:pt x="38" y="29"/>
                  </a:cubicBezTo>
                  <a:cubicBezTo>
                    <a:pt x="39" y="28"/>
                    <a:pt x="39" y="27"/>
                    <a:pt x="39" y="26"/>
                  </a:cubicBezTo>
                  <a:cubicBezTo>
                    <a:pt x="39" y="27"/>
                    <a:pt x="40" y="28"/>
                    <a:pt x="40" y="29"/>
                  </a:cubicBezTo>
                  <a:cubicBezTo>
                    <a:pt x="40" y="29"/>
                    <a:pt x="40" y="29"/>
                    <a:pt x="40" y="29"/>
                  </a:cubicBezTo>
                  <a:cubicBezTo>
                    <a:pt x="40" y="30"/>
                    <a:pt x="40" y="30"/>
                    <a:pt x="40" y="30"/>
                  </a:cubicBezTo>
                  <a:cubicBezTo>
                    <a:pt x="41" y="29"/>
                    <a:pt x="41" y="29"/>
                    <a:pt x="41" y="29"/>
                  </a:cubicBezTo>
                  <a:cubicBezTo>
                    <a:pt x="42" y="28"/>
                    <a:pt x="42" y="28"/>
                    <a:pt x="42" y="28"/>
                  </a:cubicBezTo>
                  <a:cubicBezTo>
                    <a:pt x="42" y="30"/>
                    <a:pt x="42" y="30"/>
                    <a:pt x="42" y="30"/>
                  </a:cubicBezTo>
                  <a:cubicBezTo>
                    <a:pt x="42" y="30"/>
                    <a:pt x="42" y="30"/>
                    <a:pt x="42" y="30"/>
                  </a:cubicBezTo>
                  <a:cubicBezTo>
                    <a:pt x="42" y="31"/>
                    <a:pt x="42" y="31"/>
                    <a:pt x="42" y="31"/>
                  </a:cubicBezTo>
                  <a:cubicBezTo>
                    <a:pt x="42" y="31"/>
                    <a:pt x="42" y="31"/>
                    <a:pt x="42" y="31"/>
                  </a:cubicBezTo>
                  <a:cubicBezTo>
                    <a:pt x="43" y="30"/>
                    <a:pt x="43" y="30"/>
                    <a:pt x="43" y="30"/>
                  </a:cubicBezTo>
                  <a:cubicBezTo>
                    <a:pt x="43" y="30"/>
                    <a:pt x="44" y="31"/>
                    <a:pt x="44" y="32"/>
                  </a:cubicBezTo>
                  <a:moveTo>
                    <a:pt x="48" y="29"/>
                  </a:moveTo>
                  <a:cubicBezTo>
                    <a:pt x="48" y="29"/>
                    <a:pt x="48" y="29"/>
                    <a:pt x="48" y="29"/>
                  </a:cubicBezTo>
                  <a:cubicBezTo>
                    <a:pt x="48" y="29"/>
                    <a:pt x="48" y="29"/>
                    <a:pt x="48" y="29"/>
                  </a:cubicBezTo>
                  <a:cubicBezTo>
                    <a:pt x="47" y="28"/>
                    <a:pt x="47" y="28"/>
                    <a:pt x="47" y="28"/>
                  </a:cubicBezTo>
                  <a:cubicBezTo>
                    <a:pt x="47" y="28"/>
                    <a:pt x="47" y="28"/>
                    <a:pt x="47" y="28"/>
                  </a:cubicBezTo>
                  <a:cubicBezTo>
                    <a:pt x="47" y="28"/>
                    <a:pt x="47" y="28"/>
                    <a:pt x="47" y="28"/>
                  </a:cubicBezTo>
                  <a:lnTo>
                    <a:pt x="48" y="29"/>
                  </a:lnTo>
                  <a:close/>
                  <a:moveTo>
                    <a:pt x="47" y="15"/>
                  </a:moveTo>
                  <a:cubicBezTo>
                    <a:pt x="46" y="18"/>
                    <a:pt x="46" y="18"/>
                    <a:pt x="46" y="18"/>
                  </a:cubicBezTo>
                  <a:cubicBezTo>
                    <a:pt x="46" y="18"/>
                    <a:pt x="46" y="19"/>
                    <a:pt x="46" y="20"/>
                  </a:cubicBezTo>
                  <a:cubicBezTo>
                    <a:pt x="46" y="21"/>
                    <a:pt x="46" y="21"/>
                    <a:pt x="46" y="21"/>
                  </a:cubicBezTo>
                  <a:cubicBezTo>
                    <a:pt x="47" y="25"/>
                    <a:pt x="47" y="25"/>
                    <a:pt x="47" y="25"/>
                  </a:cubicBezTo>
                  <a:cubicBezTo>
                    <a:pt x="47" y="27"/>
                    <a:pt x="47" y="27"/>
                    <a:pt x="47" y="27"/>
                  </a:cubicBezTo>
                  <a:cubicBezTo>
                    <a:pt x="47" y="27"/>
                    <a:pt x="47" y="27"/>
                    <a:pt x="47" y="27"/>
                  </a:cubicBezTo>
                  <a:cubicBezTo>
                    <a:pt x="47" y="28"/>
                    <a:pt x="47" y="28"/>
                    <a:pt x="47" y="28"/>
                  </a:cubicBezTo>
                  <a:cubicBezTo>
                    <a:pt x="47" y="28"/>
                    <a:pt x="47" y="28"/>
                    <a:pt x="47" y="28"/>
                  </a:cubicBezTo>
                  <a:cubicBezTo>
                    <a:pt x="46" y="27"/>
                    <a:pt x="46" y="27"/>
                    <a:pt x="46" y="27"/>
                  </a:cubicBezTo>
                  <a:cubicBezTo>
                    <a:pt x="46" y="26"/>
                    <a:pt x="46" y="26"/>
                    <a:pt x="46" y="26"/>
                  </a:cubicBezTo>
                  <a:cubicBezTo>
                    <a:pt x="46" y="24"/>
                    <a:pt x="46" y="24"/>
                    <a:pt x="46" y="24"/>
                  </a:cubicBezTo>
                  <a:cubicBezTo>
                    <a:pt x="45" y="23"/>
                    <a:pt x="45" y="23"/>
                    <a:pt x="45" y="23"/>
                  </a:cubicBezTo>
                  <a:cubicBezTo>
                    <a:pt x="45" y="23"/>
                    <a:pt x="45" y="23"/>
                    <a:pt x="45" y="23"/>
                  </a:cubicBezTo>
                  <a:cubicBezTo>
                    <a:pt x="45" y="23"/>
                    <a:pt x="45" y="23"/>
                    <a:pt x="45" y="23"/>
                  </a:cubicBezTo>
                  <a:cubicBezTo>
                    <a:pt x="45" y="22"/>
                    <a:pt x="45" y="22"/>
                    <a:pt x="45" y="22"/>
                  </a:cubicBezTo>
                  <a:cubicBezTo>
                    <a:pt x="45" y="23"/>
                    <a:pt x="45" y="23"/>
                    <a:pt x="45" y="23"/>
                  </a:cubicBezTo>
                  <a:cubicBezTo>
                    <a:pt x="45" y="23"/>
                    <a:pt x="45" y="23"/>
                    <a:pt x="45" y="23"/>
                  </a:cubicBezTo>
                  <a:cubicBezTo>
                    <a:pt x="45" y="23"/>
                    <a:pt x="45" y="23"/>
                    <a:pt x="45" y="23"/>
                  </a:cubicBezTo>
                  <a:cubicBezTo>
                    <a:pt x="45" y="23"/>
                    <a:pt x="45" y="23"/>
                    <a:pt x="45" y="23"/>
                  </a:cubicBezTo>
                  <a:cubicBezTo>
                    <a:pt x="45" y="23"/>
                    <a:pt x="44" y="25"/>
                    <a:pt x="44" y="26"/>
                  </a:cubicBezTo>
                  <a:cubicBezTo>
                    <a:pt x="43" y="28"/>
                    <a:pt x="43" y="28"/>
                    <a:pt x="43" y="28"/>
                  </a:cubicBezTo>
                  <a:cubicBezTo>
                    <a:pt x="43" y="30"/>
                    <a:pt x="43" y="30"/>
                    <a:pt x="43" y="30"/>
                  </a:cubicBezTo>
                  <a:cubicBezTo>
                    <a:pt x="42" y="28"/>
                    <a:pt x="42" y="28"/>
                    <a:pt x="42" y="28"/>
                  </a:cubicBezTo>
                  <a:cubicBezTo>
                    <a:pt x="42" y="27"/>
                    <a:pt x="42" y="27"/>
                    <a:pt x="42" y="27"/>
                  </a:cubicBezTo>
                  <a:cubicBezTo>
                    <a:pt x="42" y="27"/>
                    <a:pt x="42" y="27"/>
                    <a:pt x="42" y="27"/>
                  </a:cubicBezTo>
                  <a:cubicBezTo>
                    <a:pt x="42" y="26"/>
                    <a:pt x="42" y="26"/>
                    <a:pt x="42" y="26"/>
                  </a:cubicBezTo>
                  <a:cubicBezTo>
                    <a:pt x="43" y="24"/>
                    <a:pt x="43" y="22"/>
                    <a:pt x="43" y="21"/>
                  </a:cubicBezTo>
                  <a:cubicBezTo>
                    <a:pt x="43" y="20"/>
                    <a:pt x="43" y="20"/>
                    <a:pt x="43" y="20"/>
                  </a:cubicBezTo>
                  <a:cubicBezTo>
                    <a:pt x="43" y="18"/>
                    <a:pt x="43" y="18"/>
                    <a:pt x="43" y="18"/>
                  </a:cubicBezTo>
                  <a:cubicBezTo>
                    <a:pt x="44" y="19"/>
                    <a:pt x="44" y="19"/>
                    <a:pt x="44" y="19"/>
                  </a:cubicBezTo>
                  <a:cubicBezTo>
                    <a:pt x="44" y="18"/>
                    <a:pt x="44" y="18"/>
                    <a:pt x="44" y="18"/>
                  </a:cubicBezTo>
                  <a:cubicBezTo>
                    <a:pt x="44" y="16"/>
                    <a:pt x="44" y="16"/>
                    <a:pt x="44" y="16"/>
                  </a:cubicBezTo>
                  <a:cubicBezTo>
                    <a:pt x="44" y="15"/>
                    <a:pt x="43" y="14"/>
                    <a:pt x="43" y="14"/>
                  </a:cubicBezTo>
                  <a:cubicBezTo>
                    <a:pt x="43" y="14"/>
                    <a:pt x="43" y="14"/>
                    <a:pt x="43" y="14"/>
                  </a:cubicBezTo>
                  <a:cubicBezTo>
                    <a:pt x="43" y="13"/>
                    <a:pt x="43" y="13"/>
                    <a:pt x="43" y="13"/>
                  </a:cubicBezTo>
                  <a:cubicBezTo>
                    <a:pt x="43" y="12"/>
                    <a:pt x="43" y="12"/>
                    <a:pt x="43" y="12"/>
                  </a:cubicBezTo>
                  <a:cubicBezTo>
                    <a:pt x="44" y="12"/>
                    <a:pt x="44" y="12"/>
                    <a:pt x="44" y="12"/>
                  </a:cubicBezTo>
                  <a:cubicBezTo>
                    <a:pt x="44" y="12"/>
                    <a:pt x="44" y="12"/>
                    <a:pt x="44" y="12"/>
                  </a:cubicBezTo>
                  <a:cubicBezTo>
                    <a:pt x="45" y="14"/>
                    <a:pt x="45" y="14"/>
                    <a:pt x="45" y="14"/>
                  </a:cubicBezTo>
                  <a:cubicBezTo>
                    <a:pt x="45" y="14"/>
                    <a:pt x="45" y="14"/>
                    <a:pt x="45" y="14"/>
                  </a:cubicBezTo>
                  <a:cubicBezTo>
                    <a:pt x="45" y="14"/>
                    <a:pt x="45" y="14"/>
                    <a:pt x="45" y="14"/>
                  </a:cubicBezTo>
                  <a:cubicBezTo>
                    <a:pt x="45" y="15"/>
                    <a:pt x="45" y="15"/>
                    <a:pt x="45" y="15"/>
                  </a:cubicBezTo>
                  <a:cubicBezTo>
                    <a:pt x="44" y="16"/>
                    <a:pt x="44" y="16"/>
                    <a:pt x="44" y="16"/>
                  </a:cubicBezTo>
                  <a:cubicBezTo>
                    <a:pt x="44" y="16"/>
                    <a:pt x="44" y="16"/>
                    <a:pt x="44" y="16"/>
                  </a:cubicBezTo>
                  <a:cubicBezTo>
                    <a:pt x="44" y="17"/>
                    <a:pt x="44" y="17"/>
                    <a:pt x="44" y="17"/>
                  </a:cubicBezTo>
                  <a:cubicBezTo>
                    <a:pt x="44" y="19"/>
                    <a:pt x="44" y="19"/>
                    <a:pt x="44" y="19"/>
                  </a:cubicBezTo>
                  <a:cubicBezTo>
                    <a:pt x="45" y="19"/>
                    <a:pt x="45" y="19"/>
                    <a:pt x="45" y="19"/>
                  </a:cubicBezTo>
                  <a:cubicBezTo>
                    <a:pt x="45" y="17"/>
                    <a:pt x="45" y="17"/>
                    <a:pt x="45" y="17"/>
                  </a:cubicBezTo>
                  <a:cubicBezTo>
                    <a:pt x="45" y="16"/>
                    <a:pt x="45" y="16"/>
                    <a:pt x="45" y="16"/>
                  </a:cubicBezTo>
                  <a:cubicBezTo>
                    <a:pt x="45" y="16"/>
                    <a:pt x="45" y="16"/>
                    <a:pt x="45" y="16"/>
                  </a:cubicBezTo>
                  <a:cubicBezTo>
                    <a:pt x="45" y="15"/>
                    <a:pt x="45" y="15"/>
                    <a:pt x="45" y="15"/>
                  </a:cubicBezTo>
                  <a:cubicBezTo>
                    <a:pt x="45" y="15"/>
                    <a:pt x="45" y="15"/>
                    <a:pt x="45" y="15"/>
                  </a:cubicBezTo>
                  <a:cubicBezTo>
                    <a:pt x="47" y="13"/>
                    <a:pt x="47" y="13"/>
                    <a:pt x="47" y="13"/>
                  </a:cubicBezTo>
                  <a:cubicBezTo>
                    <a:pt x="47" y="13"/>
                    <a:pt x="47" y="13"/>
                    <a:pt x="47" y="13"/>
                  </a:cubicBezTo>
                  <a:cubicBezTo>
                    <a:pt x="47" y="13"/>
                    <a:pt x="47" y="13"/>
                    <a:pt x="47" y="13"/>
                  </a:cubicBezTo>
                  <a:cubicBezTo>
                    <a:pt x="48" y="14"/>
                    <a:pt x="48" y="14"/>
                    <a:pt x="48" y="14"/>
                  </a:cubicBezTo>
                  <a:lnTo>
                    <a:pt x="47" y="15"/>
                  </a:lnTo>
                  <a:close/>
                  <a:moveTo>
                    <a:pt x="48" y="13"/>
                  </a:moveTo>
                  <a:cubicBezTo>
                    <a:pt x="47" y="13"/>
                    <a:pt x="47" y="13"/>
                    <a:pt x="47" y="13"/>
                  </a:cubicBezTo>
                  <a:cubicBezTo>
                    <a:pt x="47" y="13"/>
                    <a:pt x="47" y="13"/>
                    <a:pt x="47" y="13"/>
                  </a:cubicBezTo>
                  <a:cubicBezTo>
                    <a:pt x="48" y="12"/>
                    <a:pt x="48" y="12"/>
                    <a:pt x="48" y="12"/>
                  </a:cubicBezTo>
                  <a:cubicBezTo>
                    <a:pt x="48" y="12"/>
                    <a:pt x="48" y="12"/>
                    <a:pt x="48" y="12"/>
                  </a:cubicBezTo>
                  <a:lnTo>
                    <a:pt x="48" y="13"/>
                  </a:lnTo>
                  <a:close/>
                  <a:moveTo>
                    <a:pt x="11" y="78"/>
                  </a:moveTo>
                  <a:cubicBezTo>
                    <a:pt x="11" y="79"/>
                    <a:pt x="11" y="79"/>
                    <a:pt x="11" y="79"/>
                  </a:cubicBezTo>
                  <a:cubicBezTo>
                    <a:pt x="10" y="80"/>
                    <a:pt x="10" y="80"/>
                    <a:pt x="10" y="80"/>
                  </a:cubicBezTo>
                  <a:cubicBezTo>
                    <a:pt x="10" y="81"/>
                    <a:pt x="10" y="81"/>
                    <a:pt x="10" y="81"/>
                  </a:cubicBezTo>
                  <a:cubicBezTo>
                    <a:pt x="11" y="81"/>
                    <a:pt x="11" y="81"/>
                    <a:pt x="11" y="81"/>
                  </a:cubicBezTo>
                  <a:cubicBezTo>
                    <a:pt x="11" y="80"/>
                    <a:pt x="11" y="80"/>
                    <a:pt x="11" y="80"/>
                  </a:cubicBezTo>
                  <a:cubicBezTo>
                    <a:pt x="11" y="80"/>
                    <a:pt x="11" y="80"/>
                    <a:pt x="11" y="80"/>
                  </a:cubicBezTo>
                  <a:cubicBezTo>
                    <a:pt x="12" y="78"/>
                    <a:pt x="12" y="78"/>
                    <a:pt x="12" y="78"/>
                  </a:cubicBezTo>
                  <a:lnTo>
                    <a:pt x="11" y="78"/>
                  </a:lnTo>
                  <a:close/>
                  <a:moveTo>
                    <a:pt x="26" y="52"/>
                  </a:moveTo>
                  <a:cubicBezTo>
                    <a:pt x="26" y="52"/>
                    <a:pt x="24" y="53"/>
                    <a:pt x="23" y="54"/>
                  </a:cubicBezTo>
                  <a:cubicBezTo>
                    <a:pt x="21" y="55"/>
                    <a:pt x="20" y="55"/>
                    <a:pt x="20" y="56"/>
                  </a:cubicBezTo>
                  <a:cubicBezTo>
                    <a:pt x="19" y="57"/>
                    <a:pt x="19" y="57"/>
                    <a:pt x="19" y="57"/>
                  </a:cubicBezTo>
                  <a:cubicBezTo>
                    <a:pt x="20" y="57"/>
                    <a:pt x="20" y="57"/>
                    <a:pt x="20" y="57"/>
                  </a:cubicBezTo>
                  <a:cubicBezTo>
                    <a:pt x="20" y="56"/>
                    <a:pt x="20" y="56"/>
                    <a:pt x="20" y="56"/>
                  </a:cubicBezTo>
                  <a:cubicBezTo>
                    <a:pt x="20" y="55"/>
                    <a:pt x="21" y="55"/>
                    <a:pt x="23" y="54"/>
                  </a:cubicBezTo>
                  <a:cubicBezTo>
                    <a:pt x="25" y="54"/>
                    <a:pt x="26" y="52"/>
                    <a:pt x="26" y="52"/>
                  </a:cubicBezTo>
                  <a:close/>
                  <a:moveTo>
                    <a:pt x="8" y="82"/>
                  </a:moveTo>
                  <a:cubicBezTo>
                    <a:pt x="8" y="83"/>
                    <a:pt x="8" y="83"/>
                    <a:pt x="8" y="83"/>
                  </a:cubicBezTo>
                  <a:cubicBezTo>
                    <a:pt x="8" y="83"/>
                    <a:pt x="8" y="83"/>
                    <a:pt x="8" y="83"/>
                  </a:cubicBezTo>
                  <a:cubicBezTo>
                    <a:pt x="8" y="83"/>
                    <a:pt x="8" y="83"/>
                    <a:pt x="8" y="83"/>
                  </a:cubicBezTo>
                  <a:cubicBezTo>
                    <a:pt x="9" y="84"/>
                    <a:pt x="9" y="84"/>
                    <a:pt x="9" y="84"/>
                  </a:cubicBezTo>
                  <a:cubicBezTo>
                    <a:pt x="9" y="85"/>
                    <a:pt x="9" y="85"/>
                    <a:pt x="9" y="85"/>
                  </a:cubicBezTo>
                  <a:cubicBezTo>
                    <a:pt x="8" y="85"/>
                    <a:pt x="9" y="86"/>
                    <a:pt x="8" y="86"/>
                  </a:cubicBezTo>
                  <a:cubicBezTo>
                    <a:pt x="7" y="88"/>
                    <a:pt x="7" y="88"/>
                    <a:pt x="7" y="88"/>
                  </a:cubicBezTo>
                  <a:cubicBezTo>
                    <a:pt x="7" y="89"/>
                    <a:pt x="7" y="89"/>
                    <a:pt x="7" y="89"/>
                  </a:cubicBezTo>
                  <a:cubicBezTo>
                    <a:pt x="7" y="90"/>
                    <a:pt x="7" y="91"/>
                    <a:pt x="7" y="92"/>
                  </a:cubicBezTo>
                  <a:cubicBezTo>
                    <a:pt x="7" y="95"/>
                    <a:pt x="7" y="95"/>
                    <a:pt x="7" y="95"/>
                  </a:cubicBezTo>
                  <a:cubicBezTo>
                    <a:pt x="7" y="95"/>
                    <a:pt x="7" y="95"/>
                    <a:pt x="7" y="95"/>
                  </a:cubicBezTo>
                  <a:cubicBezTo>
                    <a:pt x="8" y="96"/>
                    <a:pt x="8" y="96"/>
                    <a:pt x="8" y="96"/>
                  </a:cubicBezTo>
                  <a:cubicBezTo>
                    <a:pt x="8" y="96"/>
                    <a:pt x="8" y="96"/>
                    <a:pt x="8" y="96"/>
                  </a:cubicBezTo>
                  <a:cubicBezTo>
                    <a:pt x="8" y="95"/>
                    <a:pt x="8" y="95"/>
                    <a:pt x="8" y="95"/>
                  </a:cubicBezTo>
                  <a:cubicBezTo>
                    <a:pt x="8" y="95"/>
                    <a:pt x="8" y="95"/>
                    <a:pt x="8" y="95"/>
                  </a:cubicBezTo>
                  <a:cubicBezTo>
                    <a:pt x="8" y="92"/>
                    <a:pt x="8" y="92"/>
                    <a:pt x="8" y="92"/>
                  </a:cubicBezTo>
                  <a:cubicBezTo>
                    <a:pt x="8" y="91"/>
                    <a:pt x="8" y="90"/>
                    <a:pt x="8" y="89"/>
                  </a:cubicBezTo>
                  <a:cubicBezTo>
                    <a:pt x="8" y="89"/>
                    <a:pt x="8" y="89"/>
                    <a:pt x="8" y="89"/>
                  </a:cubicBezTo>
                  <a:cubicBezTo>
                    <a:pt x="9" y="87"/>
                    <a:pt x="9" y="87"/>
                    <a:pt x="9" y="87"/>
                  </a:cubicBezTo>
                  <a:cubicBezTo>
                    <a:pt x="9" y="85"/>
                    <a:pt x="9" y="85"/>
                    <a:pt x="9" y="85"/>
                  </a:cubicBezTo>
                  <a:cubicBezTo>
                    <a:pt x="9" y="84"/>
                    <a:pt x="9" y="84"/>
                    <a:pt x="9" y="84"/>
                  </a:cubicBezTo>
                  <a:cubicBezTo>
                    <a:pt x="9" y="83"/>
                    <a:pt x="8" y="83"/>
                    <a:pt x="8" y="82"/>
                  </a:cubicBezTo>
                  <a:close/>
                  <a:moveTo>
                    <a:pt x="21" y="34"/>
                  </a:moveTo>
                  <a:cubicBezTo>
                    <a:pt x="20" y="34"/>
                    <a:pt x="20" y="34"/>
                    <a:pt x="20" y="34"/>
                  </a:cubicBezTo>
                  <a:cubicBezTo>
                    <a:pt x="19" y="34"/>
                    <a:pt x="19" y="34"/>
                    <a:pt x="19" y="34"/>
                  </a:cubicBezTo>
                  <a:cubicBezTo>
                    <a:pt x="18" y="34"/>
                    <a:pt x="18" y="34"/>
                    <a:pt x="18" y="34"/>
                  </a:cubicBezTo>
                  <a:cubicBezTo>
                    <a:pt x="18" y="33"/>
                    <a:pt x="18" y="33"/>
                    <a:pt x="18" y="33"/>
                  </a:cubicBezTo>
                  <a:cubicBezTo>
                    <a:pt x="18" y="32"/>
                    <a:pt x="17" y="32"/>
                    <a:pt x="16" y="32"/>
                  </a:cubicBezTo>
                  <a:cubicBezTo>
                    <a:pt x="15" y="31"/>
                    <a:pt x="15" y="31"/>
                    <a:pt x="15" y="30"/>
                  </a:cubicBezTo>
                  <a:cubicBezTo>
                    <a:pt x="15" y="30"/>
                    <a:pt x="15" y="30"/>
                    <a:pt x="15" y="30"/>
                  </a:cubicBezTo>
                  <a:cubicBezTo>
                    <a:pt x="15" y="29"/>
                    <a:pt x="15" y="29"/>
                    <a:pt x="15" y="29"/>
                  </a:cubicBezTo>
                  <a:cubicBezTo>
                    <a:pt x="15" y="29"/>
                    <a:pt x="15" y="29"/>
                    <a:pt x="15" y="29"/>
                  </a:cubicBezTo>
                  <a:cubicBezTo>
                    <a:pt x="15" y="27"/>
                    <a:pt x="15" y="27"/>
                    <a:pt x="15" y="27"/>
                  </a:cubicBezTo>
                  <a:cubicBezTo>
                    <a:pt x="14" y="25"/>
                    <a:pt x="14" y="25"/>
                    <a:pt x="14" y="25"/>
                  </a:cubicBezTo>
                  <a:cubicBezTo>
                    <a:pt x="15" y="26"/>
                    <a:pt x="15" y="26"/>
                    <a:pt x="15" y="26"/>
                  </a:cubicBezTo>
                  <a:cubicBezTo>
                    <a:pt x="15" y="26"/>
                    <a:pt x="15" y="26"/>
                    <a:pt x="15" y="26"/>
                  </a:cubicBezTo>
                  <a:cubicBezTo>
                    <a:pt x="16" y="25"/>
                    <a:pt x="16" y="25"/>
                    <a:pt x="16" y="25"/>
                  </a:cubicBezTo>
                  <a:cubicBezTo>
                    <a:pt x="16" y="25"/>
                    <a:pt x="16" y="25"/>
                    <a:pt x="16" y="25"/>
                  </a:cubicBezTo>
                  <a:cubicBezTo>
                    <a:pt x="16" y="23"/>
                    <a:pt x="16" y="23"/>
                    <a:pt x="16" y="23"/>
                  </a:cubicBezTo>
                  <a:cubicBezTo>
                    <a:pt x="14" y="22"/>
                    <a:pt x="14" y="22"/>
                    <a:pt x="14" y="22"/>
                  </a:cubicBezTo>
                  <a:cubicBezTo>
                    <a:pt x="14" y="22"/>
                    <a:pt x="14" y="22"/>
                    <a:pt x="14" y="22"/>
                  </a:cubicBezTo>
                  <a:cubicBezTo>
                    <a:pt x="15" y="23"/>
                    <a:pt x="15" y="23"/>
                    <a:pt x="15" y="23"/>
                  </a:cubicBezTo>
                  <a:cubicBezTo>
                    <a:pt x="15" y="23"/>
                    <a:pt x="15" y="23"/>
                    <a:pt x="15" y="23"/>
                  </a:cubicBezTo>
                  <a:cubicBezTo>
                    <a:pt x="16" y="25"/>
                    <a:pt x="16" y="25"/>
                    <a:pt x="16" y="25"/>
                  </a:cubicBezTo>
                  <a:cubicBezTo>
                    <a:pt x="16" y="25"/>
                    <a:pt x="16" y="25"/>
                    <a:pt x="16" y="25"/>
                  </a:cubicBezTo>
                  <a:cubicBezTo>
                    <a:pt x="15" y="25"/>
                    <a:pt x="15" y="25"/>
                    <a:pt x="15" y="25"/>
                  </a:cubicBezTo>
                  <a:cubicBezTo>
                    <a:pt x="15" y="25"/>
                    <a:pt x="15" y="25"/>
                    <a:pt x="15" y="25"/>
                  </a:cubicBezTo>
                  <a:cubicBezTo>
                    <a:pt x="14" y="25"/>
                    <a:pt x="14" y="25"/>
                    <a:pt x="14" y="25"/>
                  </a:cubicBezTo>
                  <a:cubicBezTo>
                    <a:pt x="14" y="24"/>
                    <a:pt x="14" y="24"/>
                    <a:pt x="14" y="24"/>
                  </a:cubicBezTo>
                  <a:cubicBezTo>
                    <a:pt x="14" y="25"/>
                    <a:pt x="14" y="25"/>
                    <a:pt x="14" y="25"/>
                  </a:cubicBezTo>
                  <a:cubicBezTo>
                    <a:pt x="14" y="27"/>
                    <a:pt x="14" y="27"/>
                    <a:pt x="14" y="27"/>
                  </a:cubicBezTo>
                  <a:cubicBezTo>
                    <a:pt x="15" y="29"/>
                    <a:pt x="15" y="29"/>
                    <a:pt x="15" y="29"/>
                  </a:cubicBezTo>
                  <a:cubicBezTo>
                    <a:pt x="15" y="29"/>
                    <a:pt x="15" y="29"/>
                    <a:pt x="15" y="29"/>
                  </a:cubicBezTo>
                  <a:cubicBezTo>
                    <a:pt x="14" y="30"/>
                    <a:pt x="14" y="30"/>
                    <a:pt x="14" y="30"/>
                  </a:cubicBezTo>
                  <a:cubicBezTo>
                    <a:pt x="14" y="31"/>
                    <a:pt x="14" y="31"/>
                    <a:pt x="14" y="31"/>
                  </a:cubicBezTo>
                  <a:cubicBezTo>
                    <a:pt x="14" y="31"/>
                    <a:pt x="14" y="32"/>
                    <a:pt x="16" y="32"/>
                  </a:cubicBezTo>
                  <a:cubicBezTo>
                    <a:pt x="17" y="33"/>
                    <a:pt x="18" y="33"/>
                    <a:pt x="18" y="33"/>
                  </a:cubicBezTo>
                  <a:cubicBezTo>
                    <a:pt x="18" y="34"/>
                    <a:pt x="18" y="34"/>
                    <a:pt x="18" y="34"/>
                  </a:cubicBezTo>
                  <a:cubicBezTo>
                    <a:pt x="19" y="35"/>
                    <a:pt x="19" y="35"/>
                    <a:pt x="19" y="35"/>
                  </a:cubicBezTo>
                  <a:cubicBezTo>
                    <a:pt x="20" y="34"/>
                    <a:pt x="20" y="34"/>
                    <a:pt x="20" y="34"/>
                  </a:cubicBezTo>
                  <a:cubicBezTo>
                    <a:pt x="20" y="34"/>
                    <a:pt x="20" y="34"/>
                    <a:pt x="20" y="34"/>
                  </a:cubicBezTo>
                  <a:cubicBezTo>
                    <a:pt x="21" y="35"/>
                    <a:pt x="22" y="36"/>
                    <a:pt x="22" y="37"/>
                  </a:cubicBezTo>
                  <a:cubicBezTo>
                    <a:pt x="22" y="37"/>
                    <a:pt x="22" y="37"/>
                    <a:pt x="22" y="37"/>
                  </a:cubicBezTo>
                  <a:cubicBezTo>
                    <a:pt x="23" y="37"/>
                    <a:pt x="23" y="37"/>
                    <a:pt x="23" y="37"/>
                  </a:cubicBezTo>
                  <a:cubicBezTo>
                    <a:pt x="23" y="37"/>
                    <a:pt x="23" y="37"/>
                    <a:pt x="23" y="37"/>
                  </a:cubicBezTo>
                  <a:cubicBezTo>
                    <a:pt x="23" y="36"/>
                    <a:pt x="22" y="34"/>
                    <a:pt x="21" y="34"/>
                  </a:cubicBezTo>
                  <a:moveTo>
                    <a:pt x="26" y="23"/>
                  </a:moveTo>
                  <a:cubicBezTo>
                    <a:pt x="26" y="20"/>
                    <a:pt x="26" y="20"/>
                    <a:pt x="26" y="20"/>
                  </a:cubicBezTo>
                  <a:cubicBezTo>
                    <a:pt x="27" y="19"/>
                    <a:pt x="27" y="19"/>
                    <a:pt x="27" y="19"/>
                  </a:cubicBezTo>
                  <a:cubicBezTo>
                    <a:pt x="26" y="19"/>
                    <a:pt x="26" y="19"/>
                    <a:pt x="26" y="19"/>
                  </a:cubicBezTo>
                  <a:cubicBezTo>
                    <a:pt x="26" y="20"/>
                    <a:pt x="26" y="20"/>
                    <a:pt x="26" y="20"/>
                  </a:cubicBezTo>
                  <a:cubicBezTo>
                    <a:pt x="25" y="20"/>
                    <a:pt x="25" y="20"/>
                    <a:pt x="25" y="20"/>
                  </a:cubicBezTo>
                  <a:cubicBezTo>
                    <a:pt x="25" y="20"/>
                    <a:pt x="25" y="20"/>
                    <a:pt x="25" y="20"/>
                  </a:cubicBezTo>
                  <a:cubicBezTo>
                    <a:pt x="25" y="22"/>
                    <a:pt x="25" y="22"/>
                    <a:pt x="25" y="22"/>
                  </a:cubicBezTo>
                  <a:lnTo>
                    <a:pt x="26" y="23"/>
                  </a:lnTo>
                  <a:close/>
                  <a:moveTo>
                    <a:pt x="23" y="73"/>
                  </a:moveTo>
                  <a:cubicBezTo>
                    <a:pt x="23" y="73"/>
                    <a:pt x="23" y="73"/>
                    <a:pt x="23" y="73"/>
                  </a:cubicBezTo>
                  <a:cubicBezTo>
                    <a:pt x="23" y="74"/>
                    <a:pt x="23" y="74"/>
                    <a:pt x="23" y="74"/>
                  </a:cubicBezTo>
                  <a:cubicBezTo>
                    <a:pt x="23" y="74"/>
                    <a:pt x="23" y="74"/>
                    <a:pt x="23" y="74"/>
                  </a:cubicBezTo>
                  <a:cubicBezTo>
                    <a:pt x="23" y="74"/>
                    <a:pt x="23" y="74"/>
                    <a:pt x="23" y="74"/>
                  </a:cubicBezTo>
                  <a:cubicBezTo>
                    <a:pt x="23" y="74"/>
                    <a:pt x="23" y="74"/>
                    <a:pt x="23" y="74"/>
                  </a:cubicBezTo>
                  <a:cubicBezTo>
                    <a:pt x="24" y="74"/>
                    <a:pt x="24" y="74"/>
                    <a:pt x="24" y="74"/>
                  </a:cubicBezTo>
                  <a:cubicBezTo>
                    <a:pt x="25" y="75"/>
                    <a:pt x="25" y="75"/>
                    <a:pt x="25" y="75"/>
                  </a:cubicBezTo>
                  <a:cubicBezTo>
                    <a:pt x="25" y="75"/>
                    <a:pt x="26" y="77"/>
                    <a:pt x="27" y="78"/>
                  </a:cubicBezTo>
                  <a:cubicBezTo>
                    <a:pt x="28" y="79"/>
                    <a:pt x="28" y="79"/>
                    <a:pt x="28" y="79"/>
                  </a:cubicBezTo>
                  <a:cubicBezTo>
                    <a:pt x="28" y="79"/>
                    <a:pt x="28" y="79"/>
                    <a:pt x="28" y="79"/>
                  </a:cubicBezTo>
                  <a:cubicBezTo>
                    <a:pt x="29" y="79"/>
                    <a:pt x="29" y="79"/>
                    <a:pt x="29" y="79"/>
                  </a:cubicBezTo>
                  <a:cubicBezTo>
                    <a:pt x="28" y="78"/>
                    <a:pt x="28" y="78"/>
                    <a:pt x="28" y="78"/>
                  </a:cubicBezTo>
                  <a:cubicBezTo>
                    <a:pt x="27" y="77"/>
                    <a:pt x="27" y="77"/>
                    <a:pt x="27" y="77"/>
                  </a:cubicBezTo>
                  <a:cubicBezTo>
                    <a:pt x="25" y="74"/>
                    <a:pt x="25" y="74"/>
                    <a:pt x="25" y="74"/>
                  </a:cubicBezTo>
                  <a:cubicBezTo>
                    <a:pt x="24" y="73"/>
                    <a:pt x="24" y="73"/>
                    <a:pt x="24" y="73"/>
                  </a:cubicBezTo>
                  <a:cubicBezTo>
                    <a:pt x="25" y="72"/>
                    <a:pt x="25" y="72"/>
                    <a:pt x="25" y="72"/>
                  </a:cubicBezTo>
                  <a:cubicBezTo>
                    <a:pt x="24" y="72"/>
                    <a:pt x="24" y="72"/>
                    <a:pt x="24" y="72"/>
                  </a:cubicBezTo>
                  <a:cubicBezTo>
                    <a:pt x="24" y="72"/>
                    <a:pt x="24" y="72"/>
                    <a:pt x="23"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3" name="Freeform 33">
              <a:extLst>
                <a:ext uri="{FF2B5EF4-FFF2-40B4-BE49-F238E27FC236}">
                  <a16:creationId xmlns:a16="http://schemas.microsoft.com/office/drawing/2014/main" id="{43BD51B2-D931-4282-9E28-59CA7BA33313}"/>
                </a:ext>
              </a:extLst>
            </p:cNvPr>
            <p:cNvSpPr>
              <a:spLocks noEditPoints="1"/>
            </p:cNvSpPr>
            <p:nvPr/>
          </p:nvSpPr>
          <p:spPr bwMode="auto">
            <a:xfrm>
              <a:off x="6288088" y="2517775"/>
              <a:ext cx="104775" cy="215900"/>
            </a:xfrm>
            <a:custGeom>
              <a:avLst/>
              <a:gdLst>
                <a:gd name="T0" fmla="*/ 4 w 48"/>
                <a:gd name="T1" fmla="*/ 10 h 100"/>
                <a:gd name="T2" fmla="*/ 10 w 48"/>
                <a:gd name="T3" fmla="*/ 26 h 100"/>
                <a:gd name="T4" fmla="*/ 14 w 48"/>
                <a:gd name="T5" fmla="*/ 21 h 100"/>
                <a:gd name="T6" fmla="*/ 28 w 48"/>
                <a:gd name="T7" fmla="*/ 13 h 100"/>
                <a:gd name="T8" fmla="*/ 43 w 48"/>
                <a:gd name="T9" fmla="*/ 6 h 100"/>
                <a:gd name="T10" fmla="*/ 47 w 48"/>
                <a:gd name="T11" fmla="*/ 43 h 100"/>
                <a:gd name="T12" fmla="*/ 42 w 48"/>
                <a:gd name="T13" fmla="*/ 38 h 100"/>
                <a:gd name="T14" fmla="*/ 41 w 48"/>
                <a:gd name="T15" fmla="*/ 79 h 100"/>
                <a:gd name="T16" fmla="*/ 38 w 48"/>
                <a:gd name="T17" fmla="*/ 87 h 100"/>
                <a:gd name="T18" fmla="*/ 18 w 48"/>
                <a:gd name="T19" fmla="*/ 83 h 100"/>
                <a:gd name="T20" fmla="*/ 20 w 48"/>
                <a:gd name="T21" fmla="*/ 52 h 100"/>
                <a:gd name="T22" fmla="*/ 10 w 48"/>
                <a:gd name="T23" fmla="*/ 61 h 100"/>
                <a:gd name="T24" fmla="*/ 9 w 48"/>
                <a:gd name="T25" fmla="*/ 49 h 100"/>
                <a:gd name="T26" fmla="*/ 5 w 48"/>
                <a:gd name="T27" fmla="*/ 30 h 100"/>
                <a:gd name="T28" fmla="*/ 0 w 48"/>
                <a:gd name="T29" fmla="*/ 12 h 100"/>
                <a:gd name="T30" fmla="*/ 6 w 48"/>
                <a:gd name="T31" fmla="*/ 13 h 100"/>
                <a:gd name="T32" fmla="*/ 19 w 48"/>
                <a:gd name="T33" fmla="*/ 20 h 100"/>
                <a:gd name="T34" fmla="*/ 21 w 48"/>
                <a:gd name="T35" fmla="*/ 19 h 100"/>
                <a:gd name="T36" fmla="*/ 22 w 48"/>
                <a:gd name="T37" fmla="*/ 14 h 100"/>
                <a:gd name="T38" fmla="*/ 11 w 48"/>
                <a:gd name="T39" fmla="*/ 36 h 100"/>
                <a:gd name="T40" fmla="*/ 29 w 48"/>
                <a:gd name="T41" fmla="*/ 26 h 100"/>
                <a:gd name="T42" fmla="*/ 30 w 48"/>
                <a:gd name="T43" fmla="*/ 22 h 100"/>
                <a:gd name="T44" fmla="*/ 38 w 48"/>
                <a:gd name="T45" fmla="*/ 7 h 100"/>
                <a:gd name="T46" fmla="*/ 26 w 48"/>
                <a:gd name="T47" fmla="*/ 41 h 100"/>
                <a:gd name="T48" fmla="*/ 29 w 48"/>
                <a:gd name="T49" fmla="*/ 42 h 100"/>
                <a:gd name="T50" fmla="*/ 34 w 48"/>
                <a:gd name="T51" fmla="*/ 42 h 100"/>
                <a:gd name="T52" fmla="*/ 37 w 48"/>
                <a:gd name="T53" fmla="*/ 44 h 100"/>
                <a:gd name="T54" fmla="*/ 37 w 48"/>
                <a:gd name="T55" fmla="*/ 38 h 100"/>
                <a:gd name="T56" fmla="*/ 39 w 48"/>
                <a:gd name="T57" fmla="*/ 34 h 100"/>
                <a:gd name="T58" fmla="*/ 38 w 48"/>
                <a:gd name="T59" fmla="*/ 23 h 100"/>
                <a:gd name="T60" fmla="*/ 47 w 48"/>
                <a:gd name="T61" fmla="*/ 14 h 100"/>
                <a:gd name="T62" fmla="*/ 42 w 48"/>
                <a:gd name="T63" fmla="*/ 29 h 100"/>
                <a:gd name="T64" fmla="*/ 45 w 48"/>
                <a:gd name="T65" fmla="*/ 51 h 100"/>
                <a:gd name="T66" fmla="*/ 46 w 48"/>
                <a:gd name="T67" fmla="*/ 43 h 100"/>
                <a:gd name="T68" fmla="*/ 40 w 48"/>
                <a:gd name="T69" fmla="*/ 34 h 100"/>
                <a:gd name="T70" fmla="*/ 18 w 48"/>
                <a:gd name="T71" fmla="*/ 78 h 100"/>
                <a:gd name="T72" fmla="*/ 18 w 48"/>
                <a:gd name="T73" fmla="*/ 82 h 100"/>
                <a:gd name="T74" fmla="*/ 29 w 48"/>
                <a:gd name="T75" fmla="*/ 64 h 100"/>
                <a:gd name="T76" fmla="*/ 30 w 48"/>
                <a:gd name="T77" fmla="*/ 59 h 100"/>
                <a:gd name="T78" fmla="*/ 37 w 48"/>
                <a:gd name="T79" fmla="*/ 96 h 100"/>
                <a:gd name="T80" fmla="*/ 42 w 48"/>
                <a:gd name="T81" fmla="*/ 98 h 100"/>
                <a:gd name="T82" fmla="*/ 40 w 48"/>
                <a:gd name="T83" fmla="*/ 77 h 100"/>
                <a:gd name="T84" fmla="*/ 40 w 48"/>
                <a:gd name="T85" fmla="*/ 38 h 100"/>
                <a:gd name="T86" fmla="*/ 29 w 48"/>
                <a:gd name="T87" fmla="*/ 49 h 100"/>
                <a:gd name="T88" fmla="*/ 8 w 48"/>
                <a:gd name="T89" fmla="*/ 47 h 100"/>
                <a:gd name="T90" fmla="*/ 11 w 48"/>
                <a:gd name="T91" fmla="*/ 52 h 100"/>
                <a:gd name="T92" fmla="*/ 9 w 48"/>
                <a:gd name="T93" fmla="*/ 57 h 100"/>
                <a:gd name="T94" fmla="*/ 20 w 48"/>
                <a:gd name="T95" fmla="*/ 48 h 100"/>
                <a:gd name="T96" fmla="*/ 28 w 48"/>
                <a:gd name="T97" fmla="*/ 41 h 100"/>
                <a:gd name="T98" fmla="*/ 36 w 48"/>
                <a:gd name="T99" fmla="*/ 31 h 100"/>
                <a:gd name="T100" fmla="*/ 36 w 48"/>
                <a:gd name="T101" fmla="*/ 20 h 100"/>
                <a:gd name="T102" fmla="*/ 20 w 48"/>
                <a:gd name="T103" fmla="*/ 34 h 100"/>
                <a:gd name="T104" fmla="*/ 17 w 48"/>
                <a:gd name="T105" fmla="*/ 35 h 100"/>
                <a:gd name="T106" fmla="*/ 10 w 48"/>
                <a:gd name="T107" fmla="*/ 26 h 100"/>
                <a:gd name="T108" fmla="*/ 1 w 48"/>
                <a:gd name="T109" fmla="*/ 27 h 100"/>
                <a:gd name="T110" fmla="*/ 5 w 48"/>
                <a:gd name="T111" fmla="*/ 18 h 100"/>
                <a:gd name="T112" fmla="*/ 2 w 48"/>
                <a:gd name="T113" fmla="*/ 13 h 100"/>
                <a:gd name="T114" fmla="*/ 28 w 48"/>
                <a:gd name="T115" fmla="*/ 56 h 100"/>
                <a:gd name="T116" fmla="*/ 39 w 48"/>
                <a:gd name="T117" fmla="*/ 85 h 100"/>
                <a:gd name="T118" fmla="*/ 33 w 48"/>
                <a:gd name="T119" fmla="*/ 23 h 100"/>
                <a:gd name="T120" fmla="*/ 23 w 48"/>
                <a:gd name="T121" fmla="*/ 23 h 100"/>
                <a:gd name="T122" fmla="*/ 24 w 48"/>
                <a:gd name="T123" fmla="*/ 7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 h="100">
                  <a:moveTo>
                    <a:pt x="35" y="22"/>
                  </a:moveTo>
                  <a:cubicBezTo>
                    <a:pt x="35" y="22"/>
                    <a:pt x="35" y="22"/>
                    <a:pt x="35" y="22"/>
                  </a:cubicBezTo>
                  <a:close/>
                  <a:moveTo>
                    <a:pt x="37" y="71"/>
                  </a:moveTo>
                  <a:cubicBezTo>
                    <a:pt x="37" y="72"/>
                    <a:pt x="37" y="72"/>
                    <a:pt x="37" y="72"/>
                  </a:cubicBezTo>
                  <a:cubicBezTo>
                    <a:pt x="37" y="73"/>
                    <a:pt x="37" y="73"/>
                    <a:pt x="37" y="73"/>
                  </a:cubicBezTo>
                  <a:cubicBezTo>
                    <a:pt x="37" y="73"/>
                    <a:pt x="37" y="73"/>
                    <a:pt x="37" y="73"/>
                  </a:cubicBezTo>
                  <a:cubicBezTo>
                    <a:pt x="37" y="72"/>
                    <a:pt x="37" y="72"/>
                    <a:pt x="37" y="72"/>
                  </a:cubicBezTo>
                  <a:cubicBezTo>
                    <a:pt x="37" y="71"/>
                    <a:pt x="37" y="71"/>
                    <a:pt x="37" y="71"/>
                  </a:cubicBezTo>
                  <a:close/>
                  <a:moveTo>
                    <a:pt x="0" y="12"/>
                  </a:moveTo>
                  <a:cubicBezTo>
                    <a:pt x="0" y="12"/>
                    <a:pt x="0" y="12"/>
                    <a:pt x="0" y="12"/>
                  </a:cubicBezTo>
                  <a:cubicBezTo>
                    <a:pt x="0" y="12"/>
                    <a:pt x="0" y="12"/>
                    <a:pt x="0" y="12"/>
                  </a:cubicBezTo>
                  <a:cubicBezTo>
                    <a:pt x="1" y="12"/>
                    <a:pt x="1" y="12"/>
                    <a:pt x="1" y="12"/>
                  </a:cubicBezTo>
                  <a:cubicBezTo>
                    <a:pt x="2" y="13"/>
                    <a:pt x="2" y="13"/>
                    <a:pt x="2" y="13"/>
                  </a:cubicBezTo>
                  <a:cubicBezTo>
                    <a:pt x="2" y="13"/>
                    <a:pt x="2" y="13"/>
                    <a:pt x="2" y="13"/>
                  </a:cubicBezTo>
                  <a:cubicBezTo>
                    <a:pt x="2" y="13"/>
                    <a:pt x="2" y="13"/>
                    <a:pt x="2" y="13"/>
                  </a:cubicBezTo>
                  <a:cubicBezTo>
                    <a:pt x="3" y="14"/>
                    <a:pt x="3" y="14"/>
                    <a:pt x="3" y="14"/>
                  </a:cubicBezTo>
                  <a:cubicBezTo>
                    <a:pt x="3" y="14"/>
                    <a:pt x="3" y="14"/>
                    <a:pt x="3" y="14"/>
                  </a:cubicBezTo>
                  <a:cubicBezTo>
                    <a:pt x="3" y="14"/>
                    <a:pt x="3" y="14"/>
                    <a:pt x="3" y="14"/>
                  </a:cubicBezTo>
                  <a:cubicBezTo>
                    <a:pt x="4" y="12"/>
                    <a:pt x="4" y="12"/>
                    <a:pt x="4" y="12"/>
                  </a:cubicBezTo>
                  <a:cubicBezTo>
                    <a:pt x="4" y="12"/>
                    <a:pt x="4" y="12"/>
                    <a:pt x="4" y="12"/>
                  </a:cubicBezTo>
                  <a:cubicBezTo>
                    <a:pt x="4" y="12"/>
                    <a:pt x="4" y="12"/>
                    <a:pt x="4" y="12"/>
                  </a:cubicBezTo>
                  <a:cubicBezTo>
                    <a:pt x="4" y="11"/>
                    <a:pt x="3" y="10"/>
                    <a:pt x="3" y="10"/>
                  </a:cubicBezTo>
                  <a:cubicBezTo>
                    <a:pt x="3" y="10"/>
                    <a:pt x="3" y="10"/>
                    <a:pt x="3" y="10"/>
                  </a:cubicBezTo>
                  <a:cubicBezTo>
                    <a:pt x="4" y="10"/>
                    <a:pt x="4" y="10"/>
                    <a:pt x="4" y="10"/>
                  </a:cubicBezTo>
                  <a:cubicBezTo>
                    <a:pt x="4" y="10"/>
                    <a:pt x="4" y="10"/>
                    <a:pt x="4" y="10"/>
                  </a:cubicBezTo>
                  <a:cubicBezTo>
                    <a:pt x="5" y="10"/>
                    <a:pt x="5" y="11"/>
                    <a:pt x="5" y="12"/>
                  </a:cubicBezTo>
                  <a:cubicBezTo>
                    <a:pt x="5" y="12"/>
                    <a:pt x="5" y="12"/>
                    <a:pt x="5" y="12"/>
                  </a:cubicBezTo>
                  <a:cubicBezTo>
                    <a:pt x="6" y="13"/>
                    <a:pt x="6" y="13"/>
                    <a:pt x="6" y="13"/>
                  </a:cubicBezTo>
                  <a:cubicBezTo>
                    <a:pt x="6" y="12"/>
                    <a:pt x="6" y="12"/>
                    <a:pt x="6" y="12"/>
                  </a:cubicBezTo>
                  <a:cubicBezTo>
                    <a:pt x="6" y="12"/>
                    <a:pt x="6" y="12"/>
                    <a:pt x="6" y="12"/>
                  </a:cubicBezTo>
                  <a:cubicBezTo>
                    <a:pt x="6" y="11"/>
                    <a:pt x="6" y="11"/>
                    <a:pt x="6" y="11"/>
                  </a:cubicBezTo>
                  <a:cubicBezTo>
                    <a:pt x="6" y="11"/>
                    <a:pt x="6" y="11"/>
                    <a:pt x="6" y="11"/>
                  </a:cubicBezTo>
                  <a:cubicBezTo>
                    <a:pt x="6" y="11"/>
                    <a:pt x="6" y="11"/>
                    <a:pt x="6" y="11"/>
                  </a:cubicBezTo>
                  <a:cubicBezTo>
                    <a:pt x="6" y="11"/>
                    <a:pt x="6" y="11"/>
                    <a:pt x="6" y="11"/>
                  </a:cubicBezTo>
                  <a:cubicBezTo>
                    <a:pt x="7" y="13"/>
                    <a:pt x="7" y="13"/>
                    <a:pt x="7" y="13"/>
                  </a:cubicBezTo>
                  <a:cubicBezTo>
                    <a:pt x="7" y="13"/>
                    <a:pt x="7" y="13"/>
                    <a:pt x="7" y="13"/>
                  </a:cubicBezTo>
                  <a:cubicBezTo>
                    <a:pt x="8" y="15"/>
                    <a:pt x="8" y="15"/>
                    <a:pt x="8" y="15"/>
                  </a:cubicBezTo>
                  <a:cubicBezTo>
                    <a:pt x="8" y="15"/>
                    <a:pt x="8" y="15"/>
                    <a:pt x="8" y="15"/>
                  </a:cubicBezTo>
                  <a:cubicBezTo>
                    <a:pt x="8" y="16"/>
                    <a:pt x="7" y="17"/>
                    <a:pt x="6" y="17"/>
                  </a:cubicBezTo>
                  <a:cubicBezTo>
                    <a:pt x="6" y="18"/>
                    <a:pt x="6" y="19"/>
                    <a:pt x="6" y="20"/>
                  </a:cubicBezTo>
                  <a:cubicBezTo>
                    <a:pt x="6" y="21"/>
                    <a:pt x="6" y="21"/>
                    <a:pt x="6" y="21"/>
                  </a:cubicBezTo>
                  <a:cubicBezTo>
                    <a:pt x="6" y="22"/>
                    <a:pt x="6" y="24"/>
                    <a:pt x="7" y="25"/>
                  </a:cubicBezTo>
                  <a:cubicBezTo>
                    <a:pt x="7" y="27"/>
                    <a:pt x="7" y="27"/>
                    <a:pt x="7" y="27"/>
                  </a:cubicBezTo>
                  <a:cubicBezTo>
                    <a:pt x="7" y="27"/>
                    <a:pt x="7" y="27"/>
                    <a:pt x="7" y="27"/>
                  </a:cubicBezTo>
                  <a:cubicBezTo>
                    <a:pt x="8" y="28"/>
                    <a:pt x="8" y="28"/>
                    <a:pt x="8" y="28"/>
                  </a:cubicBezTo>
                  <a:cubicBezTo>
                    <a:pt x="8" y="26"/>
                    <a:pt x="10" y="25"/>
                    <a:pt x="10" y="25"/>
                  </a:cubicBezTo>
                  <a:cubicBezTo>
                    <a:pt x="10" y="25"/>
                    <a:pt x="10" y="25"/>
                    <a:pt x="10" y="25"/>
                  </a:cubicBezTo>
                  <a:cubicBezTo>
                    <a:pt x="10" y="26"/>
                    <a:pt x="10" y="26"/>
                    <a:pt x="10" y="26"/>
                  </a:cubicBezTo>
                  <a:cubicBezTo>
                    <a:pt x="10" y="26"/>
                    <a:pt x="10" y="26"/>
                    <a:pt x="10" y="26"/>
                  </a:cubicBezTo>
                  <a:cubicBezTo>
                    <a:pt x="10" y="27"/>
                    <a:pt x="11" y="28"/>
                    <a:pt x="11" y="29"/>
                  </a:cubicBezTo>
                  <a:cubicBezTo>
                    <a:pt x="11" y="30"/>
                    <a:pt x="11" y="30"/>
                    <a:pt x="12" y="31"/>
                  </a:cubicBezTo>
                  <a:cubicBezTo>
                    <a:pt x="13" y="33"/>
                    <a:pt x="13" y="33"/>
                    <a:pt x="13" y="33"/>
                  </a:cubicBezTo>
                  <a:cubicBezTo>
                    <a:pt x="13" y="32"/>
                    <a:pt x="14" y="31"/>
                    <a:pt x="14" y="30"/>
                  </a:cubicBezTo>
                  <a:cubicBezTo>
                    <a:pt x="16" y="28"/>
                    <a:pt x="18" y="27"/>
                    <a:pt x="19" y="26"/>
                  </a:cubicBezTo>
                  <a:cubicBezTo>
                    <a:pt x="20" y="25"/>
                    <a:pt x="21" y="24"/>
                    <a:pt x="21" y="23"/>
                  </a:cubicBezTo>
                  <a:cubicBezTo>
                    <a:pt x="21" y="23"/>
                    <a:pt x="21" y="23"/>
                    <a:pt x="21" y="23"/>
                  </a:cubicBezTo>
                  <a:cubicBezTo>
                    <a:pt x="21" y="22"/>
                    <a:pt x="21" y="22"/>
                    <a:pt x="21" y="22"/>
                  </a:cubicBezTo>
                  <a:cubicBezTo>
                    <a:pt x="20" y="22"/>
                    <a:pt x="20" y="22"/>
                    <a:pt x="20" y="22"/>
                  </a:cubicBezTo>
                  <a:cubicBezTo>
                    <a:pt x="19" y="22"/>
                    <a:pt x="19" y="22"/>
                    <a:pt x="19" y="22"/>
                  </a:cubicBezTo>
                  <a:cubicBezTo>
                    <a:pt x="19" y="22"/>
                    <a:pt x="18" y="23"/>
                    <a:pt x="17" y="23"/>
                  </a:cubicBezTo>
                  <a:cubicBezTo>
                    <a:pt x="17" y="23"/>
                    <a:pt x="17" y="23"/>
                    <a:pt x="17" y="23"/>
                  </a:cubicBezTo>
                  <a:cubicBezTo>
                    <a:pt x="15" y="23"/>
                    <a:pt x="15" y="23"/>
                    <a:pt x="15" y="23"/>
                  </a:cubicBezTo>
                  <a:cubicBezTo>
                    <a:pt x="15" y="23"/>
                    <a:pt x="15" y="23"/>
                    <a:pt x="15" y="23"/>
                  </a:cubicBezTo>
                  <a:cubicBezTo>
                    <a:pt x="14" y="22"/>
                    <a:pt x="14" y="22"/>
                    <a:pt x="14" y="22"/>
                  </a:cubicBezTo>
                  <a:cubicBezTo>
                    <a:pt x="14" y="22"/>
                    <a:pt x="14" y="22"/>
                    <a:pt x="14" y="22"/>
                  </a:cubicBezTo>
                  <a:cubicBezTo>
                    <a:pt x="14" y="22"/>
                    <a:pt x="14" y="22"/>
                    <a:pt x="14" y="22"/>
                  </a:cubicBezTo>
                  <a:cubicBezTo>
                    <a:pt x="13" y="22"/>
                    <a:pt x="13" y="22"/>
                    <a:pt x="13" y="22"/>
                  </a:cubicBezTo>
                  <a:cubicBezTo>
                    <a:pt x="13" y="21"/>
                    <a:pt x="13" y="21"/>
                    <a:pt x="13" y="21"/>
                  </a:cubicBezTo>
                  <a:cubicBezTo>
                    <a:pt x="14" y="21"/>
                    <a:pt x="14" y="21"/>
                    <a:pt x="14" y="21"/>
                  </a:cubicBezTo>
                  <a:cubicBezTo>
                    <a:pt x="14" y="21"/>
                    <a:pt x="14" y="21"/>
                    <a:pt x="14" y="21"/>
                  </a:cubicBezTo>
                  <a:cubicBezTo>
                    <a:pt x="14" y="21"/>
                    <a:pt x="14" y="21"/>
                    <a:pt x="14" y="21"/>
                  </a:cubicBezTo>
                  <a:cubicBezTo>
                    <a:pt x="14" y="21"/>
                    <a:pt x="14" y="21"/>
                    <a:pt x="14" y="21"/>
                  </a:cubicBezTo>
                  <a:cubicBezTo>
                    <a:pt x="16" y="21"/>
                    <a:pt x="16" y="21"/>
                    <a:pt x="16" y="21"/>
                  </a:cubicBezTo>
                  <a:cubicBezTo>
                    <a:pt x="17" y="20"/>
                    <a:pt x="17" y="20"/>
                    <a:pt x="17" y="20"/>
                  </a:cubicBezTo>
                  <a:cubicBezTo>
                    <a:pt x="17" y="19"/>
                    <a:pt x="17" y="19"/>
                    <a:pt x="17" y="19"/>
                  </a:cubicBezTo>
                  <a:cubicBezTo>
                    <a:pt x="17" y="19"/>
                    <a:pt x="17" y="19"/>
                    <a:pt x="17" y="19"/>
                  </a:cubicBezTo>
                  <a:cubicBezTo>
                    <a:pt x="16" y="18"/>
                    <a:pt x="16" y="18"/>
                    <a:pt x="16" y="18"/>
                  </a:cubicBezTo>
                  <a:cubicBezTo>
                    <a:pt x="16" y="18"/>
                    <a:pt x="16" y="18"/>
                    <a:pt x="16" y="18"/>
                  </a:cubicBezTo>
                  <a:cubicBezTo>
                    <a:pt x="14" y="19"/>
                    <a:pt x="14" y="19"/>
                    <a:pt x="14" y="19"/>
                  </a:cubicBezTo>
                  <a:cubicBezTo>
                    <a:pt x="14" y="19"/>
                    <a:pt x="14" y="19"/>
                    <a:pt x="14" y="19"/>
                  </a:cubicBezTo>
                  <a:cubicBezTo>
                    <a:pt x="14" y="19"/>
                    <a:pt x="14" y="19"/>
                    <a:pt x="14" y="19"/>
                  </a:cubicBezTo>
                  <a:cubicBezTo>
                    <a:pt x="14" y="18"/>
                    <a:pt x="14" y="18"/>
                    <a:pt x="14" y="18"/>
                  </a:cubicBezTo>
                  <a:cubicBezTo>
                    <a:pt x="14" y="17"/>
                    <a:pt x="14" y="14"/>
                    <a:pt x="16" y="14"/>
                  </a:cubicBezTo>
                  <a:cubicBezTo>
                    <a:pt x="19" y="14"/>
                    <a:pt x="19" y="14"/>
                    <a:pt x="19" y="14"/>
                  </a:cubicBezTo>
                  <a:cubicBezTo>
                    <a:pt x="19" y="14"/>
                    <a:pt x="20" y="13"/>
                    <a:pt x="21" y="13"/>
                  </a:cubicBezTo>
                  <a:cubicBezTo>
                    <a:pt x="22" y="13"/>
                    <a:pt x="23" y="13"/>
                    <a:pt x="24" y="13"/>
                  </a:cubicBezTo>
                  <a:cubicBezTo>
                    <a:pt x="24" y="13"/>
                    <a:pt x="24" y="13"/>
                    <a:pt x="24" y="13"/>
                  </a:cubicBezTo>
                  <a:cubicBezTo>
                    <a:pt x="24" y="13"/>
                    <a:pt x="24" y="13"/>
                    <a:pt x="24" y="13"/>
                  </a:cubicBezTo>
                  <a:cubicBezTo>
                    <a:pt x="26" y="13"/>
                    <a:pt x="26" y="13"/>
                    <a:pt x="26" y="13"/>
                  </a:cubicBezTo>
                  <a:cubicBezTo>
                    <a:pt x="26" y="13"/>
                    <a:pt x="26" y="13"/>
                    <a:pt x="26" y="13"/>
                  </a:cubicBezTo>
                  <a:cubicBezTo>
                    <a:pt x="27" y="13"/>
                    <a:pt x="27" y="13"/>
                    <a:pt x="27" y="13"/>
                  </a:cubicBezTo>
                  <a:cubicBezTo>
                    <a:pt x="27" y="14"/>
                    <a:pt x="27" y="14"/>
                    <a:pt x="27" y="14"/>
                  </a:cubicBezTo>
                  <a:cubicBezTo>
                    <a:pt x="27" y="14"/>
                    <a:pt x="27" y="14"/>
                    <a:pt x="27" y="14"/>
                  </a:cubicBezTo>
                  <a:cubicBezTo>
                    <a:pt x="28" y="13"/>
                    <a:pt x="28" y="13"/>
                    <a:pt x="28" y="13"/>
                  </a:cubicBezTo>
                  <a:cubicBezTo>
                    <a:pt x="28" y="12"/>
                    <a:pt x="28" y="12"/>
                    <a:pt x="28" y="12"/>
                  </a:cubicBezTo>
                  <a:cubicBezTo>
                    <a:pt x="28" y="13"/>
                    <a:pt x="28" y="13"/>
                    <a:pt x="28" y="13"/>
                  </a:cubicBezTo>
                  <a:cubicBezTo>
                    <a:pt x="29" y="15"/>
                    <a:pt x="29" y="15"/>
                    <a:pt x="29" y="15"/>
                  </a:cubicBezTo>
                  <a:cubicBezTo>
                    <a:pt x="29" y="16"/>
                    <a:pt x="29" y="16"/>
                    <a:pt x="29" y="16"/>
                  </a:cubicBezTo>
                  <a:cubicBezTo>
                    <a:pt x="29" y="16"/>
                    <a:pt x="29" y="16"/>
                    <a:pt x="29" y="16"/>
                  </a:cubicBezTo>
                  <a:cubicBezTo>
                    <a:pt x="28" y="16"/>
                    <a:pt x="28" y="16"/>
                    <a:pt x="28" y="16"/>
                  </a:cubicBezTo>
                  <a:cubicBezTo>
                    <a:pt x="28" y="16"/>
                    <a:pt x="28" y="16"/>
                    <a:pt x="28" y="16"/>
                  </a:cubicBezTo>
                  <a:cubicBezTo>
                    <a:pt x="28" y="16"/>
                    <a:pt x="29" y="17"/>
                    <a:pt x="30" y="19"/>
                  </a:cubicBezTo>
                  <a:cubicBezTo>
                    <a:pt x="31" y="18"/>
                    <a:pt x="31" y="18"/>
                    <a:pt x="31" y="18"/>
                  </a:cubicBezTo>
                  <a:cubicBezTo>
                    <a:pt x="31" y="17"/>
                    <a:pt x="32" y="16"/>
                    <a:pt x="32" y="16"/>
                  </a:cubicBezTo>
                  <a:cubicBezTo>
                    <a:pt x="32" y="15"/>
                    <a:pt x="32" y="15"/>
                    <a:pt x="32" y="15"/>
                  </a:cubicBezTo>
                  <a:cubicBezTo>
                    <a:pt x="32" y="15"/>
                    <a:pt x="32" y="15"/>
                    <a:pt x="32" y="15"/>
                  </a:cubicBezTo>
                  <a:cubicBezTo>
                    <a:pt x="33" y="16"/>
                    <a:pt x="33" y="16"/>
                    <a:pt x="33" y="16"/>
                  </a:cubicBezTo>
                  <a:cubicBezTo>
                    <a:pt x="33" y="14"/>
                    <a:pt x="34" y="11"/>
                    <a:pt x="34" y="11"/>
                  </a:cubicBezTo>
                  <a:cubicBezTo>
                    <a:pt x="34" y="10"/>
                    <a:pt x="34" y="10"/>
                    <a:pt x="34" y="10"/>
                  </a:cubicBezTo>
                  <a:cubicBezTo>
                    <a:pt x="34" y="10"/>
                    <a:pt x="34" y="10"/>
                    <a:pt x="34" y="10"/>
                  </a:cubicBezTo>
                  <a:cubicBezTo>
                    <a:pt x="35" y="12"/>
                    <a:pt x="35" y="12"/>
                    <a:pt x="35" y="12"/>
                  </a:cubicBezTo>
                  <a:cubicBezTo>
                    <a:pt x="35" y="11"/>
                    <a:pt x="35" y="9"/>
                    <a:pt x="35" y="8"/>
                  </a:cubicBezTo>
                  <a:cubicBezTo>
                    <a:pt x="35" y="4"/>
                    <a:pt x="35" y="0"/>
                    <a:pt x="35" y="0"/>
                  </a:cubicBezTo>
                  <a:cubicBezTo>
                    <a:pt x="35" y="0"/>
                    <a:pt x="35" y="0"/>
                    <a:pt x="35" y="0"/>
                  </a:cubicBezTo>
                  <a:cubicBezTo>
                    <a:pt x="35" y="0"/>
                    <a:pt x="35" y="0"/>
                    <a:pt x="35" y="0"/>
                  </a:cubicBezTo>
                  <a:cubicBezTo>
                    <a:pt x="38" y="0"/>
                    <a:pt x="40" y="6"/>
                    <a:pt x="40" y="9"/>
                  </a:cubicBezTo>
                  <a:cubicBezTo>
                    <a:pt x="40" y="9"/>
                    <a:pt x="40" y="9"/>
                    <a:pt x="40" y="9"/>
                  </a:cubicBezTo>
                  <a:cubicBezTo>
                    <a:pt x="40" y="10"/>
                    <a:pt x="40" y="10"/>
                    <a:pt x="40" y="10"/>
                  </a:cubicBezTo>
                  <a:cubicBezTo>
                    <a:pt x="40" y="11"/>
                    <a:pt x="40" y="11"/>
                    <a:pt x="40" y="11"/>
                  </a:cubicBezTo>
                  <a:cubicBezTo>
                    <a:pt x="41" y="10"/>
                    <a:pt x="42" y="8"/>
                    <a:pt x="43" y="6"/>
                  </a:cubicBezTo>
                  <a:cubicBezTo>
                    <a:pt x="45" y="4"/>
                    <a:pt x="46" y="2"/>
                    <a:pt x="46" y="2"/>
                  </a:cubicBezTo>
                  <a:cubicBezTo>
                    <a:pt x="46" y="1"/>
                    <a:pt x="46" y="1"/>
                    <a:pt x="46" y="1"/>
                  </a:cubicBezTo>
                  <a:cubicBezTo>
                    <a:pt x="46" y="2"/>
                    <a:pt x="46" y="2"/>
                    <a:pt x="46" y="2"/>
                  </a:cubicBezTo>
                  <a:cubicBezTo>
                    <a:pt x="47" y="3"/>
                    <a:pt x="48" y="4"/>
                    <a:pt x="48" y="5"/>
                  </a:cubicBezTo>
                  <a:cubicBezTo>
                    <a:pt x="47" y="9"/>
                    <a:pt x="45" y="13"/>
                    <a:pt x="44" y="15"/>
                  </a:cubicBezTo>
                  <a:cubicBezTo>
                    <a:pt x="45" y="14"/>
                    <a:pt x="47" y="12"/>
                    <a:pt x="47" y="12"/>
                  </a:cubicBezTo>
                  <a:cubicBezTo>
                    <a:pt x="47" y="12"/>
                    <a:pt x="47" y="12"/>
                    <a:pt x="47" y="12"/>
                  </a:cubicBezTo>
                  <a:cubicBezTo>
                    <a:pt x="47" y="12"/>
                    <a:pt x="47" y="12"/>
                    <a:pt x="47" y="12"/>
                  </a:cubicBezTo>
                  <a:cubicBezTo>
                    <a:pt x="48" y="14"/>
                    <a:pt x="48" y="14"/>
                    <a:pt x="48" y="14"/>
                  </a:cubicBezTo>
                  <a:cubicBezTo>
                    <a:pt x="48" y="17"/>
                    <a:pt x="45" y="20"/>
                    <a:pt x="44" y="21"/>
                  </a:cubicBezTo>
                  <a:cubicBezTo>
                    <a:pt x="45" y="21"/>
                    <a:pt x="47" y="20"/>
                    <a:pt x="47" y="20"/>
                  </a:cubicBezTo>
                  <a:cubicBezTo>
                    <a:pt x="47" y="20"/>
                    <a:pt x="47" y="20"/>
                    <a:pt x="47" y="20"/>
                  </a:cubicBezTo>
                  <a:cubicBezTo>
                    <a:pt x="47" y="21"/>
                    <a:pt x="47" y="21"/>
                    <a:pt x="47" y="21"/>
                  </a:cubicBezTo>
                  <a:cubicBezTo>
                    <a:pt x="47" y="21"/>
                    <a:pt x="47" y="21"/>
                    <a:pt x="47" y="21"/>
                  </a:cubicBezTo>
                  <a:cubicBezTo>
                    <a:pt x="47" y="24"/>
                    <a:pt x="44" y="27"/>
                    <a:pt x="43" y="28"/>
                  </a:cubicBezTo>
                  <a:cubicBezTo>
                    <a:pt x="45" y="28"/>
                    <a:pt x="46" y="29"/>
                    <a:pt x="46" y="29"/>
                  </a:cubicBezTo>
                  <a:cubicBezTo>
                    <a:pt x="46" y="29"/>
                    <a:pt x="46" y="29"/>
                    <a:pt x="46" y="29"/>
                  </a:cubicBezTo>
                  <a:cubicBezTo>
                    <a:pt x="46" y="29"/>
                    <a:pt x="46" y="29"/>
                    <a:pt x="46" y="29"/>
                  </a:cubicBezTo>
                  <a:cubicBezTo>
                    <a:pt x="45" y="31"/>
                    <a:pt x="44" y="32"/>
                    <a:pt x="43" y="33"/>
                  </a:cubicBezTo>
                  <a:cubicBezTo>
                    <a:pt x="43" y="33"/>
                    <a:pt x="43" y="33"/>
                    <a:pt x="43" y="33"/>
                  </a:cubicBezTo>
                  <a:cubicBezTo>
                    <a:pt x="43" y="33"/>
                    <a:pt x="43" y="33"/>
                    <a:pt x="43" y="33"/>
                  </a:cubicBezTo>
                  <a:cubicBezTo>
                    <a:pt x="46" y="33"/>
                    <a:pt x="48" y="35"/>
                    <a:pt x="48" y="38"/>
                  </a:cubicBezTo>
                  <a:cubicBezTo>
                    <a:pt x="48" y="38"/>
                    <a:pt x="48" y="38"/>
                    <a:pt x="48" y="38"/>
                  </a:cubicBezTo>
                  <a:cubicBezTo>
                    <a:pt x="48" y="41"/>
                    <a:pt x="47" y="42"/>
                    <a:pt x="47" y="43"/>
                  </a:cubicBezTo>
                  <a:cubicBezTo>
                    <a:pt x="47" y="43"/>
                    <a:pt x="47" y="43"/>
                    <a:pt x="47" y="43"/>
                  </a:cubicBezTo>
                  <a:cubicBezTo>
                    <a:pt x="47" y="44"/>
                    <a:pt x="48" y="44"/>
                    <a:pt x="48" y="48"/>
                  </a:cubicBezTo>
                  <a:cubicBezTo>
                    <a:pt x="48" y="49"/>
                    <a:pt x="48" y="49"/>
                    <a:pt x="48" y="49"/>
                  </a:cubicBezTo>
                  <a:cubicBezTo>
                    <a:pt x="48" y="51"/>
                    <a:pt x="46" y="51"/>
                    <a:pt x="45" y="51"/>
                  </a:cubicBezTo>
                  <a:cubicBezTo>
                    <a:pt x="45" y="51"/>
                    <a:pt x="45" y="51"/>
                    <a:pt x="45" y="51"/>
                  </a:cubicBezTo>
                  <a:cubicBezTo>
                    <a:pt x="44" y="51"/>
                    <a:pt x="44" y="51"/>
                    <a:pt x="44" y="51"/>
                  </a:cubicBezTo>
                  <a:cubicBezTo>
                    <a:pt x="44" y="51"/>
                    <a:pt x="44" y="51"/>
                    <a:pt x="44" y="51"/>
                  </a:cubicBezTo>
                  <a:cubicBezTo>
                    <a:pt x="44" y="51"/>
                    <a:pt x="44" y="51"/>
                    <a:pt x="44" y="51"/>
                  </a:cubicBezTo>
                  <a:cubicBezTo>
                    <a:pt x="45" y="51"/>
                    <a:pt x="45" y="49"/>
                    <a:pt x="45" y="48"/>
                  </a:cubicBezTo>
                  <a:cubicBezTo>
                    <a:pt x="45" y="48"/>
                    <a:pt x="45" y="48"/>
                    <a:pt x="45" y="48"/>
                  </a:cubicBezTo>
                  <a:cubicBezTo>
                    <a:pt x="46" y="47"/>
                    <a:pt x="43" y="45"/>
                    <a:pt x="43" y="43"/>
                  </a:cubicBezTo>
                  <a:cubicBezTo>
                    <a:pt x="42" y="42"/>
                    <a:pt x="42" y="42"/>
                    <a:pt x="42" y="42"/>
                  </a:cubicBezTo>
                  <a:cubicBezTo>
                    <a:pt x="42" y="40"/>
                    <a:pt x="45" y="39"/>
                    <a:pt x="45" y="39"/>
                  </a:cubicBezTo>
                  <a:cubicBezTo>
                    <a:pt x="46" y="38"/>
                    <a:pt x="46" y="38"/>
                    <a:pt x="46" y="38"/>
                  </a:cubicBezTo>
                  <a:cubicBezTo>
                    <a:pt x="46" y="38"/>
                    <a:pt x="46" y="38"/>
                    <a:pt x="46" y="38"/>
                  </a:cubicBezTo>
                  <a:cubicBezTo>
                    <a:pt x="46" y="36"/>
                    <a:pt x="44" y="36"/>
                    <a:pt x="44" y="36"/>
                  </a:cubicBezTo>
                  <a:cubicBezTo>
                    <a:pt x="44" y="36"/>
                    <a:pt x="44" y="36"/>
                    <a:pt x="44" y="36"/>
                  </a:cubicBezTo>
                  <a:cubicBezTo>
                    <a:pt x="43" y="36"/>
                    <a:pt x="43" y="36"/>
                    <a:pt x="43" y="36"/>
                  </a:cubicBezTo>
                  <a:cubicBezTo>
                    <a:pt x="43" y="36"/>
                    <a:pt x="43" y="36"/>
                    <a:pt x="43" y="36"/>
                  </a:cubicBezTo>
                  <a:cubicBezTo>
                    <a:pt x="43" y="36"/>
                    <a:pt x="43" y="36"/>
                    <a:pt x="43" y="36"/>
                  </a:cubicBezTo>
                  <a:cubicBezTo>
                    <a:pt x="43" y="36"/>
                    <a:pt x="43" y="36"/>
                    <a:pt x="43" y="36"/>
                  </a:cubicBezTo>
                  <a:cubicBezTo>
                    <a:pt x="41" y="36"/>
                    <a:pt x="41" y="36"/>
                    <a:pt x="41" y="36"/>
                  </a:cubicBezTo>
                  <a:cubicBezTo>
                    <a:pt x="42" y="37"/>
                    <a:pt x="42" y="37"/>
                    <a:pt x="42" y="37"/>
                  </a:cubicBezTo>
                  <a:cubicBezTo>
                    <a:pt x="42" y="38"/>
                    <a:pt x="42" y="38"/>
                    <a:pt x="42" y="38"/>
                  </a:cubicBezTo>
                  <a:cubicBezTo>
                    <a:pt x="41" y="38"/>
                    <a:pt x="41" y="38"/>
                    <a:pt x="41" y="38"/>
                  </a:cubicBezTo>
                  <a:cubicBezTo>
                    <a:pt x="40" y="38"/>
                    <a:pt x="40" y="38"/>
                    <a:pt x="40" y="38"/>
                  </a:cubicBezTo>
                  <a:cubicBezTo>
                    <a:pt x="40" y="39"/>
                    <a:pt x="40" y="40"/>
                    <a:pt x="40" y="41"/>
                  </a:cubicBezTo>
                  <a:cubicBezTo>
                    <a:pt x="40" y="41"/>
                    <a:pt x="40" y="41"/>
                    <a:pt x="40" y="41"/>
                  </a:cubicBezTo>
                  <a:cubicBezTo>
                    <a:pt x="40" y="48"/>
                    <a:pt x="47" y="54"/>
                    <a:pt x="47" y="59"/>
                  </a:cubicBezTo>
                  <a:cubicBezTo>
                    <a:pt x="47" y="62"/>
                    <a:pt x="44" y="65"/>
                    <a:pt x="43" y="66"/>
                  </a:cubicBezTo>
                  <a:cubicBezTo>
                    <a:pt x="44" y="68"/>
                    <a:pt x="44" y="68"/>
                    <a:pt x="44" y="68"/>
                  </a:cubicBezTo>
                  <a:cubicBezTo>
                    <a:pt x="45" y="68"/>
                    <a:pt x="45" y="68"/>
                    <a:pt x="45" y="68"/>
                  </a:cubicBezTo>
                  <a:cubicBezTo>
                    <a:pt x="43" y="69"/>
                    <a:pt x="43" y="69"/>
                    <a:pt x="43" y="69"/>
                  </a:cubicBezTo>
                  <a:cubicBezTo>
                    <a:pt x="44" y="70"/>
                    <a:pt x="44" y="70"/>
                    <a:pt x="44" y="70"/>
                  </a:cubicBezTo>
                  <a:cubicBezTo>
                    <a:pt x="43" y="70"/>
                    <a:pt x="43" y="70"/>
                    <a:pt x="43" y="70"/>
                  </a:cubicBezTo>
                  <a:cubicBezTo>
                    <a:pt x="43" y="71"/>
                    <a:pt x="43" y="71"/>
                    <a:pt x="43" y="71"/>
                  </a:cubicBezTo>
                  <a:cubicBezTo>
                    <a:pt x="43" y="72"/>
                    <a:pt x="43" y="72"/>
                    <a:pt x="43" y="72"/>
                  </a:cubicBezTo>
                  <a:cubicBezTo>
                    <a:pt x="42" y="72"/>
                    <a:pt x="42" y="72"/>
                    <a:pt x="42" y="72"/>
                  </a:cubicBezTo>
                  <a:cubicBezTo>
                    <a:pt x="43" y="73"/>
                    <a:pt x="43" y="73"/>
                    <a:pt x="43" y="73"/>
                  </a:cubicBezTo>
                  <a:cubicBezTo>
                    <a:pt x="43" y="73"/>
                    <a:pt x="43" y="73"/>
                    <a:pt x="43" y="73"/>
                  </a:cubicBezTo>
                  <a:cubicBezTo>
                    <a:pt x="42" y="73"/>
                    <a:pt x="42" y="73"/>
                    <a:pt x="42" y="73"/>
                  </a:cubicBezTo>
                  <a:cubicBezTo>
                    <a:pt x="42" y="74"/>
                    <a:pt x="42" y="74"/>
                    <a:pt x="42" y="74"/>
                  </a:cubicBezTo>
                  <a:cubicBezTo>
                    <a:pt x="42" y="75"/>
                    <a:pt x="42" y="75"/>
                    <a:pt x="42" y="75"/>
                  </a:cubicBezTo>
                  <a:cubicBezTo>
                    <a:pt x="41" y="75"/>
                    <a:pt x="41" y="75"/>
                    <a:pt x="41" y="75"/>
                  </a:cubicBezTo>
                  <a:cubicBezTo>
                    <a:pt x="41" y="77"/>
                    <a:pt x="41" y="77"/>
                    <a:pt x="41" y="77"/>
                  </a:cubicBezTo>
                  <a:cubicBezTo>
                    <a:pt x="42" y="77"/>
                    <a:pt x="42" y="77"/>
                    <a:pt x="42" y="77"/>
                  </a:cubicBezTo>
                  <a:cubicBezTo>
                    <a:pt x="40" y="77"/>
                    <a:pt x="40" y="77"/>
                    <a:pt x="40" y="77"/>
                  </a:cubicBezTo>
                  <a:cubicBezTo>
                    <a:pt x="41" y="79"/>
                    <a:pt x="41" y="79"/>
                    <a:pt x="41" y="79"/>
                  </a:cubicBezTo>
                  <a:cubicBezTo>
                    <a:pt x="43" y="82"/>
                    <a:pt x="43" y="82"/>
                    <a:pt x="43" y="82"/>
                  </a:cubicBezTo>
                  <a:cubicBezTo>
                    <a:pt x="43" y="83"/>
                    <a:pt x="42" y="84"/>
                    <a:pt x="42" y="86"/>
                  </a:cubicBezTo>
                  <a:cubicBezTo>
                    <a:pt x="42" y="87"/>
                    <a:pt x="42" y="88"/>
                    <a:pt x="42" y="88"/>
                  </a:cubicBezTo>
                  <a:cubicBezTo>
                    <a:pt x="43" y="93"/>
                    <a:pt x="43" y="93"/>
                    <a:pt x="43" y="93"/>
                  </a:cubicBezTo>
                  <a:cubicBezTo>
                    <a:pt x="43" y="95"/>
                    <a:pt x="43" y="95"/>
                    <a:pt x="43" y="95"/>
                  </a:cubicBezTo>
                  <a:cubicBezTo>
                    <a:pt x="42" y="99"/>
                    <a:pt x="42" y="99"/>
                    <a:pt x="42" y="99"/>
                  </a:cubicBezTo>
                  <a:cubicBezTo>
                    <a:pt x="42" y="100"/>
                    <a:pt x="41" y="100"/>
                    <a:pt x="40" y="100"/>
                  </a:cubicBezTo>
                  <a:cubicBezTo>
                    <a:pt x="39" y="100"/>
                    <a:pt x="39" y="100"/>
                    <a:pt x="39" y="100"/>
                  </a:cubicBezTo>
                  <a:cubicBezTo>
                    <a:pt x="38" y="100"/>
                    <a:pt x="36" y="100"/>
                    <a:pt x="35" y="100"/>
                  </a:cubicBezTo>
                  <a:cubicBezTo>
                    <a:pt x="34" y="100"/>
                    <a:pt x="32" y="99"/>
                    <a:pt x="31" y="98"/>
                  </a:cubicBezTo>
                  <a:cubicBezTo>
                    <a:pt x="30" y="97"/>
                    <a:pt x="30" y="97"/>
                    <a:pt x="30" y="97"/>
                  </a:cubicBezTo>
                  <a:cubicBezTo>
                    <a:pt x="30" y="97"/>
                    <a:pt x="30" y="97"/>
                    <a:pt x="30" y="97"/>
                  </a:cubicBezTo>
                  <a:cubicBezTo>
                    <a:pt x="32" y="95"/>
                    <a:pt x="32" y="95"/>
                    <a:pt x="32" y="95"/>
                  </a:cubicBezTo>
                  <a:cubicBezTo>
                    <a:pt x="33" y="95"/>
                    <a:pt x="33" y="95"/>
                    <a:pt x="33" y="95"/>
                  </a:cubicBezTo>
                  <a:cubicBezTo>
                    <a:pt x="34" y="95"/>
                    <a:pt x="34" y="95"/>
                    <a:pt x="34" y="95"/>
                  </a:cubicBezTo>
                  <a:cubicBezTo>
                    <a:pt x="34" y="95"/>
                    <a:pt x="34" y="95"/>
                    <a:pt x="34" y="95"/>
                  </a:cubicBezTo>
                  <a:cubicBezTo>
                    <a:pt x="34" y="95"/>
                    <a:pt x="34" y="95"/>
                    <a:pt x="34" y="95"/>
                  </a:cubicBezTo>
                  <a:cubicBezTo>
                    <a:pt x="35" y="95"/>
                    <a:pt x="35" y="95"/>
                    <a:pt x="35" y="95"/>
                  </a:cubicBezTo>
                  <a:cubicBezTo>
                    <a:pt x="36" y="95"/>
                    <a:pt x="36" y="96"/>
                    <a:pt x="37" y="96"/>
                  </a:cubicBezTo>
                  <a:cubicBezTo>
                    <a:pt x="37" y="96"/>
                    <a:pt x="37" y="96"/>
                    <a:pt x="37" y="96"/>
                  </a:cubicBezTo>
                  <a:cubicBezTo>
                    <a:pt x="39" y="96"/>
                    <a:pt x="39" y="94"/>
                    <a:pt x="39" y="93"/>
                  </a:cubicBezTo>
                  <a:cubicBezTo>
                    <a:pt x="39" y="92"/>
                    <a:pt x="39" y="92"/>
                    <a:pt x="39" y="92"/>
                  </a:cubicBezTo>
                  <a:cubicBezTo>
                    <a:pt x="39" y="91"/>
                    <a:pt x="39" y="91"/>
                    <a:pt x="38" y="90"/>
                  </a:cubicBezTo>
                  <a:cubicBezTo>
                    <a:pt x="38" y="89"/>
                    <a:pt x="38" y="88"/>
                    <a:pt x="38" y="87"/>
                  </a:cubicBezTo>
                  <a:cubicBezTo>
                    <a:pt x="38" y="86"/>
                    <a:pt x="38" y="86"/>
                    <a:pt x="38" y="86"/>
                  </a:cubicBezTo>
                  <a:cubicBezTo>
                    <a:pt x="38" y="85"/>
                    <a:pt x="38" y="85"/>
                    <a:pt x="37" y="84"/>
                  </a:cubicBezTo>
                  <a:cubicBezTo>
                    <a:pt x="36" y="83"/>
                    <a:pt x="36" y="82"/>
                    <a:pt x="36" y="81"/>
                  </a:cubicBezTo>
                  <a:cubicBezTo>
                    <a:pt x="36" y="80"/>
                    <a:pt x="36" y="79"/>
                    <a:pt x="35" y="78"/>
                  </a:cubicBezTo>
                  <a:cubicBezTo>
                    <a:pt x="33" y="77"/>
                    <a:pt x="32" y="75"/>
                    <a:pt x="32" y="74"/>
                  </a:cubicBezTo>
                  <a:cubicBezTo>
                    <a:pt x="31" y="72"/>
                    <a:pt x="31" y="72"/>
                    <a:pt x="31" y="72"/>
                  </a:cubicBezTo>
                  <a:cubicBezTo>
                    <a:pt x="30" y="70"/>
                    <a:pt x="30" y="70"/>
                    <a:pt x="30" y="70"/>
                  </a:cubicBezTo>
                  <a:cubicBezTo>
                    <a:pt x="30" y="70"/>
                    <a:pt x="30" y="70"/>
                    <a:pt x="30" y="70"/>
                  </a:cubicBezTo>
                  <a:cubicBezTo>
                    <a:pt x="29" y="69"/>
                    <a:pt x="29" y="69"/>
                    <a:pt x="28" y="68"/>
                  </a:cubicBezTo>
                  <a:cubicBezTo>
                    <a:pt x="27" y="67"/>
                    <a:pt x="27" y="67"/>
                    <a:pt x="27" y="67"/>
                  </a:cubicBezTo>
                  <a:cubicBezTo>
                    <a:pt x="27" y="68"/>
                    <a:pt x="27" y="68"/>
                    <a:pt x="27" y="68"/>
                  </a:cubicBezTo>
                  <a:cubicBezTo>
                    <a:pt x="27" y="68"/>
                    <a:pt x="27" y="68"/>
                    <a:pt x="27" y="68"/>
                  </a:cubicBezTo>
                  <a:cubicBezTo>
                    <a:pt x="27" y="68"/>
                    <a:pt x="27" y="68"/>
                    <a:pt x="27" y="68"/>
                  </a:cubicBezTo>
                  <a:cubicBezTo>
                    <a:pt x="27" y="68"/>
                    <a:pt x="27" y="68"/>
                    <a:pt x="27" y="68"/>
                  </a:cubicBezTo>
                  <a:cubicBezTo>
                    <a:pt x="27" y="69"/>
                    <a:pt x="27" y="69"/>
                    <a:pt x="27" y="69"/>
                  </a:cubicBezTo>
                  <a:cubicBezTo>
                    <a:pt x="28" y="71"/>
                    <a:pt x="28" y="71"/>
                    <a:pt x="28" y="71"/>
                  </a:cubicBezTo>
                  <a:cubicBezTo>
                    <a:pt x="28" y="72"/>
                    <a:pt x="28" y="72"/>
                    <a:pt x="28" y="72"/>
                  </a:cubicBezTo>
                  <a:cubicBezTo>
                    <a:pt x="28" y="74"/>
                    <a:pt x="28" y="74"/>
                    <a:pt x="28" y="74"/>
                  </a:cubicBezTo>
                  <a:cubicBezTo>
                    <a:pt x="26" y="75"/>
                    <a:pt x="26" y="75"/>
                    <a:pt x="26" y="75"/>
                  </a:cubicBezTo>
                  <a:cubicBezTo>
                    <a:pt x="25" y="76"/>
                    <a:pt x="25" y="76"/>
                    <a:pt x="25" y="76"/>
                  </a:cubicBezTo>
                  <a:cubicBezTo>
                    <a:pt x="23" y="78"/>
                    <a:pt x="23" y="78"/>
                    <a:pt x="23" y="78"/>
                  </a:cubicBezTo>
                  <a:cubicBezTo>
                    <a:pt x="22" y="79"/>
                    <a:pt x="22" y="79"/>
                    <a:pt x="22" y="79"/>
                  </a:cubicBezTo>
                  <a:cubicBezTo>
                    <a:pt x="21" y="81"/>
                    <a:pt x="21" y="81"/>
                    <a:pt x="21" y="81"/>
                  </a:cubicBezTo>
                  <a:cubicBezTo>
                    <a:pt x="20" y="82"/>
                    <a:pt x="19" y="83"/>
                    <a:pt x="18" y="83"/>
                  </a:cubicBezTo>
                  <a:cubicBezTo>
                    <a:pt x="16" y="83"/>
                    <a:pt x="15" y="80"/>
                    <a:pt x="14" y="79"/>
                  </a:cubicBezTo>
                  <a:cubicBezTo>
                    <a:pt x="14" y="78"/>
                    <a:pt x="13" y="76"/>
                    <a:pt x="13" y="75"/>
                  </a:cubicBezTo>
                  <a:cubicBezTo>
                    <a:pt x="13" y="72"/>
                    <a:pt x="13" y="72"/>
                    <a:pt x="13" y="72"/>
                  </a:cubicBezTo>
                  <a:cubicBezTo>
                    <a:pt x="13" y="72"/>
                    <a:pt x="13" y="72"/>
                    <a:pt x="13" y="72"/>
                  </a:cubicBezTo>
                  <a:cubicBezTo>
                    <a:pt x="14" y="72"/>
                    <a:pt x="14" y="72"/>
                    <a:pt x="14" y="72"/>
                  </a:cubicBezTo>
                  <a:cubicBezTo>
                    <a:pt x="15" y="73"/>
                    <a:pt x="15" y="73"/>
                    <a:pt x="15" y="73"/>
                  </a:cubicBezTo>
                  <a:cubicBezTo>
                    <a:pt x="16" y="74"/>
                    <a:pt x="16" y="74"/>
                    <a:pt x="16" y="74"/>
                  </a:cubicBezTo>
                  <a:cubicBezTo>
                    <a:pt x="17" y="75"/>
                    <a:pt x="17" y="75"/>
                    <a:pt x="17" y="75"/>
                  </a:cubicBezTo>
                  <a:cubicBezTo>
                    <a:pt x="18" y="77"/>
                    <a:pt x="18" y="77"/>
                    <a:pt x="18" y="77"/>
                  </a:cubicBezTo>
                  <a:cubicBezTo>
                    <a:pt x="18" y="77"/>
                    <a:pt x="18" y="77"/>
                    <a:pt x="18" y="77"/>
                  </a:cubicBezTo>
                  <a:cubicBezTo>
                    <a:pt x="19" y="76"/>
                    <a:pt x="19" y="76"/>
                    <a:pt x="19" y="76"/>
                  </a:cubicBezTo>
                  <a:cubicBezTo>
                    <a:pt x="20" y="76"/>
                    <a:pt x="21" y="74"/>
                    <a:pt x="22" y="73"/>
                  </a:cubicBezTo>
                  <a:cubicBezTo>
                    <a:pt x="22" y="72"/>
                    <a:pt x="23" y="71"/>
                    <a:pt x="23" y="70"/>
                  </a:cubicBezTo>
                  <a:cubicBezTo>
                    <a:pt x="23" y="69"/>
                    <a:pt x="23" y="69"/>
                    <a:pt x="23" y="69"/>
                  </a:cubicBezTo>
                  <a:cubicBezTo>
                    <a:pt x="22" y="68"/>
                    <a:pt x="19" y="66"/>
                    <a:pt x="18" y="65"/>
                  </a:cubicBezTo>
                  <a:cubicBezTo>
                    <a:pt x="18" y="64"/>
                    <a:pt x="18" y="64"/>
                    <a:pt x="18" y="64"/>
                  </a:cubicBezTo>
                  <a:cubicBezTo>
                    <a:pt x="18" y="63"/>
                    <a:pt x="18" y="63"/>
                    <a:pt x="18" y="63"/>
                  </a:cubicBezTo>
                  <a:cubicBezTo>
                    <a:pt x="17" y="62"/>
                    <a:pt x="17" y="61"/>
                    <a:pt x="17" y="61"/>
                  </a:cubicBezTo>
                  <a:cubicBezTo>
                    <a:pt x="17" y="57"/>
                    <a:pt x="20" y="56"/>
                    <a:pt x="22" y="56"/>
                  </a:cubicBezTo>
                  <a:cubicBezTo>
                    <a:pt x="24" y="56"/>
                    <a:pt x="24" y="56"/>
                    <a:pt x="24" y="56"/>
                  </a:cubicBezTo>
                  <a:cubicBezTo>
                    <a:pt x="23" y="56"/>
                    <a:pt x="23" y="56"/>
                    <a:pt x="23" y="56"/>
                  </a:cubicBezTo>
                  <a:cubicBezTo>
                    <a:pt x="22" y="54"/>
                    <a:pt x="22" y="54"/>
                    <a:pt x="22" y="54"/>
                  </a:cubicBezTo>
                  <a:cubicBezTo>
                    <a:pt x="20" y="53"/>
                    <a:pt x="20" y="53"/>
                    <a:pt x="20" y="53"/>
                  </a:cubicBezTo>
                  <a:cubicBezTo>
                    <a:pt x="20" y="52"/>
                    <a:pt x="20" y="52"/>
                    <a:pt x="20" y="52"/>
                  </a:cubicBezTo>
                  <a:cubicBezTo>
                    <a:pt x="20" y="52"/>
                    <a:pt x="20" y="52"/>
                    <a:pt x="20" y="52"/>
                  </a:cubicBezTo>
                  <a:cubicBezTo>
                    <a:pt x="20" y="52"/>
                    <a:pt x="20" y="52"/>
                    <a:pt x="20" y="52"/>
                  </a:cubicBezTo>
                  <a:cubicBezTo>
                    <a:pt x="20" y="51"/>
                    <a:pt x="20" y="51"/>
                    <a:pt x="20" y="51"/>
                  </a:cubicBezTo>
                  <a:cubicBezTo>
                    <a:pt x="17" y="52"/>
                    <a:pt x="16" y="56"/>
                    <a:pt x="16" y="56"/>
                  </a:cubicBezTo>
                  <a:cubicBezTo>
                    <a:pt x="16" y="57"/>
                    <a:pt x="16" y="57"/>
                    <a:pt x="16" y="57"/>
                  </a:cubicBezTo>
                  <a:cubicBezTo>
                    <a:pt x="16" y="56"/>
                    <a:pt x="16" y="56"/>
                    <a:pt x="16" y="56"/>
                  </a:cubicBezTo>
                  <a:cubicBezTo>
                    <a:pt x="15" y="55"/>
                    <a:pt x="15" y="54"/>
                    <a:pt x="15" y="53"/>
                  </a:cubicBezTo>
                  <a:cubicBezTo>
                    <a:pt x="13" y="54"/>
                    <a:pt x="13" y="54"/>
                    <a:pt x="13" y="54"/>
                  </a:cubicBezTo>
                  <a:cubicBezTo>
                    <a:pt x="12" y="54"/>
                    <a:pt x="12" y="54"/>
                    <a:pt x="11" y="55"/>
                  </a:cubicBezTo>
                  <a:cubicBezTo>
                    <a:pt x="10" y="55"/>
                    <a:pt x="10" y="55"/>
                    <a:pt x="9" y="56"/>
                  </a:cubicBezTo>
                  <a:cubicBezTo>
                    <a:pt x="9" y="56"/>
                    <a:pt x="9" y="56"/>
                    <a:pt x="9" y="56"/>
                  </a:cubicBezTo>
                  <a:cubicBezTo>
                    <a:pt x="10" y="57"/>
                    <a:pt x="10" y="57"/>
                    <a:pt x="10" y="57"/>
                  </a:cubicBezTo>
                  <a:cubicBezTo>
                    <a:pt x="11" y="58"/>
                    <a:pt x="11" y="58"/>
                    <a:pt x="11" y="58"/>
                  </a:cubicBezTo>
                  <a:cubicBezTo>
                    <a:pt x="12" y="60"/>
                    <a:pt x="12" y="60"/>
                    <a:pt x="12" y="60"/>
                  </a:cubicBezTo>
                  <a:cubicBezTo>
                    <a:pt x="12" y="60"/>
                    <a:pt x="12" y="60"/>
                    <a:pt x="12" y="60"/>
                  </a:cubicBezTo>
                  <a:cubicBezTo>
                    <a:pt x="11" y="61"/>
                    <a:pt x="11" y="61"/>
                    <a:pt x="11" y="61"/>
                  </a:cubicBezTo>
                  <a:cubicBezTo>
                    <a:pt x="11" y="62"/>
                    <a:pt x="11" y="62"/>
                    <a:pt x="11" y="62"/>
                  </a:cubicBezTo>
                  <a:cubicBezTo>
                    <a:pt x="10" y="63"/>
                    <a:pt x="10" y="63"/>
                    <a:pt x="10" y="63"/>
                  </a:cubicBezTo>
                  <a:cubicBezTo>
                    <a:pt x="9" y="63"/>
                    <a:pt x="9" y="63"/>
                    <a:pt x="9" y="63"/>
                  </a:cubicBezTo>
                  <a:cubicBezTo>
                    <a:pt x="9" y="63"/>
                    <a:pt x="9" y="63"/>
                    <a:pt x="9" y="63"/>
                  </a:cubicBezTo>
                  <a:cubicBezTo>
                    <a:pt x="9" y="62"/>
                    <a:pt x="9" y="62"/>
                    <a:pt x="9" y="62"/>
                  </a:cubicBezTo>
                  <a:cubicBezTo>
                    <a:pt x="10" y="62"/>
                    <a:pt x="10" y="62"/>
                    <a:pt x="10" y="62"/>
                  </a:cubicBezTo>
                  <a:cubicBezTo>
                    <a:pt x="10" y="61"/>
                    <a:pt x="10" y="61"/>
                    <a:pt x="10" y="61"/>
                  </a:cubicBezTo>
                  <a:cubicBezTo>
                    <a:pt x="10" y="61"/>
                    <a:pt x="10" y="61"/>
                    <a:pt x="10" y="61"/>
                  </a:cubicBezTo>
                  <a:cubicBezTo>
                    <a:pt x="9" y="61"/>
                    <a:pt x="9" y="61"/>
                    <a:pt x="9" y="61"/>
                  </a:cubicBezTo>
                  <a:cubicBezTo>
                    <a:pt x="8" y="58"/>
                    <a:pt x="8" y="58"/>
                    <a:pt x="8" y="58"/>
                  </a:cubicBezTo>
                  <a:cubicBezTo>
                    <a:pt x="7" y="55"/>
                    <a:pt x="7" y="55"/>
                    <a:pt x="7" y="55"/>
                  </a:cubicBezTo>
                  <a:cubicBezTo>
                    <a:pt x="6" y="54"/>
                    <a:pt x="6" y="52"/>
                    <a:pt x="6" y="52"/>
                  </a:cubicBezTo>
                  <a:cubicBezTo>
                    <a:pt x="5" y="49"/>
                    <a:pt x="5" y="49"/>
                    <a:pt x="5" y="49"/>
                  </a:cubicBezTo>
                  <a:cubicBezTo>
                    <a:pt x="4" y="47"/>
                    <a:pt x="4" y="47"/>
                    <a:pt x="4" y="47"/>
                  </a:cubicBezTo>
                  <a:cubicBezTo>
                    <a:pt x="4" y="46"/>
                    <a:pt x="4" y="46"/>
                    <a:pt x="4" y="46"/>
                  </a:cubicBezTo>
                  <a:cubicBezTo>
                    <a:pt x="5" y="46"/>
                    <a:pt x="5" y="46"/>
                    <a:pt x="5" y="46"/>
                  </a:cubicBezTo>
                  <a:cubicBezTo>
                    <a:pt x="4" y="46"/>
                    <a:pt x="4" y="46"/>
                    <a:pt x="4" y="46"/>
                  </a:cubicBezTo>
                  <a:cubicBezTo>
                    <a:pt x="4" y="46"/>
                    <a:pt x="4" y="46"/>
                    <a:pt x="4" y="46"/>
                  </a:cubicBezTo>
                  <a:cubicBezTo>
                    <a:pt x="4" y="46"/>
                    <a:pt x="4" y="46"/>
                    <a:pt x="4" y="46"/>
                  </a:cubicBezTo>
                  <a:cubicBezTo>
                    <a:pt x="5" y="45"/>
                    <a:pt x="5" y="45"/>
                    <a:pt x="5" y="45"/>
                  </a:cubicBezTo>
                  <a:cubicBezTo>
                    <a:pt x="5" y="45"/>
                    <a:pt x="5" y="45"/>
                    <a:pt x="5" y="45"/>
                  </a:cubicBezTo>
                  <a:cubicBezTo>
                    <a:pt x="5" y="45"/>
                    <a:pt x="5" y="45"/>
                    <a:pt x="5" y="45"/>
                  </a:cubicBezTo>
                  <a:cubicBezTo>
                    <a:pt x="6" y="45"/>
                    <a:pt x="6" y="45"/>
                    <a:pt x="6" y="45"/>
                  </a:cubicBezTo>
                  <a:cubicBezTo>
                    <a:pt x="7" y="45"/>
                    <a:pt x="7" y="45"/>
                    <a:pt x="7" y="45"/>
                  </a:cubicBezTo>
                  <a:cubicBezTo>
                    <a:pt x="8" y="45"/>
                    <a:pt x="8" y="45"/>
                    <a:pt x="8" y="45"/>
                  </a:cubicBezTo>
                  <a:cubicBezTo>
                    <a:pt x="9" y="47"/>
                    <a:pt x="9" y="47"/>
                    <a:pt x="9" y="47"/>
                  </a:cubicBezTo>
                  <a:cubicBezTo>
                    <a:pt x="9" y="47"/>
                    <a:pt x="9" y="47"/>
                    <a:pt x="9" y="47"/>
                  </a:cubicBezTo>
                  <a:cubicBezTo>
                    <a:pt x="9" y="47"/>
                    <a:pt x="9" y="47"/>
                    <a:pt x="9" y="47"/>
                  </a:cubicBezTo>
                  <a:cubicBezTo>
                    <a:pt x="9" y="47"/>
                    <a:pt x="9" y="47"/>
                    <a:pt x="9" y="47"/>
                  </a:cubicBezTo>
                  <a:cubicBezTo>
                    <a:pt x="10" y="48"/>
                    <a:pt x="10" y="48"/>
                    <a:pt x="10" y="48"/>
                  </a:cubicBezTo>
                  <a:cubicBezTo>
                    <a:pt x="9" y="49"/>
                    <a:pt x="9" y="49"/>
                    <a:pt x="9" y="49"/>
                  </a:cubicBezTo>
                  <a:cubicBezTo>
                    <a:pt x="9" y="49"/>
                    <a:pt x="9" y="49"/>
                    <a:pt x="9" y="49"/>
                  </a:cubicBezTo>
                  <a:cubicBezTo>
                    <a:pt x="9" y="49"/>
                    <a:pt x="9" y="49"/>
                    <a:pt x="9" y="49"/>
                  </a:cubicBezTo>
                  <a:cubicBezTo>
                    <a:pt x="9" y="50"/>
                    <a:pt x="9" y="50"/>
                    <a:pt x="9" y="50"/>
                  </a:cubicBezTo>
                  <a:cubicBezTo>
                    <a:pt x="9" y="52"/>
                    <a:pt x="9" y="52"/>
                    <a:pt x="9" y="52"/>
                  </a:cubicBezTo>
                  <a:cubicBezTo>
                    <a:pt x="9" y="52"/>
                    <a:pt x="9" y="52"/>
                    <a:pt x="9" y="52"/>
                  </a:cubicBezTo>
                  <a:cubicBezTo>
                    <a:pt x="9" y="52"/>
                    <a:pt x="9" y="52"/>
                    <a:pt x="9" y="52"/>
                  </a:cubicBezTo>
                  <a:cubicBezTo>
                    <a:pt x="9" y="52"/>
                    <a:pt x="9" y="52"/>
                    <a:pt x="9" y="52"/>
                  </a:cubicBezTo>
                  <a:cubicBezTo>
                    <a:pt x="9" y="52"/>
                    <a:pt x="9" y="52"/>
                    <a:pt x="9" y="52"/>
                  </a:cubicBezTo>
                  <a:cubicBezTo>
                    <a:pt x="11" y="52"/>
                    <a:pt x="11" y="52"/>
                    <a:pt x="11" y="52"/>
                  </a:cubicBezTo>
                  <a:cubicBezTo>
                    <a:pt x="11" y="52"/>
                    <a:pt x="13" y="51"/>
                    <a:pt x="14" y="50"/>
                  </a:cubicBezTo>
                  <a:cubicBezTo>
                    <a:pt x="14" y="49"/>
                    <a:pt x="14" y="49"/>
                    <a:pt x="14" y="49"/>
                  </a:cubicBezTo>
                  <a:cubicBezTo>
                    <a:pt x="12" y="47"/>
                    <a:pt x="12" y="47"/>
                    <a:pt x="12" y="47"/>
                  </a:cubicBezTo>
                  <a:cubicBezTo>
                    <a:pt x="12" y="47"/>
                    <a:pt x="12" y="47"/>
                    <a:pt x="12" y="47"/>
                  </a:cubicBezTo>
                  <a:cubicBezTo>
                    <a:pt x="12" y="47"/>
                    <a:pt x="12" y="47"/>
                    <a:pt x="12" y="47"/>
                  </a:cubicBezTo>
                  <a:cubicBezTo>
                    <a:pt x="13" y="47"/>
                    <a:pt x="13" y="47"/>
                    <a:pt x="13" y="47"/>
                  </a:cubicBezTo>
                  <a:cubicBezTo>
                    <a:pt x="14" y="47"/>
                    <a:pt x="15" y="47"/>
                    <a:pt x="16" y="47"/>
                  </a:cubicBezTo>
                  <a:cubicBezTo>
                    <a:pt x="15" y="46"/>
                    <a:pt x="14" y="45"/>
                    <a:pt x="12" y="43"/>
                  </a:cubicBezTo>
                  <a:cubicBezTo>
                    <a:pt x="11" y="40"/>
                    <a:pt x="11" y="40"/>
                    <a:pt x="11" y="40"/>
                  </a:cubicBezTo>
                  <a:cubicBezTo>
                    <a:pt x="8" y="38"/>
                    <a:pt x="8" y="38"/>
                    <a:pt x="8" y="38"/>
                  </a:cubicBezTo>
                  <a:cubicBezTo>
                    <a:pt x="8" y="38"/>
                    <a:pt x="8" y="37"/>
                    <a:pt x="8" y="36"/>
                  </a:cubicBezTo>
                  <a:cubicBezTo>
                    <a:pt x="8" y="35"/>
                    <a:pt x="7" y="33"/>
                    <a:pt x="6" y="33"/>
                  </a:cubicBezTo>
                  <a:cubicBezTo>
                    <a:pt x="5" y="32"/>
                    <a:pt x="5" y="32"/>
                    <a:pt x="5" y="32"/>
                  </a:cubicBezTo>
                  <a:cubicBezTo>
                    <a:pt x="4" y="32"/>
                    <a:pt x="4" y="34"/>
                    <a:pt x="4" y="34"/>
                  </a:cubicBezTo>
                  <a:cubicBezTo>
                    <a:pt x="3" y="34"/>
                    <a:pt x="3" y="34"/>
                    <a:pt x="3" y="34"/>
                  </a:cubicBezTo>
                  <a:cubicBezTo>
                    <a:pt x="4" y="31"/>
                    <a:pt x="5" y="30"/>
                    <a:pt x="5" y="30"/>
                  </a:cubicBezTo>
                  <a:cubicBezTo>
                    <a:pt x="5" y="29"/>
                    <a:pt x="5" y="29"/>
                    <a:pt x="5" y="29"/>
                  </a:cubicBezTo>
                  <a:cubicBezTo>
                    <a:pt x="5" y="28"/>
                    <a:pt x="4" y="27"/>
                    <a:pt x="4" y="26"/>
                  </a:cubicBezTo>
                  <a:cubicBezTo>
                    <a:pt x="4" y="24"/>
                    <a:pt x="4" y="24"/>
                    <a:pt x="4" y="24"/>
                  </a:cubicBezTo>
                  <a:cubicBezTo>
                    <a:pt x="3" y="24"/>
                    <a:pt x="3" y="24"/>
                    <a:pt x="3" y="24"/>
                  </a:cubicBezTo>
                  <a:cubicBezTo>
                    <a:pt x="3" y="26"/>
                    <a:pt x="3" y="26"/>
                    <a:pt x="3" y="26"/>
                  </a:cubicBezTo>
                  <a:cubicBezTo>
                    <a:pt x="3" y="28"/>
                    <a:pt x="3" y="28"/>
                    <a:pt x="3" y="28"/>
                  </a:cubicBezTo>
                  <a:cubicBezTo>
                    <a:pt x="2" y="28"/>
                    <a:pt x="2" y="28"/>
                    <a:pt x="2" y="28"/>
                  </a:cubicBezTo>
                  <a:cubicBezTo>
                    <a:pt x="1" y="29"/>
                    <a:pt x="1" y="29"/>
                    <a:pt x="1" y="29"/>
                  </a:cubicBezTo>
                  <a:cubicBezTo>
                    <a:pt x="1" y="29"/>
                    <a:pt x="1" y="29"/>
                    <a:pt x="1" y="29"/>
                  </a:cubicBezTo>
                  <a:cubicBezTo>
                    <a:pt x="0" y="29"/>
                    <a:pt x="0" y="29"/>
                    <a:pt x="0" y="29"/>
                  </a:cubicBezTo>
                  <a:cubicBezTo>
                    <a:pt x="0" y="28"/>
                    <a:pt x="0" y="28"/>
                    <a:pt x="0" y="28"/>
                  </a:cubicBezTo>
                  <a:cubicBezTo>
                    <a:pt x="0" y="28"/>
                    <a:pt x="0" y="28"/>
                    <a:pt x="0" y="28"/>
                  </a:cubicBezTo>
                  <a:cubicBezTo>
                    <a:pt x="1" y="28"/>
                    <a:pt x="1" y="28"/>
                    <a:pt x="1" y="28"/>
                  </a:cubicBezTo>
                  <a:cubicBezTo>
                    <a:pt x="1" y="27"/>
                    <a:pt x="1" y="27"/>
                    <a:pt x="1" y="27"/>
                  </a:cubicBezTo>
                  <a:cubicBezTo>
                    <a:pt x="1" y="27"/>
                    <a:pt x="1" y="27"/>
                    <a:pt x="1" y="27"/>
                  </a:cubicBezTo>
                  <a:cubicBezTo>
                    <a:pt x="1" y="25"/>
                    <a:pt x="1" y="25"/>
                    <a:pt x="1" y="25"/>
                  </a:cubicBezTo>
                  <a:cubicBezTo>
                    <a:pt x="2" y="21"/>
                    <a:pt x="2" y="21"/>
                    <a:pt x="2" y="21"/>
                  </a:cubicBezTo>
                  <a:cubicBezTo>
                    <a:pt x="2" y="20"/>
                    <a:pt x="2" y="20"/>
                    <a:pt x="2" y="20"/>
                  </a:cubicBezTo>
                  <a:cubicBezTo>
                    <a:pt x="2" y="19"/>
                    <a:pt x="2" y="18"/>
                    <a:pt x="2" y="18"/>
                  </a:cubicBezTo>
                  <a:cubicBezTo>
                    <a:pt x="1" y="15"/>
                    <a:pt x="1" y="15"/>
                    <a:pt x="1" y="15"/>
                  </a:cubicBezTo>
                  <a:cubicBezTo>
                    <a:pt x="0" y="14"/>
                    <a:pt x="0" y="14"/>
                    <a:pt x="0" y="14"/>
                  </a:cubicBezTo>
                  <a:cubicBezTo>
                    <a:pt x="1" y="13"/>
                    <a:pt x="1" y="13"/>
                    <a:pt x="1" y="13"/>
                  </a:cubicBezTo>
                  <a:cubicBezTo>
                    <a:pt x="1" y="13"/>
                    <a:pt x="1" y="13"/>
                    <a:pt x="1" y="13"/>
                  </a:cubicBezTo>
                  <a:lnTo>
                    <a:pt x="0" y="12"/>
                  </a:lnTo>
                  <a:close/>
                  <a:moveTo>
                    <a:pt x="13" y="21"/>
                  </a:moveTo>
                  <a:cubicBezTo>
                    <a:pt x="13" y="21"/>
                    <a:pt x="13" y="21"/>
                    <a:pt x="13" y="21"/>
                  </a:cubicBezTo>
                  <a:cubicBezTo>
                    <a:pt x="14" y="22"/>
                    <a:pt x="14" y="22"/>
                    <a:pt x="14" y="22"/>
                  </a:cubicBezTo>
                  <a:lnTo>
                    <a:pt x="13" y="21"/>
                  </a:lnTo>
                  <a:close/>
                  <a:moveTo>
                    <a:pt x="4" y="10"/>
                  </a:moveTo>
                  <a:cubicBezTo>
                    <a:pt x="4" y="10"/>
                    <a:pt x="4" y="10"/>
                    <a:pt x="4" y="10"/>
                  </a:cubicBezTo>
                  <a:cubicBezTo>
                    <a:pt x="5" y="12"/>
                    <a:pt x="5" y="12"/>
                    <a:pt x="5" y="12"/>
                  </a:cubicBezTo>
                  <a:cubicBezTo>
                    <a:pt x="5" y="12"/>
                    <a:pt x="5" y="12"/>
                    <a:pt x="5" y="12"/>
                  </a:cubicBezTo>
                  <a:cubicBezTo>
                    <a:pt x="5" y="12"/>
                    <a:pt x="5" y="12"/>
                    <a:pt x="5" y="12"/>
                  </a:cubicBezTo>
                  <a:cubicBezTo>
                    <a:pt x="5" y="12"/>
                    <a:pt x="5" y="12"/>
                    <a:pt x="5" y="12"/>
                  </a:cubicBezTo>
                  <a:lnTo>
                    <a:pt x="4" y="10"/>
                  </a:lnTo>
                  <a:close/>
                  <a:moveTo>
                    <a:pt x="6" y="12"/>
                  </a:moveTo>
                  <a:cubicBezTo>
                    <a:pt x="6" y="12"/>
                    <a:pt x="6" y="12"/>
                    <a:pt x="6" y="12"/>
                  </a:cubicBezTo>
                  <a:cubicBezTo>
                    <a:pt x="6" y="13"/>
                    <a:pt x="6" y="13"/>
                    <a:pt x="6" y="13"/>
                  </a:cubicBezTo>
                  <a:cubicBezTo>
                    <a:pt x="7" y="13"/>
                    <a:pt x="7" y="13"/>
                    <a:pt x="7" y="13"/>
                  </a:cubicBezTo>
                  <a:cubicBezTo>
                    <a:pt x="7" y="13"/>
                    <a:pt x="7" y="13"/>
                    <a:pt x="7" y="13"/>
                  </a:cubicBezTo>
                  <a:lnTo>
                    <a:pt x="6" y="12"/>
                  </a:lnTo>
                  <a:close/>
                  <a:moveTo>
                    <a:pt x="6" y="17"/>
                  </a:moveTo>
                  <a:cubicBezTo>
                    <a:pt x="7" y="16"/>
                    <a:pt x="7" y="15"/>
                    <a:pt x="7" y="15"/>
                  </a:cubicBezTo>
                  <a:cubicBezTo>
                    <a:pt x="7" y="15"/>
                    <a:pt x="7" y="15"/>
                    <a:pt x="7" y="15"/>
                  </a:cubicBezTo>
                  <a:cubicBezTo>
                    <a:pt x="7" y="13"/>
                    <a:pt x="7" y="13"/>
                    <a:pt x="7" y="13"/>
                  </a:cubicBezTo>
                  <a:cubicBezTo>
                    <a:pt x="7" y="13"/>
                    <a:pt x="7" y="13"/>
                    <a:pt x="7" y="13"/>
                  </a:cubicBezTo>
                  <a:cubicBezTo>
                    <a:pt x="7" y="13"/>
                    <a:pt x="7" y="13"/>
                    <a:pt x="7" y="13"/>
                  </a:cubicBezTo>
                  <a:cubicBezTo>
                    <a:pt x="6" y="13"/>
                    <a:pt x="6" y="13"/>
                    <a:pt x="6" y="13"/>
                  </a:cubicBezTo>
                  <a:cubicBezTo>
                    <a:pt x="6" y="14"/>
                    <a:pt x="6" y="14"/>
                    <a:pt x="6" y="14"/>
                  </a:cubicBezTo>
                  <a:cubicBezTo>
                    <a:pt x="6" y="14"/>
                    <a:pt x="6" y="14"/>
                    <a:pt x="6" y="14"/>
                  </a:cubicBezTo>
                  <a:cubicBezTo>
                    <a:pt x="6" y="15"/>
                    <a:pt x="6" y="15"/>
                    <a:pt x="5" y="16"/>
                  </a:cubicBezTo>
                  <a:cubicBezTo>
                    <a:pt x="5" y="18"/>
                    <a:pt x="5" y="18"/>
                    <a:pt x="5" y="18"/>
                  </a:cubicBezTo>
                  <a:cubicBezTo>
                    <a:pt x="5" y="18"/>
                    <a:pt x="5" y="18"/>
                    <a:pt x="5" y="18"/>
                  </a:cubicBezTo>
                  <a:lnTo>
                    <a:pt x="6" y="17"/>
                  </a:lnTo>
                  <a:close/>
                  <a:moveTo>
                    <a:pt x="19" y="21"/>
                  </a:moveTo>
                  <a:cubicBezTo>
                    <a:pt x="20" y="21"/>
                    <a:pt x="20" y="21"/>
                    <a:pt x="20" y="21"/>
                  </a:cubicBezTo>
                  <a:cubicBezTo>
                    <a:pt x="21" y="22"/>
                    <a:pt x="21" y="22"/>
                    <a:pt x="21" y="22"/>
                  </a:cubicBezTo>
                  <a:cubicBezTo>
                    <a:pt x="21" y="21"/>
                    <a:pt x="21" y="21"/>
                    <a:pt x="21" y="21"/>
                  </a:cubicBezTo>
                  <a:cubicBezTo>
                    <a:pt x="21" y="20"/>
                    <a:pt x="21" y="20"/>
                    <a:pt x="21" y="20"/>
                  </a:cubicBezTo>
                  <a:cubicBezTo>
                    <a:pt x="21" y="20"/>
                    <a:pt x="21" y="20"/>
                    <a:pt x="21" y="20"/>
                  </a:cubicBezTo>
                  <a:cubicBezTo>
                    <a:pt x="21" y="20"/>
                    <a:pt x="21" y="20"/>
                    <a:pt x="21" y="20"/>
                  </a:cubicBezTo>
                  <a:cubicBezTo>
                    <a:pt x="20" y="20"/>
                    <a:pt x="20" y="20"/>
                    <a:pt x="20" y="20"/>
                  </a:cubicBezTo>
                  <a:cubicBezTo>
                    <a:pt x="19" y="21"/>
                    <a:pt x="19" y="21"/>
                    <a:pt x="19" y="21"/>
                  </a:cubicBezTo>
                  <a:cubicBezTo>
                    <a:pt x="18" y="22"/>
                    <a:pt x="18" y="22"/>
                    <a:pt x="18" y="22"/>
                  </a:cubicBezTo>
                  <a:cubicBezTo>
                    <a:pt x="17" y="22"/>
                    <a:pt x="17" y="22"/>
                    <a:pt x="17" y="22"/>
                  </a:cubicBezTo>
                  <a:lnTo>
                    <a:pt x="19" y="21"/>
                  </a:lnTo>
                  <a:close/>
                  <a:moveTo>
                    <a:pt x="21" y="20"/>
                  </a:moveTo>
                  <a:cubicBezTo>
                    <a:pt x="21" y="20"/>
                    <a:pt x="21" y="20"/>
                    <a:pt x="21" y="20"/>
                  </a:cubicBezTo>
                  <a:cubicBezTo>
                    <a:pt x="21" y="19"/>
                    <a:pt x="21" y="19"/>
                    <a:pt x="21" y="19"/>
                  </a:cubicBezTo>
                  <a:cubicBezTo>
                    <a:pt x="20" y="19"/>
                    <a:pt x="20" y="19"/>
                    <a:pt x="20" y="19"/>
                  </a:cubicBezTo>
                  <a:cubicBezTo>
                    <a:pt x="19" y="20"/>
                    <a:pt x="19" y="20"/>
                    <a:pt x="19" y="20"/>
                  </a:cubicBezTo>
                  <a:cubicBezTo>
                    <a:pt x="19" y="20"/>
                    <a:pt x="19" y="20"/>
                    <a:pt x="19" y="20"/>
                  </a:cubicBezTo>
                  <a:cubicBezTo>
                    <a:pt x="20" y="20"/>
                    <a:pt x="20" y="20"/>
                    <a:pt x="20" y="20"/>
                  </a:cubicBezTo>
                  <a:cubicBezTo>
                    <a:pt x="20" y="20"/>
                    <a:pt x="20" y="20"/>
                    <a:pt x="20" y="20"/>
                  </a:cubicBezTo>
                  <a:cubicBezTo>
                    <a:pt x="21" y="20"/>
                    <a:pt x="21" y="20"/>
                    <a:pt x="21" y="20"/>
                  </a:cubicBezTo>
                  <a:close/>
                  <a:moveTo>
                    <a:pt x="16" y="21"/>
                  </a:moveTo>
                  <a:cubicBezTo>
                    <a:pt x="14" y="22"/>
                    <a:pt x="14" y="22"/>
                    <a:pt x="14" y="22"/>
                  </a:cubicBezTo>
                  <a:cubicBezTo>
                    <a:pt x="14" y="22"/>
                    <a:pt x="14" y="22"/>
                    <a:pt x="14" y="22"/>
                  </a:cubicBezTo>
                  <a:cubicBezTo>
                    <a:pt x="15" y="22"/>
                    <a:pt x="15" y="22"/>
                    <a:pt x="15" y="22"/>
                  </a:cubicBezTo>
                  <a:cubicBezTo>
                    <a:pt x="15" y="22"/>
                    <a:pt x="15" y="22"/>
                    <a:pt x="15" y="22"/>
                  </a:cubicBezTo>
                  <a:cubicBezTo>
                    <a:pt x="16" y="22"/>
                    <a:pt x="16" y="22"/>
                    <a:pt x="16" y="22"/>
                  </a:cubicBezTo>
                  <a:cubicBezTo>
                    <a:pt x="18" y="21"/>
                    <a:pt x="18" y="21"/>
                    <a:pt x="18" y="21"/>
                  </a:cubicBezTo>
                  <a:cubicBezTo>
                    <a:pt x="19" y="20"/>
                    <a:pt x="19" y="20"/>
                    <a:pt x="19" y="20"/>
                  </a:cubicBezTo>
                  <a:cubicBezTo>
                    <a:pt x="19" y="20"/>
                    <a:pt x="19" y="20"/>
                    <a:pt x="19" y="20"/>
                  </a:cubicBezTo>
                  <a:cubicBezTo>
                    <a:pt x="18" y="20"/>
                    <a:pt x="18" y="20"/>
                    <a:pt x="18" y="20"/>
                  </a:cubicBezTo>
                  <a:cubicBezTo>
                    <a:pt x="17" y="20"/>
                    <a:pt x="17" y="20"/>
                    <a:pt x="17" y="20"/>
                  </a:cubicBezTo>
                  <a:lnTo>
                    <a:pt x="16" y="21"/>
                  </a:lnTo>
                  <a:close/>
                  <a:moveTo>
                    <a:pt x="16" y="15"/>
                  </a:moveTo>
                  <a:cubicBezTo>
                    <a:pt x="15" y="15"/>
                    <a:pt x="15" y="15"/>
                    <a:pt x="15" y="16"/>
                  </a:cubicBezTo>
                  <a:cubicBezTo>
                    <a:pt x="14" y="18"/>
                    <a:pt x="14" y="18"/>
                    <a:pt x="14" y="18"/>
                  </a:cubicBezTo>
                  <a:cubicBezTo>
                    <a:pt x="16" y="17"/>
                    <a:pt x="16" y="17"/>
                    <a:pt x="16" y="17"/>
                  </a:cubicBezTo>
                  <a:cubicBezTo>
                    <a:pt x="16" y="17"/>
                    <a:pt x="16" y="17"/>
                    <a:pt x="16" y="17"/>
                  </a:cubicBezTo>
                  <a:cubicBezTo>
                    <a:pt x="17" y="18"/>
                    <a:pt x="17" y="18"/>
                    <a:pt x="17" y="18"/>
                  </a:cubicBezTo>
                  <a:cubicBezTo>
                    <a:pt x="18" y="19"/>
                    <a:pt x="18" y="19"/>
                    <a:pt x="18" y="19"/>
                  </a:cubicBezTo>
                  <a:cubicBezTo>
                    <a:pt x="20" y="19"/>
                    <a:pt x="20" y="19"/>
                    <a:pt x="20" y="19"/>
                  </a:cubicBezTo>
                  <a:cubicBezTo>
                    <a:pt x="21" y="19"/>
                    <a:pt x="21" y="19"/>
                    <a:pt x="21" y="19"/>
                  </a:cubicBezTo>
                  <a:cubicBezTo>
                    <a:pt x="20" y="17"/>
                    <a:pt x="20" y="17"/>
                    <a:pt x="20" y="17"/>
                  </a:cubicBezTo>
                  <a:cubicBezTo>
                    <a:pt x="19" y="15"/>
                    <a:pt x="19" y="15"/>
                    <a:pt x="19" y="15"/>
                  </a:cubicBezTo>
                  <a:lnTo>
                    <a:pt x="16" y="15"/>
                  </a:lnTo>
                  <a:close/>
                  <a:moveTo>
                    <a:pt x="20" y="15"/>
                  </a:moveTo>
                  <a:cubicBezTo>
                    <a:pt x="20" y="15"/>
                    <a:pt x="20" y="15"/>
                    <a:pt x="20" y="15"/>
                  </a:cubicBezTo>
                  <a:cubicBezTo>
                    <a:pt x="20" y="15"/>
                    <a:pt x="20" y="15"/>
                    <a:pt x="20" y="15"/>
                  </a:cubicBezTo>
                  <a:close/>
                  <a:moveTo>
                    <a:pt x="26" y="13"/>
                  </a:moveTo>
                  <a:cubicBezTo>
                    <a:pt x="26" y="14"/>
                    <a:pt x="26" y="14"/>
                    <a:pt x="26" y="14"/>
                  </a:cubicBezTo>
                  <a:cubicBezTo>
                    <a:pt x="26" y="14"/>
                    <a:pt x="26" y="14"/>
                    <a:pt x="26" y="14"/>
                  </a:cubicBezTo>
                  <a:lnTo>
                    <a:pt x="26" y="13"/>
                  </a:lnTo>
                  <a:close/>
                  <a:moveTo>
                    <a:pt x="28" y="16"/>
                  </a:moveTo>
                  <a:cubicBezTo>
                    <a:pt x="28" y="16"/>
                    <a:pt x="28" y="16"/>
                    <a:pt x="28" y="16"/>
                  </a:cubicBezTo>
                  <a:cubicBezTo>
                    <a:pt x="28" y="16"/>
                    <a:pt x="28" y="16"/>
                    <a:pt x="28" y="16"/>
                  </a:cubicBezTo>
                  <a:cubicBezTo>
                    <a:pt x="28" y="14"/>
                    <a:pt x="28" y="14"/>
                    <a:pt x="28" y="14"/>
                  </a:cubicBezTo>
                  <a:cubicBezTo>
                    <a:pt x="27" y="14"/>
                    <a:pt x="27" y="14"/>
                    <a:pt x="27" y="14"/>
                  </a:cubicBezTo>
                  <a:cubicBezTo>
                    <a:pt x="27" y="14"/>
                    <a:pt x="27" y="14"/>
                    <a:pt x="27" y="14"/>
                  </a:cubicBezTo>
                  <a:cubicBezTo>
                    <a:pt x="26" y="14"/>
                    <a:pt x="26" y="14"/>
                    <a:pt x="26" y="14"/>
                  </a:cubicBezTo>
                  <a:cubicBezTo>
                    <a:pt x="25" y="14"/>
                    <a:pt x="25" y="14"/>
                    <a:pt x="25" y="14"/>
                  </a:cubicBezTo>
                  <a:cubicBezTo>
                    <a:pt x="24" y="14"/>
                    <a:pt x="24" y="14"/>
                    <a:pt x="24" y="14"/>
                  </a:cubicBezTo>
                  <a:cubicBezTo>
                    <a:pt x="22" y="14"/>
                    <a:pt x="22" y="13"/>
                    <a:pt x="21" y="13"/>
                  </a:cubicBezTo>
                  <a:cubicBezTo>
                    <a:pt x="20" y="15"/>
                    <a:pt x="20" y="15"/>
                    <a:pt x="20" y="15"/>
                  </a:cubicBezTo>
                  <a:cubicBezTo>
                    <a:pt x="20" y="15"/>
                    <a:pt x="20" y="15"/>
                    <a:pt x="20" y="15"/>
                  </a:cubicBezTo>
                  <a:cubicBezTo>
                    <a:pt x="21" y="14"/>
                    <a:pt x="21" y="14"/>
                    <a:pt x="21" y="14"/>
                  </a:cubicBezTo>
                  <a:cubicBezTo>
                    <a:pt x="22" y="14"/>
                    <a:pt x="22" y="14"/>
                    <a:pt x="22" y="14"/>
                  </a:cubicBezTo>
                  <a:cubicBezTo>
                    <a:pt x="23" y="14"/>
                    <a:pt x="23" y="14"/>
                    <a:pt x="23" y="14"/>
                  </a:cubicBezTo>
                  <a:cubicBezTo>
                    <a:pt x="24" y="15"/>
                    <a:pt x="24" y="15"/>
                    <a:pt x="24" y="15"/>
                  </a:cubicBezTo>
                  <a:cubicBezTo>
                    <a:pt x="24" y="15"/>
                    <a:pt x="24" y="15"/>
                    <a:pt x="24" y="15"/>
                  </a:cubicBezTo>
                  <a:cubicBezTo>
                    <a:pt x="25" y="15"/>
                    <a:pt x="25" y="15"/>
                    <a:pt x="25" y="15"/>
                  </a:cubicBezTo>
                  <a:cubicBezTo>
                    <a:pt x="24" y="16"/>
                    <a:pt x="24" y="16"/>
                    <a:pt x="24" y="16"/>
                  </a:cubicBezTo>
                  <a:cubicBezTo>
                    <a:pt x="24" y="16"/>
                    <a:pt x="24" y="16"/>
                    <a:pt x="24" y="16"/>
                  </a:cubicBezTo>
                  <a:cubicBezTo>
                    <a:pt x="25" y="17"/>
                    <a:pt x="25" y="17"/>
                    <a:pt x="25" y="17"/>
                  </a:cubicBezTo>
                  <a:cubicBezTo>
                    <a:pt x="25" y="17"/>
                    <a:pt x="25" y="17"/>
                    <a:pt x="25" y="17"/>
                  </a:cubicBezTo>
                  <a:cubicBezTo>
                    <a:pt x="25" y="18"/>
                    <a:pt x="25" y="18"/>
                    <a:pt x="25" y="18"/>
                  </a:cubicBezTo>
                  <a:cubicBezTo>
                    <a:pt x="25" y="18"/>
                    <a:pt x="25" y="18"/>
                    <a:pt x="25" y="18"/>
                  </a:cubicBezTo>
                  <a:cubicBezTo>
                    <a:pt x="23" y="17"/>
                    <a:pt x="23" y="17"/>
                    <a:pt x="23" y="17"/>
                  </a:cubicBezTo>
                  <a:cubicBezTo>
                    <a:pt x="22" y="18"/>
                    <a:pt x="22" y="18"/>
                    <a:pt x="22" y="18"/>
                  </a:cubicBezTo>
                  <a:cubicBezTo>
                    <a:pt x="21" y="17"/>
                    <a:pt x="21" y="17"/>
                    <a:pt x="21" y="17"/>
                  </a:cubicBezTo>
                  <a:cubicBezTo>
                    <a:pt x="22" y="19"/>
                    <a:pt x="22" y="19"/>
                    <a:pt x="22" y="19"/>
                  </a:cubicBezTo>
                  <a:cubicBezTo>
                    <a:pt x="22" y="19"/>
                    <a:pt x="22" y="19"/>
                    <a:pt x="22" y="19"/>
                  </a:cubicBezTo>
                  <a:cubicBezTo>
                    <a:pt x="22" y="20"/>
                    <a:pt x="22" y="20"/>
                    <a:pt x="22" y="20"/>
                  </a:cubicBezTo>
                  <a:cubicBezTo>
                    <a:pt x="22" y="22"/>
                    <a:pt x="22" y="22"/>
                    <a:pt x="22" y="22"/>
                  </a:cubicBezTo>
                  <a:cubicBezTo>
                    <a:pt x="22" y="23"/>
                    <a:pt x="22" y="23"/>
                    <a:pt x="22" y="23"/>
                  </a:cubicBezTo>
                  <a:cubicBezTo>
                    <a:pt x="22" y="23"/>
                    <a:pt x="22" y="23"/>
                    <a:pt x="22" y="23"/>
                  </a:cubicBezTo>
                  <a:cubicBezTo>
                    <a:pt x="22" y="24"/>
                    <a:pt x="21" y="25"/>
                    <a:pt x="19" y="26"/>
                  </a:cubicBezTo>
                  <a:cubicBezTo>
                    <a:pt x="18" y="27"/>
                    <a:pt x="16" y="29"/>
                    <a:pt x="15" y="30"/>
                  </a:cubicBezTo>
                  <a:cubicBezTo>
                    <a:pt x="13" y="32"/>
                    <a:pt x="13" y="34"/>
                    <a:pt x="13" y="35"/>
                  </a:cubicBezTo>
                  <a:cubicBezTo>
                    <a:pt x="11" y="36"/>
                    <a:pt x="11" y="36"/>
                    <a:pt x="11" y="36"/>
                  </a:cubicBezTo>
                  <a:cubicBezTo>
                    <a:pt x="11" y="36"/>
                    <a:pt x="11" y="36"/>
                    <a:pt x="11" y="36"/>
                  </a:cubicBezTo>
                  <a:cubicBezTo>
                    <a:pt x="11" y="36"/>
                    <a:pt x="11" y="36"/>
                    <a:pt x="11" y="36"/>
                  </a:cubicBezTo>
                  <a:cubicBezTo>
                    <a:pt x="14" y="35"/>
                    <a:pt x="14" y="35"/>
                    <a:pt x="14" y="35"/>
                  </a:cubicBezTo>
                  <a:cubicBezTo>
                    <a:pt x="16" y="34"/>
                    <a:pt x="16" y="34"/>
                    <a:pt x="16" y="34"/>
                  </a:cubicBezTo>
                  <a:cubicBezTo>
                    <a:pt x="17" y="35"/>
                    <a:pt x="17" y="35"/>
                    <a:pt x="17" y="35"/>
                  </a:cubicBezTo>
                  <a:cubicBezTo>
                    <a:pt x="18" y="36"/>
                    <a:pt x="18" y="36"/>
                    <a:pt x="18" y="36"/>
                  </a:cubicBezTo>
                  <a:cubicBezTo>
                    <a:pt x="19" y="35"/>
                    <a:pt x="19" y="35"/>
                    <a:pt x="19" y="35"/>
                  </a:cubicBezTo>
                  <a:cubicBezTo>
                    <a:pt x="19" y="33"/>
                    <a:pt x="19" y="33"/>
                    <a:pt x="19" y="33"/>
                  </a:cubicBezTo>
                  <a:cubicBezTo>
                    <a:pt x="20" y="33"/>
                    <a:pt x="20" y="33"/>
                    <a:pt x="20" y="33"/>
                  </a:cubicBezTo>
                  <a:cubicBezTo>
                    <a:pt x="20" y="33"/>
                    <a:pt x="20" y="33"/>
                    <a:pt x="20" y="33"/>
                  </a:cubicBezTo>
                  <a:cubicBezTo>
                    <a:pt x="21" y="34"/>
                    <a:pt x="21" y="34"/>
                    <a:pt x="21" y="34"/>
                  </a:cubicBezTo>
                  <a:cubicBezTo>
                    <a:pt x="21" y="35"/>
                    <a:pt x="21" y="35"/>
                    <a:pt x="21" y="35"/>
                  </a:cubicBezTo>
                  <a:cubicBezTo>
                    <a:pt x="22" y="35"/>
                    <a:pt x="22" y="35"/>
                    <a:pt x="22" y="35"/>
                  </a:cubicBezTo>
                  <a:cubicBezTo>
                    <a:pt x="22" y="35"/>
                    <a:pt x="22" y="35"/>
                    <a:pt x="22" y="35"/>
                  </a:cubicBezTo>
                  <a:cubicBezTo>
                    <a:pt x="23" y="33"/>
                    <a:pt x="23" y="33"/>
                    <a:pt x="23" y="33"/>
                  </a:cubicBezTo>
                  <a:cubicBezTo>
                    <a:pt x="24" y="33"/>
                    <a:pt x="24" y="33"/>
                    <a:pt x="24" y="33"/>
                  </a:cubicBezTo>
                  <a:cubicBezTo>
                    <a:pt x="24" y="33"/>
                    <a:pt x="24" y="33"/>
                    <a:pt x="24" y="33"/>
                  </a:cubicBezTo>
                  <a:cubicBezTo>
                    <a:pt x="24" y="34"/>
                    <a:pt x="24" y="34"/>
                    <a:pt x="24" y="34"/>
                  </a:cubicBezTo>
                  <a:cubicBezTo>
                    <a:pt x="25" y="35"/>
                    <a:pt x="25" y="35"/>
                    <a:pt x="25" y="35"/>
                  </a:cubicBezTo>
                  <a:cubicBezTo>
                    <a:pt x="25" y="35"/>
                    <a:pt x="25" y="35"/>
                    <a:pt x="25" y="35"/>
                  </a:cubicBezTo>
                  <a:cubicBezTo>
                    <a:pt x="28" y="33"/>
                    <a:pt x="28" y="33"/>
                    <a:pt x="28" y="33"/>
                  </a:cubicBezTo>
                  <a:cubicBezTo>
                    <a:pt x="28" y="32"/>
                    <a:pt x="28" y="32"/>
                    <a:pt x="28" y="31"/>
                  </a:cubicBezTo>
                  <a:cubicBezTo>
                    <a:pt x="28" y="30"/>
                    <a:pt x="28" y="30"/>
                    <a:pt x="28" y="30"/>
                  </a:cubicBezTo>
                  <a:cubicBezTo>
                    <a:pt x="28" y="29"/>
                    <a:pt x="29" y="28"/>
                    <a:pt x="29" y="26"/>
                  </a:cubicBezTo>
                  <a:cubicBezTo>
                    <a:pt x="29" y="26"/>
                    <a:pt x="29" y="26"/>
                    <a:pt x="29" y="26"/>
                  </a:cubicBezTo>
                  <a:cubicBezTo>
                    <a:pt x="29" y="26"/>
                    <a:pt x="29" y="26"/>
                    <a:pt x="29" y="26"/>
                  </a:cubicBezTo>
                  <a:cubicBezTo>
                    <a:pt x="29" y="26"/>
                    <a:pt x="29" y="26"/>
                    <a:pt x="29" y="26"/>
                  </a:cubicBezTo>
                  <a:cubicBezTo>
                    <a:pt x="29" y="25"/>
                    <a:pt x="29" y="25"/>
                    <a:pt x="29" y="25"/>
                  </a:cubicBezTo>
                  <a:cubicBezTo>
                    <a:pt x="30" y="23"/>
                    <a:pt x="30" y="23"/>
                    <a:pt x="30" y="23"/>
                  </a:cubicBezTo>
                  <a:cubicBezTo>
                    <a:pt x="30" y="21"/>
                    <a:pt x="30" y="21"/>
                    <a:pt x="30" y="21"/>
                  </a:cubicBezTo>
                  <a:cubicBezTo>
                    <a:pt x="30" y="18"/>
                    <a:pt x="28" y="17"/>
                    <a:pt x="28" y="16"/>
                  </a:cubicBezTo>
                  <a:moveTo>
                    <a:pt x="29" y="31"/>
                  </a:moveTo>
                  <a:cubicBezTo>
                    <a:pt x="29" y="32"/>
                    <a:pt x="29" y="32"/>
                    <a:pt x="29" y="32"/>
                  </a:cubicBezTo>
                  <a:cubicBezTo>
                    <a:pt x="29" y="32"/>
                    <a:pt x="29" y="32"/>
                    <a:pt x="29" y="32"/>
                  </a:cubicBezTo>
                  <a:cubicBezTo>
                    <a:pt x="31" y="32"/>
                    <a:pt x="32" y="31"/>
                    <a:pt x="32" y="29"/>
                  </a:cubicBezTo>
                  <a:cubicBezTo>
                    <a:pt x="32" y="28"/>
                    <a:pt x="32" y="28"/>
                    <a:pt x="32" y="28"/>
                  </a:cubicBezTo>
                  <a:cubicBezTo>
                    <a:pt x="31" y="28"/>
                    <a:pt x="30" y="27"/>
                    <a:pt x="29" y="27"/>
                  </a:cubicBezTo>
                  <a:cubicBezTo>
                    <a:pt x="29" y="28"/>
                    <a:pt x="29" y="30"/>
                    <a:pt x="29" y="30"/>
                  </a:cubicBezTo>
                  <a:lnTo>
                    <a:pt x="29" y="31"/>
                  </a:lnTo>
                  <a:close/>
                  <a:moveTo>
                    <a:pt x="33" y="18"/>
                  </a:moveTo>
                  <a:cubicBezTo>
                    <a:pt x="33" y="18"/>
                    <a:pt x="33" y="18"/>
                    <a:pt x="33" y="18"/>
                  </a:cubicBezTo>
                  <a:cubicBezTo>
                    <a:pt x="33" y="17"/>
                    <a:pt x="33" y="17"/>
                    <a:pt x="33" y="17"/>
                  </a:cubicBezTo>
                  <a:cubicBezTo>
                    <a:pt x="32" y="16"/>
                    <a:pt x="32" y="16"/>
                    <a:pt x="32" y="16"/>
                  </a:cubicBezTo>
                  <a:cubicBezTo>
                    <a:pt x="31" y="18"/>
                    <a:pt x="31" y="18"/>
                    <a:pt x="31" y="18"/>
                  </a:cubicBezTo>
                  <a:cubicBezTo>
                    <a:pt x="31" y="19"/>
                    <a:pt x="31" y="20"/>
                    <a:pt x="30" y="20"/>
                  </a:cubicBezTo>
                  <a:cubicBezTo>
                    <a:pt x="30" y="20"/>
                    <a:pt x="30" y="20"/>
                    <a:pt x="30" y="20"/>
                  </a:cubicBezTo>
                  <a:cubicBezTo>
                    <a:pt x="30" y="21"/>
                    <a:pt x="30" y="21"/>
                    <a:pt x="30" y="21"/>
                  </a:cubicBezTo>
                  <a:cubicBezTo>
                    <a:pt x="30" y="21"/>
                    <a:pt x="30" y="21"/>
                    <a:pt x="30" y="21"/>
                  </a:cubicBezTo>
                  <a:cubicBezTo>
                    <a:pt x="30" y="22"/>
                    <a:pt x="30" y="22"/>
                    <a:pt x="30" y="22"/>
                  </a:cubicBezTo>
                  <a:cubicBezTo>
                    <a:pt x="30" y="23"/>
                    <a:pt x="30" y="23"/>
                    <a:pt x="30" y="23"/>
                  </a:cubicBezTo>
                  <a:cubicBezTo>
                    <a:pt x="30" y="24"/>
                    <a:pt x="30" y="24"/>
                    <a:pt x="30" y="24"/>
                  </a:cubicBezTo>
                  <a:cubicBezTo>
                    <a:pt x="32" y="22"/>
                    <a:pt x="32" y="22"/>
                    <a:pt x="32" y="22"/>
                  </a:cubicBezTo>
                  <a:cubicBezTo>
                    <a:pt x="33" y="21"/>
                    <a:pt x="33" y="21"/>
                    <a:pt x="33" y="21"/>
                  </a:cubicBezTo>
                  <a:cubicBezTo>
                    <a:pt x="33" y="21"/>
                    <a:pt x="33" y="21"/>
                    <a:pt x="33" y="21"/>
                  </a:cubicBezTo>
                  <a:cubicBezTo>
                    <a:pt x="33" y="20"/>
                    <a:pt x="33" y="20"/>
                    <a:pt x="33" y="20"/>
                  </a:cubicBezTo>
                  <a:lnTo>
                    <a:pt x="33" y="18"/>
                  </a:lnTo>
                  <a:close/>
                  <a:moveTo>
                    <a:pt x="35" y="13"/>
                  </a:moveTo>
                  <a:cubicBezTo>
                    <a:pt x="35" y="13"/>
                    <a:pt x="35" y="13"/>
                    <a:pt x="35" y="13"/>
                  </a:cubicBezTo>
                  <a:cubicBezTo>
                    <a:pt x="35" y="13"/>
                    <a:pt x="35" y="13"/>
                    <a:pt x="35" y="13"/>
                  </a:cubicBezTo>
                  <a:cubicBezTo>
                    <a:pt x="34" y="11"/>
                    <a:pt x="34" y="11"/>
                    <a:pt x="34" y="11"/>
                  </a:cubicBezTo>
                  <a:cubicBezTo>
                    <a:pt x="34" y="12"/>
                    <a:pt x="34" y="16"/>
                    <a:pt x="33" y="17"/>
                  </a:cubicBezTo>
                  <a:cubicBezTo>
                    <a:pt x="33" y="18"/>
                    <a:pt x="34" y="19"/>
                    <a:pt x="34" y="20"/>
                  </a:cubicBezTo>
                  <a:cubicBezTo>
                    <a:pt x="34" y="20"/>
                    <a:pt x="34" y="20"/>
                    <a:pt x="34" y="20"/>
                  </a:cubicBezTo>
                  <a:cubicBezTo>
                    <a:pt x="35" y="18"/>
                    <a:pt x="35" y="18"/>
                    <a:pt x="35" y="18"/>
                  </a:cubicBezTo>
                  <a:cubicBezTo>
                    <a:pt x="36" y="16"/>
                    <a:pt x="36" y="16"/>
                    <a:pt x="36" y="16"/>
                  </a:cubicBezTo>
                  <a:cubicBezTo>
                    <a:pt x="36" y="16"/>
                    <a:pt x="36" y="16"/>
                    <a:pt x="36" y="16"/>
                  </a:cubicBezTo>
                  <a:cubicBezTo>
                    <a:pt x="36" y="16"/>
                    <a:pt x="36" y="16"/>
                    <a:pt x="36" y="16"/>
                  </a:cubicBezTo>
                  <a:cubicBezTo>
                    <a:pt x="36" y="15"/>
                    <a:pt x="35" y="14"/>
                    <a:pt x="35" y="13"/>
                  </a:cubicBezTo>
                  <a:moveTo>
                    <a:pt x="36" y="1"/>
                  </a:moveTo>
                  <a:cubicBezTo>
                    <a:pt x="36" y="2"/>
                    <a:pt x="36" y="5"/>
                    <a:pt x="36" y="8"/>
                  </a:cubicBezTo>
                  <a:cubicBezTo>
                    <a:pt x="36" y="9"/>
                    <a:pt x="36" y="11"/>
                    <a:pt x="35" y="12"/>
                  </a:cubicBezTo>
                  <a:cubicBezTo>
                    <a:pt x="35" y="12"/>
                    <a:pt x="36" y="13"/>
                    <a:pt x="36" y="14"/>
                  </a:cubicBezTo>
                  <a:cubicBezTo>
                    <a:pt x="36" y="14"/>
                    <a:pt x="38" y="10"/>
                    <a:pt x="38" y="7"/>
                  </a:cubicBezTo>
                  <a:cubicBezTo>
                    <a:pt x="38" y="5"/>
                    <a:pt x="37" y="3"/>
                    <a:pt x="36" y="1"/>
                  </a:cubicBezTo>
                  <a:moveTo>
                    <a:pt x="37" y="2"/>
                  </a:moveTo>
                  <a:cubicBezTo>
                    <a:pt x="38" y="4"/>
                    <a:pt x="38" y="5"/>
                    <a:pt x="38" y="7"/>
                  </a:cubicBezTo>
                  <a:cubicBezTo>
                    <a:pt x="38" y="11"/>
                    <a:pt x="36" y="15"/>
                    <a:pt x="36" y="15"/>
                  </a:cubicBezTo>
                  <a:cubicBezTo>
                    <a:pt x="36" y="15"/>
                    <a:pt x="36" y="15"/>
                    <a:pt x="36" y="15"/>
                  </a:cubicBezTo>
                  <a:cubicBezTo>
                    <a:pt x="37" y="16"/>
                    <a:pt x="37" y="16"/>
                    <a:pt x="37" y="16"/>
                  </a:cubicBezTo>
                  <a:cubicBezTo>
                    <a:pt x="37" y="15"/>
                    <a:pt x="37" y="15"/>
                    <a:pt x="37" y="15"/>
                  </a:cubicBezTo>
                  <a:cubicBezTo>
                    <a:pt x="39" y="12"/>
                    <a:pt x="39" y="12"/>
                    <a:pt x="39" y="12"/>
                  </a:cubicBezTo>
                  <a:cubicBezTo>
                    <a:pt x="39" y="10"/>
                    <a:pt x="39" y="10"/>
                    <a:pt x="39" y="10"/>
                  </a:cubicBezTo>
                  <a:cubicBezTo>
                    <a:pt x="39" y="10"/>
                    <a:pt x="39" y="10"/>
                    <a:pt x="39" y="10"/>
                  </a:cubicBezTo>
                  <a:cubicBezTo>
                    <a:pt x="39" y="10"/>
                    <a:pt x="39" y="10"/>
                    <a:pt x="39" y="10"/>
                  </a:cubicBezTo>
                  <a:cubicBezTo>
                    <a:pt x="39" y="10"/>
                    <a:pt x="39" y="10"/>
                    <a:pt x="39" y="10"/>
                  </a:cubicBezTo>
                  <a:cubicBezTo>
                    <a:pt x="39" y="9"/>
                    <a:pt x="39" y="9"/>
                    <a:pt x="39" y="9"/>
                  </a:cubicBezTo>
                  <a:cubicBezTo>
                    <a:pt x="39" y="7"/>
                    <a:pt x="38" y="4"/>
                    <a:pt x="37" y="2"/>
                  </a:cubicBezTo>
                  <a:moveTo>
                    <a:pt x="40" y="12"/>
                  </a:moveTo>
                  <a:cubicBezTo>
                    <a:pt x="40" y="11"/>
                    <a:pt x="40" y="11"/>
                    <a:pt x="40" y="11"/>
                  </a:cubicBezTo>
                  <a:cubicBezTo>
                    <a:pt x="39" y="13"/>
                    <a:pt x="37" y="16"/>
                    <a:pt x="37" y="17"/>
                  </a:cubicBezTo>
                  <a:cubicBezTo>
                    <a:pt x="37" y="18"/>
                    <a:pt x="37" y="18"/>
                    <a:pt x="37" y="18"/>
                  </a:cubicBezTo>
                  <a:cubicBezTo>
                    <a:pt x="37" y="20"/>
                    <a:pt x="37" y="20"/>
                    <a:pt x="37" y="20"/>
                  </a:cubicBezTo>
                  <a:cubicBezTo>
                    <a:pt x="38" y="20"/>
                    <a:pt x="38" y="20"/>
                    <a:pt x="38" y="20"/>
                  </a:cubicBezTo>
                  <a:cubicBezTo>
                    <a:pt x="38" y="20"/>
                    <a:pt x="40" y="16"/>
                    <a:pt x="40" y="12"/>
                  </a:cubicBezTo>
                  <a:close/>
                  <a:moveTo>
                    <a:pt x="27" y="44"/>
                  </a:moveTo>
                  <a:cubicBezTo>
                    <a:pt x="26" y="41"/>
                    <a:pt x="26" y="41"/>
                    <a:pt x="26" y="41"/>
                  </a:cubicBezTo>
                  <a:cubicBezTo>
                    <a:pt x="26" y="41"/>
                    <a:pt x="26" y="41"/>
                    <a:pt x="26" y="41"/>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1"/>
                    <a:pt x="23" y="41"/>
                    <a:pt x="23" y="41"/>
                  </a:cubicBezTo>
                  <a:cubicBezTo>
                    <a:pt x="23" y="42"/>
                    <a:pt x="25" y="43"/>
                    <a:pt x="27" y="44"/>
                  </a:cubicBezTo>
                  <a:moveTo>
                    <a:pt x="27" y="44"/>
                  </a:moveTo>
                  <a:cubicBezTo>
                    <a:pt x="29" y="48"/>
                    <a:pt x="29" y="48"/>
                    <a:pt x="29" y="48"/>
                  </a:cubicBezTo>
                  <a:cubicBezTo>
                    <a:pt x="29" y="47"/>
                    <a:pt x="29" y="47"/>
                    <a:pt x="29" y="47"/>
                  </a:cubicBezTo>
                  <a:cubicBezTo>
                    <a:pt x="29" y="46"/>
                    <a:pt x="28" y="45"/>
                    <a:pt x="28" y="44"/>
                  </a:cubicBezTo>
                  <a:cubicBezTo>
                    <a:pt x="28" y="44"/>
                    <a:pt x="28" y="44"/>
                    <a:pt x="28" y="44"/>
                  </a:cubicBezTo>
                  <a:cubicBezTo>
                    <a:pt x="28" y="44"/>
                    <a:pt x="28" y="44"/>
                    <a:pt x="28" y="44"/>
                  </a:cubicBezTo>
                  <a:lnTo>
                    <a:pt x="27" y="44"/>
                  </a:lnTo>
                  <a:close/>
                  <a:moveTo>
                    <a:pt x="28" y="44"/>
                  </a:moveTo>
                  <a:cubicBezTo>
                    <a:pt x="28" y="42"/>
                    <a:pt x="28" y="42"/>
                    <a:pt x="28" y="42"/>
                  </a:cubicBezTo>
                  <a:cubicBezTo>
                    <a:pt x="28" y="42"/>
                    <a:pt x="28" y="42"/>
                    <a:pt x="28" y="42"/>
                  </a:cubicBezTo>
                  <a:cubicBezTo>
                    <a:pt x="27" y="41"/>
                    <a:pt x="27" y="41"/>
                    <a:pt x="27" y="41"/>
                  </a:cubicBezTo>
                  <a:lnTo>
                    <a:pt x="28" y="44"/>
                  </a:lnTo>
                  <a:close/>
                  <a:moveTo>
                    <a:pt x="28" y="44"/>
                  </a:moveTo>
                  <a:cubicBezTo>
                    <a:pt x="28" y="44"/>
                    <a:pt x="28" y="44"/>
                    <a:pt x="28" y="44"/>
                  </a:cubicBezTo>
                  <a:cubicBezTo>
                    <a:pt x="29" y="44"/>
                    <a:pt x="30" y="45"/>
                    <a:pt x="33" y="45"/>
                  </a:cubicBezTo>
                  <a:cubicBezTo>
                    <a:pt x="31" y="45"/>
                    <a:pt x="30" y="43"/>
                    <a:pt x="30" y="42"/>
                  </a:cubicBezTo>
                  <a:cubicBezTo>
                    <a:pt x="29" y="42"/>
                    <a:pt x="29" y="42"/>
                    <a:pt x="29" y="42"/>
                  </a:cubicBezTo>
                  <a:lnTo>
                    <a:pt x="28" y="44"/>
                  </a:lnTo>
                  <a:close/>
                  <a:moveTo>
                    <a:pt x="37" y="34"/>
                  </a:moveTo>
                  <a:cubicBezTo>
                    <a:pt x="38" y="34"/>
                    <a:pt x="38" y="34"/>
                    <a:pt x="38" y="34"/>
                  </a:cubicBezTo>
                  <a:cubicBezTo>
                    <a:pt x="38" y="34"/>
                    <a:pt x="38" y="34"/>
                    <a:pt x="38" y="34"/>
                  </a:cubicBezTo>
                  <a:cubicBezTo>
                    <a:pt x="38" y="34"/>
                    <a:pt x="38" y="34"/>
                    <a:pt x="38" y="34"/>
                  </a:cubicBezTo>
                  <a:cubicBezTo>
                    <a:pt x="38" y="34"/>
                    <a:pt x="38" y="34"/>
                    <a:pt x="38" y="34"/>
                  </a:cubicBezTo>
                  <a:cubicBezTo>
                    <a:pt x="38" y="34"/>
                    <a:pt x="38" y="34"/>
                    <a:pt x="38" y="34"/>
                  </a:cubicBezTo>
                  <a:cubicBezTo>
                    <a:pt x="39" y="34"/>
                    <a:pt x="39" y="34"/>
                    <a:pt x="39" y="34"/>
                  </a:cubicBezTo>
                  <a:cubicBezTo>
                    <a:pt x="37" y="32"/>
                    <a:pt x="37" y="32"/>
                    <a:pt x="37" y="32"/>
                  </a:cubicBezTo>
                  <a:cubicBezTo>
                    <a:pt x="37" y="34"/>
                    <a:pt x="37" y="34"/>
                    <a:pt x="37" y="34"/>
                  </a:cubicBezTo>
                  <a:cubicBezTo>
                    <a:pt x="37" y="34"/>
                    <a:pt x="37" y="34"/>
                    <a:pt x="37" y="34"/>
                  </a:cubicBezTo>
                  <a:close/>
                  <a:moveTo>
                    <a:pt x="37" y="38"/>
                  </a:moveTo>
                  <a:cubicBezTo>
                    <a:pt x="36" y="39"/>
                    <a:pt x="35" y="39"/>
                    <a:pt x="35" y="39"/>
                  </a:cubicBezTo>
                  <a:cubicBezTo>
                    <a:pt x="36" y="40"/>
                    <a:pt x="36" y="40"/>
                    <a:pt x="36" y="40"/>
                  </a:cubicBezTo>
                  <a:cubicBezTo>
                    <a:pt x="38" y="42"/>
                    <a:pt x="38" y="42"/>
                    <a:pt x="38" y="42"/>
                  </a:cubicBezTo>
                  <a:cubicBezTo>
                    <a:pt x="38" y="41"/>
                    <a:pt x="38" y="39"/>
                    <a:pt x="37" y="38"/>
                  </a:cubicBezTo>
                  <a:moveTo>
                    <a:pt x="34" y="40"/>
                  </a:moveTo>
                  <a:cubicBezTo>
                    <a:pt x="34" y="41"/>
                    <a:pt x="34" y="42"/>
                    <a:pt x="34" y="42"/>
                  </a:cubicBezTo>
                  <a:cubicBezTo>
                    <a:pt x="33" y="42"/>
                    <a:pt x="33" y="42"/>
                    <a:pt x="33" y="42"/>
                  </a:cubicBezTo>
                  <a:cubicBezTo>
                    <a:pt x="33" y="42"/>
                    <a:pt x="33" y="42"/>
                    <a:pt x="33" y="42"/>
                  </a:cubicBezTo>
                  <a:cubicBezTo>
                    <a:pt x="32" y="42"/>
                    <a:pt x="31" y="42"/>
                    <a:pt x="31" y="42"/>
                  </a:cubicBezTo>
                  <a:cubicBezTo>
                    <a:pt x="31" y="43"/>
                    <a:pt x="32" y="45"/>
                    <a:pt x="34" y="45"/>
                  </a:cubicBezTo>
                  <a:cubicBezTo>
                    <a:pt x="34" y="45"/>
                    <a:pt x="34" y="43"/>
                    <a:pt x="33" y="42"/>
                  </a:cubicBezTo>
                  <a:cubicBezTo>
                    <a:pt x="34" y="42"/>
                    <a:pt x="34" y="42"/>
                    <a:pt x="34" y="42"/>
                  </a:cubicBezTo>
                  <a:cubicBezTo>
                    <a:pt x="34" y="42"/>
                    <a:pt x="34" y="42"/>
                    <a:pt x="34" y="42"/>
                  </a:cubicBezTo>
                  <a:cubicBezTo>
                    <a:pt x="36" y="43"/>
                    <a:pt x="36" y="43"/>
                    <a:pt x="36" y="43"/>
                  </a:cubicBezTo>
                  <a:cubicBezTo>
                    <a:pt x="37" y="42"/>
                    <a:pt x="37" y="42"/>
                    <a:pt x="37" y="42"/>
                  </a:cubicBezTo>
                  <a:cubicBezTo>
                    <a:pt x="36" y="42"/>
                    <a:pt x="35" y="40"/>
                    <a:pt x="34" y="40"/>
                  </a:cubicBezTo>
                  <a:moveTo>
                    <a:pt x="37" y="44"/>
                  </a:moveTo>
                  <a:cubicBezTo>
                    <a:pt x="37" y="43"/>
                    <a:pt x="37" y="43"/>
                    <a:pt x="37" y="43"/>
                  </a:cubicBezTo>
                  <a:cubicBezTo>
                    <a:pt x="36" y="43"/>
                    <a:pt x="36" y="43"/>
                    <a:pt x="36" y="43"/>
                  </a:cubicBezTo>
                  <a:cubicBezTo>
                    <a:pt x="34" y="43"/>
                    <a:pt x="34" y="43"/>
                    <a:pt x="34" y="43"/>
                  </a:cubicBezTo>
                  <a:cubicBezTo>
                    <a:pt x="34" y="44"/>
                    <a:pt x="35" y="45"/>
                    <a:pt x="35" y="46"/>
                  </a:cubicBezTo>
                  <a:cubicBezTo>
                    <a:pt x="35" y="46"/>
                    <a:pt x="35" y="46"/>
                    <a:pt x="35" y="46"/>
                  </a:cubicBezTo>
                  <a:cubicBezTo>
                    <a:pt x="34" y="46"/>
                    <a:pt x="34" y="46"/>
                    <a:pt x="34" y="46"/>
                  </a:cubicBezTo>
                  <a:cubicBezTo>
                    <a:pt x="34" y="46"/>
                    <a:pt x="34" y="46"/>
                    <a:pt x="34" y="46"/>
                  </a:cubicBezTo>
                  <a:cubicBezTo>
                    <a:pt x="33" y="46"/>
                    <a:pt x="33" y="46"/>
                    <a:pt x="33" y="46"/>
                  </a:cubicBezTo>
                  <a:cubicBezTo>
                    <a:pt x="32" y="46"/>
                    <a:pt x="32" y="46"/>
                    <a:pt x="32" y="46"/>
                  </a:cubicBezTo>
                  <a:cubicBezTo>
                    <a:pt x="32" y="47"/>
                    <a:pt x="32" y="47"/>
                    <a:pt x="32" y="47"/>
                  </a:cubicBezTo>
                  <a:cubicBezTo>
                    <a:pt x="32" y="48"/>
                    <a:pt x="33" y="48"/>
                    <a:pt x="33" y="50"/>
                  </a:cubicBezTo>
                  <a:cubicBezTo>
                    <a:pt x="34" y="52"/>
                    <a:pt x="36" y="54"/>
                    <a:pt x="38" y="55"/>
                  </a:cubicBezTo>
                  <a:cubicBezTo>
                    <a:pt x="39" y="57"/>
                    <a:pt x="40" y="58"/>
                    <a:pt x="41" y="60"/>
                  </a:cubicBezTo>
                  <a:cubicBezTo>
                    <a:pt x="41" y="61"/>
                    <a:pt x="41" y="61"/>
                    <a:pt x="41" y="61"/>
                  </a:cubicBezTo>
                  <a:cubicBezTo>
                    <a:pt x="42" y="61"/>
                    <a:pt x="42" y="61"/>
                    <a:pt x="42" y="61"/>
                  </a:cubicBezTo>
                  <a:cubicBezTo>
                    <a:pt x="42" y="61"/>
                    <a:pt x="42" y="61"/>
                    <a:pt x="42" y="61"/>
                  </a:cubicBezTo>
                  <a:cubicBezTo>
                    <a:pt x="43" y="61"/>
                    <a:pt x="44" y="59"/>
                    <a:pt x="44" y="59"/>
                  </a:cubicBezTo>
                  <a:cubicBezTo>
                    <a:pt x="44" y="58"/>
                    <a:pt x="44" y="58"/>
                    <a:pt x="44" y="58"/>
                  </a:cubicBezTo>
                  <a:cubicBezTo>
                    <a:pt x="44" y="54"/>
                    <a:pt x="39" y="52"/>
                    <a:pt x="37" y="44"/>
                  </a:cubicBezTo>
                  <a:moveTo>
                    <a:pt x="31" y="42"/>
                  </a:moveTo>
                  <a:cubicBezTo>
                    <a:pt x="32" y="42"/>
                    <a:pt x="32" y="42"/>
                    <a:pt x="32" y="42"/>
                  </a:cubicBezTo>
                  <a:cubicBezTo>
                    <a:pt x="31" y="41"/>
                    <a:pt x="31" y="40"/>
                    <a:pt x="31" y="39"/>
                  </a:cubicBezTo>
                  <a:cubicBezTo>
                    <a:pt x="30" y="40"/>
                    <a:pt x="30" y="40"/>
                    <a:pt x="30" y="40"/>
                  </a:cubicBezTo>
                  <a:cubicBezTo>
                    <a:pt x="29" y="42"/>
                    <a:pt x="29" y="42"/>
                    <a:pt x="29" y="42"/>
                  </a:cubicBezTo>
                  <a:lnTo>
                    <a:pt x="31" y="42"/>
                  </a:lnTo>
                  <a:close/>
                  <a:moveTo>
                    <a:pt x="33" y="41"/>
                  </a:moveTo>
                  <a:cubicBezTo>
                    <a:pt x="34" y="39"/>
                    <a:pt x="34" y="39"/>
                    <a:pt x="34" y="39"/>
                  </a:cubicBezTo>
                  <a:cubicBezTo>
                    <a:pt x="34" y="39"/>
                    <a:pt x="34" y="39"/>
                    <a:pt x="34" y="39"/>
                  </a:cubicBezTo>
                  <a:cubicBezTo>
                    <a:pt x="34" y="39"/>
                    <a:pt x="34" y="39"/>
                    <a:pt x="34" y="39"/>
                  </a:cubicBezTo>
                  <a:cubicBezTo>
                    <a:pt x="34" y="39"/>
                    <a:pt x="34" y="39"/>
                    <a:pt x="34" y="39"/>
                  </a:cubicBezTo>
                  <a:cubicBezTo>
                    <a:pt x="34" y="39"/>
                    <a:pt x="35" y="39"/>
                    <a:pt x="37" y="38"/>
                  </a:cubicBezTo>
                  <a:cubicBezTo>
                    <a:pt x="36" y="38"/>
                    <a:pt x="35" y="37"/>
                    <a:pt x="35" y="36"/>
                  </a:cubicBezTo>
                  <a:cubicBezTo>
                    <a:pt x="34" y="38"/>
                    <a:pt x="34" y="38"/>
                    <a:pt x="34" y="38"/>
                  </a:cubicBezTo>
                  <a:cubicBezTo>
                    <a:pt x="34" y="38"/>
                    <a:pt x="34" y="38"/>
                    <a:pt x="34" y="38"/>
                  </a:cubicBezTo>
                  <a:cubicBezTo>
                    <a:pt x="34" y="38"/>
                    <a:pt x="34" y="38"/>
                    <a:pt x="34" y="38"/>
                  </a:cubicBezTo>
                  <a:cubicBezTo>
                    <a:pt x="34" y="38"/>
                    <a:pt x="34" y="38"/>
                    <a:pt x="33" y="38"/>
                  </a:cubicBezTo>
                  <a:cubicBezTo>
                    <a:pt x="31" y="39"/>
                    <a:pt x="31" y="39"/>
                    <a:pt x="31" y="39"/>
                  </a:cubicBezTo>
                  <a:cubicBezTo>
                    <a:pt x="31" y="39"/>
                    <a:pt x="31" y="39"/>
                    <a:pt x="31" y="39"/>
                  </a:cubicBezTo>
                  <a:cubicBezTo>
                    <a:pt x="31" y="39"/>
                    <a:pt x="32" y="41"/>
                    <a:pt x="33" y="41"/>
                  </a:cubicBezTo>
                  <a:moveTo>
                    <a:pt x="35" y="35"/>
                  </a:moveTo>
                  <a:cubicBezTo>
                    <a:pt x="35" y="35"/>
                    <a:pt x="35" y="35"/>
                    <a:pt x="35" y="35"/>
                  </a:cubicBezTo>
                  <a:cubicBezTo>
                    <a:pt x="35" y="36"/>
                    <a:pt x="35" y="36"/>
                    <a:pt x="35" y="36"/>
                  </a:cubicBezTo>
                  <a:cubicBezTo>
                    <a:pt x="35" y="36"/>
                    <a:pt x="36" y="37"/>
                    <a:pt x="37" y="38"/>
                  </a:cubicBezTo>
                  <a:cubicBezTo>
                    <a:pt x="37" y="36"/>
                    <a:pt x="37" y="36"/>
                    <a:pt x="37" y="36"/>
                  </a:cubicBezTo>
                  <a:cubicBezTo>
                    <a:pt x="37" y="36"/>
                    <a:pt x="37" y="36"/>
                    <a:pt x="37" y="36"/>
                  </a:cubicBezTo>
                  <a:cubicBezTo>
                    <a:pt x="37" y="34"/>
                    <a:pt x="37" y="34"/>
                    <a:pt x="37" y="34"/>
                  </a:cubicBezTo>
                  <a:cubicBezTo>
                    <a:pt x="37" y="34"/>
                    <a:pt x="37" y="34"/>
                    <a:pt x="37" y="34"/>
                  </a:cubicBezTo>
                  <a:cubicBezTo>
                    <a:pt x="37" y="34"/>
                    <a:pt x="37" y="34"/>
                    <a:pt x="37" y="34"/>
                  </a:cubicBezTo>
                  <a:cubicBezTo>
                    <a:pt x="37" y="34"/>
                    <a:pt x="37" y="34"/>
                    <a:pt x="37" y="34"/>
                  </a:cubicBezTo>
                  <a:cubicBezTo>
                    <a:pt x="37" y="35"/>
                    <a:pt x="37" y="35"/>
                    <a:pt x="37" y="35"/>
                  </a:cubicBezTo>
                  <a:cubicBezTo>
                    <a:pt x="37" y="35"/>
                    <a:pt x="37" y="35"/>
                    <a:pt x="37" y="35"/>
                  </a:cubicBezTo>
                  <a:cubicBezTo>
                    <a:pt x="36" y="35"/>
                    <a:pt x="36" y="35"/>
                    <a:pt x="36" y="35"/>
                  </a:cubicBezTo>
                  <a:cubicBezTo>
                    <a:pt x="35" y="35"/>
                    <a:pt x="35" y="35"/>
                    <a:pt x="35" y="35"/>
                  </a:cubicBezTo>
                  <a:close/>
                  <a:moveTo>
                    <a:pt x="39" y="34"/>
                  </a:moveTo>
                  <a:cubicBezTo>
                    <a:pt x="39" y="32"/>
                    <a:pt x="39" y="32"/>
                    <a:pt x="39" y="32"/>
                  </a:cubicBezTo>
                  <a:cubicBezTo>
                    <a:pt x="39" y="31"/>
                    <a:pt x="39" y="31"/>
                    <a:pt x="39" y="31"/>
                  </a:cubicBezTo>
                  <a:cubicBezTo>
                    <a:pt x="39" y="30"/>
                    <a:pt x="39" y="30"/>
                    <a:pt x="39" y="30"/>
                  </a:cubicBezTo>
                  <a:cubicBezTo>
                    <a:pt x="39" y="30"/>
                    <a:pt x="39" y="30"/>
                    <a:pt x="39" y="30"/>
                  </a:cubicBezTo>
                  <a:cubicBezTo>
                    <a:pt x="41" y="29"/>
                    <a:pt x="41" y="29"/>
                    <a:pt x="41" y="29"/>
                  </a:cubicBezTo>
                  <a:cubicBezTo>
                    <a:pt x="41" y="28"/>
                    <a:pt x="41" y="28"/>
                    <a:pt x="41" y="28"/>
                  </a:cubicBezTo>
                  <a:cubicBezTo>
                    <a:pt x="41" y="28"/>
                    <a:pt x="41" y="28"/>
                    <a:pt x="41" y="28"/>
                  </a:cubicBezTo>
                  <a:cubicBezTo>
                    <a:pt x="38" y="28"/>
                    <a:pt x="38" y="28"/>
                    <a:pt x="38" y="28"/>
                  </a:cubicBezTo>
                  <a:cubicBezTo>
                    <a:pt x="39" y="29"/>
                    <a:pt x="39" y="30"/>
                    <a:pt x="39" y="30"/>
                  </a:cubicBezTo>
                  <a:cubicBezTo>
                    <a:pt x="39" y="30"/>
                    <a:pt x="39" y="30"/>
                    <a:pt x="39" y="30"/>
                  </a:cubicBezTo>
                  <a:cubicBezTo>
                    <a:pt x="39" y="30"/>
                    <a:pt x="39" y="30"/>
                    <a:pt x="39" y="30"/>
                  </a:cubicBezTo>
                  <a:cubicBezTo>
                    <a:pt x="37" y="32"/>
                    <a:pt x="37" y="32"/>
                    <a:pt x="37" y="32"/>
                  </a:cubicBezTo>
                  <a:lnTo>
                    <a:pt x="39" y="34"/>
                  </a:lnTo>
                  <a:close/>
                  <a:moveTo>
                    <a:pt x="38" y="27"/>
                  </a:moveTo>
                  <a:cubicBezTo>
                    <a:pt x="39" y="27"/>
                    <a:pt x="40" y="27"/>
                    <a:pt x="41" y="28"/>
                  </a:cubicBezTo>
                  <a:cubicBezTo>
                    <a:pt x="41" y="27"/>
                    <a:pt x="41" y="27"/>
                    <a:pt x="41" y="27"/>
                  </a:cubicBezTo>
                  <a:cubicBezTo>
                    <a:pt x="40" y="25"/>
                    <a:pt x="40" y="25"/>
                    <a:pt x="40" y="25"/>
                  </a:cubicBezTo>
                  <a:cubicBezTo>
                    <a:pt x="40" y="25"/>
                    <a:pt x="40" y="25"/>
                    <a:pt x="40" y="25"/>
                  </a:cubicBezTo>
                  <a:cubicBezTo>
                    <a:pt x="40" y="25"/>
                    <a:pt x="40" y="25"/>
                    <a:pt x="40" y="25"/>
                  </a:cubicBezTo>
                  <a:cubicBezTo>
                    <a:pt x="38" y="27"/>
                    <a:pt x="38" y="27"/>
                    <a:pt x="38" y="27"/>
                  </a:cubicBezTo>
                  <a:close/>
                  <a:moveTo>
                    <a:pt x="40" y="25"/>
                  </a:move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1" y="24"/>
                    <a:pt x="41" y="23"/>
                  </a:cubicBezTo>
                  <a:cubicBezTo>
                    <a:pt x="41" y="23"/>
                    <a:pt x="41" y="23"/>
                    <a:pt x="41" y="23"/>
                  </a:cubicBezTo>
                  <a:cubicBezTo>
                    <a:pt x="39" y="23"/>
                    <a:pt x="39" y="23"/>
                    <a:pt x="39" y="23"/>
                  </a:cubicBezTo>
                  <a:cubicBezTo>
                    <a:pt x="38" y="23"/>
                    <a:pt x="38" y="23"/>
                    <a:pt x="38" y="23"/>
                  </a:cubicBezTo>
                  <a:cubicBezTo>
                    <a:pt x="39" y="25"/>
                    <a:pt x="39" y="25"/>
                    <a:pt x="39" y="25"/>
                  </a:cubicBezTo>
                  <a:lnTo>
                    <a:pt x="40" y="25"/>
                  </a:lnTo>
                  <a:close/>
                  <a:moveTo>
                    <a:pt x="38" y="23"/>
                  </a:moveTo>
                  <a:cubicBezTo>
                    <a:pt x="39" y="22"/>
                    <a:pt x="40" y="22"/>
                    <a:pt x="41" y="22"/>
                  </a:cubicBezTo>
                  <a:cubicBezTo>
                    <a:pt x="39" y="21"/>
                    <a:pt x="39" y="21"/>
                    <a:pt x="39" y="21"/>
                  </a:cubicBezTo>
                  <a:cubicBezTo>
                    <a:pt x="39" y="21"/>
                    <a:pt x="39" y="21"/>
                    <a:pt x="39" y="21"/>
                  </a:cubicBezTo>
                  <a:lnTo>
                    <a:pt x="38" y="23"/>
                  </a:lnTo>
                  <a:close/>
                  <a:moveTo>
                    <a:pt x="46" y="3"/>
                  </a:moveTo>
                  <a:cubicBezTo>
                    <a:pt x="45" y="5"/>
                    <a:pt x="42" y="10"/>
                    <a:pt x="40" y="12"/>
                  </a:cubicBezTo>
                  <a:cubicBezTo>
                    <a:pt x="40" y="13"/>
                    <a:pt x="40" y="14"/>
                    <a:pt x="40" y="15"/>
                  </a:cubicBezTo>
                  <a:cubicBezTo>
                    <a:pt x="42" y="13"/>
                    <a:pt x="46" y="7"/>
                    <a:pt x="46" y="3"/>
                  </a:cubicBezTo>
                  <a:close/>
                  <a:moveTo>
                    <a:pt x="46" y="2"/>
                  </a:moveTo>
                  <a:cubicBezTo>
                    <a:pt x="46" y="3"/>
                    <a:pt x="46" y="3"/>
                    <a:pt x="46" y="3"/>
                  </a:cubicBezTo>
                  <a:cubicBezTo>
                    <a:pt x="46" y="2"/>
                    <a:pt x="46" y="2"/>
                    <a:pt x="46" y="2"/>
                  </a:cubicBezTo>
                  <a:close/>
                  <a:moveTo>
                    <a:pt x="47" y="5"/>
                  </a:moveTo>
                  <a:cubicBezTo>
                    <a:pt x="47" y="3"/>
                    <a:pt x="47" y="3"/>
                    <a:pt x="47" y="3"/>
                  </a:cubicBezTo>
                  <a:cubicBezTo>
                    <a:pt x="47" y="3"/>
                    <a:pt x="47" y="3"/>
                    <a:pt x="47" y="3"/>
                  </a:cubicBezTo>
                  <a:cubicBezTo>
                    <a:pt x="47" y="9"/>
                    <a:pt x="40" y="16"/>
                    <a:pt x="40" y="16"/>
                  </a:cubicBezTo>
                  <a:cubicBezTo>
                    <a:pt x="40" y="17"/>
                    <a:pt x="39" y="19"/>
                    <a:pt x="39" y="20"/>
                  </a:cubicBezTo>
                  <a:cubicBezTo>
                    <a:pt x="40" y="19"/>
                    <a:pt x="41" y="18"/>
                    <a:pt x="42" y="16"/>
                  </a:cubicBezTo>
                  <a:cubicBezTo>
                    <a:pt x="42" y="16"/>
                    <a:pt x="42" y="16"/>
                    <a:pt x="42" y="16"/>
                  </a:cubicBezTo>
                  <a:cubicBezTo>
                    <a:pt x="42" y="16"/>
                    <a:pt x="47" y="10"/>
                    <a:pt x="47" y="5"/>
                  </a:cubicBezTo>
                  <a:moveTo>
                    <a:pt x="43" y="16"/>
                  </a:moveTo>
                  <a:cubicBezTo>
                    <a:pt x="41" y="18"/>
                    <a:pt x="39" y="20"/>
                    <a:pt x="39" y="20"/>
                  </a:cubicBezTo>
                  <a:cubicBezTo>
                    <a:pt x="40" y="21"/>
                    <a:pt x="40" y="21"/>
                    <a:pt x="40" y="21"/>
                  </a:cubicBezTo>
                  <a:cubicBezTo>
                    <a:pt x="40" y="21"/>
                    <a:pt x="42" y="19"/>
                    <a:pt x="43" y="18"/>
                  </a:cubicBezTo>
                  <a:cubicBezTo>
                    <a:pt x="44" y="17"/>
                    <a:pt x="46" y="15"/>
                    <a:pt x="47" y="13"/>
                  </a:cubicBezTo>
                  <a:cubicBezTo>
                    <a:pt x="46" y="14"/>
                    <a:pt x="44" y="16"/>
                    <a:pt x="43" y="16"/>
                  </a:cubicBezTo>
                  <a:moveTo>
                    <a:pt x="43" y="22"/>
                  </a:moveTo>
                  <a:cubicBezTo>
                    <a:pt x="42" y="22"/>
                    <a:pt x="42" y="22"/>
                    <a:pt x="42" y="22"/>
                  </a:cubicBezTo>
                  <a:cubicBezTo>
                    <a:pt x="42" y="22"/>
                    <a:pt x="47" y="18"/>
                    <a:pt x="47" y="14"/>
                  </a:cubicBezTo>
                  <a:cubicBezTo>
                    <a:pt x="47" y="14"/>
                    <a:pt x="47" y="14"/>
                    <a:pt x="47" y="14"/>
                  </a:cubicBezTo>
                  <a:cubicBezTo>
                    <a:pt x="46" y="17"/>
                    <a:pt x="41" y="20"/>
                    <a:pt x="40" y="21"/>
                  </a:cubicBezTo>
                  <a:cubicBezTo>
                    <a:pt x="42" y="22"/>
                    <a:pt x="42" y="22"/>
                    <a:pt x="42" y="22"/>
                  </a:cubicBezTo>
                  <a:cubicBezTo>
                    <a:pt x="42" y="22"/>
                    <a:pt x="42" y="22"/>
                    <a:pt x="42" y="22"/>
                  </a:cubicBezTo>
                  <a:cubicBezTo>
                    <a:pt x="42" y="22"/>
                    <a:pt x="42" y="22"/>
                    <a:pt x="42" y="22"/>
                  </a:cubicBezTo>
                  <a:cubicBezTo>
                    <a:pt x="42" y="24"/>
                    <a:pt x="41" y="25"/>
                    <a:pt x="40" y="25"/>
                  </a:cubicBezTo>
                  <a:cubicBezTo>
                    <a:pt x="41" y="26"/>
                    <a:pt x="41" y="26"/>
                    <a:pt x="41" y="26"/>
                  </a:cubicBezTo>
                  <a:cubicBezTo>
                    <a:pt x="41" y="25"/>
                    <a:pt x="42" y="25"/>
                    <a:pt x="43" y="24"/>
                  </a:cubicBezTo>
                  <a:cubicBezTo>
                    <a:pt x="45" y="23"/>
                    <a:pt x="46" y="22"/>
                    <a:pt x="46" y="21"/>
                  </a:cubicBezTo>
                  <a:cubicBezTo>
                    <a:pt x="45" y="21"/>
                    <a:pt x="44" y="21"/>
                    <a:pt x="43" y="22"/>
                  </a:cubicBezTo>
                  <a:moveTo>
                    <a:pt x="44" y="26"/>
                  </a:moveTo>
                  <a:cubicBezTo>
                    <a:pt x="45" y="25"/>
                    <a:pt x="46" y="23"/>
                    <a:pt x="47" y="22"/>
                  </a:cubicBezTo>
                  <a:cubicBezTo>
                    <a:pt x="45" y="24"/>
                    <a:pt x="42" y="26"/>
                    <a:pt x="41" y="26"/>
                  </a:cubicBezTo>
                  <a:cubicBezTo>
                    <a:pt x="42" y="28"/>
                    <a:pt x="42" y="28"/>
                    <a:pt x="42" y="28"/>
                  </a:cubicBezTo>
                  <a:cubicBezTo>
                    <a:pt x="42" y="28"/>
                    <a:pt x="42" y="28"/>
                    <a:pt x="42" y="28"/>
                  </a:cubicBezTo>
                  <a:cubicBezTo>
                    <a:pt x="42" y="28"/>
                    <a:pt x="42" y="28"/>
                    <a:pt x="42" y="28"/>
                  </a:cubicBezTo>
                  <a:cubicBezTo>
                    <a:pt x="43" y="28"/>
                    <a:pt x="44" y="27"/>
                    <a:pt x="44" y="26"/>
                  </a:cubicBezTo>
                  <a:moveTo>
                    <a:pt x="45" y="29"/>
                  </a:moveTo>
                  <a:cubicBezTo>
                    <a:pt x="44" y="29"/>
                    <a:pt x="44" y="28"/>
                    <a:pt x="43" y="28"/>
                  </a:cubicBezTo>
                  <a:cubicBezTo>
                    <a:pt x="43" y="28"/>
                    <a:pt x="43" y="28"/>
                    <a:pt x="43" y="28"/>
                  </a:cubicBezTo>
                  <a:cubicBezTo>
                    <a:pt x="43" y="28"/>
                    <a:pt x="43" y="28"/>
                    <a:pt x="43" y="28"/>
                  </a:cubicBezTo>
                  <a:cubicBezTo>
                    <a:pt x="42" y="29"/>
                    <a:pt x="42" y="29"/>
                    <a:pt x="42" y="29"/>
                  </a:cubicBezTo>
                  <a:cubicBezTo>
                    <a:pt x="42" y="29"/>
                    <a:pt x="42" y="29"/>
                    <a:pt x="42" y="29"/>
                  </a:cubicBezTo>
                  <a:cubicBezTo>
                    <a:pt x="42" y="29"/>
                    <a:pt x="42" y="29"/>
                    <a:pt x="42" y="29"/>
                  </a:cubicBezTo>
                  <a:cubicBezTo>
                    <a:pt x="40" y="30"/>
                    <a:pt x="40" y="30"/>
                    <a:pt x="40" y="30"/>
                  </a:cubicBezTo>
                  <a:cubicBezTo>
                    <a:pt x="42" y="30"/>
                    <a:pt x="42" y="30"/>
                    <a:pt x="42" y="30"/>
                  </a:cubicBezTo>
                  <a:cubicBezTo>
                    <a:pt x="43" y="30"/>
                    <a:pt x="45" y="29"/>
                    <a:pt x="45" y="29"/>
                  </a:cubicBezTo>
                  <a:close/>
                  <a:moveTo>
                    <a:pt x="45" y="30"/>
                  </a:moveTo>
                  <a:cubicBezTo>
                    <a:pt x="43" y="31"/>
                    <a:pt x="41" y="31"/>
                    <a:pt x="40" y="31"/>
                  </a:cubicBezTo>
                  <a:cubicBezTo>
                    <a:pt x="40" y="32"/>
                    <a:pt x="40" y="32"/>
                    <a:pt x="40" y="32"/>
                  </a:cubicBezTo>
                  <a:cubicBezTo>
                    <a:pt x="40" y="34"/>
                    <a:pt x="40" y="34"/>
                    <a:pt x="40" y="34"/>
                  </a:cubicBezTo>
                  <a:cubicBezTo>
                    <a:pt x="40" y="34"/>
                    <a:pt x="40" y="34"/>
                    <a:pt x="40" y="34"/>
                  </a:cubicBezTo>
                  <a:cubicBezTo>
                    <a:pt x="40" y="34"/>
                    <a:pt x="40" y="34"/>
                    <a:pt x="40" y="34"/>
                  </a:cubicBezTo>
                  <a:cubicBezTo>
                    <a:pt x="41" y="33"/>
                    <a:pt x="41" y="33"/>
                    <a:pt x="41" y="33"/>
                  </a:cubicBezTo>
                  <a:cubicBezTo>
                    <a:pt x="42" y="33"/>
                    <a:pt x="44" y="32"/>
                    <a:pt x="45" y="30"/>
                  </a:cubicBezTo>
                  <a:moveTo>
                    <a:pt x="43" y="35"/>
                  </a:moveTo>
                  <a:cubicBezTo>
                    <a:pt x="43" y="35"/>
                    <a:pt x="43" y="35"/>
                    <a:pt x="43" y="35"/>
                  </a:cubicBezTo>
                  <a:cubicBezTo>
                    <a:pt x="44" y="35"/>
                    <a:pt x="44" y="35"/>
                    <a:pt x="44" y="35"/>
                  </a:cubicBezTo>
                  <a:cubicBezTo>
                    <a:pt x="44" y="35"/>
                    <a:pt x="46" y="36"/>
                    <a:pt x="46" y="38"/>
                  </a:cubicBezTo>
                  <a:cubicBezTo>
                    <a:pt x="46" y="38"/>
                    <a:pt x="46" y="38"/>
                    <a:pt x="46" y="38"/>
                  </a:cubicBezTo>
                  <a:cubicBezTo>
                    <a:pt x="46" y="40"/>
                    <a:pt x="46" y="40"/>
                    <a:pt x="46" y="40"/>
                  </a:cubicBezTo>
                  <a:cubicBezTo>
                    <a:pt x="45" y="40"/>
                    <a:pt x="45" y="40"/>
                    <a:pt x="45" y="40"/>
                  </a:cubicBezTo>
                  <a:cubicBezTo>
                    <a:pt x="45" y="40"/>
                    <a:pt x="43" y="40"/>
                    <a:pt x="43" y="42"/>
                  </a:cubicBezTo>
                  <a:cubicBezTo>
                    <a:pt x="43" y="43"/>
                    <a:pt x="43" y="43"/>
                    <a:pt x="43" y="43"/>
                  </a:cubicBezTo>
                  <a:cubicBezTo>
                    <a:pt x="44" y="45"/>
                    <a:pt x="46" y="46"/>
                    <a:pt x="46" y="48"/>
                  </a:cubicBezTo>
                  <a:cubicBezTo>
                    <a:pt x="46" y="48"/>
                    <a:pt x="46" y="48"/>
                    <a:pt x="46" y="48"/>
                  </a:cubicBezTo>
                  <a:cubicBezTo>
                    <a:pt x="46" y="49"/>
                    <a:pt x="45" y="50"/>
                    <a:pt x="45" y="51"/>
                  </a:cubicBezTo>
                  <a:cubicBezTo>
                    <a:pt x="45" y="51"/>
                    <a:pt x="45" y="51"/>
                    <a:pt x="45" y="51"/>
                  </a:cubicBezTo>
                  <a:cubicBezTo>
                    <a:pt x="45" y="51"/>
                    <a:pt x="45" y="51"/>
                    <a:pt x="45" y="51"/>
                  </a:cubicBezTo>
                  <a:cubicBezTo>
                    <a:pt x="45" y="51"/>
                    <a:pt x="46" y="50"/>
                    <a:pt x="46" y="49"/>
                  </a:cubicBezTo>
                  <a:cubicBezTo>
                    <a:pt x="46" y="48"/>
                    <a:pt x="46" y="48"/>
                    <a:pt x="46" y="48"/>
                  </a:cubicBezTo>
                  <a:cubicBezTo>
                    <a:pt x="46" y="46"/>
                    <a:pt x="46" y="46"/>
                    <a:pt x="46" y="46"/>
                  </a:cubicBezTo>
                  <a:cubicBezTo>
                    <a:pt x="45" y="45"/>
                    <a:pt x="44" y="44"/>
                    <a:pt x="44" y="43"/>
                  </a:cubicBezTo>
                  <a:cubicBezTo>
                    <a:pt x="44" y="42"/>
                    <a:pt x="44" y="42"/>
                    <a:pt x="44" y="42"/>
                  </a:cubicBezTo>
                  <a:cubicBezTo>
                    <a:pt x="44" y="41"/>
                    <a:pt x="46" y="40"/>
                    <a:pt x="46" y="40"/>
                  </a:cubicBezTo>
                  <a:cubicBezTo>
                    <a:pt x="46" y="40"/>
                    <a:pt x="46" y="40"/>
                    <a:pt x="46" y="40"/>
                  </a:cubicBezTo>
                  <a:cubicBezTo>
                    <a:pt x="46" y="40"/>
                    <a:pt x="45" y="41"/>
                    <a:pt x="45" y="42"/>
                  </a:cubicBezTo>
                  <a:cubicBezTo>
                    <a:pt x="45" y="43"/>
                    <a:pt x="45" y="43"/>
                    <a:pt x="45" y="43"/>
                  </a:cubicBezTo>
                  <a:cubicBezTo>
                    <a:pt x="45" y="44"/>
                    <a:pt x="46" y="45"/>
                    <a:pt x="46" y="46"/>
                  </a:cubicBezTo>
                  <a:cubicBezTo>
                    <a:pt x="47" y="48"/>
                    <a:pt x="47" y="48"/>
                    <a:pt x="47" y="48"/>
                  </a:cubicBezTo>
                  <a:cubicBezTo>
                    <a:pt x="47" y="49"/>
                    <a:pt x="47" y="49"/>
                    <a:pt x="47" y="49"/>
                  </a:cubicBezTo>
                  <a:cubicBezTo>
                    <a:pt x="46" y="50"/>
                    <a:pt x="46" y="50"/>
                    <a:pt x="46" y="50"/>
                  </a:cubicBezTo>
                  <a:cubicBezTo>
                    <a:pt x="47" y="49"/>
                    <a:pt x="47" y="49"/>
                    <a:pt x="47" y="49"/>
                  </a:cubicBezTo>
                  <a:cubicBezTo>
                    <a:pt x="47" y="49"/>
                    <a:pt x="47" y="49"/>
                    <a:pt x="47" y="48"/>
                  </a:cubicBezTo>
                  <a:cubicBezTo>
                    <a:pt x="47" y="48"/>
                    <a:pt x="47" y="48"/>
                    <a:pt x="47" y="48"/>
                  </a:cubicBezTo>
                  <a:cubicBezTo>
                    <a:pt x="47" y="47"/>
                    <a:pt x="46" y="43"/>
                    <a:pt x="45" y="43"/>
                  </a:cubicBezTo>
                  <a:cubicBezTo>
                    <a:pt x="45" y="42"/>
                    <a:pt x="45" y="42"/>
                    <a:pt x="45" y="42"/>
                  </a:cubicBezTo>
                  <a:cubicBezTo>
                    <a:pt x="45" y="41"/>
                    <a:pt x="47" y="40"/>
                    <a:pt x="47" y="40"/>
                  </a:cubicBezTo>
                  <a:cubicBezTo>
                    <a:pt x="47" y="41"/>
                    <a:pt x="47" y="41"/>
                    <a:pt x="47" y="41"/>
                  </a:cubicBezTo>
                  <a:cubicBezTo>
                    <a:pt x="47" y="41"/>
                    <a:pt x="47" y="41"/>
                    <a:pt x="47" y="41"/>
                  </a:cubicBezTo>
                  <a:cubicBezTo>
                    <a:pt x="46" y="42"/>
                    <a:pt x="46" y="42"/>
                    <a:pt x="46" y="42"/>
                  </a:cubicBezTo>
                  <a:cubicBezTo>
                    <a:pt x="46" y="43"/>
                    <a:pt x="46" y="43"/>
                    <a:pt x="46" y="43"/>
                  </a:cubicBezTo>
                  <a:cubicBezTo>
                    <a:pt x="46" y="43"/>
                    <a:pt x="47" y="46"/>
                    <a:pt x="47" y="48"/>
                  </a:cubicBezTo>
                  <a:cubicBezTo>
                    <a:pt x="47" y="48"/>
                    <a:pt x="47" y="48"/>
                    <a:pt x="47" y="48"/>
                  </a:cubicBezTo>
                  <a:cubicBezTo>
                    <a:pt x="47" y="50"/>
                    <a:pt x="47" y="50"/>
                    <a:pt x="47" y="50"/>
                  </a:cubicBezTo>
                  <a:cubicBezTo>
                    <a:pt x="46" y="51"/>
                    <a:pt x="46" y="51"/>
                    <a:pt x="46" y="51"/>
                  </a:cubicBezTo>
                  <a:cubicBezTo>
                    <a:pt x="47" y="51"/>
                    <a:pt x="48" y="50"/>
                    <a:pt x="48" y="49"/>
                  </a:cubicBezTo>
                  <a:cubicBezTo>
                    <a:pt x="48" y="48"/>
                    <a:pt x="48" y="48"/>
                    <a:pt x="48" y="48"/>
                  </a:cubicBezTo>
                  <a:cubicBezTo>
                    <a:pt x="47" y="44"/>
                    <a:pt x="47" y="44"/>
                    <a:pt x="46" y="43"/>
                  </a:cubicBezTo>
                  <a:cubicBezTo>
                    <a:pt x="46" y="43"/>
                    <a:pt x="46" y="43"/>
                    <a:pt x="46" y="43"/>
                  </a:cubicBezTo>
                  <a:cubicBezTo>
                    <a:pt x="47" y="42"/>
                    <a:pt x="48" y="41"/>
                    <a:pt x="48" y="38"/>
                  </a:cubicBezTo>
                  <a:cubicBezTo>
                    <a:pt x="48" y="38"/>
                    <a:pt x="48" y="38"/>
                    <a:pt x="48" y="38"/>
                  </a:cubicBezTo>
                  <a:cubicBezTo>
                    <a:pt x="48" y="35"/>
                    <a:pt x="46" y="34"/>
                    <a:pt x="43" y="34"/>
                  </a:cubicBezTo>
                  <a:cubicBezTo>
                    <a:pt x="43" y="34"/>
                    <a:pt x="43" y="34"/>
                    <a:pt x="43" y="34"/>
                  </a:cubicBezTo>
                  <a:cubicBezTo>
                    <a:pt x="41" y="34"/>
                    <a:pt x="41" y="34"/>
                    <a:pt x="41" y="34"/>
                  </a:cubicBezTo>
                  <a:cubicBezTo>
                    <a:pt x="41" y="34"/>
                    <a:pt x="41" y="34"/>
                    <a:pt x="41" y="34"/>
                  </a:cubicBezTo>
                  <a:cubicBezTo>
                    <a:pt x="41" y="35"/>
                    <a:pt x="41" y="35"/>
                    <a:pt x="41" y="35"/>
                  </a:cubicBezTo>
                  <a:lnTo>
                    <a:pt x="43" y="35"/>
                  </a:lnTo>
                  <a:close/>
                  <a:moveTo>
                    <a:pt x="40" y="34"/>
                  </a:moveTo>
                  <a:cubicBezTo>
                    <a:pt x="40" y="34"/>
                    <a:pt x="40" y="34"/>
                    <a:pt x="40" y="34"/>
                  </a:cubicBezTo>
                  <a:cubicBezTo>
                    <a:pt x="40" y="34"/>
                    <a:pt x="40" y="34"/>
                    <a:pt x="40" y="34"/>
                  </a:cubicBezTo>
                  <a:cubicBezTo>
                    <a:pt x="40" y="34"/>
                    <a:pt x="40" y="34"/>
                    <a:pt x="40" y="34"/>
                  </a:cubicBezTo>
                  <a:cubicBezTo>
                    <a:pt x="40" y="35"/>
                    <a:pt x="40" y="35"/>
                    <a:pt x="40" y="35"/>
                  </a:cubicBezTo>
                  <a:cubicBezTo>
                    <a:pt x="38" y="35"/>
                    <a:pt x="38" y="35"/>
                    <a:pt x="38" y="35"/>
                  </a:cubicBezTo>
                  <a:cubicBezTo>
                    <a:pt x="41" y="37"/>
                    <a:pt x="41" y="37"/>
                    <a:pt x="41" y="37"/>
                  </a:cubicBezTo>
                  <a:lnTo>
                    <a:pt x="40" y="34"/>
                  </a:lnTo>
                  <a:close/>
                  <a:moveTo>
                    <a:pt x="41" y="37"/>
                  </a:moveTo>
                  <a:cubicBezTo>
                    <a:pt x="40" y="37"/>
                    <a:pt x="38" y="36"/>
                    <a:pt x="38" y="35"/>
                  </a:cubicBezTo>
                  <a:cubicBezTo>
                    <a:pt x="38" y="36"/>
                    <a:pt x="38" y="36"/>
                    <a:pt x="38" y="36"/>
                  </a:cubicBezTo>
                  <a:cubicBezTo>
                    <a:pt x="38" y="36"/>
                    <a:pt x="38" y="36"/>
                    <a:pt x="38" y="36"/>
                  </a:cubicBezTo>
                  <a:cubicBezTo>
                    <a:pt x="38" y="38"/>
                    <a:pt x="38" y="38"/>
                    <a:pt x="38" y="38"/>
                  </a:cubicBezTo>
                  <a:cubicBezTo>
                    <a:pt x="38" y="38"/>
                    <a:pt x="40" y="37"/>
                    <a:pt x="41" y="37"/>
                  </a:cubicBezTo>
                  <a:moveTo>
                    <a:pt x="22" y="57"/>
                  </a:moveTo>
                  <a:cubicBezTo>
                    <a:pt x="20" y="57"/>
                    <a:pt x="18" y="57"/>
                    <a:pt x="17" y="61"/>
                  </a:cubicBezTo>
                  <a:cubicBezTo>
                    <a:pt x="19" y="63"/>
                    <a:pt x="19" y="63"/>
                    <a:pt x="19" y="63"/>
                  </a:cubicBezTo>
                  <a:cubicBezTo>
                    <a:pt x="19" y="63"/>
                    <a:pt x="19" y="63"/>
                    <a:pt x="19" y="63"/>
                  </a:cubicBezTo>
                  <a:cubicBezTo>
                    <a:pt x="19" y="64"/>
                    <a:pt x="19" y="64"/>
                    <a:pt x="19" y="64"/>
                  </a:cubicBezTo>
                  <a:cubicBezTo>
                    <a:pt x="18" y="64"/>
                    <a:pt x="18" y="64"/>
                    <a:pt x="18" y="64"/>
                  </a:cubicBezTo>
                  <a:cubicBezTo>
                    <a:pt x="19" y="65"/>
                    <a:pt x="19" y="65"/>
                    <a:pt x="19" y="65"/>
                  </a:cubicBezTo>
                  <a:cubicBezTo>
                    <a:pt x="20" y="66"/>
                    <a:pt x="22" y="68"/>
                    <a:pt x="23" y="69"/>
                  </a:cubicBezTo>
                  <a:cubicBezTo>
                    <a:pt x="24" y="70"/>
                    <a:pt x="24" y="70"/>
                    <a:pt x="24" y="70"/>
                  </a:cubicBezTo>
                  <a:cubicBezTo>
                    <a:pt x="24" y="71"/>
                    <a:pt x="23" y="72"/>
                    <a:pt x="22" y="73"/>
                  </a:cubicBezTo>
                  <a:cubicBezTo>
                    <a:pt x="22" y="74"/>
                    <a:pt x="20" y="76"/>
                    <a:pt x="19" y="77"/>
                  </a:cubicBezTo>
                  <a:cubicBezTo>
                    <a:pt x="18" y="78"/>
                    <a:pt x="18" y="78"/>
                    <a:pt x="18" y="78"/>
                  </a:cubicBezTo>
                  <a:cubicBezTo>
                    <a:pt x="18" y="78"/>
                    <a:pt x="18" y="78"/>
                    <a:pt x="18" y="78"/>
                  </a:cubicBezTo>
                  <a:cubicBezTo>
                    <a:pt x="18" y="78"/>
                    <a:pt x="18" y="78"/>
                    <a:pt x="18" y="78"/>
                  </a:cubicBezTo>
                  <a:cubicBezTo>
                    <a:pt x="19" y="80"/>
                    <a:pt x="19" y="80"/>
                    <a:pt x="19" y="80"/>
                  </a:cubicBezTo>
                  <a:cubicBezTo>
                    <a:pt x="18" y="80"/>
                    <a:pt x="18" y="80"/>
                    <a:pt x="18" y="80"/>
                  </a:cubicBezTo>
                  <a:cubicBezTo>
                    <a:pt x="18" y="79"/>
                    <a:pt x="18" y="79"/>
                    <a:pt x="18" y="79"/>
                  </a:cubicBezTo>
                  <a:cubicBezTo>
                    <a:pt x="18" y="78"/>
                    <a:pt x="18" y="78"/>
                    <a:pt x="18" y="78"/>
                  </a:cubicBezTo>
                  <a:cubicBezTo>
                    <a:pt x="17" y="78"/>
                    <a:pt x="17" y="78"/>
                    <a:pt x="17" y="78"/>
                  </a:cubicBezTo>
                  <a:cubicBezTo>
                    <a:pt x="17" y="77"/>
                    <a:pt x="17" y="77"/>
                    <a:pt x="17" y="77"/>
                  </a:cubicBezTo>
                  <a:cubicBezTo>
                    <a:pt x="16" y="76"/>
                    <a:pt x="16" y="76"/>
                    <a:pt x="16" y="76"/>
                  </a:cubicBezTo>
                  <a:cubicBezTo>
                    <a:pt x="16" y="76"/>
                    <a:pt x="16" y="76"/>
                    <a:pt x="16" y="76"/>
                  </a:cubicBezTo>
                  <a:cubicBezTo>
                    <a:pt x="15" y="76"/>
                    <a:pt x="15" y="76"/>
                    <a:pt x="15" y="76"/>
                  </a:cubicBezTo>
                  <a:cubicBezTo>
                    <a:pt x="14" y="76"/>
                    <a:pt x="14" y="76"/>
                    <a:pt x="14" y="76"/>
                  </a:cubicBezTo>
                  <a:cubicBezTo>
                    <a:pt x="14" y="76"/>
                    <a:pt x="14" y="76"/>
                    <a:pt x="14" y="76"/>
                  </a:cubicBezTo>
                  <a:cubicBezTo>
                    <a:pt x="16" y="75"/>
                    <a:pt x="16" y="75"/>
                    <a:pt x="16" y="75"/>
                  </a:cubicBezTo>
                  <a:cubicBezTo>
                    <a:pt x="16" y="75"/>
                    <a:pt x="16" y="75"/>
                    <a:pt x="16" y="75"/>
                  </a:cubicBezTo>
                  <a:cubicBezTo>
                    <a:pt x="17" y="76"/>
                    <a:pt x="17" y="76"/>
                    <a:pt x="17" y="76"/>
                  </a:cubicBezTo>
                  <a:cubicBezTo>
                    <a:pt x="17" y="77"/>
                    <a:pt x="17" y="77"/>
                    <a:pt x="17" y="77"/>
                  </a:cubicBezTo>
                  <a:cubicBezTo>
                    <a:pt x="17" y="75"/>
                    <a:pt x="17" y="75"/>
                    <a:pt x="17" y="75"/>
                  </a:cubicBezTo>
                  <a:cubicBezTo>
                    <a:pt x="16" y="74"/>
                    <a:pt x="16" y="74"/>
                    <a:pt x="16" y="74"/>
                  </a:cubicBezTo>
                  <a:cubicBezTo>
                    <a:pt x="15" y="74"/>
                    <a:pt x="15" y="74"/>
                    <a:pt x="15" y="74"/>
                  </a:cubicBezTo>
                  <a:cubicBezTo>
                    <a:pt x="15" y="74"/>
                    <a:pt x="15" y="74"/>
                    <a:pt x="15" y="74"/>
                  </a:cubicBezTo>
                  <a:cubicBezTo>
                    <a:pt x="14" y="75"/>
                    <a:pt x="14" y="75"/>
                    <a:pt x="14" y="75"/>
                  </a:cubicBezTo>
                  <a:cubicBezTo>
                    <a:pt x="14" y="74"/>
                    <a:pt x="14" y="74"/>
                    <a:pt x="14" y="74"/>
                  </a:cubicBezTo>
                  <a:cubicBezTo>
                    <a:pt x="14" y="74"/>
                    <a:pt x="14" y="74"/>
                    <a:pt x="14" y="74"/>
                  </a:cubicBezTo>
                  <a:cubicBezTo>
                    <a:pt x="15" y="74"/>
                    <a:pt x="15" y="74"/>
                    <a:pt x="15" y="74"/>
                  </a:cubicBezTo>
                  <a:cubicBezTo>
                    <a:pt x="14" y="73"/>
                    <a:pt x="14" y="73"/>
                    <a:pt x="14" y="73"/>
                  </a:cubicBezTo>
                  <a:cubicBezTo>
                    <a:pt x="14" y="73"/>
                    <a:pt x="14" y="73"/>
                    <a:pt x="14" y="73"/>
                  </a:cubicBezTo>
                  <a:cubicBezTo>
                    <a:pt x="14" y="75"/>
                    <a:pt x="14" y="75"/>
                    <a:pt x="14" y="75"/>
                  </a:cubicBezTo>
                  <a:cubicBezTo>
                    <a:pt x="15" y="79"/>
                    <a:pt x="15" y="79"/>
                    <a:pt x="15" y="79"/>
                  </a:cubicBezTo>
                  <a:cubicBezTo>
                    <a:pt x="15" y="80"/>
                    <a:pt x="17" y="82"/>
                    <a:pt x="18" y="82"/>
                  </a:cubicBezTo>
                  <a:cubicBezTo>
                    <a:pt x="19" y="82"/>
                    <a:pt x="20" y="82"/>
                    <a:pt x="20" y="81"/>
                  </a:cubicBezTo>
                  <a:cubicBezTo>
                    <a:pt x="21" y="80"/>
                    <a:pt x="21" y="78"/>
                    <a:pt x="21" y="78"/>
                  </a:cubicBezTo>
                  <a:cubicBezTo>
                    <a:pt x="21" y="78"/>
                    <a:pt x="21" y="78"/>
                    <a:pt x="21" y="78"/>
                  </a:cubicBezTo>
                  <a:cubicBezTo>
                    <a:pt x="22" y="78"/>
                    <a:pt x="22" y="78"/>
                    <a:pt x="22" y="78"/>
                  </a:cubicBezTo>
                  <a:cubicBezTo>
                    <a:pt x="23" y="78"/>
                    <a:pt x="23" y="78"/>
                    <a:pt x="23" y="78"/>
                  </a:cubicBezTo>
                  <a:cubicBezTo>
                    <a:pt x="24" y="76"/>
                    <a:pt x="24" y="76"/>
                    <a:pt x="24" y="76"/>
                  </a:cubicBezTo>
                  <a:cubicBezTo>
                    <a:pt x="26" y="74"/>
                    <a:pt x="26" y="74"/>
                    <a:pt x="26" y="74"/>
                  </a:cubicBezTo>
                  <a:cubicBezTo>
                    <a:pt x="28" y="73"/>
                    <a:pt x="28" y="73"/>
                    <a:pt x="28" y="73"/>
                  </a:cubicBezTo>
                  <a:cubicBezTo>
                    <a:pt x="28" y="72"/>
                    <a:pt x="28" y="72"/>
                    <a:pt x="28" y="72"/>
                  </a:cubicBezTo>
                  <a:cubicBezTo>
                    <a:pt x="28" y="72"/>
                    <a:pt x="28" y="72"/>
                    <a:pt x="28" y="72"/>
                  </a:cubicBezTo>
                  <a:cubicBezTo>
                    <a:pt x="27" y="69"/>
                    <a:pt x="27" y="69"/>
                    <a:pt x="27" y="69"/>
                  </a:cubicBezTo>
                  <a:cubicBezTo>
                    <a:pt x="26" y="68"/>
                    <a:pt x="26" y="68"/>
                    <a:pt x="26" y="68"/>
                  </a:cubicBezTo>
                  <a:cubicBezTo>
                    <a:pt x="26" y="68"/>
                    <a:pt x="26" y="68"/>
                    <a:pt x="26" y="68"/>
                  </a:cubicBezTo>
                  <a:cubicBezTo>
                    <a:pt x="26" y="67"/>
                    <a:pt x="26" y="67"/>
                    <a:pt x="26" y="67"/>
                  </a:cubicBezTo>
                  <a:cubicBezTo>
                    <a:pt x="26" y="65"/>
                    <a:pt x="26" y="64"/>
                    <a:pt x="25" y="63"/>
                  </a:cubicBezTo>
                  <a:cubicBezTo>
                    <a:pt x="25" y="62"/>
                    <a:pt x="23" y="62"/>
                    <a:pt x="23" y="62"/>
                  </a:cubicBezTo>
                  <a:cubicBezTo>
                    <a:pt x="24" y="61"/>
                    <a:pt x="24" y="61"/>
                    <a:pt x="24" y="61"/>
                  </a:cubicBezTo>
                  <a:cubicBezTo>
                    <a:pt x="25" y="61"/>
                    <a:pt x="25" y="61"/>
                    <a:pt x="25" y="61"/>
                  </a:cubicBezTo>
                  <a:cubicBezTo>
                    <a:pt x="25" y="62"/>
                    <a:pt x="25" y="62"/>
                    <a:pt x="25" y="62"/>
                  </a:cubicBezTo>
                  <a:cubicBezTo>
                    <a:pt x="26" y="63"/>
                    <a:pt x="26" y="63"/>
                    <a:pt x="26" y="63"/>
                  </a:cubicBezTo>
                  <a:cubicBezTo>
                    <a:pt x="26" y="64"/>
                    <a:pt x="27" y="65"/>
                    <a:pt x="27" y="67"/>
                  </a:cubicBezTo>
                  <a:cubicBezTo>
                    <a:pt x="28" y="68"/>
                    <a:pt x="28" y="68"/>
                    <a:pt x="28" y="68"/>
                  </a:cubicBezTo>
                  <a:cubicBezTo>
                    <a:pt x="30" y="69"/>
                    <a:pt x="30" y="69"/>
                    <a:pt x="30" y="69"/>
                  </a:cubicBezTo>
                  <a:cubicBezTo>
                    <a:pt x="29" y="67"/>
                    <a:pt x="29" y="65"/>
                    <a:pt x="29" y="64"/>
                  </a:cubicBezTo>
                  <a:cubicBezTo>
                    <a:pt x="29" y="64"/>
                    <a:pt x="29" y="64"/>
                    <a:pt x="29" y="64"/>
                  </a:cubicBezTo>
                  <a:cubicBezTo>
                    <a:pt x="29" y="62"/>
                    <a:pt x="29" y="62"/>
                    <a:pt x="29" y="62"/>
                  </a:cubicBezTo>
                  <a:cubicBezTo>
                    <a:pt x="29" y="62"/>
                    <a:pt x="29" y="62"/>
                    <a:pt x="29" y="62"/>
                  </a:cubicBezTo>
                  <a:cubicBezTo>
                    <a:pt x="29" y="62"/>
                    <a:pt x="28" y="61"/>
                    <a:pt x="27" y="61"/>
                  </a:cubicBezTo>
                  <a:cubicBezTo>
                    <a:pt x="26" y="60"/>
                    <a:pt x="26" y="60"/>
                    <a:pt x="26" y="60"/>
                  </a:cubicBezTo>
                  <a:cubicBezTo>
                    <a:pt x="25" y="60"/>
                    <a:pt x="25" y="60"/>
                    <a:pt x="25" y="60"/>
                  </a:cubicBezTo>
                  <a:cubicBezTo>
                    <a:pt x="25" y="60"/>
                    <a:pt x="25" y="60"/>
                    <a:pt x="25" y="60"/>
                  </a:cubicBezTo>
                  <a:cubicBezTo>
                    <a:pt x="25" y="59"/>
                    <a:pt x="25" y="59"/>
                    <a:pt x="25" y="59"/>
                  </a:cubicBezTo>
                  <a:cubicBezTo>
                    <a:pt x="25" y="57"/>
                    <a:pt x="25" y="57"/>
                    <a:pt x="25" y="57"/>
                  </a:cubicBezTo>
                  <a:cubicBezTo>
                    <a:pt x="24" y="57"/>
                    <a:pt x="23" y="57"/>
                    <a:pt x="22" y="57"/>
                  </a:cubicBezTo>
                  <a:moveTo>
                    <a:pt x="21" y="52"/>
                  </a:moveTo>
                  <a:cubicBezTo>
                    <a:pt x="21" y="52"/>
                    <a:pt x="21" y="52"/>
                    <a:pt x="21" y="52"/>
                  </a:cubicBezTo>
                  <a:cubicBezTo>
                    <a:pt x="21" y="53"/>
                    <a:pt x="23" y="54"/>
                    <a:pt x="24" y="55"/>
                  </a:cubicBezTo>
                  <a:cubicBezTo>
                    <a:pt x="25" y="57"/>
                    <a:pt x="25" y="57"/>
                    <a:pt x="25" y="57"/>
                  </a:cubicBezTo>
                  <a:cubicBezTo>
                    <a:pt x="25" y="57"/>
                    <a:pt x="25" y="57"/>
                    <a:pt x="25" y="57"/>
                  </a:cubicBezTo>
                  <a:cubicBezTo>
                    <a:pt x="25" y="57"/>
                    <a:pt x="25" y="57"/>
                    <a:pt x="25" y="57"/>
                  </a:cubicBezTo>
                  <a:cubicBezTo>
                    <a:pt x="25" y="57"/>
                    <a:pt x="25" y="57"/>
                    <a:pt x="25" y="57"/>
                  </a:cubicBezTo>
                  <a:cubicBezTo>
                    <a:pt x="25" y="57"/>
                    <a:pt x="25" y="57"/>
                    <a:pt x="25" y="57"/>
                  </a:cubicBezTo>
                  <a:cubicBezTo>
                    <a:pt x="26" y="59"/>
                    <a:pt x="26" y="59"/>
                    <a:pt x="26" y="59"/>
                  </a:cubicBezTo>
                  <a:cubicBezTo>
                    <a:pt x="26" y="59"/>
                    <a:pt x="26" y="59"/>
                    <a:pt x="26" y="59"/>
                  </a:cubicBezTo>
                  <a:cubicBezTo>
                    <a:pt x="28" y="60"/>
                    <a:pt x="28" y="60"/>
                    <a:pt x="28" y="60"/>
                  </a:cubicBezTo>
                  <a:cubicBezTo>
                    <a:pt x="29" y="62"/>
                    <a:pt x="29" y="62"/>
                    <a:pt x="29" y="62"/>
                  </a:cubicBezTo>
                  <a:cubicBezTo>
                    <a:pt x="30" y="61"/>
                    <a:pt x="30" y="60"/>
                    <a:pt x="30" y="60"/>
                  </a:cubicBezTo>
                  <a:cubicBezTo>
                    <a:pt x="30" y="59"/>
                    <a:pt x="30" y="59"/>
                    <a:pt x="30" y="59"/>
                  </a:cubicBezTo>
                  <a:cubicBezTo>
                    <a:pt x="30" y="57"/>
                    <a:pt x="30" y="57"/>
                    <a:pt x="30" y="57"/>
                  </a:cubicBezTo>
                  <a:cubicBezTo>
                    <a:pt x="30" y="57"/>
                    <a:pt x="30" y="57"/>
                    <a:pt x="30" y="57"/>
                  </a:cubicBezTo>
                  <a:cubicBezTo>
                    <a:pt x="30" y="57"/>
                    <a:pt x="31" y="58"/>
                    <a:pt x="31" y="59"/>
                  </a:cubicBezTo>
                  <a:cubicBezTo>
                    <a:pt x="31" y="60"/>
                    <a:pt x="31" y="60"/>
                    <a:pt x="31" y="60"/>
                  </a:cubicBezTo>
                  <a:cubicBezTo>
                    <a:pt x="31" y="60"/>
                    <a:pt x="30" y="61"/>
                    <a:pt x="30" y="62"/>
                  </a:cubicBezTo>
                  <a:cubicBezTo>
                    <a:pt x="30" y="63"/>
                    <a:pt x="30" y="63"/>
                    <a:pt x="30" y="63"/>
                  </a:cubicBezTo>
                  <a:cubicBezTo>
                    <a:pt x="30" y="63"/>
                    <a:pt x="30" y="63"/>
                    <a:pt x="30" y="63"/>
                  </a:cubicBezTo>
                  <a:cubicBezTo>
                    <a:pt x="29" y="64"/>
                    <a:pt x="29" y="64"/>
                    <a:pt x="29" y="64"/>
                  </a:cubicBezTo>
                  <a:cubicBezTo>
                    <a:pt x="29" y="64"/>
                    <a:pt x="29" y="64"/>
                    <a:pt x="29" y="64"/>
                  </a:cubicBezTo>
                  <a:cubicBezTo>
                    <a:pt x="30" y="66"/>
                    <a:pt x="30" y="68"/>
                    <a:pt x="31" y="70"/>
                  </a:cubicBezTo>
                  <a:cubicBezTo>
                    <a:pt x="32" y="71"/>
                    <a:pt x="32" y="71"/>
                    <a:pt x="32" y="71"/>
                  </a:cubicBezTo>
                  <a:cubicBezTo>
                    <a:pt x="32" y="71"/>
                    <a:pt x="32" y="71"/>
                    <a:pt x="32" y="71"/>
                  </a:cubicBezTo>
                  <a:cubicBezTo>
                    <a:pt x="32" y="71"/>
                    <a:pt x="32" y="71"/>
                    <a:pt x="32" y="71"/>
                  </a:cubicBezTo>
                  <a:cubicBezTo>
                    <a:pt x="32" y="74"/>
                    <a:pt x="32" y="74"/>
                    <a:pt x="32" y="74"/>
                  </a:cubicBezTo>
                  <a:cubicBezTo>
                    <a:pt x="33" y="74"/>
                    <a:pt x="34" y="77"/>
                    <a:pt x="35" y="78"/>
                  </a:cubicBezTo>
                  <a:cubicBezTo>
                    <a:pt x="36" y="79"/>
                    <a:pt x="36" y="80"/>
                    <a:pt x="37" y="81"/>
                  </a:cubicBezTo>
                  <a:cubicBezTo>
                    <a:pt x="37" y="82"/>
                    <a:pt x="36" y="83"/>
                    <a:pt x="37" y="83"/>
                  </a:cubicBezTo>
                  <a:cubicBezTo>
                    <a:pt x="38" y="85"/>
                    <a:pt x="38" y="85"/>
                    <a:pt x="38" y="86"/>
                  </a:cubicBezTo>
                  <a:cubicBezTo>
                    <a:pt x="38" y="87"/>
                    <a:pt x="38" y="87"/>
                    <a:pt x="38" y="87"/>
                  </a:cubicBezTo>
                  <a:cubicBezTo>
                    <a:pt x="38" y="88"/>
                    <a:pt x="38" y="88"/>
                    <a:pt x="39" y="89"/>
                  </a:cubicBezTo>
                  <a:cubicBezTo>
                    <a:pt x="39" y="90"/>
                    <a:pt x="40" y="91"/>
                    <a:pt x="40" y="92"/>
                  </a:cubicBezTo>
                  <a:cubicBezTo>
                    <a:pt x="39" y="93"/>
                    <a:pt x="39" y="93"/>
                    <a:pt x="39" y="93"/>
                  </a:cubicBezTo>
                  <a:cubicBezTo>
                    <a:pt x="39" y="94"/>
                    <a:pt x="39" y="96"/>
                    <a:pt x="38" y="96"/>
                  </a:cubicBezTo>
                  <a:cubicBezTo>
                    <a:pt x="37" y="96"/>
                    <a:pt x="37" y="96"/>
                    <a:pt x="37" y="96"/>
                  </a:cubicBezTo>
                  <a:cubicBezTo>
                    <a:pt x="36" y="96"/>
                    <a:pt x="36" y="96"/>
                    <a:pt x="36" y="96"/>
                  </a:cubicBezTo>
                  <a:cubicBezTo>
                    <a:pt x="36" y="96"/>
                    <a:pt x="36" y="96"/>
                    <a:pt x="36" y="96"/>
                  </a:cubicBezTo>
                  <a:cubicBezTo>
                    <a:pt x="35" y="96"/>
                    <a:pt x="35" y="96"/>
                    <a:pt x="35" y="96"/>
                  </a:cubicBezTo>
                  <a:cubicBezTo>
                    <a:pt x="34" y="97"/>
                    <a:pt x="34" y="97"/>
                    <a:pt x="34" y="97"/>
                  </a:cubicBezTo>
                  <a:cubicBezTo>
                    <a:pt x="34" y="98"/>
                    <a:pt x="34" y="98"/>
                    <a:pt x="34" y="98"/>
                  </a:cubicBezTo>
                  <a:cubicBezTo>
                    <a:pt x="34" y="98"/>
                    <a:pt x="34" y="98"/>
                    <a:pt x="34" y="98"/>
                  </a:cubicBezTo>
                  <a:cubicBezTo>
                    <a:pt x="33" y="98"/>
                    <a:pt x="33" y="98"/>
                    <a:pt x="33" y="98"/>
                  </a:cubicBezTo>
                  <a:cubicBezTo>
                    <a:pt x="33" y="98"/>
                    <a:pt x="33" y="98"/>
                    <a:pt x="33" y="98"/>
                  </a:cubicBezTo>
                  <a:cubicBezTo>
                    <a:pt x="34" y="97"/>
                    <a:pt x="34" y="97"/>
                    <a:pt x="34" y="97"/>
                  </a:cubicBezTo>
                  <a:cubicBezTo>
                    <a:pt x="35" y="96"/>
                    <a:pt x="35" y="96"/>
                    <a:pt x="35" y="96"/>
                  </a:cubicBezTo>
                  <a:cubicBezTo>
                    <a:pt x="35" y="96"/>
                    <a:pt x="35" y="96"/>
                    <a:pt x="35" y="96"/>
                  </a:cubicBezTo>
                  <a:cubicBezTo>
                    <a:pt x="35" y="96"/>
                    <a:pt x="35" y="96"/>
                    <a:pt x="35" y="96"/>
                  </a:cubicBezTo>
                  <a:cubicBezTo>
                    <a:pt x="34" y="96"/>
                    <a:pt x="34" y="96"/>
                    <a:pt x="34" y="96"/>
                  </a:cubicBezTo>
                  <a:cubicBezTo>
                    <a:pt x="33" y="96"/>
                    <a:pt x="33" y="96"/>
                    <a:pt x="33" y="96"/>
                  </a:cubicBezTo>
                  <a:cubicBezTo>
                    <a:pt x="32" y="97"/>
                    <a:pt x="32" y="97"/>
                    <a:pt x="32" y="97"/>
                  </a:cubicBezTo>
                  <a:cubicBezTo>
                    <a:pt x="31" y="97"/>
                    <a:pt x="31" y="97"/>
                    <a:pt x="31" y="97"/>
                  </a:cubicBezTo>
                  <a:cubicBezTo>
                    <a:pt x="32" y="96"/>
                    <a:pt x="32" y="96"/>
                    <a:pt x="32" y="96"/>
                  </a:cubicBezTo>
                  <a:cubicBezTo>
                    <a:pt x="31" y="97"/>
                    <a:pt x="31" y="97"/>
                    <a:pt x="31" y="97"/>
                  </a:cubicBezTo>
                  <a:cubicBezTo>
                    <a:pt x="31" y="97"/>
                    <a:pt x="31" y="97"/>
                    <a:pt x="31" y="97"/>
                  </a:cubicBezTo>
                  <a:cubicBezTo>
                    <a:pt x="32" y="98"/>
                    <a:pt x="32" y="98"/>
                    <a:pt x="32" y="98"/>
                  </a:cubicBezTo>
                  <a:cubicBezTo>
                    <a:pt x="33" y="99"/>
                    <a:pt x="34" y="99"/>
                    <a:pt x="35" y="100"/>
                  </a:cubicBezTo>
                  <a:cubicBezTo>
                    <a:pt x="36" y="100"/>
                    <a:pt x="38" y="100"/>
                    <a:pt x="39" y="100"/>
                  </a:cubicBezTo>
                  <a:cubicBezTo>
                    <a:pt x="40" y="100"/>
                    <a:pt x="40" y="100"/>
                    <a:pt x="40" y="100"/>
                  </a:cubicBezTo>
                  <a:cubicBezTo>
                    <a:pt x="42" y="98"/>
                    <a:pt x="42" y="98"/>
                    <a:pt x="42" y="98"/>
                  </a:cubicBezTo>
                  <a:cubicBezTo>
                    <a:pt x="42" y="95"/>
                    <a:pt x="42" y="95"/>
                    <a:pt x="42" y="95"/>
                  </a:cubicBezTo>
                  <a:cubicBezTo>
                    <a:pt x="43" y="93"/>
                    <a:pt x="43" y="93"/>
                    <a:pt x="43" y="93"/>
                  </a:cubicBezTo>
                  <a:cubicBezTo>
                    <a:pt x="42" y="88"/>
                    <a:pt x="42" y="88"/>
                    <a:pt x="42" y="88"/>
                  </a:cubicBezTo>
                  <a:cubicBezTo>
                    <a:pt x="42" y="88"/>
                    <a:pt x="41" y="87"/>
                    <a:pt x="41" y="86"/>
                  </a:cubicBezTo>
                  <a:cubicBezTo>
                    <a:pt x="41" y="84"/>
                    <a:pt x="42" y="83"/>
                    <a:pt x="42" y="82"/>
                  </a:cubicBezTo>
                  <a:cubicBezTo>
                    <a:pt x="40" y="79"/>
                    <a:pt x="40" y="79"/>
                    <a:pt x="40" y="79"/>
                  </a:cubicBezTo>
                  <a:cubicBezTo>
                    <a:pt x="40" y="77"/>
                    <a:pt x="40" y="77"/>
                    <a:pt x="40" y="77"/>
                  </a:cubicBezTo>
                  <a:cubicBezTo>
                    <a:pt x="40" y="78"/>
                    <a:pt x="40" y="78"/>
                    <a:pt x="40" y="78"/>
                  </a:cubicBezTo>
                  <a:cubicBezTo>
                    <a:pt x="39" y="77"/>
                    <a:pt x="39" y="77"/>
                    <a:pt x="39" y="77"/>
                  </a:cubicBezTo>
                  <a:cubicBezTo>
                    <a:pt x="38" y="75"/>
                    <a:pt x="38" y="75"/>
                    <a:pt x="38" y="75"/>
                  </a:cubicBezTo>
                  <a:cubicBezTo>
                    <a:pt x="38" y="75"/>
                    <a:pt x="38" y="75"/>
                    <a:pt x="38" y="75"/>
                  </a:cubicBezTo>
                  <a:cubicBezTo>
                    <a:pt x="38" y="74"/>
                    <a:pt x="38" y="73"/>
                    <a:pt x="39" y="72"/>
                  </a:cubicBezTo>
                  <a:cubicBezTo>
                    <a:pt x="40" y="70"/>
                    <a:pt x="41" y="67"/>
                    <a:pt x="41" y="66"/>
                  </a:cubicBezTo>
                  <a:cubicBezTo>
                    <a:pt x="41" y="66"/>
                    <a:pt x="41" y="66"/>
                    <a:pt x="41" y="66"/>
                  </a:cubicBezTo>
                  <a:cubicBezTo>
                    <a:pt x="41" y="65"/>
                    <a:pt x="40" y="62"/>
                    <a:pt x="40" y="62"/>
                  </a:cubicBezTo>
                  <a:cubicBezTo>
                    <a:pt x="40" y="62"/>
                    <a:pt x="40" y="62"/>
                    <a:pt x="40" y="62"/>
                  </a:cubicBezTo>
                  <a:cubicBezTo>
                    <a:pt x="40" y="62"/>
                    <a:pt x="42" y="64"/>
                    <a:pt x="42" y="66"/>
                  </a:cubicBezTo>
                  <a:cubicBezTo>
                    <a:pt x="42" y="66"/>
                    <a:pt x="42" y="66"/>
                    <a:pt x="42" y="66"/>
                  </a:cubicBezTo>
                  <a:cubicBezTo>
                    <a:pt x="41" y="67"/>
                    <a:pt x="40" y="71"/>
                    <a:pt x="40" y="72"/>
                  </a:cubicBezTo>
                  <a:cubicBezTo>
                    <a:pt x="39" y="73"/>
                    <a:pt x="38" y="75"/>
                    <a:pt x="38" y="75"/>
                  </a:cubicBezTo>
                  <a:cubicBezTo>
                    <a:pt x="38" y="75"/>
                    <a:pt x="38" y="75"/>
                    <a:pt x="38" y="75"/>
                  </a:cubicBezTo>
                  <a:cubicBezTo>
                    <a:pt x="39" y="77"/>
                    <a:pt x="39" y="77"/>
                    <a:pt x="39" y="77"/>
                  </a:cubicBezTo>
                  <a:cubicBezTo>
                    <a:pt x="40" y="77"/>
                    <a:pt x="40" y="77"/>
                    <a:pt x="40" y="77"/>
                  </a:cubicBezTo>
                  <a:cubicBezTo>
                    <a:pt x="40" y="77"/>
                    <a:pt x="40" y="77"/>
                    <a:pt x="40" y="77"/>
                  </a:cubicBezTo>
                  <a:cubicBezTo>
                    <a:pt x="41" y="76"/>
                    <a:pt x="41" y="76"/>
                    <a:pt x="41" y="76"/>
                  </a:cubicBezTo>
                  <a:cubicBezTo>
                    <a:pt x="40" y="76"/>
                    <a:pt x="40" y="76"/>
                    <a:pt x="40" y="76"/>
                  </a:cubicBezTo>
                  <a:cubicBezTo>
                    <a:pt x="40" y="75"/>
                    <a:pt x="40" y="75"/>
                    <a:pt x="40" y="75"/>
                  </a:cubicBezTo>
                  <a:cubicBezTo>
                    <a:pt x="39" y="74"/>
                    <a:pt x="39" y="74"/>
                    <a:pt x="39" y="74"/>
                  </a:cubicBezTo>
                  <a:cubicBezTo>
                    <a:pt x="41" y="74"/>
                    <a:pt x="41" y="74"/>
                    <a:pt x="41" y="74"/>
                  </a:cubicBezTo>
                  <a:cubicBezTo>
                    <a:pt x="41" y="73"/>
                    <a:pt x="41" y="73"/>
                    <a:pt x="41" y="73"/>
                  </a:cubicBezTo>
                  <a:cubicBezTo>
                    <a:pt x="41" y="72"/>
                    <a:pt x="41" y="72"/>
                    <a:pt x="41" y="72"/>
                  </a:cubicBezTo>
                  <a:cubicBezTo>
                    <a:pt x="42" y="72"/>
                    <a:pt x="42" y="72"/>
                    <a:pt x="42" y="72"/>
                  </a:cubicBezTo>
                  <a:cubicBezTo>
                    <a:pt x="42" y="71"/>
                    <a:pt x="42" y="71"/>
                    <a:pt x="42" y="71"/>
                  </a:cubicBezTo>
                  <a:cubicBezTo>
                    <a:pt x="42" y="71"/>
                    <a:pt x="42" y="71"/>
                    <a:pt x="42" y="71"/>
                  </a:cubicBezTo>
                  <a:cubicBezTo>
                    <a:pt x="43" y="71"/>
                    <a:pt x="43" y="71"/>
                    <a:pt x="43" y="71"/>
                  </a:cubicBezTo>
                  <a:cubicBezTo>
                    <a:pt x="42" y="70"/>
                    <a:pt x="42" y="70"/>
                    <a:pt x="42" y="70"/>
                  </a:cubicBezTo>
                  <a:cubicBezTo>
                    <a:pt x="42" y="69"/>
                    <a:pt x="42" y="69"/>
                    <a:pt x="42" y="69"/>
                  </a:cubicBezTo>
                  <a:cubicBezTo>
                    <a:pt x="43" y="70"/>
                    <a:pt x="43" y="70"/>
                    <a:pt x="43" y="70"/>
                  </a:cubicBezTo>
                  <a:cubicBezTo>
                    <a:pt x="43" y="68"/>
                    <a:pt x="43" y="68"/>
                    <a:pt x="43" y="68"/>
                  </a:cubicBezTo>
                  <a:cubicBezTo>
                    <a:pt x="43" y="68"/>
                    <a:pt x="43" y="68"/>
                    <a:pt x="43" y="68"/>
                  </a:cubicBezTo>
                  <a:cubicBezTo>
                    <a:pt x="44" y="68"/>
                    <a:pt x="44" y="68"/>
                    <a:pt x="44" y="68"/>
                  </a:cubicBezTo>
                  <a:cubicBezTo>
                    <a:pt x="43" y="66"/>
                    <a:pt x="43" y="66"/>
                    <a:pt x="43" y="66"/>
                  </a:cubicBezTo>
                  <a:cubicBezTo>
                    <a:pt x="43" y="66"/>
                    <a:pt x="43" y="66"/>
                    <a:pt x="43" y="66"/>
                  </a:cubicBezTo>
                  <a:cubicBezTo>
                    <a:pt x="43" y="65"/>
                    <a:pt x="43" y="65"/>
                    <a:pt x="43" y="65"/>
                  </a:cubicBezTo>
                  <a:cubicBezTo>
                    <a:pt x="43" y="65"/>
                    <a:pt x="47" y="62"/>
                    <a:pt x="47" y="59"/>
                  </a:cubicBezTo>
                  <a:cubicBezTo>
                    <a:pt x="47" y="55"/>
                    <a:pt x="39" y="48"/>
                    <a:pt x="39" y="41"/>
                  </a:cubicBezTo>
                  <a:cubicBezTo>
                    <a:pt x="39" y="41"/>
                    <a:pt x="39" y="41"/>
                    <a:pt x="39" y="41"/>
                  </a:cubicBezTo>
                  <a:cubicBezTo>
                    <a:pt x="39" y="40"/>
                    <a:pt x="39" y="39"/>
                    <a:pt x="40" y="38"/>
                  </a:cubicBezTo>
                  <a:cubicBezTo>
                    <a:pt x="38" y="38"/>
                    <a:pt x="38" y="38"/>
                    <a:pt x="38" y="38"/>
                  </a:cubicBezTo>
                  <a:cubicBezTo>
                    <a:pt x="38" y="40"/>
                    <a:pt x="38" y="42"/>
                    <a:pt x="38" y="42"/>
                  </a:cubicBezTo>
                  <a:cubicBezTo>
                    <a:pt x="38" y="43"/>
                    <a:pt x="38" y="43"/>
                    <a:pt x="38" y="43"/>
                  </a:cubicBezTo>
                  <a:cubicBezTo>
                    <a:pt x="38" y="43"/>
                    <a:pt x="38" y="43"/>
                    <a:pt x="38" y="43"/>
                  </a:cubicBezTo>
                  <a:cubicBezTo>
                    <a:pt x="38" y="43"/>
                    <a:pt x="38" y="43"/>
                    <a:pt x="38" y="43"/>
                  </a:cubicBezTo>
                  <a:cubicBezTo>
                    <a:pt x="38" y="43"/>
                    <a:pt x="38" y="43"/>
                    <a:pt x="38" y="43"/>
                  </a:cubicBezTo>
                  <a:cubicBezTo>
                    <a:pt x="38" y="43"/>
                    <a:pt x="38" y="43"/>
                    <a:pt x="38" y="43"/>
                  </a:cubicBezTo>
                  <a:cubicBezTo>
                    <a:pt x="37" y="43"/>
                    <a:pt x="37" y="43"/>
                    <a:pt x="37" y="43"/>
                  </a:cubicBezTo>
                  <a:cubicBezTo>
                    <a:pt x="38" y="44"/>
                    <a:pt x="38" y="44"/>
                    <a:pt x="38" y="44"/>
                  </a:cubicBezTo>
                  <a:cubicBezTo>
                    <a:pt x="39" y="51"/>
                    <a:pt x="45" y="53"/>
                    <a:pt x="45" y="58"/>
                  </a:cubicBezTo>
                  <a:cubicBezTo>
                    <a:pt x="45" y="59"/>
                    <a:pt x="45" y="59"/>
                    <a:pt x="45" y="59"/>
                  </a:cubicBezTo>
                  <a:cubicBezTo>
                    <a:pt x="45" y="59"/>
                    <a:pt x="44" y="62"/>
                    <a:pt x="42" y="62"/>
                  </a:cubicBezTo>
                  <a:cubicBezTo>
                    <a:pt x="42" y="62"/>
                    <a:pt x="42" y="62"/>
                    <a:pt x="42" y="62"/>
                  </a:cubicBezTo>
                  <a:cubicBezTo>
                    <a:pt x="42" y="62"/>
                    <a:pt x="42" y="62"/>
                    <a:pt x="42" y="62"/>
                  </a:cubicBezTo>
                  <a:cubicBezTo>
                    <a:pt x="41" y="61"/>
                    <a:pt x="41" y="61"/>
                    <a:pt x="41" y="61"/>
                  </a:cubicBezTo>
                  <a:cubicBezTo>
                    <a:pt x="40" y="60"/>
                    <a:pt x="40" y="60"/>
                    <a:pt x="40" y="60"/>
                  </a:cubicBezTo>
                  <a:cubicBezTo>
                    <a:pt x="39" y="58"/>
                    <a:pt x="39" y="57"/>
                    <a:pt x="37" y="56"/>
                  </a:cubicBezTo>
                  <a:cubicBezTo>
                    <a:pt x="36" y="54"/>
                    <a:pt x="33" y="52"/>
                    <a:pt x="33" y="50"/>
                  </a:cubicBezTo>
                  <a:cubicBezTo>
                    <a:pt x="32" y="49"/>
                    <a:pt x="31" y="48"/>
                    <a:pt x="31" y="47"/>
                  </a:cubicBezTo>
                  <a:cubicBezTo>
                    <a:pt x="31" y="46"/>
                    <a:pt x="31" y="46"/>
                    <a:pt x="31" y="46"/>
                  </a:cubicBezTo>
                  <a:cubicBezTo>
                    <a:pt x="30" y="46"/>
                    <a:pt x="30" y="45"/>
                    <a:pt x="29" y="45"/>
                  </a:cubicBezTo>
                  <a:cubicBezTo>
                    <a:pt x="30" y="47"/>
                    <a:pt x="30" y="49"/>
                    <a:pt x="30" y="49"/>
                  </a:cubicBezTo>
                  <a:cubicBezTo>
                    <a:pt x="30" y="49"/>
                    <a:pt x="30" y="49"/>
                    <a:pt x="30" y="49"/>
                  </a:cubicBezTo>
                  <a:cubicBezTo>
                    <a:pt x="29" y="49"/>
                    <a:pt x="29" y="49"/>
                    <a:pt x="29" y="49"/>
                  </a:cubicBezTo>
                  <a:cubicBezTo>
                    <a:pt x="27" y="49"/>
                    <a:pt x="25" y="46"/>
                    <a:pt x="24" y="46"/>
                  </a:cubicBezTo>
                  <a:cubicBezTo>
                    <a:pt x="24" y="46"/>
                    <a:pt x="24" y="46"/>
                    <a:pt x="24" y="46"/>
                  </a:cubicBezTo>
                  <a:cubicBezTo>
                    <a:pt x="21" y="49"/>
                    <a:pt x="21" y="49"/>
                    <a:pt x="21" y="49"/>
                  </a:cubicBezTo>
                  <a:cubicBezTo>
                    <a:pt x="21" y="51"/>
                    <a:pt x="21" y="51"/>
                    <a:pt x="21" y="51"/>
                  </a:cubicBezTo>
                  <a:cubicBezTo>
                    <a:pt x="21" y="51"/>
                    <a:pt x="21" y="51"/>
                    <a:pt x="21" y="51"/>
                  </a:cubicBezTo>
                  <a:cubicBezTo>
                    <a:pt x="20" y="51"/>
                    <a:pt x="20" y="51"/>
                    <a:pt x="20" y="51"/>
                  </a:cubicBezTo>
                  <a:lnTo>
                    <a:pt x="21" y="52"/>
                  </a:lnTo>
                  <a:close/>
                  <a:moveTo>
                    <a:pt x="9" y="62"/>
                  </a:moveTo>
                  <a:cubicBezTo>
                    <a:pt x="10" y="62"/>
                    <a:pt x="10" y="62"/>
                    <a:pt x="10" y="62"/>
                  </a:cubicBezTo>
                  <a:cubicBezTo>
                    <a:pt x="11" y="62"/>
                    <a:pt x="11" y="62"/>
                    <a:pt x="11" y="62"/>
                  </a:cubicBezTo>
                  <a:cubicBezTo>
                    <a:pt x="11" y="62"/>
                    <a:pt x="11" y="62"/>
                    <a:pt x="11" y="62"/>
                  </a:cubicBezTo>
                  <a:cubicBezTo>
                    <a:pt x="11" y="62"/>
                    <a:pt x="11" y="62"/>
                    <a:pt x="11" y="62"/>
                  </a:cubicBezTo>
                  <a:cubicBezTo>
                    <a:pt x="10" y="61"/>
                    <a:pt x="10" y="61"/>
                    <a:pt x="10" y="61"/>
                  </a:cubicBezTo>
                  <a:cubicBezTo>
                    <a:pt x="10" y="62"/>
                    <a:pt x="10" y="62"/>
                    <a:pt x="10" y="62"/>
                  </a:cubicBezTo>
                  <a:lnTo>
                    <a:pt x="9" y="62"/>
                  </a:lnTo>
                  <a:close/>
                  <a:moveTo>
                    <a:pt x="5" y="45"/>
                  </a:moveTo>
                  <a:cubicBezTo>
                    <a:pt x="4" y="46"/>
                    <a:pt x="4" y="46"/>
                    <a:pt x="4" y="46"/>
                  </a:cubicBezTo>
                  <a:cubicBezTo>
                    <a:pt x="5" y="46"/>
                    <a:pt x="5" y="46"/>
                    <a:pt x="5" y="46"/>
                  </a:cubicBezTo>
                  <a:cubicBezTo>
                    <a:pt x="5" y="46"/>
                    <a:pt x="5" y="46"/>
                    <a:pt x="5" y="46"/>
                  </a:cubicBezTo>
                  <a:cubicBezTo>
                    <a:pt x="5" y="46"/>
                    <a:pt x="5" y="46"/>
                    <a:pt x="5" y="46"/>
                  </a:cubicBezTo>
                  <a:cubicBezTo>
                    <a:pt x="5" y="45"/>
                    <a:pt x="5" y="45"/>
                    <a:pt x="5" y="45"/>
                  </a:cubicBezTo>
                  <a:close/>
                  <a:moveTo>
                    <a:pt x="8" y="48"/>
                  </a:moveTo>
                  <a:cubicBezTo>
                    <a:pt x="8" y="47"/>
                    <a:pt x="8" y="47"/>
                    <a:pt x="8" y="47"/>
                  </a:cubicBezTo>
                  <a:cubicBezTo>
                    <a:pt x="8" y="47"/>
                    <a:pt x="8" y="47"/>
                    <a:pt x="8" y="47"/>
                  </a:cubicBezTo>
                  <a:cubicBezTo>
                    <a:pt x="8" y="47"/>
                    <a:pt x="8" y="47"/>
                    <a:pt x="8" y="47"/>
                  </a:cubicBezTo>
                  <a:cubicBezTo>
                    <a:pt x="8" y="46"/>
                    <a:pt x="8" y="46"/>
                    <a:pt x="8" y="46"/>
                  </a:cubicBezTo>
                  <a:cubicBezTo>
                    <a:pt x="7" y="46"/>
                    <a:pt x="7" y="46"/>
                    <a:pt x="7" y="46"/>
                  </a:cubicBezTo>
                  <a:cubicBezTo>
                    <a:pt x="8" y="48"/>
                    <a:pt x="8" y="48"/>
                    <a:pt x="8" y="48"/>
                  </a:cubicBezTo>
                  <a:cubicBezTo>
                    <a:pt x="8" y="50"/>
                    <a:pt x="8" y="50"/>
                    <a:pt x="8" y="50"/>
                  </a:cubicBezTo>
                  <a:cubicBezTo>
                    <a:pt x="8" y="50"/>
                    <a:pt x="8" y="50"/>
                    <a:pt x="8" y="50"/>
                  </a:cubicBezTo>
                  <a:cubicBezTo>
                    <a:pt x="8" y="51"/>
                    <a:pt x="8" y="51"/>
                    <a:pt x="8" y="51"/>
                  </a:cubicBezTo>
                  <a:cubicBezTo>
                    <a:pt x="8" y="51"/>
                    <a:pt x="8" y="51"/>
                    <a:pt x="8" y="51"/>
                  </a:cubicBezTo>
                  <a:cubicBezTo>
                    <a:pt x="8" y="50"/>
                    <a:pt x="8" y="50"/>
                    <a:pt x="8" y="50"/>
                  </a:cubicBezTo>
                  <a:cubicBezTo>
                    <a:pt x="8" y="48"/>
                    <a:pt x="8" y="48"/>
                    <a:pt x="8" y="48"/>
                  </a:cubicBezTo>
                  <a:cubicBezTo>
                    <a:pt x="8" y="48"/>
                    <a:pt x="8" y="48"/>
                    <a:pt x="8" y="48"/>
                  </a:cubicBezTo>
                  <a:close/>
                  <a:moveTo>
                    <a:pt x="9" y="49"/>
                  </a:moveTo>
                  <a:cubicBezTo>
                    <a:pt x="9" y="49"/>
                    <a:pt x="9" y="49"/>
                    <a:pt x="9" y="49"/>
                  </a:cubicBezTo>
                  <a:cubicBezTo>
                    <a:pt x="9" y="49"/>
                    <a:pt x="9" y="49"/>
                    <a:pt x="9" y="49"/>
                  </a:cubicBezTo>
                  <a:cubicBezTo>
                    <a:pt x="9" y="48"/>
                    <a:pt x="9" y="48"/>
                    <a:pt x="9" y="48"/>
                  </a:cubicBezTo>
                  <a:cubicBezTo>
                    <a:pt x="9" y="48"/>
                    <a:pt x="9" y="48"/>
                    <a:pt x="9" y="48"/>
                  </a:cubicBezTo>
                  <a:cubicBezTo>
                    <a:pt x="9" y="48"/>
                    <a:pt x="9" y="48"/>
                    <a:pt x="9" y="48"/>
                  </a:cubicBezTo>
                  <a:cubicBezTo>
                    <a:pt x="8" y="50"/>
                    <a:pt x="8" y="50"/>
                    <a:pt x="8" y="50"/>
                  </a:cubicBezTo>
                  <a:cubicBezTo>
                    <a:pt x="8" y="50"/>
                    <a:pt x="8" y="50"/>
                    <a:pt x="8" y="50"/>
                  </a:cubicBezTo>
                  <a:cubicBezTo>
                    <a:pt x="9" y="50"/>
                    <a:pt x="9" y="50"/>
                    <a:pt x="9" y="50"/>
                  </a:cubicBezTo>
                  <a:lnTo>
                    <a:pt x="9" y="49"/>
                  </a:lnTo>
                  <a:close/>
                  <a:moveTo>
                    <a:pt x="13" y="51"/>
                  </a:moveTo>
                  <a:cubicBezTo>
                    <a:pt x="13" y="51"/>
                    <a:pt x="13" y="51"/>
                    <a:pt x="13" y="51"/>
                  </a:cubicBezTo>
                  <a:cubicBezTo>
                    <a:pt x="12" y="52"/>
                    <a:pt x="11" y="52"/>
                    <a:pt x="11" y="52"/>
                  </a:cubicBezTo>
                  <a:cubicBezTo>
                    <a:pt x="9" y="53"/>
                    <a:pt x="9" y="53"/>
                    <a:pt x="9" y="53"/>
                  </a:cubicBezTo>
                  <a:cubicBezTo>
                    <a:pt x="9" y="53"/>
                    <a:pt x="9" y="53"/>
                    <a:pt x="9" y="53"/>
                  </a:cubicBezTo>
                  <a:cubicBezTo>
                    <a:pt x="9" y="53"/>
                    <a:pt x="9" y="53"/>
                    <a:pt x="9" y="53"/>
                  </a:cubicBezTo>
                  <a:cubicBezTo>
                    <a:pt x="9" y="53"/>
                    <a:pt x="9" y="53"/>
                    <a:pt x="9" y="53"/>
                  </a:cubicBezTo>
                  <a:cubicBezTo>
                    <a:pt x="8" y="52"/>
                    <a:pt x="8" y="52"/>
                    <a:pt x="8" y="52"/>
                  </a:cubicBezTo>
                  <a:cubicBezTo>
                    <a:pt x="8" y="52"/>
                    <a:pt x="8" y="52"/>
                    <a:pt x="8" y="52"/>
                  </a:cubicBezTo>
                  <a:cubicBezTo>
                    <a:pt x="8" y="51"/>
                    <a:pt x="8" y="51"/>
                    <a:pt x="8" y="51"/>
                  </a:cubicBezTo>
                  <a:cubicBezTo>
                    <a:pt x="7" y="50"/>
                    <a:pt x="7" y="50"/>
                    <a:pt x="7" y="50"/>
                  </a:cubicBezTo>
                  <a:cubicBezTo>
                    <a:pt x="7" y="50"/>
                    <a:pt x="7" y="50"/>
                    <a:pt x="7" y="50"/>
                  </a:cubicBezTo>
                  <a:cubicBezTo>
                    <a:pt x="7" y="48"/>
                    <a:pt x="7" y="48"/>
                    <a:pt x="7" y="48"/>
                  </a:cubicBezTo>
                  <a:cubicBezTo>
                    <a:pt x="7" y="46"/>
                    <a:pt x="7" y="46"/>
                    <a:pt x="7" y="46"/>
                  </a:cubicBezTo>
                  <a:cubicBezTo>
                    <a:pt x="6" y="45"/>
                    <a:pt x="6" y="45"/>
                    <a:pt x="6" y="45"/>
                  </a:cubicBezTo>
                  <a:cubicBezTo>
                    <a:pt x="6" y="45"/>
                    <a:pt x="6" y="45"/>
                    <a:pt x="6" y="45"/>
                  </a:cubicBezTo>
                  <a:cubicBezTo>
                    <a:pt x="5" y="46"/>
                    <a:pt x="5" y="46"/>
                    <a:pt x="5" y="46"/>
                  </a:cubicBezTo>
                  <a:cubicBezTo>
                    <a:pt x="6" y="49"/>
                    <a:pt x="6" y="49"/>
                    <a:pt x="6" y="49"/>
                  </a:cubicBezTo>
                  <a:cubicBezTo>
                    <a:pt x="7" y="52"/>
                    <a:pt x="7" y="52"/>
                    <a:pt x="7" y="52"/>
                  </a:cubicBezTo>
                  <a:cubicBezTo>
                    <a:pt x="8" y="55"/>
                    <a:pt x="8" y="55"/>
                    <a:pt x="8" y="55"/>
                  </a:cubicBezTo>
                  <a:cubicBezTo>
                    <a:pt x="8" y="56"/>
                    <a:pt x="9" y="57"/>
                    <a:pt x="9" y="58"/>
                  </a:cubicBezTo>
                  <a:cubicBezTo>
                    <a:pt x="9" y="60"/>
                    <a:pt x="9" y="60"/>
                    <a:pt x="9" y="60"/>
                  </a:cubicBezTo>
                  <a:cubicBezTo>
                    <a:pt x="11" y="61"/>
                    <a:pt x="11" y="61"/>
                    <a:pt x="11" y="61"/>
                  </a:cubicBezTo>
                  <a:cubicBezTo>
                    <a:pt x="11" y="60"/>
                    <a:pt x="11" y="60"/>
                    <a:pt x="11" y="60"/>
                  </a:cubicBezTo>
                  <a:cubicBezTo>
                    <a:pt x="11" y="60"/>
                    <a:pt x="11" y="60"/>
                    <a:pt x="11" y="60"/>
                  </a:cubicBezTo>
                  <a:cubicBezTo>
                    <a:pt x="11" y="59"/>
                    <a:pt x="11" y="59"/>
                    <a:pt x="11" y="59"/>
                  </a:cubicBezTo>
                  <a:cubicBezTo>
                    <a:pt x="9" y="57"/>
                    <a:pt x="9" y="57"/>
                    <a:pt x="9" y="57"/>
                  </a:cubicBezTo>
                  <a:cubicBezTo>
                    <a:pt x="9" y="56"/>
                    <a:pt x="9" y="56"/>
                    <a:pt x="9" y="56"/>
                  </a:cubicBezTo>
                  <a:cubicBezTo>
                    <a:pt x="9" y="55"/>
                    <a:pt x="9" y="55"/>
                    <a:pt x="9" y="55"/>
                  </a:cubicBezTo>
                  <a:cubicBezTo>
                    <a:pt x="9" y="55"/>
                    <a:pt x="10" y="55"/>
                    <a:pt x="11" y="54"/>
                  </a:cubicBezTo>
                  <a:cubicBezTo>
                    <a:pt x="12" y="54"/>
                    <a:pt x="12" y="53"/>
                    <a:pt x="13" y="53"/>
                  </a:cubicBezTo>
                  <a:cubicBezTo>
                    <a:pt x="15" y="53"/>
                    <a:pt x="15" y="53"/>
                    <a:pt x="15" y="53"/>
                  </a:cubicBezTo>
                  <a:cubicBezTo>
                    <a:pt x="15" y="52"/>
                    <a:pt x="15" y="52"/>
                    <a:pt x="15" y="52"/>
                  </a:cubicBezTo>
                  <a:cubicBezTo>
                    <a:pt x="15" y="52"/>
                    <a:pt x="15" y="52"/>
                    <a:pt x="15" y="52"/>
                  </a:cubicBezTo>
                  <a:cubicBezTo>
                    <a:pt x="14" y="52"/>
                    <a:pt x="14" y="52"/>
                    <a:pt x="14" y="52"/>
                  </a:cubicBezTo>
                  <a:lnTo>
                    <a:pt x="13" y="51"/>
                  </a:lnTo>
                  <a:close/>
                  <a:moveTo>
                    <a:pt x="13" y="47"/>
                  </a:moveTo>
                  <a:cubicBezTo>
                    <a:pt x="14" y="49"/>
                    <a:pt x="14" y="49"/>
                    <a:pt x="14" y="49"/>
                  </a:cubicBezTo>
                  <a:cubicBezTo>
                    <a:pt x="15" y="49"/>
                    <a:pt x="15" y="49"/>
                    <a:pt x="15" y="49"/>
                  </a:cubicBezTo>
                  <a:cubicBezTo>
                    <a:pt x="14" y="49"/>
                    <a:pt x="14" y="49"/>
                    <a:pt x="14" y="49"/>
                  </a:cubicBezTo>
                  <a:cubicBezTo>
                    <a:pt x="14" y="51"/>
                    <a:pt x="14" y="51"/>
                    <a:pt x="14" y="51"/>
                  </a:cubicBezTo>
                  <a:cubicBezTo>
                    <a:pt x="14" y="52"/>
                    <a:pt x="14" y="52"/>
                    <a:pt x="14" y="52"/>
                  </a:cubicBezTo>
                  <a:cubicBezTo>
                    <a:pt x="15" y="52"/>
                    <a:pt x="15" y="52"/>
                    <a:pt x="15" y="52"/>
                  </a:cubicBezTo>
                  <a:cubicBezTo>
                    <a:pt x="15" y="52"/>
                    <a:pt x="15" y="52"/>
                    <a:pt x="15" y="52"/>
                  </a:cubicBezTo>
                  <a:cubicBezTo>
                    <a:pt x="15" y="52"/>
                    <a:pt x="15" y="52"/>
                    <a:pt x="15" y="52"/>
                  </a:cubicBezTo>
                  <a:cubicBezTo>
                    <a:pt x="15" y="52"/>
                    <a:pt x="15" y="52"/>
                    <a:pt x="15" y="52"/>
                  </a:cubicBezTo>
                  <a:cubicBezTo>
                    <a:pt x="15" y="53"/>
                    <a:pt x="15" y="54"/>
                    <a:pt x="16" y="55"/>
                  </a:cubicBezTo>
                  <a:cubicBezTo>
                    <a:pt x="16" y="54"/>
                    <a:pt x="18" y="51"/>
                    <a:pt x="20" y="50"/>
                  </a:cubicBezTo>
                  <a:cubicBezTo>
                    <a:pt x="20" y="50"/>
                    <a:pt x="20" y="50"/>
                    <a:pt x="20" y="50"/>
                  </a:cubicBezTo>
                  <a:cubicBezTo>
                    <a:pt x="20" y="50"/>
                    <a:pt x="20" y="50"/>
                    <a:pt x="20" y="50"/>
                  </a:cubicBezTo>
                  <a:cubicBezTo>
                    <a:pt x="20" y="48"/>
                    <a:pt x="20" y="48"/>
                    <a:pt x="20" y="48"/>
                  </a:cubicBezTo>
                  <a:cubicBezTo>
                    <a:pt x="21" y="47"/>
                    <a:pt x="21" y="47"/>
                    <a:pt x="21" y="47"/>
                  </a:cubicBezTo>
                  <a:cubicBezTo>
                    <a:pt x="21" y="45"/>
                    <a:pt x="21" y="45"/>
                    <a:pt x="21" y="45"/>
                  </a:cubicBezTo>
                  <a:cubicBezTo>
                    <a:pt x="22" y="45"/>
                    <a:pt x="22" y="45"/>
                    <a:pt x="22" y="45"/>
                  </a:cubicBezTo>
                  <a:cubicBezTo>
                    <a:pt x="21" y="47"/>
                    <a:pt x="21" y="47"/>
                    <a:pt x="21" y="47"/>
                  </a:cubicBezTo>
                  <a:cubicBezTo>
                    <a:pt x="21" y="48"/>
                    <a:pt x="21" y="48"/>
                    <a:pt x="21" y="48"/>
                  </a:cubicBezTo>
                  <a:cubicBezTo>
                    <a:pt x="23" y="46"/>
                    <a:pt x="23" y="46"/>
                    <a:pt x="23" y="46"/>
                  </a:cubicBezTo>
                  <a:cubicBezTo>
                    <a:pt x="24" y="45"/>
                    <a:pt x="24" y="45"/>
                    <a:pt x="24" y="45"/>
                  </a:cubicBezTo>
                  <a:cubicBezTo>
                    <a:pt x="24" y="45"/>
                    <a:pt x="24" y="45"/>
                    <a:pt x="24" y="45"/>
                  </a:cubicBezTo>
                  <a:cubicBezTo>
                    <a:pt x="24" y="45"/>
                    <a:pt x="24" y="45"/>
                    <a:pt x="24" y="45"/>
                  </a:cubicBezTo>
                  <a:cubicBezTo>
                    <a:pt x="24" y="45"/>
                    <a:pt x="26" y="47"/>
                    <a:pt x="29" y="48"/>
                  </a:cubicBezTo>
                  <a:cubicBezTo>
                    <a:pt x="26" y="44"/>
                    <a:pt x="26" y="44"/>
                    <a:pt x="26" y="44"/>
                  </a:cubicBezTo>
                  <a:cubicBezTo>
                    <a:pt x="23" y="43"/>
                    <a:pt x="22" y="41"/>
                    <a:pt x="22" y="41"/>
                  </a:cubicBezTo>
                  <a:cubicBezTo>
                    <a:pt x="22" y="41"/>
                    <a:pt x="22" y="41"/>
                    <a:pt x="22" y="41"/>
                  </a:cubicBezTo>
                  <a:cubicBezTo>
                    <a:pt x="21" y="41"/>
                    <a:pt x="21" y="41"/>
                    <a:pt x="21" y="41"/>
                  </a:cubicBezTo>
                  <a:cubicBezTo>
                    <a:pt x="21" y="41"/>
                    <a:pt x="21" y="41"/>
                    <a:pt x="21" y="41"/>
                  </a:cubicBezTo>
                  <a:cubicBezTo>
                    <a:pt x="23" y="41"/>
                    <a:pt x="23" y="41"/>
                    <a:pt x="23" y="41"/>
                  </a:cubicBezTo>
                  <a:cubicBezTo>
                    <a:pt x="23" y="41"/>
                    <a:pt x="23" y="41"/>
                    <a:pt x="23" y="41"/>
                  </a:cubicBezTo>
                  <a:cubicBezTo>
                    <a:pt x="23" y="40"/>
                    <a:pt x="23" y="40"/>
                    <a:pt x="23" y="40"/>
                  </a:cubicBezTo>
                  <a:cubicBezTo>
                    <a:pt x="24" y="40"/>
                    <a:pt x="24" y="40"/>
                    <a:pt x="24" y="40"/>
                  </a:cubicBezTo>
                  <a:cubicBezTo>
                    <a:pt x="24" y="40"/>
                    <a:pt x="24" y="40"/>
                    <a:pt x="24" y="40"/>
                  </a:cubicBezTo>
                  <a:cubicBezTo>
                    <a:pt x="24" y="40"/>
                    <a:pt x="24" y="40"/>
                    <a:pt x="24" y="40"/>
                  </a:cubicBezTo>
                  <a:cubicBezTo>
                    <a:pt x="25" y="40"/>
                    <a:pt x="25" y="40"/>
                    <a:pt x="25" y="40"/>
                  </a:cubicBezTo>
                  <a:cubicBezTo>
                    <a:pt x="26" y="41"/>
                    <a:pt x="26" y="41"/>
                    <a:pt x="26" y="41"/>
                  </a:cubicBezTo>
                  <a:cubicBezTo>
                    <a:pt x="27" y="41"/>
                    <a:pt x="28" y="41"/>
                    <a:pt x="28" y="41"/>
                  </a:cubicBezTo>
                  <a:cubicBezTo>
                    <a:pt x="28" y="41"/>
                    <a:pt x="28" y="41"/>
                    <a:pt x="28" y="41"/>
                  </a:cubicBezTo>
                  <a:cubicBezTo>
                    <a:pt x="29" y="41"/>
                    <a:pt x="29" y="41"/>
                    <a:pt x="29" y="41"/>
                  </a:cubicBezTo>
                  <a:cubicBezTo>
                    <a:pt x="29" y="41"/>
                    <a:pt x="29" y="41"/>
                    <a:pt x="29" y="41"/>
                  </a:cubicBezTo>
                  <a:cubicBezTo>
                    <a:pt x="30" y="40"/>
                    <a:pt x="30" y="40"/>
                    <a:pt x="30" y="40"/>
                  </a:cubicBezTo>
                  <a:cubicBezTo>
                    <a:pt x="30" y="38"/>
                    <a:pt x="30" y="38"/>
                    <a:pt x="30" y="38"/>
                  </a:cubicBezTo>
                  <a:cubicBezTo>
                    <a:pt x="31" y="38"/>
                    <a:pt x="31" y="38"/>
                    <a:pt x="31" y="38"/>
                  </a:cubicBezTo>
                  <a:cubicBezTo>
                    <a:pt x="31" y="38"/>
                    <a:pt x="31" y="38"/>
                    <a:pt x="31" y="38"/>
                  </a:cubicBezTo>
                  <a:cubicBezTo>
                    <a:pt x="31" y="38"/>
                    <a:pt x="31" y="38"/>
                    <a:pt x="31" y="38"/>
                  </a:cubicBezTo>
                  <a:cubicBezTo>
                    <a:pt x="33" y="38"/>
                    <a:pt x="33" y="38"/>
                    <a:pt x="33" y="38"/>
                  </a:cubicBezTo>
                  <a:cubicBezTo>
                    <a:pt x="34" y="38"/>
                    <a:pt x="34" y="38"/>
                    <a:pt x="34" y="38"/>
                  </a:cubicBezTo>
                  <a:cubicBezTo>
                    <a:pt x="34" y="38"/>
                    <a:pt x="34" y="38"/>
                    <a:pt x="34" y="38"/>
                  </a:cubicBezTo>
                  <a:cubicBezTo>
                    <a:pt x="34" y="35"/>
                    <a:pt x="34" y="35"/>
                    <a:pt x="34" y="35"/>
                  </a:cubicBezTo>
                  <a:cubicBezTo>
                    <a:pt x="34" y="35"/>
                    <a:pt x="34" y="35"/>
                    <a:pt x="34" y="35"/>
                  </a:cubicBezTo>
                  <a:cubicBezTo>
                    <a:pt x="34" y="34"/>
                    <a:pt x="34" y="34"/>
                    <a:pt x="34" y="34"/>
                  </a:cubicBezTo>
                  <a:cubicBezTo>
                    <a:pt x="34" y="34"/>
                    <a:pt x="34" y="34"/>
                    <a:pt x="34" y="34"/>
                  </a:cubicBezTo>
                  <a:cubicBezTo>
                    <a:pt x="34" y="34"/>
                    <a:pt x="34" y="34"/>
                    <a:pt x="34" y="34"/>
                  </a:cubicBezTo>
                  <a:cubicBezTo>
                    <a:pt x="36" y="34"/>
                    <a:pt x="36" y="34"/>
                    <a:pt x="36" y="34"/>
                  </a:cubicBezTo>
                  <a:cubicBezTo>
                    <a:pt x="36" y="34"/>
                    <a:pt x="36" y="34"/>
                    <a:pt x="36" y="34"/>
                  </a:cubicBezTo>
                  <a:cubicBezTo>
                    <a:pt x="36" y="34"/>
                    <a:pt x="36" y="34"/>
                    <a:pt x="36" y="34"/>
                  </a:cubicBezTo>
                  <a:cubicBezTo>
                    <a:pt x="36" y="32"/>
                    <a:pt x="36" y="32"/>
                    <a:pt x="36" y="32"/>
                  </a:cubicBezTo>
                  <a:cubicBezTo>
                    <a:pt x="36" y="32"/>
                    <a:pt x="36" y="32"/>
                    <a:pt x="36" y="32"/>
                  </a:cubicBezTo>
                  <a:cubicBezTo>
                    <a:pt x="36" y="32"/>
                    <a:pt x="36" y="32"/>
                    <a:pt x="36" y="32"/>
                  </a:cubicBezTo>
                  <a:cubicBezTo>
                    <a:pt x="35" y="32"/>
                    <a:pt x="35" y="32"/>
                    <a:pt x="35" y="32"/>
                  </a:cubicBezTo>
                  <a:cubicBezTo>
                    <a:pt x="36" y="31"/>
                    <a:pt x="36" y="31"/>
                    <a:pt x="36" y="31"/>
                  </a:cubicBezTo>
                  <a:cubicBezTo>
                    <a:pt x="36" y="31"/>
                    <a:pt x="36" y="31"/>
                    <a:pt x="36" y="31"/>
                  </a:cubicBezTo>
                  <a:cubicBezTo>
                    <a:pt x="36" y="31"/>
                    <a:pt x="36" y="31"/>
                    <a:pt x="36" y="31"/>
                  </a:cubicBezTo>
                  <a:cubicBezTo>
                    <a:pt x="38" y="30"/>
                    <a:pt x="38" y="30"/>
                    <a:pt x="38" y="30"/>
                  </a:cubicBezTo>
                  <a:cubicBezTo>
                    <a:pt x="38" y="28"/>
                    <a:pt x="38" y="28"/>
                    <a:pt x="38" y="28"/>
                  </a:cubicBezTo>
                  <a:cubicBezTo>
                    <a:pt x="38" y="28"/>
                    <a:pt x="38" y="28"/>
                    <a:pt x="38" y="28"/>
                  </a:cubicBezTo>
                  <a:cubicBezTo>
                    <a:pt x="37" y="28"/>
                    <a:pt x="37" y="28"/>
                    <a:pt x="37" y="28"/>
                  </a:cubicBezTo>
                  <a:cubicBezTo>
                    <a:pt x="36" y="28"/>
                    <a:pt x="36" y="28"/>
                    <a:pt x="36" y="28"/>
                  </a:cubicBezTo>
                  <a:cubicBezTo>
                    <a:pt x="37" y="26"/>
                    <a:pt x="37" y="26"/>
                    <a:pt x="37" y="26"/>
                  </a:cubicBezTo>
                  <a:cubicBezTo>
                    <a:pt x="37" y="26"/>
                    <a:pt x="37" y="26"/>
                    <a:pt x="37" y="26"/>
                  </a:cubicBezTo>
                  <a:cubicBezTo>
                    <a:pt x="38" y="27"/>
                    <a:pt x="38" y="27"/>
                    <a:pt x="38" y="27"/>
                  </a:cubicBezTo>
                  <a:cubicBezTo>
                    <a:pt x="39" y="25"/>
                    <a:pt x="39" y="25"/>
                    <a:pt x="39" y="25"/>
                  </a:cubicBezTo>
                  <a:cubicBezTo>
                    <a:pt x="38" y="24"/>
                    <a:pt x="38" y="24"/>
                    <a:pt x="38" y="24"/>
                  </a:cubicBezTo>
                  <a:cubicBezTo>
                    <a:pt x="37" y="24"/>
                    <a:pt x="37" y="24"/>
                    <a:pt x="37" y="24"/>
                  </a:cubicBezTo>
                  <a:cubicBezTo>
                    <a:pt x="37" y="25"/>
                    <a:pt x="37" y="25"/>
                    <a:pt x="37" y="25"/>
                  </a:cubicBezTo>
                  <a:cubicBezTo>
                    <a:pt x="37" y="23"/>
                    <a:pt x="37" y="23"/>
                    <a:pt x="37" y="23"/>
                  </a:cubicBezTo>
                  <a:cubicBezTo>
                    <a:pt x="37" y="23"/>
                    <a:pt x="37" y="23"/>
                    <a:pt x="37" y="23"/>
                  </a:cubicBezTo>
                  <a:cubicBezTo>
                    <a:pt x="37" y="23"/>
                    <a:pt x="37" y="23"/>
                    <a:pt x="37" y="23"/>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6" y="20"/>
                    <a:pt x="36" y="20"/>
                    <a:pt x="36" y="20"/>
                  </a:cubicBezTo>
                  <a:cubicBezTo>
                    <a:pt x="36" y="20"/>
                    <a:pt x="36" y="20"/>
                    <a:pt x="36" y="20"/>
                  </a:cubicBezTo>
                  <a:cubicBezTo>
                    <a:pt x="36" y="20"/>
                    <a:pt x="37" y="19"/>
                    <a:pt x="37" y="18"/>
                  </a:cubicBezTo>
                  <a:cubicBezTo>
                    <a:pt x="36" y="16"/>
                    <a:pt x="36" y="16"/>
                    <a:pt x="36" y="16"/>
                  </a:cubicBezTo>
                  <a:cubicBezTo>
                    <a:pt x="36" y="16"/>
                    <a:pt x="36" y="16"/>
                    <a:pt x="36" y="16"/>
                  </a:cubicBezTo>
                  <a:cubicBezTo>
                    <a:pt x="36" y="17"/>
                    <a:pt x="36" y="18"/>
                    <a:pt x="35" y="19"/>
                  </a:cubicBezTo>
                  <a:cubicBezTo>
                    <a:pt x="35" y="20"/>
                    <a:pt x="34" y="21"/>
                    <a:pt x="32" y="22"/>
                  </a:cubicBezTo>
                  <a:cubicBezTo>
                    <a:pt x="31" y="23"/>
                    <a:pt x="30" y="24"/>
                    <a:pt x="30" y="25"/>
                  </a:cubicBezTo>
                  <a:cubicBezTo>
                    <a:pt x="30" y="25"/>
                    <a:pt x="30" y="25"/>
                    <a:pt x="30" y="25"/>
                  </a:cubicBezTo>
                  <a:cubicBezTo>
                    <a:pt x="30" y="26"/>
                    <a:pt x="30" y="26"/>
                    <a:pt x="30" y="26"/>
                  </a:cubicBezTo>
                  <a:cubicBezTo>
                    <a:pt x="30" y="26"/>
                    <a:pt x="31" y="28"/>
                    <a:pt x="32" y="28"/>
                  </a:cubicBezTo>
                  <a:cubicBezTo>
                    <a:pt x="32" y="28"/>
                    <a:pt x="32" y="28"/>
                    <a:pt x="32" y="28"/>
                  </a:cubicBezTo>
                  <a:cubicBezTo>
                    <a:pt x="32" y="28"/>
                    <a:pt x="32" y="28"/>
                    <a:pt x="32" y="28"/>
                  </a:cubicBezTo>
                  <a:cubicBezTo>
                    <a:pt x="32" y="28"/>
                    <a:pt x="32" y="28"/>
                    <a:pt x="32" y="28"/>
                  </a:cubicBezTo>
                  <a:cubicBezTo>
                    <a:pt x="32" y="29"/>
                    <a:pt x="32" y="29"/>
                    <a:pt x="32" y="29"/>
                  </a:cubicBezTo>
                  <a:cubicBezTo>
                    <a:pt x="32" y="31"/>
                    <a:pt x="32" y="33"/>
                    <a:pt x="29" y="33"/>
                  </a:cubicBezTo>
                  <a:cubicBezTo>
                    <a:pt x="29" y="33"/>
                    <a:pt x="29" y="33"/>
                    <a:pt x="29" y="33"/>
                  </a:cubicBezTo>
                  <a:cubicBezTo>
                    <a:pt x="29" y="33"/>
                    <a:pt x="26" y="35"/>
                    <a:pt x="25" y="35"/>
                  </a:cubicBezTo>
                  <a:cubicBezTo>
                    <a:pt x="25" y="35"/>
                    <a:pt x="25" y="35"/>
                    <a:pt x="25" y="35"/>
                  </a:cubicBezTo>
                  <a:cubicBezTo>
                    <a:pt x="24" y="35"/>
                    <a:pt x="24" y="35"/>
                    <a:pt x="24" y="35"/>
                  </a:cubicBezTo>
                  <a:cubicBezTo>
                    <a:pt x="23" y="34"/>
                    <a:pt x="23" y="34"/>
                    <a:pt x="23" y="34"/>
                  </a:cubicBezTo>
                  <a:cubicBezTo>
                    <a:pt x="22" y="36"/>
                    <a:pt x="22" y="36"/>
                    <a:pt x="22" y="36"/>
                  </a:cubicBezTo>
                  <a:cubicBezTo>
                    <a:pt x="21" y="36"/>
                    <a:pt x="21" y="36"/>
                    <a:pt x="21" y="36"/>
                  </a:cubicBezTo>
                  <a:cubicBezTo>
                    <a:pt x="21" y="34"/>
                    <a:pt x="21" y="34"/>
                    <a:pt x="21" y="34"/>
                  </a:cubicBezTo>
                  <a:cubicBezTo>
                    <a:pt x="20" y="34"/>
                    <a:pt x="20" y="34"/>
                    <a:pt x="20" y="34"/>
                  </a:cubicBezTo>
                  <a:cubicBezTo>
                    <a:pt x="20" y="33"/>
                    <a:pt x="20" y="33"/>
                    <a:pt x="20" y="33"/>
                  </a:cubicBezTo>
                  <a:cubicBezTo>
                    <a:pt x="19" y="35"/>
                    <a:pt x="19" y="35"/>
                    <a:pt x="19" y="35"/>
                  </a:cubicBezTo>
                  <a:cubicBezTo>
                    <a:pt x="18" y="36"/>
                    <a:pt x="18" y="36"/>
                    <a:pt x="18" y="36"/>
                  </a:cubicBezTo>
                  <a:cubicBezTo>
                    <a:pt x="18" y="38"/>
                    <a:pt x="18" y="38"/>
                    <a:pt x="18" y="38"/>
                  </a:cubicBezTo>
                  <a:cubicBezTo>
                    <a:pt x="17" y="39"/>
                    <a:pt x="17" y="39"/>
                    <a:pt x="17" y="39"/>
                  </a:cubicBezTo>
                  <a:cubicBezTo>
                    <a:pt x="17" y="41"/>
                    <a:pt x="18" y="43"/>
                    <a:pt x="18" y="44"/>
                  </a:cubicBezTo>
                  <a:cubicBezTo>
                    <a:pt x="18" y="45"/>
                    <a:pt x="18" y="45"/>
                    <a:pt x="18" y="45"/>
                  </a:cubicBezTo>
                  <a:cubicBezTo>
                    <a:pt x="18" y="46"/>
                    <a:pt x="17" y="48"/>
                    <a:pt x="17" y="48"/>
                  </a:cubicBezTo>
                  <a:cubicBezTo>
                    <a:pt x="17" y="49"/>
                    <a:pt x="17" y="49"/>
                    <a:pt x="17" y="49"/>
                  </a:cubicBezTo>
                  <a:cubicBezTo>
                    <a:pt x="16" y="48"/>
                    <a:pt x="16" y="48"/>
                    <a:pt x="16" y="48"/>
                  </a:cubicBezTo>
                  <a:cubicBezTo>
                    <a:pt x="16" y="48"/>
                    <a:pt x="16" y="48"/>
                    <a:pt x="16" y="48"/>
                  </a:cubicBezTo>
                  <a:cubicBezTo>
                    <a:pt x="16" y="48"/>
                    <a:pt x="15" y="48"/>
                    <a:pt x="13" y="47"/>
                  </a:cubicBezTo>
                  <a:moveTo>
                    <a:pt x="37" y="27"/>
                  </a:moveTo>
                  <a:cubicBezTo>
                    <a:pt x="37" y="27"/>
                    <a:pt x="37" y="27"/>
                    <a:pt x="37" y="27"/>
                  </a:cubicBezTo>
                  <a:cubicBezTo>
                    <a:pt x="37" y="27"/>
                    <a:pt x="37" y="27"/>
                    <a:pt x="37" y="27"/>
                  </a:cubicBezTo>
                  <a:close/>
                  <a:moveTo>
                    <a:pt x="13" y="42"/>
                  </a:moveTo>
                  <a:cubicBezTo>
                    <a:pt x="14" y="45"/>
                    <a:pt x="16" y="47"/>
                    <a:pt x="17" y="48"/>
                  </a:cubicBezTo>
                  <a:cubicBezTo>
                    <a:pt x="17" y="47"/>
                    <a:pt x="18" y="46"/>
                    <a:pt x="18" y="45"/>
                  </a:cubicBezTo>
                  <a:cubicBezTo>
                    <a:pt x="18" y="44"/>
                    <a:pt x="18" y="44"/>
                    <a:pt x="18" y="44"/>
                  </a:cubicBezTo>
                  <a:cubicBezTo>
                    <a:pt x="18" y="43"/>
                    <a:pt x="17" y="41"/>
                    <a:pt x="17" y="39"/>
                  </a:cubicBezTo>
                  <a:cubicBezTo>
                    <a:pt x="17" y="38"/>
                    <a:pt x="17" y="38"/>
                    <a:pt x="17" y="38"/>
                  </a:cubicBezTo>
                  <a:cubicBezTo>
                    <a:pt x="17" y="37"/>
                    <a:pt x="17" y="37"/>
                    <a:pt x="17" y="37"/>
                  </a:cubicBezTo>
                  <a:cubicBezTo>
                    <a:pt x="17" y="36"/>
                    <a:pt x="17" y="36"/>
                    <a:pt x="17" y="36"/>
                  </a:cubicBezTo>
                  <a:cubicBezTo>
                    <a:pt x="17" y="35"/>
                    <a:pt x="17" y="35"/>
                    <a:pt x="17" y="35"/>
                  </a:cubicBezTo>
                  <a:cubicBezTo>
                    <a:pt x="16" y="34"/>
                    <a:pt x="16" y="34"/>
                    <a:pt x="16" y="34"/>
                  </a:cubicBezTo>
                  <a:cubicBezTo>
                    <a:pt x="14" y="36"/>
                    <a:pt x="14" y="36"/>
                    <a:pt x="14" y="36"/>
                  </a:cubicBezTo>
                  <a:cubicBezTo>
                    <a:pt x="12" y="37"/>
                    <a:pt x="12" y="37"/>
                    <a:pt x="12" y="37"/>
                  </a:cubicBezTo>
                  <a:cubicBezTo>
                    <a:pt x="12" y="39"/>
                    <a:pt x="12" y="39"/>
                    <a:pt x="12" y="39"/>
                  </a:cubicBezTo>
                  <a:cubicBezTo>
                    <a:pt x="12" y="40"/>
                    <a:pt x="12" y="41"/>
                    <a:pt x="13" y="42"/>
                  </a:cubicBezTo>
                  <a:moveTo>
                    <a:pt x="4" y="32"/>
                  </a:moveTo>
                  <a:cubicBezTo>
                    <a:pt x="5" y="32"/>
                    <a:pt x="5" y="32"/>
                    <a:pt x="5" y="32"/>
                  </a:cubicBezTo>
                  <a:cubicBezTo>
                    <a:pt x="7" y="32"/>
                    <a:pt x="7" y="32"/>
                    <a:pt x="7" y="32"/>
                  </a:cubicBezTo>
                  <a:cubicBezTo>
                    <a:pt x="8" y="33"/>
                    <a:pt x="8" y="35"/>
                    <a:pt x="8" y="36"/>
                  </a:cubicBezTo>
                  <a:cubicBezTo>
                    <a:pt x="8" y="37"/>
                    <a:pt x="8" y="37"/>
                    <a:pt x="8" y="37"/>
                  </a:cubicBezTo>
                  <a:cubicBezTo>
                    <a:pt x="9" y="38"/>
                    <a:pt x="9" y="38"/>
                    <a:pt x="9" y="38"/>
                  </a:cubicBezTo>
                  <a:cubicBezTo>
                    <a:pt x="11" y="39"/>
                    <a:pt x="11" y="39"/>
                    <a:pt x="11" y="39"/>
                  </a:cubicBezTo>
                  <a:cubicBezTo>
                    <a:pt x="11" y="39"/>
                    <a:pt x="11" y="39"/>
                    <a:pt x="11" y="39"/>
                  </a:cubicBezTo>
                  <a:cubicBezTo>
                    <a:pt x="12" y="37"/>
                    <a:pt x="12" y="37"/>
                    <a:pt x="12" y="37"/>
                  </a:cubicBezTo>
                  <a:cubicBezTo>
                    <a:pt x="11" y="37"/>
                    <a:pt x="11" y="37"/>
                    <a:pt x="11" y="37"/>
                  </a:cubicBezTo>
                  <a:cubicBezTo>
                    <a:pt x="11" y="37"/>
                    <a:pt x="11" y="37"/>
                    <a:pt x="11" y="37"/>
                  </a:cubicBezTo>
                  <a:cubicBezTo>
                    <a:pt x="10" y="37"/>
                    <a:pt x="10" y="37"/>
                    <a:pt x="10" y="37"/>
                  </a:cubicBezTo>
                  <a:cubicBezTo>
                    <a:pt x="10" y="37"/>
                    <a:pt x="10" y="37"/>
                    <a:pt x="10" y="37"/>
                  </a:cubicBezTo>
                  <a:cubicBezTo>
                    <a:pt x="10" y="36"/>
                    <a:pt x="10" y="36"/>
                    <a:pt x="10" y="36"/>
                  </a:cubicBezTo>
                  <a:cubicBezTo>
                    <a:pt x="12" y="34"/>
                    <a:pt x="12" y="34"/>
                    <a:pt x="12" y="34"/>
                  </a:cubicBezTo>
                  <a:cubicBezTo>
                    <a:pt x="12" y="34"/>
                    <a:pt x="12" y="34"/>
                    <a:pt x="12" y="34"/>
                  </a:cubicBezTo>
                  <a:cubicBezTo>
                    <a:pt x="11" y="31"/>
                    <a:pt x="11" y="31"/>
                    <a:pt x="11" y="31"/>
                  </a:cubicBezTo>
                  <a:cubicBezTo>
                    <a:pt x="11" y="31"/>
                    <a:pt x="10" y="30"/>
                    <a:pt x="10" y="29"/>
                  </a:cubicBezTo>
                  <a:cubicBezTo>
                    <a:pt x="10" y="28"/>
                    <a:pt x="10" y="27"/>
                    <a:pt x="10" y="26"/>
                  </a:cubicBezTo>
                  <a:cubicBezTo>
                    <a:pt x="9" y="27"/>
                    <a:pt x="8" y="28"/>
                    <a:pt x="8" y="29"/>
                  </a:cubicBezTo>
                  <a:cubicBezTo>
                    <a:pt x="8" y="29"/>
                    <a:pt x="8" y="29"/>
                    <a:pt x="8" y="29"/>
                  </a:cubicBezTo>
                  <a:cubicBezTo>
                    <a:pt x="8" y="30"/>
                    <a:pt x="8" y="30"/>
                    <a:pt x="8" y="30"/>
                  </a:cubicBezTo>
                  <a:cubicBezTo>
                    <a:pt x="8" y="29"/>
                    <a:pt x="8" y="29"/>
                    <a:pt x="8" y="29"/>
                  </a:cubicBezTo>
                  <a:cubicBezTo>
                    <a:pt x="7" y="28"/>
                    <a:pt x="7" y="28"/>
                    <a:pt x="7" y="28"/>
                  </a:cubicBezTo>
                  <a:cubicBezTo>
                    <a:pt x="7" y="30"/>
                    <a:pt x="7" y="30"/>
                    <a:pt x="7" y="30"/>
                  </a:cubicBezTo>
                  <a:cubicBezTo>
                    <a:pt x="7" y="30"/>
                    <a:pt x="7" y="30"/>
                    <a:pt x="7" y="30"/>
                  </a:cubicBezTo>
                  <a:cubicBezTo>
                    <a:pt x="7" y="31"/>
                    <a:pt x="7" y="31"/>
                    <a:pt x="7" y="31"/>
                  </a:cubicBezTo>
                  <a:cubicBezTo>
                    <a:pt x="6" y="31"/>
                    <a:pt x="6" y="31"/>
                    <a:pt x="6" y="31"/>
                  </a:cubicBezTo>
                  <a:cubicBezTo>
                    <a:pt x="5" y="30"/>
                    <a:pt x="5" y="30"/>
                    <a:pt x="5" y="30"/>
                  </a:cubicBezTo>
                  <a:cubicBezTo>
                    <a:pt x="5" y="30"/>
                    <a:pt x="5" y="31"/>
                    <a:pt x="4" y="32"/>
                  </a:cubicBezTo>
                  <a:moveTo>
                    <a:pt x="1" y="29"/>
                  </a:moveTo>
                  <a:cubicBezTo>
                    <a:pt x="1" y="29"/>
                    <a:pt x="1" y="29"/>
                    <a:pt x="1" y="29"/>
                  </a:cubicBezTo>
                  <a:cubicBezTo>
                    <a:pt x="1" y="29"/>
                    <a:pt x="1" y="29"/>
                    <a:pt x="1" y="29"/>
                  </a:cubicBezTo>
                  <a:cubicBezTo>
                    <a:pt x="2" y="28"/>
                    <a:pt x="2" y="28"/>
                    <a:pt x="2" y="28"/>
                  </a:cubicBezTo>
                  <a:cubicBezTo>
                    <a:pt x="1" y="28"/>
                    <a:pt x="1" y="28"/>
                    <a:pt x="1" y="28"/>
                  </a:cubicBezTo>
                  <a:cubicBezTo>
                    <a:pt x="1" y="28"/>
                    <a:pt x="1" y="28"/>
                    <a:pt x="1" y="28"/>
                  </a:cubicBezTo>
                  <a:lnTo>
                    <a:pt x="1" y="29"/>
                  </a:lnTo>
                  <a:close/>
                  <a:moveTo>
                    <a:pt x="1" y="15"/>
                  </a:moveTo>
                  <a:cubicBezTo>
                    <a:pt x="3" y="18"/>
                    <a:pt x="3" y="18"/>
                    <a:pt x="3" y="18"/>
                  </a:cubicBezTo>
                  <a:cubicBezTo>
                    <a:pt x="3" y="18"/>
                    <a:pt x="3" y="19"/>
                    <a:pt x="3" y="20"/>
                  </a:cubicBezTo>
                  <a:cubicBezTo>
                    <a:pt x="3" y="21"/>
                    <a:pt x="3" y="21"/>
                    <a:pt x="3" y="21"/>
                  </a:cubicBezTo>
                  <a:cubicBezTo>
                    <a:pt x="2" y="25"/>
                    <a:pt x="2" y="25"/>
                    <a:pt x="2" y="25"/>
                  </a:cubicBezTo>
                  <a:cubicBezTo>
                    <a:pt x="1" y="27"/>
                    <a:pt x="1" y="27"/>
                    <a:pt x="1" y="27"/>
                  </a:cubicBezTo>
                  <a:cubicBezTo>
                    <a:pt x="1" y="27"/>
                    <a:pt x="1" y="27"/>
                    <a:pt x="1" y="27"/>
                  </a:cubicBezTo>
                  <a:cubicBezTo>
                    <a:pt x="2" y="28"/>
                    <a:pt x="2" y="28"/>
                    <a:pt x="2" y="28"/>
                  </a:cubicBezTo>
                  <a:cubicBezTo>
                    <a:pt x="2" y="28"/>
                    <a:pt x="2" y="28"/>
                    <a:pt x="2" y="28"/>
                  </a:cubicBezTo>
                  <a:cubicBezTo>
                    <a:pt x="2" y="27"/>
                    <a:pt x="2" y="27"/>
                    <a:pt x="2" y="27"/>
                  </a:cubicBezTo>
                  <a:cubicBezTo>
                    <a:pt x="3" y="26"/>
                    <a:pt x="3" y="26"/>
                    <a:pt x="3" y="26"/>
                  </a:cubicBezTo>
                  <a:cubicBezTo>
                    <a:pt x="3" y="24"/>
                    <a:pt x="3" y="24"/>
                    <a:pt x="3" y="24"/>
                  </a:cubicBezTo>
                  <a:cubicBezTo>
                    <a:pt x="3" y="23"/>
                    <a:pt x="3" y="23"/>
                    <a:pt x="3" y="23"/>
                  </a:cubicBezTo>
                  <a:cubicBezTo>
                    <a:pt x="3" y="23"/>
                    <a:pt x="3" y="23"/>
                    <a:pt x="3" y="23"/>
                  </a:cubicBezTo>
                  <a:cubicBezTo>
                    <a:pt x="3" y="23"/>
                    <a:pt x="3" y="23"/>
                    <a:pt x="3" y="23"/>
                  </a:cubicBezTo>
                  <a:cubicBezTo>
                    <a:pt x="3" y="22"/>
                    <a:pt x="3" y="22"/>
                    <a:pt x="3" y="22"/>
                  </a:cubicBezTo>
                  <a:cubicBezTo>
                    <a:pt x="4" y="23"/>
                    <a:pt x="4" y="23"/>
                    <a:pt x="4" y="23"/>
                  </a:cubicBezTo>
                  <a:cubicBezTo>
                    <a:pt x="4" y="23"/>
                    <a:pt x="4" y="23"/>
                    <a:pt x="4" y="23"/>
                  </a:cubicBezTo>
                  <a:cubicBezTo>
                    <a:pt x="4" y="23"/>
                    <a:pt x="4" y="23"/>
                    <a:pt x="4" y="23"/>
                  </a:cubicBezTo>
                  <a:cubicBezTo>
                    <a:pt x="4" y="23"/>
                    <a:pt x="4" y="23"/>
                    <a:pt x="4" y="23"/>
                  </a:cubicBezTo>
                  <a:cubicBezTo>
                    <a:pt x="4" y="23"/>
                    <a:pt x="5" y="25"/>
                    <a:pt x="5" y="26"/>
                  </a:cubicBezTo>
                  <a:cubicBezTo>
                    <a:pt x="6" y="28"/>
                    <a:pt x="6" y="28"/>
                    <a:pt x="6" y="28"/>
                  </a:cubicBezTo>
                  <a:cubicBezTo>
                    <a:pt x="6" y="30"/>
                    <a:pt x="6" y="30"/>
                    <a:pt x="6" y="30"/>
                  </a:cubicBezTo>
                  <a:cubicBezTo>
                    <a:pt x="6" y="28"/>
                    <a:pt x="6" y="28"/>
                    <a:pt x="6" y="28"/>
                  </a:cubicBezTo>
                  <a:cubicBezTo>
                    <a:pt x="7" y="27"/>
                    <a:pt x="7" y="27"/>
                    <a:pt x="7" y="27"/>
                  </a:cubicBezTo>
                  <a:cubicBezTo>
                    <a:pt x="7" y="27"/>
                    <a:pt x="7" y="27"/>
                    <a:pt x="7" y="27"/>
                  </a:cubicBezTo>
                  <a:cubicBezTo>
                    <a:pt x="6" y="26"/>
                    <a:pt x="6" y="26"/>
                    <a:pt x="6" y="26"/>
                  </a:cubicBezTo>
                  <a:cubicBezTo>
                    <a:pt x="6" y="24"/>
                    <a:pt x="5" y="22"/>
                    <a:pt x="5" y="21"/>
                  </a:cubicBezTo>
                  <a:cubicBezTo>
                    <a:pt x="5" y="20"/>
                    <a:pt x="5" y="20"/>
                    <a:pt x="5" y="20"/>
                  </a:cubicBezTo>
                  <a:cubicBezTo>
                    <a:pt x="5" y="18"/>
                    <a:pt x="5" y="18"/>
                    <a:pt x="5" y="18"/>
                  </a:cubicBezTo>
                  <a:cubicBezTo>
                    <a:pt x="5" y="19"/>
                    <a:pt x="5" y="19"/>
                    <a:pt x="5" y="19"/>
                  </a:cubicBezTo>
                  <a:cubicBezTo>
                    <a:pt x="5" y="18"/>
                    <a:pt x="5" y="18"/>
                    <a:pt x="5" y="18"/>
                  </a:cubicBezTo>
                  <a:cubicBezTo>
                    <a:pt x="5" y="16"/>
                    <a:pt x="5" y="16"/>
                    <a:pt x="5" y="16"/>
                  </a:cubicBezTo>
                  <a:cubicBezTo>
                    <a:pt x="5" y="15"/>
                    <a:pt x="6" y="14"/>
                    <a:pt x="6" y="14"/>
                  </a:cubicBezTo>
                  <a:cubicBezTo>
                    <a:pt x="6" y="14"/>
                    <a:pt x="6" y="14"/>
                    <a:pt x="6" y="14"/>
                  </a:cubicBezTo>
                  <a:cubicBezTo>
                    <a:pt x="6" y="13"/>
                    <a:pt x="6" y="13"/>
                    <a:pt x="6" y="13"/>
                  </a:cubicBezTo>
                  <a:cubicBezTo>
                    <a:pt x="5" y="12"/>
                    <a:pt x="5" y="12"/>
                    <a:pt x="5" y="12"/>
                  </a:cubicBezTo>
                  <a:cubicBezTo>
                    <a:pt x="5" y="12"/>
                    <a:pt x="5" y="12"/>
                    <a:pt x="5" y="12"/>
                  </a:cubicBezTo>
                  <a:cubicBezTo>
                    <a:pt x="4" y="12"/>
                    <a:pt x="4" y="12"/>
                    <a:pt x="4" y="12"/>
                  </a:cubicBezTo>
                  <a:cubicBezTo>
                    <a:pt x="4" y="14"/>
                    <a:pt x="4" y="14"/>
                    <a:pt x="4" y="14"/>
                  </a:cubicBezTo>
                  <a:cubicBezTo>
                    <a:pt x="4" y="14"/>
                    <a:pt x="4" y="14"/>
                    <a:pt x="4" y="14"/>
                  </a:cubicBezTo>
                  <a:cubicBezTo>
                    <a:pt x="4" y="14"/>
                    <a:pt x="4" y="14"/>
                    <a:pt x="4" y="14"/>
                  </a:cubicBezTo>
                  <a:cubicBezTo>
                    <a:pt x="4" y="15"/>
                    <a:pt x="4" y="15"/>
                    <a:pt x="4" y="15"/>
                  </a:cubicBezTo>
                  <a:cubicBezTo>
                    <a:pt x="4" y="16"/>
                    <a:pt x="4" y="16"/>
                    <a:pt x="4" y="16"/>
                  </a:cubicBezTo>
                  <a:cubicBezTo>
                    <a:pt x="4" y="16"/>
                    <a:pt x="4" y="16"/>
                    <a:pt x="4" y="16"/>
                  </a:cubicBezTo>
                  <a:cubicBezTo>
                    <a:pt x="4" y="17"/>
                    <a:pt x="4" y="17"/>
                    <a:pt x="4" y="17"/>
                  </a:cubicBezTo>
                  <a:cubicBezTo>
                    <a:pt x="4" y="19"/>
                    <a:pt x="4" y="19"/>
                    <a:pt x="4" y="19"/>
                  </a:cubicBezTo>
                  <a:cubicBezTo>
                    <a:pt x="4" y="19"/>
                    <a:pt x="4" y="19"/>
                    <a:pt x="4" y="19"/>
                  </a:cubicBezTo>
                  <a:cubicBezTo>
                    <a:pt x="4" y="17"/>
                    <a:pt x="4" y="17"/>
                    <a:pt x="4" y="17"/>
                  </a:cubicBezTo>
                  <a:cubicBezTo>
                    <a:pt x="4" y="16"/>
                    <a:pt x="4" y="16"/>
                    <a:pt x="4" y="16"/>
                  </a:cubicBezTo>
                  <a:cubicBezTo>
                    <a:pt x="4" y="16"/>
                    <a:pt x="4" y="16"/>
                    <a:pt x="4" y="16"/>
                  </a:cubicBezTo>
                  <a:cubicBezTo>
                    <a:pt x="3" y="15"/>
                    <a:pt x="3" y="15"/>
                    <a:pt x="3" y="15"/>
                  </a:cubicBezTo>
                  <a:cubicBezTo>
                    <a:pt x="3" y="15"/>
                    <a:pt x="3" y="15"/>
                    <a:pt x="3" y="15"/>
                  </a:cubicBezTo>
                  <a:cubicBezTo>
                    <a:pt x="2" y="13"/>
                    <a:pt x="2" y="13"/>
                    <a:pt x="2" y="13"/>
                  </a:cubicBezTo>
                  <a:cubicBezTo>
                    <a:pt x="1" y="13"/>
                    <a:pt x="1" y="13"/>
                    <a:pt x="1" y="13"/>
                  </a:cubicBezTo>
                  <a:cubicBezTo>
                    <a:pt x="1" y="13"/>
                    <a:pt x="1" y="13"/>
                    <a:pt x="1" y="13"/>
                  </a:cubicBezTo>
                  <a:cubicBezTo>
                    <a:pt x="1" y="14"/>
                    <a:pt x="1" y="14"/>
                    <a:pt x="1" y="14"/>
                  </a:cubicBezTo>
                  <a:lnTo>
                    <a:pt x="1" y="15"/>
                  </a:lnTo>
                  <a:close/>
                  <a:moveTo>
                    <a:pt x="1" y="13"/>
                  </a:moveTo>
                  <a:cubicBezTo>
                    <a:pt x="1" y="13"/>
                    <a:pt x="1" y="13"/>
                    <a:pt x="1" y="13"/>
                  </a:cubicBezTo>
                  <a:cubicBezTo>
                    <a:pt x="2" y="13"/>
                    <a:pt x="2" y="13"/>
                    <a:pt x="2" y="13"/>
                  </a:cubicBezTo>
                  <a:cubicBezTo>
                    <a:pt x="1" y="12"/>
                    <a:pt x="1" y="12"/>
                    <a:pt x="1" y="12"/>
                  </a:cubicBezTo>
                  <a:cubicBezTo>
                    <a:pt x="0" y="12"/>
                    <a:pt x="0" y="12"/>
                    <a:pt x="0" y="12"/>
                  </a:cubicBezTo>
                  <a:lnTo>
                    <a:pt x="1" y="13"/>
                  </a:lnTo>
                  <a:close/>
                  <a:moveTo>
                    <a:pt x="37" y="78"/>
                  </a:moveTo>
                  <a:cubicBezTo>
                    <a:pt x="38" y="79"/>
                    <a:pt x="38" y="79"/>
                    <a:pt x="38" y="79"/>
                  </a:cubicBezTo>
                  <a:cubicBezTo>
                    <a:pt x="38" y="80"/>
                    <a:pt x="38" y="80"/>
                    <a:pt x="38" y="80"/>
                  </a:cubicBezTo>
                  <a:cubicBezTo>
                    <a:pt x="38" y="81"/>
                    <a:pt x="38" y="81"/>
                    <a:pt x="38" y="81"/>
                  </a:cubicBezTo>
                  <a:cubicBezTo>
                    <a:pt x="38" y="81"/>
                    <a:pt x="38" y="81"/>
                    <a:pt x="38" y="81"/>
                  </a:cubicBezTo>
                  <a:cubicBezTo>
                    <a:pt x="38" y="80"/>
                    <a:pt x="38" y="80"/>
                    <a:pt x="38" y="80"/>
                  </a:cubicBezTo>
                  <a:cubicBezTo>
                    <a:pt x="37" y="80"/>
                    <a:pt x="37" y="80"/>
                    <a:pt x="37" y="80"/>
                  </a:cubicBezTo>
                  <a:cubicBezTo>
                    <a:pt x="37" y="78"/>
                    <a:pt x="37" y="78"/>
                    <a:pt x="37" y="78"/>
                  </a:cubicBezTo>
                  <a:close/>
                  <a:moveTo>
                    <a:pt x="23" y="52"/>
                  </a:moveTo>
                  <a:cubicBezTo>
                    <a:pt x="23" y="52"/>
                    <a:pt x="24" y="53"/>
                    <a:pt x="26" y="54"/>
                  </a:cubicBezTo>
                  <a:cubicBezTo>
                    <a:pt x="28" y="55"/>
                    <a:pt x="29" y="55"/>
                    <a:pt x="29" y="56"/>
                  </a:cubicBezTo>
                  <a:cubicBezTo>
                    <a:pt x="29" y="57"/>
                    <a:pt x="29" y="57"/>
                    <a:pt x="29" y="57"/>
                  </a:cubicBezTo>
                  <a:cubicBezTo>
                    <a:pt x="29" y="57"/>
                    <a:pt x="29" y="57"/>
                    <a:pt x="29" y="57"/>
                  </a:cubicBezTo>
                  <a:cubicBezTo>
                    <a:pt x="28" y="56"/>
                    <a:pt x="28" y="56"/>
                    <a:pt x="28" y="56"/>
                  </a:cubicBezTo>
                  <a:cubicBezTo>
                    <a:pt x="28" y="55"/>
                    <a:pt x="28" y="55"/>
                    <a:pt x="26" y="54"/>
                  </a:cubicBezTo>
                  <a:cubicBezTo>
                    <a:pt x="24" y="54"/>
                    <a:pt x="22" y="52"/>
                    <a:pt x="22" y="52"/>
                  </a:cubicBezTo>
                  <a:lnTo>
                    <a:pt x="23" y="52"/>
                  </a:lnTo>
                  <a:close/>
                  <a:moveTo>
                    <a:pt x="41" y="82"/>
                  </a:moveTo>
                  <a:cubicBezTo>
                    <a:pt x="41" y="83"/>
                    <a:pt x="41" y="83"/>
                    <a:pt x="41" y="83"/>
                  </a:cubicBezTo>
                  <a:cubicBezTo>
                    <a:pt x="41" y="83"/>
                    <a:pt x="41" y="83"/>
                    <a:pt x="41" y="83"/>
                  </a:cubicBezTo>
                  <a:cubicBezTo>
                    <a:pt x="41" y="83"/>
                    <a:pt x="41" y="83"/>
                    <a:pt x="41" y="83"/>
                  </a:cubicBezTo>
                  <a:cubicBezTo>
                    <a:pt x="40" y="84"/>
                    <a:pt x="40" y="84"/>
                    <a:pt x="40" y="84"/>
                  </a:cubicBezTo>
                  <a:cubicBezTo>
                    <a:pt x="40" y="85"/>
                    <a:pt x="40" y="85"/>
                    <a:pt x="40" y="85"/>
                  </a:cubicBezTo>
                  <a:cubicBezTo>
                    <a:pt x="40" y="85"/>
                    <a:pt x="40" y="86"/>
                    <a:pt x="40" y="86"/>
                  </a:cubicBezTo>
                  <a:cubicBezTo>
                    <a:pt x="41" y="88"/>
                    <a:pt x="41" y="88"/>
                    <a:pt x="41" y="88"/>
                  </a:cubicBezTo>
                  <a:cubicBezTo>
                    <a:pt x="42" y="89"/>
                    <a:pt x="42" y="89"/>
                    <a:pt x="42" y="89"/>
                  </a:cubicBezTo>
                  <a:cubicBezTo>
                    <a:pt x="42" y="90"/>
                    <a:pt x="41" y="91"/>
                    <a:pt x="41" y="92"/>
                  </a:cubicBezTo>
                  <a:cubicBezTo>
                    <a:pt x="42" y="95"/>
                    <a:pt x="42" y="95"/>
                    <a:pt x="42" y="95"/>
                  </a:cubicBezTo>
                  <a:cubicBezTo>
                    <a:pt x="41" y="95"/>
                    <a:pt x="41" y="95"/>
                    <a:pt x="41" y="95"/>
                  </a:cubicBezTo>
                  <a:cubicBezTo>
                    <a:pt x="41" y="96"/>
                    <a:pt x="41" y="96"/>
                    <a:pt x="41" y="96"/>
                  </a:cubicBezTo>
                  <a:cubicBezTo>
                    <a:pt x="40" y="96"/>
                    <a:pt x="40" y="96"/>
                    <a:pt x="40" y="96"/>
                  </a:cubicBezTo>
                  <a:cubicBezTo>
                    <a:pt x="41" y="95"/>
                    <a:pt x="41" y="95"/>
                    <a:pt x="41" y="95"/>
                  </a:cubicBezTo>
                  <a:cubicBezTo>
                    <a:pt x="41" y="95"/>
                    <a:pt x="41" y="95"/>
                    <a:pt x="41" y="95"/>
                  </a:cubicBezTo>
                  <a:cubicBezTo>
                    <a:pt x="41" y="92"/>
                    <a:pt x="41" y="92"/>
                    <a:pt x="41" y="92"/>
                  </a:cubicBezTo>
                  <a:cubicBezTo>
                    <a:pt x="41" y="91"/>
                    <a:pt x="41" y="90"/>
                    <a:pt x="41" y="89"/>
                  </a:cubicBezTo>
                  <a:cubicBezTo>
                    <a:pt x="41" y="89"/>
                    <a:pt x="41" y="89"/>
                    <a:pt x="41" y="89"/>
                  </a:cubicBezTo>
                  <a:cubicBezTo>
                    <a:pt x="40" y="87"/>
                    <a:pt x="40" y="87"/>
                    <a:pt x="40" y="87"/>
                  </a:cubicBezTo>
                  <a:cubicBezTo>
                    <a:pt x="39" y="85"/>
                    <a:pt x="39" y="85"/>
                    <a:pt x="39" y="85"/>
                  </a:cubicBezTo>
                  <a:cubicBezTo>
                    <a:pt x="39" y="84"/>
                    <a:pt x="39" y="84"/>
                    <a:pt x="39" y="84"/>
                  </a:cubicBezTo>
                  <a:cubicBezTo>
                    <a:pt x="39" y="83"/>
                    <a:pt x="40" y="83"/>
                    <a:pt x="40" y="82"/>
                  </a:cubicBezTo>
                  <a:lnTo>
                    <a:pt x="41" y="82"/>
                  </a:lnTo>
                  <a:close/>
                  <a:moveTo>
                    <a:pt x="28" y="34"/>
                  </a:moveTo>
                  <a:cubicBezTo>
                    <a:pt x="29" y="34"/>
                    <a:pt x="29" y="34"/>
                    <a:pt x="29" y="34"/>
                  </a:cubicBezTo>
                  <a:cubicBezTo>
                    <a:pt x="30" y="34"/>
                    <a:pt x="30" y="34"/>
                    <a:pt x="30" y="34"/>
                  </a:cubicBezTo>
                  <a:cubicBezTo>
                    <a:pt x="30" y="34"/>
                    <a:pt x="30" y="34"/>
                    <a:pt x="30" y="34"/>
                  </a:cubicBezTo>
                  <a:cubicBezTo>
                    <a:pt x="30" y="33"/>
                    <a:pt x="30" y="33"/>
                    <a:pt x="30" y="33"/>
                  </a:cubicBezTo>
                  <a:cubicBezTo>
                    <a:pt x="31" y="32"/>
                    <a:pt x="31" y="32"/>
                    <a:pt x="33" y="32"/>
                  </a:cubicBezTo>
                  <a:cubicBezTo>
                    <a:pt x="34" y="31"/>
                    <a:pt x="34" y="31"/>
                    <a:pt x="34" y="30"/>
                  </a:cubicBezTo>
                  <a:cubicBezTo>
                    <a:pt x="34" y="30"/>
                    <a:pt x="34" y="30"/>
                    <a:pt x="34" y="30"/>
                  </a:cubicBezTo>
                  <a:cubicBezTo>
                    <a:pt x="33" y="29"/>
                    <a:pt x="33" y="29"/>
                    <a:pt x="33" y="29"/>
                  </a:cubicBezTo>
                  <a:cubicBezTo>
                    <a:pt x="33" y="29"/>
                    <a:pt x="33" y="29"/>
                    <a:pt x="33" y="29"/>
                  </a:cubicBezTo>
                  <a:cubicBezTo>
                    <a:pt x="34" y="27"/>
                    <a:pt x="34" y="27"/>
                    <a:pt x="34" y="27"/>
                  </a:cubicBezTo>
                  <a:cubicBezTo>
                    <a:pt x="34" y="25"/>
                    <a:pt x="34" y="25"/>
                    <a:pt x="34" y="25"/>
                  </a:cubicBezTo>
                  <a:cubicBezTo>
                    <a:pt x="34" y="26"/>
                    <a:pt x="34" y="26"/>
                    <a:pt x="34" y="26"/>
                  </a:cubicBezTo>
                  <a:cubicBezTo>
                    <a:pt x="33" y="26"/>
                    <a:pt x="33" y="26"/>
                    <a:pt x="33" y="26"/>
                  </a:cubicBezTo>
                  <a:cubicBezTo>
                    <a:pt x="32" y="25"/>
                    <a:pt x="32" y="25"/>
                    <a:pt x="32" y="25"/>
                  </a:cubicBezTo>
                  <a:cubicBezTo>
                    <a:pt x="32" y="25"/>
                    <a:pt x="32" y="25"/>
                    <a:pt x="32" y="25"/>
                  </a:cubicBezTo>
                  <a:cubicBezTo>
                    <a:pt x="33" y="23"/>
                    <a:pt x="33" y="23"/>
                    <a:pt x="33" y="23"/>
                  </a:cubicBezTo>
                  <a:cubicBezTo>
                    <a:pt x="34" y="22"/>
                    <a:pt x="34" y="22"/>
                    <a:pt x="34" y="22"/>
                  </a:cubicBezTo>
                  <a:cubicBezTo>
                    <a:pt x="35" y="22"/>
                    <a:pt x="35" y="22"/>
                    <a:pt x="35" y="22"/>
                  </a:cubicBezTo>
                  <a:cubicBezTo>
                    <a:pt x="34" y="23"/>
                    <a:pt x="34" y="23"/>
                    <a:pt x="34" y="23"/>
                  </a:cubicBezTo>
                  <a:cubicBezTo>
                    <a:pt x="33" y="23"/>
                    <a:pt x="33" y="23"/>
                    <a:pt x="33" y="23"/>
                  </a:cubicBezTo>
                  <a:cubicBezTo>
                    <a:pt x="33" y="25"/>
                    <a:pt x="33" y="25"/>
                    <a:pt x="33" y="25"/>
                  </a:cubicBezTo>
                  <a:cubicBezTo>
                    <a:pt x="33" y="25"/>
                    <a:pt x="33" y="25"/>
                    <a:pt x="33" y="25"/>
                  </a:cubicBezTo>
                  <a:cubicBezTo>
                    <a:pt x="33" y="25"/>
                    <a:pt x="33" y="25"/>
                    <a:pt x="33" y="25"/>
                  </a:cubicBezTo>
                  <a:cubicBezTo>
                    <a:pt x="33" y="25"/>
                    <a:pt x="33" y="25"/>
                    <a:pt x="33" y="25"/>
                  </a:cubicBezTo>
                  <a:cubicBezTo>
                    <a:pt x="34" y="25"/>
                    <a:pt x="34" y="25"/>
                    <a:pt x="34" y="25"/>
                  </a:cubicBezTo>
                  <a:cubicBezTo>
                    <a:pt x="35" y="24"/>
                    <a:pt x="35" y="24"/>
                    <a:pt x="35" y="24"/>
                  </a:cubicBezTo>
                  <a:cubicBezTo>
                    <a:pt x="35" y="25"/>
                    <a:pt x="35" y="25"/>
                    <a:pt x="35" y="25"/>
                  </a:cubicBezTo>
                  <a:cubicBezTo>
                    <a:pt x="35" y="27"/>
                    <a:pt x="35" y="27"/>
                    <a:pt x="35" y="27"/>
                  </a:cubicBezTo>
                  <a:cubicBezTo>
                    <a:pt x="34" y="29"/>
                    <a:pt x="34" y="29"/>
                    <a:pt x="34" y="29"/>
                  </a:cubicBezTo>
                  <a:cubicBezTo>
                    <a:pt x="34" y="29"/>
                    <a:pt x="34" y="29"/>
                    <a:pt x="34" y="29"/>
                  </a:cubicBezTo>
                  <a:cubicBezTo>
                    <a:pt x="34" y="30"/>
                    <a:pt x="34" y="30"/>
                    <a:pt x="34" y="30"/>
                  </a:cubicBezTo>
                  <a:cubicBezTo>
                    <a:pt x="34" y="31"/>
                    <a:pt x="34" y="31"/>
                    <a:pt x="34" y="31"/>
                  </a:cubicBezTo>
                  <a:cubicBezTo>
                    <a:pt x="34" y="31"/>
                    <a:pt x="34" y="32"/>
                    <a:pt x="33" y="32"/>
                  </a:cubicBezTo>
                  <a:cubicBezTo>
                    <a:pt x="31" y="33"/>
                    <a:pt x="31" y="33"/>
                    <a:pt x="31" y="33"/>
                  </a:cubicBezTo>
                  <a:cubicBezTo>
                    <a:pt x="31" y="34"/>
                    <a:pt x="31" y="34"/>
                    <a:pt x="31" y="34"/>
                  </a:cubicBezTo>
                  <a:cubicBezTo>
                    <a:pt x="30" y="35"/>
                    <a:pt x="30" y="35"/>
                    <a:pt x="30" y="35"/>
                  </a:cubicBezTo>
                  <a:cubicBezTo>
                    <a:pt x="29" y="34"/>
                    <a:pt x="29" y="34"/>
                    <a:pt x="29" y="34"/>
                  </a:cubicBezTo>
                  <a:cubicBezTo>
                    <a:pt x="28" y="34"/>
                    <a:pt x="28" y="34"/>
                    <a:pt x="28" y="34"/>
                  </a:cubicBezTo>
                  <a:cubicBezTo>
                    <a:pt x="27" y="35"/>
                    <a:pt x="26" y="36"/>
                    <a:pt x="26" y="37"/>
                  </a:cubicBezTo>
                  <a:cubicBezTo>
                    <a:pt x="26" y="37"/>
                    <a:pt x="26" y="37"/>
                    <a:pt x="26" y="37"/>
                  </a:cubicBezTo>
                  <a:cubicBezTo>
                    <a:pt x="26" y="37"/>
                    <a:pt x="26" y="37"/>
                    <a:pt x="26" y="37"/>
                  </a:cubicBezTo>
                  <a:cubicBezTo>
                    <a:pt x="26" y="37"/>
                    <a:pt x="26" y="37"/>
                    <a:pt x="26" y="37"/>
                  </a:cubicBezTo>
                  <a:cubicBezTo>
                    <a:pt x="26" y="36"/>
                    <a:pt x="27" y="34"/>
                    <a:pt x="28" y="34"/>
                  </a:cubicBezTo>
                  <a:moveTo>
                    <a:pt x="23" y="23"/>
                  </a:moveTo>
                  <a:cubicBezTo>
                    <a:pt x="23" y="20"/>
                    <a:pt x="23" y="20"/>
                    <a:pt x="23" y="20"/>
                  </a:cubicBezTo>
                  <a:cubicBezTo>
                    <a:pt x="22" y="19"/>
                    <a:pt x="22" y="19"/>
                    <a:pt x="22" y="19"/>
                  </a:cubicBezTo>
                  <a:cubicBezTo>
                    <a:pt x="22" y="19"/>
                    <a:pt x="22" y="19"/>
                    <a:pt x="22" y="19"/>
                  </a:cubicBezTo>
                  <a:cubicBezTo>
                    <a:pt x="23" y="20"/>
                    <a:pt x="23" y="20"/>
                    <a:pt x="23" y="20"/>
                  </a:cubicBezTo>
                  <a:cubicBezTo>
                    <a:pt x="23" y="20"/>
                    <a:pt x="23" y="20"/>
                    <a:pt x="23" y="20"/>
                  </a:cubicBezTo>
                  <a:cubicBezTo>
                    <a:pt x="23" y="20"/>
                    <a:pt x="23" y="20"/>
                    <a:pt x="23" y="20"/>
                  </a:cubicBezTo>
                  <a:cubicBezTo>
                    <a:pt x="23" y="22"/>
                    <a:pt x="23" y="22"/>
                    <a:pt x="23" y="22"/>
                  </a:cubicBezTo>
                  <a:lnTo>
                    <a:pt x="23" y="23"/>
                  </a:lnTo>
                  <a:close/>
                  <a:moveTo>
                    <a:pt x="26" y="73"/>
                  </a:moveTo>
                  <a:cubicBezTo>
                    <a:pt x="26" y="73"/>
                    <a:pt x="26" y="73"/>
                    <a:pt x="26" y="73"/>
                  </a:cubicBezTo>
                  <a:cubicBezTo>
                    <a:pt x="26" y="74"/>
                    <a:pt x="26" y="74"/>
                    <a:pt x="26" y="74"/>
                  </a:cubicBezTo>
                  <a:cubicBezTo>
                    <a:pt x="26" y="74"/>
                    <a:pt x="26" y="74"/>
                    <a:pt x="26" y="74"/>
                  </a:cubicBezTo>
                  <a:cubicBezTo>
                    <a:pt x="26" y="74"/>
                    <a:pt x="26" y="74"/>
                    <a:pt x="26" y="74"/>
                  </a:cubicBezTo>
                  <a:cubicBezTo>
                    <a:pt x="25" y="74"/>
                    <a:pt x="25" y="74"/>
                    <a:pt x="25" y="74"/>
                  </a:cubicBezTo>
                  <a:cubicBezTo>
                    <a:pt x="25" y="74"/>
                    <a:pt x="25" y="74"/>
                    <a:pt x="25" y="74"/>
                  </a:cubicBezTo>
                  <a:cubicBezTo>
                    <a:pt x="24" y="75"/>
                    <a:pt x="24" y="75"/>
                    <a:pt x="24" y="75"/>
                  </a:cubicBezTo>
                  <a:cubicBezTo>
                    <a:pt x="23" y="75"/>
                    <a:pt x="23" y="77"/>
                    <a:pt x="22" y="78"/>
                  </a:cubicBezTo>
                  <a:cubicBezTo>
                    <a:pt x="21" y="78"/>
                    <a:pt x="21" y="79"/>
                    <a:pt x="20" y="79"/>
                  </a:cubicBezTo>
                  <a:cubicBezTo>
                    <a:pt x="20" y="79"/>
                    <a:pt x="20" y="79"/>
                    <a:pt x="20" y="79"/>
                  </a:cubicBezTo>
                  <a:cubicBezTo>
                    <a:pt x="20" y="79"/>
                    <a:pt x="20" y="79"/>
                    <a:pt x="20" y="79"/>
                  </a:cubicBezTo>
                  <a:cubicBezTo>
                    <a:pt x="20" y="78"/>
                    <a:pt x="20" y="78"/>
                    <a:pt x="20" y="78"/>
                  </a:cubicBezTo>
                  <a:cubicBezTo>
                    <a:pt x="21" y="77"/>
                    <a:pt x="21" y="77"/>
                    <a:pt x="21" y="77"/>
                  </a:cubicBezTo>
                  <a:cubicBezTo>
                    <a:pt x="24" y="74"/>
                    <a:pt x="24" y="74"/>
                    <a:pt x="24" y="74"/>
                  </a:cubicBezTo>
                  <a:cubicBezTo>
                    <a:pt x="24" y="74"/>
                    <a:pt x="24" y="74"/>
                    <a:pt x="24" y="74"/>
                  </a:cubicBezTo>
                  <a:cubicBezTo>
                    <a:pt x="25" y="73"/>
                    <a:pt x="25" y="73"/>
                    <a:pt x="25" y="73"/>
                  </a:cubicBezTo>
                  <a:cubicBezTo>
                    <a:pt x="24" y="72"/>
                    <a:pt x="24" y="72"/>
                    <a:pt x="24" y="72"/>
                  </a:cubicBezTo>
                  <a:cubicBezTo>
                    <a:pt x="24" y="72"/>
                    <a:pt x="24" y="72"/>
                    <a:pt x="24" y="72"/>
                  </a:cubicBezTo>
                  <a:cubicBezTo>
                    <a:pt x="24" y="72"/>
                    <a:pt x="25" y="72"/>
                    <a:pt x="26"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4" name="Freeform 34">
              <a:extLst>
                <a:ext uri="{FF2B5EF4-FFF2-40B4-BE49-F238E27FC236}">
                  <a16:creationId xmlns:a16="http://schemas.microsoft.com/office/drawing/2014/main" id="{B661EDCA-9DD2-467F-9FF0-A883D7C25BCD}"/>
                </a:ext>
              </a:extLst>
            </p:cNvPr>
            <p:cNvSpPr>
              <a:spLocks noEditPoints="1"/>
            </p:cNvSpPr>
            <p:nvPr/>
          </p:nvSpPr>
          <p:spPr bwMode="auto">
            <a:xfrm>
              <a:off x="6108700" y="2516188"/>
              <a:ext cx="288925" cy="365125"/>
            </a:xfrm>
            <a:custGeom>
              <a:avLst/>
              <a:gdLst>
                <a:gd name="T0" fmla="*/ 127 w 133"/>
                <a:gd name="T1" fmla="*/ 60 h 169"/>
                <a:gd name="T2" fmla="*/ 60 w 133"/>
                <a:gd name="T3" fmla="*/ 165 h 169"/>
                <a:gd name="T4" fmla="*/ 79 w 133"/>
                <a:gd name="T5" fmla="*/ 158 h 169"/>
                <a:gd name="T6" fmla="*/ 60 w 133"/>
                <a:gd name="T7" fmla="*/ 157 h 169"/>
                <a:gd name="T8" fmla="*/ 79 w 133"/>
                <a:gd name="T9" fmla="*/ 154 h 169"/>
                <a:gd name="T10" fmla="*/ 42 w 133"/>
                <a:gd name="T11" fmla="*/ 151 h 169"/>
                <a:gd name="T12" fmla="*/ 66 w 133"/>
                <a:gd name="T13" fmla="*/ 164 h 169"/>
                <a:gd name="T14" fmla="*/ 123 w 133"/>
                <a:gd name="T15" fmla="*/ 35 h 169"/>
                <a:gd name="T16" fmla="*/ 86 w 133"/>
                <a:gd name="T17" fmla="*/ 152 h 169"/>
                <a:gd name="T18" fmla="*/ 53 w 133"/>
                <a:gd name="T19" fmla="*/ 150 h 169"/>
                <a:gd name="T20" fmla="*/ 85 w 133"/>
                <a:gd name="T21" fmla="*/ 153 h 169"/>
                <a:gd name="T22" fmla="*/ 39 w 133"/>
                <a:gd name="T23" fmla="*/ 62 h 169"/>
                <a:gd name="T24" fmla="*/ 29 w 133"/>
                <a:gd name="T25" fmla="*/ 53 h 169"/>
                <a:gd name="T26" fmla="*/ 32 w 133"/>
                <a:gd name="T27" fmla="*/ 78 h 169"/>
                <a:gd name="T28" fmla="*/ 27 w 133"/>
                <a:gd name="T29" fmla="*/ 79 h 169"/>
                <a:gd name="T30" fmla="*/ 18 w 133"/>
                <a:gd name="T31" fmla="*/ 72 h 169"/>
                <a:gd name="T32" fmla="*/ 17 w 133"/>
                <a:gd name="T33" fmla="*/ 96 h 169"/>
                <a:gd name="T34" fmla="*/ 7 w 133"/>
                <a:gd name="T35" fmla="*/ 83 h 169"/>
                <a:gd name="T36" fmla="*/ 7 w 133"/>
                <a:gd name="T37" fmla="*/ 71 h 169"/>
                <a:gd name="T38" fmla="*/ 6 w 133"/>
                <a:gd name="T39" fmla="*/ 37 h 169"/>
                <a:gd name="T40" fmla="*/ 8 w 133"/>
                <a:gd name="T41" fmla="*/ 35 h 169"/>
                <a:gd name="T42" fmla="*/ 10 w 133"/>
                <a:gd name="T43" fmla="*/ 11 h 169"/>
                <a:gd name="T44" fmla="*/ 21 w 133"/>
                <a:gd name="T45" fmla="*/ 14 h 169"/>
                <a:gd name="T46" fmla="*/ 33 w 133"/>
                <a:gd name="T47" fmla="*/ 16 h 169"/>
                <a:gd name="T48" fmla="*/ 30 w 133"/>
                <a:gd name="T49" fmla="*/ 23 h 169"/>
                <a:gd name="T50" fmla="*/ 41 w 133"/>
                <a:gd name="T51" fmla="*/ 30 h 169"/>
                <a:gd name="T52" fmla="*/ 44 w 133"/>
                <a:gd name="T53" fmla="*/ 12 h 169"/>
                <a:gd name="T54" fmla="*/ 46 w 133"/>
                <a:gd name="T55" fmla="*/ 16 h 169"/>
                <a:gd name="T56" fmla="*/ 47 w 133"/>
                <a:gd name="T57" fmla="*/ 22 h 169"/>
                <a:gd name="T58" fmla="*/ 47 w 133"/>
                <a:gd name="T59" fmla="*/ 27 h 169"/>
                <a:gd name="T60" fmla="*/ 37 w 133"/>
                <a:gd name="T61" fmla="*/ 43 h 169"/>
                <a:gd name="T62" fmla="*/ 40 w 133"/>
                <a:gd name="T63" fmla="*/ 50 h 169"/>
                <a:gd name="T64" fmla="*/ 0 w 133"/>
                <a:gd name="T65" fmla="*/ 82 h 169"/>
                <a:gd name="T66" fmla="*/ 12 w 133"/>
                <a:gd name="T67" fmla="*/ 45 h 169"/>
                <a:gd name="T68" fmla="*/ 12 w 133"/>
                <a:gd name="T69" fmla="*/ 44 h 169"/>
                <a:gd name="T70" fmla="*/ 44 w 133"/>
                <a:gd name="T71" fmla="*/ 50 h 169"/>
                <a:gd name="T72" fmla="*/ 40 w 133"/>
                <a:gd name="T73" fmla="*/ 62 h 169"/>
                <a:gd name="T74" fmla="*/ 132 w 133"/>
                <a:gd name="T75" fmla="*/ 0 h 169"/>
                <a:gd name="T76" fmla="*/ 124 w 133"/>
                <a:gd name="T77" fmla="*/ 38 h 169"/>
                <a:gd name="T78" fmla="*/ 125 w 133"/>
                <a:gd name="T79" fmla="*/ 72 h 169"/>
                <a:gd name="T80" fmla="*/ 125 w 133"/>
                <a:gd name="T81" fmla="*/ 89 h 169"/>
                <a:gd name="T82" fmla="*/ 121 w 133"/>
                <a:gd name="T83" fmla="*/ 97 h 169"/>
                <a:gd name="T84" fmla="*/ 111 w 133"/>
                <a:gd name="T85" fmla="*/ 69 h 169"/>
                <a:gd name="T86" fmla="*/ 103 w 133"/>
                <a:gd name="T87" fmla="*/ 82 h 169"/>
                <a:gd name="T88" fmla="*/ 102 w 133"/>
                <a:gd name="T89" fmla="*/ 78 h 169"/>
                <a:gd name="T90" fmla="*/ 99 w 133"/>
                <a:gd name="T91" fmla="*/ 57 h 169"/>
                <a:gd name="T92" fmla="*/ 92 w 133"/>
                <a:gd name="T93" fmla="*/ 63 h 169"/>
                <a:gd name="T94" fmla="*/ 88 w 133"/>
                <a:gd name="T95" fmla="*/ 47 h 169"/>
                <a:gd name="T96" fmla="*/ 91 w 133"/>
                <a:gd name="T97" fmla="*/ 53 h 169"/>
                <a:gd name="T98" fmla="*/ 92 w 133"/>
                <a:gd name="T99" fmla="*/ 39 h 169"/>
                <a:gd name="T100" fmla="*/ 85 w 133"/>
                <a:gd name="T101" fmla="*/ 29 h 169"/>
                <a:gd name="T102" fmla="*/ 84 w 133"/>
                <a:gd name="T103" fmla="*/ 16 h 169"/>
                <a:gd name="T104" fmla="*/ 87 w 133"/>
                <a:gd name="T105" fmla="*/ 13 h 169"/>
                <a:gd name="T106" fmla="*/ 90 w 133"/>
                <a:gd name="T107" fmla="*/ 14 h 169"/>
                <a:gd name="T108" fmla="*/ 93 w 133"/>
                <a:gd name="T109" fmla="*/ 30 h 169"/>
                <a:gd name="T110" fmla="*/ 97 w 133"/>
                <a:gd name="T111" fmla="*/ 23 h 169"/>
                <a:gd name="T112" fmla="*/ 107 w 133"/>
                <a:gd name="T113" fmla="*/ 14 h 169"/>
                <a:gd name="T114" fmla="*/ 113 w 133"/>
                <a:gd name="T115" fmla="*/ 22 h 169"/>
                <a:gd name="T116" fmla="*/ 129 w 133"/>
                <a:gd name="T117" fmla="*/ 3 h 169"/>
                <a:gd name="T118" fmla="*/ 130 w 133"/>
                <a:gd name="T119" fmla="*/ 44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3" h="169">
                  <a:moveTo>
                    <a:pt x="120" y="44"/>
                  </a:moveTo>
                  <a:cubicBezTo>
                    <a:pt x="118" y="44"/>
                    <a:pt x="117" y="43"/>
                    <a:pt x="117" y="43"/>
                  </a:cubicBezTo>
                  <a:cubicBezTo>
                    <a:pt x="117" y="45"/>
                    <a:pt x="117" y="47"/>
                    <a:pt x="117" y="47"/>
                  </a:cubicBezTo>
                  <a:cubicBezTo>
                    <a:pt x="116" y="47"/>
                    <a:pt x="116" y="47"/>
                    <a:pt x="115" y="47"/>
                  </a:cubicBezTo>
                  <a:cubicBezTo>
                    <a:pt x="115" y="48"/>
                    <a:pt x="115" y="48"/>
                    <a:pt x="115" y="48"/>
                  </a:cubicBezTo>
                  <a:cubicBezTo>
                    <a:pt x="115" y="49"/>
                    <a:pt x="115" y="50"/>
                    <a:pt x="116" y="51"/>
                  </a:cubicBezTo>
                  <a:cubicBezTo>
                    <a:pt x="116" y="53"/>
                    <a:pt x="119" y="55"/>
                    <a:pt x="121" y="56"/>
                  </a:cubicBezTo>
                  <a:cubicBezTo>
                    <a:pt x="122" y="58"/>
                    <a:pt x="123" y="59"/>
                    <a:pt x="123" y="61"/>
                  </a:cubicBezTo>
                  <a:cubicBezTo>
                    <a:pt x="124" y="62"/>
                    <a:pt x="123" y="63"/>
                    <a:pt x="125" y="63"/>
                  </a:cubicBezTo>
                  <a:cubicBezTo>
                    <a:pt x="127" y="62"/>
                    <a:pt x="127" y="60"/>
                    <a:pt x="127" y="60"/>
                  </a:cubicBezTo>
                  <a:cubicBezTo>
                    <a:pt x="128" y="54"/>
                    <a:pt x="122" y="53"/>
                    <a:pt x="120" y="45"/>
                  </a:cubicBezTo>
                  <a:lnTo>
                    <a:pt x="120" y="44"/>
                  </a:lnTo>
                  <a:close/>
                  <a:moveTo>
                    <a:pt x="112" y="26"/>
                  </a:moveTo>
                  <a:cubicBezTo>
                    <a:pt x="113" y="24"/>
                    <a:pt x="113" y="24"/>
                    <a:pt x="113" y="24"/>
                  </a:cubicBezTo>
                  <a:lnTo>
                    <a:pt x="112" y="26"/>
                  </a:lnTo>
                  <a:close/>
                  <a:moveTo>
                    <a:pt x="67" y="169"/>
                  </a:moveTo>
                  <a:cubicBezTo>
                    <a:pt x="67" y="169"/>
                    <a:pt x="72" y="167"/>
                    <a:pt x="79" y="163"/>
                  </a:cubicBezTo>
                  <a:cubicBezTo>
                    <a:pt x="76" y="163"/>
                    <a:pt x="76" y="165"/>
                    <a:pt x="73" y="165"/>
                  </a:cubicBezTo>
                  <a:cubicBezTo>
                    <a:pt x="70" y="165"/>
                    <a:pt x="69" y="163"/>
                    <a:pt x="66" y="163"/>
                  </a:cubicBezTo>
                  <a:cubicBezTo>
                    <a:pt x="62" y="163"/>
                    <a:pt x="62" y="165"/>
                    <a:pt x="60" y="165"/>
                  </a:cubicBezTo>
                  <a:cubicBezTo>
                    <a:pt x="57" y="165"/>
                    <a:pt x="56" y="164"/>
                    <a:pt x="55" y="163"/>
                  </a:cubicBezTo>
                  <a:cubicBezTo>
                    <a:pt x="49" y="160"/>
                    <a:pt x="49" y="160"/>
                    <a:pt x="49" y="160"/>
                  </a:cubicBezTo>
                  <a:cubicBezTo>
                    <a:pt x="50" y="160"/>
                    <a:pt x="51" y="159"/>
                    <a:pt x="53" y="159"/>
                  </a:cubicBezTo>
                  <a:cubicBezTo>
                    <a:pt x="56" y="159"/>
                    <a:pt x="57" y="161"/>
                    <a:pt x="60" y="161"/>
                  </a:cubicBezTo>
                  <a:cubicBezTo>
                    <a:pt x="62" y="161"/>
                    <a:pt x="62" y="159"/>
                    <a:pt x="66" y="159"/>
                  </a:cubicBezTo>
                  <a:cubicBezTo>
                    <a:pt x="69" y="159"/>
                    <a:pt x="70" y="161"/>
                    <a:pt x="73" y="161"/>
                  </a:cubicBezTo>
                  <a:cubicBezTo>
                    <a:pt x="76" y="161"/>
                    <a:pt x="76" y="159"/>
                    <a:pt x="79" y="159"/>
                  </a:cubicBezTo>
                  <a:cubicBezTo>
                    <a:pt x="82" y="159"/>
                    <a:pt x="82" y="160"/>
                    <a:pt x="84" y="161"/>
                  </a:cubicBezTo>
                  <a:cubicBezTo>
                    <a:pt x="85" y="160"/>
                    <a:pt x="85" y="160"/>
                    <a:pt x="85" y="160"/>
                  </a:cubicBezTo>
                  <a:cubicBezTo>
                    <a:pt x="83" y="160"/>
                    <a:pt x="82" y="158"/>
                    <a:pt x="79" y="158"/>
                  </a:cubicBezTo>
                  <a:cubicBezTo>
                    <a:pt x="76" y="158"/>
                    <a:pt x="76" y="160"/>
                    <a:pt x="73" y="160"/>
                  </a:cubicBezTo>
                  <a:cubicBezTo>
                    <a:pt x="70" y="160"/>
                    <a:pt x="69" y="158"/>
                    <a:pt x="66" y="158"/>
                  </a:cubicBezTo>
                  <a:cubicBezTo>
                    <a:pt x="62" y="158"/>
                    <a:pt x="62" y="160"/>
                    <a:pt x="60" y="160"/>
                  </a:cubicBezTo>
                  <a:cubicBezTo>
                    <a:pt x="57" y="160"/>
                    <a:pt x="56" y="158"/>
                    <a:pt x="53" y="158"/>
                  </a:cubicBezTo>
                  <a:cubicBezTo>
                    <a:pt x="50" y="158"/>
                    <a:pt x="50" y="159"/>
                    <a:pt x="48" y="160"/>
                  </a:cubicBezTo>
                  <a:cubicBezTo>
                    <a:pt x="41" y="155"/>
                    <a:pt x="41" y="155"/>
                    <a:pt x="41" y="155"/>
                  </a:cubicBezTo>
                  <a:cubicBezTo>
                    <a:pt x="42" y="155"/>
                    <a:pt x="42" y="155"/>
                    <a:pt x="42" y="155"/>
                  </a:cubicBezTo>
                  <a:cubicBezTo>
                    <a:pt x="46" y="155"/>
                    <a:pt x="47" y="157"/>
                    <a:pt x="47" y="157"/>
                  </a:cubicBezTo>
                  <a:cubicBezTo>
                    <a:pt x="50" y="157"/>
                    <a:pt x="50" y="155"/>
                    <a:pt x="53" y="155"/>
                  </a:cubicBezTo>
                  <a:cubicBezTo>
                    <a:pt x="56" y="155"/>
                    <a:pt x="57" y="157"/>
                    <a:pt x="60" y="157"/>
                  </a:cubicBezTo>
                  <a:cubicBezTo>
                    <a:pt x="62" y="157"/>
                    <a:pt x="62" y="155"/>
                    <a:pt x="66" y="155"/>
                  </a:cubicBezTo>
                  <a:cubicBezTo>
                    <a:pt x="69" y="155"/>
                    <a:pt x="70" y="157"/>
                    <a:pt x="73" y="157"/>
                  </a:cubicBezTo>
                  <a:cubicBezTo>
                    <a:pt x="76" y="156"/>
                    <a:pt x="76" y="155"/>
                    <a:pt x="79" y="155"/>
                  </a:cubicBezTo>
                  <a:cubicBezTo>
                    <a:pt x="82" y="155"/>
                    <a:pt x="83" y="157"/>
                    <a:pt x="85" y="157"/>
                  </a:cubicBezTo>
                  <a:cubicBezTo>
                    <a:pt x="88" y="157"/>
                    <a:pt x="88" y="155"/>
                    <a:pt x="92" y="155"/>
                  </a:cubicBezTo>
                  <a:cubicBezTo>
                    <a:pt x="92" y="155"/>
                    <a:pt x="92" y="155"/>
                    <a:pt x="92" y="155"/>
                  </a:cubicBezTo>
                  <a:cubicBezTo>
                    <a:pt x="94" y="154"/>
                    <a:pt x="94" y="154"/>
                    <a:pt x="94" y="154"/>
                  </a:cubicBezTo>
                  <a:cubicBezTo>
                    <a:pt x="93" y="154"/>
                    <a:pt x="93" y="154"/>
                    <a:pt x="92" y="154"/>
                  </a:cubicBezTo>
                  <a:cubicBezTo>
                    <a:pt x="88" y="154"/>
                    <a:pt x="88" y="156"/>
                    <a:pt x="85" y="156"/>
                  </a:cubicBezTo>
                  <a:cubicBezTo>
                    <a:pt x="83" y="156"/>
                    <a:pt x="82" y="154"/>
                    <a:pt x="79" y="154"/>
                  </a:cubicBezTo>
                  <a:cubicBezTo>
                    <a:pt x="76" y="154"/>
                    <a:pt x="76" y="156"/>
                    <a:pt x="73" y="156"/>
                  </a:cubicBezTo>
                  <a:cubicBezTo>
                    <a:pt x="70" y="156"/>
                    <a:pt x="69" y="154"/>
                    <a:pt x="66" y="154"/>
                  </a:cubicBezTo>
                  <a:cubicBezTo>
                    <a:pt x="62" y="154"/>
                    <a:pt x="62" y="156"/>
                    <a:pt x="60" y="156"/>
                  </a:cubicBezTo>
                  <a:cubicBezTo>
                    <a:pt x="57" y="156"/>
                    <a:pt x="56" y="154"/>
                    <a:pt x="53" y="154"/>
                  </a:cubicBezTo>
                  <a:cubicBezTo>
                    <a:pt x="50" y="154"/>
                    <a:pt x="50" y="155"/>
                    <a:pt x="47" y="156"/>
                  </a:cubicBezTo>
                  <a:cubicBezTo>
                    <a:pt x="47" y="156"/>
                    <a:pt x="46" y="154"/>
                    <a:pt x="42" y="154"/>
                  </a:cubicBezTo>
                  <a:cubicBezTo>
                    <a:pt x="41" y="154"/>
                    <a:pt x="40" y="154"/>
                    <a:pt x="40" y="154"/>
                  </a:cubicBezTo>
                  <a:cubicBezTo>
                    <a:pt x="37" y="152"/>
                    <a:pt x="37" y="152"/>
                    <a:pt x="37" y="152"/>
                  </a:cubicBezTo>
                  <a:cubicBezTo>
                    <a:pt x="39" y="152"/>
                    <a:pt x="39" y="151"/>
                    <a:pt x="42" y="151"/>
                  </a:cubicBezTo>
                  <a:cubicBezTo>
                    <a:pt x="42" y="151"/>
                    <a:pt x="42" y="151"/>
                    <a:pt x="42" y="151"/>
                  </a:cubicBezTo>
                  <a:cubicBezTo>
                    <a:pt x="41" y="150"/>
                    <a:pt x="41" y="149"/>
                    <a:pt x="41" y="149"/>
                  </a:cubicBezTo>
                  <a:cubicBezTo>
                    <a:pt x="41" y="149"/>
                    <a:pt x="41" y="149"/>
                    <a:pt x="41" y="149"/>
                  </a:cubicBezTo>
                  <a:cubicBezTo>
                    <a:pt x="41" y="149"/>
                    <a:pt x="41" y="149"/>
                    <a:pt x="41" y="149"/>
                  </a:cubicBezTo>
                  <a:cubicBezTo>
                    <a:pt x="41" y="149"/>
                    <a:pt x="42" y="147"/>
                    <a:pt x="44" y="146"/>
                  </a:cubicBezTo>
                  <a:cubicBezTo>
                    <a:pt x="45" y="145"/>
                    <a:pt x="45" y="144"/>
                    <a:pt x="46" y="144"/>
                  </a:cubicBezTo>
                  <a:cubicBezTo>
                    <a:pt x="48" y="142"/>
                    <a:pt x="48" y="142"/>
                    <a:pt x="48" y="142"/>
                  </a:cubicBezTo>
                  <a:cubicBezTo>
                    <a:pt x="49" y="135"/>
                    <a:pt x="49" y="135"/>
                    <a:pt x="49" y="135"/>
                  </a:cubicBezTo>
                  <a:cubicBezTo>
                    <a:pt x="19" y="135"/>
                    <a:pt x="19" y="135"/>
                    <a:pt x="19" y="135"/>
                  </a:cubicBezTo>
                  <a:cubicBezTo>
                    <a:pt x="39" y="160"/>
                    <a:pt x="67" y="169"/>
                    <a:pt x="67" y="169"/>
                  </a:cubicBezTo>
                  <a:moveTo>
                    <a:pt x="66" y="164"/>
                  </a:moveTo>
                  <a:cubicBezTo>
                    <a:pt x="69" y="164"/>
                    <a:pt x="70" y="166"/>
                    <a:pt x="73" y="166"/>
                  </a:cubicBezTo>
                  <a:cubicBezTo>
                    <a:pt x="67" y="169"/>
                    <a:pt x="67" y="169"/>
                    <a:pt x="67" y="169"/>
                  </a:cubicBezTo>
                  <a:cubicBezTo>
                    <a:pt x="60" y="166"/>
                    <a:pt x="60" y="166"/>
                    <a:pt x="60" y="166"/>
                  </a:cubicBezTo>
                  <a:cubicBezTo>
                    <a:pt x="62" y="166"/>
                    <a:pt x="62" y="164"/>
                    <a:pt x="66" y="164"/>
                  </a:cubicBezTo>
                  <a:moveTo>
                    <a:pt x="59" y="0"/>
                  </a:moveTo>
                  <a:cubicBezTo>
                    <a:pt x="72" y="0"/>
                    <a:pt x="72" y="0"/>
                    <a:pt x="72" y="0"/>
                  </a:cubicBezTo>
                  <a:cubicBezTo>
                    <a:pt x="72" y="0"/>
                    <a:pt x="72" y="0"/>
                    <a:pt x="72" y="0"/>
                  </a:cubicBezTo>
                  <a:cubicBezTo>
                    <a:pt x="59" y="0"/>
                    <a:pt x="59" y="0"/>
                    <a:pt x="59" y="0"/>
                  </a:cubicBezTo>
                  <a:close/>
                  <a:moveTo>
                    <a:pt x="123" y="35"/>
                  </a:moveTo>
                  <a:cubicBezTo>
                    <a:pt x="123" y="35"/>
                    <a:pt x="123" y="35"/>
                    <a:pt x="123" y="35"/>
                  </a:cubicBezTo>
                  <a:cubicBezTo>
                    <a:pt x="123" y="35"/>
                    <a:pt x="123" y="35"/>
                    <a:pt x="123" y="35"/>
                  </a:cubicBezTo>
                  <a:close/>
                  <a:moveTo>
                    <a:pt x="85" y="142"/>
                  </a:moveTo>
                  <a:cubicBezTo>
                    <a:pt x="85" y="143"/>
                    <a:pt x="85" y="143"/>
                    <a:pt x="85" y="143"/>
                  </a:cubicBezTo>
                  <a:cubicBezTo>
                    <a:pt x="87" y="144"/>
                    <a:pt x="87" y="144"/>
                    <a:pt x="87" y="144"/>
                  </a:cubicBezTo>
                  <a:cubicBezTo>
                    <a:pt x="88" y="146"/>
                    <a:pt x="88" y="146"/>
                    <a:pt x="88" y="146"/>
                  </a:cubicBezTo>
                  <a:cubicBezTo>
                    <a:pt x="91" y="150"/>
                    <a:pt x="91" y="150"/>
                    <a:pt x="91" y="150"/>
                  </a:cubicBezTo>
                  <a:cubicBezTo>
                    <a:pt x="92" y="150"/>
                    <a:pt x="92" y="150"/>
                    <a:pt x="92" y="150"/>
                  </a:cubicBezTo>
                  <a:cubicBezTo>
                    <a:pt x="91" y="151"/>
                    <a:pt x="91" y="151"/>
                    <a:pt x="91" y="151"/>
                  </a:cubicBezTo>
                  <a:cubicBezTo>
                    <a:pt x="91" y="151"/>
                    <a:pt x="89" y="151"/>
                    <a:pt x="87" y="151"/>
                  </a:cubicBezTo>
                  <a:cubicBezTo>
                    <a:pt x="86" y="152"/>
                    <a:pt x="86" y="152"/>
                    <a:pt x="86" y="152"/>
                  </a:cubicBezTo>
                  <a:cubicBezTo>
                    <a:pt x="85" y="152"/>
                    <a:pt x="84" y="151"/>
                    <a:pt x="83" y="151"/>
                  </a:cubicBezTo>
                  <a:cubicBezTo>
                    <a:pt x="81" y="151"/>
                    <a:pt x="80" y="150"/>
                    <a:pt x="78" y="150"/>
                  </a:cubicBezTo>
                  <a:cubicBezTo>
                    <a:pt x="76" y="150"/>
                    <a:pt x="75" y="151"/>
                    <a:pt x="73" y="152"/>
                  </a:cubicBezTo>
                  <a:cubicBezTo>
                    <a:pt x="72" y="152"/>
                    <a:pt x="72" y="152"/>
                    <a:pt x="72" y="152"/>
                  </a:cubicBezTo>
                  <a:cubicBezTo>
                    <a:pt x="70" y="152"/>
                    <a:pt x="67" y="150"/>
                    <a:pt x="66" y="150"/>
                  </a:cubicBezTo>
                  <a:cubicBezTo>
                    <a:pt x="66" y="150"/>
                    <a:pt x="66" y="150"/>
                    <a:pt x="66" y="150"/>
                  </a:cubicBezTo>
                  <a:cubicBezTo>
                    <a:pt x="64" y="150"/>
                    <a:pt x="61" y="152"/>
                    <a:pt x="60" y="152"/>
                  </a:cubicBezTo>
                  <a:cubicBezTo>
                    <a:pt x="60" y="152"/>
                    <a:pt x="60" y="152"/>
                    <a:pt x="60" y="152"/>
                  </a:cubicBezTo>
                  <a:cubicBezTo>
                    <a:pt x="59" y="152"/>
                    <a:pt x="58" y="152"/>
                    <a:pt x="57" y="151"/>
                  </a:cubicBezTo>
                  <a:cubicBezTo>
                    <a:pt x="56" y="151"/>
                    <a:pt x="54" y="150"/>
                    <a:pt x="53" y="150"/>
                  </a:cubicBezTo>
                  <a:cubicBezTo>
                    <a:pt x="53" y="150"/>
                    <a:pt x="53" y="150"/>
                    <a:pt x="53" y="150"/>
                  </a:cubicBezTo>
                  <a:cubicBezTo>
                    <a:pt x="52" y="150"/>
                    <a:pt x="50" y="151"/>
                    <a:pt x="49" y="152"/>
                  </a:cubicBezTo>
                  <a:cubicBezTo>
                    <a:pt x="49" y="152"/>
                    <a:pt x="48" y="152"/>
                    <a:pt x="47" y="152"/>
                  </a:cubicBezTo>
                  <a:cubicBezTo>
                    <a:pt x="47" y="153"/>
                    <a:pt x="47" y="153"/>
                    <a:pt x="47" y="153"/>
                  </a:cubicBezTo>
                  <a:cubicBezTo>
                    <a:pt x="50" y="152"/>
                    <a:pt x="50" y="151"/>
                    <a:pt x="53" y="151"/>
                  </a:cubicBezTo>
                  <a:cubicBezTo>
                    <a:pt x="56" y="151"/>
                    <a:pt x="57" y="153"/>
                    <a:pt x="60" y="153"/>
                  </a:cubicBezTo>
                  <a:cubicBezTo>
                    <a:pt x="62" y="153"/>
                    <a:pt x="62" y="151"/>
                    <a:pt x="66" y="151"/>
                  </a:cubicBezTo>
                  <a:cubicBezTo>
                    <a:pt x="69" y="151"/>
                    <a:pt x="70" y="153"/>
                    <a:pt x="73" y="153"/>
                  </a:cubicBezTo>
                  <a:cubicBezTo>
                    <a:pt x="76" y="153"/>
                    <a:pt x="76" y="151"/>
                    <a:pt x="79" y="151"/>
                  </a:cubicBezTo>
                  <a:cubicBezTo>
                    <a:pt x="82" y="151"/>
                    <a:pt x="83" y="153"/>
                    <a:pt x="85" y="153"/>
                  </a:cubicBezTo>
                  <a:cubicBezTo>
                    <a:pt x="88" y="153"/>
                    <a:pt x="88" y="151"/>
                    <a:pt x="92" y="151"/>
                  </a:cubicBezTo>
                  <a:cubicBezTo>
                    <a:pt x="95" y="151"/>
                    <a:pt x="94" y="152"/>
                    <a:pt x="96" y="152"/>
                  </a:cubicBezTo>
                  <a:cubicBezTo>
                    <a:pt x="102" y="148"/>
                    <a:pt x="108" y="142"/>
                    <a:pt x="113" y="136"/>
                  </a:cubicBezTo>
                  <a:cubicBezTo>
                    <a:pt x="84" y="136"/>
                    <a:pt x="84" y="136"/>
                    <a:pt x="84" y="136"/>
                  </a:cubicBezTo>
                  <a:lnTo>
                    <a:pt x="85" y="142"/>
                  </a:lnTo>
                  <a:close/>
                  <a:moveTo>
                    <a:pt x="0" y="82"/>
                  </a:moveTo>
                  <a:cubicBezTo>
                    <a:pt x="0" y="105"/>
                    <a:pt x="9" y="122"/>
                    <a:pt x="19" y="135"/>
                  </a:cubicBezTo>
                  <a:cubicBezTo>
                    <a:pt x="40" y="63"/>
                    <a:pt x="40" y="63"/>
                    <a:pt x="40" y="63"/>
                  </a:cubicBezTo>
                  <a:cubicBezTo>
                    <a:pt x="39" y="63"/>
                    <a:pt x="39" y="63"/>
                    <a:pt x="39" y="63"/>
                  </a:cubicBezTo>
                  <a:cubicBezTo>
                    <a:pt x="39" y="62"/>
                    <a:pt x="39" y="62"/>
                    <a:pt x="39" y="62"/>
                  </a:cubicBezTo>
                  <a:cubicBezTo>
                    <a:pt x="38" y="61"/>
                    <a:pt x="38" y="61"/>
                    <a:pt x="38" y="61"/>
                  </a:cubicBezTo>
                  <a:cubicBezTo>
                    <a:pt x="39" y="59"/>
                    <a:pt x="39" y="59"/>
                    <a:pt x="39" y="59"/>
                  </a:cubicBezTo>
                  <a:cubicBezTo>
                    <a:pt x="40" y="58"/>
                    <a:pt x="40" y="58"/>
                    <a:pt x="40" y="58"/>
                  </a:cubicBezTo>
                  <a:cubicBezTo>
                    <a:pt x="40" y="57"/>
                    <a:pt x="40" y="57"/>
                    <a:pt x="40" y="57"/>
                  </a:cubicBezTo>
                  <a:cubicBezTo>
                    <a:pt x="40" y="56"/>
                    <a:pt x="40" y="56"/>
                    <a:pt x="39" y="55"/>
                  </a:cubicBezTo>
                  <a:cubicBezTo>
                    <a:pt x="38" y="55"/>
                    <a:pt x="37" y="54"/>
                    <a:pt x="37" y="54"/>
                  </a:cubicBezTo>
                  <a:cubicBezTo>
                    <a:pt x="34" y="54"/>
                    <a:pt x="34" y="54"/>
                    <a:pt x="34" y="54"/>
                  </a:cubicBezTo>
                  <a:cubicBezTo>
                    <a:pt x="34" y="55"/>
                    <a:pt x="34" y="56"/>
                    <a:pt x="34" y="57"/>
                  </a:cubicBezTo>
                  <a:cubicBezTo>
                    <a:pt x="34" y="57"/>
                    <a:pt x="32" y="53"/>
                    <a:pt x="30" y="52"/>
                  </a:cubicBezTo>
                  <a:cubicBezTo>
                    <a:pt x="29" y="53"/>
                    <a:pt x="29" y="53"/>
                    <a:pt x="29" y="53"/>
                  </a:cubicBezTo>
                  <a:cubicBezTo>
                    <a:pt x="30" y="54"/>
                    <a:pt x="27" y="55"/>
                    <a:pt x="26" y="56"/>
                  </a:cubicBezTo>
                  <a:cubicBezTo>
                    <a:pt x="25" y="57"/>
                    <a:pt x="25" y="58"/>
                    <a:pt x="25" y="58"/>
                  </a:cubicBezTo>
                  <a:cubicBezTo>
                    <a:pt x="26" y="58"/>
                    <a:pt x="32" y="56"/>
                    <a:pt x="32" y="62"/>
                  </a:cubicBezTo>
                  <a:cubicBezTo>
                    <a:pt x="32" y="62"/>
                    <a:pt x="32" y="64"/>
                    <a:pt x="31" y="64"/>
                  </a:cubicBezTo>
                  <a:cubicBezTo>
                    <a:pt x="31" y="64"/>
                    <a:pt x="32" y="65"/>
                    <a:pt x="31" y="66"/>
                  </a:cubicBezTo>
                  <a:cubicBezTo>
                    <a:pt x="30" y="67"/>
                    <a:pt x="28" y="69"/>
                    <a:pt x="27" y="70"/>
                  </a:cubicBezTo>
                  <a:cubicBezTo>
                    <a:pt x="25" y="72"/>
                    <a:pt x="27" y="73"/>
                    <a:pt x="28" y="74"/>
                  </a:cubicBezTo>
                  <a:cubicBezTo>
                    <a:pt x="28" y="75"/>
                    <a:pt x="30" y="77"/>
                    <a:pt x="30" y="78"/>
                  </a:cubicBezTo>
                  <a:cubicBezTo>
                    <a:pt x="32" y="79"/>
                    <a:pt x="32" y="79"/>
                    <a:pt x="32" y="79"/>
                  </a:cubicBezTo>
                  <a:cubicBezTo>
                    <a:pt x="32" y="78"/>
                    <a:pt x="32" y="78"/>
                    <a:pt x="32" y="78"/>
                  </a:cubicBezTo>
                  <a:cubicBezTo>
                    <a:pt x="33" y="76"/>
                    <a:pt x="33" y="76"/>
                    <a:pt x="33" y="76"/>
                  </a:cubicBezTo>
                  <a:cubicBezTo>
                    <a:pt x="34" y="75"/>
                    <a:pt x="34" y="75"/>
                    <a:pt x="34" y="75"/>
                  </a:cubicBezTo>
                  <a:cubicBezTo>
                    <a:pt x="35" y="74"/>
                    <a:pt x="35" y="74"/>
                    <a:pt x="35" y="74"/>
                  </a:cubicBezTo>
                  <a:cubicBezTo>
                    <a:pt x="36" y="73"/>
                    <a:pt x="36" y="73"/>
                    <a:pt x="36" y="73"/>
                  </a:cubicBezTo>
                  <a:cubicBezTo>
                    <a:pt x="36" y="76"/>
                    <a:pt x="36" y="76"/>
                    <a:pt x="36" y="76"/>
                  </a:cubicBezTo>
                  <a:cubicBezTo>
                    <a:pt x="36" y="76"/>
                    <a:pt x="36" y="79"/>
                    <a:pt x="35" y="80"/>
                  </a:cubicBezTo>
                  <a:cubicBezTo>
                    <a:pt x="34" y="81"/>
                    <a:pt x="33" y="83"/>
                    <a:pt x="32" y="83"/>
                  </a:cubicBezTo>
                  <a:cubicBezTo>
                    <a:pt x="30" y="83"/>
                    <a:pt x="30" y="83"/>
                    <a:pt x="29" y="82"/>
                  </a:cubicBezTo>
                  <a:cubicBezTo>
                    <a:pt x="29" y="81"/>
                    <a:pt x="28" y="79"/>
                    <a:pt x="28" y="79"/>
                  </a:cubicBezTo>
                  <a:cubicBezTo>
                    <a:pt x="27" y="79"/>
                    <a:pt x="27" y="79"/>
                    <a:pt x="27" y="79"/>
                  </a:cubicBezTo>
                  <a:cubicBezTo>
                    <a:pt x="25" y="77"/>
                    <a:pt x="25" y="77"/>
                    <a:pt x="25" y="77"/>
                  </a:cubicBezTo>
                  <a:cubicBezTo>
                    <a:pt x="23" y="75"/>
                    <a:pt x="23" y="75"/>
                    <a:pt x="23" y="75"/>
                  </a:cubicBezTo>
                  <a:cubicBezTo>
                    <a:pt x="22" y="74"/>
                    <a:pt x="22" y="74"/>
                    <a:pt x="22" y="74"/>
                  </a:cubicBezTo>
                  <a:cubicBezTo>
                    <a:pt x="22" y="72"/>
                    <a:pt x="22" y="72"/>
                    <a:pt x="22" y="72"/>
                  </a:cubicBezTo>
                  <a:cubicBezTo>
                    <a:pt x="23" y="70"/>
                    <a:pt x="23" y="70"/>
                    <a:pt x="23" y="70"/>
                  </a:cubicBezTo>
                  <a:cubicBezTo>
                    <a:pt x="23" y="69"/>
                    <a:pt x="23" y="69"/>
                    <a:pt x="23" y="69"/>
                  </a:cubicBezTo>
                  <a:cubicBezTo>
                    <a:pt x="23" y="68"/>
                    <a:pt x="23" y="68"/>
                    <a:pt x="23" y="68"/>
                  </a:cubicBezTo>
                  <a:cubicBezTo>
                    <a:pt x="23" y="68"/>
                    <a:pt x="22" y="69"/>
                    <a:pt x="21" y="69"/>
                  </a:cubicBezTo>
                  <a:cubicBezTo>
                    <a:pt x="20" y="70"/>
                    <a:pt x="20" y="70"/>
                    <a:pt x="20" y="70"/>
                  </a:cubicBezTo>
                  <a:cubicBezTo>
                    <a:pt x="18" y="72"/>
                    <a:pt x="18" y="72"/>
                    <a:pt x="18" y="72"/>
                  </a:cubicBezTo>
                  <a:cubicBezTo>
                    <a:pt x="18" y="72"/>
                    <a:pt x="18" y="74"/>
                    <a:pt x="18" y="75"/>
                  </a:cubicBezTo>
                  <a:cubicBezTo>
                    <a:pt x="17" y="75"/>
                    <a:pt x="16" y="78"/>
                    <a:pt x="15" y="79"/>
                  </a:cubicBezTo>
                  <a:cubicBezTo>
                    <a:pt x="14" y="80"/>
                    <a:pt x="13" y="81"/>
                    <a:pt x="13" y="82"/>
                  </a:cubicBezTo>
                  <a:cubicBezTo>
                    <a:pt x="13" y="83"/>
                    <a:pt x="13" y="84"/>
                    <a:pt x="13" y="85"/>
                  </a:cubicBezTo>
                  <a:cubicBezTo>
                    <a:pt x="12" y="86"/>
                    <a:pt x="12" y="86"/>
                    <a:pt x="12" y="87"/>
                  </a:cubicBezTo>
                  <a:cubicBezTo>
                    <a:pt x="12" y="88"/>
                    <a:pt x="12" y="89"/>
                    <a:pt x="11" y="91"/>
                  </a:cubicBezTo>
                  <a:cubicBezTo>
                    <a:pt x="10" y="92"/>
                    <a:pt x="10" y="93"/>
                    <a:pt x="10" y="94"/>
                  </a:cubicBezTo>
                  <a:cubicBezTo>
                    <a:pt x="11" y="95"/>
                    <a:pt x="11" y="97"/>
                    <a:pt x="12" y="97"/>
                  </a:cubicBezTo>
                  <a:cubicBezTo>
                    <a:pt x="13" y="97"/>
                    <a:pt x="14" y="96"/>
                    <a:pt x="15" y="96"/>
                  </a:cubicBezTo>
                  <a:cubicBezTo>
                    <a:pt x="16" y="96"/>
                    <a:pt x="17" y="96"/>
                    <a:pt x="17" y="96"/>
                  </a:cubicBezTo>
                  <a:cubicBezTo>
                    <a:pt x="19" y="98"/>
                    <a:pt x="19" y="98"/>
                    <a:pt x="19" y="98"/>
                  </a:cubicBezTo>
                  <a:cubicBezTo>
                    <a:pt x="19" y="99"/>
                    <a:pt x="19" y="98"/>
                    <a:pt x="18" y="99"/>
                  </a:cubicBezTo>
                  <a:cubicBezTo>
                    <a:pt x="17" y="100"/>
                    <a:pt x="16" y="101"/>
                    <a:pt x="14" y="101"/>
                  </a:cubicBezTo>
                  <a:cubicBezTo>
                    <a:pt x="13" y="101"/>
                    <a:pt x="11" y="101"/>
                    <a:pt x="10" y="101"/>
                  </a:cubicBezTo>
                  <a:cubicBezTo>
                    <a:pt x="8" y="100"/>
                    <a:pt x="8" y="100"/>
                    <a:pt x="8" y="100"/>
                  </a:cubicBezTo>
                  <a:cubicBezTo>
                    <a:pt x="7" y="96"/>
                    <a:pt x="7" y="96"/>
                    <a:pt x="7" y="96"/>
                  </a:cubicBezTo>
                  <a:cubicBezTo>
                    <a:pt x="7" y="94"/>
                    <a:pt x="7" y="94"/>
                    <a:pt x="7" y="94"/>
                  </a:cubicBezTo>
                  <a:cubicBezTo>
                    <a:pt x="7" y="89"/>
                    <a:pt x="7" y="89"/>
                    <a:pt x="7" y="89"/>
                  </a:cubicBezTo>
                  <a:cubicBezTo>
                    <a:pt x="8" y="89"/>
                    <a:pt x="8" y="88"/>
                    <a:pt x="8" y="87"/>
                  </a:cubicBezTo>
                  <a:cubicBezTo>
                    <a:pt x="8" y="85"/>
                    <a:pt x="7" y="84"/>
                    <a:pt x="7" y="83"/>
                  </a:cubicBezTo>
                  <a:cubicBezTo>
                    <a:pt x="9" y="80"/>
                    <a:pt x="9" y="80"/>
                    <a:pt x="9" y="80"/>
                  </a:cubicBezTo>
                  <a:cubicBezTo>
                    <a:pt x="9" y="78"/>
                    <a:pt x="9" y="78"/>
                    <a:pt x="9" y="78"/>
                  </a:cubicBezTo>
                  <a:cubicBezTo>
                    <a:pt x="8" y="78"/>
                    <a:pt x="8" y="78"/>
                    <a:pt x="8" y="78"/>
                  </a:cubicBezTo>
                  <a:cubicBezTo>
                    <a:pt x="10" y="75"/>
                    <a:pt x="10" y="75"/>
                    <a:pt x="10" y="75"/>
                  </a:cubicBezTo>
                  <a:cubicBezTo>
                    <a:pt x="8" y="75"/>
                    <a:pt x="8" y="75"/>
                    <a:pt x="8" y="75"/>
                  </a:cubicBezTo>
                  <a:cubicBezTo>
                    <a:pt x="8" y="74"/>
                    <a:pt x="8" y="74"/>
                    <a:pt x="8" y="74"/>
                  </a:cubicBezTo>
                  <a:cubicBezTo>
                    <a:pt x="7" y="74"/>
                    <a:pt x="7" y="74"/>
                    <a:pt x="7" y="74"/>
                  </a:cubicBezTo>
                  <a:cubicBezTo>
                    <a:pt x="7" y="72"/>
                    <a:pt x="7" y="72"/>
                    <a:pt x="7" y="72"/>
                  </a:cubicBezTo>
                  <a:cubicBezTo>
                    <a:pt x="7" y="72"/>
                    <a:pt x="7" y="72"/>
                    <a:pt x="7" y="72"/>
                  </a:cubicBezTo>
                  <a:cubicBezTo>
                    <a:pt x="7" y="71"/>
                    <a:pt x="7" y="71"/>
                    <a:pt x="7" y="71"/>
                  </a:cubicBezTo>
                  <a:cubicBezTo>
                    <a:pt x="6" y="71"/>
                    <a:pt x="6" y="71"/>
                    <a:pt x="6" y="71"/>
                  </a:cubicBezTo>
                  <a:cubicBezTo>
                    <a:pt x="7" y="69"/>
                    <a:pt x="7" y="69"/>
                    <a:pt x="7" y="69"/>
                  </a:cubicBezTo>
                  <a:cubicBezTo>
                    <a:pt x="5" y="69"/>
                    <a:pt x="5" y="69"/>
                    <a:pt x="5" y="69"/>
                  </a:cubicBezTo>
                  <a:cubicBezTo>
                    <a:pt x="7" y="67"/>
                    <a:pt x="7" y="67"/>
                    <a:pt x="7" y="67"/>
                  </a:cubicBezTo>
                  <a:cubicBezTo>
                    <a:pt x="7" y="67"/>
                    <a:pt x="3" y="64"/>
                    <a:pt x="3" y="60"/>
                  </a:cubicBezTo>
                  <a:cubicBezTo>
                    <a:pt x="3" y="55"/>
                    <a:pt x="10" y="49"/>
                    <a:pt x="10" y="42"/>
                  </a:cubicBezTo>
                  <a:cubicBezTo>
                    <a:pt x="10" y="41"/>
                    <a:pt x="10" y="39"/>
                    <a:pt x="10" y="39"/>
                  </a:cubicBezTo>
                  <a:cubicBezTo>
                    <a:pt x="8" y="38"/>
                    <a:pt x="8" y="38"/>
                    <a:pt x="8" y="38"/>
                  </a:cubicBezTo>
                  <a:cubicBezTo>
                    <a:pt x="8" y="37"/>
                    <a:pt x="8" y="37"/>
                    <a:pt x="8" y="37"/>
                  </a:cubicBezTo>
                  <a:cubicBezTo>
                    <a:pt x="8" y="36"/>
                    <a:pt x="6" y="37"/>
                    <a:pt x="6" y="37"/>
                  </a:cubicBezTo>
                  <a:cubicBezTo>
                    <a:pt x="6" y="36"/>
                    <a:pt x="4" y="37"/>
                    <a:pt x="4" y="39"/>
                  </a:cubicBezTo>
                  <a:cubicBezTo>
                    <a:pt x="4" y="40"/>
                    <a:pt x="4" y="40"/>
                    <a:pt x="4" y="40"/>
                  </a:cubicBezTo>
                  <a:cubicBezTo>
                    <a:pt x="4" y="40"/>
                    <a:pt x="8" y="41"/>
                    <a:pt x="7" y="44"/>
                  </a:cubicBezTo>
                  <a:cubicBezTo>
                    <a:pt x="6" y="46"/>
                    <a:pt x="4" y="48"/>
                    <a:pt x="4" y="49"/>
                  </a:cubicBezTo>
                  <a:cubicBezTo>
                    <a:pt x="4" y="50"/>
                    <a:pt x="5" y="52"/>
                    <a:pt x="5" y="52"/>
                  </a:cubicBezTo>
                  <a:cubicBezTo>
                    <a:pt x="6" y="52"/>
                    <a:pt x="1" y="53"/>
                    <a:pt x="2" y="49"/>
                  </a:cubicBezTo>
                  <a:cubicBezTo>
                    <a:pt x="2" y="45"/>
                    <a:pt x="3" y="45"/>
                    <a:pt x="3" y="44"/>
                  </a:cubicBezTo>
                  <a:cubicBezTo>
                    <a:pt x="3" y="43"/>
                    <a:pt x="1" y="42"/>
                    <a:pt x="1" y="39"/>
                  </a:cubicBezTo>
                  <a:cubicBezTo>
                    <a:pt x="2" y="36"/>
                    <a:pt x="4" y="35"/>
                    <a:pt x="6" y="34"/>
                  </a:cubicBezTo>
                  <a:cubicBezTo>
                    <a:pt x="8" y="35"/>
                    <a:pt x="8" y="35"/>
                    <a:pt x="8" y="35"/>
                  </a:cubicBezTo>
                  <a:cubicBezTo>
                    <a:pt x="7" y="34"/>
                    <a:pt x="5" y="33"/>
                    <a:pt x="4" y="30"/>
                  </a:cubicBezTo>
                  <a:cubicBezTo>
                    <a:pt x="4" y="30"/>
                    <a:pt x="5" y="29"/>
                    <a:pt x="7" y="29"/>
                  </a:cubicBezTo>
                  <a:cubicBezTo>
                    <a:pt x="6" y="29"/>
                    <a:pt x="2" y="24"/>
                    <a:pt x="3" y="22"/>
                  </a:cubicBezTo>
                  <a:cubicBezTo>
                    <a:pt x="3" y="22"/>
                    <a:pt x="6" y="22"/>
                    <a:pt x="7" y="23"/>
                  </a:cubicBezTo>
                  <a:cubicBezTo>
                    <a:pt x="7" y="23"/>
                    <a:pt x="1" y="18"/>
                    <a:pt x="2" y="14"/>
                  </a:cubicBezTo>
                  <a:cubicBezTo>
                    <a:pt x="2" y="14"/>
                    <a:pt x="6" y="17"/>
                    <a:pt x="7" y="17"/>
                  </a:cubicBezTo>
                  <a:cubicBezTo>
                    <a:pt x="7" y="17"/>
                    <a:pt x="0" y="7"/>
                    <a:pt x="4" y="3"/>
                  </a:cubicBezTo>
                  <a:cubicBezTo>
                    <a:pt x="4" y="3"/>
                    <a:pt x="8" y="12"/>
                    <a:pt x="9" y="13"/>
                  </a:cubicBezTo>
                  <a:cubicBezTo>
                    <a:pt x="9" y="13"/>
                    <a:pt x="10" y="12"/>
                    <a:pt x="10" y="11"/>
                  </a:cubicBezTo>
                  <a:cubicBezTo>
                    <a:pt x="10" y="11"/>
                    <a:pt x="10" y="11"/>
                    <a:pt x="10" y="11"/>
                  </a:cubicBezTo>
                  <a:cubicBezTo>
                    <a:pt x="10" y="8"/>
                    <a:pt x="12" y="2"/>
                    <a:pt x="14" y="1"/>
                  </a:cubicBezTo>
                  <a:cubicBezTo>
                    <a:pt x="14" y="1"/>
                    <a:pt x="13" y="11"/>
                    <a:pt x="15" y="13"/>
                  </a:cubicBezTo>
                  <a:cubicBezTo>
                    <a:pt x="15" y="13"/>
                    <a:pt x="15" y="12"/>
                    <a:pt x="16" y="12"/>
                  </a:cubicBezTo>
                  <a:cubicBezTo>
                    <a:pt x="16" y="12"/>
                    <a:pt x="16" y="17"/>
                    <a:pt x="17" y="18"/>
                  </a:cubicBezTo>
                  <a:cubicBezTo>
                    <a:pt x="18" y="17"/>
                    <a:pt x="18" y="17"/>
                    <a:pt x="18" y="17"/>
                  </a:cubicBezTo>
                  <a:cubicBezTo>
                    <a:pt x="18" y="17"/>
                    <a:pt x="19" y="20"/>
                    <a:pt x="20" y="21"/>
                  </a:cubicBezTo>
                  <a:cubicBezTo>
                    <a:pt x="20" y="21"/>
                    <a:pt x="20" y="21"/>
                    <a:pt x="20" y="22"/>
                  </a:cubicBezTo>
                  <a:cubicBezTo>
                    <a:pt x="20" y="19"/>
                    <a:pt x="21" y="18"/>
                    <a:pt x="21" y="17"/>
                  </a:cubicBezTo>
                  <a:cubicBezTo>
                    <a:pt x="21" y="17"/>
                    <a:pt x="21" y="17"/>
                    <a:pt x="21" y="17"/>
                  </a:cubicBezTo>
                  <a:cubicBezTo>
                    <a:pt x="21" y="14"/>
                    <a:pt x="21" y="14"/>
                    <a:pt x="21" y="14"/>
                  </a:cubicBezTo>
                  <a:cubicBezTo>
                    <a:pt x="22" y="15"/>
                    <a:pt x="22" y="15"/>
                    <a:pt x="22" y="15"/>
                  </a:cubicBezTo>
                  <a:cubicBezTo>
                    <a:pt x="23" y="15"/>
                    <a:pt x="23" y="15"/>
                    <a:pt x="23" y="15"/>
                  </a:cubicBezTo>
                  <a:cubicBezTo>
                    <a:pt x="23" y="15"/>
                    <a:pt x="23" y="15"/>
                    <a:pt x="23" y="15"/>
                  </a:cubicBezTo>
                  <a:cubicBezTo>
                    <a:pt x="23" y="14"/>
                    <a:pt x="23" y="14"/>
                    <a:pt x="23" y="14"/>
                  </a:cubicBezTo>
                  <a:cubicBezTo>
                    <a:pt x="26" y="14"/>
                    <a:pt x="26" y="14"/>
                    <a:pt x="26" y="14"/>
                  </a:cubicBezTo>
                  <a:cubicBezTo>
                    <a:pt x="25" y="15"/>
                    <a:pt x="25" y="15"/>
                    <a:pt x="25" y="15"/>
                  </a:cubicBezTo>
                  <a:cubicBezTo>
                    <a:pt x="26" y="14"/>
                    <a:pt x="26" y="14"/>
                    <a:pt x="26" y="14"/>
                  </a:cubicBezTo>
                  <a:cubicBezTo>
                    <a:pt x="27" y="14"/>
                    <a:pt x="27" y="14"/>
                    <a:pt x="28" y="14"/>
                  </a:cubicBezTo>
                  <a:cubicBezTo>
                    <a:pt x="30" y="14"/>
                    <a:pt x="30" y="16"/>
                    <a:pt x="30" y="16"/>
                  </a:cubicBezTo>
                  <a:cubicBezTo>
                    <a:pt x="33" y="16"/>
                    <a:pt x="33" y="16"/>
                    <a:pt x="33" y="16"/>
                  </a:cubicBezTo>
                  <a:cubicBezTo>
                    <a:pt x="36" y="16"/>
                    <a:pt x="36" y="19"/>
                    <a:pt x="36" y="19"/>
                  </a:cubicBezTo>
                  <a:cubicBezTo>
                    <a:pt x="34" y="18"/>
                    <a:pt x="34" y="18"/>
                    <a:pt x="34" y="18"/>
                  </a:cubicBezTo>
                  <a:cubicBezTo>
                    <a:pt x="32" y="20"/>
                    <a:pt x="32" y="20"/>
                    <a:pt x="32" y="20"/>
                  </a:cubicBezTo>
                  <a:cubicBezTo>
                    <a:pt x="32" y="20"/>
                    <a:pt x="32" y="20"/>
                    <a:pt x="32" y="20"/>
                  </a:cubicBezTo>
                  <a:cubicBezTo>
                    <a:pt x="32" y="21"/>
                    <a:pt x="32" y="21"/>
                    <a:pt x="32" y="21"/>
                  </a:cubicBezTo>
                  <a:cubicBezTo>
                    <a:pt x="34" y="22"/>
                    <a:pt x="34" y="22"/>
                    <a:pt x="34" y="22"/>
                  </a:cubicBezTo>
                  <a:cubicBezTo>
                    <a:pt x="36" y="22"/>
                    <a:pt x="36" y="22"/>
                    <a:pt x="36" y="22"/>
                  </a:cubicBezTo>
                  <a:cubicBezTo>
                    <a:pt x="35" y="23"/>
                    <a:pt x="35" y="23"/>
                    <a:pt x="35" y="23"/>
                  </a:cubicBezTo>
                  <a:cubicBezTo>
                    <a:pt x="35" y="23"/>
                    <a:pt x="34" y="24"/>
                    <a:pt x="33" y="24"/>
                  </a:cubicBezTo>
                  <a:cubicBezTo>
                    <a:pt x="32" y="24"/>
                    <a:pt x="31" y="23"/>
                    <a:pt x="30" y="23"/>
                  </a:cubicBezTo>
                  <a:cubicBezTo>
                    <a:pt x="28" y="23"/>
                    <a:pt x="28" y="23"/>
                    <a:pt x="28" y="23"/>
                  </a:cubicBezTo>
                  <a:cubicBezTo>
                    <a:pt x="28" y="23"/>
                    <a:pt x="28" y="23"/>
                    <a:pt x="28" y="23"/>
                  </a:cubicBezTo>
                  <a:cubicBezTo>
                    <a:pt x="28" y="24"/>
                    <a:pt x="28" y="24"/>
                    <a:pt x="28" y="24"/>
                  </a:cubicBezTo>
                  <a:cubicBezTo>
                    <a:pt x="28" y="25"/>
                    <a:pt x="29" y="26"/>
                    <a:pt x="30" y="27"/>
                  </a:cubicBezTo>
                  <a:cubicBezTo>
                    <a:pt x="32" y="28"/>
                    <a:pt x="34" y="30"/>
                    <a:pt x="35" y="31"/>
                  </a:cubicBezTo>
                  <a:cubicBezTo>
                    <a:pt x="36" y="32"/>
                    <a:pt x="36" y="34"/>
                    <a:pt x="37" y="35"/>
                  </a:cubicBezTo>
                  <a:cubicBezTo>
                    <a:pt x="38" y="32"/>
                    <a:pt x="38" y="32"/>
                    <a:pt x="38" y="32"/>
                  </a:cubicBezTo>
                  <a:cubicBezTo>
                    <a:pt x="39" y="31"/>
                    <a:pt x="39" y="31"/>
                    <a:pt x="39" y="30"/>
                  </a:cubicBezTo>
                  <a:cubicBezTo>
                    <a:pt x="39" y="29"/>
                    <a:pt x="40" y="27"/>
                    <a:pt x="40" y="27"/>
                  </a:cubicBezTo>
                  <a:cubicBezTo>
                    <a:pt x="40" y="27"/>
                    <a:pt x="42" y="28"/>
                    <a:pt x="41" y="30"/>
                  </a:cubicBezTo>
                  <a:cubicBezTo>
                    <a:pt x="42" y="28"/>
                    <a:pt x="42" y="28"/>
                    <a:pt x="42" y="28"/>
                  </a:cubicBezTo>
                  <a:cubicBezTo>
                    <a:pt x="43" y="28"/>
                    <a:pt x="43" y="28"/>
                    <a:pt x="43" y="28"/>
                  </a:cubicBezTo>
                  <a:cubicBezTo>
                    <a:pt x="43" y="27"/>
                    <a:pt x="43" y="27"/>
                    <a:pt x="43" y="27"/>
                  </a:cubicBezTo>
                  <a:cubicBezTo>
                    <a:pt x="44" y="25"/>
                    <a:pt x="44" y="23"/>
                    <a:pt x="44" y="21"/>
                  </a:cubicBezTo>
                  <a:cubicBezTo>
                    <a:pt x="44" y="20"/>
                    <a:pt x="44" y="19"/>
                    <a:pt x="43" y="18"/>
                  </a:cubicBezTo>
                  <a:cubicBezTo>
                    <a:pt x="43" y="17"/>
                    <a:pt x="42" y="16"/>
                    <a:pt x="42" y="16"/>
                  </a:cubicBezTo>
                  <a:cubicBezTo>
                    <a:pt x="42" y="14"/>
                    <a:pt x="42" y="14"/>
                    <a:pt x="42" y="14"/>
                  </a:cubicBezTo>
                  <a:cubicBezTo>
                    <a:pt x="42" y="14"/>
                    <a:pt x="42" y="14"/>
                    <a:pt x="42" y="14"/>
                  </a:cubicBezTo>
                  <a:cubicBezTo>
                    <a:pt x="43" y="12"/>
                    <a:pt x="43" y="12"/>
                    <a:pt x="43" y="12"/>
                  </a:cubicBezTo>
                  <a:cubicBezTo>
                    <a:pt x="44" y="12"/>
                    <a:pt x="44" y="12"/>
                    <a:pt x="44" y="12"/>
                  </a:cubicBezTo>
                  <a:cubicBezTo>
                    <a:pt x="43" y="14"/>
                    <a:pt x="43" y="14"/>
                    <a:pt x="43" y="14"/>
                  </a:cubicBezTo>
                  <a:cubicBezTo>
                    <a:pt x="43" y="14"/>
                    <a:pt x="43" y="14"/>
                    <a:pt x="43" y="14"/>
                  </a:cubicBezTo>
                  <a:cubicBezTo>
                    <a:pt x="44" y="14"/>
                    <a:pt x="44" y="14"/>
                    <a:pt x="44" y="14"/>
                  </a:cubicBezTo>
                  <a:cubicBezTo>
                    <a:pt x="44" y="13"/>
                    <a:pt x="44" y="13"/>
                    <a:pt x="44" y="13"/>
                  </a:cubicBezTo>
                  <a:cubicBezTo>
                    <a:pt x="44" y="13"/>
                    <a:pt x="44" y="11"/>
                    <a:pt x="46" y="11"/>
                  </a:cubicBezTo>
                  <a:cubicBezTo>
                    <a:pt x="46" y="11"/>
                    <a:pt x="46" y="11"/>
                    <a:pt x="46" y="11"/>
                  </a:cubicBezTo>
                  <a:cubicBezTo>
                    <a:pt x="46" y="11"/>
                    <a:pt x="45" y="12"/>
                    <a:pt x="45" y="13"/>
                  </a:cubicBezTo>
                  <a:cubicBezTo>
                    <a:pt x="45" y="13"/>
                    <a:pt x="45" y="13"/>
                    <a:pt x="45" y="13"/>
                  </a:cubicBezTo>
                  <a:cubicBezTo>
                    <a:pt x="46" y="15"/>
                    <a:pt x="46" y="15"/>
                    <a:pt x="46" y="15"/>
                  </a:cubicBezTo>
                  <a:cubicBezTo>
                    <a:pt x="46" y="16"/>
                    <a:pt x="46" y="16"/>
                    <a:pt x="46" y="16"/>
                  </a:cubicBezTo>
                  <a:cubicBezTo>
                    <a:pt x="47" y="14"/>
                    <a:pt x="47" y="14"/>
                    <a:pt x="47" y="14"/>
                  </a:cubicBezTo>
                  <a:cubicBezTo>
                    <a:pt x="48" y="14"/>
                    <a:pt x="48" y="14"/>
                    <a:pt x="48" y="14"/>
                  </a:cubicBezTo>
                  <a:cubicBezTo>
                    <a:pt x="48" y="14"/>
                    <a:pt x="48" y="14"/>
                    <a:pt x="48" y="14"/>
                  </a:cubicBezTo>
                  <a:cubicBezTo>
                    <a:pt x="48" y="14"/>
                    <a:pt x="47" y="12"/>
                    <a:pt x="50" y="13"/>
                  </a:cubicBezTo>
                  <a:cubicBezTo>
                    <a:pt x="49" y="14"/>
                    <a:pt x="49" y="14"/>
                    <a:pt x="49" y="14"/>
                  </a:cubicBezTo>
                  <a:cubicBezTo>
                    <a:pt x="49" y="14"/>
                    <a:pt x="49" y="14"/>
                    <a:pt x="49" y="14"/>
                  </a:cubicBezTo>
                  <a:cubicBezTo>
                    <a:pt x="49" y="14"/>
                    <a:pt x="49" y="14"/>
                    <a:pt x="49" y="14"/>
                  </a:cubicBezTo>
                  <a:cubicBezTo>
                    <a:pt x="48" y="16"/>
                    <a:pt x="48" y="16"/>
                    <a:pt x="48" y="16"/>
                  </a:cubicBezTo>
                  <a:cubicBezTo>
                    <a:pt x="47" y="19"/>
                    <a:pt x="47" y="19"/>
                    <a:pt x="47" y="19"/>
                  </a:cubicBezTo>
                  <a:cubicBezTo>
                    <a:pt x="47" y="22"/>
                    <a:pt x="47" y="22"/>
                    <a:pt x="47" y="22"/>
                  </a:cubicBezTo>
                  <a:cubicBezTo>
                    <a:pt x="48" y="26"/>
                    <a:pt x="48" y="26"/>
                    <a:pt x="48" y="26"/>
                  </a:cubicBezTo>
                  <a:cubicBezTo>
                    <a:pt x="49" y="28"/>
                    <a:pt x="49" y="28"/>
                    <a:pt x="49" y="28"/>
                  </a:cubicBezTo>
                  <a:cubicBezTo>
                    <a:pt x="48" y="29"/>
                    <a:pt x="48" y="29"/>
                    <a:pt x="48" y="29"/>
                  </a:cubicBezTo>
                  <a:cubicBezTo>
                    <a:pt x="48" y="29"/>
                    <a:pt x="48" y="29"/>
                    <a:pt x="48" y="29"/>
                  </a:cubicBezTo>
                  <a:cubicBezTo>
                    <a:pt x="49" y="30"/>
                    <a:pt x="49" y="30"/>
                    <a:pt x="49" y="30"/>
                  </a:cubicBezTo>
                  <a:cubicBezTo>
                    <a:pt x="49" y="30"/>
                    <a:pt x="49" y="30"/>
                    <a:pt x="49" y="30"/>
                  </a:cubicBezTo>
                  <a:cubicBezTo>
                    <a:pt x="47" y="29"/>
                    <a:pt x="47" y="29"/>
                    <a:pt x="47" y="29"/>
                  </a:cubicBezTo>
                  <a:cubicBezTo>
                    <a:pt x="48" y="29"/>
                    <a:pt x="48" y="29"/>
                    <a:pt x="48" y="29"/>
                  </a:cubicBezTo>
                  <a:cubicBezTo>
                    <a:pt x="47" y="29"/>
                    <a:pt x="47" y="29"/>
                    <a:pt x="47" y="29"/>
                  </a:cubicBezTo>
                  <a:cubicBezTo>
                    <a:pt x="47" y="27"/>
                    <a:pt x="47" y="27"/>
                    <a:pt x="47" y="27"/>
                  </a:cubicBezTo>
                  <a:cubicBezTo>
                    <a:pt x="46" y="25"/>
                    <a:pt x="46" y="25"/>
                    <a:pt x="46" y="25"/>
                  </a:cubicBezTo>
                  <a:cubicBezTo>
                    <a:pt x="46" y="25"/>
                    <a:pt x="46" y="25"/>
                    <a:pt x="46" y="25"/>
                  </a:cubicBezTo>
                  <a:cubicBezTo>
                    <a:pt x="46" y="25"/>
                    <a:pt x="45" y="26"/>
                    <a:pt x="45" y="27"/>
                  </a:cubicBezTo>
                  <a:cubicBezTo>
                    <a:pt x="45" y="28"/>
                    <a:pt x="44" y="29"/>
                    <a:pt x="44" y="30"/>
                  </a:cubicBezTo>
                  <a:cubicBezTo>
                    <a:pt x="44" y="31"/>
                    <a:pt x="44" y="31"/>
                    <a:pt x="44" y="31"/>
                  </a:cubicBezTo>
                  <a:cubicBezTo>
                    <a:pt x="44" y="31"/>
                    <a:pt x="46" y="31"/>
                    <a:pt x="46" y="35"/>
                  </a:cubicBezTo>
                  <a:cubicBezTo>
                    <a:pt x="46" y="35"/>
                    <a:pt x="45" y="32"/>
                    <a:pt x="43" y="33"/>
                  </a:cubicBezTo>
                  <a:cubicBezTo>
                    <a:pt x="41" y="35"/>
                    <a:pt x="42" y="39"/>
                    <a:pt x="41" y="39"/>
                  </a:cubicBezTo>
                  <a:cubicBezTo>
                    <a:pt x="40" y="39"/>
                    <a:pt x="38" y="40"/>
                    <a:pt x="38" y="41"/>
                  </a:cubicBezTo>
                  <a:cubicBezTo>
                    <a:pt x="37" y="43"/>
                    <a:pt x="37" y="43"/>
                    <a:pt x="37" y="43"/>
                  </a:cubicBezTo>
                  <a:cubicBezTo>
                    <a:pt x="35" y="46"/>
                    <a:pt x="34" y="48"/>
                    <a:pt x="33" y="49"/>
                  </a:cubicBezTo>
                  <a:cubicBezTo>
                    <a:pt x="33" y="49"/>
                    <a:pt x="33" y="49"/>
                    <a:pt x="33" y="49"/>
                  </a:cubicBezTo>
                  <a:cubicBezTo>
                    <a:pt x="33" y="49"/>
                    <a:pt x="35" y="48"/>
                    <a:pt x="37" y="48"/>
                  </a:cubicBezTo>
                  <a:cubicBezTo>
                    <a:pt x="35" y="50"/>
                    <a:pt x="35" y="50"/>
                    <a:pt x="35" y="50"/>
                  </a:cubicBezTo>
                  <a:cubicBezTo>
                    <a:pt x="36" y="51"/>
                    <a:pt x="36" y="51"/>
                    <a:pt x="36" y="51"/>
                  </a:cubicBezTo>
                  <a:cubicBezTo>
                    <a:pt x="37" y="52"/>
                    <a:pt x="38" y="53"/>
                    <a:pt x="39" y="53"/>
                  </a:cubicBezTo>
                  <a:cubicBezTo>
                    <a:pt x="40" y="54"/>
                    <a:pt x="40" y="54"/>
                    <a:pt x="40" y="54"/>
                  </a:cubicBezTo>
                  <a:cubicBezTo>
                    <a:pt x="41" y="53"/>
                    <a:pt x="41" y="53"/>
                    <a:pt x="41" y="53"/>
                  </a:cubicBezTo>
                  <a:cubicBezTo>
                    <a:pt x="41" y="51"/>
                    <a:pt x="41" y="51"/>
                    <a:pt x="41" y="51"/>
                  </a:cubicBezTo>
                  <a:cubicBezTo>
                    <a:pt x="40" y="50"/>
                    <a:pt x="40" y="50"/>
                    <a:pt x="40" y="50"/>
                  </a:cubicBezTo>
                  <a:cubicBezTo>
                    <a:pt x="41" y="49"/>
                    <a:pt x="41" y="49"/>
                    <a:pt x="41" y="49"/>
                  </a:cubicBezTo>
                  <a:cubicBezTo>
                    <a:pt x="41" y="48"/>
                    <a:pt x="41" y="48"/>
                    <a:pt x="41" y="48"/>
                  </a:cubicBezTo>
                  <a:cubicBezTo>
                    <a:pt x="42" y="47"/>
                    <a:pt x="42" y="47"/>
                    <a:pt x="42" y="47"/>
                  </a:cubicBezTo>
                  <a:cubicBezTo>
                    <a:pt x="43" y="47"/>
                    <a:pt x="43" y="47"/>
                    <a:pt x="43" y="47"/>
                  </a:cubicBezTo>
                  <a:cubicBezTo>
                    <a:pt x="44" y="46"/>
                    <a:pt x="44" y="46"/>
                    <a:pt x="44" y="46"/>
                  </a:cubicBezTo>
                  <a:cubicBezTo>
                    <a:pt x="45" y="46"/>
                    <a:pt x="45" y="46"/>
                    <a:pt x="45" y="46"/>
                  </a:cubicBezTo>
                  <a:cubicBezTo>
                    <a:pt x="45" y="47"/>
                    <a:pt x="45" y="47"/>
                    <a:pt x="45" y="47"/>
                  </a:cubicBezTo>
                  <a:cubicBezTo>
                    <a:pt x="59" y="0"/>
                    <a:pt x="59" y="0"/>
                    <a:pt x="59" y="0"/>
                  </a:cubicBezTo>
                  <a:cubicBezTo>
                    <a:pt x="0" y="0"/>
                    <a:pt x="0" y="0"/>
                    <a:pt x="0" y="0"/>
                  </a:cubicBezTo>
                  <a:lnTo>
                    <a:pt x="0" y="82"/>
                  </a:lnTo>
                  <a:close/>
                  <a:moveTo>
                    <a:pt x="115" y="29"/>
                  </a:moveTo>
                  <a:cubicBezTo>
                    <a:pt x="113" y="29"/>
                    <a:pt x="113" y="27"/>
                    <a:pt x="112" y="27"/>
                  </a:cubicBezTo>
                  <a:cubicBezTo>
                    <a:pt x="112" y="29"/>
                    <a:pt x="111" y="31"/>
                    <a:pt x="111" y="31"/>
                  </a:cubicBezTo>
                  <a:cubicBezTo>
                    <a:pt x="111" y="33"/>
                    <a:pt x="112" y="33"/>
                    <a:pt x="112" y="34"/>
                  </a:cubicBezTo>
                  <a:cubicBezTo>
                    <a:pt x="116" y="33"/>
                    <a:pt x="115" y="29"/>
                    <a:pt x="115" y="29"/>
                  </a:cubicBezTo>
                  <a:moveTo>
                    <a:pt x="20" y="26"/>
                  </a:moveTo>
                  <a:cubicBezTo>
                    <a:pt x="20" y="24"/>
                    <a:pt x="20" y="24"/>
                    <a:pt x="20" y="24"/>
                  </a:cubicBezTo>
                  <a:lnTo>
                    <a:pt x="20" y="26"/>
                  </a:lnTo>
                  <a:close/>
                  <a:moveTo>
                    <a:pt x="12" y="44"/>
                  </a:moveTo>
                  <a:cubicBezTo>
                    <a:pt x="12" y="45"/>
                    <a:pt x="12" y="45"/>
                    <a:pt x="12" y="45"/>
                  </a:cubicBezTo>
                  <a:cubicBezTo>
                    <a:pt x="10" y="53"/>
                    <a:pt x="5" y="54"/>
                    <a:pt x="5" y="60"/>
                  </a:cubicBezTo>
                  <a:cubicBezTo>
                    <a:pt x="5" y="60"/>
                    <a:pt x="6" y="62"/>
                    <a:pt x="7" y="63"/>
                  </a:cubicBezTo>
                  <a:cubicBezTo>
                    <a:pt x="9" y="63"/>
                    <a:pt x="8" y="62"/>
                    <a:pt x="9" y="61"/>
                  </a:cubicBezTo>
                  <a:cubicBezTo>
                    <a:pt x="10" y="59"/>
                    <a:pt x="10" y="58"/>
                    <a:pt x="12" y="56"/>
                  </a:cubicBezTo>
                  <a:cubicBezTo>
                    <a:pt x="14" y="55"/>
                    <a:pt x="16" y="53"/>
                    <a:pt x="17" y="51"/>
                  </a:cubicBezTo>
                  <a:cubicBezTo>
                    <a:pt x="17" y="50"/>
                    <a:pt x="18" y="49"/>
                    <a:pt x="18" y="48"/>
                  </a:cubicBezTo>
                  <a:cubicBezTo>
                    <a:pt x="18" y="47"/>
                    <a:pt x="18" y="47"/>
                    <a:pt x="18" y="47"/>
                  </a:cubicBezTo>
                  <a:cubicBezTo>
                    <a:pt x="17" y="47"/>
                    <a:pt x="16" y="47"/>
                    <a:pt x="15" y="47"/>
                  </a:cubicBezTo>
                  <a:cubicBezTo>
                    <a:pt x="15" y="47"/>
                    <a:pt x="15" y="45"/>
                    <a:pt x="16" y="43"/>
                  </a:cubicBezTo>
                  <a:cubicBezTo>
                    <a:pt x="16" y="43"/>
                    <a:pt x="15" y="44"/>
                    <a:pt x="12" y="44"/>
                  </a:cubicBezTo>
                  <a:moveTo>
                    <a:pt x="21" y="34"/>
                  </a:moveTo>
                  <a:cubicBezTo>
                    <a:pt x="21" y="33"/>
                    <a:pt x="21" y="33"/>
                    <a:pt x="21" y="31"/>
                  </a:cubicBezTo>
                  <a:cubicBezTo>
                    <a:pt x="21" y="31"/>
                    <a:pt x="21" y="29"/>
                    <a:pt x="20" y="27"/>
                  </a:cubicBezTo>
                  <a:cubicBezTo>
                    <a:pt x="20" y="27"/>
                    <a:pt x="19" y="29"/>
                    <a:pt x="18" y="29"/>
                  </a:cubicBezTo>
                  <a:cubicBezTo>
                    <a:pt x="18" y="29"/>
                    <a:pt x="16" y="33"/>
                    <a:pt x="21" y="34"/>
                  </a:cubicBezTo>
                  <a:moveTo>
                    <a:pt x="9" y="35"/>
                  </a:moveTo>
                  <a:cubicBezTo>
                    <a:pt x="9" y="35"/>
                    <a:pt x="9" y="35"/>
                    <a:pt x="9" y="35"/>
                  </a:cubicBezTo>
                  <a:cubicBezTo>
                    <a:pt x="9" y="35"/>
                    <a:pt x="9" y="35"/>
                    <a:pt x="9" y="35"/>
                  </a:cubicBezTo>
                  <a:close/>
                  <a:moveTo>
                    <a:pt x="44" y="50"/>
                  </a:moveTo>
                  <a:cubicBezTo>
                    <a:pt x="44" y="50"/>
                    <a:pt x="44" y="50"/>
                    <a:pt x="44" y="50"/>
                  </a:cubicBezTo>
                  <a:cubicBezTo>
                    <a:pt x="43" y="52"/>
                    <a:pt x="43" y="52"/>
                    <a:pt x="43" y="52"/>
                  </a:cubicBezTo>
                  <a:lnTo>
                    <a:pt x="44" y="50"/>
                  </a:lnTo>
                  <a:close/>
                  <a:moveTo>
                    <a:pt x="45" y="47"/>
                  </a:moveTo>
                  <a:cubicBezTo>
                    <a:pt x="45" y="47"/>
                    <a:pt x="45" y="47"/>
                    <a:pt x="45" y="47"/>
                  </a:cubicBezTo>
                  <a:cubicBezTo>
                    <a:pt x="45" y="47"/>
                    <a:pt x="45" y="47"/>
                    <a:pt x="45" y="47"/>
                  </a:cubicBezTo>
                  <a:cubicBezTo>
                    <a:pt x="45" y="48"/>
                    <a:pt x="45" y="48"/>
                    <a:pt x="45" y="48"/>
                  </a:cubicBezTo>
                  <a:cubicBezTo>
                    <a:pt x="45" y="48"/>
                    <a:pt x="45" y="48"/>
                    <a:pt x="45" y="48"/>
                  </a:cubicBezTo>
                  <a:lnTo>
                    <a:pt x="45" y="47"/>
                  </a:lnTo>
                  <a:close/>
                  <a:moveTo>
                    <a:pt x="40" y="61"/>
                  </a:moveTo>
                  <a:cubicBezTo>
                    <a:pt x="40" y="62"/>
                    <a:pt x="40" y="62"/>
                    <a:pt x="40" y="62"/>
                  </a:cubicBezTo>
                  <a:cubicBezTo>
                    <a:pt x="40" y="63"/>
                    <a:pt x="40" y="63"/>
                    <a:pt x="40" y="63"/>
                  </a:cubicBezTo>
                  <a:cubicBezTo>
                    <a:pt x="40" y="63"/>
                    <a:pt x="40" y="63"/>
                    <a:pt x="40" y="63"/>
                  </a:cubicBezTo>
                  <a:cubicBezTo>
                    <a:pt x="42" y="56"/>
                    <a:pt x="42" y="56"/>
                    <a:pt x="42" y="56"/>
                  </a:cubicBezTo>
                  <a:cubicBezTo>
                    <a:pt x="42" y="56"/>
                    <a:pt x="42" y="56"/>
                    <a:pt x="42" y="56"/>
                  </a:cubicBezTo>
                  <a:cubicBezTo>
                    <a:pt x="42" y="57"/>
                    <a:pt x="41" y="58"/>
                    <a:pt x="41" y="59"/>
                  </a:cubicBezTo>
                  <a:lnTo>
                    <a:pt x="40" y="61"/>
                  </a:lnTo>
                  <a:close/>
                  <a:moveTo>
                    <a:pt x="72" y="0"/>
                  </a:moveTo>
                  <a:cubicBezTo>
                    <a:pt x="113" y="136"/>
                    <a:pt x="113" y="136"/>
                    <a:pt x="113" y="136"/>
                  </a:cubicBezTo>
                  <a:cubicBezTo>
                    <a:pt x="124" y="123"/>
                    <a:pt x="132" y="105"/>
                    <a:pt x="132" y="82"/>
                  </a:cubicBezTo>
                  <a:cubicBezTo>
                    <a:pt x="132" y="0"/>
                    <a:pt x="132" y="0"/>
                    <a:pt x="132" y="0"/>
                  </a:cubicBezTo>
                  <a:lnTo>
                    <a:pt x="72" y="0"/>
                  </a:lnTo>
                  <a:close/>
                  <a:moveTo>
                    <a:pt x="131" y="49"/>
                  </a:moveTo>
                  <a:cubicBezTo>
                    <a:pt x="132" y="53"/>
                    <a:pt x="127" y="52"/>
                    <a:pt x="127" y="52"/>
                  </a:cubicBezTo>
                  <a:cubicBezTo>
                    <a:pt x="128" y="52"/>
                    <a:pt x="129" y="50"/>
                    <a:pt x="129" y="49"/>
                  </a:cubicBezTo>
                  <a:cubicBezTo>
                    <a:pt x="129" y="48"/>
                    <a:pt x="127" y="46"/>
                    <a:pt x="126" y="44"/>
                  </a:cubicBezTo>
                  <a:cubicBezTo>
                    <a:pt x="125" y="41"/>
                    <a:pt x="128" y="40"/>
                    <a:pt x="128" y="40"/>
                  </a:cubicBezTo>
                  <a:cubicBezTo>
                    <a:pt x="129" y="39"/>
                    <a:pt x="129" y="39"/>
                    <a:pt x="129" y="39"/>
                  </a:cubicBezTo>
                  <a:cubicBezTo>
                    <a:pt x="129" y="37"/>
                    <a:pt x="127" y="36"/>
                    <a:pt x="126" y="37"/>
                  </a:cubicBezTo>
                  <a:cubicBezTo>
                    <a:pt x="126" y="37"/>
                    <a:pt x="125" y="36"/>
                    <a:pt x="124" y="37"/>
                  </a:cubicBezTo>
                  <a:cubicBezTo>
                    <a:pt x="124" y="38"/>
                    <a:pt x="124" y="38"/>
                    <a:pt x="124" y="38"/>
                  </a:cubicBezTo>
                  <a:cubicBezTo>
                    <a:pt x="123" y="39"/>
                    <a:pt x="123" y="39"/>
                    <a:pt x="123" y="39"/>
                  </a:cubicBezTo>
                  <a:cubicBezTo>
                    <a:pt x="123" y="39"/>
                    <a:pt x="123" y="41"/>
                    <a:pt x="123" y="42"/>
                  </a:cubicBezTo>
                  <a:cubicBezTo>
                    <a:pt x="123" y="49"/>
                    <a:pt x="130" y="55"/>
                    <a:pt x="130" y="60"/>
                  </a:cubicBezTo>
                  <a:cubicBezTo>
                    <a:pt x="130" y="64"/>
                    <a:pt x="126" y="67"/>
                    <a:pt x="126" y="67"/>
                  </a:cubicBezTo>
                  <a:cubicBezTo>
                    <a:pt x="127" y="69"/>
                    <a:pt x="127" y="69"/>
                    <a:pt x="127" y="69"/>
                  </a:cubicBezTo>
                  <a:cubicBezTo>
                    <a:pt x="126" y="69"/>
                    <a:pt x="126" y="69"/>
                    <a:pt x="126" y="69"/>
                  </a:cubicBezTo>
                  <a:cubicBezTo>
                    <a:pt x="127" y="71"/>
                    <a:pt x="127" y="71"/>
                    <a:pt x="127" y="71"/>
                  </a:cubicBezTo>
                  <a:cubicBezTo>
                    <a:pt x="125" y="71"/>
                    <a:pt x="125" y="71"/>
                    <a:pt x="125" y="71"/>
                  </a:cubicBezTo>
                  <a:cubicBezTo>
                    <a:pt x="126" y="72"/>
                    <a:pt x="126" y="72"/>
                    <a:pt x="126" y="72"/>
                  </a:cubicBezTo>
                  <a:cubicBezTo>
                    <a:pt x="125" y="72"/>
                    <a:pt x="125" y="72"/>
                    <a:pt x="125" y="72"/>
                  </a:cubicBezTo>
                  <a:cubicBezTo>
                    <a:pt x="125" y="74"/>
                    <a:pt x="125" y="74"/>
                    <a:pt x="125" y="74"/>
                  </a:cubicBezTo>
                  <a:cubicBezTo>
                    <a:pt x="124" y="74"/>
                    <a:pt x="124" y="74"/>
                    <a:pt x="124" y="74"/>
                  </a:cubicBezTo>
                  <a:cubicBezTo>
                    <a:pt x="125" y="75"/>
                    <a:pt x="125" y="75"/>
                    <a:pt x="125" y="75"/>
                  </a:cubicBezTo>
                  <a:cubicBezTo>
                    <a:pt x="123" y="75"/>
                    <a:pt x="123" y="75"/>
                    <a:pt x="123" y="75"/>
                  </a:cubicBezTo>
                  <a:cubicBezTo>
                    <a:pt x="124" y="78"/>
                    <a:pt x="124" y="78"/>
                    <a:pt x="124" y="78"/>
                  </a:cubicBezTo>
                  <a:cubicBezTo>
                    <a:pt x="123" y="78"/>
                    <a:pt x="123" y="78"/>
                    <a:pt x="123" y="78"/>
                  </a:cubicBezTo>
                  <a:cubicBezTo>
                    <a:pt x="124" y="80"/>
                    <a:pt x="124" y="80"/>
                    <a:pt x="124" y="80"/>
                  </a:cubicBezTo>
                  <a:cubicBezTo>
                    <a:pt x="125" y="83"/>
                    <a:pt x="125" y="83"/>
                    <a:pt x="125" y="83"/>
                  </a:cubicBezTo>
                  <a:cubicBezTo>
                    <a:pt x="125" y="84"/>
                    <a:pt x="125" y="85"/>
                    <a:pt x="125" y="87"/>
                  </a:cubicBezTo>
                  <a:cubicBezTo>
                    <a:pt x="125" y="88"/>
                    <a:pt x="125" y="89"/>
                    <a:pt x="125" y="89"/>
                  </a:cubicBezTo>
                  <a:cubicBezTo>
                    <a:pt x="126" y="94"/>
                    <a:pt x="126" y="94"/>
                    <a:pt x="126" y="94"/>
                  </a:cubicBezTo>
                  <a:cubicBezTo>
                    <a:pt x="125" y="96"/>
                    <a:pt x="125" y="96"/>
                    <a:pt x="125" y="96"/>
                  </a:cubicBezTo>
                  <a:cubicBezTo>
                    <a:pt x="125" y="100"/>
                    <a:pt x="125" y="100"/>
                    <a:pt x="125" y="100"/>
                  </a:cubicBezTo>
                  <a:cubicBezTo>
                    <a:pt x="123" y="101"/>
                    <a:pt x="123" y="101"/>
                    <a:pt x="123" y="101"/>
                  </a:cubicBezTo>
                  <a:cubicBezTo>
                    <a:pt x="122" y="101"/>
                    <a:pt x="120" y="101"/>
                    <a:pt x="118" y="101"/>
                  </a:cubicBezTo>
                  <a:cubicBezTo>
                    <a:pt x="117" y="101"/>
                    <a:pt x="116" y="100"/>
                    <a:pt x="114" y="99"/>
                  </a:cubicBezTo>
                  <a:cubicBezTo>
                    <a:pt x="113" y="98"/>
                    <a:pt x="113" y="99"/>
                    <a:pt x="113" y="98"/>
                  </a:cubicBezTo>
                  <a:cubicBezTo>
                    <a:pt x="115" y="96"/>
                    <a:pt x="115" y="96"/>
                    <a:pt x="115" y="96"/>
                  </a:cubicBezTo>
                  <a:cubicBezTo>
                    <a:pt x="116" y="96"/>
                    <a:pt x="117" y="96"/>
                    <a:pt x="118" y="96"/>
                  </a:cubicBezTo>
                  <a:cubicBezTo>
                    <a:pt x="119" y="96"/>
                    <a:pt x="119" y="97"/>
                    <a:pt x="121" y="97"/>
                  </a:cubicBezTo>
                  <a:cubicBezTo>
                    <a:pt x="122" y="97"/>
                    <a:pt x="122" y="95"/>
                    <a:pt x="122" y="94"/>
                  </a:cubicBezTo>
                  <a:cubicBezTo>
                    <a:pt x="122" y="93"/>
                    <a:pt x="123" y="92"/>
                    <a:pt x="122" y="91"/>
                  </a:cubicBezTo>
                  <a:cubicBezTo>
                    <a:pt x="121" y="89"/>
                    <a:pt x="121" y="88"/>
                    <a:pt x="121" y="87"/>
                  </a:cubicBezTo>
                  <a:cubicBezTo>
                    <a:pt x="121" y="86"/>
                    <a:pt x="121" y="86"/>
                    <a:pt x="120" y="85"/>
                  </a:cubicBezTo>
                  <a:cubicBezTo>
                    <a:pt x="119" y="84"/>
                    <a:pt x="119" y="83"/>
                    <a:pt x="119" y="82"/>
                  </a:cubicBezTo>
                  <a:cubicBezTo>
                    <a:pt x="119" y="81"/>
                    <a:pt x="119" y="80"/>
                    <a:pt x="118" y="79"/>
                  </a:cubicBezTo>
                  <a:cubicBezTo>
                    <a:pt x="117" y="78"/>
                    <a:pt x="116" y="75"/>
                    <a:pt x="115" y="75"/>
                  </a:cubicBezTo>
                  <a:cubicBezTo>
                    <a:pt x="115" y="74"/>
                    <a:pt x="114" y="72"/>
                    <a:pt x="114" y="72"/>
                  </a:cubicBezTo>
                  <a:cubicBezTo>
                    <a:pt x="113" y="70"/>
                    <a:pt x="113" y="70"/>
                    <a:pt x="113" y="70"/>
                  </a:cubicBezTo>
                  <a:cubicBezTo>
                    <a:pt x="111" y="69"/>
                    <a:pt x="111" y="69"/>
                    <a:pt x="111" y="69"/>
                  </a:cubicBezTo>
                  <a:cubicBezTo>
                    <a:pt x="110" y="68"/>
                    <a:pt x="110" y="68"/>
                    <a:pt x="110" y="68"/>
                  </a:cubicBezTo>
                  <a:cubicBezTo>
                    <a:pt x="110" y="69"/>
                    <a:pt x="110" y="69"/>
                    <a:pt x="110" y="69"/>
                  </a:cubicBezTo>
                  <a:cubicBezTo>
                    <a:pt x="110" y="70"/>
                    <a:pt x="110" y="70"/>
                    <a:pt x="110" y="70"/>
                  </a:cubicBezTo>
                  <a:cubicBezTo>
                    <a:pt x="111" y="72"/>
                    <a:pt x="111" y="72"/>
                    <a:pt x="111" y="72"/>
                  </a:cubicBezTo>
                  <a:cubicBezTo>
                    <a:pt x="111" y="74"/>
                    <a:pt x="111" y="74"/>
                    <a:pt x="111" y="74"/>
                  </a:cubicBezTo>
                  <a:cubicBezTo>
                    <a:pt x="109" y="75"/>
                    <a:pt x="109" y="75"/>
                    <a:pt x="109" y="75"/>
                  </a:cubicBezTo>
                  <a:cubicBezTo>
                    <a:pt x="107" y="77"/>
                    <a:pt x="107" y="77"/>
                    <a:pt x="107" y="77"/>
                  </a:cubicBezTo>
                  <a:cubicBezTo>
                    <a:pt x="106" y="79"/>
                    <a:pt x="106" y="79"/>
                    <a:pt x="106" y="79"/>
                  </a:cubicBezTo>
                  <a:cubicBezTo>
                    <a:pt x="105" y="79"/>
                    <a:pt x="105" y="79"/>
                    <a:pt x="105" y="79"/>
                  </a:cubicBezTo>
                  <a:cubicBezTo>
                    <a:pt x="105" y="79"/>
                    <a:pt x="104" y="81"/>
                    <a:pt x="103" y="82"/>
                  </a:cubicBezTo>
                  <a:cubicBezTo>
                    <a:pt x="103" y="83"/>
                    <a:pt x="102" y="83"/>
                    <a:pt x="101" y="83"/>
                  </a:cubicBezTo>
                  <a:cubicBezTo>
                    <a:pt x="100" y="83"/>
                    <a:pt x="98" y="81"/>
                    <a:pt x="98" y="80"/>
                  </a:cubicBezTo>
                  <a:cubicBezTo>
                    <a:pt x="97" y="79"/>
                    <a:pt x="96" y="76"/>
                    <a:pt x="96" y="76"/>
                  </a:cubicBezTo>
                  <a:cubicBezTo>
                    <a:pt x="96" y="73"/>
                    <a:pt x="96" y="73"/>
                    <a:pt x="96" y="73"/>
                  </a:cubicBezTo>
                  <a:cubicBezTo>
                    <a:pt x="98" y="74"/>
                    <a:pt x="98" y="74"/>
                    <a:pt x="98" y="74"/>
                  </a:cubicBezTo>
                  <a:cubicBezTo>
                    <a:pt x="99" y="75"/>
                    <a:pt x="99" y="75"/>
                    <a:pt x="99" y="75"/>
                  </a:cubicBezTo>
                  <a:cubicBezTo>
                    <a:pt x="100" y="76"/>
                    <a:pt x="100" y="76"/>
                    <a:pt x="100" y="76"/>
                  </a:cubicBezTo>
                  <a:cubicBezTo>
                    <a:pt x="100" y="78"/>
                    <a:pt x="100" y="78"/>
                    <a:pt x="100" y="78"/>
                  </a:cubicBezTo>
                  <a:cubicBezTo>
                    <a:pt x="101" y="79"/>
                    <a:pt x="101" y="79"/>
                    <a:pt x="101" y="79"/>
                  </a:cubicBezTo>
                  <a:cubicBezTo>
                    <a:pt x="101" y="78"/>
                    <a:pt x="101" y="78"/>
                    <a:pt x="102" y="78"/>
                  </a:cubicBezTo>
                  <a:cubicBezTo>
                    <a:pt x="103" y="77"/>
                    <a:pt x="105" y="75"/>
                    <a:pt x="105" y="74"/>
                  </a:cubicBezTo>
                  <a:cubicBezTo>
                    <a:pt x="106" y="73"/>
                    <a:pt x="107" y="72"/>
                    <a:pt x="106" y="70"/>
                  </a:cubicBezTo>
                  <a:cubicBezTo>
                    <a:pt x="105" y="69"/>
                    <a:pt x="103" y="67"/>
                    <a:pt x="102" y="66"/>
                  </a:cubicBezTo>
                  <a:cubicBezTo>
                    <a:pt x="100" y="65"/>
                    <a:pt x="102" y="64"/>
                    <a:pt x="102" y="64"/>
                  </a:cubicBezTo>
                  <a:cubicBezTo>
                    <a:pt x="100" y="64"/>
                    <a:pt x="100" y="62"/>
                    <a:pt x="100" y="62"/>
                  </a:cubicBezTo>
                  <a:cubicBezTo>
                    <a:pt x="101" y="56"/>
                    <a:pt x="107" y="58"/>
                    <a:pt x="108" y="58"/>
                  </a:cubicBezTo>
                  <a:cubicBezTo>
                    <a:pt x="108" y="58"/>
                    <a:pt x="107" y="57"/>
                    <a:pt x="107" y="56"/>
                  </a:cubicBezTo>
                  <a:cubicBezTo>
                    <a:pt x="106" y="55"/>
                    <a:pt x="103" y="54"/>
                    <a:pt x="103" y="53"/>
                  </a:cubicBezTo>
                  <a:cubicBezTo>
                    <a:pt x="103" y="52"/>
                    <a:pt x="103" y="52"/>
                    <a:pt x="103" y="52"/>
                  </a:cubicBezTo>
                  <a:cubicBezTo>
                    <a:pt x="100" y="53"/>
                    <a:pt x="99" y="57"/>
                    <a:pt x="99" y="57"/>
                  </a:cubicBezTo>
                  <a:cubicBezTo>
                    <a:pt x="98" y="56"/>
                    <a:pt x="98" y="55"/>
                    <a:pt x="98" y="54"/>
                  </a:cubicBezTo>
                  <a:cubicBezTo>
                    <a:pt x="96" y="54"/>
                    <a:pt x="96" y="54"/>
                    <a:pt x="96" y="54"/>
                  </a:cubicBezTo>
                  <a:cubicBezTo>
                    <a:pt x="95" y="54"/>
                    <a:pt x="95" y="55"/>
                    <a:pt x="94" y="55"/>
                  </a:cubicBezTo>
                  <a:cubicBezTo>
                    <a:pt x="93" y="56"/>
                    <a:pt x="93" y="56"/>
                    <a:pt x="92" y="57"/>
                  </a:cubicBezTo>
                  <a:cubicBezTo>
                    <a:pt x="93" y="58"/>
                    <a:pt x="93" y="58"/>
                    <a:pt x="93" y="58"/>
                  </a:cubicBezTo>
                  <a:cubicBezTo>
                    <a:pt x="94" y="59"/>
                    <a:pt x="94" y="59"/>
                    <a:pt x="94" y="59"/>
                  </a:cubicBezTo>
                  <a:cubicBezTo>
                    <a:pt x="94" y="61"/>
                    <a:pt x="94" y="61"/>
                    <a:pt x="94" y="61"/>
                  </a:cubicBezTo>
                  <a:cubicBezTo>
                    <a:pt x="94" y="62"/>
                    <a:pt x="94" y="62"/>
                    <a:pt x="94" y="62"/>
                  </a:cubicBezTo>
                  <a:cubicBezTo>
                    <a:pt x="94" y="63"/>
                    <a:pt x="94" y="63"/>
                    <a:pt x="94" y="63"/>
                  </a:cubicBezTo>
                  <a:cubicBezTo>
                    <a:pt x="92" y="63"/>
                    <a:pt x="92" y="63"/>
                    <a:pt x="92" y="63"/>
                  </a:cubicBezTo>
                  <a:cubicBezTo>
                    <a:pt x="93" y="63"/>
                    <a:pt x="93" y="63"/>
                    <a:pt x="93" y="63"/>
                  </a:cubicBezTo>
                  <a:cubicBezTo>
                    <a:pt x="93" y="62"/>
                    <a:pt x="93" y="62"/>
                    <a:pt x="93" y="62"/>
                  </a:cubicBezTo>
                  <a:cubicBezTo>
                    <a:pt x="92" y="61"/>
                    <a:pt x="92" y="61"/>
                    <a:pt x="92" y="61"/>
                  </a:cubicBezTo>
                  <a:cubicBezTo>
                    <a:pt x="91" y="59"/>
                    <a:pt x="91" y="59"/>
                    <a:pt x="91" y="59"/>
                  </a:cubicBezTo>
                  <a:cubicBezTo>
                    <a:pt x="91" y="58"/>
                    <a:pt x="91" y="57"/>
                    <a:pt x="90" y="56"/>
                  </a:cubicBezTo>
                  <a:cubicBezTo>
                    <a:pt x="89" y="53"/>
                    <a:pt x="89" y="53"/>
                    <a:pt x="89" y="53"/>
                  </a:cubicBezTo>
                  <a:cubicBezTo>
                    <a:pt x="88" y="50"/>
                    <a:pt x="88" y="50"/>
                    <a:pt x="88" y="50"/>
                  </a:cubicBezTo>
                  <a:cubicBezTo>
                    <a:pt x="88" y="48"/>
                    <a:pt x="88" y="48"/>
                    <a:pt x="88" y="48"/>
                  </a:cubicBezTo>
                  <a:cubicBezTo>
                    <a:pt x="88" y="47"/>
                    <a:pt x="88" y="47"/>
                    <a:pt x="88" y="47"/>
                  </a:cubicBezTo>
                  <a:cubicBezTo>
                    <a:pt x="88" y="47"/>
                    <a:pt x="88" y="47"/>
                    <a:pt x="88" y="47"/>
                  </a:cubicBezTo>
                  <a:cubicBezTo>
                    <a:pt x="87" y="47"/>
                    <a:pt x="87" y="47"/>
                    <a:pt x="87" y="47"/>
                  </a:cubicBezTo>
                  <a:cubicBezTo>
                    <a:pt x="88" y="46"/>
                    <a:pt x="88" y="46"/>
                    <a:pt x="88" y="46"/>
                  </a:cubicBezTo>
                  <a:cubicBezTo>
                    <a:pt x="89" y="46"/>
                    <a:pt x="89" y="46"/>
                    <a:pt x="89" y="46"/>
                  </a:cubicBezTo>
                  <a:cubicBezTo>
                    <a:pt x="90" y="47"/>
                    <a:pt x="90" y="47"/>
                    <a:pt x="90" y="47"/>
                  </a:cubicBezTo>
                  <a:cubicBezTo>
                    <a:pt x="91" y="47"/>
                    <a:pt x="91" y="47"/>
                    <a:pt x="91" y="47"/>
                  </a:cubicBezTo>
                  <a:cubicBezTo>
                    <a:pt x="92" y="48"/>
                    <a:pt x="92" y="48"/>
                    <a:pt x="92" y="48"/>
                  </a:cubicBezTo>
                  <a:cubicBezTo>
                    <a:pt x="92" y="49"/>
                    <a:pt x="92" y="49"/>
                    <a:pt x="92" y="49"/>
                  </a:cubicBezTo>
                  <a:cubicBezTo>
                    <a:pt x="92" y="50"/>
                    <a:pt x="92" y="50"/>
                    <a:pt x="92" y="50"/>
                  </a:cubicBezTo>
                  <a:cubicBezTo>
                    <a:pt x="92" y="51"/>
                    <a:pt x="92" y="51"/>
                    <a:pt x="92" y="51"/>
                  </a:cubicBezTo>
                  <a:cubicBezTo>
                    <a:pt x="91" y="53"/>
                    <a:pt x="91" y="53"/>
                    <a:pt x="91" y="53"/>
                  </a:cubicBezTo>
                  <a:cubicBezTo>
                    <a:pt x="92" y="54"/>
                    <a:pt x="92" y="54"/>
                    <a:pt x="92" y="54"/>
                  </a:cubicBezTo>
                  <a:cubicBezTo>
                    <a:pt x="94" y="53"/>
                    <a:pt x="94" y="53"/>
                    <a:pt x="94" y="53"/>
                  </a:cubicBezTo>
                  <a:cubicBezTo>
                    <a:pt x="94" y="53"/>
                    <a:pt x="96" y="52"/>
                    <a:pt x="97" y="51"/>
                  </a:cubicBezTo>
                  <a:cubicBezTo>
                    <a:pt x="97" y="50"/>
                    <a:pt x="97" y="50"/>
                    <a:pt x="97" y="50"/>
                  </a:cubicBezTo>
                  <a:cubicBezTo>
                    <a:pt x="95" y="48"/>
                    <a:pt x="95" y="48"/>
                    <a:pt x="95" y="48"/>
                  </a:cubicBezTo>
                  <a:cubicBezTo>
                    <a:pt x="98" y="48"/>
                    <a:pt x="99" y="49"/>
                    <a:pt x="99" y="49"/>
                  </a:cubicBezTo>
                  <a:cubicBezTo>
                    <a:pt x="99" y="49"/>
                    <a:pt x="99" y="49"/>
                    <a:pt x="99" y="49"/>
                  </a:cubicBezTo>
                  <a:cubicBezTo>
                    <a:pt x="99" y="48"/>
                    <a:pt x="97" y="46"/>
                    <a:pt x="95" y="43"/>
                  </a:cubicBezTo>
                  <a:cubicBezTo>
                    <a:pt x="95" y="41"/>
                    <a:pt x="95" y="41"/>
                    <a:pt x="95" y="41"/>
                  </a:cubicBezTo>
                  <a:cubicBezTo>
                    <a:pt x="94" y="40"/>
                    <a:pt x="92" y="39"/>
                    <a:pt x="92" y="39"/>
                  </a:cubicBezTo>
                  <a:cubicBezTo>
                    <a:pt x="91" y="39"/>
                    <a:pt x="92" y="35"/>
                    <a:pt x="90" y="33"/>
                  </a:cubicBezTo>
                  <a:cubicBezTo>
                    <a:pt x="87" y="32"/>
                    <a:pt x="87" y="35"/>
                    <a:pt x="87" y="35"/>
                  </a:cubicBezTo>
                  <a:cubicBezTo>
                    <a:pt x="87" y="31"/>
                    <a:pt x="88" y="31"/>
                    <a:pt x="89" y="31"/>
                  </a:cubicBezTo>
                  <a:cubicBezTo>
                    <a:pt x="88" y="30"/>
                    <a:pt x="88" y="30"/>
                    <a:pt x="88" y="30"/>
                  </a:cubicBezTo>
                  <a:cubicBezTo>
                    <a:pt x="88" y="29"/>
                    <a:pt x="88" y="28"/>
                    <a:pt x="88" y="27"/>
                  </a:cubicBezTo>
                  <a:cubicBezTo>
                    <a:pt x="87" y="26"/>
                    <a:pt x="86" y="25"/>
                    <a:pt x="86" y="25"/>
                  </a:cubicBezTo>
                  <a:cubicBezTo>
                    <a:pt x="86" y="25"/>
                    <a:pt x="86" y="25"/>
                    <a:pt x="86" y="25"/>
                  </a:cubicBezTo>
                  <a:cubicBezTo>
                    <a:pt x="86" y="27"/>
                    <a:pt x="86" y="27"/>
                    <a:pt x="86" y="27"/>
                  </a:cubicBezTo>
                  <a:cubicBezTo>
                    <a:pt x="86" y="29"/>
                    <a:pt x="86" y="29"/>
                    <a:pt x="86" y="29"/>
                  </a:cubicBezTo>
                  <a:cubicBezTo>
                    <a:pt x="85" y="29"/>
                    <a:pt x="85" y="29"/>
                    <a:pt x="85" y="29"/>
                  </a:cubicBezTo>
                  <a:cubicBezTo>
                    <a:pt x="85" y="29"/>
                    <a:pt x="85" y="29"/>
                    <a:pt x="85" y="29"/>
                  </a:cubicBezTo>
                  <a:cubicBezTo>
                    <a:pt x="84" y="30"/>
                    <a:pt x="84" y="30"/>
                    <a:pt x="84" y="30"/>
                  </a:cubicBezTo>
                  <a:cubicBezTo>
                    <a:pt x="83" y="30"/>
                    <a:pt x="83" y="30"/>
                    <a:pt x="83" y="30"/>
                  </a:cubicBezTo>
                  <a:cubicBezTo>
                    <a:pt x="84" y="29"/>
                    <a:pt x="84" y="29"/>
                    <a:pt x="84" y="29"/>
                  </a:cubicBezTo>
                  <a:cubicBezTo>
                    <a:pt x="84" y="29"/>
                    <a:pt x="84" y="29"/>
                    <a:pt x="84" y="29"/>
                  </a:cubicBezTo>
                  <a:cubicBezTo>
                    <a:pt x="84" y="28"/>
                    <a:pt x="84" y="28"/>
                    <a:pt x="84" y="28"/>
                  </a:cubicBezTo>
                  <a:cubicBezTo>
                    <a:pt x="85" y="26"/>
                    <a:pt x="85" y="26"/>
                    <a:pt x="85" y="26"/>
                  </a:cubicBezTo>
                  <a:cubicBezTo>
                    <a:pt x="86" y="22"/>
                    <a:pt x="86" y="22"/>
                    <a:pt x="86" y="22"/>
                  </a:cubicBezTo>
                  <a:cubicBezTo>
                    <a:pt x="85" y="19"/>
                    <a:pt x="85" y="19"/>
                    <a:pt x="85" y="19"/>
                  </a:cubicBezTo>
                  <a:cubicBezTo>
                    <a:pt x="84" y="16"/>
                    <a:pt x="84" y="16"/>
                    <a:pt x="84" y="16"/>
                  </a:cubicBezTo>
                  <a:cubicBezTo>
                    <a:pt x="84" y="14"/>
                    <a:pt x="84" y="14"/>
                    <a:pt x="84" y="14"/>
                  </a:cubicBezTo>
                  <a:cubicBezTo>
                    <a:pt x="84" y="14"/>
                    <a:pt x="84" y="14"/>
                    <a:pt x="84" y="14"/>
                  </a:cubicBezTo>
                  <a:cubicBezTo>
                    <a:pt x="84" y="14"/>
                    <a:pt x="84" y="14"/>
                    <a:pt x="84" y="14"/>
                  </a:cubicBezTo>
                  <a:cubicBezTo>
                    <a:pt x="83" y="13"/>
                    <a:pt x="83" y="13"/>
                    <a:pt x="83" y="13"/>
                  </a:cubicBezTo>
                  <a:cubicBezTo>
                    <a:pt x="85" y="12"/>
                    <a:pt x="85" y="14"/>
                    <a:pt x="85" y="14"/>
                  </a:cubicBezTo>
                  <a:cubicBezTo>
                    <a:pt x="85" y="14"/>
                    <a:pt x="85" y="14"/>
                    <a:pt x="85" y="14"/>
                  </a:cubicBezTo>
                  <a:cubicBezTo>
                    <a:pt x="85" y="14"/>
                    <a:pt x="85" y="14"/>
                    <a:pt x="85" y="14"/>
                  </a:cubicBezTo>
                  <a:cubicBezTo>
                    <a:pt x="87" y="16"/>
                    <a:pt x="87" y="16"/>
                    <a:pt x="87" y="16"/>
                  </a:cubicBezTo>
                  <a:cubicBezTo>
                    <a:pt x="87" y="15"/>
                    <a:pt x="87" y="15"/>
                    <a:pt x="87" y="15"/>
                  </a:cubicBezTo>
                  <a:cubicBezTo>
                    <a:pt x="87" y="13"/>
                    <a:pt x="87" y="13"/>
                    <a:pt x="87" y="13"/>
                  </a:cubicBezTo>
                  <a:cubicBezTo>
                    <a:pt x="87" y="13"/>
                    <a:pt x="87" y="13"/>
                    <a:pt x="87" y="13"/>
                  </a:cubicBezTo>
                  <a:cubicBezTo>
                    <a:pt x="88" y="12"/>
                    <a:pt x="87" y="11"/>
                    <a:pt x="87" y="11"/>
                  </a:cubicBezTo>
                  <a:cubicBezTo>
                    <a:pt x="87" y="11"/>
                    <a:pt x="87" y="11"/>
                    <a:pt x="87" y="11"/>
                  </a:cubicBezTo>
                  <a:cubicBezTo>
                    <a:pt x="88" y="11"/>
                    <a:pt x="88" y="13"/>
                    <a:pt x="88" y="13"/>
                  </a:cubicBezTo>
                  <a:cubicBezTo>
                    <a:pt x="89" y="14"/>
                    <a:pt x="89" y="14"/>
                    <a:pt x="89" y="14"/>
                  </a:cubicBezTo>
                  <a:cubicBezTo>
                    <a:pt x="89" y="14"/>
                    <a:pt x="89" y="14"/>
                    <a:pt x="89" y="14"/>
                  </a:cubicBezTo>
                  <a:cubicBezTo>
                    <a:pt x="89" y="14"/>
                    <a:pt x="89" y="14"/>
                    <a:pt x="89" y="14"/>
                  </a:cubicBezTo>
                  <a:cubicBezTo>
                    <a:pt x="89" y="12"/>
                    <a:pt x="89" y="12"/>
                    <a:pt x="89" y="12"/>
                  </a:cubicBezTo>
                  <a:cubicBezTo>
                    <a:pt x="89" y="12"/>
                    <a:pt x="89" y="12"/>
                    <a:pt x="89" y="12"/>
                  </a:cubicBezTo>
                  <a:cubicBezTo>
                    <a:pt x="90" y="13"/>
                    <a:pt x="90" y="14"/>
                    <a:pt x="90" y="14"/>
                  </a:cubicBezTo>
                  <a:cubicBezTo>
                    <a:pt x="90" y="14"/>
                    <a:pt x="90" y="14"/>
                    <a:pt x="90" y="14"/>
                  </a:cubicBezTo>
                  <a:cubicBezTo>
                    <a:pt x="91" y="16"/>
                    <a:pt x="91" y="16"/>
                    <a:pt x="91" y="16"/>
                  </a:cubicBezTo>
                  <a:cubicBezTo>
                    <a:pt x="91" y="16"/>
                    <a:pt x="90" y="17"/>
                    <a:pt x="89" y="18"/>
                  </a:cubicBezTo>
                  <a:cubicBezTo>
                    <a:pt x="89" y="19"/>
                    <a:pt x="89" y="20"/>
                    <a:pt x="88" y="21"/>
                  </a:cubicBezTo>
                  <a:cubicBezTo>
                    <a:pt x="88" y="23"/>
                    <a:pt x="89" y="25"/>
                    <a:pt x="90" y="27"/>
                  </a:cubicBezTo>
                  <a:cubicBezTo>
                    <a:pt x="90" y="28"/>
                    <a:pt x="90" y="28"/>
                    <a:pt x="90" y="28"/>
                  </a:cubicBezTo>
                  <a:cubicBezTo>
                    <a:pt x="90" y="28"/>
                    <a:pt x="90" y="28"/>
                    <a:pt x="90" y="28"/>
                  </a:cubicBezTo>
                  <a:cubicBezTo>
                    <a:pt x="91" y="30"/>
                    <a:pt x="91" y="30"/>
                    <a:pt x="91" y="30"/>
                  </a:cubicBezTo>
                  <a:cubicBezTo>
                    <a:pt x="91" y="28"/>
                    <a:pt x="93" y="27"/>
                    <a:pt x="93" y="27"/>
                  </a:cubicBezTo>
                  <a:cubicBezTo>
                    <a:pt x="93" y="27"/>
                    <a:pt x="93" y="29"/>
                    <a:pt x="93" y="30"/>
                  </a:cubicBezTo>
                  <a:cubicBezTo>
                    <a:pt x="94" y="31"/>
                    <a:pt x="94" y="31"/>
                    <a:pt x="94" y="32"/>
                  </a:cubicBezTo>
                  <a:cubicBezTo>
                    <a:pt x="96" y="35"/>
                    <a:pt x="96" y="35"/>
                    <a:pt x="96" y="35"/>
                  </a:cubicBezTo>
                  <a:cubicBezTo>
                    <a:pt x="96" y="34"/>
                    <a:pt x="97" y="32"/>
                    <a:pt x="98" y="31"/>
                  </a:cubicBezTo>
                  <a:cubicBezTo>
                    <a:pt x="99" y="30"/>
                    <a:pt x="101" y="28"/>
                    <a:pt x="102" y="27"/>
                  </a:cubicBezTo>
                  <a:cubicBezTo>
                    <a:pt x="103" y="26"/>
                    <a:pt x="105" y="25"/>
                    <a:pt x="105" y="24"/>
                  </a:cubicBezTo>
                  <a:cubicBezTo>
                    <a:pt x="105" y="23"/>
                    <a:pt x="105" y="23"/>
                    <a:pt x="105" y="23"/>
                  </a:cubicBezTo>
                  <a:cubicBezTo>
                    <a:pt x="105" y="23"/>
                    <a:pt x="105" y="23"/>
                    <a:pt x="105" y="23"/>
                  </a:cubicBezTo>
                  <a:cubicBezTo>
                    <a:pt x="102" y="23"/>
                    <a:pt x="102" y="23"/>
                    <a:pt x="102" y="23"/>
                  </a:cubicBezTo>
                  <a:cubicBezTo>
                    <a:pt x="102" y="23"/>
                    <a:pt x="101" y="24"/>
                    <a:pt x="100" y="24"/>
                  </a:cubicBezTo>
                  <a:cubicBezTo>
                    <a:pt x="98" y="24"/>
                    <a:pt x="98" y="23"/>
                    <a:pt x="97" y="23"/>
                  </a:cubicBezTo>
                  <a:cubicBezTo>
                    <a:pt x="97" y="22"/>
                    <a:pt x="97" y="22"/>
                    <a:pt x="97" y="22"/>
                  </a:cubicBezTo>
                  <a:cubicBezTo>
                    <a:pt x="99" y="22"/>
                    <a:pt x="99" y="22"/>
                    <a:pt x="99" y="22"/>
                  </a:cubicBezTo>
                  <a:cubicBezTo>
                    <a:pt x="100" y="21"/>
                    <a:pt x="100" y="21"/>
                    <a:pt x="100" y="21"/>
                  </a:cubicBezTo>
                  <a:cubicBezTo>
                    <a:pt x="101" y="20"/>
                    <a:pt x="101" y="20"/>
                    <a:pt x="101" y="20"/>
                  </a:cubicBezTo>
                  <a:cubicBezTo>
                    <a:pt x="99" y="18"/>
                    <a:pt x="99" y="18"/>
                    <a:pt x="99" y="18"/>
                  </a:cubicBezTo>
                  <a:cubicBezTo>
                    <a:pt x="97" y="19"/>
                    <a:pt x="97" y="19"/>
                    <a:pt x="97" y="19"/>
                  </a:cubicBezTo>
                  <a:cubicBezTo>
                    <a:pt x="97" y="19"/>
                    <a:pt x="97" y="16"/>
                    <a:pt x="99" y="16"/>
                  </a:cubicBezTo>
                  <a:cubicBezTo>
                    <a:pt x="102" y="16"/>
                    <a:pt x="102" y="16"/>
                    <a:pt x="102" y="16"/>
                  </a:cubicBezTo>
                  <a:cubicBezTo>
                    <a:pt x="102" y="16"/>
                    <a:pt x="103" y="14"/>
                    <a:pt x="104" y="14"/>
                  </a:cubicBezTo>
                  <a:cubicBezTo>
                    <a:pt x="105" y="14"/>
                    <a:pt x="106" y="14"/>
                    <a:pt x="107" y="14"/>
                  </a:cubicBezTo>
                  <a:cubicBezTo>
                    <a:pt x="108" y="15"/>
                    <a:pt x="108" y="15"/>
                    <a:pt x="108" y="15"/>
                  </a:cubicBezTo>
                  <a:cubicBezTo>
                    <a:pt x="107" y="14"/>
                    <a:pt x="107" y="14"/>
                    <a:pt x="107" y="14"/>
                  </a:cubicBezTo>
                  <a:cubicBezTo>
                    <a:pt x="109" y="14"/>
                    <a:pt x="109" y="14"/>
                    <a:pt x="109" y="14"/>
                  </a:cubicBezTo>
                  <a:cubicBezTo>
                    <a:pt x="110" y="15"/>
                    <a:pt x="110" y="15"/>
                    <a:pt x="110" y="15"/>
                  </a:cubicBezTo>
                  <a:cubicBezTo>
                    <a:pt x="109" y="15"/>
                    <a:pt x="109" y="15"/>
                    <a:pt x="109" y="15"/>
                  </a:cubicBezTo>
                  <a:cubicBezTo>
                    <a:pt x="110" y="15"/>
                    <a:pt x="110" y="15"/>
                    <a:pt x="110" y="15"/>
                  </a:cubicBezTo>
                  <a:cubicBezTo>
                    <a:pt x="111" y="14"/>
                    <a:pt x="111" y="14"/>
                    <a:pt x="111" y="14"/>
                  </a:cubicBezTo>
                  <a:cubicBezTo>
                    <a:pt x="112" y="17"/>
                    <a:pt x="112" y="17"/>
                    <a:pt x="112" y="17"/>
                  </a:cubicBezTo>
                  <a:cubicBezTo>
                    <a:pt x="111" y="17"/>
                    <a:pt x="111" y="17"/>
                    <a:pt x="111" y="17"/>
                  </a:cubicBezTo>
                  <a:cubicBezTo>
                    <a:pt x="111" y="18"/>
                    <a:pt x="113" y="19"/>
                    <a:pt x="113" y="22"/>
                  </a:cubicBezTo>
                  <a:cubicBezTo>
                    <a:pt x="113" y="21"/>
                    <a:pt x="113" y="21"/>
                    <a:pt x="113" y="21"/>
                  </a:cubicBezTo>
                  <a:cubicBezTo>
                    <a:pt x="114" y="20"/>
                    <a:pt x="115" y="17"/>
                    <a:pt x="115" y="17"/>
                  </a:cubicBezTo>
                  <a:cubicBezTo>
                    <a:pt x="116" y="18"/>
                    <a:pt x="116" y="18"/>
                    <a:pt x="116" y="18"/>
                  </a:cubicBezTo>
                  <a:cubicBezTo>
                    <a:pt x="116" y="17"/>
                    <a:pt x="117" y="12"/>
                    <a:pt x="117" y="12"/>
                  </a:cubicBezTo>
                  <a:cubicBezTo>
                    <a:pt x="118" y="12"/>
                    <a:pt x="118" y="13"/>
                    <a:pt x="118" y="13"/>
                  </a:cubicBezTo>
                  <a:cubicBezTo>
                    <a:pt x="119" y="11"/>
                    <a:pt x="118" y="1"/>
                    <a:pt x="118" y="1"/>
                  </a:cubicBezTo>
                  <a:cubicBezTo>
                    <a:pt x="121" y="2"/>
                    <a:pt x="123" y="8"/>
                    <a:pt x="122" y="11"/>
                  </a:cubicBezTo>
                  <a:cubicBezTo>
                    <a:pt x="123" y="11"/>
                    <a:pt x="123" y="11"/>
                    <a:pt x="123" y="11"/>
                  </a:cubicBezTo>
                  <a:cubicBezTo>
                    <a:pt x="123" y="12"/>
                    <a:pt x="123" y="13"/>
                    <a:pt x="123" y="13"/>
                  </a:cubicBezTo>
                  <a:cubicBezTo>
                    <a:pt x="125" y="12"/>
                    <a:pt x="129" y="3"/>
                    <a:pt x="129" y="3"/>
                  </a:cubicBezTo>
                  <a:cubicBezTo>
                    <a:pt x="133" y="7"/>
                    <a:pt x="126" y="17"/>
                    <a:pt x="126" y="17"/>
                  </a:cubicBezTo>
                  <a:cubicBezTo>
                    <a:pt x="127" y="17"/>
                    <a:pt x="130" y="14"/>
                    <a:pt x="130" y="14"/>
                  </a:cubicBezTo>
                  <a:cubicBezTo>
                    <a:pt x="132" y="18"/>
                    <a:pt x="125" y="23"/>
                    <a:pt x="125" y="23"/>
                  </a:cubicBezTo>
                  <a:cubicBezTo>
                    <a:pt x="127" y="22"/>
                    <a:pt x="130" y="22"/>
                    <a:pt x="130" y="22"/>
                  </a:cubicBezTo>
                  <a:cubicBezTo>
                    <a:pt x="130" y="24"/>
                    <a:pt x="126" y="29"/>
                    <a:pt x="125" y="29"/>
                  </a:cubicBezTo>
                  <a:cubicBezTo>
                    <a:pt x="128" y="29"/>
                    <a:pt x="129" y="30"/>
                    <a:pt x="129" y="30"/>
                  </a:cubicBezTo>
                  <a:cubicBezTo>
                    <a:pt x="128" y="33"/>
                    <a:pt x="126" y="34"/>
                    <a:pt x="124" y="35"/>
                  </a:cubicBezTo>
                  <a:cubicBezTo>
                    <a:pt x="126" y="34"/>
                    <a:pt x="126" y="34"/>
                    <a:pt x="126" y="34"/>
                  </a:cubicBezTo>
                  <a:cubicBezTo>
                    <a:pt x="129" y="35"/>
                    <a:pt x="131" y="36"/>
                    <a:pt x="131" y="39"/>
                  </a:cubicBezTo>
                  <a:cubicBezTo>
                    <a:pt x="131" y="42"/>
                    <a:pt x="130" y="43"/>
                    <a:pt x="130" y="44"/>
                  </a:cubicBezTo>
                  <a:cubicBezTo>
                    <a:pt x="130" y="45"/>
                    <a:pt x="130" y="45"/>
                    <a:pt x="131" y="4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5" name="Freeform 35">
              <a:extLst>
                <a:ext uri="{FF2B5EF4-FFF2-40B4-BE49-F238E27FC236}">
                  <a16:creationId xmlns:a16="http://schemas.microsoft.com/office/drawing/2014/main" id="{EFFB6C70-ACAE-4742-BAC7-06DE9623C4D8}"/>
                </a:ext>
              </a:extLst>
            </p:cNvPr>
            <p:cNvSpPr>
              <a:spLocks noEditPoints="1"/>
            </p:cNvSpPr>
            <p:nvPr/>
          </p:nvSpPr>
          <p:spPr bwMode="auto">
            <a:xfrm>
              <a:off x="6200775" y="2614613"/>
              <a:ext cx="103188" cy="122238"/>
            </a:xfrm>
            <a:custGeom>
              <a:avLst/>
              <a:gdLst>
                <a:gd name="T0" fmla="*/ 21 w 48"/>
                <a:gd name="T1" fmla="*/ 19 h 56"/>
                <a:gd name="T2" fmla="*/ 23 w 48"/>
                <a:gd name="T3" fmla="*/ 4 h 56"/>
                <a:gd name="T4" fmla="*/ 19 w 48"/>
                <a:gd name="T5" fmla="*/ 21 h 56"/>
                <a:gd name="T6" fmla="*/ 7 w 48"/>
                <a:gd name="T7" fmla="*/ 22 h 56"/>
                <a:gd name="T8" fmla="*/ 25 w 48"/>
                <a:gd name="T9" fmla="*/ 24 h 56"/>
                <a:gd name="T10" fmla="*/ 42 w 48"/>
                <a:gd name="T11" fmla="*/ 23 h 56"/>
                <a:gd name="T12" fmla="*/ 43 w 48"/>
                <a:gd name="T13" fmla="*/ 23 h 56"/>
                <a:gd name="T14" fmla="*/ 25 w 48"/>
                <a:gd name="T15" fmla="*/ 23 h 56"/>
                <a:gd name="T16" fmla="*/ 31 w 48"/>
                <a:gd name="T17" fmla="*/ 17 h 56"/>
                <a:gd name="T18" fmla="*/ 24 w 48"/>
                <a:gd name="T19" fmla="*/ 22 h 56"/>
                <a:gd name="T20" fmla="*/ 24 w 48"/>
                <a:gd name="T21" fmla="*/ 4 h 56"/>
                <a:gd name="T22" fmla="*/ 24 w 48"/>
                <a:gd name="T23" fmla="*/ 4 h 56"/>
                <a:gd name="T24" fmla="*/ 24 w 48"/>
                <a:gd name="T25" fmla="*/ 22 h 56"/>
                <a:gd name="T26" fmla="*/ 17 w 48"/>
                <a:gd name="T27" fmla="*/ 17 h 56"/>
                <a:gd name="T28" fmla="*/ 23 w 48"/>
                <a:gd name="T29" fmla="*/ 23 h 56"/>
                <a:gd name="T30" fmla="*/ 7 w 48"/>
                <a:gd name="T31" fmla="*/ 23 h 56"/>
                <a:gd name="T32" fmla="*/ 5 w 48"/>
                <a:gd name="T33" fmla="*/ 23 h 56"/>
                <a:gd name="T34" fmla="*/ 6 w 48"/>
                <a:gd name="T35" fmla="*/ 23 h 56"/>
                <a:gd name="T36" fmla="*/ 18 w 48"/>
                <a:gd name="T37" fmla="*/ 28 h 56"/>
                <a:gd name="T38" fmla="*/ 19 w 48"/>
                <a:gd name="T39" fmla="*/ 29 h 56"/>
                <a:gd name="T40" fmla="*/ 24 w 48"/>
                <a:gd name="T41" fmla="*/ 49 h 56"/>
                <a:gd name="T42" fmla="*/ 24 w 48"/>
                <a:gd name="T43" fmla="*/ 50 h 56"/>
                <a:gd name="T44" fmla="*/ 24 w 48"/>
                <a:gd name="T45" fmla="*/ 25 h 56"/>
                <a:gd name="T46" fmla="*/ 29 w 48"/>
                <a:gd name="T47" fmla="*/ 29 h 56"/>
                <a:gd name="T48" fmla="*/ 30 w 48"/>
                <a:gd name="T49" fmla="*/ 28 h 56"/>
                <a:gd name="T50" fmla="*/ 44 w 48"/>
                <a:gd name="T51" fmla="*/ 23 h 56"/>
                <a:gd name="T52" fmla="*/ 26 w 48"/>
                <a:gd name="T53" fmla="*/ 24 h 56"/>
                <a:gd name="T54" fmla="*/ 48 w 48"/>
                <a:gd name="T55" fmla="*/ 23 h 56"/>
                <a:gd name="T56" fmla="*/ 43 w 48"/>
                <a:gd name="T57" fmla="*/ 22 h 56"/>
                <a:gd name="T58" fmla="*/ 44 w 48"/>
                <a:gd name="T59" fmla="*/ 23 h 56"/>
                <a:gd name="T60" fmla="*/ 24 w 48"/>
                <a:gd name="T61" fmla="*/ 50 h 56"/>
                <a:gd name="T62" fmla="*/ 23 w 48"/>
                <a:gd name="T63" fmla="*/ 25 h 56"/>
                <a:gd name="T64" fmla="*/ 24 w 48"/>
                <a:gd name="T65" fmla="*/ 56 h 56"/>
                <a:gd name="T66" fmla="*/ 28 w 48"/>
                <a:gd name="T67" fmla="*/ 29 h 56"/>
                <a:gd name="T68" fmla="*/ 25 w 48"/>
                <a:gd name="T69" fmla="*/ 49 h 56"/>
                <a:gd name="T70" fmla="*/ 6 w 48"/>
                <a:gd name="T71" fmla="*/ 24 h 56"/>
                <a:gd name="T72" fmla="*/ 6 w 48"/>
                <a:gd name="T73" fmla="*/ 22 h 56"/>
                <a:gd name="T74" fmla="*/ 0 w 48"/>
                <a:gd name="T75" fmla="*/ 23 h 56"/>
                <a:gd name="T76" fmla="*/ 22 w 48"/>
                <a:gd name="T77" fmla="*/ 24 h 56"/>
                <a:gd name="T78" fmla="*/ 43 w 48"/>
                <a:gd name="T79" fmla="*/ 22 h 56"/>
                <a:gd name="T80" fmla="*/ 26 w 48"/>
                <a:gd name="T81" fmla="*/ 22 h 56"/>
                <a:gd name="T82" fmla="*/ 25 w 48"/>
                <a:gd name="T83" fmla="*/ 4 h 56"/>
                <a:gd name="T84" fmla="*/ 25 w 48"/>
                <a:gd name="T85" fmla="*/ 21 h 56"/>
                <a:gd name="T86" fmla="*/ 24 w 48"/>
                <a:gd name="T87" fmla="*/ 0 h 56"/>
                <a:gd name="T88" fmla="*/ 23 w 48"/>
                <a:gd name="T89" fmla="*/ 4 h 56"/>
                <a:gd name="T90" fmla="*/ 24 w 48"/>
                <a:gd name="T91" fmla="*/ 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8" h="56">
                  <a:moveTo>
                    <a:pt x="23" y="4"/>
                  </a:moveTo>
                  <a:cubicBezTo>
                    <a:pt x="21" y="19"/>
                    <a:pt x="21" y="19"/>
                    <a:pt x="21" y="19"/>
                  </a:cubicBezTo>
                  <a:cubicBezTo>
                    <a:pt x="23" y="21"/>
                    <a:pt x="23" y="21"/>
                    <a:pt x="23" y="21"/>
                  </a:cubicBezTo>
                  <a:lnTo>
                    <a:pt x="23" y="4"/>
                  </a:lnTo>
                  <a:close/>
                  <a:moveTo>
                    <a:pt x="22" y="22"/>
                  </a:moveTo>
                  <a:cubicBezTo>
                    <a:pt x="19" y="21"/>
                    <a:pt x="19" y="21"/>
                    <a:pt x="19" y="21"/>
                  </a:cubicBezTo>
                  <a:cubicBezTo>
                    <a:pt x="7" y="22"/>
                    <a:pt x="7" y="22"/>
                    <a:pt x="7" y="22"/>
                  </a:cubicBezTo>
                  <a:cubicBezTo>
                    <a:pt x="7" y="22"/>
                    <a:pt x="7" y="22"/>
                    <a:pt x="7" y="22"/>
                  </a:cubicBezTo>
                  <a:cubicBezTo>
                    <a:pt x="10" y="22"/>
                    <a:pt x="19" y="22"/>
                    <a:pt x="22" y="22"/>
                  </a:cubicBezTo>
                  <a:moveTo>
                    <a:pt x="25" y="24"/>
                  </a:moveTo>
                  <a:cubicBezTo>
                    <a:pt x="26" y="24"/>
                    <a:pt x="26" y="24"/>
                    <a:pt x="26" y="24"/>
                  </a:cubicBezTo>
                  <a:cubicBezTo>
                    <a:pt x="26" y="24"/>
                    <a:pt x="40" y="23"/>
                    <a:pt x="42" y="23"/>
                  </a:cubicBezTo>
                  <a:cubicBezTo>
                    <a:pt x="43" y="23"/>
                    <a:pt x="43" y="23"/>
                    <a:pt x="43" y="23"/>
                  </a:cubicBezTo>
                  <a:cubicBezTo>
                    <a:pt x="43" y="23"/>
                    <a:pt x="43" y="23"/>
                    <a:pt x="43" y="23"/>
                  </a:cubicBezTo>
                  <a:cubicBezTo>
                    <a:pt x="43" y="23"/>
                    <a:pt x="43" y="23"/>
                    <a:pt x="43" y="23"/>
                  </a:cubicBezTo>
                  <a:cubicBezTo>
                    <a:pt x="25" y="23"/>
                    <a:pt x="25" y="23"/>
                    <a:pt x="25" y="23"/>
                  </a:cubicBezTo>
                  <a:cubicBezTo>
                    <a:pt x="30" y="18"/>
                    <a:pt x="30" y="18"/>
                    <a:pt x="30" y="18"/>
                  </a:cubicBezTo>
                  <a:cubicBezTo>
                    <a:pt x="31" y="17"/>
                    <a:pt x="31" y="17"/>
                    <a:pt x="31" y="17"/>
                  </a:cubicBezTo>
                  <a:cubicBezTo>
                    <a:pt x="29" y="17"/>
                    <a:pt x="29" y="17"/>
                    <a:pt x="29" y="17"/>
                  </a:cubicBezTo>
                  <a:cubicBezTo>
                    <a:pt x="24" y="22"/>
                    <a:pt x="24" y="22"/>
                    <a:pt x="24" y="22"/>
                  </a:cubicBezTo>
                  <a:cubicBezTo>
                    <a:pt x="24" y="22"/>
                    <a:pt x="24" y="22"/>
                    <a:pt x="24" y="22"/>
                  </a:cubicBezTo>
                  <a:cubicBezTo>
                    <a:pt x="24" y="4"/>
                    <a:pt x="24" y="4"/>
                    <a:pt x="24" y="4"/>
                  </a:cubicBezTo>
                  <a:cubicBezTo>
                    <a:pt x="24" y="4"/>
                    <a:pt x="24" y="4"/>
                    <a:pt x="24" y="4"/>
                  </a:cubicBezTo>
                  <a:cubicBezTo>
                    <a:pt x="24" y="4"/>
                    <a:pt x="24" y="4"/>
                    <a:pt x="24" y="4"/>
                  </a:cubicBezTo>
                  <a:cubicBezTo>
                    <a:pt x="24" y="4"/>
                    <a:pt x="24" y="4"/>
                    <a:pt x="24" y="4"/>
                  </a:cubicBezTo>
                  <a:cubicBezTo>
                    <a:pt x="24" y="22"/>
                    <a:pt x="24" y="22"/>
                    <a:pt x="24" y="22"/>
                  </a:cubicBezTo>
                  <a:cubicBezTo>
                    <a:pt x="19" y="18"/>
                    <a:pt x="19" y="18"/>
                    <a:pt x="19" y="18"/>
                  </a:cubicBezTo>
                  <a:cubicBezTo>
                    <a:pt x="17" y="17"/>
                    <a:pt x="17" y="17"/>
                    <a:pt x="17" y="17"/>
                  </a:cubicBezTo>
                  <a:cubicBezTo>
                    <a:pt x="18" y="18"/>
                    <a:pt x="18" y="18"/>
                    <a:pt x="18" y="18"/>
                  </a:cubicBezTo>
                  <a:cubicBezTo>
                    <a:pt x="23" y="23"/>
                    <a:pt x="23" y="23"/>
                    <a:pt x="23" y="23"/>
                  </a:cubicBezTo>
                  <a:cubicBezTo>
                    <a:pt x="22" y="23"/>
                    <a:pt x="22" y="23"/>
                    <a:pt x="22" y="23"/>
                  </a:cubicBezTo>
                  <a:cubicBezTo>
                    <a:pt x="22" y="23"/>
                    <a:pt x="10" y="23"/>
                    <a:pt x="7" y="23"/>
                  </a:cubicBezTo>
                  <a:cubicBezTo>
                    <a:pt x="6" y="23"/>
                    <a:pt x="6" y="23"/>
                    <a:pt x="6" y="23"/>
                  </a:cubicBezTo>
                  <a:cubicBezTo>
                    <a:pt x="5" y="23"/>
                    <a:pt x="5" y="23"/>
                    <a:pt x="5" y="23"/>
                  </a:cubicBezTo>
                  <a:cubicBezTo>
                    <a:pt x="6" y="23"/>
                    <a:pt x="6" y="23"/>
                    <a:pt x="6" y="23"/>
                  </a:cubicBezTo>
                  <a:cubicBezTo>
                    <a:pt x="6" y="23"/>
                    <a:pt x="6" y="23"/>
                    <a:pt x="6" y="23"/>
                  </a:cubicBezTo>
                  <a:cubicBezTo>
                    <a:pt x="23" y="23"/>
                    <a:pt x="23" y="23"/>
                    <a:pt x="23" y="23"/>
                  </a:cubicBezTo>
                  <a:cubicBezTo>
                    <a:pt x="18" y="28"/>
                    <a:pt x="18" y="28"/>
                    <a:pt x="18" y="28"/>
                  </a:cubicBezTo>
                  <a:cubicBezTo>
                    <a:pt x="17" y="30"/>
                    <a:pt x="17" y="30"/>
                    <a:pt x="17" y="30"/>
                  </a:cubicBezTo>
                  <a:cubicBezTo>
                    <a:pt x="19" y="29"/>
                    <a:pt x="19" y="29"/>
                    <a:pt x="19" y="29"/>
                  </a:cubicBezTo>
                  <a:cubicBezTo>
                    <a:pt x="24" y="24"/>
                    <a:pt x="24" y="24"/>
                    <a:pt x="24" y="24"/>
                  </a:cubicBezTo>
                  <a:cubicBezTo>
                    <a:pt x="24" y="49"/>
                    <a:pt x="24" y="49"/>
                    <a:pt x="24" y="49"/>
                  </a:cubicBezTo>
                  <a:cubicBezTo>
                    <a:pt x="24" y="50"/>
                    <a:pt x="24" y="50"/>
                    <a:pt x="24" y="50"/>
                  </a:cubicBezTo>
                  <a:cubicBezTo>
                    <a:pt x="24" y="50"/>
                    <a:pt x="24" y="50"/>
                    <a:pt x="24" y="50"/>
                  </a:cubicBezTo>
                  <a:cubicBezTo>
                    <a:pt x="24" y="49"/>
                    <a:pt x="24" y="49"/>
                    <a:pt x="24" y="49"/>
                  </a:cubicBezTo>
                  <a:cubicBezTo>
                    <a:pt x="24" y="25"/>
                    <a:pt x="24" y="25"/>
                    <a:pt x="24" y="25"/>
                  </a:cubicBezTo>
                  <a:cubicBezTo>
                    <a:pt x="24" y="24"/>
                    <a:pt x="24" y="24"/>
                    <a:pt x="24" y="24"/>
                  </a:cubicBezTo>
                  <a:cubicBezTo>
                    <a:pt x="29" y="29"/>
                    <a:pt x="29" y="29"/>
                    <a:pt x="29" y="29"/>
                  </a:cubicBezTo>
                  <a:cubicBezTo>
                    <a:pt x="30" y="30"/>
                    <a:pt x="30" y="30"/>
                    <a:pt x="30" y="30"/>
                  </a:cubicBezTo>
                  <a:cubicBezTo>
                    <a:pt x="30" y="28"/>
                    <a:pt x="30" y="28"/>
                    <a:pt x="30" y="28"/>
                  </a:cubicBezTo>
                  <a:lnTo>
                    <a:pt x="25" y="24"/>
                  </a:lnTo>
                  <a:close/>
                  <a:moveTo>
                    <a:pt x="44" y="23"/>
                  </a:moveTo>
                  <a:cubicBezTo>
                    <a:pt x="42" y="24"/>
                    <a:pt x="42" y="24"/>
                    <a:pt x="42" y="24"/>
                  </a:cubicBezTo>
                  <a:cubicBezTo>
                    <a:pt x="41" y="24"/>
                    <a:pt x="29" y="24"/>
                    <a:pt x="26" y="24"/>
                  </a:cubicBezTo>
                  <a:cubicBezTo>
                    <a:pt x="28" y="26"/>
                    <a:pt x="28" y="26"/>
                    <a:pt x="28" y="26"/>
                  </a:cubicBezTo>
                  <a:cubicBezTo>
                    <a:pt x="48" y="23"/>
                    <a:pt x="48" y="23"/>
                    <a:pt x="48" y="23"/>
                  </a:cubicBezTo>
                  <a:cubicBezTo>
                    <a:pt x="48" y="23"/>
                    <a:pt x="48" y="23"/>
                    <a:pt x="48" y="23"/>
                  </a:cubicBezTo>
                  <a:cubicBezTo>
                    <a:pt x="43" y="22"/>
                    <a:pt x="43" y="22"/>
                    <a:pt x="43" y="22"/>
                  </a:cubicBezTo>
                  <a:cubicBezTo>
                    <a:pt x="43" y="22"/>
                    <a:pt x="43" y="22"/>
                    <a:pt x="43" y="22"/>
                  </a:cubicBezTo>
                  <a:lnTo>
                    <a:pt x="44" y="23"/>
                  </a:lnTo>
                  <a:close/>
                  <a:moveTo>
                    <a:pt x="25" y="49"/>
                  </a:moveTo>
                  <a:cubicBezTo>
                    <a:pt x="25" y="50"/>
                    <a:pt x="25" y="50"/>
                    <a:pt x="24" y="50"/>
                  </a:cubicBezTo>
                  <a:cubicBezTo>
                    <a:pt x="23" y="49"/>
                    <a:pt x="23" y="49"/>
                    <a:pt x="23" y="49"/>
                  </a:cubicBezTo>
                  <a:cubicBezTo>
                    <a:pt x="23" y="25"/>
                    <a:pt x="23" y="25"/>
                    <a:pt x="23" y="25"/>
                  </a:cubicBezTo>
                  <a:cubicBezTo>
                    <a:pt x="20" y="28"/>
                    <a:pt x="20" y="28"/>
                    <a:pt x="20" y="28"/>
                  </a:cubicBezTo>
                  <a:cubicBezTo>
                    <a:pt x="24" y="56"/>
                    <a:pt x="24" y="56"/>
                    <a:pt x="24" y="56"/>
                  </a:cubicBezTo>
                  <a:cubicBezTo>
                    <a:pt x="24" y="56"/>
                    <a:pt x="24" y="56"/>
                    <a:pt x="24" y="56"/>
                  </a:cubicBezTo>
                  <a:cubicBezTo>
                    <a:pt x="28" y="29"/>
                    <a:pt x="28" y="29"/>
                    <a:pt x="28" y="29"/>
                  </a:cubicBezTo>
                  <a:cubicBezTo>
                    <a:pt x="25" y="25"/>
                    <a:pt x="25" y="25"/>
                    <a:pt x="25" y="25"/>
                  </a:cubicBezTo>
                  <a:lnTo>
                    <a:pt x="25" y="49"/>
                  </a:lnTo>
                  <a:close/>
                  <a:moveTo>
                    <a:pt x="22" y="24"/>
                  </a:moveTo>
                  <a:cubicBezTo>
                    <a:pt x="6" y="24"/>
                    <a:pt x="6" y="24"/>
                    <a:pt x="6" y="24"/>
                  </a:cubicBezTo>
                  <a:cubicBezTo>
                    <a:pt x="6" y="24"/>
                    <a:pt x="5" y="24"/>
                    <a:pt x="5" y="23"/>
                  </a:cubicBezTo>
                  <a:cubicBezTo>
                    <a:pt x="6" y="22"/>
                    <a:pt x="6" y="22"/>
                    <a:pt x="6" y="22"/>
                  </a:cubicBezTo>
                  <a:cubicBezTo>
                    <a:pt x="0" y="23"/>
                    <a:pt x="0" y="23"/>
                    <a:pt x="0" y="23"/>
                  </a:cubicBezTo>
                  <a:cubicBezTo>
                    <a:pt x="0" y="23"/>
                    <a:pt x="0" y="23"/>
                    <a:pt x="0" y="23"/>
                  </a:cubicBezTo>
                  <a:cubicBezTo>
                    <a:pt x="19" y="26"/>
                    <a:pt x="19" y="26"/>
                    <a:pt x="19" y="26"/>
                  </a:cubicBezTo>
                  <a:lnTo>
                    <a:pt x="22" y="24"/>
                  </a:lnTo>
                  <a:close/>
                  <a:moveTo>
                    <a:pt x="26" y="22"/>
                  </a:moveTo>
                  <a:cubicBezTo>
                    <a:pt x="43" y="22"/>
                    <a:pt x="43" y="22"/>
                    <a:pt x="43" y="22"/>
                  </a:cubicBezTo>
                  <a:cubicBezTo>
                    <a:pt x="28" y="20"/>
                    <a:pt x="28" y="20"/>
                    <a:pt x="28" y="20"/>
                  </a:cubicBezTo>
                  <a:lnTo>
                    <a:pt x="26" y="22"/>
                  </a:lnTo>
                  <a:close/>
                  <a:moveTo>
                    <a:pt x="24" y="4"/>
                  </a:moveTo>
                  <a:cubicBezTo>
                    <a:pt x="25" y="4"/>
                    <a:pt x="25" y="4"/>
                    <a:pt x="25" y="4"/>
                  </a:cubicBezTo>
                  <a:cubicBezTo>
                    <a:pt x="25" y="4"/>
                    <a:pt x="25" y="4"/>
                    <a:pt x="25" y="4"/>
                  </a:cubicBezTo>
                  <a:cubicBezTo>
                    <a:pt x="25" y="21"/>
                    <a:pt x="25" y="21"/>
                    <a:pt x="25" y="21"/>
                  </a:cubicBezTo>
                  <a:cubicBezTo>
                    <a:pt x="28" y="18"/>
                    <a:pt x="28" y="18"/>
                    <a:pt x="28" y="18"/>
                  </a:cubicBezTo>
                  <a:cubicBezTo>
                    <a:pt x="24" y="0"/>
                    <a:pt x="24" y="0"/>
                    <a:pt x="24" y="0"/>
                  </a:cubicBezTo>
                  <a:cubicBezTo>
                    <a:pt x="24" y="0"/>
                    <a:pt x="24" y="0"/>
                    <a:pt x="24" y="0"/>
                  </a:cubicBezTo>
                  <a:cubicBezTo>
                    <a:pt x="23" y="4"/>
                    <a:pt x="23" y="4"/>
                    <a:pt x="23" y="4"/>
                  </a:cubicBezTo>
                  <a:cubicBezTo>
                    <a:pt x="23" y="4"/>
                    <a:pt x="23" y="4"/>
                    <a:pt x="23" y="4"/>
                  </a:cubicBezTo>
                  <a:lnTo>
                    <a:pt x="2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6" name="Freeform 36">
              <a:extLst>
                <a:ext uri="{FF2B5EF4-FFF2-40B4-BE49-F238E27FC236}">
                  <a16:creationId xmlns:a16="http://schemas.microsoft.com/office/drawing/2014/main" id="{3CA208A8-7A39-4234-8EA6-B62FD2A5F82D}"/>
                </a:ext>
              </a:extLst>
            </p:cNvPr>
            <p:cNvSpPr>
              <a:spLocks noEditPoints="1"/>
            </p:cNvSpPr>
            <p:nvPr/>
          </p:nvSpPr>
          <p:spPr bwMode="auto">
            <a:xfrm>
              <a:off x="6197600" y="2746375"/>
              <a:ext cx="107950" cy="98425"/>
            </a:xfrm>
            <a:custGeom>
              <a:avLst/>
              <a:gdLst>
                <a:gd name="T0" fmla="*/ 14 w 50"/>
                <a:gd name="T1" fmla="*/ 20 h 45"/>
                <a:gd name="T2" fmla="*/ 15 w 50"/>
                <a:gd name="T3" fmla="*/ 11 h 45"/>
                <a:gd name="T4" fmla="*/ 13 w 50"/>
                <a:gd name="T5" fmla="*/ 27 h 45"/>
                <a:gd name="T6" fmla="*/ 22 w 50"/>
                <a:gd name="T7" fmla="*/ 14 h 45"/>
                <a:gd name="T8" fmla="*/ 37 w 50"/>
                <a:gd name="T9" fmla="*/ 24 h 45"/>
                <a:gd name="T10" fmla="*/ 25 w 50"/>
                <a:gd name="T11" fmla="*/ 24 h 45"/>
                <a:gd name="T12" fmla="*/ 43 w 50"/>
                <a:gd name="T13" fmla="*/ 31 h 45"/>
                <a:gd name="T14" fmla="*/ 25 w 50"/>
                <a:gd name="T15" fmla="*/ 22 h 45"/>
                <a:gd name="T16" fmla="*/ 38 w 50"/>
                <a:gd name="T17" fmla="*/ 3 h 45"/>
                <a:gd name="T18" fmla="*/ 19 w 50"/>
                <a:gd name="T19" fmla="*/ 3 h 45"/>
                <a:gd name="T20" fmla="*/ 40 w 50"/>
                <a:gd name="T21" fmla="*/ 0 h 45"/>
                <a:gd name="T22" fmla="*/ 43 w 50"/>
                <a:gd name="T23" fmla="*/ 39 h 45"/>
                <a:gd name="T24" fmla="*/ 46 w 50"/>
                <a:gd name="T25" fmla="*/ 41 h 45"/>
                <a:gd name="T26" fmla="*/ 47 w 50"/>
                <a:gd name="T27" fmla="*/ 44 h 45"/>
                <a:gd name="T28" fmla="*/ 7 w 50"/>
                <a:gd name="T29" fmla="*/ 39 h 45"/>
                <a:gd name="T30" fmla="*/ 10 w 50"/>
                <a:gd name="T31" fmla="*/ 41 h 45"/>
                <a:gd name="T32" fmla="*/ 14 w 50"/>
                <a:gd name="T33" fmla="*/ 41 h 45"/>
                <a:gd name="T34" fmla="*/ 17 w 50"/>
                <a:gd name="T35" fmla="*/ 43 h 45"/>
                <a:gd name="T36" fmla="*/ 20 w 50"/>
                <a:gd name="T37" fmla="*/ 42 h 45"/>
                <a:gd name="T38" fmla="*/ 18 w 50"/>
                <a:gd name="T39" fmla="*/ 38 h 45"/>
                <a:gd name="T40" fmla="*/ 10 w 50"/>
                <a:gd name="T41" fmla="*/ 38 h 45"/>
                <a:gd name="T42" fmla="*/ 5 w 50"/>
                <a:gd name="T43" fmla="*/ 37 h 45"/>
                <a:gd name="T44" fmla="*/ 32 w 50"/>
                <a:gd name="T45" fmla="*/ 10 h 45"/>
                <a:gd name="T46" fmla="*/ 26 w 50"/>
                <a:gd name="T47" fmla="*/ 17 h 45"/>
                <a:gd name="T48" fmla="*/ 37 w 50"/>
                <a:gd name="T49" fmla="*/ 17 h 45"/>
                <a:gd name="T50" fmla="*/ 33 w 50"/>
                <a:gd name="T51" fmla="*/ 21 h 45"/>
                <a:gd name="T52" fmla="*/ 42 w 50"/>
                <a:gd name="T53" fmla="*/ 43 h 45"/>
                <a:gd name="T54" fmla="*/ 42 w 50"/>
                <a:gd name="T55" fmla="*/ 42 h 45"/>
                <a:gd name="T56" fmla="*/ 38 w 50"/>
                <a:gd name="T57" fmla="*/ 27 h 45"/>
                <a:gd name="T58" fmla="*/ 12 w 50"/>
                <a:gd name="T59" fmla="*/ 24 h 45"/>
                <a:gd name="T60" fmla="*/ 10 w 50"/>
                <a:gd name="T61" fmla="*/ 37 h 45"/>
                <a:gd name="T62" fmla="*/ 18 w 50"/>
                <a:gd name="T63" fmla="*/ 38 h 45"/>
                <a:gd name="T64" fmla="*/ 32 w 50"/>
                <a:gd name="T65" fmla="*/ 38 h 45"/>
                <a:gd name="T66" fmla="*/ 45 w 50"/>
                <a:gd name="T67" fmla="*/ 38 h 45"/>
                <a:gd name="T68" fmla="*/ 43 w 50"/>
                <a:gd name="T69" fmla="*/ 40 h 45"/>
                <a:gd name="T70" fmla="*/ 38 w 50"/>
                <a:gd name="T71" fmla="*/ 39 h 45"/>
                <a:gd name="T72" fmla="*/ 40 w 50"/>
                <a:gd name="T73" fmla="*/ 42 h 45"/>
                <a:gd name="T74" fmla="*/ 42 w 50"/>
                <a:gd name="T75" fmla="*/ 41 h 45"/>
                <a:gd name="T76" fmla="*/ 31 w 50"/>
                <a:gd name="T77" fmla="*/ 40 h 45"/>
                <a:gd name="T78" fmla="*/ 28 w 50"/>
                <a:gd name="T79" fmla="*/ 39 h 45"/>
                <a:gd name="T80" fmla="*/ 23 w 50"/>
                <a:gd name="T81" fmla="*/ 40 h 45"/>
                <a:gd name="T82" fmla="*/ 20 w 50"/>
                <a:gd name="T83" fmla="*/ 41 h 45"/>
                <a:gd name="T84" fmla="*/ 44 w 50"/>
                <a:gd name="T85" fmla="*/ 42 h 45"/>
                <a:gd name="T86" fmla="*/ 41 w 50"/>
                <a:gd name="T87" fmla="*/ 43 h 45"/>
                <a:gd name="T88" fmla="*/ 34 w 50"/>
                <a:gd name="T89" fmla="*/ 43 h 45"/>
                <a:gd name="T90" fmla="*/ 27 w 50"/>
                <a:gd name="T91" fmla="*/ 43 h 45"/>
                <a:gd name="T92" fmla="*/ 46 w 50"/>
                <a:gd name="T93" fmla="*/ 44 h 45"/>
                <a:gd name="T94" fmla="*/ 18 w 50"/>
                <a:gd name="T95" fmla="*/ 44 h 45"/>
                <a:gd name="T96" fmla="*/ 14 w 50"/>
                <a:gd name="T97" fmla="*/ 42 h 45"/>
                <a:gd name="T98" fmla="*/ 11 w 50"/>
                <a:gd name="T99" fmla="*/ 42 h 45"/>
                <a:gd name="T100" fmla="*/ 1 w 50"/>
                <a:gd name="T101" fmla="*/ 44 h 45"/>
                <a:gd name="T102" fmla="*/ 19 w 50"/>
                <a:gd name="T103" fmla="*/ 45 h 45"/>
                <a:gd name="T104" fmla="*/ 38 w 50"/>
                <a:gd name="T105" fmla="*/ 40 h 45"/>
                <a:gd name="T106" fmla="*/ 35 w 50"/>
                <a:gd name="T107" fmla="*/ 40 h 45"/>
                <a:gd name="T108" fmla="*/ 17 w 50"/>
                <a:gd name="T109" fmla="*/ 24 h 45"/>
                <a:gd name="T110" fmla="*/ 36 w 50"/>
                <a:gd name="T111" fmla="*/ 11 h 45"/>
                <a:gd name="T112" fmla="*/ 41 w 50"/>
                <a:gd name="T113" fmla="*/ 24 h 45"/>
                <a:gd name="T114" fmla="*/ 13 w 50"/>
                <a:gd name="T115" fmla="*/ 17 h 45"/>
                <a:gd name="T116" fmla="*/ 11 w 50"/>
                <a:gd name="T117" fmla="*/ 14 h 45"/>
                <a:gd name="T118" fmla="*/ 38 w 50"/>
                <a:gd name="T119" fmla="*/ 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45">
                  <a:moveTo>
                    <a:pt x="20" y="24"/>
                  </a:moveTo>
                  <a:cubicBezTo>
                    <a:pt x="21" y="23"/>
                    <a:pt x="22" y="22"/>
                    <a:pt x="25" y="22"/>
                  </a:cubicBezTo>
                  <a:cubicBezTo>
                    <a:pt x="25" y="21"/>
                    <a:pt x="25" y="21"/>
                    <a:pt x="25" y="21"/>
                  </a:cubicBezTo>
                  <a:cubicBezTo>
                    <a:pt x="17" y="21"/>
                    <a:pt x="17" y="21"/>
                    <a:pt x="17" y="21"/>
                  </a:cubicBezTo>
                  <a:cubicBezTo>
                    <a:pt x="17" y="24"/>
                    <a:pt x="17" y="24"/>
                    <a:pt x="17" y="24"/>
                  </a:cubicBezTo>
                  <a:cubicBezTo>
                    <a:pt x="20" y="24"/>
                    <a:pt x="20" y="24"/>
                    <a:pt x="20" y="24"/>
                  </a:cubicBezTo>
                  <a:close/>
                  <a:moveTo>
                    <a:pt x="21" y="17"/>
                  </a:moveTo>
                  <a:cubicBezTo>
                    <a:pt x="14" y="17"/>
                    <a:pt x="14" y="17"/>
                    <a:pt x="14" y="17"/>
                  </a:cubicBezTo>
                  <a:cubicBezTo>
                    <a:pt x="14" y="20"/>
                    <a:pt x="14" y="20"/>
                    <a:pt x="14" y="20"/>
                  </a:cubicBezTo>
                  <a:cubicBezTo>
                    <a:pt x="21" y="20"/>
                    <a:pt x="21" y="20"/>
                    <a:pt x="21" y="20"/>
                  </a:cubicBezTo>
                  <a:lnTo>
                    <a:pt x="21" y="17"/>
                  </a:lnTo>
                  <a:close/>
                  <a:moveTo>
                    <a:pt x="25" y="15"/>
                  </a:moveTo>
                  <a:cubicBezTo>
                    <a:pt x="18" y="15"/>
                    <a:pt x="18" y="15"/>
                    <a:pt x="18" y="15"/>
                  </a:cubicBezTo>
                  <a:cubicBezTo>
                    <a:pt x="18" y="17"/>
                    <a:pt x="18" y="17"/>
                    <a:pt x="18" y="17"/>
                  </a:cubicBezTo>
                  <a:cubicBezTo>
                    <a:pt x="25" y="17"/>
                    <a:pt x="25" y="17"/>
                    <a:pt x="25" y="17"/>
                  </a:cubicBezTo>
                  <a:lnTo>
                    <a:pt x="25" y="15"/>
                  </a:lnTo>
                  <a:close/>
                  <a:moveTo>
                    <a:pt x="21" y="11"/>
                  </a:moveTo>
                  <a:cubicBezTo>
                    <a:pt x="15" y="11"/>
                    <a:pt x="15" y="11"/>
                    <a:pt x="15" y="11"/>
                  </a:cubicBezTo>
                  <a:cubicBezTo>
                    <a:pt x="15" y="14"/>
                    <a:pt x="15" y="14"/>
                    <a:pt x="15" y="14"/>
                  </a:cubicBezTo>
                  <a:cubicBezTo>
                    <a:pt x="21" y="14"/>
                    <a:pt x="21" y="14"/>
                    <a:pt x="21" y="14"/>
                  </a:cubicBezTo>
                  <a:lnTo>
                    <a:pt x="21" y="11"/>
                  </a:lnTo>
                  <a:close/>
                  <a:moveTo>
                    <a:pt x="13" y="27"/>
                  </a:moveTo>
                  <a:cubicBezTo>
                    <a:pt x="19" y="27"/>
                    <a:pt x="19" y="27"/>
                    <a:pt x="19" y="27"/>
                  </a:cubicBezTo>
                  <a:cubicBezTo>
                    <a:pt x="20" y="24"/>
                    <a:pt x="20" y="24"/>
                    <a:pt x="20" y="24"/>
                  </a:cubicBezTo>
                  <a:cubicBezTo>
                    <a:pt x="20" y="24"/>
                    <a:pt x="20" y="24"/>
                    <a:pt x="20" y="24"/>
                  </a:cubicBezTo>
                  <a:cubicBezTo>
                    <a:pt x="13" y="24"/>
                    <a:pt x="13" y="24"/>
                    <a:pt x="13" y="24"/>
                  </a:cubicBezTo>
                  <a:lnTo>
                    <a:pt x="13" y="27"/>
                  </a:lnTo>
                  <a:close/>
                  <a:moveTo>
                    <a:pt x="30" y="30"/>
                  </a:moveTo>
                  <a:cubicBezTo>
                    <a:pt x="34" y="30"/>
                    <a:pt x="34" y="30"/>
                    <a:pt x="34" y="30"/>
                  </a:cubicBezTo>
                  <a:cubicBezTo>
                    <a:pt x="34" y="27"/>
                    <a:pt x="34" y="27"/>
                    <a:pt x="34" y="27"/>
                  </a:cubicBezTo>
                  <a:cubicBezTo>
                    <a:pt x="32" y="27"/>
                    <a:pt x="32" y="27"/>
                    <a:pt x="32" y="27"/>
                  </a:cubicBezTo>
                  <a:cubicBezTo>
                    <a:pt x="32" y="29"/>
                    <a:pt x="32" y="29"/>
                    <a:pt x="32" y="29"/>
                  </a:cubicBezTo>
                  <a:cubicBezTo>
                    <a:pt x="32" y="29"/>
                    <a:pt x="32" y="29"/>
                    <a:pt x="32" y="29"/>
                  </a:cubicBezTo>
                  <a:cubicBezTo>
                    <a:pt x="30" y="29"/>
                    <a:pt x="30" y="29"/>
                    <a:pt x="30" y="29"/>
                  </a:cubicBezTo>
                  <a:lnTo>
                    <a:pt x="30" y="30"/>
                  </a:lnTo>
                  <a:close/>
                  <a:moveTo>
                    <a:pt x="22" y="14"/>
                  </a:moveTo>
                  <a:cubicBezTo>
                    <a:pt x="28" y="14"/>
                    <a:pt x="28" y="14"/>
                    <a:pt x="28" y="14"/>
                  </a:cubicBezTo>
                  <a:cubicBezTo>
                    <a:pt x="28" y="11"/>
                    <a:pt x="28" y="11"/>
                    <a:pt x="28" y="11"/>
                  </a:cubicBezTo>
                  <a:cubicBezTo>
                    <a:pt x="22" y="11"/>
                    <a:pt x="22" y="11"/>
                    <a:pt x="22" y="11"/>
                  </a:cubicBezTo>
                  <a:lnTo>
                    <a:pt x="22" y="14"/>
                  </a:lnTo>
                  <a:close/>
                  <a:moveTo>
                    <a:pt x="37" y="24"/>
                  </a:moveTo>
                  <a:cubicBezTo>
                    <a:pt x="31" y="24"/>
                    <a:pt x="31" y="24"/>
                    <a:pt x="31" y="24"/>
                  </a:cubicBezTo>
                  <a:cubicBezTo>
                    <a:pt x="32" y="27"/>
                    <a:pt x="32" y="27"/>
                    <a:pt x="32" y="27"/>
                  </a:cubicBezTo>
                  <a:cubicBezTo>
                    <a:pt x="37" y="27"/>
                    <a:pt x="37" y="27"/>
                    <a:pt x="37" y="27"/>
                  </a:cubicBezTo>
                  <a:lnTo>
                    <a:pt x="37" y="24"/>
                  </a:lnTo>
                  <a:close/>
                  <a:moveTo>
                    <a:pt x="20" y="29"/>
                  </a:moveTo>
                  <a:cubicBezTo>
                    <a:pt x="18" y="29"/>
                    <a:pt x="18" y="29"/>
                    <a:pt x="18" y="29"/>
                  </a:cubicBezTo>
                  <a:cubicBezTo>
                    <a:pt x="18" y="29"/>
                    <a:pt x="18" y="29"/>
                    <a:pt x="18" y="29"/>
                  </a:cubicBezTo>
                  <a:cubicBezTo>
                    <a:pt x="18" y="27"/>
                    <a:pt x="18" y="27"/>
                    <a:pt x="18" y="27"/>
                  </a:cubicBezTo>
                  <a:cubicBezTo>
                    <a:pt x="17" y="27"/>
                    <a:pt x="17" y="27"/>
                    <a:pt x="17" y="27"/>
                  </a:cubicBezTo>
                  <a:cubicBezTo>
                    <a:pt x="17" y="30"/>
                    <a:pt x="17" y="30"/>
                    <a:pt x="17" y="30"/>
                  </a:cubicBezTo>
                  <a:cubicBezTo>
                    <a:pt x="20" y="30"/>
                    <a:pt x="20" y="30"/>
                    <a:pt x="20" y="30"/>
                  </a:cubicBezTo>
                  <a:lnTo>
                    <a:pt x="20" y="29"/>
                  </a:lnTo>
                  <a:close/>
                  <a:moveTo>
                    <a:pt x="25" y="24"/>
                  </a:moveTo>
                  <a:cubicBezTo>
                    <a:pt x="21" y="24"/>
                    <a:pt x="21" y="27"/>
                    <a:pt x="21" y="29"/>
                  </a:cubicBezTo>
                  <a:cubicBezTo>
                    <a:pt x="21" y="35"/>
                    <a:pt x="21" y="35"/>
                    <a:pt x="21" y="35"/>
                  </a:cubicBezTo>
                  <a:cubicBezTo>
                    <a:pt x="30" y="35"/>
                    <a:pt x="30" y="35"/>
                    <a:pt x="30" y="35"/>
                  </a:cubicBezTo>
                  <a:cubicBezTo>
                    <a:pt x="30" y="29"/>
                    <a:pt x="30" y="29"/>
                    <a:pt x="30" y="29"/>
                  </a:cubicBezTo>
                  <a:cubicBezTo>
                    <a:pt x="30" y="28"/>
                    <a:pt x="29" y="24"/>
                    <a:pt x="25" y="24"/>
                  </a:cubicBezTo>
                  <a:moveTo>
                    <a:pt x="30" y="35"/>
                  </a:moveTo>
                  <a:cubicBezTo>
                    <a:pt x="32" y="35"/>
                    <a:pt x="32" y="35"/>
                    <a:pt x="32" y="35"/>
                  </a:cubicBezTo>
                  <a:cubicBezTo>
                    <a:pt x="43" y="35"/>
                    <a:pt x="43" y="35"/>
                    <a:pt x="43" y="35"/>
                  </a:cubicBezTo>
                  <a:cubicBezTo>
                    <a:pt x="43" y="31"/>
                    <a:pt x="43" y="31"/>
                    <a:pt x="43" y="31"/>
                  </a:cubicBezTo>
                  <a:cubicBezTo>
                    <a:pt x="30" y="31"/>
                    <a:pt x="30" y="31"/>
                    <a:pt x="30" y="31"/>
                  </a:cubicBezTo>
                  <a:lnTo>
                    <a:pt x="30" y="35"/>
                  </a:lnTo>
                  <a:close/>
                  <a:moveTo>
                    <a:pt x="34" y="30"/>
                  </a:moveTo>
                  <a:cubicBezTo>
                    <a:pt x="43" y="30"/>
                    <a:pt x="43" y="30"/>
                    <a:pt x="43" y="30"/>
                  </a:cubicBezTo>
                  <a:cubicBezTo>
                    <a:pt x="42" y="27"/>
                    <a:pt x="42" y="27"/>
                    <a:pt x="42" y="27"/>
                  </a:cubicBezTo>
                  <a:cubicBezTo>
                    <a:pt x="34" y="27"/>
                    <a:pt x="34" y="27"/>
                    <a:pt x="34" y="27"/>
                  </a:cubicBezTo>
                  <a:lnTo>
                    <a:pt x="34" y="30"/>
                  </a:lnTo>
                  <a:close/>
                  <a:moveTo>
                    <a:pt x="32" y="28"/>
                  </a:moveTo>
                  <a:cubicBezTo>
                    <a:pt x="32" y="27"/>
                    <a:pt x="31" y="22"/>
                    <a:pt x="25" y="22"/>
                  </a:cubicBezTo>
                  <a:cubicBezTo>
                    <a:pt x="20" y="22"/>
                    <a:pt x="19" y="27"/>
                    <a:pt x="19" y="28"/>
                  </a:cubicBezTo>
                  <a:cubicBezTo>
                    <a:pt x="20" y="28"/>
                    <a:pt x="20" y="28"/>
                    <a:pt x="20" y="28"/>
                  </a:cubicBezTo>
                  <a:cubicBezTo>
                    <a:pt x="20" y="27"/>
                    <a:pt x="21" y="26"/>
                    <a:pt x="21" y="25"/>
                  </a:cubicBezTo>
                  <a:cubicBezTo>
                    <a:pt x="22" y="24"/>
                    <a:pt x="23" y="23"/>
                    <a:pt x="25" y="23"/>
                  </a:cubicBezTo>
                  <a:cubicBezTo>
                    <a:pt x="30" y="23"/>
                    <a:pt x="30" y="27"/>
                    <a:pt x="30" y="29"/>
                  </a:cubicBezTo>
                  <a:lnTo>
                    <a:pt x="32" y="28"/>
                  </a:lnTo>
                  <a:close/>
                  <a:moveTo>
                    <a:pt x="40" y="0"/>
                  </a:moveTo>
                  <a:cubicBezTo>
                    <a:pt x="38" y="0"/>
                    <a:pt x="38" y="0"/>
                    <a:pt x="38" y="0"/>
                  </a:cubicBezTo>
                  <a:cubicBezTo>
                    <a:pt x="38" y="3"/>
                    <a:pt x="38" y="3"/>
                    <a:pt x="38" y="3"/>
                  </a:cubicBezTo>
                  <a:cubicBezTo>
                    <a:pt x="35" y="3"/>
                    <a:pt x="35" y="3"/>
                    <a:pt x="35" y="3"/>
                  </a:cubicBezTo>
                  <a:cubicBezTo>
                    <a:pt x="35" y="0"/>
                    <a:pt x="35" y="0"/>
                    <a:pt x="35" y="0"/>
                  </a:cubicBezTo>
                  <a:cubicBezTo>
                    <a:pt x="31" y="0"/>
                    <a:pt x="31" y="0"/>
                    <a:pt x="31" y="0"/>
                  </a:cubicBezTo>
                  <a:cubicBezTo>
                    <a:pt x="31" y="3"/>
                    <a:pt x="31" y="3"/>
                    <a:pt x="31" y="3"/>
                  </a:cubicBezTo>
                  <a:cubicBezTo>
                    <a:pt x="28" y="3"/>
                    <a:pt x="28" y="3"/>
                    <a:pt x="28" y="3"/>
                  </a:cubicBezTo>
                  <a:cubicBezTo>
                    <a:pt x="28" y="0"/>
                    <a:pt x="28" y="0"/>
                    <a:pt x="28" y="0"/>
                  </a:cubicBezTo>
                  <a:cubicBezTo>
                    <a:pt x="22" y="0"/>
                    <a:pt x="22" y="0"/>
                    <a:pt x="22" y="0"/>
                  </a:cubicBezTo>
                  <a:cubicBezTo>
                    <a:pt x="22" y="3"/>
                    <a:pt x="22" y="3"/>
                    <a:pt x="22" y="3"/>
                  </a:cubicBezTo>
                  <a:cubicBezTo>
                    <a:pt x="19" y="3"/>
                    <a:pt x="19" y="3"/>
                    <a:pt x="19" y="3"/>
                  </a:cubicBezTo>
                  <a:cubicBezTo>
                    <a:pt x="19" y="0"/>
                    <a:pt x="19" y="0"/>
                    <a:pt x="19" y="0"/>
                  </a:cubicBezTo>
                  <a:cubicBezTo>
                    <a:pt x="15" y="0"/>
                    <a:pt x="15" y="0"/>
                    <a:pt x="15" y="0"/>
                  </a:cubicBezTo>
                  <a:cubicBezTo>
                    <a:pt x="15" y="3"/>
                    <a:pt x="15" y="3"/>
                    <a:pt x="15" y="3"/>
                  </a:cubicBezTo>
                  <a:cubicBezTo>
                    <a:pt x="12" y="3"/>
                    <a:pt x="12" y="3"/>
                    <a:pt x="12" y="3"/>
                  </a:cubicBezTo>
                  <a:cubicBezTo>
                    <a:pt x="12" y="0"/>
                    <a:pt x="12" y="0"/>
                    <a:pt x="12" y="0"/>
                  </a:cubicBezTo>
                  <a:cubicBezTo>
                    <a:pt x="10" y="0"/>
                    <a:pt x="10" y="0"/>
                    <a:pt x="10" y="0"/>
                  </a:cubicBezTo>
                  <a:cubicBezTo>
                    <a:pt x="10" y="5"/>
                    <a:pt x="10" y="5"/>
                    <a:pt x="10" y="5"/>
                  </a:cubicBezTo>
                  <a:cubicBezTo>
                    <a:pt x="40" y="5"/>
                    <a:pt x="40" y="5"/>
                    <a:pt x="40" y="5"/>
                  </a:cubicBezTo>
                  <a:lnTo>
                    <a:pt x="40" y="0"/>
                  </a:lnTo>
                  <a:close/>
                  <a:moveTo>
                    <a:pt x="47" y="39"/>
                  </a:moveTo>
                  <a:cubicBezTo>
                    <a:pt x="46" y="37"/>
                    <a:pt x="46" y="37"/>
                    <a:pt x="46" y="37"/>
                  </a:cubicBezTo>
                  <a:cubicBezTo>
                    <a:pt x="45" y="37"/>
                    <a:pt x="45" y="37"/>
                    <a:pt x="45" y="37"/>
                  </a:cubicBezTo>
                  <a:cubicBezTo>
                    <a:pt x="46" y="38"/>
                    <a:pt x="46" y="38"/>
                    <a:pt x="46" y="38"/>
                  </a:cubicBezTo>
                  <a:cubicBezTo>
                    <a:pt x="45" y="38"/>
                    <a:pt x="45" y="38"/>
                    <a:pt x="45" y="38"/>
                  </a:cubicBezTo>
                  <a:cubicBezTo>
                    <a:pt x="45" y="38"/>
                    <a:pt x="45" y="38"/>
                    <a:pt x="45" y="38"/>
                  </a:cubicBezTo>
                  <a:cubicBezTo>
                    <a:pt x="43" y="38"/>
                    <a:pt x="43" y="38"/>
                    <a:pt x="43" y="38"/>
                  </a:cubicBezTo>
                  <a:cubicBezTo>
                    <a:pt x="43" y="38"/>
                    <a:pt x="43" y="38"/>
                    <a:pt x="43" y="38"/>
                  </a:cubicBezTo>
                  <a:cubicBezTo>
                    <a:pt x="43" y="39"/>
                    <a:pt x="43" y="39"/>
                    <a:pt x="43" y="39"/>
                  </a:cubicBezTo>
                  <a:cubicBezTo>
                    <a:pt x="43" y="39"/>
                    <a:pt x="43" y="39"/>
                    <a:pt x="43" y="39"/>
                  </a:cubicBezTo>
                  <a:cubicBezTo>
                    <a:pt x="43" y="39"/>
                    <a:pt x="43" y="39"/>
                    <a:pt x="43" y="39"/>
                  </a:cubicBezTo>
                  <a:cubicBezTo>
                    <a:pt x="43" y="39"/>
                    <a:pt x="43" y="39"/>
                    <a:pt x="43" y="39"/>
                  </a:cubicBezTo>
                  <a:cubicBezTo>
                    <a:pt x="43" y="40"/>
                    <a:pt x="43" y="40"/>
                    <a:pt x="43" y="40"/>
                  </a:cubicBezTo>
                  <a:cubicBezTo>
                    <a:pt x="43" y="40"/>
                    <a:pt x="43" y="40"/>
                    <a:pt x="43" y="40"/>
                  </a:cubicBezTo>
                  <a:cubicBezTo>
                    <a:pt x="45" y="41"/>
                    <a:pt x="45" y="41"/>
                    <a:pt x="45" y="41"/>
                  </a:cubicBezTo>
                  <a:cubicBezTo>
                    <a:pt x="44" y="41"/>
                    <a:pt x="44" y="41"/>
                    <a:pt x="44" y="41"/>
                  </a:cubicBezTo>
                  <a:cubicBezTo>
                    <a:pt x="45" y="41"/>
                    <a:pt x="45" y="41"/>
                    <a:pt x="45" y="41"/>
                  </a:cubicBezTo>
                  <a:cubicBezTo>
                    <a:pt x="46" y="41"/>
                    <a:pt x="46" y="41"/>
                    <a:pt x="46" y="41"/>
                  </a:cubicBezTo>
                  <a:cubicBezTo>
                    <a:pt x="46" y="41"/>
                    <a:pt x="46" y="41"/>
                    <a:pt x="46" y="41"/>
                  </a:cubicBezTo>
                  <a:cubicBezTo>
                    <a:pt x="46" y="41"/>
                    <a:pt x="46" y="41"/>
                    <a:pt x="46" y="41"/>
                  </a:cubicBezTo>
                  <a:cubicBezTo>
                    <a:pt x="46" y="42"/>
                    <a:pt x="46" y="42"/>
                    <a:pt x="46" y="42"/>
                  </a:cubicBezTo>
                  <a:cubicBezTo>
                    <a:pt x="46" y="42"/>
                    <a:pt x="46" y="42"/>
                    <a:pt x="46" y="42"/>
                  </a:cubicBezTo>
                  <a:cubicBezTo>
                    <a:pt x="46" y="42"/>
                    <a:pt x="46" y="42"/>
                    <a:pt x="46" y="42"/>
                  </a:cubicBezTo>
                  <a:cubicBezTo>
                    <a:pt x="47" y="43"/>
                    <a:pt x="47" y="43"/>
                    <a:pt x="47" y="43"/>
                  </a:cubicBezTo>
                  <a:cubicBezTo>
                    <a:pt x="47" y="43"/>
                    <a:pt x="47" y="43"/>
                    <a:pt x="47" y="43"/>
                  </a:cubicBezTo>
                  <a:cubicBezTo>
                    <a:pt x="47" y="43"/>
                    <a:pt x="47" y="43"/>
                    <a:pt x="47" y="43"/>
                  </a:cubicBezTo>
                  <a:cubicBezTo>
                    <a:pt x="47" y="44"/>
                    <a:pt x="47" y="44"/>
                    <a:pt x="47" y="44"/>
                  </a:cubicBezTo>
                  <a:cubicBezTo>
                    <a:pt x="47" y="44"/>
                    <a:pt x="47" y="44"/>
                    <a:pt x="47" y="44"/>
                  </a:cubicBezTo>
                  <a:cubicBezTo>
                    <a:pt x="47" y="44"/>
                    <a:pt x="47" y="44"/>
                    <a:pt x="47" y="44"/>
                  </a:cubicBezTo>
                  <a:cubicBezTo>
                    <a:pt x="48" y="44"/>
                    <a:pt x="49" y="43"/>
                    <a:pt x="50" y="43"/>
                  </a:cubicBezTo>
                  <a:cubicBezTo>
                    <a:pt x="49" y="42"/>
                    <a:pt x="47" y="39"/>
                    <a:pt x="47" y="39"/>
                  </a:cubicBezTo>
                  <a:moveTo>
                    <a:pt x="6" y="39"/>
                  </a:moveTo>
                  <a:cubicBezTo>
                    <a:pt x="7" y="38"/>
                    <a:pt x="7" y="38"/>
                    <a:pt x="7" y="38"/>
                  </a:cubicBezTo>
                  <a:cubicBezTo>
                    <a:pt x="7" y="38"/>
                    <a:pt x="7" y="38"/>
                    <a:pt x="7" y="38"/>
                  </a:cubicBezTo>
                  <a:cubicBezTo>
                    <a:pt x="7" y="39"/>
                    <a:pt x="7" y="39"/>
                    <a:pt x="7" y="39"/>
                  </a:cubicBezTo>
                  <a:cubicBezTo>
                    <a:pt x="7" y="39"/>
                    <a:pt x="7" y="39"/>
                    <a:pt x="7" y="39"/>
                  </a:cubicBezTo>
                  <a:cubicBezTo>
                    <a:pt x="7" y="39"/>
                    <a:pt x="7" y="39"/>
                    <a:pt x="7" y="39"/>
                  </a:cubicBezTo>
                  <a:cubicBezTo>
                    <a:pt x="5" y="41"/>
                    <a:pt x="5" y="41"/>
                    <a:pt x="5" y="41"/>
                  </a:cubicBezTo>
                  <a:cubicBezTo>
                    <a:pt x="6" y="44"/>
                    <a:pt x="6" y="44"/>
                    <a:pt x="6" y="44"/>
                  </a:cubicBezTo>
                  <a:cubicBezTo>
                    <a:pt x="7" y="44"/>
                    <a:pt x="7" y="44"/>
                    <a:pt x="7" y="44"/>
                  </a:cubicBezTo>
                  <a:cubicBezTo>
                    <a:pt x="10" y="42"/>
                    <a:pt x="10" y="42"/>
                    <a:pt x="10" y="42"/>
                  </a:cubicBezTo>
                  <a:cubicBezTo>
                    <a:pt x="10" y="42"/>
                    <a:pt x="10" y="42"/>
                    <a:pt x="10" y="42"/>
                  </a:cubicBezTo>
                  <a:cubicBezTo>
                    <a:pt x="10" y="42"/>
                    <a:pt x="10" y="42"/>
                    <a:pt x="10" y="42"/>
                  </a:cubicBezTo>
                  <a:cubicBezTo>
                    <a:pt x="10" y="42"/>
                    <a:pt x="10" y="42"/>
                    <a:pt x="10" y="42"/>
                  </a:cubicBezTo>
                  <a:cubicBezTo>
                    <a:pt x="10" y="41"/>
                    <a:pt x="10" y="41"/>
                    <a:pt x="10" y="41"/>
                  </a:cubicBezTo>
                  <a:cubicBezTo>
                    <a:pt x="11" y="41"/>
                    <a:pt x="11" y="41"/>
                    <a:pt x="11" y="41"/>
                  </a:cubicBezTo>
                  <a:cubicBezTo>
                    <a:pt x="12" y="40"/>
                    <a:pt x="12" y="40"/>
                    <a:pt x="12" y="40"/>
                  </a:cubicBezTo>
                  <a:cubicBezTo>
                    <a:pt x="13" y="39"/>
                    <a:pt x="13" y="39"/>
                    <a:pt x="13" y="39"/>
                  </a:cubicBezTo>
                  <a:cubicBezTo>
                    <a:pt x="13" y="39"/>
                    <a:pt x="13" y="39"/>
                    <a:pt x="13" y="39"/>
                  </a:cubicBezTo>
                  <a:cubicBezTo>
                    <a:pt x="13" y="38"/>
                    <a:pt x="13" y="38"/>
                    <a:pt x="13" y="38"/>
                  </a:cubicBezTo>
                  <a:cubicBezTo>
                    <a:pt x="13" y="39"/>
                    <a:pt x="13" y="39"/>
                    <a:pt x="13" y="39"/>
                  </a:cubicBezTo>
                  <a:cubicBezTo>
                    <a:pt x="13" y="40"/>
                    <a:pt x="13" y="40"/>
                    <a:pt x="13" y="40"/>
                  </a:cubicBezTo>
                  <a:cubicBezTo>
                    <a:pt x="14" y="41"/>
                    <a:pt x="14" y="41"/>
                    <a:pt x="14" y="41"/>
                  </a:cubicBezTo>
                  <a:cubicBezTo>
                    <a:pt x="14" y="41"/>
                    <a:pt x="14" y="41"/>
                    <a:pt x="14" y="41"/>
                  </a:cubicBezTo>
                  <a:cubicBezTo>
                    <a:pt x="14" y="41"/>
                    <a:pt x="14" y="41"/>
                    <a:pt x="14" y="41"/>
                  </a:cubicBezTo>
                  <a:cubicBezTo>
                    <a:pt x="14" y="42"/>
                    <a:pt x="14" y="42"/>
                    <a:pt x="14" y="42"/>
                  </a:cubicBezTo>
                  <a:cubicBezTo>
                    <a:pt x="14" y="42"/>
                    <a:pt x="14" y="42"/>
                    <a:pt x="14" y="42"/>
                  </a:cubicBezTo>
                  <a:cubicBezTo>
                    <a:pt x="14" y="42"/>
                    <a:pt x="14" y="42"/>
                    <a:pt x="14" y="42"/>
                  </a:cubicBezTo>
                  <a:cubicBezTo>
                    <a:pt x="15" y="43"/>
                    <a:pt x="15" y="43"/>
                    <a:pt x="15" y="43"/>
                  </a:cubicBezTo>
                  <a:cubicBezTo>
                    <a:pt x="16" y="43"/>
                    <a:pt x="16" y="43"/>
                    <a:pt x="16" y="43"/>
                  </a:cubicBezTo>
                  <a:cubicBezTo>
                    <a:pt x="17" y="43"/>
                    <a:pt x="17" y="43"/>
                    <a:pt x="17" y="43"/>
                  </a:cubicBezTo>
                  <a:cubicBezTo>
                    <a:pt x="17" y="43"/>
                    <a:pt x="17" y="43"/>
                    <a:pt x="17" y="43"/>
                  </a:cubicBezTo>
                  <a:cubicBezTo>
                    <a:pt x="17" y="43"/>
                    <a:pt x="17" y="43"/>
                    <a:pt x="17" y="43"/>
                  </a:cubicBezTo>
                  <a:cubicBezTo>
                    <a:pt x="18" y="44"/>
                    <a:pt x="18" y="44"/>
                    <a:pt x="18" y="44"/>
                  </a:cubicBezTo>
                  <a:cubicBezTo>
                    <a:pt x="18" y="44"/>
                    <a:pt x="18" y="44"/>
                    <a:pt x="18" y="44"/>
                  </a:cubicBezTo>
                  <a:cubicBezTo>
                    <a:pt x="18" y="44"/>
                    <a:pt x="18" y="44"/>
                    <a:pt x="18" y="44"/>
                  </a:cubicBezTo>
                  <a:cubicBezTo>
                    <a:pt x="18" y="44"/>
                    <a:pt x="18" y="44"/>
                    <a:pt x="18" y="44"/>
                  </a:cubicBezTo>
                  <a:cubicBezTo>
                    <a:pt x="19" y="44"/>
                    <a:pt x="19" y="44"/>
                    <a:pt x="19" y="44"/>
                  </a:cubicBezTo>
                  <a:cubicBezTo>
                    <a:pt x="19" y="44"/>
                    <a:pt x="19" y="44"/>
                    <a:pt x="19" y="44"/>
                  </a:cubicBezTo>
                  <a:cubicBezTo>
                    <a:pt x="19" y="43"/>
                    <a:pt x="19" y="43"/>
                    <a:pt x="19" y="43"/>
                  </a:cubicBezTo>
                  <a:cubicBezTo>
                    <a:pt x="19" y="43"/>
                    <a:pt x="19" y="43"/>
                    <a:pt x="19" y="43"/>
                  </a:cubicBezTo>
                  <a:cubicBezTo>
                    <a:pt x="20" y="42"/>
                    <a:pt x="20" y="42"/>
                    <a:pt x="20" y="42"/>
                  </a:cubicBezTo>
                  <a:cubicBezTo>
                    <a:pt x="19" y="41"/>
                    <a:pt x="19" y="41"/>
                    <a:pt x="19" y="41"/>
                  </a:cubicBezTo>
                  <a:cubicBezTo>
                    <a:pt x="19" y="41"/>
                    <a:pt x="19" y="41"/>
                    <a:pt x="19" y="41"/>
                  </a:cubicBezTo>
                  <a:cubicBezTo>
                    <a:pt x="19" y="41"/>
                    <a:pt x="19" y="41"/>
                    <a:pt x="19" y="41"/>
                  </a:cubicBezTo>
                  <a:cubicBezTo>
                    <a:pt x="20" y="39"/>
                    <a:pt x="20" y="39"/>
                    <a:pt x="20" y="39"/>
                  </a:cubicBezTo>
                  <a:cubicBezTo>
                    <a:pt x="20" y="38"/>
                    <a:pt x="20" y="38"/>
                    <a:pt x="20" y="38"/>
                  </a:cubicBezTo>
                  <a:cubicBezTo>
                    <a:pt x="20" y="38"/>
                    <a:pt x="20" y="38"/>
                    <a:pt x="20" y="38"/>
                  </a:cubicBezTo>
                  <a:cubicBezTo>
                    <a:pt x="19" y="38"/>
                    <a:pt x="19" y="38"/>
                    <a:pt x="19" y="38"/>
                  </a:cubicBezTo>
                  <a:cubicBezTo>
                    <a:pt x="18" y="38"/>
                    <a:pt x="18" y="38"/>
                    <a:pt x="18" y="38"/>
                  </a:cubicBezTo>
                  <a:cubicBezTo>
                    <a:pt x="18" y="38"/>
                    <a:pt x="18" y="38"/>
                    <a:pt x="18" y="38"/>
                  </a:cubicBezTo>
                  <a:cubicBezTo>
                    <a:pt x="18" y="39"/>
                    <a:pt x="18" y="39"/>
                    <a:pt x="18" y="39"/>
                  </a:cubicBezTo>
                  <a:cubicBezTo>
                    <a:pt x="18" y="39"/>
                    <a:pt x="18" y="39"/>
                    <a:pt x="18" y="39"/>
                  </a:cubicBezTo>
                  <a:cubicBezTo>
                    <a:pt x="17" y="39"/>
                    <a:pt x="16" y="39"/>
                    <a:pt x="15" y="39"/>
                  </a:cubicBezTo>
                  <a:cubicBezTo>
                    <a:pt x="14" y="39"/>
                    <a:pt x="14" y="39"/>
                    <a:pt x="14" y="39"/>
                  </a:cubicBezTo>
                  <a:cubicBezTo>
                    <a:pt x="14" y="39"/>
                    <a:pt x="14" y="39"/>
                    <a:pt x="14" y="39"/>
                  </a:cubicBezTo>
                  <a:cubicBezTo>
                    <a:pt x="14" y="39"/>
                    <a:pt x="14" y="39"/>
                    <a:pt x="14" y="39"/>
                  </a:cubicBezTo>
                  <a:cubicBezTo>
                    <a:pt x="13" y="38"/>
                    <a:pt x="12" y="38"/>
                    <a:pt x="11"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9" y="38"/>
                    <a:pt x="8" y="37"/>
                    <a:pt x="7" y="37"/>
                  </a:cubicBezTo>
                  <a:cubicBezTo>
                    <a:pt x="7" y="37"/>
                    <a:pt x="7" y="37"/>
                    <a:pt x="7" y="37"/>
                  </a:cubicBezTo>
                  <a:cubicBezTo>
                    <a:pt x="7" y="37"/>
                    <a:pt x="7" y="37"/>
                    <a:pt x="7" y="37"/>
                  </a:cubicBezTo>
                  <a:cubicBezTo>
                    <a:pt x="6" y="37"/>
                    <a:pt x="6" y="37"/>
                    <a:pt x="6" y="37"/>
                  </a:cubicBezTo>
                  <a:cubicBezTo>
                    <a:pt x="5" y="37"/>
                    <a:pt x="5" y="37"/>
                    <a:pt x="5" y="37"/>
                  </a:cubicBezTo>
                  <a:cubicBezTo>
                    <a:pt x="5" y="37"/>
                    <a:pt x="5" y="37"/>
                    <a:pt x="5" y="37"/>
                  </a:cubicBezTo>
                  <a:cubicBezTo>
                    <a:pt x="5" y="37"/>
                    <a:pt x="5" y="37"/>
                    <a:pt x="5" y="37"/>
                  </a:cubicBezTo>
                  <a:cubicBezTo>
                    <a:pt x="5" y="37"/>
                    <a:pt x="4" y="38"/>
                    <a:pt x="3" y="39"/>
                  </a:cubicBezTo>
                  <a:cubicBezTo>
                    <a:pt x="2" y="40"/>
                    <a:pt x="1" y="42"/>
                    <a:pt x="0" y="42"/>
                  </a:cubicBezTo>
                  <a:cubicBezTo>
                    <a:pt x="1" y="43"/>
                    <a:pt x="1" y="43"/>
                    <a:pt x="1" y="43"/>
                  </a:cubicBezTo>
                  <a:cubicBezTo>
                    <a:pt x="1" y="43"/>
                    <a:pt x="1" y="43"/>
                    <a:pt x="1" y="43"/>
                  </a:cubicBezTo>
                  <a:cubicBezTo>
                    <a:pt x="2" y="43"/>
                    <a:pt x="3" y="42"/>
                    <a:pt x="4" y="41"/>
                  </a:cubicBezTo>
                  <a:lnTo>
                    <a:pt x="6" y="39"/>
                  </a:lnTo>
                  <a:close/>
                  <a:moveTo>
                    <a:pt x="26" y="10"/>
                  </a:moveTo>
                  <a:cubicBezTo>
                    <a:pt x="32" y="10"/>
                    <a:pt x="32" y="10"/>
                    <a:pt x="32" y="10"/>
                  </a:cubicBezTo>
                  <a:cubicBezTo>
                    <a:pt x="32" y="9"/>
                    <a:pt x="32" y="9"/>
                    <a:pt x="32" y="9"/>
                  </a:cubicBezTo>
                  <a:cubicBezTo>
                    <a:pt x="26" y="9"/>
                    <a:pt x="26" y="9"/>
                    <a:pt x="26" y="9"/>
                  </a:cubicBezTo>
                  <a:lnTo>
                    <a:pt x="26" y="10"/>
                  </a:lnTo>
                  <a:close/>
                  <a:moveTo>
                    <a:pt x="29" y="14"/>
                  </a:moveTo>
                  <a:cubicBezTo>
                    <a:pt x="36" y="14"/>
                    <a:pt x="36" y="14"/>
                    <a:pt x="36" y="14"/>
                  </a:cubicBezTo>
                  <a:cubicBezTo>
                    <a:pt x="36" y="11"/>
                    <a:pt x="36" y="11"/>
                    <a:pt x="36" y="11"/>
                  </a:cubicBezTo>
                  <a:cubicBezTo>
                    <a:pt x="29" y="11"/>
                    <a:pt x="29" y="11"/>
                    <a:pt x="29" y="11"/>
                  </a:cubicBezTo>
                  <a:lnTo>
                    <a:pt x="29" y="14"/>
                  </a:lnTo>
                  <a:close/>
                  <a:moveTo>
                    <a:pt x="26" y="17"/>
                  </a:moveTo>
                  <a:cubicBezTo>
                    <a:pt x="32" y="17"/>
                    <a:pt x="32" y="17"/>
                    <a:pt x="32" y="17"/>
                  </a:cubicBezTo>
                  <a:cubicBezTo>
                    <a:pt x="32" y="15"/>
                    <a:pt x="32" y="15"/>
                    <a:pt x="32" y="15"/>
                  </a:cubicBezTo>
                  <a:cubicBezTo>
                    <a:pt x="26" y="15"/>
                    <a:pt x="26" y="15"/>
                    <a:pt x="26" y="15"/>
                  </a:cubicBezTo>
                  <a:lnTo>
                    <a:pt x="26" y="17"/>
                  </a:lnTo>
                  <a:close/>
                  <a:moveTo>
                    <a:pt x="37" y="17"/>
                  </a:moveTo>
                  <a:cubicBezTo>
                    <a:pt x="29" y="17"/>
                    <a:pt x="29" y="17"/>
                    <a:pt x="29" y="17"/>
                  </a:cubicBezTo>
                  <a:cubicBezTo>
                    <a:pt x="29" y="20"/>
                    <a:pt x="29" y="20"/>
                    <a:pt x="29" y="20"/>
                  </a:cubicBezTo>
                  <a:cubicBezTo>
                    <a:pt x="37" y="20"/>
                    <a:pt x="37" y="20"/>
                    <a:pt x="37" y="20"/>
                  </a:cubicBezTo>
                  <a:lnTo>
                    <a:pt x="37" y="17"/>
                  </a:lnTo>
                  <a:close/>
                  <a:moveTo>
                    <a:pt x="29" y="17"/>
                  </a:moveTo>
                  <a:cubicBezTo>
                    <a:pt x="22" y="17"/>
                    <a:pt x="22" y="17"/>
                    <a:pt x="22" y="17"/>
                  </a:cubicBezTo>
                  <a:cubicBezTo>
                    <a:pt x="22" y="20"/>
                    <a:pt x="22" y="20"/>
                    <a:pt x="22" y="20"/>
                  </a:cubicBezTo>
                  <a:cubicBezTo>
                    <a:pt x="29" y="20"/>
                    <a:pt x="29" y="20"/>
                    <a:pt x="29" y="20"/>
                  </a:cubicBezTo>
                  <a:lnTo>
                    <a:pt x="29" y="17"/>
                  </a:lnTo>
                  <a:close/>
                  <a:moveTo>
                    <a:pt x="26" y="22"/>
                  </a:moveTo>
                  <a:cubicBezTo>
                    <a:pt x="28" y="22"/>
                    <a:pt x="29" y="23"/>
                    <a:pt x="30" y="24"/>
                  </a:cubicBezTo>
                  <a:cubicBezTo>
                    <a:pt x="33" y="24"/>
                    <a:pt x="33" y="24"/>
                    <a:pt x="33" y="24"/>
                  </a:cubicBezTo>
                  <a:cubicBezTo>
                    <a:pt x="33" y="21"/>
                    <a:pt x="33" y="21"/>
                    <a:pt x="33" y="21"/>
                  </a:cubicBezTo>
                  <a:cubicBezTo>
                    <a:pt x="26" y="21"/>
                    <a:pt x="26" y="21"/>
                    <a:pt x="26" y="21"/>
                  </a:cubicBezTo>
                  <a:lnTo>
                    <a:pt x="26" y="22"/>
                  </a:lnTo>
                  <a:close/>
                  <a:moveTo>
                    <a:pt x="19" y="10"/>
                  </a:moveTo>
                  <a:cubicBezTo>
                    <a:pt x="25" y="10"/>
                    <a:pt x="25" y="10"/>
                    <a:pt x="25" y="10"/>
                  </a:cubicBezTo>
                  <a:cubicBezTo>
                    <a:pt x="25" y="9"/>
                    <a:pt x="25" y="9"/>
                    <a:pt x="25" y="9"/>
                  </a:cubicBezTo>
                  <a:cubicBezTo>
                    <a:pt x="19" y="9"/>
                    <a:pt x="19" y="9"/>
                    <a:pt x="19" y="9"/>
                  </a:cubicBezTo>
                  <a:lnTo>
                    <a:pt x="19" y="10"/>
                  </a:lnTo>
                  <a:close/>
                  <a:moveTo>
                    <a:pt x="42" y="43"/>
                  </a:moveTo>
                  <a:cubicBezTo>
                    <a:pt x="42" y="43"/>
                    <a:pt x="42" y="43"/>
                    <a:pt x="42" y="43"/>
                  </a:cubicBezTo>
                  <a:cubicBezTo>
                    <a:pt x="43" y="43"/>
                    <a:pt x="43" y="43"/>
                    <a:pt x="43" y="43"/>
                  </a:cubicBezTo>
                  <a:cubicBezTo>
                    <a:pt x="44" y="41"/>
                    <a:pt x="44" y="41"/>
                    <a:pt x="44" y="41"/>
                  </a:cubicBezTo>
                  <a:cubicBezTo>
                    <a:pt x="44" y="41"/>
                    <a:pt x="44" y="41"/>
                    <a:pt x="44" y="41"/>
                  </a:cubicBezTo>
                  <a:cubicBezTo>
                    <a:pt x="44" y="41"/>
                    <a:pt x="44" y="41"/>
                    <a:pt x="44" y="41"/>
                  </a:cubicBezTo>
                  <a:cubicBezTo>
                    <a:pt x="43" y="41"/>
                    <a:pt x="43" y="41"/>
                    <a:pt x="43" y="41"/>
                  </a:cubicBezTo>
                  <a:cubicBezTo>
                    <a:pt x="43" y="41"/>
                    <a:pt x="43" y="41"/>
                    <a:pt x="43" y="41"/>
                  </a:cubicBezTo>
                  <a:cubicBezTo>
                    <a:pt x="43" y="41"/>
                    <a:pt x="43" y="41"/>
                    <a:pt x="43" y="41"/>
                  </a:cubicBezTo>
                  <a:cubicBezTo>
                    <a:pt x="43" y="41"/>
                    <a:pt x="43" y="41"/>
                    <a:pt x="43" y="41"/>
                  </a:cubicBezTo>
                  <a:cubicBezTo>
                    <a:pt x="42" y="42"/>
                    <a:pt x="42" y="42"/>
                    <a:pt x="42" y="42"/>
                  </a:cubicBezTo>
                  <a:cubicBezTo>
                    <a:pt x="42" y="42"/>
                    <a:pt x="42" y="42"/>
                    <a:pt x="42" y="42"/>
                  </a:cubicBezTo>
                  <a:cubicBezTo>
                    <a:pt x="42" y="42"/>
                    <a:pt x="42" y="42"/>
                    <a:pt x="42" y="42"/>
                  </a:cubicBezTo>
                  <a:cubicBezTo>
                    <a:pt x="42" y="43"/>
                    <a:pt x="42" y="43"/>
                    <a:pt x="42" y="43"/>
                  </a:cubicBezTo>
                  <a:close/>
                  <a:moveTo>
                    <a:pt x="20" y="31"/>
                  </a:moveTo>
                  <a:cubicBezTo>
                    <a:pt x="8" y="31"/>
                    <a:pt x="8" y="31"/>
                    <a:pt x="8" y="31"/>
                  </a:cubicBezTo>
                  <a:cubicBezTo>
                    <a:pt x="7" y="35"/>
                    <a:pt x="7" y="35"/>
                    <a:pt x="7" y="35"/>
                  </a:cubicBezTo>
                  <a:cubicBezTo>
                    <a:pt x="20" y="35"/>
                    <a:pt x="20" y="35"/>
                    <a:pt x="20" y="35"/>
                  </a:cubicBezTo>
                  <a:lnTo>
                    <a:pt x="20" y="31"/>
                  </a:lnTo>
                  <a:close/>
                  <a:moveTo>
                    <a:pt x="38" y="27"/>
                  </a:moveTo>
                  <a:cubicBezTo>
                    <a:pt x="42" y="27"/>
                    <a:pt x="42" y="27"/>
                    <a:pt x="42" y="27"/>
                  </a:cubicBezTo>
                  <a:cubicBezTo>
                    <a:pt x="41" y="24"/>
                    <a:pt x="41" y="24"/>
                    <a:pt x="41" y="24"/>
                  </a:cubicBezTo>
                  <a:cubicBezTo>
                    <a:pt x="38" y="24"/>
                    <a:pt x="38" y="24"/>
                    <a:pt x="38" y="24"/>
                  </a:cubicBezTo>
                  <a:lnTo>
                    <a:pt x="38" y="27"/>
                  </a:lnTo>
                  <a:close/>
                  <a:moveTo>
                    <a:pt x="12" y="24"/>
                  </a:moveTo>
                  <a:cubicBezTo>
                    <a:pt x="9" y="24"/>
                    <a:pt x="9" y="24"/>
                    <a:pt x="9" y="24"/>
                  </a:cubicBezTo>
                  <a:cubicBezTo>
                    <a:pt x="9" y="27"/>
                    <a:pt x="9" y="27"/>
                    <a:pt x="9" y="27"/>
                  </a:cubicBezTo>
                  <a:cubicBezTo>
                    <a:pt x="12" y="27"/>
                    <a:pt x="12" y="27"/>
                    <a:pt x="12" y="27"/>
                  </a:cubicBezTo>
                  <a:lnTo>
                    <a:pt x="12" y="24"/>
                  </a:lnTo>
                  <a:close/>
                  <a:moveTo>
                    <a:pt x="16" y="27"/>
                  </a:moveTo>
                  <a:cubicBezTo>
                    <a:pt x="9" y="27"/>
                    <a:pt x="9" y="27"/>
                    <a:pt x="9" y="27"/>
                  </a:cubicBezTo>
                  <a:cubicBezTo>
                    <a:pt x="8" y="30"/>
                    <a:pt x="8" y="30"/>
                    <a:pt x="8" y="30"/>
                  </a:cubicBezTo>
                  <a:cubicBezTo>
                    <a:pt x="16" y="30"/>
                    <a:pt x="16" y="30"/>
                    <a:pt x="16" y="30"/>
                  </a:cubicBezTo>
                  <a:lnTo>
                    <a:pt x="16" y="27"/>
                  </a:lnTo>
                  <a:close/>
                  <a:moveTo>
                    <a:pt x="7" y="37"/>
                  </a:moveTo>
                  <a:cubicBezTo>
                    <a:pt x="7" y="37"/>
                    <a:pt x="7" y="37"/>
                    <a:pt x="7" y="37"/>
                  </a:cubicBezTo>
                  <a:cubicBezTo>
                    <a:pt x="7" y="37"/>
                    <a:pt x="7" y="37"/>
                    <a:pt x="7" y="37"/>
                  </a:cubicBezTo>
                  <a:cubicBezTo>
                    <a:pt x="8" y="37"/>
                    <a:pt x="9" y="37"/>
                    <a:pt x="10" y="37"/>
                  </a:cubicBezTo>
                  <a:cubicBezTo>
                    <a:pt x="10" y="37"/>
                    <a:pt x="10" y="37"/>
                    <a:pt x="10" y="37"/>
                  </a:cubicBezTo>
                  <a:cubicBezTo>
                    <a:pt x="10" y="37"/>
                    <a:pt x="10" y="37"/>
                    <a:pt x="10" y="37"/>
                  </a:cubicBezTo>
                  <a:cubicBezTo>
                    <a:pt x="10" y="37"/>
                    <a:pt x="10" y="37"/>
                    <a:pt x="10" y="37"/>
                  </a:cubicBezTo>
                  <a:cubicBezTo>
                    <a:pt x="10" y="38"/>
                    <a:pt x="10" y="38"/>
                    <a:pt x="10" y="38"/>
                  </a:cubicBezTo>
                  <a:cubicBezTo>
                    <a:pt x="11" y="38"/>
                    <a:pt x="11" y="38"/>
                    <a:pt x="11" y="38"/>
                  </a:cubicBezTo>
                  <a:cubicBezTo>
                    <a:pt x="12" y="38"/>
                    <a:pt x="13" y="38"/>
                    <a:pt x="14" y="38"/>
                  </a:cubicBezTo>
                  <a:cubicBezTo>
                    <a:pt x="15" y="38"/>
                    <a:pt x="15" y="38"/>
                    <a:pt x="15" y="38"/>
                  </a:cubicBezTo>
                  <a:cubicBezTo>
                    <a:pt x="16" y="38"/>
                    <a:pt x="17" y="38"/>
                    <a:pt x="18" y="38"/>
                  </a:cubicBezTo>
                  <a:cubicBezTo>
                    <a:pt x="18" y="38"/>
                    <a:pt x="18" y="38"/>
                    <a:pt x="18" y="38"/>
                  </a:cubicBezTo>
                  <a:cubicBezTo>
                    <a:pt x="19" y="38"/>
                    <a:pt x="19" y="38"/>
                    <a:pt x="19" y="38"/>
                  </a:cubicBezTo>
                  <a:cubicBezTo>
                    <a:pt x="19" y="38"/>
                    <a:pt x="19" y="38"/>
                    <a:pt x="19" y="38"/>
                  </a:cubicBezTo>
                  <a:cubicBezTo>
                    <a:pt x="19" y="37"/>
                    <a:pt x="19" y="37"/>
                    <a:pt x="19" y="37"/>
                  </a:cubicBezTo>
                  <a:cubicBezTo>
                    <a:pt x="20" y="37"/>
                    <a:pt x="20" y="37"/>
                    <a:pt x="20" y="37"/>
                  </a:cubicBezTo>
                  <a:cubicBezTo>
                    <a:pt x="22" y="38"/>
                    <a:pt x="24" y="38"/>
                    <a:pt x="27" y="38"/>
                  </a:cubicBezTo>
                  <a:cubicBezTo>
                    <a:pt x="28" y="38"/>
                    <a:pt x="28" y="38"/>
                    <a:pt x="28" y="38"/>
                  </a:cubicBezTo>
                  <a:cubicBezTo>
                    <a:pt x="29" y="38"/>
                    <a:pt x="30" y="38"/>
                    <a:pt x="32" y="38"/>
                  </a:cubicBezTo>
                  <a:cubicBezTo>
                    <a:pt x="32" y="38"/>
                    <a:pt x="32" y="38"/>
                    <a:pt x="32" y="38"/>
                  </a:cubicBezTo>
                  <a:cubicBezTo>
                    <a:pt x="32" y="38"/>
                    <a:pt x="32" y="38"/>
                    <a:pt x="32" y="38"/>
                  </a:cubicBezTo>
                  <a:cubicBezTo>
                    <a:pt x="33" y="38"/>
                    <a:pt x="33" y="38"/>
                    <a:pt x="33" y="38"/>
                  </a:cubicBezTo>
                  <a:cubicBezTo>
                    <a:pt x="33" y="38"/>
                    <a:pt x="33" y="38"/>
                    <a:pt x="33" y="38"/>
                  </a:cubicBezTo>
                  <a:cubicBezTo>
                    <a:pt x="33" y="38"/>
                    <a:pt x="33" y="38"/>
                    <a:pt x="33" y="38"/>
                  </a:cubicBezTo>
                  <a:cubicBezTo>
                    <a:pt x="34" y="38"/>
                    <a:pt x="34" y="38"/>
                    <a:pt x="34" y="38"/>
                  </a:cubicBezTo>
                  <a:cubicBezTo>
                    <a:pt x="36" y="38"/>
                    <a:pt x="36" y="38"/>
                    <a:pt x="36" y="38"/>
                  </a:cubicBezTo>
                  <a:cubicBezTo>
                    <a:pt x="36" y="38"/>
                    <a:pt x="36" y="38"/>
                    <a:pt x="36" y="38"/>
                  </a:cubicBezTo>
                  <a:cubicBezTo>
                    <a:pt x="36" y="38"/>
                    <a:pt x="36" y="38"/>
                    <a:pt x="36" y="38"/>
                  </a:cubicBezTo>
                  <a:cubicBezTo>
                    <a:pt x="39" y="38"/>
                    <a:pt x="39" y="38"/>
                    <a:pt x="39" y="38"/>
                  </a:cubicBezTo>
                  <a:cubicBezTo>
                    <a:pt x="45" y="38"/>
                    <a:pt x="45" y="38"/>
                    <a:pt x="45" y="38"/>
                  </a:cubicBezTo>
                  <a:cubicBezTo>
                    <a:pt x="45" y="37"/>
                    <a:pt x="45" y="37"/>
                    <a:pt x="45" y="37"/>
                  </a:cubicBezTo>
                  <a:cubicBezTo>
                    <a:pt x="44" y="36"/>
                    <a:pt x="44" y="36"/>
                    <a:pt x="44" y="36"/>
                  </a:cubicBezTo>
                  <a:cubicBezTo>
                    <a:pt x="44" y="36"/>
                    <a:pt x="44" y="36"/>
                    <a:pt x="44" y="36"/>
                  </a:cubicBezTo>
                  <a:cubicBezTo>
                    <a:pt x="33" y="36"/>
                    <a:pt x="33" y="36"/>
                    <a:pt x="33" y="36"/>
                  </a:cubicBezTo>
                  <a:cubicBezTo>
                    <a:pt x="7" y="36"/>
                    <a:pt x="7" y="36"/>
                    <a:pt x="7" y="36"/>
                  </a:cubicBezTo>
                  <a:cubicBezTo>
                    <a:pt x="6" y="36"/>
                    <a:pt x="6" y="36"/>
                    <a:pt x="6" y="36"/>
                  </a:cubicBezTo>
                  <a:cubicBezTo>
                    <a:pt x="7" y="36"/>
                    <a:pt x="7" y="36"/>
                    <a:pt x="7" y="36"/>
                  </a:cubicBezTo>
                  <a:lnTo>
                    <a:pt x="7" y="37"/>
                  </a:lnTo>
                  <a:close/>
                  <a:moveTo>
                    <a:pt x="43" y="40"/>
                  </a:moveTo>
                  <a:cubicBezTo>
                    <a:pt x="42" y="39"/>
                    <a:pt x="42" y="39"/>
                    <a:pt x="42" y="39"/>
                  </a:cubicBezTo>
                  <a:cubicBezTo>
                    <a:pt x="42" y="39"/>
                    <a:pt x="42" y="39"/>
                    <a:pt x="42" y="39"/>
                  </a:cubicBezTo>
                  <a:cubicBezTo>
                    <a:pt x="42" y="38"/>
                    <a:pt x="42" y="38"/>
                    <a:pt x="42" y="38"/>
                  </a:cubicBezTo>
                  <a:cubicBezTo>
                    <a:pt x="42" y="38"/>
                    <a:pt x="42" y="38"/>
                    <a:pt x="42" y="38"/>
                  </a:cubicBezTo>
                  <a:cubicBezTo>
                    <a:pt x="39" y="38"/>
                    <a:pt x="39" y="38"/>
                    <a:pt x="39" y="38"/>
                  </a:cubicBezTo>
                  <a:cubicBezTo>
                    <a:pt x="36" y="38"/>
                    <a:pt x="36" y="38"/>
                    <a:pt x="36" y="38"/>
                  </a:cubicBezTo>
                  <a:cubicBezTo>
                    <a:pt x="37" y="39"/>
                    <a:pt x="37" y="39"/>
                    <a:pt x="37" y="39"/>
                  </a:cubicBezTo>
                  <a:cubicBezTo>
                    <a:pt x="38" y="39"/>
                    <a:pt x="38" y="39"/>
                    <a:pt x="38" y="39"/>
                  </a:cubicBezTo>
                  <a:cubicBezTo>
                    <a:pt x="38" y="39"/>
                    <a:pt x="38" y="39"/>
                    <a:pt x="38" y="39"/>
                  </a:cubicBezTo>
                  <a:cubicBezTo>
                    <a:pt x="38" y="39"/>
                    <a:pt x="38" y="39"/>
                    <a:pt x="38" y="39"/>
                  </a:cubicBezTo>
                  <a:cubicBezTo>
                    <a:pt x="38" y="40"/>
                    <a:pt x="38" y="40"/>
                    <a:pt x="38" y="40"/>
                  </a:cubicBezTo>
                  <a:cubicBezTo>
                    <a:pt x="38" y="40"/>
                    <a:pt x="38" y="40"/>
                    <a:pt x="38" y="40"/>
                  </a:cubicBezTo>
                  <a:cubicBezTo>
                    <a:pt x="38" y="40"/>
                    <a:pt x="38" y="40"/>
                    <a:pt x="38" y="40"/>
                  </a:cubicBezTo>
                  <a:cubicBezTo>
                    <a:pt x="39" y="41"/>
                    <a:pt x="39" y="41"/>
                    <a:pt x="39" y="41"/>
                  </a:cubicBezTo>
                  <a:cubicBezTo>
                    <a:pt x="39" y="41"/>
                    <a:pt x="39" y="41"/>
                    <a:pt x="39" y="41"/>
                  </a:cubicBezTo>
                  <a:cubicBezTo>
                    <a:pt x="39" y="42"/>
                    <a:pt x="39" y="42"/>
                    <a:pt x="39" y="42"/>
                  </a:cubicBezTo>
                  <a:cubicBezTo>
                    <a:pt x="39" y="42"/>
                    <a:pt x="39" y="42"/>
                    <a:pt x="39" y="42"/>
                  </a:cubicBezTo>
                  <a:cubicBezTo>
                    <a:pt x="40" y="42"/>
                    <a:pt x="40" y="42"/>
                    <a:pt x="40" y="42"/>
                  </a:cubicBezTo>
                  <a:cubicBezTo>
                    <a:pt x="40" y="42"/>
                    <a:pt x="40" y="42"/>
                    <a:pt x="40" y="42"/>
                  </a:cubicBezTo>
                  <a:cubicBezTo>
                    <a:pt x="40" y="42"/>
                    <a:pt x="40" y="42"/>
                    <a:pt x="40" y="42"/>
                  </a:cubicBezTo>
                  <a:cubicBezTo>
                    <a:pt x="40" y="42"/>
                    <a:pt x="40" y="42"/>
                    <a:pt x="40" y="42"/>
                  </a:cubicBezTo>
                  <a:cubicBezTo>
                    <a:pt x="40" y="42"/>
                    <a:pt x="40" y="42"/>
                    <a:pt x="40" y="42"/>
                  </a:cubicBezTo>
                  <a:cubicBezTo>
                    <a:pt x="41" y="42"/>
                    <a:pt x="41" y="42"/>
                    <a:pt x="41" y="42"/>
                  </a:cubicBezTo>
                  <a:cubicBezTo>
                    <a:pt x="41" y="42"/>
                    <a:pt x="41" y="42"/>
                    <a:pt x="41" y="42"/>
                  </a:cubicBezTo>
                  <a:cubicBezTo>
                    <a:pt x="41" y="42"/>
                    <a:pt x="41" y="42"/>
                    <a:pt x="41" y="42"/>
                  </a:cubicBezTo>
                  <a:cubicBezTo>
                    <a:pt x="41" y="42"/>
                    <a:pt x="41" y="42"/>
                    <a:pt x="41" y="42"/>
                  </a:cubicBezTo>
                  <a:cubicBezTo>
                    <a:pt x="42" y="41"/>
                    <a:pt x="42" y="41"/>
                    <a:pt x="42" y="41"/>
                  </a:cubicBezTo>
                  <a:cubicBezTo>
                    <a:pt x="42" y="41"/>
                    <a:pt x="42" y="41"/>
                    <a:pt x="42" y="41"/>
                  </a:cubicBezTo>
                  <a:cubicBezTo>
                    <a:pt x="42" y="41"/>
                    <a:pt x="42" y="41"/>
                    <a:pt x="42" y="41"/>
                  </a:cubicBezTo>
                  <a:cubicBezTo>
                    <a:pt x="43" y="41"/>
                    <a:pt x="43" y="41"/>
                    <a:pt x="43" y="41"/>
                  </a:cubicBezTo>
                  <a:cubicBezTo>
                    <a:pt x="43" y="40"/>
                    <a:pt x="43" y="40"/>
                    <a:pt x="43" y="40"/>
                  </a:cubicBezTo>
                  <a:close/>
                  <a:moveTo>
                    <a:pt x="29" y="40"/>
                  </a:moveTo>
                  <a:cubicBezTo>
                    <a:pt x="30" y="40"/>
                    <a:pt x="30" y="40"/>
                    <a:pt x="30" y="40"/>
                  </a:cubicBezTo>
                  <a:cubicBezTo>
                    <a:pt x="30" y="40"/>
                    <a:pt x="30" y="40"/>
                    <a:pt x="30" y="40"/>
                  </a:cubicBezTo>
                  <a:cubicBezTo>
                    <a:pt x="31" y="40"/>
                    <a:pt x="31" y="40"/>
                    <a:pt x="31" y="40"/>
                  </a:cubicBezTo>
                  <a:cubicBezTo>
                    <a:pt x="31" y="40"/>
                    <a:pt x="31" y="40"/>
                    <a:pt x="31" y="40"/>
                  </a:cubicBezTo>
                  <a:cubicBezTo>
                    <a:pt x="31" y="40"/>
                    <a:pt x="31" y="40"/>
                    <a:pt x="31" y="40"/>
                  </a:cubicBezTo>
                  <a:cubicBezTo>
                    <a:pt x="32" y="41"/>
                    <a:pt x="33" y="43"/>
                    <a:pt x="34" y="43"/>
                  </a:cubicBezTo>
                  <a:cubicBezTo>
                    <a:pt x="34" y="42"/>
                    <a:pt x="34" y="41"/>
                    <a:pt x="34" y="40"/>
                  </a:cubicBezTo>
                  <a:cubicBezTo>
                    <a:pt x="33" y="39"/>
                    <a:pt x="33" y="39"/>
                    <a:pt x="33" y="39"/>
                  </a:cubicBezTo>
                  <a:cubicBezTo>
                    <a:pt x="33" y="39"/>
                    <a:pt x="33" y="39"/>
                    <a:pt x="33" y="39"/>
                  </a:cubicBezTo>
                  <a:cubicBezTo>
                    <a:pt x="33" y="39"/>
                    <a:pt x="33" y="39"/>
                    <a:pt x="33" y="39"/>
                  </a:cubicBezTo>
                  <a:cubicBezTo>
                    <a:pt x="33" y="39"/>
                    <a:pt x="33" y="39"/>
                    <a:pt x="33" y="39"/>
                  </a:cubicBezTo>
                  <a:cubicBezTo>
                    <a:pt x="32" y="39"/>
                    <a:pt x="32" y="39"/>
                    <a:pt x="32" y="39"/>
                  </a:cubicBezTo>
                  <a:cubicBezTo>
                    <a:pt x="30" y="39"/>
                    <a:pt x="29" y="39"/>
                    <a:pt x="28" y="39"/>
                  </a:cubicBezTo>
                  <a:cubicBezTo>
                    <a:pt x="27" y="39"/>
                    <a:pt x="27" y="39"/>
                    <a:pt x="27" y="39"/>
                  </a:cubicBezTo>
                  <a:cubicBezTo>
                    <a:pt x="25" y="38"/>
                    <a:pt x="25" y="38"/>
                    <a:pt x="25" y="38"/>
                  </a:cubicBezTo>
                  <a:cubicBezTo>
                    <a:pt x="25" y="39"/>
                    <a:pt x="25" y="39"/>
                    <a:pt x="25" y="39"/>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0"/>
                    <a:pt x="23" y="40"/>
                    <a:pt x="23" y="40"/>
                  </a:cubicBezTo>
                  <a:cubicBezTo>
                    <a:pt x="25" y="38"/>
                    <a:pt x="25" y="38"/>
                    <a:pt x="25" y="38"/>
                  </a:cubicBezTo>
                  <a:cubicBezTo>
                    <a:pt x="23" y="38"/>
                    <a:pt x="22" y="38"/>
                    <a:pt x="21" y="38"/>
                  </a:cubicBezTo>
                  <a:cubicBezTo>
                    <a:pt x="21" y="39"/>
                    <a:pt x="21" y="39"/>
                    <a:pt x="21" y="39"/>
                  </a:cubicBezTo>
                  <a:cubicBezTo>
                    <a:pt x="21" y="39"/>
                    <a:pt x="21" y="39"/>
                    <a:pt x="21" y="39"/>
                  </a:cubicBezTo>
                  <a:cubicBezTo>
                    <a:pt x="20" y="39"/>
                    <a:pt x="20" y="39"/>
                    <a:pt x="20" y="39"/>
                  </a:cubicBezTo>
                  <a:cubicBezTo>
                    <a:pt x="20" y="41"/>
                    <a:pt x="20" y="41"/>
                    <a:pt x="20" y="41"/>
                  </a:cubicBezTo>
                  <a:cubicBezTo>
                    <a:pt x="20" y="41"/>
                    <a:pt x="20" y="41"/>
                    <a:pt x="20" y="41"/>
                  </a:cubicBezTo>
                  <a:cubicBezTo>
                    <a:pt x="20" y="41"/>
                    <a:pt x="20" y="41"/>
                    <a:pt x="20" y="41"/>
                  </a:cubicBezTo>
                  <a:cubicBezTo>
                    <a:pt x="20" y="41"/>
                    <a:pt x="20" y="41"/>
                    <a:pt x="20" y="41"/>
                  </a:cubicBezTo>
                  <a:cubicBezTo>
                    <a:pt x="23" y="41"/>
                    <a:pt x="23" y="41"/>
                    <a:pt x="23" y="41"/>
                  </a:cubicBezTo>
                  <a:cubicBezTo>
                    <a:pt x="23" y="41"/>
                    <a:pt x="23" y="41"/>
                    <a:pt x="23" y="41"/>
                  </a:cubicBezTo>
                  <a:cubicBezTo>
                    <a:pt x="23" y="42"/>
                    <a:pt x="24" y="42"/>
                    <a:pt x="26" y="42"/>
                  </a:cubicBezTo>
                  <a:cubicBezTo>
                    <a:pt x="27" y="42"/>
                    <a:pt x="27" y="42"/>
                    <a:pt x="27" y="42"/>
                  </a:cubicBezTo>
                  <a:cubicBezTo>
                    <a:pt x="27" y="42"/>
                    <a:pt x="28" y="41"/>
                    <a:pt x="29" y="40"/>
                  </a:cubicBezTo>
                  <a:moveTo>
                    <a:pt x="46" y="42"/>
                  </a:moveTo>
                  <a:cubicBezTo>
                    <a:pt x="46" y="42"/>
                    <a:pt x="46" y="42"/>
                    <a:pt x="46" y="42"/>
                  </a:cubicBezTo>
                  <a:cubicBezTo>
                    <a:pt x="45" y="42"/>
                    <a:pt x="45" y="42"/>
                    <a:pt x="45" y="42"/>
                  </a:cubicBezTo>
                  <a:cubicBezTo>
                    <a:pt x="44" y="42"/>
                    <a:pt x="44" y="42"/>
                    <a:pt x="44" y="42"/>
                  </a:cubicBezTo>
                  <a:cubicBezTo>
                    <a:pt x="44" y="42"/>
                    <a:pt x="43" y="43"/>
                    <a:pt x="43" y="43"/>
                  </a:cubicBezTo>
                  <a:cubicBezTo>
                    <a:pt x="42" y="43"/>
                    <a:pt x="42" y="43"/>
                    <a:pt x="42" y="43"/>
                  </a:cubicBezTo>
                  <a:cubicBezTo>
                    <a:pt x="42" y="43"/>
                    <a:pt x="42" y="43"/>
                    <a:pt x="42" y="43"/>
                  </a:cubicBezTo>
                  <a:cubicBezTo>
                    <a:pt x="42" y="43"/>
                    <a:pt x="42" y="43"/>
                    <a:pt x="42" y="43"/>
                  </a:cubicBezTo>
                  <a:cubicBezTo>
                    <a:pt x="42" y="43"/>
                    <a:pt x="42" y="43"/>
                    <a:pt x="42" y="43"/>
                  </a:cubicBezTo>
                  <a:cubicBezTo>
                    <a:pt x="42" y="42"/>
                    <a:pt x="42" y="42"/>
                    <a:pt x="42" y="42"/>
                  </a:cubicBezTo>
                  <a:cubicBezTo>
                    <a:pt x="42" y="42"/>
                    <a:pt x="42" y="42"/>
                    <a:pt x="42" y="42"/>
                  </a:cubicBezTo>
                  <a:cubicBezTo>
                    <a:pt x="41" y="43"/>
                    <a:pt x="41" y="43"/>
                    <a:pt x="41" y="43"/>
                  </a:cubicBezTo>
                  <a:cubicBezTo>
                    <a:pt x="41" y="43"/>
                    <a:pt x="41" y="43"/>
                    <a:pt x="41" y="43"/>
                  </a:cubicBezTo>
                  <a:cubicBezTo>
                    <a:pt x="40" y="43"/>
                    <a:pt x="40" y="43"/>
                    <a:pt x="40" y="43"/>
                  </a:cubicBezTo>
                  <a:cubicBezTo>
                    <a:pt x="39" y="42"/>
                    <a:pt x="39" y="42"/>
                    <a:pt x="39" y="42"/>
                  </a:cubicBezTo>
                  <a:cubicBezTo>
                    <a:pt x="37" y="42"/>
                    <a:pt x="37" y="42"/>
                    <a:pt x="37" y="42"/>
                  </a:cubicBezTo>
                  <a:cubicBezTo>
                    <a:pt x="37" y="42"/>
                    <a:pt x="37" y="42"/>
                    <a:pt x="37" y="42"/>
                  </a:cubicBezTo>
                  <a:cubicBezTo>
                    <a:pt x="35" y="41"/>
                    <a:pt x="35" y="41"/>
                    <a:pt x="35" y="41"/>
                  </a:cubicBezTo>
                  <a:cubicBezTo>
                    <a:pt x="35" y="41"/>
                    <a:pt x="35" y="41"/>
                    <a:pt x="35" y="41"/>
                  </a:cubicBezTo>
                  <a:cubicBezTo>
                    <a:pt x="35" y="41"/>
                    <a:pt x="35" y="41"/>
                    <a:pt x="35" y="41"/>
                  </a:cubicBezTo>
                  <a:cubicBezTo>
                    <a:pt x="35" y="40"/>
                    <a:pt x="35" y="40"/>
                    <a:pt x="35" y="40"/>
                  </a:cubicBezTo>
                  <a:cubicBezTo>
                    <a:pt x="35" y="41"/>
                    <a:pt x="35" y="42"/>
                    <a:pt x="34" y="43"/>
                  </a:cubicBezTo>
                  <a:cubicBezTo>
                    <a:pt x="34" y="43"/>
                    <a:pt x="34" y="43"/>
                    <a:pt x="34" y="43"/>
                  </a:cubicBezTo>
                  <a:cubicBezTo>
                    <a:pt x="34" y="43"/>
                    <a:pt x="34" y="43"/>
                    <a:pt x="34" y="43"/>
                  </a:cubicBezTo>
                  <a:cubicBezTo>
                    <a:pt x="34" y="43"/>
                    <a:pt x="34" y="43"/>
                    <a:pt x="34" y="43"/>
                  </a:cubicBezTo>
                  <a:cubicBezTo>
                    <a:pt x="32" y="43"/>
                    <a:pt x="31" y="41"/>
                    <a:pt x="31" y="40"/>
                  </a:cubicBezTo>
                  <a:cubicBezTo>
                    <a:pt x="30" y="40"/>
                    <a:pt x="30" y="40"/>
                    <a:pt x="30" y="40"/>
                  </a:cubicBezTo>
                  <a:cubicBezTo>
                    <a:pt x="30" y="40"/>
                    <a:pt x="30" y="40"/>
                    <a:pt x="30" y="40"/>
                  </a:cubicBezTo>
                  <a:cubicBezTo>
                    <a:pt x="29" y="40"/>
                    <a:pt x="29" y="40"/>
                    <a:pt x="29" y="40"/>
                  </a:cubicBezTo>
                  <a:cubicBezTo>
                    <a:pt x="27" y="43"/>
                    <a:pt x="27" y="43"/>
                    <a:pt x="27" y="43"/>
                  </a:cubicBezTo>
                  <a:cubicBezTo>
                    <a:pt x="27" y="43"/>
                    <a:pt x="27" y="43"/>
                    <a:pt x="27" y="43"/>
                  </a:cubicBezTo>
                  <a:cubicBezTo>
                    <a:pt x="27" y="43"/>
                    <a:pt x="27" y="43"/>
                    <a:pt x="27" y="43"/>
                  </a:cubicBezTo>
                  <a:cubicBezTo>
                    <a:pt x="26" y="43"/>
                    <a:pt x="26" y="43"/>
                    <a:pt x="26" y="43"/>
                  </a:cubicBezTo>
                  <a:cubicBezTo>
                    <a:pt x="27" y="43"/>
                    <a:pt x="30" y="44"/>
                    <a:pt x="31" y="44"/>
                  </a:cubicBezTo>
                  <a:cubicBezTo>
                    <a:pt x="34" y="44"/>
                    <a:pt x="35" y="43"/>
                    <a:pt x="37" y="43"/>
                  </a:cubicBezTo>
                  <a:cubicBezTo>
                    <a:pt x="39" y="43"/>
                    <a:pt x="40" y="43"/>
                    <a:pt x="42" y="44"/>
                  </a:cubicBezTo>
                  <a:cubicBezTo>
                    <a:pt x="43" y="44"/>
                    <a:pt x="44" y="44"/>
                    <a:pt x="45" y="44"/>
                  </a:cubicBezTo>
                  <a:cubicBezTo>
                    <a:pt x="46" y="44"/>
                    <a:pt x="46" y="44"/>
                    <a:pt x="46" y="44"/>
                  </a:cubicBezTo>
                  <a:cubicBezTo>
                    <a:pt x="46" y="44"/>
                    <a:pt x="46" y="44"/>
                    <a:pt x="46" y="44"/>
                  </a:cubicBezTo>
                  <a:cubicBezTo>
                    <a:pt x="46" y="44"/>
                    <a:pt x="46" y="44"/>
                    <a:pt x="46" y="44"/>
                  </a:cubicBezTo>
                  <a:lnTo>
                    <a:pt x="46" y="42"/>
                  </a:lnTo>
                  <a:close/>
                  <a:moveTo>
                    <a:pt x="22" y="42"/>
                  </a:moveTo>
                  <a:cubicBezTo>
                    <a:pt x="20" y="42"/>
                    <a:pt x="20" y="42"/>
                    <a:pt x="20" y="42"/>
                  </a:cubicBezTo>
                  <a:cubicBezTo>
                    <a:pt x="20" y="42"/>
                    <a:pt x="20" y="42"/>
                    <a:pt x="20" y="42"/>
                  </a:cubicBezTo>
                  <a:cubicBezTo>
                    <a:pt x="20" y="44"/>
                    <a:pt x="20" y="44"/>
                    <a:pt x="20" y="44"/>
                  </a:cubicBezTo>
                  <a:cubicBezTo>
                    <a:pt x="20" y="44"/>
                    <a:pt x="20" y="44"/>
                    <a:pt x="20" y="44"/>
                  </a:cubicBezTo>
                  <a:cubicBezTo>
                    <a:pt x="19" y="44"/>
                    <a:pt x="19" y="44"/>
                    <a:pt x="19" y="44"/>
                  </a:cubicBezTo>
                  <a:cubicBezTo>
                    <a:pt x="19" y="44"/>
                    <a:pt x="19" y="44"/>
                    <a:pt x="19" y="44"/>
                  </a:cubicBezTo>
                  <a:cubicBezTo>
                    <a:pt x="18" y="44"/>
                    <a:pt x="18" y="44"/>
                    <a:pt x="18" y="44"/>
                  </a:cubicBezTo>
                  <a:cubicBezTo>
                    <a:pt x="18" y="44"/>
                    <a:pt x="18" y="44"/>
                    <a:pt x="18" y="44"/>
                  </a:cubicBezTo>
                  <a:cubicBezTo>
                    <a:pt x="17" y="44"/>
                    <a:pt x="17" y="44"/>
                    <a:pt x="17" y="44"/>
                  </a:cubicBezTo>
                  <a:cubicBezTo>
                    <a:pt x="16" y="44"/>
                    <a:pt x="16" y="44"/>
                    <a:pt x="16" y="44"/>
                  </a:cubicBezTo>
                  <a:cubicBezTo>
                    <a:pt x="16" y="44"/>
                    <a:pt x="16" y="44"/>
                    <a:pt x="16" y="44"/>
                  </a:cubicBezTo>
                  <a:cubicBezTo>
                    <a:pt x="16" y="44"/>
                    <a:pt x="16" y="44"/>
                    <a:pt x="16" y="44"/>
                  </a:cubicBezTo>
                  <a:cubicBezTo>
                    <a:pt x="15" y="43"/>
                    <a:pt x="15" y="43"/>
                    <a:pt x="15" y="43"/>
                  </a:cubicBezTo>
                  <a:cubicBezTo>
                    <a:pt x="15" y="43"/>
                    <a:pt x="15" y="43"/>
                    <a:pt x="15" y="43"/>
                  </a:cubicBezTo>
                  <a:cubicBezTo>
                    <a:pt x="15" y="43"/>
                    <a:pt x="15" y="43"/>
                    <a:pt x="15" y="43"/>
                  </a:cubicBezTo>
                  <a:cubicBezTo>
                    <a:pt x="14" y="42"/>
                    <a:pt x="14" y="42"/>
                    <a:pt x="14" y="42"/>
                  </a:cubicBezTo>
                  <a:cubicBezTo>
                    <a:pt x="14" y="42"/>
                    <a:pt x="14" y="42"/>
                    <a:pt x="14" y="42"/>
                  </a:cubicBezTo>
                  <a:cubicBezTo>
                    <a:pt x="14" y="42"/>
                    <a:pt x="14" y="42"/>
                    <a:pt x="14" y="42"/>
                  </a:cubicBezTo>
                  <a:cubicBezTo>
                    <a:pt x="13" y="42"/>
                    <a:pt x="13" y="42"/>
                    <a:pt x="13" y="42"/>
                  </a:cubicBezTo>
                  <a:cubicBezTo>
                    <a:pt x="13" y="41"/>
                    <a:pt x="13" y="41"/>
                    <a:pt x="13" y="41"/>
                  </a:cubicBezTo>
                  <a:cubicBezTo>
                    <a:pt x="13" y="41"/>
                    <a:pt x="13" y="41"/>
                    <a:pt x="13" y="41"/>
                  </a:cubicBezTo>
                  <a:cubicBezTo>
                    <a:pt x="13" y="40"/>
                    <a:pt x="13" y="40"/>
                    <a:pt x="13" y="40"/>
                  </a:cubicBezTo>
                  <a:cubicBezTo>
                    <a:pt x="11" y="42"/>
                    <a:pt x="11" y="42"/>
                    <a:pt x="11" y="42"/>
                  </a:cubicBezTo>
                  <a:cubicBezTo>
                    <a:pt x="11" y="42"/>
                    <a:pt x="11" y="42"/>
                    <a:pt x="11" y="42"/>
                  </a:cubicBezTo>
                  <a:cubicBezTo>
                    <a:pt x="11" y="42"/>
                    <a:pt x="11" y="42"/>
                    <a:pt x="11" y="42"/>
                  </a:cubicBezTo>
                  <a:cubicBezTo>
                    <a:pt x="10" y="42"/>
                    <a:pt x="10" y="42"/>
                    <a:pt x="10" y="42"/>
                  </a:cubicBezTo>
                  <a:cubicBezTo>
                    <a:pt x="8" y="44"/>
                    <a:pt x="8" y="44"/>
                    <a:pt x="8" y="44"/>
                  </a:cubicBezTo>
                  <a:cubicBezTo>
                    <a:pt x="8" y="44"/>
                    <a:pt x="8" y="44"/>
                    <a:pt x="8" y="44"/>
                  </a:cubicBezTo>
                  <a:cubicBezTo>
                    <a:pt x="7" y="44"/>
                    <a:pt x="7" y="44"/>
                    <a:pt x="7" y="44"/>
                  </a:cubicBezTo>
                  <a:cubicBezTo>
                    <a:pt x="6" y="44"/>
                    <a:pt x="6" y="44"/>
                    <a:pt x="6" y="44"/>
                  </a:cubicBezTo>
                  <a:cubicBezTo>
                    <a:pt x="6" y="44"/>
                    <a:pt x="6" y="44"/>
                    <a:pt x="6" y="44"/>
                  </a:cubicBezTo>
                  <a:cubicBezTo>
                    <a:pt x="6" y="44"/>
                    <a:pt x="6" y="44"/>
                    <a:pt x="6" y="44"/>
                  </a:cubicBezTo>
                  <a:cubicBezTo>
                    <a:pt x="5" y="43"/>
                    <a:pt x="5" y="43"/>
                    <a:pt x="4" y="42"/>
                  </a:cubicBezTo>
                  <a:cubicBezTo>
                    <a:pt x="4" y="42"/>
                    <a:pt x="3" y="43"/>
                    <a:pt x="1" y="44"/>
                  </a:cubicBezTo>
                  <a:cubicBezTo>
                    <a:pt x="2" y="44"/>
                    <a:pt x="2" y="44"/>
                    <a:pt x="2" y="44"/>
                  </a:cubicBezTo>
                  <a:cubicBezTo>
                    <a:pt x="3" y="44"/>
                    <a:pt x="3" y="44"/>
                    <a:pt x="5" y="45"/>
                  </a:cubicBezTo>
                  <a:cubicBezTo>
                    <a:pt x="5" y="45"/>
                    <a:pt x="5" y="45"/>
                    <a:pt x="5" y="45"/>
                  </a:cubicBezTo>
                  <a:cubicBezTo>
                    <a:pt x="7" y="45"/>
                    <a:pt x="8" y="44"/>
                    <a:pt x="8" y="44"/>
                  </a:cubicBezTo>
                  <a:cubicBezTo>
                    <a:pt x="9" y="44"/>
                    <a:pt x="11" y="42"/>
                    <a:pt x="12" y="42"/>
                  </a:cubicBezTo>
                  <a:cubicBezTo>
                    <a:pt x="12" y="42"/>
                    <a:pt x="12" y="42"/>
                    <a:pt x="12" y="42"/>
                  </a:cubicBezTo>
                  <a:cubicBezTo>
                    <a:pt x="13" y="42"/>
                    <a:pt x="15" y="43"/>
                    <a:pt x="16" y="44"/>
                  </a:cubicBezTo>
                  <a:cubicBezTo>
                    <a:pt x="17" y="44"/>
                    <a:pt x="18" y="45"/>
                    <a:pt x="19" y="45"/>
                  </a:cubicBezTo>
                  <a:cubicBezTo>
                    <a:pt x="19" y="45"/>
                    <a:pt x="19" y="45"/>
                    <a:pt x="19" y="45"/>
                  </a:cubicBezTo>
                  <a:cubicBezTo>
                    <a:pt x="20" y="45"/>
                    <a:pt x="22" y="43"/>
                    <a:pt x="24" y="43"/>
                  </a:cubicBezTo>
                  <a:lnTo>
                    <a:pt x="22" y="42"/>
                  </a:lnTo>
                  <a:close/>
                  <a:moveTo>
                    <a:pt x="37" y="42"/>
                  </a:moveTo>
                  <a:cubicBezTo>
                    <a:pt x="39" y="42"/>
                    <a:pt x="39" y="42"/>
                    <a:pt x="39" y="42"/>
                  </a:cubicBezTo>
                  <a:cubicBezTo>
                    <a:pt x="39" y="42"/>
                    <a:pt x="39" y="42"/>
                    <a:pt x="39" y="42"/>
                  </a:cubicBezTo>
                  <a:cubicBezTo>
                    <a:pt x="38" y="41"/>
                    <a:pt x="38" y="41"/>
                    <a:pt x="38" y="41"/>
                  </a:cubicBezTo>
                  <a:cubicBezTo>
                    <a:pt x="38" y="41"/>
                    <a:pt x="38" y="41"/>
                    <a:pt x="38" y="41"/>
                  </a:cubicBezTo>
                  <a:cubicBezTo>
                    <a:pt x="38" y="41"/>
                    <a:pt x="38" y="41"/>
                    <a:pt x="38" y="41"/>
                  </a:cubicBezTo>
                  <a:cubicBezTo>
                    <a:pt x="38" y="40"/>
                    <a:pt x="38" y="40"/>
                    <a:pt x="38" y="40"/>
                  </a:cubicBezTo>
                  <a:cubicBezTo>
                    <a:pt x="37" y="40"/>
                    <a:pt x="37" y="40"/>
                    <a:pt x="37" y="40"/>
                  </a:cubicBezTo>
                  <a:cubicBezTo>
                    <a:pt x="37" y="40"/>
                    <a:pt x="37" y="40"/>
                    <a:pt x="37" y="40"/>
                  </a:cubicBezTo>
                  <a:cubicBezTo>
                    <a:pt x="36" y="38"/>
                    <a:pt x="36" y="38"/>
                    <a:pt x="36" y="38"/>
                  </a:cubicBezTo>
                  <a:cubicBezTo>
                    <a:pt x="34" y="39"/>
                    <a:pt x="34" y="39"/>
                    <a:pt x="34" y="39"/>
                  </a:cubicBezTo>
                  <a:cubicBezTo>
                    <a:pt x="34" y="39"/>
                    <a:pt x="34" y="39"/>
                    <a:pt x="34" y="39"/>
                  </a:cubicBezTo>
                  <a:cubicBezTo>
                    <a:pt x="35" y="39"/>
                    <a:pt x="35" y="39"/>
                    <a:pt x="35" y="39"/>
                  </a:cubicBezTo>
                  <a:cubicBezTo>
                    <a:pt x="35" y="40"/>
                    <a:pt x="35" y="40"/>
                    <a:pt x="35" y="40"/>
                  </a:cubicBezTo>
                  <a:cubicBezTo>
                    <a:pt x="35" y="40"/>
                    <a:pt x="35" y="40"/>
                    <a:pt x="35" y="40"/>
                  </a:cubicBezTo>
                  <a:cubicBezTo>
                    <a:pt x="35" y="40"/>
                    <a:pt x="35" y="40"/>
                    <a:pt x="35" y="40"/>
                  </a:cubicBezTo>
                  <a:cubicBezTo>
                    <a:pt x="35" y="40"/>
                    <a:pt x="35" y="40"/>
                    <a:pt x="35" y="40"/>
                  </a:cubicBezTo>
                  <a:cubicBezTo>
                    <a:pt x="36" y="40"/>
                    <a:pt x="36" y="40"/>
                    <a:pt x="36" y="40"/>
                  </a:cubicBezTo>
                  <a:cubicBezTo>
                    <a:pt x="36" y="40"/>
                    <a:pt x="36" y="40"/>
                    <a:pt x="36" y="40"/>
                  </a:cubicBezTo>
                  <a:cubicBezTo>
                    <a:pt x="36" y="41"/>
                    <a:pt x="36" y="41"/>
                    <a:pt x="36" y="41"/>
                  </a:cubicBezTo>
                  <a:lnTo>
                    <a:pt x="37" y="42"/>
                  </a:lnTo>
                  <a:close/>
                  <a:moveTo>
                    <a:pt x="17" y="21"/>
                  </a:moveTo>
                  <a:cubicBezTo>
                    <a:pt x="10" y="21"/>
                    <a:pt x="10" y="21"/>
                    <a:pt x="10" y="21"/>
                  </a:cubicBezTo>
                  <a:cubicBezTo>
                    <a:pt x="9" y="24"/>
                    <a:pt x="9" y="24"/>
                    <a:pt x="9" y="24"/>
                  </a:cubicBezTo>
                  <a:cubicBezTo>
                    <a:pt x="17" y="24"/>
                    <a:pt x="17" y="24"/>
                    <a:pt x="17" y="24"/>
                  </a:cubicBezTo>
                  <a:lnTo>
                    <a:pt x="17" y="21"/>
                  </a:lnTo>
                  <a:close/>
                  <a:moveTo>
                    <a:pt x="32" y="9"/>
                  </a:moveTo>
                  <a:cubicBezTo>
                    <a:pt x="32" y="10"/>
                    <a:pt x="32" y="10"/>
                    <a:pt x="32" y="10"/>
                  </a:cubicBezTo>
                  <a:cubicBezTo>
                    <a:pt x="39" y="10"/>
                    <a:pt x="39" y="10"/>
                    <a:pt x="39" y="10"/>
                  </a:cubicBezTo>
                  <a:cubicBezTo>
                    <a:pt x="38" y="9"/>
                    <a:pt x="38" y="9"/>
                    <a:pt x="38" y="9"/>
                  </a:cubicBezTo>
                  <a:lnTo>
                    <a:pt x="32" y="9"/>
                  </a:lnTo>
                  <a:close/>
                  <a:moveTo>
                    <a:pt x="39" y="14"/>
                  </a:moveTo>
                  <a:cubicBezTo>
                    <a:pt x="39" y="11"/>
                    <a:pt x="39" y="11"/>
                    <a:pt x="39" y="11"/>
                  </a:cubicBezTo>
                  <a:cubicBezTo>
                    <a:pt x="36" y="11"/>
                    <a:pt x="36" y="11"/>
                    <a:pt x="36" y="11"/>
                  </a:cubicBezTo>
                  <a:cubicBezTo>
                    <a:pt x="36" y="14"/>
                    <a:pt x="36" y="14"/>
                    <a:pt x="36" y="14"/>
                  </a:cubicBezTo>
                  <a:lnTo>
                    <a:pt x="39" y="14"/>
                  </a:lnTo>
                  <a:close/>
                  <a:moveTo>
                    <a:pt x="40" y="15"/>
                  </a:moveTo>
                  <a:cubicBezTo>
                    <a:pt x="33" y="15"/>
                    <a:pt x="33" y="15"/>
                    <a:pt x="33" y="15"/>
                  </a:cubicBezTo>
                  <a:cubicBezTo>
                    <a:pt x="33" y="17"/>
                    <a:pt x="33" y="17"/>
                    <a:pt x="33" y="17"/>
                  </a:cubicBezTo>
                  <a:cubicBezTo>
                    <a:pt x="40" y="17"/>
                    <a:pt x="40" y="17"/>
                    <a:pt x="40" y="17"/>
                  </a:cubicBezTo>
                  <a:lnTo>
                    <a:pt x="40" y="15"/>
                  </a:lnTo>
                  <a:close/>
                  <a:moveTo>
                    <a:pt x="34" y="24"/>
                  </a:moveTo>
                  <a:cubicBezTo>
                    <a:pt x="41" y="24"/>
                    <a:pt x="41" y="24"/>
                    <a:pt x="41" y="24"/>
                  </a:cubicBezTo>
                  <a:cubicBezTo>
                    <a:pt x="41" y="21"/>
                    <a:pt x="41" y="21"/>
                    <a:pt x="41" y="21"/>
                  </a:cubicBezTo>
                  <a:cubicBezTo>
                    <a:pt x="34" y="21"/>
                    <a:pt x="34" y="21"/>
                    <a:pt x="34" y="21"/>
                  </a:cubicBezTo>
                  <a:lnTo>
                    <a:pt x="34" y="24"/>
                  </a:lnTo>
                  <a:close/>
                  <a:moveTo>
                    <a:pt x="37" y="17"/>
                  </a:moveTo>
                  <a:cubicBezTo>
                    <a:pt x="37" y="20"/>
                    <a:pt x="37" y="20"/>
                    <a:pt x="37" y="20"/>
                  </a:cubicBezTo>
                  <a:cubicBezTo>
                    <a:pt x="41" y="20"/>
                    <a:pt x="41" y="20"/>
                    <a:pt x="41" y="20"/>
                  </a:cubicBezTo>
                  <a:cubicBezTo>
                    <a:pt x="40" y="17"/>
                    <a:pt x="40" y="17"/>
                    <a:pt x="40" y="17"/>
                  </a:cubicBezTo>
                  <a:lnTo>
                    <a:pt x="37" y="17"/>
                  </a:lnTo>
                  <a:close/>
                  <a:moveTo>
                    <a:pt x="13" y="17"/>
                  </a:moveTo>
                  <a:cubicBezTo>
                    <a:pt x="10" y="17"/>
                    <a:pt x="10" y="17"/>
                    <a:pt x="10" y="17"/>
                  </a:cubicBezTo>
                  <a:cubicBezTo>
                    <a:pt x="10" y="20"/>
                    <a:pt x="10" y="20"/>
                    <a:pt x="10" y="20"/>
                  </a:cubicBezTo>
                  <a:cubicBezTo>
                    <a:pt x="13" y="20"/>
                    <a:pt x="13" y="20"/>
                    <a:pt x="13" y="20"/>
                  </a:cubicBezTo>
                  <a:lnTo>
                    <a:pt x="13" y="17"/>
                  </a:lnTo>
                  <a:close/>
                  <a:moveTo>
                    <a:pt x="11" y="14"/>
                  </a:moveTo>
                  <a:cubicBezTo>
                    <a:pt x="14" y="14"/>
                    <a:pt x="14" y="14"/>
                    <a:pt x="14" y="14"/>
                  </a:cubicBezTo>
                  <a:cubicBezTo>
                    <a:pt x="14" y="11"/>
                    <a:pt x="14" y="11"/>
                    <a:pt x="14" y="11"/>
                  </a:cubicBezTo>
                  <a:cubicBezTo>
                    <a:pt x="12" y="11"/>
                    <a:pt x="12" y="11"/>
                    <a:pt x="12" y="11"/>
                  </a:cubicBezTo>
                  <a:lnTo>
                    <a:pt x="11" y="14"/>
                  </a:lnTo>
                  <a:close/>
                  <a:moveTo>
                    <a:pt x="18" y="15"/>
                  </a:moveTo>
                  <a:cubicBezTo>
                    <a:pt x="11" y="15"/>
                    <a:pt x="11" y="15"/>
                    <a:pt x="11" y="15"/>
                  </a:cubicBezTo>
                  <a:cubicBezTo>
                    <a:pt x="10" y="17"/>
                    <a:pt x="10" y="17"/>
                    <a:pt x="10" y="17"/>
                  </a:cubicBezTo>
                  <a:cubicBezTo>
                    <a:pt x="18" y="17"/>
                    <a:pt x="18" y="17"/>
                    <a:pt x="18" y="17"/>
                  </a:cubicBezTo>
                  <a:lnTo>
                    <a:pt x="18" y="15"/>
                  </a:lnTo>
                  <a:close/>
                  <a:moveTo>
                    <a:pt x="10" y="6"/>
                  </a:moveTo>
                  <a:cubicBezTo>
                    <a:pt x="12" y="8"/>
                    <a:pt x="12" y="8"/>
                    <a:pt x="12" y="8"/>
                  </a:cubicBezTo>
                  <a:cubicBezTo>
                    <a:pt x="38" y="8"/>
                    <a:pt x="38" y="8"/>
                    <a:pt x="38" y="8"/>
                  </a:cubicBezTo>
                  <a:cubicBezTo>
                    <a:pt x="38" y="8"/>
                    <a:pt x="38" y="8"/>
                    <a:pt x="38" y="8"/>
                  </a:cubicBezTo>
                  <a:cubicBezTo>
                    <a:pt x="40" y="6"/>
                    <a:pt x="40" y="6"/>
                    <a:pt x="40" y="6"/>
                  </a:cubicBezTo>
                  <a:lnTo>
                    <a:pt x="10" y="6"/>
                  </a:lnTo>
                  <a:close/>
                  <a:moveTo>
                    <a:pt x="18" y="9"/>
                  </a:moveTo>
                  <a:cubicBezTo>
                    <a:pt x="12" y="9"/>
                    <a:pt x="12" y="9"/>
                    <a:pt x="12" y="9"/>
                  </a:cubicBezTo>
                  <a:cubicBezTo>
                    <a:pt x="12" y="10"/>
                    <a:pt x="12" y="10"/>
                    <a:pt x="12" y="10"/>
                  </a:cubicBezTo>
                  <a:cubicBezTo>
                    <a:pt x="18" y="10"/>
                    <a:pt x="18" y="10"/>
                    <a:pt x="18" y="10"/>
                  </a:cubicBezTo>
                  <a:lnTo>
                    <a:pt x="18"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nvGrpSpPr>
          <p:cNvPr id="77" name="Grupo 76">
            <a:extLst>
              <a:ext uri="{FF2B5EF4-FFF2-40B4-BE49-F238E27FC236}">
                <a16:creationId xmlns:a16="http://schemas.microsoft.com/office/drawing/2014/main" id="{C7E6C8C9-6950-4DEF-B268-0D00DE44CC55}"/>
              </a:ext>
            </a:extLst>
          </p:cNvPr>
          <p:cNvGrpSpPr/>
          <p:nvPr userDrawn="1"/>
        </p:nvGrpSpPr>
        <p:grpSpPr>
          <a:xfrm>
            <a:off x="9269672" y="352811"/>
            <a:ext cx="1108652" cy="538385"/>
            <a:chOff x="3838575" y="2246313"/>
            <a:chExt cx="1931988" cy="938213"/>
          </a:xfrm>
        </p:grpSpPr>
        <p:sp>
          <p:nvSpPr>
            <p:cNvPr id="78" name="Rectangle 5">
              <a:extLst>
                <a:ext uri="{FF2B5EF4-FFF2-40B4-BE49-F238E27FC236}">
                  <a16:creationId xmlns:a16="http://schemas.microsoft.com/office/drawing/2014/main" id="{8C8CC6EB-EEB0-47BE-A33C-F13C6F96224C}"/>
                </a:ext>
              </a:extLst>
            </p:cNvPr>
            <p:cNvSpPr>
              <a:spLocks noChangeArrowheads="1"/>
            </p:cNvSpPr>
            <p:nvPr/>
          </p:nvSpPr>
          <p:spPr bwMode="auto">
            <a:xfrm>
              <a:off x="3838575" y="2246313"/>
              <a:ext cx="1931988" cy="938213"/>
            </a:xfrm>
            <a:prstGeom prst="rect">
              <a:avLst/>
            </a:prstGeom>
            <a:solidFill>
              <a:srgbClr val="00B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79" name="Freeform 37">
              <a:extLst>
                <a:ext uri="{FF2B5EF4-FFF2-40B4-BE49-F238E27FC236}">
                  <a16:creationId xmlns:a16="http://schemas.microsoft.com/office/drawing/2014/main" id="{554E81E8-3724-4C5F-8927-CFBC7665708D}"/>
                </a:ext>
              </a:extLst>
            </p:cNvPr>
            <p:cNvSpPr>
              <a:spLocks noEditPoints="1"/>
            </p:cNvSpPr>
            <p:nvPr/>
          </p:nvSpPr>
          <p:spPr bwMode="auto">
            <a:xfrm>
              <a:off x="3968750" y="2727325"/>
              <a:ext cx="1668463" cy="123825"/>
            </a:xfrm>
            <a:custGeom>
              <a:avLst/>
              <a:gdLst>
                <a:gd name="T0" fmla="*/ 768 w 770"/>
                <a:gd name="T1" fmla="*/ 17 h 57"/>
                <a:gd name="T2" fmla="*/ 743 w 770"/>
                <a:gd name="T3" fmla="*/ 44 h 57"/>
                <a:gd name="T4" fmla="*/ 715 w 770"/>
                <a:gd name="T5" fmla="*/ 22 h 57"/>
                <a:gd name="T6" fmla="*/ 720 w 770"/>
                <a:gd name="T7" fmla="*/ 17 h 57"/>
                <a:gd name="T8" fmla="*/ 704 w 770"/>
                <a:gd name="T9" fmla="*/ 51 h 57"/>
                <a:gd name="T10" fmla="*/ 689 w 770"/>
                <a:gd name="T11" fmla="*/ 56 h 57"/>
                <a:gd name="T12" fmla="*/ 669 w 770"/>
                <a:gd name="T13" fmla="*/ 20 h 57"/>
                <a:gd name="T14" fmla="*/ 662 w 770"/>
                <a:gd name="T15" fmla="*/ 48 h 57"/>
                <a:gd name="T16" fmla="*/ 662 w 770"/>
                <a:gd name="T17" fmla="*/ 17 h 57"/>
                <a:gd name="T18" fmla="*/ 607 w 770"/>
                <a:gd name="T19" fmla="*/ 17 h 57"/>
                <a:gd name="T20" fmla="*/ 593 w 770"/>
                <a:gd name="T21" fmla="*/ 17 h 57"/>
                <a:gd name="T22" fmla="*/ 597 w 770"/>
                <a:gd name="T23" fmla="*/ 56 h 57"/>
                <a:gd name="T24" fmla="*/ 610 w 770"/>
                <a:gd name="T25" fmla="*/ 56 h 57"/>
                <a:gd name="T26" fmla="*/ 563 w 770"/>
                <a:gd name="T27" fmla="*/ 51 h 57"/>
                <a:gd name="T28" fmla="*/ 560 w 770"/>
                <a:gd name="T29" fmla="*/ 29 h 57"/>
                <a:gd name="T30" fmla="*/ 568 w 770"/>
                <a:gd name="T31" fmla="*/ 17 h 57"/>
                <a:gd name="T32" fmla="*/ 569 w 770"/>
                <a:gd name="T33" fmla="*/ 56 h 57"/>
                <a:gd name="T34" fmla="*/ 511 w 770"/>
                <a:gd name="T35" fmla="*/ 17 h 57"/>
                <a:gd name="T36" fmla="*/ 504 w 770"/>
                <a:gd name="T37" fmla="*/ 54 h 57"/>
                <a:gd name="T38" fmla="*/ 504 w 770"/>
                <a:gd name="T39" fmla="*/ 29 h 57"/>
                <a:gd name="T40" fmla="*/ 453 w 770"/>
                <a:gd name="T41" fmla="*/ 17 h 57"/>
                <a:gd name="T42" fmla="*/ 430 w 770"/>
                <a:gd name="T43" fmla="*/ 17 h 57"/>
                <a:gd name="T44" fmla="*/ 422 w 770"/>
                <a:gd name="T45" fmla="*/ 56 h 57"/>
                <a:gd name="T46" fmla="*/ 379 w 770"/>
                <a:gd name="T47" fmla="*/ 41 h 57"/>
                <a:gd name="T48" fmla="*/ 395 w 770"/>
                <a:gd name="T49" fmla="*/ 56 h 57"/>
                <a:gd name="T50" fmla="*/ 350 w 770"/>
                <a:gd name="T51" fmla="*/ 56 h 57"/>
                <a:gd name="T52" fmla="*/ 377 w 770"/>
                <a:gd name="T53" fmla="*/ 52 h 57"/>
                <a:gd name="T54" fmla="*/ 347 w 770"/>
                <a:gd name="T55" fmla="*/ 20 h 57"/>
                <a:gd name="T56" fmla="*/ 327 w 770"/>
                <a:gd name="T57" fmla="*/ 56 h 57"/>
                <a:gd name="T58" fmla="*/ 310 w 770"/>
                <a:gd name="T59" fmla="*/ 28 h 57"/>
                <a:gd name="T60" fmla="*/ 320 w 770"/>
                <a:gd name="T61" fmla="*/ 52 h 57"/>
                <a:gd name="T62" fmla="*/ 284 w 770"/>
                <a:gd name="T63" fmla="*/ 17 h 57"/>
                <a:gd name="T64" fmla="*/ 303 w 770"/>
                <a:gd name="T65" fmla="*/ 52 h 57"/>
                <a:gd name="T66" fmla="*/ 275 w 770"/>
                <a:gd name="T67" fmla="*/ 45 h 57"/>
                <a:gd name="T68" fmla="*/ 271 w 770"/>
                <a:gd name="T69" fmla="*/ 42 h 57"/>
                <a:gd name="T70" fmla="*/ 270 w 770"/>
                <a:gd name="T71" fmla="*/ 27 h 57"/>
                <a:gd name="T72" fmla="*/ 245 w 770"/>
                <a:gd name="T73" fmla="*/ 52 h 57"/>
                <a:gd name="T74" fmla="*/ 238 w 770"/>
                <a:gd name="T75" fmla="*/ 20 h 57"/>
                <a:gd name="T76" fmla="*/ 218 w 770"/>
                <a:gd name="T77" fmla="*/ 56 h 57"/>
                <a:gd name="T78" fmla="*/ 199 w 770"/>
                <a:gd name="T79" fmla="*/ 35 h 57"/>
                <a:gd name="T80" fmla="*/ 171 w 770"/>
                <a:gd name="T81" fmla="*/ 21 h 57"/>
                <a:gd name="T82" fmla="*/ 177 w 770"/>
                <a:gd name="T83" fmla="*/ 34 h 57"/>
                <a:gd name="T84" fmla="*/ 211 w 770"/>
                <a:gd name="T85" fmla="*/ 20 h 57"/>
                <a:gd name="T86" fmla="*/ 145 w 770"/>
                <a:gd name="T87" fmla="*/ 38 h 57"/>
                <a:gd name="T88" fmla="*/ 138 w 770"/>
                <a:gd name="T89" fmla="*/ 21 h 57"/>
                <a:gd name="T90" fmla="*/ 131 w 770"/>
                <a:gd name="T91" fmla="*/ 21 h 57"/>
                <a:gd name="T92" fmla="*/ 102 w 770"/>
                <a:gd name="T93" fmla="*/ 35 h 57"/>
                <a:gd name="T94" fmla="*/ 108 w 770"/>
                <a:gd name="T95" fmla="*/ 22 h 57"/>
                <a:gd name="T96" fmla="*/ 115 w 770"/>
                <a:gd name="T97" fmla="*/ 54 h 57"/>
                <a:gd name="T98" fmla="*/ 62 w 770"/>
                <a:gd name="T99" fmla="*/ 21 h 57"/>
                <a:gd name="T100" fmla="*/ 27 w 770"/>
                <a:gd name="T101" fmla="*/ 20 h 57"/>
                <a:gd name="T102" fmla="*/ 40 w 770"/>
                <a:gd name="T103" fmla="*/ 51 h 57"/>
                <a:gd name="T104" fmla="*/ 69 w 770"/>
                <a:gd name="T105" fmla="*/ 21 h 57"/>
                <a:gd name="T106" fmla="*/ 20 w 770"/>
                <a:gd name="T107" fmla="*/ 17 h 57"/>
                <a:gd name="T108" fmla="*/ 20 w 770"/>
                <a:gd name="T109" fmla="*/ 5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70" h="57">
                  <a:moveTo>
                    <a:pt x="770" y="44"/>
                  </a:moveTo>
                  <a:cubicBezTo>
                    <a:pt x="770" y="31"/>
                    <a:pt x="750" y="35"/>
                    <a:pt x="750" y="27"/>
                  </a:cubicBezTo>
                  <a:cubicBezTo>
                    <a:pt x="750" y="23"/>
                    <a:pt x="752" y="21"/>
                    <a:pt x="758" y="21"/>
                  </a:cubicBezTo>
                  <a:cubicBezTo>
                    <a:pt x="759" y="21"/>
                    <a:pt x="761" y="21"/>
                    <a:pt x="762" y="21"/>
                  </a:cubicBezTo>
                  <a:cubicBezTo>
                    <a:pt x="763" y="23"/>
                    <a:pt x="763" y="25"/>
                    <a:pt x="763" y="28"/>
                  </a:cubicBezTo>
                  <a:cubicBezTo>
                    <a:pt x="768" y="28"/>
                    <a:pt x="768" y="28"/>
                    <a:pt x="768" y="28"/>
                  </a:cubicBezTo>
                  <a:cubicBezTo>
                    <a:pt x="768" y="17"/>
                    <a:pt x="768" y="17"/>
                    <a:pt x="768" y="17"/>
                  </a:cubicBezTo>
                  <a:cubicBezTo>
                    <a:pt x="765" y="16"/>
                    <a:pt x="761" y="16"/>
                    <a:pt x="758" y="16"/>
                  </a:cubicBezTo>
                  <a:cubicBezTo>
                    <a:pt x="748" y="16"/>
                    <a:pt x="742" y="21"/>
                    <a:pt x="742" y="28"/>
                  </a:cubicBezTo>
                  <a:cubicBezTo>
                    <a:pt x="742" y="40"/>
                    <a:pt x="763" y="36"/>
                    <a:pt x="763" y="45"/>
                  </a:cubicBezTo>
                  <a:cubicBezTo>
                    <a:pt x="763" y="50"/>
                    <a:pt x="758" y="51"/>
                    <a:pt x="754" y="51"/>
                  </a:cubicBezTo>
                  <a:cubicBezTo>
                    <a:pt x="752" y="51"/>
                    <a:pt x="750" y="51"/>
                    <a:pt x="749" y="51"/>
                  </a:cubicBezTo>
                  <a:cubicBezTo>
                    <a:pt x="748" y="49"/>
                    <a:pt x="748" y="47"/>
                    <a:pt x="748" y="44"/>
                  </a:cubicBezTo>
                  <a:cubicBezTo>
                    <a:pt x="743" y="44"/>
                    <a:pt x="743" y="44"/>
                    <a:pt x="743" y="44"/>
                  </a:cubicBezTo>
                  <a:cubicBezTo>
                    <a:pt x="743" y="55"/>
                    <a:pt x="743" y="55"/>
                    <a:pt x="743" y="55"/>
                  </a:cubicBezTo>
                  <a:cubicBezTo>
                    <a:pt x="746" y="56"/>
                    <a:pt x="750" y="57"/>
                    <a:pt x="753" y="57"/>
                  </a:cubicBezTo>
                  <a:cubicBezTo>
                    <a:pt x="763" y="57"/>
                    <a:pt x="770" y="52"/>
                    <a:pt x="770" y="44"/>
                  </a:cubicBezTo>
                  <a:moveTo>
                    <a:pt x="722" y="41"/>
                  </a:moveTo>
                  <a:cubicBezTo>
                    <a:pt x="708" y="41"/>
                    <a:pt x="708" y="41"/>
                    <a:pt x="708" y="41"/>
                  </a:cubicBezTo>
                  <a:cubicBezTo>
                    <a:pt x="713" y="29"/>
                    <a:pt x="713" y="29"/>
                    <a:pt x="713" y="29"/>
                  </a:cubicBezTo>
                  <a:cubicBezTo>
                    <a:pt x="713" y="27"/>
                    <a:pt x="714" y="24"/>
                    <a:pt x="715" y="22"/>
                  </a:cubicBezTo>
                  <a:cubicBezTo>
                    <a:pt x="715" y="22"/>
                    <a:pt x="715" y="22"/>
                    <a:pt x="715" y="22"/>
                  </a:cubicBezTo>
                  <a:cubicBezTo>
                    <a:pt x="715" y="24"/>
                    <a:pt x="716" y="27"/>
                    <a:pt x="717" y="29"/>
                  </a:cubicBezTo>
                  <a:lnTo>
                    <a:pt x="722" y="41"/>
                  </a:lnTo>
                  <a:close/>
                  <a:moveTo>
                    <a:pt x="737" y="56"/>
                  </a:moveTo>
                  <a:cubicBezTo>
                    <a:pt x="737" y="52"/>
                    <a:pt x="737" y="52"/>
                    <a:pt x="737" y="52"/>
                  </a:cubicBezTo>
                  <a:cubicBezTo>
                    <a:pt x="736" y="52"/>
                    <a:pt x="734" y="51"/>
                    <a:pt x="733" y="51"/>
                  </a:cubicBezTo>
                  <a:cubicBezTo>
                    <a:pt x="720" y="17"/>
                    <a:pt x="720" y="17"/>
                    <a:pt x="720" y="17"/>
                  </a:cubicBezTo>
                  <a:cubicBezTo>
                    <a:pt x="711" y="17"/>
                    <a:pt x="711" y="17"/>
                    <a:pt x="711" y="17"/>
                  </a:cubicBezTo>
                  <a:cubicBezTo>
                    <a:pt x="697" y="51"/>
                    <a:pt x="697" y="51"/>
                    <a:pt x="697" y="51"/>
                  </a:cubicBezTo>
                  <a:cubicBezTo>
                    <a:pt x="696" y="51"/>
                    <a:pt x="694" y="52"/>
                    <a:pt x="693" y="52"/>
                  </a:cubicBezTo>
                  <a:cubicBezTo>
                    <a:pt x="693" y="56"/>
                    <a:pt x="693" y="56"/>
                    <a:pt x="693" y="56"/>
                  </a:cubicBezTo>
                  <a:cubicBezTo>
                    <a:pt x="710" y="56"/>
                    <a:pt x="710" y="56"/>
                    <a:pt x="710" y="56"/>
                  </a:cubicBezTo>
                  <a:cubicBezTo>
                    <a:pt x="710" y="52"/>
                    <a:pt x="710" y="52"/>
                    <a:pt x="710" y="52"/>
                  </a:cubicBezTo>
                  <a:cubicBezTo>
                    <a:pt x="708" y="52"/>
                    <a:pt x="706" y="51"/>
                    <a:pt x="704" y="51"/>
                  </a:cubicBezTo>
                  <a:cubicBezTo>
                    <a:pt x="706" y="46"/>
                    <a:pt x="706" y="46"/>
                    <a:pt x="706" y="46"/>
                  </a:cubicBezTo>
                  <a:cubicBezTo>
                    <a:pt x="723" y="46"/>
                    <a:pt x="723" y="46"/>
                    <a:pt x="723" y="46"/>
                  </a:cubicBezTo>
                  <a:cubicBezTo>
                    <a:pt x="725" y="51"/>
                    <a:pt x="725" y="51"/>
                    <a:pt x="725" y="51"/>
                  </a:cubicBezTo>
                  <a:cubicBezTo>
                    <a:pt x="723" y="51"/>
                    <a:pt x="721" y="52"/>
                    <a:pt x="719" y="52"/>
                  </a:cubicBezTo>
                  <a:cubicBezTo>
                    <a:pt x="719" y="56"/>
                    <a:pt x="719" y="56"/>
                    <a:pt x="719" y="56"/>
                  </a:cubicBezTo>
                  <a:lnTo>
                    <a:pt x="737" y="56"/>
                  </a:lnTo>
                  <a:close/>
                  <a:moveTo>
                    <a:pt x="689" y="56"/>
                  </a:moveTo>
                  <a:cubicBezTo>
                    <a:pt x="689" y="52"/>
                    <a:pt x="689" y="52"/>
                    <a:pt x="689" y="52"/>
                  </a:cubicBezTo>
                  <a:cubicBezTo>
                    <a:pt x="687" y="52"/>
                    <a:pt x="685" y="51"/>
                    <a:pt x="683" y="51"/>
                  </a:cubicBezTo>
                  <a:cubicBezTo>
                    <a:pt x="683" y="21"/>
                    <a:pt x="683" y="21"/>
                    <a:pt x="683" y="21"/>
                  </a:cubicBezTo>
                  <a:cubicBezTo>
                    <a:pt x="685" y="21"/>
                    <a:pt x="687" y="21"/>
                    <a:pt x="689" y="20"/>
                  </a:cubicBezTo>
                  <a:cubicBezTo>
                    <a:pt x="689" y="17"/>
                    <a:pt x="689" y="17"/>
                    <a:pt x="689" y="17"/>
                  </a:cubicBezTo>
                  <a:cubicBezTo>
                    <a:pt x="669" y="17"/>
                    <a:pt x="669" y="17"/>
                    <a:pt x="669" y="17"/>
                  </a:cubicBezTo>
                  <a:cubicBezTo>
                    <a:pt x="669" y="20"/>
                    <a:pt x="669" y="20"/>
                    <a:pt x="669" y="20"/>
                  </a:cubicBezTo>
                  <a:cubicBezTo>
                    <a:pt x="671" y="21"/>
                    <a:pt x="674" y="21"/>
                    <a:pt x="676" y="21"/>
                  </a:cubicBezTo>
                  <a:cubicBezTo>
                    <a:pt x="676" y="51"/>
                    <a:pt x="676" y="51"/>
                    <a:pt x="676" y="51"/>
                  </a:cubicBezTo>
                  <a:cubicBezTo>
                    <a:pt x="674" y="51"/>
                    <a:pt x="671" y="52"/>
                    <a:pt x="669" y="52"/>
                  </a:cubicBezTo>
                  <a:cubicBezTo>
                    <a:pt x="669" y="56"/>
                    <a:pt x="669" y="56"/>
                    <a:pt x="669" y="56"/>
                  </a:cubicBezTo>
                  <a:lnTo>
                    <a:pt x="689" y="56"/>
                  </a:lnTo>
                  <a:close/>
                  <a:moveTo>
                    <a:pt x="662" y="54"/>
                  </a:moveTo>
                  <a:cubicBezTo>
                    <a:pt x="662" y="48"/>
                    <a:pt x="662" y="48"/>
                    <a:pt x="662" y="48"/>
                  </a:cubicBezTo>
                  <a:cubicBezTo>
                    <a:pt x="659" y="49"/>
                    <a:pt x="655" y="50"/>
                    <a:pt x="652" y="50"/>
                  </a:cubicBezTo>
                  <a:cubicBezTo>
                    <a:pt x="643" y="50"/>
                    <a:pt x="638" y="45"/>
                    <a:pt x="638" y="36"/>
                  </a:cubicBezTo>
                  <a:cubicBezTo>
                    <a:pt x="638" y="28"/>
                    <a:pt x="643" y="22"/>
                    <a:pt x="651" y="22"/>
                  </a:cubicBezTo>
                  <a:cubicBezTo>
                    <a:pt x="653" y="22"/>
                    <a:pt x="654" y="22"/>
                    <a:pt x="656" y="23"/>
                  </a:cubicBezTo>
                  <a:cubicBezTo>
                    <a:pt x="656" y="25"/>
                    <a:pt x="656" y="27"/>
                    <a:pt x="657" y="29"/>
                  </a:cubicBezTo>
                  <a:cubicBezTo>
                    <a:pt x="662" y="29"/>
                    <a:pt x="662" y="29"/>
                    <a:pt x="662" y="29"/>
                  </a:cubicBezTo>
                  <a:cubicBezTo>
                    <a:pt x="662" y="17"/>
                    <a:pt x="662" y="17"/>
                    <a:pt x="662" y="17"/>
                  </a:cubicBezTo>
                  <a:cubicBezTo>
                    <a:pt x="659" y="17"/>
                    <a:pt x="655" y="16"/>
                    <a:pt x="652" y="16"/>
                  </a:cubicBezTo>
                  <a:cubicBezTo>
                    <a:pt x="638" y="16"/>
                    <a:pt x="631" y="26"/>
                    <a:pt x="631" y="37"/>
                  </a:cubicBezTo>
                  <a:cubicBezTo>
                    <a:pt x="631" y="49"/>
                    <a:pt x="638" y="56"/>
                    <a:pt x="651" y="56"/>
                  </a:cubicBezTo>
                  <a:cubicBezTo>
                    <a:pt x="655" y="56"/>
                    <a:pt x="659" y="56"/>
                    <a:pt x="662" y="54"/>
                  </a:cubicBezTo>
                  <a:moveTo>
                    <a:pt x="625" y="20"/>
                  </a:moveTo>
                  <a:cubicBezTo>
                    <a:pt x="625" y="17"/>
                    <a:pt x="625" y="17"/>
                    <a:pt x="625" y="17"/>
                  </a:cubicBezTo>
                  <a:cubicBezTo>
                    <a:pt x="607" y="17"/>
                    <a:pt x="607" y="17"/>
                    <a:pt x="607" y="17"/>
                  </a:cubicBezTo>
                  <a:cubicBezTo>
                    <a:pt x="607" y="20"/>
                    <a:pt x="607" y="20"/>
                    <a:pt x="607" y="20"/>
                  </a:cubicBezTo>
                  <a:cubicBezTo>
                    <a:pt x="608" y="21"/>
                    <a:pt x="611" y="21"/>
                    <a:pt x="613" y="21"/>
                  </a:cubicBezTo>
                  <a:cubicBezTo>
                    <a:pt x="613" y="35"/>
                    <a:pt x="613" y="35"/>
                    <a:pt x="613" y="35"/>
                  </a:cubicBezTo>
                  <a:cubicBezTo>
                    <a:pt x="613" y="41"/>
                    <a:pt x="613" y="45"/>
                    <a:pt x="613" y="48"/>
                  </a:cubicBezTo>
                  <a:cubicBezTo>
                    <a:pt x="613" y="48"/>
                    <a:pt x="613" y="48"/>
                    <a:pt x="613" y="48"/>
                  </a:cubicBezTo>
                  <a:cubicBezTo>
                    <a:pt x="612" y="45"/>
                    <a:pt x="610" y="42"/>
                    <a:pt x="608" y="40"/>
                  </a:cubicBezTo>
                  <a:cubicBezTo>
                    <a:pt x="593" y="17"/>
                    <a:pt x="593" y="17"/>
                    <a:pt x="593" y="17"/>
                  </a:cubicBezTo>
                  <a:cubicBezTo>
                    <a:pt x="577" y="17"/>
                    <a:pt x="577" y="17"/>
                    <a:pt x="577" y="17"/>
                  </a:cubicBezTo>
                  <a:cubicBezTo>
                    <a:pt x="577" y="20"/>
                    <a:pt x="577" y="20"/>
                    <a:pt x="577" y="20"/>
                  </a:cubicBezTo>
                  <a:cubicBezTo>
                    <a:pt x="579" y="21"/>
                    <a:pt x="582" y="21"/>
                    <a:pt x="584" y="21"/>
                  </a:cubicBezTo>
                  <a:cubicBezTo>
                    <a:pt x="584" y="51"/>
                    <a:pt x="584" y="51"/>
                    <a:pt x="584" y="51"/>
                  </a:cubicBezTo>
                  <a:cubicBezTo>
                    <a:pt x="582" y="51"/>
                    <a:pt x="579" y="52"/>
                    <a:pt x="577" y="52"/>
                  </a:cubicBezTo>
                  <a:cubicBezTo>
                    <a:pt x="577" y="56"/>
                    <a:pt x="577" y="56"/>
                    <a:pt x="577" y="56"/>
                  </a:cubicBezTo>
                  <a:cubicBezTo>
                    <a:pt x="597" y="56"/>
                    <a:pt x="597" y="56"/>
                    <a:pt x="597" y="56"/>
                  </a:cubicBezTo>
                  <a:cubicBezTo>
                    <a:pt x="597" y="52"/>
                    <a:pt x="597" y="52"/>
                    <a:pt x="597" y="52"/>
                  </a:cubicBezTo>
                  <a:cubicBezTo>
                    <a:pt x="595" y="52"/>
                    <a:pt x="593" y="51"/>
                    <a:pt x="591" y="51"/>
                  </a:cubicBezTo>
                  <a:cubicBezTo>
                    <a:pt x="591" y="34"/>
                    <a:pt x="591" y="34"/>
                    <a:pt x="591" y="34"/>
                  </a:cubicBezTo>
                  <a:cubicBezTo>
                    <a:pt x="591" y="30"/>
                    <a:pt x="590" y="27"/>
                    <a:pt x="590" y="25"/>
                  </a:cubicBezTo>
                  <a:cubicBezTo>
                    <a:pt x="590" y="25"/>
                    <a:pt x="590" y="25"/>
                    <a:pt x="590" y="25"/>
                  </a:cubicBezTo>
                  <a:cubicBezTo>
                    <a:pt x="592" y="27"/>
                    <a:pt x="593" y="30"/>
                    <a:pt x="595" y="32"/>
                  </a:cubicBezTo>
                  <a:cubicBezTo>
                    <a:pt x="610" y="56"/>
                    <a:pt x="610" y="56"/>
                    <a:pt x="610" y="56"/>
                  </a:cubicBezTo>
                  <a:cubicBezTo>
                    <a:pt x="619" y="56"/>
                    <a:pt x="619" y="56"/>
                    <a:pt x="619" y="56"/>
                  </a:cubicBezTo>
                  <a:cubicBezTo>
                    <a:pt x="619" y="21"/>
                    <a:pt x="619" y="21"/>
                    <a:pt x="619" y="21"/>
                  </a:cubicBezTo>
                  <a:cubicBezTo>
                    <a:pt x="621" y="21"/>
                    <a:pt x="623" y="21"/>
                    <a:pt x="625" y="20"/>
                  </a:cubicBezTo>
                  <a:moveTo>
                    <a:pt x="569" y="56"/>
                  </a:moveTo>
                  <a:cubicBezTo>
                    <a:pt x="569" y="45"/>
                    <a:pt x="569" y="45"/>
                    <a:pt x="569" y="45"/>
                  </a:cubicBezTo>
                  <a:cubicBezTo>
                    <a:pt x="564" y="45"/>
                    <a:pt x="564" y="45"/>
                    <a:pt x="564" y="45"/>
                  </a:cubicBezTo>
                  <a:cubicBezTo>
                    <a:pt x="563" y="47"/>
                    <a:pt x="563" y="49"/>
                    <a:pt x="563" y="51"/>
                  </a:cubicBezTo>
                  <a:cubicBezTo>
                    <a:pt x="552" y="51"/>
                    <a:pt x="552" y="51"/>
                    <a:pt x="552" y="51"/>
                  </a:cubicBezTo>
                  <a:cubicBezTo>
                    <a:pt x="552" y="38"/>
                    <a:pt x="552" y="38"/>
                    <a:pt x="552" y="38"/>
                  </a:cubicBezTo>
                  <a:cubicBezTo>
                    <a:pt x="559" y="38"/>
                    <a:pt x="559" y="38"/>
                    <a:pt x="559" y="38"/>
                  </a:cubicBezTo>
                  <a:cubicBezTo>
                    <a:pt x="559" y="40"/>
                    <a:pt x="559" y="41"/>
                    <a:pt x="560" y="42"/>
                  </a:cubicBezTo>
                  <a:cubicBezTo>
                    <a:pt x="564" y="42"/>
                    <a:pt x="564" y="42"/>
                    <a:pt x="564" y="42"/>
                  </a:cubicBezTo>
                  <a:cubicBezTo>
                    <a:pt x="564" y="29"/>
                    <a:pt x="564" y="29"/>
                    <a:pt x="564" y="29"/>
                  </a:cubicBezTo>
                  <a:cubicBezTo>
                    <a:pt x="560" y="29"/>
                    <a:pt x="560" y="29"/>
                    <a:pt x="560" y="29"/>
                  </a:cubicBezTo>
                  <a:cubicBezTo>
                    <a:pt x="559" y="30"/>
                    <a:pt x="559" y="32"/>
                    <a:pt x="559" y="33"/>
                  </a:cubicBezTo>
                  <a:cubicBezTo>
                    <a:pt x="552" y="33"/>
                    <a:pt x="552" y="33"/>
                    <a:pt x="552" y="33"/>
                  </a:cubicBezTo>
                  <a:cubicBezTo>
                    <a:pt x="552" y="21"/>
                    <a:pt x="552" y="21"/>
                    <a:pt x="552" y="21"/>
                  </a:cubicBezTo>
                  <a:cubicBezTo>
                    <a:pt x="563" y="21"/>
                    <a:pt x="563" y="21"/>
                    <a:pt x="563" y="21"/>
                  </a:cubicBezTo>
                  <a:cubicBezTo>
                    <a:pt x="563" y="23"/>
                    <a:pt x="563" y="25"/>
                    <a:pt x="564" y="27"/>
                  </a:cubicBezTo>
                  <a:cubicBezTo>
                    <a:pt x="568" y="27"/>
                    <a:pt x="568" y="27"/>
                    <a:pt x="568" y="27"/>
                  </a:cubicBezTo>
                  <a:cubicBezTo>
                    <a:pt x="568" y="17"/>
                    <a:pt x="568" y="17"/>
                    <a:pt x="568" y="17"/>
                  </a:cubicBezTo>
                  <a:cubicBezTo>
                    <a:pt x="538" y="17"/>
                    <a:pt x="538" y="17"/>
                    <a:pt x="538" y="17"/>
                  </a:cubicBezTo>
                  <a:cubicBezTo>
                    <a:pt x="538" y="20"/>
                    <a:pt x="538" y="20"/>
                    <a:pt x="538" y="20"/>
                  </a:cubicBezTo>
                  <a:cubicBezTo>
                    <a:pt x="540" y="21"/>
                    <a:pt x="543" y="21"/>
                    <a:pt x="545" y="21"/>
                  </a:cubicBezTo>
                  <a:cubicBezTo>
                    <a:pt x="545" y="51"/>
                    <a:pt x="545" y="51"/>
                    <a:pt x="545" y="51"/>
                  </a:cubicBezTo>
                  <a:cubicBezTo>
                    <a:pt x="543" y="51"/>
                    <a:pt x="540" y="52"/>
                    <a:pt x="538" y="52"/>
                  </a:cubicBezTo>
                  <a:cubicBezTo>
                    <a:pt x="538" y="56"/>
                    <a:pt x="538" y="56"/>
                    <a:pt x="538" y="56"/>
                  </a:cubicBezTo>
                  <a:lnTo>
                    <a:pt x="569" y="56"/>
                  </a:lnTo>
                  <a:close/>
                  <a:moveTo>
                    <a:pt x="531" y="56"/>
                  </a:moveTo>
                  <a:cubicBezTo>
                    <a:pt x="531" y="52"/>
                    <a:pt x="531" y="52"/>
                    <a:pt x="531" y="52"/>
                  </a:cubicBezTo>
                  <a:cubicBezTo>
                    <a:pt x="529" y="52"/>
                    <a:pt x="527" y="51"/>
                    <a:pt x="525" y="51"/>
                  </a:cubicBezTo>
                  <a:cubicBezTo>
                    <a:pt x="525" y="21"/>
                    <a:pt x="525" y="21"/>
                    <a:pt x="525" y="21"/>
                  </a:cubicBezTo>
                  <a:cubicBezTo>
                    <a:pt x="527" y="21"/>
                    <a:pt x="529" y="21"/>
                    <a:pt x="531" y="20"/>
                  </a:cubicBezTo>
                  <a:cubicBezTo>
                    <a:pt x="531" y="17"/>
                    <a:pt x="531" y="17"/>
                    <a:pt x="531" y="17"/>
                  </a:cubicBezTo>
                  <a:cubicBezTo>
                    <a:pt x="511" y="17"/>
                    <a:pt x="511" y="17"/>
                    <a:pt x="511" y="17"/>
                  </a:cubicBezTo>
                  <a:cubicBezTo>
                    <a:pt x="511" y="20"/>
                    <a:pt x="511" y="20"/>
                    <a:pt x="511" y="20"/>
                  </a:cubicBezTo>
                  <a:cubicBezTo>
                    <a:pt x="513" y="21"/>
                    <a:pt x="516" y="21"/>
                    <a:pt x="518" y="21"/>
                  </a:cubicBezTo>
                  <a:cubicBezTo>
                    <a:pt x="518" y="51"/>
                    <a:pt x="518" y="51"/>
                    <a:pt x="518" y="51"/>
                  </a:cubicBezTo>
                  <a:cubicBezTo>
                    <a:pt x="516" y="51"/>
                    <a:pt x="513" y="52"/>
                    <a:pt x="511" y="52"/>
                  </a:cubicBezTo>
                  <a:cubicBezTo>
                    <a:pt x="511" y="56"/>
                    <a:pt x="511" y="56"/>
                    <a:pt x="511" y="56"/>
                  </a:cubicBezTo>
                  <a:lnTo>
                    <a:pt x="531" y="56"/>
                  </a:lnTo>
                  <a:close/>
                  <a:moveTo>
                    <a:pt x="504" y="54"/>
                  </a:moveTo>
                  <a:cubicBezTo>
                    <a:pt x="504" y="48"/>
                    <a:pt x="504" y="48"/>
                    <a:pt x="504" y="48"/>
                  </a:cubicBezTo>
                  <a:cubicBezTo>
                    <a:pt x="501" y="49"/>
                    <a:pt x="497" y="50"/>
                    <a:pt x="494" y="50"/>
                  </a:cubicBezTo>
                  <a:cubicBezTo>
                    <a:pt x="485" y="50"/>
                    <a:pt x="481" y="45"/>
                    <a:pt x="481" y="36"/>
                  </a:cubicBezTo>
                  <a:cubicBezTo>
                    <a:pt x="481" y="28"/>
                    <a:pt x="485" y="22"/>
                    <a:pt x="493" y="22"/>
                  </a:cubicBezTo>
                  <a:cubicBezTo>
                    <a:pt x="495" y="22"/>
                    <a:pt x="496" y="22"/>
                    <a:pt x="498" y="23"/>
                  </a:cubicBezTo>
                  <a:cubicBezTo>
                    <a:pt x="498" y="25"/>
                    <a:pt x="499" y="27"/>
                    <a:pt x="499" y="29"/>
                  </a:cubicBezTo>
                  <a:cubicBezTo>
                    <a:pt x="504" y="29"/>
                    <a:pt x="504" y="29"/>
                    <a:pt x="504" y="29"/>
                  </a:cubicBezTo>
                  <a:cubicBezTo>
                    <a:pt x="504" y="17"/>
                    <a:pt x="504" y="17"/>
                    <a:pt x="504" y="17"/>
                  </a:cubicBezTo>
                  <a:cubicBezTo>
                    <a:pt x="501" y="17"/>
                    <a:pt x="497" y="16"/>
                    <a:pt x="494" y="16"/>
                  </a:cubicBezTo>
                  <a:cubicBezTo>
                    <a:pt x="480" y="16"/>
                    <a:pt x="473" y="26"/>
                    <a:pt x="473" y="37"/>
                  </a:cubicBezTo>
                  <a:cubicBezTo>
                    <a:pt x="473" y="49"/>
                    <a:pt x="480" y="56"/>
                    <a:pt x="493" y="56"/>
                  </a:cubicBezTo>
                  <a:cubicBezTo>
                    <a:pt x="497" y="56"/>
                    <a:pt x="501" y="56"/>
                    <a:pt x="504" y="54"/>
                  </a:cubicBezTo>
                  <a:moveTo>
                    <a:pt x="453" y="20"/>
                  </a:moveTo>
                  <a:cubicBezTo>
                    <a:pt x="453" y="17"/>
                    <a:pt x="453" y="17"/>
                    <a:pt x="453" y="17"/>
                  </a:cubicBezTo>
                  <a:cubicBezTo>
                    <a:pt x="436" y="17"/>
                    <a:pt x="436" y="17"/>
                    <a:pt x="436" y="17"/>
                  </a:cubicBezTo>
                  <a:cubicBezTo>
                    <a:pt x="436" y="20"/>
                    <a:pt x="436" y="20"/>
                    <a:pt x="436" y="20"/>
                  </a:cubicBezTo>
                  <a:cubicBezTo>
                    <a:pt x="437" y="21"/>
                    <a:pt x="439" y="21"/>
                    <a:pt x="440" y="21"/>
                  </a:cubicBezTo>
                  <a:cubicBezTo>
                    <a:pt x="433" y="36"/>
                    <a:pt x="433" y="36"/>
                    <a:pt x="433" y="36"/>
                  </a:cubicBezTo>
                  <a:cubicBezTo>
                    <a:pt x="425" y="21"/>
                    <a:pt x="425" y="21"/>
                    <a:pt x="425" y="21"/>
                  </a:cubicBezTo>
                  <a:cubicBezTo>
                    <a:pt x="426" y="21"/>
                    <a:pt x="428" y="21"/>
                    <a:pt x="430" y="20"/>
                  </a:cubicBezTo>
                  <a:cubicBezTo>
                    <a:pt x="430" y="17"/>
                    <a:pt x="430" y="17"/>
                    <a:pt x="430" y="17"/>
                  </a:cubicBezTo>
                  <a:cubicBezTo>
                    <a:pt x="412" y="17"/>
                    <a:pt x="412" y="17"/>
                    <a:pt x="412" y="17"/>
                  </a:cubicBezTo>
                  <a:cubicBezTo>
                    <a:pt x="412" y="20"/>
                    <a:pt x="412" y="20"/>
                    <a:pt x="412" y="20"/>
                  </a:cubicBezTo>
                  <a:cubicBezTo>
                    <a:pt x="414" y="21"/>
                    <a:pt x="415" y="21"/>
                    <a:pt x="417" y="21"/>
                  </a:cubicBezTo>
                  <a:cubicBezTo>
                    <a:pt x="429" y="42"/>
                    <a:pt x="429" y="42"/>
                    <a:pt x="429" y="42"/>
                  </a:cubicBezTo>
                  <a:cubicBezTo>
                    <a:pt x="429" y="51"/>
                    <a:pt x="429" y="51"/>
                    <a:pt x="429" y="51"/>
                  </a:cubicBezTo>
                  <a:cubicBezTo>
                    <a:pt x="427" y="51"/>
                    <a:pt x="424" y="52"/>
                    <a:pt x="422" y="52"/>
                  </a:cubicBezTo>
                  <a:cubicBezTo>
                    <a:pt x="422" y="56"/>
                    <a:pt x="422" y="56"/>
                    <a:pt x="422" y="56"/>
                  </a:cubicBezTo>
                  <a:cubicBezTo>
                    <a:pt x="442" y="56"/>
                    <a:pt x="442" y="56"/>
                    <a:pt x="442" y="56"/>
                  </a:cubicBezTo>
                  <a:cubicBezTo>
                    <a:pt x="442" y="52"/>
                    <a:pt x="442" y="52"/>
                    <a:pt x="442" y="52"/>
                  </a:cubicBezTo>
                  <a:cubicBezTo>
                    <a:pt x="440" y="52"/>
                    <a:pt x="438" y="51"/>
                    <a:pt x="436" y="51"/>
                  </a:cubicBezTo>
                  <a:cubicBezTo>
                    <a:pt x="436" y="42"/>
                    <a:pt x="436" y="42"/>
                    <a:pt x="436" y="42"/>
                  </a:cubicBezTo>
                  <a:cubicBezTo>
                    <a:pt x="448" y="21"/>
                    <a:pt x="448" y="21"/>
                    <a:pt x="448" y="21"/>
                  </a:cubicBezTo>
                  <a:cubicBezTo>
                    <a:pt x="449" y="21"/>
                    <a:pt x="451" y="21"/>
                    <a:pt x="453" y="20"/>
                  </a:cubicBezTo>
                  <a:moveTo>
                    <a:pt x="379" y="41"/>
                  </a:moveTo>
                  <a:cubicBezTo>
                    <a:pt x="365" y="41"/>
                    <a:pt x="365" y="41"/>
                    <a:pt x="365" y="41"/>
                  </a:cubicBezTo>
                  <a:cubicBezTo>
                    <a:pt x="370" y="29"/>
                    <a:pt x="370" y="29"/>
                    <a:pt x="370" y="29"/>
                  </a:cubicBezTo>
                  <a:cubicBezTo>
                    <a:pt x="371" y="27"/>
                    <a:pt x="372" y="24"/>
                    <a:pt x="372" y="22"/>
                  </a:cubicBezTo>
                  <a:cubicBezTo>
                    <a:pt x="372" y="22"/>
                    <a:pt x="372" y="22"/>
                    <a:pt x="372" y="22"/>
                  </a:cubicBezTo>
                  <a:cubicBezTo>
                    <a:pt x="373" y="24"/>
                    <a:pt x="373" y="27"/>
                    <a:pt x="374" y="29"/>
                  </a:cubicBezTo>
                  <a:lnTo>
                    <a:pt x="379" y="41"/>
                  </a:lnTo>
                  <a:close/>
                  <a:moveTo>
                    <a:pt x="395" y="56"/>
                  </a:moveTo>
                  <a:cubicBezTo>
                    <a:pt x="395" y="52"/>
                    <a:pt x="395" y="52"/>
                    <a:pt x="395" y="52"/>
                  </a:cubicBezTo>
                  <a:cubicBezTo>
                    <a:pt x="393" y="52"/>
                    <a:pt x="392" y="51"/>
                    <a:pt x="390" y="51"/>
                  </a:cubicBezTo>
                  <a:cubicBezTo>
                    <a:pt x="377" y="17"/>
                    <a:pt x="377" y="17"/>
                    <a:pt x="377" y="17"/>
                  </a:cubicBezTo>
                  <a:cubicBezTo>
                    <a:pt x="368" y="17"/>
                    <a:pt x="368" y="17"/>
                    <a:pt x="368" y="17"/>
                  </a:cubicBezTo>
                  <a:cubicBezTo>
                    <a:pt x="355" y="51"/>
                    <a:pt x="355" y="51"/>
                    <a:pt x="355" y="51"/>
                  </a:cubicBezTo>
                  <a:cubicBezTo>
                    <a:pt x="353" y="51"/>
                    <a:pt x="351" y="52"/>
                    <a:pt x="350" y="52"/>
                  </a:cubicBezTo>
                  <a:cubicBezTo>
                    <a:pt x="350" y="56"/>
                    <a:pt x="350" y="56"/>
                    <a:pt x="350" y="56"/>
                  </a:cubicBezTo>
                  <a:cubicBezTo>
                    <a:pt x="367" y="56"/>
                    <a:pt x="367" y="56"/>
                    <a:pt x="367" y="56"/>
                  </a:cubicBezTo>
                  <a:cubicBezTo>
                    <a:pt x="367" y="52"/>
                    <a:pt x="367" y="52"/>
                    <a:pt x="367" y="52"/>
                  </a:cubicBezTo>
                  <a:cubicBezTo>
                    <a:pt x="366" y="52"/>
                    <a:pt x="363" y="51"/>
                    <a:pt x="362" y="51"/>
                  </a:cubicBezTo>
                  <a:cubicBezTo>
                    <a:pt x="364" y="46"/>
                    <a:pt x="364" y="46"/>
                    <a:pt x="364" y="46"/>
                  </a:cubicBezTo>
                  <a:cubicBezTo>
                    <a:pt x="381" y="46"/>
                    <a:pt x="381" y="46"/>
                    <a:pt x="381" y="46"/>
                  </a:cubicBezTo>
                  <a:cubicBezTo>
                    <a:pt x="383" y="51"/>
                    <a:pt x="383" y="51"/>
                    <a:pt x="383" y="51"/>
                  </a:cubicBezTo>
                  <a:cubicBezTo>
                    <a:pt x="381" y="51"/>
                    <a:pt x="379" y="52"/>
                    <a:pt x="377" y="52"/>
                  </a:cubicBezTo>
                  <a:cubicBezTo>
                    <a:pt x="377" y="56"/>
                    <a:pt x="377" y="56"/>
                    <a:pt x="377" y="56"/>
                  </a:cubicBezTo>
                  <a:lnTo>
                    <a:pt x="395" y="56"/>
                  </a:lnTo>
                  <a:close/>
                  <a:moveTo>
                    <a:pt x="347" y="56"/>
                  </a:moveTo>
                  <a:cubicBezTo>
                    <a:pt x="347" y="52"/>
                    <a:pt x="347" y="52"/>
                    <a:pt x="347" y="52"/>
                  </a:cubicBezTo>
                  <a:cubicBezTo>
                    <a:pt x="345" y="52"/>
                    <a:pt x="342" y="51"/>
                    <a:pt x="340" y="51"/>
                  </a:cubicBezTo>
                  <a:cubicBezTo>
                    <a:pt x="340" y="21"/>
                    <a:pt x="340" y="21"/>
                    <a:pt x="340" y="21"/>
                  </a:cubicBezTo>
                  <a:cubicBezTo>
                    <a:pt x="342" y="21"/>
                    <a:pt x="345" y="21"/>
                    <a:pt x="347" y="20"/>
                  </a:cubicBezTo>
                  <a:cubicBezTo>
                    <a:pt x="347" y="17"/>
                    <a:pt x="347" y="17"/>
                    <a:pt x="347" y="17"/>
                  </a:cubicBezTo>
                  <a:cubicBezTo>
                    <a:pt x="327" y="17"/>
                    <a:pt x="327" y="17"/>
                    <a:pt x="327" y="17"/>
                  </a:cubicBezTo>
                  <a:cubicBezTo>
                    <a:pt x="327" y="20"/>
                    <a:pt x="327" y="20"/>
                    <a:pt x="327" y="20"/>
                  </a:cubicBezTo>
                  <a:cubicBezTo>
                    <a:pt x="329" y="21"/>
                    <a:pt x="331" y="21"/>
                    <a:pt x="333" y="21"/>
                  </a:cubicBezTo>
                  <a:cubicBezTo>
                    <a:pt x="333" y="51"/>
                    <a:pt x="333" y="51"/>
                    <a:pt x="333" y="51"/>
                  </a:cubicBezTo>
                  <a:cubicBezTo>
                    <a:pt x="331" y="51"/>
                    <a:pt x="329" y="52"/>
                    <a:pt x="327" y="52"/>
                  </a:cubicBezTo>
                  <a:cubicBezTo>
                    <a:pt x="327" y="56"/>
                    <a:pt x="327" y="56"/>
                    <a:pt x="327" y="56"/>
                  </a:cubicBezTo>
                  <a:lnTo>
                    <a:pt x="347" y="56"/>
                  </a:lnTo>
                  <a:close/>
                  <a:moveTo>
                    <a:pt x="346" y="5"/>
                  </a:moveTo>
                  <a:cubicBezTo>
                    <a:pt x="343" y="0"/>
                    <a:pt x="343" y="0"/>
                    <a:pt x="343" y="0"/>
                  </a:cubicBezTo>
                  <a:cubicBezTo>
                    <a:pt x="332" y="9"/>
                    <a:pt x="332" y="9"/>
                    <a:pt x="332" y="9"/>
                  </a:cubicBezTo>
                  <a:cubicBezTo>
                    <a:pt x="335" y="12"/>
                    <a:pt x="335" y="12"/>
                    <a:pt x="335" y="12"/>
                  </a:cubicBezTo>
                  <a:lnTo>
                    <a:pt x="346" y="5"/>
                  </a:lnTo>
                  <a:close/>
                  <a:moveTo>
                    <a:pt x="310" y="28"/>
                  </a:moveTo>
                  <a:cubicBezTo>
                    <a:pt x="310" y="32"/>
                    <a:pt x="307" y="34"/>
                    <a:pt x="302" y="34"/>
                  </a:cubicBezTo>
                  <a:cubicBezTo>
                    <a:pt x="300" y="34"/>
                    <a:pt x="299" y="34"/>
                    <a:pt x="298" y="34"/>
                  </a:cubicBezTo>
                  <a:cubicBezTo>
                    <a:pt x="298" y="22"/>
                    <a:pt x="298" y="22"/>
                    <a:pt x="298" y="22"/>
                  </a:cubicBezTo>
                  <a:cubicBezTo>
                    <a:pt x="299" y="22"/>
                    <a:pt x="300" y="21"/>
                    <a:pt x="302" y="21"/>
                  </a:cubicBezTo>
                  <a:cubicBezTo>
                    <a:pt x="307" y="21"/>
                    <a:pt x="310" y="23"/>
                    <a:pt x="310" y="28"/>
                  </a:cubicBezTo>
                  <a:moveTo>
                    <a:pt x="320" y="56"/>
                  </a:moveTo>
                  <a:cubicBezTo>
                    <a:pt x="320" y="52"/>
                    <a:pt x="320" y="52"/>
                    <a:pt x="320" y="52"/>
                  </a:cubicBezTo>
                  <a:cubicBezTo>
                    <a:pt x="319" y="52"/>
                    <a:pt x="317" y="51"/>
                    <a:pt x="315" y="51"/>
                  </a:cubicBezTo>
                  <a:cubicBezTo>
                    <a:pt x="309" y="42"/>
                    <a:pt x="309" y="42"/>
                    <a:pt x="309" y="42"/>
                  </a:cubicBezTo>
                  <a:cubicBezTo>
                    <a:pt x="308" y="40"/>
                    <a:pt x="307" y="39"/>
                    <a:pt x="306" y="38"/>
                  </a:cubicBezTo>
                  <a:cubicBezTo>
                    <a:pt x="313" y="37"/>
                    <a:pt x="317" y="33"/>
                    <a:pt x="317" y="27"/>
                  </a:cubicBezTo>
                  <a:cubicBezTo>
                    <a:pt x="317" y="20"/>
                    <a:pt x="312" y="16"/>
                    <a:pt x="303" y="16"/>
                  </a:cubicBezTo>
                  <a:cubicBezTo>
                    <a:pt x="298" y="16"/>
                    <a:pt x="293" y="17"/>
                    <a:pt x="290" y="17"/>
                  </a:cubicBezTo>
                  <a:cubicBezTo>
                    <a:pt x="284" y="17"/>
                    <a:pt x="284" y="17"/>
                    <a:pt x="284" y="17"/>
                  </a:cubicBezTo>
                  <a:cubicBezTo>
                    <a:pt x="284" y="20"/>
                    <a:pt x="284" y="20"/>
                    <a:pt x="284" y="20"/>
                  </a:cubicBezTo>
                  <a:cubicBezTo>
                    <a:pt x="286" y="21"/>
                    <a:pt x="288" y="21"/>
                    <a:pt x="291" y="21"/>
                  </a:cubicBezTo>
                  <a:cubicBezTo>
                    <a:pt x="291" y="51"/>
                    <a:pt x="291" y="51"/>
                    <a:pt x="291" y="51"/>
                  </a:cubicBezTo>
                  <a:cubicBezTo>
                    <a:pt x="288" y="51"/>
                    <a:pt x="286" y="52"/>
                    <a:pt x="284" y="52"/>
                  </a:cubicBezTo>
                  <a:cubicBezTo>
                    <a:pt x="284" y="56"/>
                    <a:pt x="284" y="56"/>
                    <a:pt x="284" y="56"/>
                  </a:cubicBezTo>
                  <a:cubicBezTo>
                    <a:pt x="303" y="56"/>
                    <a:pt x="303" y="56"/>
                    <a:pt x="303" y="56"/>
                  </a:cubicBezTo>
                  <a:cubicBezTo>
                    <a:pt x="303" y="52"/>
                    <a:pt x="303" y="52"/>
                    <a:pt x="303" y="52"/>
                  </a:cubicBezTo>
                  <a:cubicBezTo>
                    <a:pt x="301" y="52"/>
                    <a:pt x="299" y="51"/>
                    <a:pt x="298" y="51"/>
                  </a:cubicBezTo>
                  <a:cubicBezTo>
                    <a:pt x="298" y="39"/>
                    <a:pt x="298" y="39"/>
                    <a:pt x="298" y="39"/>
                  </a:cubicBezTo>
                  <a:cubicBezTo>
                    <a:pt x="299" y="39"/>
                    <a:pt x="299" y="39"/>
                    <a:pt x="299" y="39"/>
                  </a:cubicBezTo>
                  <a:cubicBezTo>
                    <a:pt x="310" y="56"/>
                    <a:pt x="310" y="56"/>
                    <a:pt x="310" y="56"/>
                  </a:cubicBezTo>
                  <a:lnTo>
                    <a:pt x="320" y="56"/>
                  </a:lnTo>
                  <a:close/>
                  <a:moveTo>
                    <a:pt x="275" y="56"/>
                  </a:moveTo>
                  <a:cubicBezTo>
                    <a:pt x="275" y="45"/>
                    <a:pt x="275" y="45"/>
                    <a:pt x="275" y="45"/>
                  </a:cubicBezTo>
                  <a:cubicBezTo>
                    <a:pt x="270" y="45"/>
                    <a:pt x="270" y="45"/>
                    <a:pt x="270" y="45"/>
                  </a:cubicBezTo>
                  <a:cubicBezTo>
                    <a:pt x="270" y="47"/>
                    <a:pt x="270" y="49"/>
                    <a:pt x="269" y="51"/>
                  </a:cubicBezTo>
                  <a:cubicBezTo>
                    <a:pt x="258" y="51"/>
                    <a:pt x="258" y="51"/>
                    <a:pt x="258" y="51"/>
                  </a:cubicBezTo>
                  <a:cubicBezTo>
                    <a:pt x="258" y="38"/>
                    <a:pt x="258" y="38"/>
                    <a:pt x="258" y="38"/>
                  </a:cubicBezTo>
                  <a:cubicBezTo>
                    <a:pt x="266" y="38"/>
                    <a:pt x="266" y="38"/>
                    <a:pt x="266" y="38"/>
                  </a:cubicBezTo>
                  <a:cubicBezTo>
                    <a:pt x="266" y="40"/>
                    <a:pt x="266" y="41"/>
                    <a:pt x="266" y="42"/>
                  </a:cubicBezTo>
                  <a:cubicBezTo>
                    <a:pt x="271" y="42"/>
                    <a:pt x="271" y="42"/>
                    <a:pt x="271" y="42"/>
                  </a:cubicBezTo>
                  <a:cubicBezTo>
                    <a:pt x="271" y="29"/>
                    <a:pt x="271" y="29"/>
                    <a:pt x="271" y="29"/>
                  </a:cubicBezTo>
                  <a:cubicBezTo>
                    <a:pt x="266" y="29"/>
                    <a:pt x="266" y="29"/>
                    <a:pt x="266" y="29"/>
                  </a:cubicBezTo>
                  <a:cubicBezTo>
                    <a:pt x="266" y="30"/>
                    <a:pt x="266" y="32"/>
                    <a:pt x="266" y="33"/>
                  </a:cubicBezTo>
                  <a:cubicBezTo>
                    <a:pt x="258" y="33"/>
                    <a:pt x="258" y="33"/>
                    <a:pt x="258" y="33"/>
                  </a:cubicBezTo>
                  <a:cubicBezTo>
                    <a:pt x="258" y="21"/>
                    <a:pt x="258" y="21"/>
                    <a:pt x="258" y="21"/>
                  </a:cubicBezTo>
                  <a:cubicBezTo>
                    <a:pt x="269" y="21"/>
                    <a:pt x="269" y="21"/>
                    <a:pt x="269" y="21"/>
                  </a:cubicBezTo>
                  <a:cubicBezTo>
                    <a:pt x="269" y="23"/>
                    <a:pt x="270" y="25"/>
                    <a:pt x="270" y="27"/>
                  </a:cubicBezTo>
                  <a:cubicBezTo>
                    <a:pt x="275" y="27"/>
                    <a:pt x="275" y="27"/>
                    <a:pt x="275" y="27"/>
                  </a:cubicBezTo>
                  <a:cubicBezTo>
                    <a:pt x="275" y="17"/>
                    <a:pt x="275" y="17"/>
                    <a:pt x="275" y="17"/>
                  </a:cubicBezTo>
                  <a:cubicBezTo>
                    <a:pt x="245" y="17"/>
                    <a:pt x="245" y="17"/>
                    <a:pt x="245" y="17"/>
                  </a:cubicBezTo>
                  <a:cubicBezTo>
                    <a:pt x="245" y="20"/>
                    <a:pt x="245" y="20"/>
                    <a:pt x="245" y="20"/>
                  </a:cubicBezTo>
                  <a:cubicBezTo>
                    <a:pt x="247" y="21"/>
                    <a:pt x="249" y="21"/>
                    <a:pt x="252" y="21"/>
                  </a:cubicBezTo>
                  <a:cubicBezTo>
                    <a:pt x="252" y="51"/>
                    <a:pt x="252" y="51"/>
                    <a:pt x="252" y="51"/>
                  </a:cubicBezTo>
                  <a:cubicBezTo>
                    <a:pt x="249" y="51"/>
                    <a:pt x="247" y="52"/>
                    <a:pt x="245" y="52"/>
                  </a:cubicBezTo>
                  <a:cubicBezTo>
                    <a:pt x="245" y="56"/>
                    <a:pt x="245" y="56"/>
                    <a:pt x="245" y="56"/>
                  </a:cubicBezTo>
                  <a:lnTo>
                    <a:pt x="275" y="56"/>
                  </a:lnTo>
                  <a:close/>
                  <a:moveTo>
                    <a:pt x="238" y="56"/>
                  </a:moveTo>
                  <a:cubicBezTo>
                    <a:pt x="238" y="52"/>
                    <a:pt x="238" y="52"/>
                    <a:pt x="238" y="52"/>
                  </a:cubicBezTo>
                  <a:cubicBezTo>
                    <a:pt x="236" y="52"/>
                    <a:pt x="234" y="51"/>
                    <a:pt x="232" y="51"/>
                  </a:cubicBezTo>
                  <a:cubicBezTo>
                    <a:pt x="232" y="21"/>
                    <a:pt x="232" y="21"/>
                    <a:pt x="232" y="21"/>
                  </a:cubicBezTo>
                  <a:cubicBezTo>
                    <a:pt x="234" y="21"/>
                    <a:pt x="236" y="21"/>
                    <a:pt x="238" y="20"/>
                  </a:cubicBezTo>
                  <a:cubicBezTo>
                    <a:pt x="238" y="17"/>
                    <a:pt x="238" y="17"/>
                    <a:pt x="238" y="17"/>
                  </a:cubicBezTo>
                  <a:cubicBezTo>
                    <a:pt x="218" y="17"/>
                    <a:pt x="218" y="17"/>
                    <a:pt x="218" y="17"/>
                  </a:cubicBezTo>
                  <a:cubicBezTo>
                    <a:pt x="218" y="20"/>
                    <a:pt x="218" y="20"/>
                    <a:pt x="218" y="20"/>
                  </a:cubicBezTo>
                  <a:cubicBezTo>
                    <a:pt x="220" y="21"/>
                    <a:pt x="222" y="21"/>
                    <a:pt x="225" y="21"/>
                  </a:cubicBezTo>
                  <a:cubicBezTo>
                    <a:pt x="225" y="51"/>
                    <a:pt x="225" y="51"/>
                    <a:pt x="225" y="51"/>
                  </a:cubicBezTo>
                  <a:cubicBezTo>
                    <a:pt x="222" y="51"/>
                    <a:pt x="220" y="52"/>
                    <a:pt x="218" y="52"/>
                  </a:cubicBezTo>
                  <a:cubicBezTo>
                    <a:pt x="218" y="56"/>
                    <a:pt x="218" y="56"/>
                    <a:pt x="218" y="56"/>
                  </a:cubicBezTo>
                  <a:lnTo>
                    <a:pt x="238" y="56"/>
                  </a:lnTo>
                  <a:close/>
                  <a:moveTo>
                    <a:pt x="211" y="20"/>
                  </a:moveTo>
                  <a:cubicBezTo>
                    <a:pt x="211" y="17"/>
                    <a:pt x="211" y="17"/>
                    <a:pt x="211" y="17"/>
                  </a:cubicBezTo>
                  <a:cubicBezTo>
                    <a:pt x="193" y="17"/>
                    <a:pt x="193" y="17"/>
                    <a:pt x="193" y="17"/>
                  </a:cubicBezTo>
                  <a:cubicBezTo>
                    <a:pt x="193" y="20"/>
                    <a:pt x="193" y="20"/>
                    <a:pt x="193" y="20"/>
                  </a:cubicBezTo>
                  <a:cubicBezTo>
                    <a:pt x="195" y="21"/>
                    <a:pt x="197" y="21"/>
                    <a:pt x="199" y="21"/>
                  </a:cubicBezTo>
                  <a:cubicBezTo>
                    <a:pt x="199" y="35"/>
                    <a:pt x="199" y="35"/>
                    <a:pt x="199" y="35"/>
                  </a:cubicBezTo>
                  <a:cubicBezTo>
                    <a:pt x="199" y="41"/>
                    <a:pt x="199" y="45"/>
                    <a:pt x="200" y="48"/>
                  </a:cubicBezTo>
                  <a:cubicBezTo>
                    <a:pt x="199" y="48"/>
                    <a:pt x="199" y="48"/>
                    <a:pt x="199" y="48"/>
                  </a:cubicBezTo>
                  <a:cubicBezTo>
                    <a:pt x="198" y="45"/>
                    <a:pt x="196" y="42"/>
                    <a:pt x="195" y="40"/>
                  </a:cubicBezTo>
                  <a:cubicBezTo>
                    <a:pt x="180" y="17"/>
                    <a:pt x="180" y="17"/>
                    <a:pt x="180" y="17"/>
                  </a:cubicBezTo>
                  <a:cubicBezTo>
                    <a:pt x="164" y="17"/>
                    <a:pt x="164" y="17"/>
                    <a:pt x="164" y="17"/>
                  </a:cubicBezTo>
                  <a:cubicBezTo>
                    <a:pt x="164" y="20"/>
                    <a:pt x="164" y="20"/>
                    <a:pt x="164" y="20"/>
                  </a:cubicBezTo>
                  <a:cubicBezTo>
                    <a:pt x="166" y="21"/>
                    <a:pt x="168" y="21"/>
                    <a:pt x="171" y="21"/>
                  </a:cubicBezTo>
                  <a:cubicBezTo>
                    <a:pt x="171" y="51"/>
                    <a:pt x="171" y="51"/>
                    <a:pt x="171" y="51"/>
                  </a:cubicBezTo>
                  <a:cubicBezTo>
                    <a:pt x="168" y="51"/>
                    <a:pt x="166" y="52"/>
                    <a:pt x="164" y="52"/>
                  </a:cubicBezTo>
                  <a:cubicBezTo>
                    <a:pt x="164" y="56"/>
                    <a:pt x="164" y="56"/>
                    <a:pt x="164" y="56"/>
                  </a:cubicBezTo>
                  <a:cubicBezTo>
                    <a:pt x="183" y="56"/>
                    <a:pt x="183" y="56"/>
                    <a:pt x="183" y="56"/>
                  </a:cubicBezTo>
                  <a:cubicBezTo>
                    <a:pt x="183" y="52"/>
                    <a:pt x="183" y="52"/>
                    <a:pt x="183" y="52"/>
                  </a:cubicBezTo>
                  <a:cubicBezTo>
                    <a:pt x="182" y="52"/>
                    <a:pt x="179" y="51"/>
                    <a:pt x="177" y="51"/>
                  </a:cubicBezTo>
                  <a:cubicBezTo>
                    <a:pt x="177" y="34"/>
                    <a:pt x="177" y="34"/>
                    <a:pt x="177" y="34"/>
                  </a:cubicBezTo>
                  <a:cubicBezTo>
                    <a:pt x="177" y="30"/>
                    <a:pt x="177" y="27"/>
                    <a:pt x="177" y="25"/>
                  </a:cubicBezTo>
                  <a:cubicBezTo>
                    <a:pt x="177" y="25"/>
                    <a:pt x="177" y="25"/>
                    <a:pt x="177" y="25"/>
                  </a:cubicBezTo>
                  <a:cubicBezTo>
                    <a:pt x="178" y="27"/>
                    <a:pt x="180" y="30"/>
                    <a:pt x="181" y="32"/>
                  </a:cubicBezTo>
                  <a:cubicBezTo>
                    <a:pt x="197" y="56"/>
                    <a:pt x="197" y="56"/>
                    <a:pt x="197" y="56"/>
                  </a:cubicBezTo>
                  <a:cubicBezTo>
                    <a:pt x="206" y="56"/>
                    <a:pt x="206" y="56"/>
                    <a:pt x="206" y="56"/>
                  </a:cubicBezTo>
                  <a:cubicBezTo>
                    <a:pt x="206" y="21"/>
                    <a:pt x="206" y="21"/>
                    <a:pt x="206" y="21"/>
                  </a:cubicBezTo>
                  <a:cubicBezTo>
                    <a:pt x="208" y="21"/>
                    <a:pt x="210" y="21"/>
                    <a:pt x="211" y="20"/>
                  </a:cubicBezTo>
                  <a:moveTo>
                    <a:pt x="155" y="56"/>
                  </a:moveTo>
                  <a:cubicBezTo>
                    <a:pt x="155" y="45"/>
                    <a:pt x="155" y="45"/>
                    <a:pt x="155" y="45"/>
                  </a:cubicBezTo>
                  <a:cubicBezTo>
                    <a:pt x="150" y="45"/>
                    <a:pt x="150" y="45"/>
                    <a:pt x="150" y="45"/>
                  </a:cubicBezTo>
                  <a:cubicBezTo>
                    <a:pt x="150" y="47"/>
                    <a:pt x="149" y="49"/>
                    <a:pt x="149" y="51"/>
                  </a:cubicBezTo>
                  <a:cubicBezTo>
                    <a:pt x="138" y="51"/>
                    <a:pt x="138" y="51"/>
                    <a:pt x="138" y="51"/>
                  </a:cubicBezTo>
                  <a:cubicBezTo>
                    <a:pt x="138" y="38"/>
                    <a:pt x="138" y="38"/>
                    <a:pt x="138" y="38"/>
                  </a:cubicBezTo>
                  <a:cubicBezTo>
                    <a:pt x="145" y="38"/>
                    <a:pt x="145" y="38"/>
                    <a:pt x="145" y="38"/>
                  </a:cubicBezTo>
                  <a:cubicBezTo>
                    <a:pt x="145" y="40"/>
                    <a:pt x="146" y="41"/>
                    <a:pt x="146" y="42"/>
                  </a:cubicBezTo>
                  <a:cubicBezTo>
                    <a:pt x="151" y="42"/>
                    <a:pt x="151" y="42"/>
                    <a:pt x="151" y="42"/>
                  </a:cubicBezTo>
                  <a:cubicBezTo>
                    <a:pt x="151" y="29"/>
                    <a:pt x="151" y="29"/>
                    <a:pt x="151" y="29"/>
                  </a:cubicBezTo>
                  <a:cubicBezTo>
                    <a:pt x="146" y="29"/>
                    <a:pt x="146" y="29"/>
                    <a:pt x="146" y="29"/>
                  </a:cubicBezTo>
                  <a:cubicBezTo>
                    <a:pt x="146" y="30"/>
                    <a:pt x="146" y="32"/>
                    <a:pt x="145" y="33"/>
                  </a:cubicBezTo>
                  <a:cubicBezTo>
                    <a:pt x="138" y="33"/>
                    <a:pt x="138" y="33"/>
                    <a:pt x="138" y="33"/>
                  </a:cubicBezTo>
                  <a:cubicBezTo>
                    <a:pt x="138" y="21"/>
                    <a:pt x="138" y="21"/>
                    <a:pt x="138" y="21"/>
                  </a:cubicBezTo>
                  <a:cubicBezTo>
                    <a:pt x="149" y="21"/>
                    <a:pt x="149" y="21"/>
                    <a:pt x="149" y="21"/>
                  </a:cubicBezTo>
                  <a:cubicBezTo>
                    <a:pt x="149" y="23"/>
                    <a:pt x="150" y="25"/>
                    <a:pt x="150" y="27"/>
                  </a:cubicBezTo>
                  <a:cubicBezTo>
                    <a:pt x="155" y="27"/>
                    <a:pt x="155" y="27"/>
                    <a:pt x="155" y="27"/>
                  </a:cubicBezTo>
                  <a:cubicBezTo>
                    <a:pt x="155" y="17"/>
                    <a:pt x="155" y="17"/>
                    <a:pt x="155" y="17"/>
                  </a:cubicBezTo>
                  <a:cubicBezTo>
                    <a:pt x="125" y="17"/>
                    <a:pt x="125" y="17"/>
                    <a:pt x="125" y="17"/>
                  </a:cubicBezTo>
                  <a:cubicBezTo>
                    <a:pt x="125" y="20"/>
                    <a:pt x="125" y="20"/>
                    <a:pt x="125" y="20"/>
                  </a:cubicBezTo>
                  <a:cubicBezTo>
                    <a:pt x="127" y="21"/>
                    <a:pt x="129" y="21"/>
                    <a:pt x="131" y="21"/>
                  </a:cubicBezTo>
                  <a:cubicBezTo>
                    <a:pt x="131" y="51"/>
                    <a:pt x="131" y="51"/>
                    <a:pt x="131" y="51"/>
                  </a:cubicBezTo>
                  <a:cubicBezTo>
                    <a:pt x="129" y="51"/>
                    <a:pt x="127" y="52"/>
                    <a:pt x="125" y="52"/>
                  </a:cubicBezTo>
                  <a:cubicBezTo>
                    <a:pt x="125" y="56"/>
                    <a:pt x="125" y="56"/>
                    <a:pt x="125" y="56"/>
                  </a:cubicBezTo>
                  <a:lnTo>
                    <a:pt x="155" y="56"/>
                  </a:lnTo>
                  <a:close/>
                  <a:moveTo>
                    <a:pt x="120" y="39"/>
                  </a:moveTo>
                  <a:cubicBezTo>
                    <a:pt x="120" y="35"/>
                    <a:pt x="120" y="35"/>
                    <a:pt x="120" y="35"/>
                  </a:cubicBezTo>
                  <a:cubicBezTo>
                    <a:pt x="102" y="35"/>
                    <a:pt x="102" y="35"/>
                    <a:pt x="102" y="35"/>
                  </a:cubicBezTo>
                  <a:cubicBezTo>
                    <a:pt x="102" y="39"/>
                    <a:pt x="102" y="39"/>
                    <a:pt x="102" y="39"/>
                  </a:cubicBezTo>
                  <a:cubicBezTo>
                    <a:pt x="104" y="40"/>
                    <a:pt x="106" y="40"/>
                    <a:pt x="108" y="40"/>
                  </a:cubicBezTo>
                  <a:cubicBezTo>
                    <a:pt x="108" y="50"/>
                    <a:pt x="108" y="50"/>
                    <a:pt x="108" y="50"/>
                  </a:cubicBezTo>
                  <a:cubicBezTo>
                    <a:pt x="106" y="50"/>
                    <a:pt x="104" y="51"/>
                    <a:pt x="102" y="51"/>
                  </a:cubicBezTo>
                  <a:cubicBezTo>
                    <a:pt x="93" y="51"/>
                    <a:pt x="88" y="46"/>
                    <a:pt x="88" y="36"/>
                  </a:cubicBezTo>
                  <a:cubicBezTo>
                    <a:pt x="88" y="27"/>
                    <a:pt x="94" y="22"/>
                    <a:pt x="102" y="22"/>
                  </a:cubicBezTo>
                  <a:cubicBezTo>
                    <a:pt x="104" y="22"/>
                    <a:pt x="106" y="22"/>
                    <a:pt x="108" y="22"/>
                  </a:cubicBezTo>
                  <a:cubicBezTo>
                    <a:pt x="108" y="24"/>
                    <a:pt x="109" y="26"/>
                    <a:pt x="109" y="29"/>
                  </a:cubicBezTo>
                  <a:cubicBezTo>
                    <a:pt x="114" y="29"/>
                    <a:pt x="114" y="29"/>
                    <a:pt x="114" y="29"/>
                  </a:cubicBezTo>
                  <a:cubicBezTo>
                    <a:pt x="114" y="17"/>
                    <a:pt x="114" y="17"/>
                    <a:pt x="114" y="17"/>
                  </a:cubicBezTo>
                  <a:cubicBezTo>
                    <a:pt x="110" y="16"/>
                    <a:pt x="106" y="16"/>
                    <a:pt x="102" y="16"/>
                  </a:cubicBezTo>
                  <a:cubicBezTo>
                    <a:pt x="88" y="16"/>
                    <a:pt x="80" y="25"/>
                    <a:pt x="80" y="37"/>
                  </a:cubicBezTo>
                  <a:cubicBezTo>
                    <a:pt x="80" y="50"/>
                    <a:pt x="89" y="56"/>
                    <a:pt x="101" y="56"/>
                  </a:cubicBezTo>
                  <a:cubicBezTo>
                    <a:pt x="106" y="56"/>
                    <a:pt x="111" y="56"/>
                    <a:pt x="115" y="54"/>
                  </a:cubicBezTo>
                  <a:cubicBezTo>
                    <a:pt x="115" y="40"/>
                    <a:pt x="115" y="40"/>
                    <a:pt x="115" y="40"/>
                  </a:cubicBezTo>
                  <a:cubicBezTo>
                    <a:pt x="117" y="40"/>
                    <a:pt x="118" y="40"/>
                    <a:pt x="120" y="39"/>
                  </a:cubicBezTo>
                  <a:moveTo>
                    <a:pt x="74" y="20"/>
                  </a:moveTo>
                  <a:cubicBezTo>
                    <a:pt x="74" y="17"/>
                    <a:pt x="74" y="17"/>
                    <a:pt x="74" y="17"/>
                  </a:cubicBezTo>
                  <a:cubicBezTo>
                    <a:pt x="56" y="17"/>
                    <a:pt x="56" y="17"/>
                    <a:pt x="56" y="17"/>
                  </a:cubicBezTo>
                  <a:cubicBezTo>
                    <a:pt x="56" y="20"/>
                    <a:pt x="56" y="20"/>
                    <a:pt x="56" y="20"/>
                  </a:cubicBezTo>
                  <a:cubicBezTo>
                    <a:pt x="58" y="21"/>
                    <a:pt x="60" y="21"/>
                    <a:pt x="62" y="21"/>
                  </a:cubicBezTo>
                  <a:cubicBezTo>
                    <a:pt x="62" y="35"/>
                    <a:pt x="62" y="35"/>
                    <a:pt x="62" y="35"/>
                  </a:cubicBezTo>
                  <a:cubicBezTo>
                    <a:pt x="62" y="41"/>
                    <a:pt x="62" y="45"/>
                    <a:pt x="62" y="48"/>
                  </a:cubicBezTo>
                  <a:cubicBezTo>
                    <a:pt x="62" y="48"/>
                    <a:pt x="62" y="48"/>
                    <a:pt x="62" y="48"/>
                  </a:cubicBezTo>
                  <a:cubicBezTo>
                    <a:pt x="61" y="45"/>
                    <a:pt x="59" y="42"/>
                    <a:pt x="58" y="40"/>
                  </a:cubicBezTo>
                  <a:cubicBezTo>
                    <a:pt x="43" y="17"/>
                    <a:pt x="43" y="17"/>
                    <a:pt x="43" y="17"/>
                  </a:cubicBezTo>
                  <a:cubicBezTo>
                    <a:pt x="27" y="17"/>
                    <a:pt x="27" y="17"/>
                    <a:pt x="27" y="17"/>
                  </a:cubicBezTo>
                  <a:cubicBezTo>
                    <a:pt x="27" y="20"/>
                    <a:pt x="27" y="20"/>
                    <a:pt x="27" y="20"/>
                  </a:cubicBezTo>
                  <a:cubicBezTo>
                    <a:pt x="29" y="21"/>
                    <a:pt x="31" y="21"/>
                    <a:pt x="34" y="21"/>
                  </a:cubicBezTo>
                  <a:cubicBezTo>
                    <a:pt x="34" y="51"/>
                    <a:pt x="34" y="51"/>
                    <a:pt x="34" y="51"/>
                  </a:cubicBezTo>
                  <a:cubicBezTo>
                    <a:pt x="31" y="51"/>
                    <a:pt x="29" y="52"/>
                    <a:pt x="27" y="52"/>
                  </a:cubicBezTo>
                  <a:cubicBezTo>
                    <a:pt x="27" y="56"/>
                    <a:pt x="27" y="56"/>
                    <a:pt x="27" y="56"/>
                  </a:cubicBezTo>
                  <a:cubicBezTo>
                    <a:pt x="46" y="56"/>
                    <a:pt x="46" y="56"/>
                    <a:pt x="46" y="56"/>
                  </a:cubicBezTo>
                  <a:cubicBezTo>
                    <a:pt x="46" y="52"/>
                    <a:pt x="46" y="52"/>
                    <a:pt x="46" y="52"/>
                  </a:cubicBezTo>
                  <a:cubicBezTo>
                    <a:pt x="44" y="52"/>
                    <a:pt x="42" y="51"/>
                    <a:pt x="40" y="51"/>
                  </a:cubicBezTo>
                  <a:cubicBezTo>
                    <a:pt x="40" y="34"/>
                    <a:pt x="40" y="34"/>
                    <a:pt x="40" y="34"/>
                  </a:cubicBezTo>
                  <a:cubicBezTo>
                    <a:pt x="40" y="30"/>
                    <a:pt x="40" y="27"/>
                    <a:pt x="40" y="25"/>
                  </a:cubicBezTo>
                  <a:cubicBezTo>
                    <a:pt x="40" y="25"/>
                    <a:pt x="40" y="25"/>
                    <a:pt x="40" y="25"/>
                  </a:cubicBezTo>
                  <a:cubicBezTo>
                    <a:pt x="41" y="27"/>
                    <a:pt x="43" y="30"/>
                    <a:pt x="44" y="32"/>
                  </a:cubicBezTo>
                  <a:cubicBezTo>
                    <a:pt x="60" y="56"/>
                    <a:pt x="60" y="56"/>
                    <a:pt x="60" y="56"/>
                  </a:cubicBezTo>
                  <a:cubicBezTo>
                    <a:pt x="69" y="56"/>
                    <a:pt x="69" y="56"/>
                    <a:pt x="69" y="56"/>
                  </a:cubicBezTo>
                  <a:cubicBezTo>
                    <a:pt x="69" y="21"/>
                    <a:pt x="69" y="21"/>
                    <a:pt x="69" y="21"/>
                  </a:cubicBezTo>
                  <a:cubicBezTo>
                    <a:pt x="71" y="21"/>
                    <a:pt x="73" y="21"/>
                    <a:pt x="74" y="20"/>
                  </a:cubicBezTo>
                  <a:moveTo>
                    <a:pt x="20" y="56"/>
                  </a:moveTo>
                  <a:cubicBezTo>
                    <a:pt x="20" y="52"/>
                    <a:pt x="20" y="52"/>
                    <a:pt x="20" y="52"/>
                  </a:cubicBezTo>
                  <a:cubicBezTo>
                    <a:pt x="18" y="52"/>
                    <a:pt x="16" y="51"/>
                    <a:pt x="13" y="51"/>
                  </a:cubicBezTo>
                  <a:cubicBezTo>
                    <a:pt x="13" y="21"/>
                    <a:pt x="13" y="21"/>
                    <a:pt x="13" y="21"/>
                  </a:cubicBezTo>
                  <a:cubicBezTo>
                    <a:pt x="16" y="21"/>
                    <a:pt x="18" y="21"/>
                    <a:pt x="20" y="20"/>
                  </a:cubicBezTo>
                  <a:cubicBezTo>
                    <a:pt x="20" y="17"/>
                    <a:pt x="20" y="17"/>
                    <a:pt x="20" y="17"/>
                  </a:cubicBezTo>
                  <a:cubicBezTo>
                    <a:pt x="0" y="17"/>
                    <a:pt x="0" y="17"/>
                    <a:pt x="0" y="17"/>
                  </a:cubicBezTo>
                  <a:cubicBezTo>
                    <a:pt x="0" y="20"/>
                    <a:pt x="0" y="20"/>
                    <a:pt x="0" y="20"/>
                  </a:cubicBezTo>
                  <a:cubicBezTo>
                    <a:pt x="2" y="21"/>
                    <a:pt x="4" y="21"/>
                    <a:pt x="7" y="21"/>
                  </a:cubicBezTo>
                  <a:cubicBezTo>
                    <a:pt x="7" y="51"/>
                    <a:pt x="7" y="51"/>
                    <a:pt x="7" y="51"/>
                  </a:cubicBezTo>
                  <a:cubicBezTo>
                    <a:pt x="4" y="51"/>
                    <a:pt x="2" y="52"/>
                    <a:pt x="0" y="52"/>
                  </a:cubicBezTo>
                  <a:cubicBezTo>
                    <a:pt x="0" y="56"/>
                    <a:pt x="0" y="56"/>
                    <a:pt x="0" y="56"/>
                  </a:cubicBezTo>
                  <a:lnTo>
                    <a:pt x="20" y="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80" name="Freeform 38">
              <a:extLst>
                <a:ext uri="{FF2B5EF4-FFF2-40B4-BE49-F238E27FC236}">
                  <a16:creationId xmlns:a16="http://schemas.microsoft.com/office/drawing/2014/main" id="{431FF5A9-F33B-426D-852B-8B71B84F754C}"/>
                </a:ext>
              </a:extLst>
            </p:cNvPr>
            <p:cNvSpPr>
              <a:spLocks noEditPoints="1"/>
            </p:cNvSpPr>
            <p:nvPr/>
          </p:nvSpPr>
          <p:spPr bwMode="auto">
            <a:xfrm>
              <a:off x="3968750" y="2597150"/>
              <a:ext cx="908050" cy="88900"/>
            </a:xfrm>
            <a:custGeom>
              <a:avLst/>
              <a:gdLst>
                <a:gd name="T0" fmla="*/ 413 w 419"/>
                <a:gd name="T1" fmla="*/ 35 h 41"/>
                <a:gd name="T2" fmla="*/ 410 w 419"/>
                <a:gd name="T3" fmla="*/ 27 h 41"/>
                <a:gd name="T4" fmla="*/ 410 w 419"/>
                <a:gd name="T5" fmla="*/ 18 h 41"/>
                <a:gd name="T6" fmla="*/ 414 w 419"/>
                <a:gd name="T7" fmla="*/ 12 h 41"/>
                <a:gd name="T8" fmla="*/ 389 w 419"/>
                <a:gd name="T9" fmla="*/ 5 h 41"/>
                <a:gd name="T10" fmla="*/ 389 w 419"/>
                <a:gd name="T11" fmla="*/ 40 h 41"/>
                <a:gd name="T12" fmla="*/ 355 w 419"/>
                <a:gd name="T13" fmla="*/ 35 h 41"/>
                <a:gd name="T14" fmla="*/ 383 w 419"/>
                <a:gd name="T15" fmla="*/ 20 h 41"/>
                <a:gd name="T16" fmla="*/ 342 w 419"/>
                <a:gd name="T17" fmla="*/ 5 h 41"/>
                <a:gd name="T18" fmla="*/ 342 w 419"/>
                <a:gd name="T19" fmla="*/ 40 h 41"/>
                <a:gd name="T20" fmla="*/ 312 w 419"/>
                <a:gd name="T21" fmla="*/ 20 h 41"/>
                <a:gd name="T22" fmla="*/ 297 w 419"/>
                <a:gd name="T23" fmla="*/ 6 h 41"/>
                <a:gd name="T24" fmla="*/ 285 w 419"/>
                <a:gd name="T25" fmla="*/ 1 h 41"/>
                <a:gd name="T26" fmla="*/ 285 w 419"/>
                <a:gd name="T27" fmla="*/ 35 h 41"/>
                <a:gd name="T28" fmla="*/ 296 w 419"/>
                <a:gd name="T29" fmla="*/ 41 h 41"/>
                <a:gd name="T30" fmla="*/ 250 w 419"/>
                <a:gd name="T31" fmla="*/ 13 h 41"/>
                <a:gd name="T32" fmla="*/ 259 w 419"/>
                <a:gd name="T33" fmla="*/ 25 h 41"/>
                <a:gd name="T34" fmla="*/ 257 w 419"/>
                <a:gd name="T35" fmla="*/ 1 h 41"/>
                <a:gd name="T36" fmla="*/ 230 w 419"/>
                <a:gd name="T37" fmla="*/ 40 h 41"/>
                <a:gd name="T38" fmla="*/ 243 w 419"/>
                <a:gd name="T39" fmla="*/ 30 h 41"/>
                <a:gd name="T40" fmla="*/ 257 w 419"/>
                <a:gd name="T41" fmla="*/ 40 h 41"/>
                <a:gd name="T42" fmla="*/ 195 w 419"/>
                <a:gd name="T43" fmla="*/ 1 h 41"/>
                <a:gd name="T44" fmla="*/ 209 w 419"/>
                <a:gd name="T45" fmla="*/ 6 h 41"/>
                <a:gd name="T46" fmla="*/ 223 w 419"/>
                <a:gd name="T47" fmla="*/ 40 h 41"/>
                <a:gd name="T48" fmla="*/ 225 w 419"/>
                <a:gd name="T49" fmla="*/ 6 h 41"/>
                <a:gd name="T50" fmla="*/ 194 w 419"/>
                <a:gd name="T51" fmla="*/ 28 h 41"/>
                <a:gd name="T52" fmla="*/ 178 w 419"/>
                <a:gd name="T53" fmla="*/ 6 h 41"/>
                <a:gd name="T54" fmla="*/ 164 w 419"/>
                <a:gd name="T55" fmla="*/ 5 h 41"/>
                <a:gd name="T56" fmla="*/ 164 w 419"/>
                <a:gd name="T57" fmla="*/ 40 h 41"/>
                <a:gd name="T58" fmla="*/ 140 w 419"/>
                <a:gd name="T59" fmla="*/ 1 h 41"/>
                <a:gd name="T60" fmla="*/ 136 w 419"/>
                <a:gd name="T61" fmla="*/ 35 h 41"/>
                <a:gd name="T62" fmla="*/ 132 w 419"/>
                <a:gd name="T63" fmla="*/ 1 h 41"/>
                <a:gd name="T64" fmla="*/ 119 w 419"/>
                <a:gd name="T65" fmla="*/ 27 h 41"/>
                <a:gd name="T66" fmla="*/ 158 w 419"/>
                <a:gd name="T67" fmla="*/ 5 h 41"/>
                <a:gd name="T68" fmla="*/ 84 w 419"/>
                <a:gd name="T69" fmla="*/ 21 h 41"/>
                <a:gd name="T70" fmla="*/ 107 w 419"/>
                <a:gd name="T71" fmla="*/ 13 h 41"/>
                <a:gd name="T72" fmla="*/ 96 w 419"/>
                <a:gd name="T73" fmla="*/ 41 h 41"/>
                <a:gd name="T74" fmla="*/ 49 w 419"/>
                <a:gd name="T75" fmla="*/ 13 h 41"/>
                <a:gd name="T76" fmla="*/ 58 w 419"/>
                <a:gd name="T77" fmla="*/ 25 h 41"/>
                <a:gd name="T78" fmla="*/ 56 w 419"/>
                <a:gd name="T79" fmla="*/ 1 h 41"/>
                <a:gd name="T80" fmla="*/ 29 w 419"/>
                <a:gd name="T81" fmla="*/ 40 h 41"/>
                <a:gd name="T82" fmla="*/ 43 w 419"/>
                <a:gd name="T83" fmla="*/ 30 h 41"/>
                <a:gd name="T84" fmla="*/ 56 w 419"/>
                <a:gd name="T85" fmla="*/ 40 h 41"/>
                <a:gd name="T86" fmla="*/ 0 w 419"/>
                <a:gd name="T87" fmla="*/ 1 h 41"/>
                <a:gd name="T88" fmla="*/ 0 w 419"/>
                <a:gd name="T89" fmla="*/ 36 h 41"/>
                <a:gd name="T90" fmla="*/ 13 w 419"/>
                <a:gd name="T91" fmla="*/ 35 h 41"/>
                <a:gd name="T92" fmla="*/ 26 w 419"/>
                <a:gd name="T93" fmla="*/ 27 h 41"/>
                <a:gd name="T94" fmla="*/ 13 w 419"/>
                <a:gd name="T95" fmla="*/ 18 h 41"/>
                <a:gd name="T96" fmla="*/ 30 w 419"/>
                <a:gd name="T97"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19" h="41">
                  <a:moveTo>
                    <a:pt x="419" y="40"/>
                  </a:moveTo>
                  <a:cubicBezTo>
                    <a:pt x="419" y="29"/>
                    <a:pt x="419" y="29"/>
                    <a:pt x="419" y="29"/>
                  </a:cubicBezTo>
                  <a:cubicBezTo>
                    <a:pt x="414" y="29"/>
                    <a:pt x="414" y="29"/>
                    <a:pt x="414" y="29"/>
                  </a:cubicBezTo>
                  <a:cubicBezTo>
                    <a:pt x="414" y="31"/>
                    <a:pt x="414" y="34"/>
                    <a:pt x="413" y="35"/>
                  </a:cubicBezTo>
                  <a:cubicBezTo>
                    <a:pt x="402" y="35"/>
                    <a:pt x="402" y="35"/>
                    <a:pt x="402" y="35"/>
                  </a:cubicBezTo>
                  <a:cubicBezTo>
                    <a:pt x="402" y="22"/>
                    <a:pt x="402" y="22"/>
                    <a:pt x="402" y="22"/>
                  </a:cubicBezTo>
                  <a:cubicBezTo>
                    <a:pt x="410" y="22"/>
                    <a:pt x="410" y="22"/>
                    <a:pt x="410" y="22"/>
                  </a:cubicBezTo>
                  <a:cubicBezTo>
                    <a:pt x="410" y="24"/>
                    <a:pt x="410" y="25"/>
                    <a:pt x="410" y="27"/>
                  </a:cubicBezTo>
                  <a:cubicBezTo>
                    <a:pt x="415" y="27"/>
                    <a:pt x="415" y="27"/>
                    <a:pt x="415" y="27"/>
                  </a:cubicBezTo>
                  <a:cubicBezTo>
                    <a:pt x="415" y="14"/>
                    <a:pt x="415" y="14"/>
                    <a:pt x="415" y="14"/>
                  </a:cubicBezTo>
                  <a:cubicBezTo>
                    <a:pt x="410" y="14"/>
                    <a:pt x="410" y="14"/>
                    <a:pt x="410" y="14"/>
                  </a:cubicBezTo>
                  <a:cubicBezTo>
                    <a:pt x="410" y="15"/>
                    <a:pt x="410" y="16"/>
                    <a:pt x="410" y="18"/>
                  </a:cubicBezTo>
                  <a:cubicBezTo>
                    <a:pt x="402" y="18"/>
                    <a:pt x="402" y="18"/>
                    <a:pt x="402" y="18"/>
                  </a:cubicBezTo>
                  <a:cubicBezTo>
                    <a:pt x="402" y="6"/>
                    <a:pt x="402" y="6"/>
                    <a:pt x="402" y="6"/>
                  </a:cubicBezTo>
                  <a:cubicBezTo>
                    <a:pt x="413" y="6"/>
                    <a:pt x="413" y="6"/>
                    <a:pt x="413" y="6"/>
                  </a:cubicBezTo>
                  <a:cubicBezTo>
                    <a:pt x="413" y="7"/>
                    <a:pt x="414" y="10"/>
                    <a:pt x="414" y="12"/>
                  </a:cubicBezTo>
                  <a:cubicBezTo>
                    <a:pt x="419" y="12"/>
                    <a:pt x="419" y="12"/>
                    <a:pt x="419" y="12"/>
                  </a:cubicBezTo>
                  <a:cubicBezTo>
                    <a:pt x="419" y="1"/>
                    <a:pt x="419" y="1"/>
                    <a:pt x="419" y="1"/>
                  </a:cubicBezTo>
                  <a:cubicBezTo>
                    <a:pt x="389" y="1"/>
                    <a:pt x="389" y="1"/>
                    <a:pt x="389" y="1"/>
                  </a:cubicBezTo>
                  <a:cubicBezTo>
                    <a:pt x="389" y="5"/>
                    <a:pt x="389" y="5"/>
                    <a:pt x="389" y="5"/>
                  </a:cubicBezTo>
                  <a:cubicBezTo>
                    <a:pt x="391" y="5"/>
                    <a:pt x="393" y="6"/>
                    <a:pt x="396" y="6"/>
                  </a:cubicBezTo>
                  <a:cubicBezTo>
                    <a:pt x="396" y="35"/>
                    <a:pt x="396" y="35"/>
                    <a:pt x="396" y="35"/>
                  </a:cubicBezTo>
                  <a:cubicBezTo>
                    <a:pt x="393" y="36"/>
                    <a:pt x="391" y="36"/>
                    <a:pt x="389" y="36"/>
                  </a:cubicBezTo>
                  <a:cubicBezTo>
                    <a:pt x="389" y="40"/>
                    <a:pt x="389" y="40"/>
                    <a:pt x="389" y="40"/>
                  </a:cubicBezTo>
                  <a:lnTo>
                    <a:pt x="419" y="40"/>
                  </a:lnTo>
                  <a:close/>
                  <a:moveTo>
                    <a:pt x="376" y="20"/>
                  </a:moveTo>
                  <a:cubicBezTo>
                    <a:pt x="376" y="30"/>
                    <a:pt x="369" y="35"/>
                    <a:pt x="360" y="35"/>
                  </a:cubicBezTo>
                  <a:cubicBezTo>
                    <a:pt x="359" y="35"/>
                    <a:pt x="356" y="35"/>
                    <a:pt x="355" y="35"/>
                  </a:cubicBezTo>
                  <a:cubicBezTo>
                    <a:pt x="355" y="6"/>
                    <a:pt x="355" y="6"/>
                    <a:pt x="355" y="6"/>
                  </a:cubicBezTo>
                  <a:cubicBezTo>
                    <a:pt x="357" y="6"/>
                    <a:pt x="359" y="6"/>
                    <a:pt x="361" y="6"/>
                  </a:cubicBezTo>
                  <a:cubicBezTo>
                    <a:pt x="371" y="6"/>
                    <a:pt x="376" y="11"/>
                    <a:pt x="376" y="20"/>
                  </a:cubicBezTo>
                  <a:moveTo>
                    <a:pt x="383" y="20"/>
                  </a:moveTo>
                  <a:cubicBezTo>
                    <a:pt x="383" y="6"/>
                    <a:pt x="375" y="1"/>
                    <a:pt x="362" y="1"/>
                  </a:cubicBezTo>
                  <a:cubicBezTo>
                    <a:pt x="357" y="1"/>
                    <a:pt x="352" y="1"/>
                    <a:pt x="348" y="1"/>
                  </a:cubicBezTo>
                  <a:cubicBezTo>
                    <a:pt x="342" y="1"/>
                    <a:pt x="342" y="1"/>
                    <a:pt x="342" y="1"/>
                  </a:cubicBezTo>
                  <a:cubicBezTo>
                    <a:pt x="342" y="5"/>
                    <a:pt x="342" y="5"/>
                    <a:pt x="342" y="5"/>
                  </a:cubicBezTo>
                  <a:cubicBezTo>
                    <a:pt x="344" y="5"/>
                    <a:pt x="346" y="6"/>
                    <a:pt x="348" y="6"/>
                  </a:cubicBezTo>
                  <a:cubicBezTo>
                    <a:pt x="348" y="35"/>
                    <a:pt x="348" y="35"/>
                    <a:pt x="348" y="35"/>
                  </a:cubicBezTo>
                  <a:cubicBezTo>
                    <a:pt x="346" y="36"/>
                    <a:pt x="344" y="36"/>
                    <a:pt x="342" y="36"/>
                  </a:cubicBezTo>
                  <a:cubicBezTo>
                    <a:pt x="342" y="40"/>
                    <a:pt x="342" y="40"/>
                    <a:pt x="342" y="40"/>
                  </a:cubicBezTo>
                  <a:cubicBezTo>
                    <a:pt x="348" y="40"/>
                    <a:pt x="348" y="40"/>
                    <a:pt x="348" y="40"/>
                  </a:cubicBezTo>
                  <a:cubicBezTo>
                    <a:pt x="352" y="40"/>
                    <a:pt x="355" y="41"/>
                    <a:pt x="360" y="41"/>
                  </a:cubicBezTo>
                  <a:cubicBezTo>
                    <a:pt x="373" y="41"/>
                    <a:pt x="383" y="34"/>
                    <a:pt x="383" y="20"/>
                  </a:cubicBezTo>
                  <a:moveTo>
                    <a:pt x="312" y="20"/>
                  </a:moveTo>
                  <a:cubicBezTo>
                    <a:pt x="312" y="30"/>
                    <a:pt x="306" y="35"/>
                    <a:pt x="297" y="35"/>
                  </a:cubicBezTo>
                  <a:cubicBezTo>
                    <a:pt x="295" y="35"/>
                    <a:pt x="293" y="35"/>
                    <a:pt x="291" y="35"/>
                  </a:cubicBezTo>
                  <a:cubicBezTo>
                    <a:pt x="291" y="6"/>
                    <a:pt x="291" y="6"/>
                    <a:pt x="291" y="6"/>
                  </a:cubicBezTo>
                  <a:cubicBezTo>
                    <a:pt x="293" y="6"/>
                    <a:pt x="295" y="6"/>
                    <a:pt x="297" y="6"/>
                  </a:cubicBezTo>
                  <a:cubicBezTo>
                    <a:pt x="307" y="6"/>
                    <a:pt x="312" y="11"/>
                    <a:pt x="312" y="20"/>
                  </a:cubicBezTo>
                  <a:moveTo>
                    <a:pt x="319" y="20"/>
                  </a:moveTo>
                  <a:cubicBezTo>
                    <a:pt x="319" y="6"/>
                    <a:pt x="311" y="1"/>
                    <a:pt x="298" y="1"/>
                  </a:cubicBezTo>
                  <a:cubicBezTo>
                    <a:pt x="294" y="1"/>
                    <a:pt x="288" y="1"/>
                    <a:pt x="285" y="1"/>
                  </a:cubicBezTo>
                  <a:cubicBezTo>
                    <a:pt x="278" y="1"/>
                    <a:pt x="278" y="1"/>
                    <a:pt x="278" y="1"/>
                  </a:cubicBezTo>
                  <a:cubicBezTo>
                    <a:pt x="278" y="5"/>
                    <a:pt x="278" y="5"/>
                    <a:pt x="278" y="5"/>
                  </a:cubicBezTo>
                  <a:cubicBezTo>
                    <a:pt x="280" y="5"/>
                    <a:pt x="282" y="6"/>
                    <a:pt x="285" y="6"/>
                  </a:cubicBezTo>
                  <a:cubicBezTo>
                    <a:pt x="285" y="35"/>
                    <a:pt x="285" y="35"/>
                    <a:pt x="285" y="35"/>
                  </a:cubicBezTo>
                  <a:cubicBezTo>
                    <a:pt x="282" y="36"/>
                    <a:pt x="280" y="36"/>
                    <a:pt x="278" y="36"/>
                  </a:cubicBezTo>
                  <a:cubicBezTo>
                    <a:pt x="278" y="40"/>
                    <a:pt x="278" y="40"/>
                    <a:pt x="278" y="40"/>
                  </a:cubicBezTo>
                  <a:cubicBezTo>
                    <a:pt x="285" y="40"/>
                    <a:pt x="285" y="40"/>
                    <a:pt x="285" y="40"/>
                  </a:cubicBezTo>
                  <a:cubicBezTo>
                    <a:pt x="288" y="40"/>
                    <a:pt x="291" y="41"/>
                    <a:pt x="296" y="41"/>
                  </a:cubicBezTo>
                  <a:cubicBezTo>
                    <a:pt x="309" y="41"/>
                    <a:pt x="319" y="34"/>
                    <a:pt x="319" y="20"/>
                  </a:cubicBezTo>
                  <a:moveTo>
                    <a:pt x="259" y="25"/>
                  </a:moveTo>
                  <a:cubicBezTo>
                    <a:pt x="245" y="25"/>
                    <a:pt x="245" y="25"/>
                    <a:pt x="245" y="25"/>
                  </a:cubicBezTo>
                  <a:cubicBezTo>
                    <a:pt x="250" y="13"/>
                    <a:pt x="250" y="13"/>
                    <a:pt x="250" y="13"/>
                  </a:cubicBezTo>
                  <a:cubicBezTo>
                    <a:pt x="251" y="11"/>
                    <a:pt x="251" y="9"/>
                    <a:pt x="252" y="7"/>
                  </a:cubicBezTo>
                  <a:cubicBezTo>
                    <a:pt x="252" y="7"/>
                    <a:pt x="252" y="7"/>
                    <a:pt x="252" y="7"/>
                  </a:cubicBezTo>
                  <a:cubicBezTo>
                    <a:pt x="253" y="9"/>
                    <a:pt x="253" y="11"/>
                    <a:pt x="254" y="13"/>
                  </a:cubicBezTo>
                  <a:lnTo>
                    <a:pt x="259" y="25"/>
                  </a:lnTo>
                  <a:close/>
                  <a:moveTo>
                    <a:pt x="275" y="40"/>
                  </a:moveTo>
                  <a:cubicBezTo>
                    <a:pt x="275" y="36"/>
                    <a:pt x="275" y="36"/>
                    <a:pt x="275" y="36"/>
                  </a:cubicBezTo>
                  <a:cubicBezTo>
                    <a:pt x="273" y="36"/>
                    <a:pt x="271" y="36"/>
                    <a:pt x="270" y="36"/>
                  </a:cubicBezTo>
                  <a:cubicBezTo>
                    <a:pt x="257" y="1"/>
                    <a:pt x="257" y="1"/>
                    <a:pt x="257" y="1"/>
                  </a:cubicBezTo>
                  <a:cubicBezTo>
                    <a:pt x="248" y="1"/>
                    <a:pt x="248" y="1"/>
                    <a:pt x="248" y="1"/>
                  </a:cubicBezTo>
                  <a:cubicBezTo>
                    <a:pt x="234" y="36"/>
                    <a:pt x="234" y="36"/>
                    <a:pt x="234" y="36"/>
                  </a:cubicBezTo>
                  <a:cubicBezTo>
                    <a:pt x="233" y="36"/>
                    <a:pt x="231" y="36"/>
                    <a:pt x="230" y="36"/>
                  </a:cubicBezTo>
                  <a:cubicBezTo>
                    <a:pt x="230" y="40"/>
                    <a:pt x="230" y="40"/>
                    <a:pt x="230" y="40"/>
                  </a:cubicBezTo>
                  <a:cubicBezTo>
                    <a:pt x="247" y="40"/>
                    <a:pt x="247" y="40"/>
                    <a:pt x="247" y="40"/>
                  </a:cubicBezTo>
                  <a:cubicBezTo>
                    <a:pt x="247" y="36"/>
                    <a:pt x="247" y="36"/>
                    <a:pt x="247" y="36"/>
                  </a:cubicBezTo>
                  <a:cubicBezTo>
                    <a:pt x="246" y="36"/>
                    <a:pt x="243" y="36"/>
                    <a:pt x="241" y="36"/>
                  </a:cubicBezTo>
                  <a:cubicBezTo>
                    <a:pt x="243" y="30"/>
                    <a:pt x="243" y="30"/>
                    <a:pt x="243" y="30"/>
                  </a:cubicBezTo>
                  <a:cubicBezTo>
                    <a:pt x="261" y="30"/>
                    <a:pt x="261" y="30"/>
                    <a:pt x="261" y="30"/>
                  </a:cubicBezTo>
                  <a:cubicBezTo>
                    <a:pt x="262" y="36"/>
                    <a:pt x="262" y="36"/>
                    <a:pt x="262" y="36"/>
                  </a:cubicBezTo>
                  <a:cubicBezTo>
                    <a:pt x="261" y="36"/>
                    <a:pt x="258" y="36"/>
                    <a:pt x="257" y="36"/>
                  </a:cubicBezTo>
                  <a:cubicBezTo>
                    <a:pt x="257" y="40"/>
                    <a:pt x="257" y="40"/>
                    <a:pt x="257" y="40"/>
                  </a:cubicBezTo>
                  <a:lnTo>
                    <a:pt x="275" y="40"/>
                  </a:lnTo>
                  <a:close/>
                  <a:moveTo>
                    <a:pt x="231" y="14"/>
                  </a:moveTo>
                  <a:cubicBezTo>
                    <a:pt x="231" y="1"/>
                    <a:pt x="231" y="1"/>
                    <a:pt x="231" y="1"/>
                  </a:cubicBezTo>
                  <a:cubicBezTo>
                    <a:pt x="195" y="1"/>
                    <a:pt x="195" y="1"/>
                    <a:pt x="195" y="1"/>
                  </a:cubicBezTo>
                  <a:cubicBezTo>
                    <a:pt x="195" y="14"/>
                    <a:pt x="195" y="14"/>
                    <a:pt x="195" y="14"/>
                  </a:cubicBezTo>
                  <a:cubicBezTo>
                    <a:pt x="199" y="14"/>
                    <a:pt x="199" y="14"/>
                    <a:pt x="199" y="14"/>
                  </a:cubicBezTo>
                  <a:cubicBezTo>
                    <a:pt x="200" y="11"/>
                    <a:pt x="200" y="8"/>
                    <a:pt x="200" y="6"/>
                  </a:cubicBezTo>
                  <a:cubicBezTo>
                    <a:pt x="209" y="6"/>
                    <a:pt x="209" y="6"/>
                    <a:pt x="209" y="6"/>
                  </a:cubicBezTo>
                  <a:cubicBezTo>
                    <a:pt x="209" y="35"/>
                    <a:pt x="209" y="35"/>
                    <a:pt x="209" y="35"/>
                  </a:cubicBezTo>
                  <a:cubicBezTo>
                    <a:pt x="207" y="36"/>
                    <a:pt x="205" y="36"/>
                    <a:pt x="203" y="36"/>
                  </a:cubicBezTo>
                  <a:cubicBezTo>
                    <a:pt x="203" y="40"/>
                    <a:pt x="203" y="40"/>
                    <a:pt x="203" y="40"/>
                  </a:cubicBezTo>
                  <a:cubicBezTo>
                    <a:pt x="223" y="40"/>
                    <a:pt x="223" y="40"/>
                    <a:pt x="223" y="40"/>
                  </a:cubicBezTo>
                  <a:cubicBezTo>
                    <a:pt x="223" y="36"/>
                    <a:pt x="223" y="36"/>
                    <a:pt x="223" y="36"/>
                  </a:cubicBezTo>
                  <a:cubicBezTo>
                    <a:pt x="221" y="36"/>
                    <a:pt x="218" y="36"/>
                    <a:pt x="216" y="35"/>
                  </a:cubicBezTo>
                  <a:cubicBezTo>
                    <a:pt x="216" y="6"/>
                    <a:pt x="216" y="6"/>
                    <a:pt x="216" y="6"/>
                  </a:cubicBezTo>
                  <a:cubicBezTo>
                    <a:pt x="225" y="6"/>
                    <a:pt x="225" y="6"/>
                    <a:pt x="225" y="6"/>
                  </a:cubicBezTo>
                  <a:cubicBezTo>
                    <a:pt x="225" y="8"/>
                    <a:pt x="226" y="11"/>
                    <a:pt x="226" y="14"/>
                  </a:cubicBezTo>
                  <a:lnTo>
                    <a:pt x="231" y="14"/>
                  </a:lnTo>
                  <a:close/>
                  <a:moveTo>
                    <a:pt x="194" y="40"/>
                  </a:moveTo>
                  <a:cubicBezTo>
                    <a:pt x="194" y="28"/>
                    <a:pt x="194" y="28"/>
                    <a:pt x="194" y="28"/>
                  </a:cubicBezTo>
                  <a:cubicBezTo>
                    <a:pt x="189" y="28"/>
                    <a:pt x="189" y="28"/>
                    <a:pt x="189" y="28"/>
                  </a:cubicBezTo>
                  <a:cubicBezTo>
                    <a:pt x="189" y="30"/>
                    <a:pt x="189" y="33"/>
                    <a:pt x="188" y="35"/>
                  </a:cubicBezTo>
                  <a:cubicBezTo>
                    <a:pt x="178" y="35"/>
                    <a:pt x="178" y="35"/>
                    <a:pt x="178" y="35"/>
                  </a:cubicBezTo>
                  <a:cubicBezTo>
                    <a:pt x="178" y="6"/>
                    <a:pt x="178" y="6"/>
                    <a:pt x="178" y="6"/>
                  </a:cubicBezTo>
                  <a:cubicBezTo>
                    <a:pt x="180" y="6"/>
                    <a:pt x="182" y="5"/>
                    <a:pt x="184" y="5"/>
                  </a:cubicBezTo>
                  <a:cubicBezTo>
                    <a:pt x="184" y="1"/>
                    <a:pt x="184" y="1"/>
                    <a:pt x="184" y="1"/>
                  </a:cubicBezTo>
                  <a:cubicBezTo>
                    <a:pt x="164" y="1"/>
                    <a:pt x="164" y="1"/>
                    <a:pt x="164" y="1"/>
                  </a:cubicBezTo>
                  <a:cubicBezTo>
                    <a:pt x="164" y="5"/>
                    <a:pt x="164" y="5"/>
                    <a:pt x="164" y="5"/>
                  </a:cubicBezTo>
                  <a:cubicBezTo>
                    <a:pt x="166" y="5"/>
                    <a:pt x="169" y="6"/>
                    <a:pt x="171" y="6"/>
                  </a:cubicBezTo>
                  <a:cubicBezTo>
                    <a:pt x="171" y="35"/>
                    <a:pt x="171" y="35"/>
                    <a:pt x="171" y="35"/>
                  </a:cubicBezTo>
                  <a:cubicBezTo>
                    <a:pt x="169" y="36"/>
                    <a:pt x="166" y="36"/>
                    <a:pt x="164" y="36"/>
                  </a:cubicBezTo>
                  <a:cubicBezTo>
                    <a:pt x="164" y="40"/>
                    <a:pt x="164" y="40"/>
                    <a:pt x="164" y="40"/>
                  </a:cubicBezTo>
                  <a:lnTo>
                    <a:pt x="194" y="40"/>
                  </a:lnTo>
                  <a:close/>
                  <a:moveTo>
                    <a:pt x="158" y="5"/>
                  </a:moveTo>
                  <a:cubicBezTo>
                    <a:pt x="158" y="1"/>
                    <a:pt x="158" y="1"/>
                    <a:pt x="158" y="1"/>
                  </a:cubicBezTo>
                  <a:cubicBezTo>
                    <a:pt x="140" y="1"/>
                    <a:pt x="140" y="1"/>
                    <a:pt x="140" y="1"/>
                  </a:cubicBezTo>
                  <a:cubicBezTo>
                    <a:pt x="140" y="5"/>
                    <a:pt x="140" y="5"/>
                    <a:pt x="140" y="5"/>
                  </a:cubicBezTo>
                  <a:cubicBezTo>
                    <a:pt x="142" y="5"/>
                    <a:pt x="144" y="6"/>
                    <a:pt x="146" y="6"/>
                  </a:cubicBezTo>
                  <a:cubicBezTo>
                    <a:pt x="146" y="25"/>
                    <a:pt x="146" y="25"/>
                    <a:pt x="146" y="25"/>
                  </a:cubicBezTo>
                  <a:cubicBezTo>
                    <a:pt x="146" y="31"/>
                    <a:pt x="143" y="35"/>
                    <a:pt x="136" y="35"/>
                  </a:cubicBezTo>
                  <a:cubicBezTo>
                    <a:pt x="129" y="35"/>
                    <a:pt x="126" y="32"/>
                    <a:pt x="126" y="25"/>
                  </a:cubicBezTo>
                  <a:cubicBezTo>
                    <a:pt x="126" y="6"/>
                    <a:pt x="126" y="6"/>
                    <a:pt x="126" y="6"/>
                  </a:cubicBezTo>
                  <a:cubicBezTo>
                    <a:pt x="128" y="6"/>
                    <a:pt x="130" y="5"/>
                    <a:pt x="132" y="5"/>
                  </a:cubicBezTo>
                  <a:cubicBezTo>
                    <a:pt x="132" y="1"/>
                    <a:pt x="132" y="1"/>
                    <a:pt x="132" y="1"/>
                  </a:cubicBezTo>
                  <a:cubicBezTo>
                    <a:pt x="113" y="1"/>
                    <a:pt x="113" y="1"/>
                    <a:pt x="113" y="1"/>
                  </a:cubicBezTo>
                  <a:cubicBezTo>
                    <a:pt x="113" y="5"/>
                    <a:pt x="113" y="5"/>
                    <a:pt x="113" y="5"/>
                  </a:cubicBezTo>
                  <a:cubicBezTo>
                    <a:pt x="115" y="5"/>
                    <a:pt x="117" y="6"/>
                    <a:pt x="119" y="6"/>
                  </a:cubicBezTo>
                  <a:cubicBezTo>
                    <a:pt x="119" y="27"/>
                    <a:pt x="119" y="27"/>
                    <a:pt x="119" y="27"/>
                  </a:cubicBezTo>
                  <a:cubicBezTo>
                    <a:pt x="119" y="36"/>
                    <a:pt x="125" y="41"/>
                    <a:pt x="135" y="41"/>
                  </a:cubicBezTo>
                  <a:cubicBezTo>
                    <a:pt x="148" y="41"/>
                    <a:pt x="153" y="34"/>
                    <a:pt x="153" y="25"/>
                  </a:cubicBezTo>
                  <a:cubicBezTo>
                    <a:pt x="153" y="6"/>
                    <a:pt x="153" y="6"/>
                    <a:pt x="153" y="6"/>
                  </a:cubicBezTo>
                  <a:cubicBezTo>
                    <a:pt x="155" y="6"/>
                    <a:pt x="157" y="5"/>
                    <a:pt x="158" y="5"/>
                  </a:cubicBezTo>
                  <a:moveTo>
                    <a:pt x="107" y="39"/>
                  </a:moveTo>
                  <a:cubicBezTo>
                    <a:pt x="107" y="32"/>
                    <a:pt x="107" y="32"/>
                    <a:pt x="107" y="32"/>
                  </a:cubicBezTo>
                  <a:cubicBezTo>
                    <a:pt x="104" y="34"/>
                    <a:pt x="101" y="35"/>
                    <a:pt x="97" y="35"/>
                  </a:cubicBezTo>
                  <a:cubicBezTo>
                    <a:pt x="88" y="35"/>
                    <a:pt x="84" y="30"/>
                    <a:pt x="84" y="21"/>
                  </a:cubicBezTo>
                  <a:cubicBezTo>
                    <a:pt x="84" y="13"/>
                    <a:pt x="88" y="6"/>
                    <a:pt x="96" y="6"/>
                  </a:cubicBezTo>
                  <a:cubicBezTo>
                    <a:pt x="98" y="6"/>
                    <a:pt x="99" y="7"/>
                    <a:pt x="101" y="7"/>
                  </a:cubicBezTo>
                  <a:cubicBezTo>
                    <a:pt x="101" y="9"/>
                    <a:pt x="102" y="11"/>
                    <a:pt x="102" y="13"/>
                  </a:cubicBezTo>
                  <a:cubicBezTo>
                    <a:pt x="107" y="13"/>
                    <a:pt x="107" y="13"/>
                    <a:pt x="107" y="13"/>
                  </a:cubicBezTo>
                  <a:cubicBezTo>
                    <a:pt x="107" y="2"/>
                    <a:pt x="107" y="2"/>
                    <a:pt x="107" y="2"/>
                  </a:cubicBezTo>
                  <a:cubicBezTo>
                    <a:pt x="104" y="1"/>
                    <a:pt x="100" y="0"/>
                    <a:pt x="97" y="0"/>
                  </a:cubicBezTo>
                  <a:cubicBezTo>
                    <a:pt x="83" y="0"/>
                    <a:pt x="76" y="10"/>
                    <a:pt x="76" y="21"/>
                  </a:cubicBezTo>
                  <a:cubicBezTo>
                    <a:pt x="76" y="33"/>
                    <a:pt x="83" y="41"/>
                    <a:pt x="96" y="41"/>
                  </a:cubicBezTo>
                  <a:cubicBezTo>
                    <a:pt x="100" y="41"/>
                    <a:pt x="104" y="40"/>
                    <a:pt x="107" y="39"/>
                  </a:cubicBezTo>
                  <a:moveTo>
                    <a:pt x="58" y="25"/>
                  </a:moveTo>
                  <a:cubicBezTo>
                    <a:pt x="45" y="25"/>
                    <a:pt x="45" y="25"/>
                    <a:pt x="45" y="25"/>
                  </a:cubicBezTo>
                  <a:cubicBezTo>
                    <a:pt x="49" y="13"/>
                    <a:pt x="49" y="13"/>
                    <a:pt x="49" y="13"/>
                  </a:cubicBezTo>
                  <a:cubicBezTo>
                    <a:pt x="50" y="11"/>
                    <a:pt x="51" y="9"/>
                    <a:pt x="51" y="7"/>
                  </a:cubicBezTo>
                  <a:cubicBezTo>
                    <a:pt x="52" y="7"/>
                    <a:pt x="52" y="7"/>
                    <a:pt x="52" y="7"/>
                  </a:cubicBezTo>
                  <a:cubicBezTo>
                    <a:pt x="52" y="9"/>
                    <a:pt x="53" y="11"/>
                    <a:pt x="54" y="13"/>
                  </a:cubicBezTo>
                  <a:lnTo>
                    <a:pt x="58" y="25"/>
                  </a:lnTo>
                  <a:close/>
                  <a:moveTo>
                    <a:pt x="74" y="40"/>
                  </a:moveTo>
                  <a:cubicBezTo>
                    <a:pt x="74" y="36"/>
                    <a:pt x="74" y="36"/>
                    <a:pt x="74" y="36"/>
                  </a:cubicBezTo>
                  <a:cubicBezTo>
                    <a:pt x="73" y="36"/>
                    <a:pt x="71" y="36"/>
                    <a:pt x="69" y="36"/>
                  </a:cubicBezTo>
                  <a:cubicBezTo>
                    <a:pt x="56" y="1"/>
                    <a:pt x="56" y="1"/>
                    <a:pt x="56" y="1"/>
                  </a:cubicBezTo>
                  <a:cubicBezTo>
                    <a:pt x="47" y="1"/>
                    <a:pt x="47" y="1"/>
                    <a:pt x="47" y="1"/>
                  </a:cubicBezTo>
                  <a:cubicBezTo>
                    <a:pt x="34" y="36"/>
                    <a:pt x="34" y="36"/>
                    <a:pt x="34" y="36"/>
                  </a:cubicBezTo>
                  <a:cubicBezTo>
                    <a:pt x="33" y="36"/>
                    <a:pt x="31" y="36"/>
                    <a:pt x="29" y="36"/>
                  </a:cubicBezTo>
                  <a:cubicBezTo>
                    <a:pt x="29" y="40"/>
                    <a:pt x="29" y="40"/>
                    <a:pt x="29" y="40"/>
                  </a:cubicBezTo>
                  <a:cubicBezTo>
                    <a:pt x="47" y="40"/>
                    <a:pt x="47" y="40"/>
                    <a:pt x="47" y="40"/>
                  </a:cubicBezTo>
                  <a:cubicBezTo>
                    <a:pt x="47" y="36"/>
                    <a:pt x="47" y="36"/>
                    <a:pt x="47" y="36"/>
                  </a:cubicBezTo>
                  <a:cubicBezTo>
                    <a:pt x="45" y="36"/>
                    <a:pt x="43" y="36"/>
                    <a:pt x="41" y="36"/>
                  </a:cubicBezTo>
                  <a:cubicBezTo>
                    <a:pt x="43" y="30"/>
                    <a:pt x="43" y="30"/>
                    <a:pt x="43" y="30"/>
                  </a:cubicBezTo>
                  <a:cubicBezTo>
                    <a:pt x="60" y="30"/>
                    <a:pt x="60" y="30"/>
                    <a:pt x="60" y="30"/>
                  </a:cubicBezTo>
                  <a:cubicBezTo>
                    <a:pt x="62" y="36"/>
                    <a:pt x="62" y="36"/>
                    <a:pt x="62" y="36"/>
                  </a:cubicBezTo>
                  <a:cubicBezTo>
                    <a:pt x="60" y="36"/>
                    <a:pt x="58" y="36"/>
                    <a:pt x="56" y="36"/>
                  </a:cubicBezTo>
                  <a:cubicBezTo>
                    <a:pt x="56" y="40"/>
                    <a:pt x="56" y="40"/>
                    <a:pt x="56" y="40"/>
                  </a:cubicBezTo>
                  <a:lnTo>
                    <a:pt x="74" y="40"/>
                  </a:lnTo>
                  <a:close/>
                  <a:moveTo>
                    <a:pt x="30" y="12"/>
                  </a:moveTo>
                  <a:cubicBezTo>
                    <a:pt x="30" y="1"/>
                    <a:pt x="30" y="1"/>
                    <a:pt x="30" y="1"/>
                  </a:cubicBezTo>
                  <a:cubicBezTo>
                    <a:pt x="0" y="1"/>
                    <a:pt x="0" y="1"/>
                    <a:pt x="0" y="1"/>
                  </a:cubicBezTo>
                  <a:cubicBezTo>
                    <a:pt x="0" y="5"/>
                    <a:pt x="0" y="5"/>
                    <a:pt x="0" y="5"/>
                  </a:cubicBezTo>
                  <a:cubicBezTo>
                    <a:pt x="2" y="5"/>
                    <a:pt x="4" y="6"/>
                    <a:pt x="7" y="6"/>
                  </a:cubicBezTo>
                  <a:cubicBezTo>
                    <a:pt x="7" y="35"/>
                    <a:pt x="7" y="35"/>
                    <a:pt x="7" y="35"/>
                  </a:cubicBezTo>
                  <a:cubicBezTo>
                    <a:pt x="4" y="36"/>
                    <a:pt x="2" y="36"/>
                    <a:pt x="0" y="36"/>
                  </a:cubicBezTo>
                  <a:cubicBezTo>
                    <a:pt x="0" y="40"/>
                    <a:pt x="0" y="40"/>
                    <a:pt x="0" y="40"/>
                  </a:cubicBezTo>
                  <a:cubicBezTo>
                    <a:pt x="20" y="40"/>
                    <a:pt x="20" y="40"/>
                    <a:pt x="20" y="40"/>
                  </a:cubicBezTo>
                  <a:cubicBezTo>
                    <a:pt x="20" y="36"/>
                    <a:pt x="20" y="36"/>
                    <a:pt x="20" y="36"/>
                  </a:cubicBezTo>
                  <a:cubicBezTo>
                    <a:pt x="18" y="36"/>
                    <a:pt x="16" y="36"/>
                    <a:pt x="13" y="35"/>
                  </a:cubicBezTo>
                  <a:cubicBezTo>
                    <a:pt x="13" y="23"/>
                    <a:pt x="13" y="23"/>
                    <a:pt x="13" y="23"/>
                  </a:cubicBezTo>
                  <a:cubicBezTo>
                    <a:pt x="21" y="23"/>
                    <a:pt x="21" y="23"/>
                    <a:pt x="21" y="23"/>
                  </a:cubicBezTo>
                  <a:cubicBezTo>
                    <a:pt x="21" y="24"/>
                    <a:pt x="21" y="26"/>
                    <a:pt x="22" y="27"/>
                  </a:cubicBezTo>
                  <a:cubicBezTo>
                    <a:pt x="26" y="27"/>
                    <a:pt x="26" y="27"/>
                    <a:pt x="26" y="27"/>
                  </a:cubicBezTo>
                  <a:cubicBezTo>
                    <a:pt x="26" y="14"/>
                    <a:pt x="26" y="14"/>
                    <a:pt x="26" y="14"/>
                  </a:cubicBezTo>
                  <a:cubicBezTo>
                    <a:pt x="22" y="14"/>
                    <a:pt x="22" y="14"/>
                    <a:pt x="22" y="14"/>
                  </a:cubicBezTo>
                  <a:cubicBezTo>
                    <a:pt x="21" y="15"/>
                    <a:pt x="21" y="17"/>
                    <a:pt x="21" y="18"/>
                  </a:cubicBezTo>
                  <a:cubicBezTo>
                    <a:pt x="13" y="18"/>
                    <a:pt x="13" y="18"/>
                    <a:pt x="13" y="18"/>
                  </a:cubicBezTo>
                  <a:cubicBezTo>
                    <a:pt x="13" y="6"/>
                    <a:pt x="13" y="6"/>
                    <a:pt x="13" y="6"/>
                  </a:cubicBezTo>
                  <a:cubicBezTo>
                    <a:pt x="24" y="6"/>
                    <a:pt x="24" y="6"/>
                    <a:pt x="24" y="6"/>
                  </a:cubicBezTo>
                  <a:cubicBezTo>
                    <a:pt x="24" y="7"/>
                    <a:pt x="24" y="10"/>
                    <a:pt x="25" y="12"/>
                  </a:cubicBezTo>
                  <a:lnTo>
                    <a:pt x="30"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Tree>
    <p:extLst>
      <p:ext uri="{BB962C8B-B14F-4D97-AF65-F5344CB8AC3E}">
        <p14:creationId xmlns:p14="http://schemas.microsoft.com/office/powerpoint/2010/main" val="4279719611"/>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7_RoadMap1">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C69C9098-82B7-43C5-9D5D-EE1994593AC7}"/>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a:stretch/>
        </p:blipFill>
        <p:spPr>
          <a:xfrm>
            <a:off x="0" y="0"/>
            <a:ext cx="1586429" cy="6858000"/>
          </a:xfrm>
          <a:prstGeom prst="rect">
            <a:avLst/>
          </a:prstGeom>
        </p:spPr>
      </p:pic>
      <p:grpSp>
        <p:nvGrpSpPr>
          <p:cNvPr id="171" name="Grupo 170">
            <a:extLst>
              <a:ext uri="{FF2B5EF4-FFF2-40B4-BE49-F238E27FC236}">
                <a16:creationId xmlns:a16="http://schemas.microsoft.com/office/drawing/2014/main" id="{F9E60A91-C83D-4C65-977C-32007AF254D7}"/>
              </a:ext>
            </a:extLst>
          </p:cNvPr>
          <p:cNvGrpSpPr/>
          <p:nvPr userDrawn="1"/>
        </p:nvGrpSpPr>
        <p:grpSpPr>
          <a:xfrm>
            <a:off x="260637" y="160236"/>
            <a:ext cx="1086071" cy="910924"/>
            <a:chOff x="137601" y="239283"/>
            <a:chExt cx="897579" cy="752830"/>
          </a:xfrm>
          <a:solidFill>
            <a:schemeClr val="bg2"/>
          </a:solidFill>
        </p:grpSpPr>
        <p:sp>
          <p:nvSpPr>
            <p:cNvPr id="172" name="Freeform 109">
              <a:extLst>
                <a:ext uri="{FF2B5EF4-FFF2-40B4-BE49-F238E27FC236}">
                  <a16:creationId xmlns:a16="http://schemas.microsoft.com/office/drawing/2014/main" id="{935A355D-7B0A-43AB-9A30-D8AD5CA1D183}"/>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73" name="Freeform 110">
              <a:extLst>
                <a:ext uri="{FF2B5EF4-FFF2-40B4-BE49-F238E27FC236}">
                  <a16:creationId xmlns:a16="http://schemas.microsoft.com/office/drawing/2014/main" id="{40B3861D-06D4-4C41-82FC-C8B5FB608E20}"/>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grpSp>
          <p:nvGrpSpPr>
            <p:cNvPr id="174" name="Grupo 173">
              <a:extLst>
                <a:ext uri="{FF2B5EF4-FFF2-40B4-BE49-F238E27FC236}">
                  <a16:creationId xmlns:a16="http://schemas.microsoft.com/office/drawing/2014/main" id="{98446E80-013C-4388-860E-3AC745D91E57}"/>
                </a:ext>
              </a:extLst>
            </p:cNvPr>
            <p:cNvGrpSpPr/>
            <p:nvPr userDrawn="1"/>
          </p:nvGrpSpPr>
          <p:grpSpPr>
            <a:xfrm>
              <a:off x="137601" y="474669"/>
              <a:ext cx="897579" cy="326700"/>
              <a:chOff x="137601" y="474669"/>
              <a:chExt cx="897579" cy="326700"/>
            </a:xfrm>
            <a:grpFill/>
          </p:grpSpPr>
          <p:sp>
            <p:nvSpPr>
              <p:cNvPr id="185" name="Freeform 111">
                <a:extLst>
                  <a:ext uri="{FF2B5EF4-FFF2-40B4-BE49-F238E27FC236}">
                    <a16:creationId xmlns:a16="http://schemas.microsoft.com/office/drawing/2014/main" id="{F0948665-9B10-4DB1-94C4-8CABEF127F32}"/>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86" name="Freeform 112">
                <a:extLst>
                  <a:ext uri="{FF2B5EF4-FFF2-40B4-BE49-F238E27FC236}">
                    <a16:creationId xmlns:a16="http://schemas.microsoft.com/office/drawing/2014/main" id="{D1FE443B-C023-40BF-BE8A-0C94D3AE0D26}"/>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87" name="Freeform 113">
                <a:extLst>
                  <a:ext uri="{FF2B5EF4-FFF2-40B4-BE49-F238E27FC236}">
                    <a16:creationId xmlns:a16="http://schemas.microsoft.com/office/drawing/2014/main" id="{667D778E-7944-4C45-B2F0-86EBBFF3EF6F}"/>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88" name="Freeform 114">
                <a:extLst>
                  <a:ext uri="{FF2B5EF4-FFF2-40B4-BE49-F238E27FC236}">
                    <a16:creationId xmlns:a16="http://schemas.microsoft.com/office/drawing/2014/main" id="{82B2344E-3A0F-4D0A-8C88-02E448692351}"/>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89" name="Freeform 115">
                <a:extLst>
                  <a:ext uri="{FF2B5EF4-FFF2-40B4-BE49-F238E27FC236}">
                    <a16:creationId xmlns:a16="http://schemas.microsoft.com/office/drawing/2014/main" id="{D7DA89C8-1B16-45C6-A2E5-3F446E049FC2}"/>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90" name="Freeform 116">
                <a:extLst>
                  <a:ext uri="{FF2B5EF4-FFF2-40B4-BE49-F238E27FC236}">
                    <a16:creationId xmlns:a16="http://schemas.microsoft.com/office/drawing/2014/main" id="{960A921C-005E-46D5-ADA8-BEAC8F0688C7}"/>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91" name="Freeform 117">
                <a:extLst>
                  <a:ext uri="{FF2B5EF4-FFF2-40B4-BE49-F238E27FC236}">
                    <a16:creationId xmlns:a16="http://schemas.microsoft.com/office/drawing/2014/main" id="{F50C571E-A979-4E99-B16B-293D0DD345E3}"/>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92" name="Freeform 118">
                <a:extLst>
                  <a:ext uri="{FF2B5EF4-FFF2-40B4-BE49-F238E27FC236}">
                    <a16:creationId xmlns:a16="http://schemas.microsoft.com/office/drawing/2014/main" id="{D0611570-902B-45BF-A59D-C30B2187E877}"/>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93" name="Freeform 119">
                <a:extLst>
                  <a:ext uri="{FF2B5EF4-FFF2-40B4-BE49-F238E27FC236}">
                    <a16:creationId xmlns:a16="http://schemas.microsoft.com/office/drawing/2014/main" id="{9AB70EAF-AFA9-485D-BFD7-70E1121DFC40}"/>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94" name="Freeform 120">
                <a:extLst>
                  <a:ext uri="{FF2B5EF4-FFF2-40B4-BE49-F238E27FC236}">
                    <a16:creationId xmlns:a16="http://schemas.microsoft.com/office/drawing/2014/main" id="{04AD2F0C-9D01-4538-96B3-D308B956536A}"/>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95" name="Freeform 121">
                <a:extLst>
                  <a:ext uri="{FF2B5EF4-FFF2-40B4-BE49-F238E27FC236}">
                    <a16:creationId xmlns:a16="http://schemas.microsoft.com/office/drawing/2014/main" id="{4DF5F49D-A06F-4FC7-BDFE-5944ECACB097}"/>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96" name="Freeform 122">
                <a:extLst>
                  <a:ext uri="{FF2B5EF4-FFF2-40B4-BE49-F238E27FC236}">
                    <a16:creationId xmlns:a16="http://schemas.microsoft.com/office/drawing/2014/main" id="{90A14F21-B9FA-4692-8C46-8707C06DD026}"/>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97" name="Freeform 123">
                <a:extLst>
                  <a:ext uri="{FF2B5EF4-FFF2-40B4-BE49-F238E27FC236}">
                    <a16:creationId xmlns:a16="http://schemas.microsoft.com/office/drawing/2014/main" id="{D7E0F11A-C9DF-4A36-A4E5-A6922359A606}"/>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98" name="Freeform 124">
                <a:extLst>
                  <a:ext uri="{FF2B5EF4-FFF2-40B4-BE49-F238E27FC236}">
                    <a16:creationId xmlns:a16="http://schemas.microsoft.com/office/drawing/2014/main" id="{E1B37946-5010-4817-B1C4-38CA40A85BB3}"/>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99" name="Freeform 125">
                <a:extLst>
                  <a:ext uri="{FF2B5EF4-FFF2-40B4-BE49-F238E27FC236}">
                    <a16:creationId xmlns:a16="http://schemas.microsoft.com/office/drawing/2014/main" id="{0B877D33-DC37-40B8-A4B4-522B1C7BC0F7}"/>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200" name="Freeform 126">
                <a:extLst>
                  <a:ext uri="{FF2B5EF4-FFF2-40B4-BE49-F238E27FC236}">
                    <a16:creationId xmlns:a16="http://schemas.microsoft.com/office/drawing/2014/main" id="{D6ECEBFC-B528-425A-9046-D312145A48C1}"/>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201" name="Freeform 127">
                <a:extLst>
                  <a:ext uri="{FF2B5EF4-FFF2-40B4-BE49-F238E27FC236}">
                    <a16:creationId xmlns:a16="http://schemas.microsoft.com/office/drawing/2014/main" id="{DF690213-BD51-43B4-93D8-6D2C9C5A3ED9}"/>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grpSp>
        <p:sp>
          <p:nvSpPr>
            <p:cNvPr id="175" name="Freeform 128">
              <a:extLst>
                <a:ext uri="{FF2B5EF4-FFF2-40B4-BE49-F238E27FC236}">
                  <a16:creationId xmlns:a16="http://schemas.microsoft.com/office/drawing/2014/main" id="{3DF56A6C-A63A-4EA4-8E4B-2496D1BE5E1D}"/>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76" name="Freeform 129">
              <a:extLst>
                <a:ext uri="{FF2B5EF4-FFF2-40B4-BE49-F238E27FC236}">
                  <a16:creationId xmlns:a16="http://schemas.microsoft.com/office/drawing/2014/main" id="{5B254F54-080A-46FD-9B85-2A72F7B2A324}"/>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77" name="Freeform 130">
              <a:extLst>
                <a:ext uri="{FF2B5EF4-FFF2-40B4-BE49-F238E27FC236}">
                  <a16:creationId xmlns:a16="http://schemas.microsoft.com/office/drawing/2014/main" id="{C40DC395-F46C-49E2-B55A-3EF7CA2D875B}"/>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78" name="Freeform 131">
              <a:extLst>
                <a:ext uri="{FF2B5EF4-FFF2-40B4-BE49-F238E27FC236}">
                  <a16:creationId xmlns:a16="http://schemas.microsoft.com/office/drawing/2014/main" id="{211621E2-4BA7-468A-A6A3-C480D1755028}"/>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79" name="Freeform 132">
              <a:extLst>
                <a:ext uri="{FF2B5EF4-FFF2-40B4-BE49-F238E27FC236}">
                  <a16:creationId xmlns:a16="http://schemas.microsoft.com/office/drawing/2014/main" id="{817B6A18-EFA4-4A13-BB53-1AD30179C3EE}"/>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80" name="Freeform 133">
              <a:extLst>
                <a:ext uri="{FF2B5EF4-FFF2-40B4-BE49-F238E27FC236}">
                  <a16:creationId xmlns:a16="http://schemas.microsoft.com/office/drawing/2014/main" id="{694A1B1A-1B77-4CDF-9F55-EA9A629C7647}"/>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81" name="Freeform 134">
              <a:extLst>
                <a:ext uri="{FF2B5EF4-FFF2-40B4-BE49-F238E27FC236}">
                  <a16:creationId xmlns:a16="http://schemas.microsoft.com/office/drawing/2014/main" id="{70477B80-89B9-45A6-9409-22016A9BF8BA}"/>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82" name="Freeform 135">
              <a:extLst>
                <a:ext uri="{FF2B5EF4-FFF2-40B4-BE49-F238E27FC236}">
                  <a16:creationId xmlns:a16="http://schemas.microsoft.com/office/drawing/2014/main" id="{8050B54D-8677-4BA0-8408-E20F1DC444DA}"/>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83" name="Freeform 136">
              <a:extLst>
                <a:ext uri="{FF2B5EF4-FFF2-40B4-BE49-F238E27FC236}">
                  <a16:creationId xmlns:a16="http://schemas.microsoft.com/office/drawing/2014/main" id="{E751A3BF-0760-4E3C-AEF1-8E8850A921AC}"/>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84" name="Freeform 137">
              <a:extLst>
                <a:ext uri="{FF2B5EF4-FFF2-40B4-BE49-F238E27FC236}">
                  <a16:creationId xmlns:a16="http://schemas.microsoft.com/office/drawing/2014/main" id="{8733404B-990F-4101-942A-1B16ABF1FE22}"/>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grpSp>
      <p:sp>
        <p:nvSpPr>
          <p:cNvPr id="237" name="Marcador de texto 2">
            <a:extLst>
              <a:ext uri="{FF2B5EF4-FFF2-40B4-BE49-F238E27FC236}">
                <a16:creationId xmlns:a16="http://schemas.microsoft.com/office/drawing/2014/main" id="{21BE496C-4F43-4096-928E-E8CDD9187890}"/>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238" name="Marcador de texto 2">
            <a:extLst>
              <a:ext uri="{FF2B5EF4-FFF2-40B4-BE49-F238E27FC236}">
                <a16:creationId xmlns:a16="http://schemas.microsoft.com/office/drawing/2014/main" id="{C79176AD-7FA4-4120-8DD0-02DE74F108A8}"/>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239" name="Conector recto 238">
            <a:extLst>
              <a:ext uri="{FF2B5EF4-FFF2-40B4-BE49-F238E27FC236}">
                <a16:creationId xmlns:a16="http://schemas.microsoft.com/office/drawing/2014/main" id="{46BC1EEA-3F48-4B6D-8536-419FA2AF2613}"/>
              </a:ext>
            </a:extLst>
          </p:cNvPr>
          <p:cNvCxnSpPr/>
          <p:nvPr userDrawn="1"/>
        </p:nvCxnSpPr>
        <p:spPr>
          <a:xfrm>
            <a:off x="2100263" y="441325"/>
            <a:ext cx="0" cy="395288"/>
          </a:xfrm>
          <a:prstGeom prst="line">
            <a:avLst/>
          </a:prstGeom>
          <a:ln w="12700" cap="rnd">
            <a:solidFill>
              <a:schemeClr val="bg2"/>
            </a:solidFill>
            <a:prstDash val="sysDot"/>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8885839"/>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8_RoadMap2">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CE15226-FCD8-4FAC-A82D-0A3A9178646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325"/>
          <a:stretch/>
        </p:blipFill>
        <p:spPr>
          <a:xfrm>
            <a:off x="-1" y="0"/>
            <a:ext cx="1598279" cy="6858000"/>
          </a:xfrm>
          <a:prstGeom prst="rect">
            <a:avLst/>
          </a:prstGeom>
          <a:solidFill>
            <a:srgbClr val="06070C"/>
          </a:solidFill>
        </p:spPr>
      </p:pic>
      <p:sp>
        <p:nvSpPr>
          <p:cNvPr id="27" name="Marcador de número de diapositiva 70">
            <a:extLst>
              <a:ext uri="{FF2B5EF4-FFF2-40B4-BE49-F238E27FC236}">
                <a16:creationId xmlns:a16="http://schemas.microsoft.com/office/drawing/2014/main" id="{F45BB82A-CBF5-4FB5-BA3B-29ADBCDA7C71}"/>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bg1"/>
                </a:solidFill>
                <a:latin typeface="+mn-lt"/>
                <a:cs typeface="Segoe UI" panose="020B0502040204020203" pitchFamily="34" charset="0"/>
              </a:defRPr>
            </a:lvl1pPr>
          </a:lstStyle>
          <a:p>
            <a:fld id="{17D46556-FC13-40CA-B770-6C4B149AF5AA}" type="slidenum">
              <a:rPr>
                <a:solidFill>
                  <a:srgbClr val="FFFFFF"/>
                </a:solidFill>
              </a:rPr>
              <a:pPr/>
              <a:t>‹Nº›</a:t>
            </a:fld>
            <a:endParaRPr>
              <a:solidFill>
                <a:srgbClr val="FFFFFF"/>
              </a:solidFill>
            </a:endParaRPr>
          </a:p>
        </p:txBody>
      </p:sp>
      <p:grpSp>
        <p:nvGrpSpPr>
          <p:cNvPr id="233" name="Grupo 232">
            <a:extLst>
              <a:ext uri="{FF2B5EF4-FFF2-40B4-BE49-F238E27FC236}">
                <a16:creationId xmlns:a16="http://schemas.microsoft.com/office/drawing/2014/main" id="{9B27D484-B252-454E-8152-434A5BFC4220}"/>
              </a:ext>
            </a:extLst>
          </p:cNvPr>
          <p:cNvGrpSpPr/>
          <p:nvPr userDrawn="1"/>
        </p:nvGrpSpPr>
        <p:grpSpPr>
          <a:xfrm>
            <a:off x="9269672" y="352811"/>
            <a:ext cx="1108652" cy="538385"/>
            <a:chOff x="3838575" y="2246313"/>
            <a:chExt cx="1931988" cy="938213"/>
          </a:xfrm>
        </p:grpSpPr>
        <p:sp>
          <p:nvSpPr>
            <p:cNvPr id="234" name="Rectangle 5">
              <a:extLst>
                <a:ext uri="{FF2B5EF4-FFF2-40B4-BE49-F238E27FC236}">
                  <a16:creationId xmlns:a16="http://schemas.microsoft.com/office/drawing/2014/main" id="{FCA6959D-2F8A-4A24-9D46-81D208A4F129}"/>
                </a:ext>
              </a:extLst>
            </p:cNvPr>
            <p:cNvSpPr>
              <a:spLocks noChangeArrowheads="1"/>
            </p:cNvSpPr>
            <p:nvPr/>
          </p:nvSpPr>
          <p:spPr bwMode="auto">
            <a:xfrm>
              <a:off x="3838575" y="2246313"/>
              <a:ext cx="1931988" cy="938213"/>
            </a:xfrm>
            <a:prstGeom prst="rect">
              <a:avLst/>
            </a:prstGeom>
            <a:solidFill>
              <a:srgbClr val="00B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235" name="Freeform 37">
              <a:extLst>
                <a:ext uri="{FF2B5EF4-FFF2-40B4-BE49-F238E27FC236}">
                  <a16:creationId xmlns:a16="http://schemas.microsoft.com/office/drawing/2014/main" id="{DD06CFBF-66CE-4D57-9CF6-97431195BD35}"/>
                </a:ext>
              </a:extLst>
            </p:cNvPr>
            <p:cNvSpPr>
              <a:spLocks noEditPoints="1"/>
            </p:cNvSpPr>
            <p:nvPr/>
          </p:nvSpPr>
          <p:spPr bwMode="auto">
            <a:xfrm>
              <a:off x="3968750" y="2727325"/>
              <a:ext cx="1668463" cy="123825"/>
            </a:xfrm>
            <a:custGeom>
              <a:avLst/>
              <a:gdLst>
                <a:gd name="T0" fmla="*/ 768 w 770"/>
                <a:gd name="T1" fmla="*/ 17 h 57"/>
                <a:gd name="T2" fmla="*/ 743 w 770"/>
                <a:gd name="T3" fmla="*/ 44 h 57"/>
                <a:gd name="T4" fmla="*/ 715 w 770"/>
                <a:gd name="T5" fmla="*/ 22 h 57"/>
                <a:gd name="T6" fmla="*/ 720 w 770"/>
                <a:gd name="T7" fmla="*/ 17 h 57"/>
                <a:gd name="T8" fmla="*/ 704 w 770"/>
                <a:gd name="T9" fmla="*/ 51 h 57"/>
                <a:gd name="T10" fmla="*/ 689 w 770"/>
                <a:gd name="T11" fmla="*/ 56 h 57"/>
                <a:gd name="T12" fmla="*/ 669 w 770"/>
                <a:gd name="T13" fmla="*/ 20 h 57"/>
                <a:gd name="T14" fmla="*/ 662 w 770"/>
                <a:gd name="T15" fmla="*/ 48 h 57"/>
                <a:gd name="T16" fmla="*/ 662 w 770"/>
                <a:gd name="T17" fmla="*/ 17 h 57"/>
                <a:gd name="T18" fmla="*/ 607 w 770"/>
                <a:gd name="T19" fmla="*/ 17 h 57"/>
                <a:gd name="T20" fmla="*/ 593 w 770"/>
                <a:gd name="T21" fmla="*/ 17 h 57"/>
                <a:gd name="T22" fmla="*/ 597 w 770"/>
                <a:gd name="T23" fmla="*/ 56 h 57"/>
                <a:gd name="T24" fmla="*/ 610 w 770"/>
                <a:gd name="T25" fmla="*/ 56 h 57"/>
                <a:gd name="T26" fmla="*/ 563 w 770"/>
                <a:gd name="T27" fmla="*/ 51 h 57"/>
                <a:gd name="T28" fmla="*/ 560 w 770"/>
                <a:gd name="T29" fmla="*/ 29 h 57"/>
                <a:gd name="T30" fmla="*/ 568 w 770"/>
                <a:gd name="T31" fmla="*/ 17 h 57"/>
                <a:gd name="T32" fmla="*/ 569 w 770"/>
                <a:gd name="T33" fmla="*/ 56 h 57"/>
                <a:gd name="T34" fmla="*/ 511 w 770"/>
                <a:gd name="T35" fmla="*/ 17 h 57"/>
                <a:gd name="T36" fmla="*/ 504 w 770"/>
                <a:gd name="T37" fmla="*/ 54 h 57"/>
                <a:gd name="T38" fmla="*/ 504 w 770"/>
                <a:gd name="T39" fmla="*/ 29 h 57"/>
                <a:gd name="T40" fmla="*/ 453 w 770"/>
                <a:gd name="T41" fmla="*/ 17 h 57"/>
                <a:gd name="T42" fmla="*/ 430 w 770"/>
                <a:gd name="T43" fmla="*/ 17 h 57"/>
                <a:gd name="T44" fmla="*/ 422 w 770"/>
                <a:gd name="T45" fmla="*/ 56 h 57"/>
                <a:gd name="T46" fmla="*/ 379 w 770"/>
                <a:gd name="T47" fmla="*/ 41 h 57"/>
                <a:gd name="T48" fmla="*/ 395 w 770"/>
                <a:gd name="T49" fmla="*/ 56 h 57"/>
                <a:gd name="T50" fmla="*/ 350 w 770"/>
                <a:gd name="T51" fmla="*/ 56 h 57"/>
                <a:gd name="T52" fmla="*/ 377 w 770"/>
                <a:gd name="T53" fmla="*/ 52 h 57"/>
                <a:gd name="T54" fmla="*/ 347 w 770"/>
                <a:gd name="T55" fmla="*/ 20 h 57"/>
                <a:gd name="T56" fmla="*/ 327 w 770"/>
                <a:gd name="T57" fmla="*/ 56 h 57"/>
                <a:gd name="T58" fmla="*/ 310 w 770"/>
                <a:gd name="T59" fmla="*/ 28 h 57"/>
                <a:gd name="T60" fmla="*/ 320 w 770"/>
                <a:gd name="T61" fmla="*/ 52 h 57"/>
                <a:gd name="T62" fmla="*/ 284 w 770"/>
                <a:gd name="T63" fmla="*/ 17 h 57"/>
                <a:gd name="T64" fmla="*/ 303 w 770"/>
                <a:gd name="T65" fmla="*/ 52 h 57"/>
                <a:gd name="T66" fmla="*/ 275 w 770"/>
                <a:gd name="T67" fmla="*/ 45 h 57"/>
                <a:gd name="T68" fmla="*/ 271 w 770"/>
                <a:gd name="T69" fmla="*/ 42 h 57"/>
                <a:gd name="T70" fmla="*/ 270 w 770"/>
                <a:gd name="T71" fmla="*/ 27 h 57"/>
                <a:gd name="T72" fmla="*/ 245 w 770"/>
                <a:gd name="T73" fmla="*/ 52 h 57"/>
                <a:gd name="T74" fmla="*/ 238 w 770"/>
                <a:gd name="T75" fmla="*/ 20 h 57"/>
                <a:gd name="T76" fmla="*/ 218 w 770"/>
                <a:gd name="T77" fmla="*/ 56 h 57"/>
                <a:gd name="T78" fmla="*/ 199 w 770"/>
                <a:gd name="T79" fmla="*/ 35 h 57"/>
                <a:gd name="T80" fmla="*/ 171 w 770"/>
                <a:gd name="T81" fmla="*/ 21 h 57"/>
                <a:gd name="T82" fmla="*/ 177 w 770"/>
                <a:gd name="T83" fmla="*/ 34 h 57"/>
                <a:gd name="T84" fmla="*/ 211 w 770"/>
                <a:gd name="T85" fmla="*/ 20 h 57"/>
                <a:gd name="T86" fmla="*/ 145 w 770"/>
                <a:gd name="T87" fmla="*/ 38 h 57"/>
                <a:gd name="T88" fmla="*/ 138 w 770"/>
                <a:gd name="T89" fmla="*/ 21 h 57"/>
                <a:gd name="T90" fmla="*/ 131 w 770"/>
                <a:gd name="T91" fmla="*/ 21 h 57"/>
                <a:gd name="T92" fmla="*/ 102 w 770"/>
                <a:gd name="T93" fmla="*/ 35 h 57"/>
                <a:gd name="T94" fmla="*/ 108 w 770"/>
                <a:gd name="T95" fmla="*/ 22 h 57"/>
                <a:gd name="T96" fmla="*/ 115 w 770"/>
                <a:gd name="T97" fmla="*/ 54 h 57"/>
                <a:gd name="T98" fmla="*/ 62 w 770"/>
                <a:gd name="T99" fmla="*/ 21 h 57"/>
                <a:gd name="T100" fmla="*/ 27 w 770"/>
                <a:gd name="T101" fmla="*/ 20 h 57"/>
                <a:gd name="T102" fmla="*/ 40 w 770"/>
                <a:gd name="T103" fmla="*/ 51 h 57"/>
                <a:gd name="T104" fmla="*/ 69 w 770"/>
                <a:gd name="T105" fmla="*/ 21 h 57"/>
                <a:gd name="T106" fmla="*/ 20 w 770"/>
                <a:gd name="T107" fmla="*/ 17 h 57"/>
                <a:gd name="T108" fmla="*/ 20 w 770"/>
                <a:gd name="T109" fmla="*/ 5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70" h="57">
                  <a:moveTo>
                    <a:pt x="770" y="44"/>
                  </a:moveTo>
                  <a:cubicBezTo>
                    <a:pt x="770" y="31"/>
                    <a:pt x="750" y="35"/>
                    <a:pt x="750" y="27"/>
                  </a:cubicBezTo>
                  <a:cubicBezTo>
                    <a:pt x="750" y="23"/>
                    <a:pt x="752" y="21"/>
                    <a:pt x="758" y="21"/>
                  </a:cubicBezTo>
                  <a:cubicBezTo>
                    <a:pt x="759" y="21"/>
                    <a:pt x="761" y="21"/>
                    <a:pt x="762" y="21"/>
                  </a:cubicBezTo>
                  <a:cubicBezTo>
                    <a:pt x="763" y="23"/>
                    <a:pt x="763" y="25"/>
                    <a:pt x="763" y="28"/>
                  </a:cubicBezTo>
                  <a:cubicBezTo>
                    <a:pt x="768" y="28"/>
                    <a:pt x="768" y="28"/>
                    <a:pt x="768" y="28"/>
                  </a:cubicBezTo>
                  <a:cubicBezTo>
                    <a:pt x="768" y="17"/>
                    <a:pt x="768" y="17"/>
                    <a:pt x="768" y="17"/>
                  </a:cubicBezTo>
                  <a:cubicBezTo>
                    <a:pt x="765" y="16"/>
                    <a:pt x="761" y="16"/>
                    <a:pt x="758" y="16"/>
                  </a:cubicBezTo>
                  <a:cubicBezTo>
                    <a:pt x="748" y="16"/>
                    <a:pt x="742" y="21"/>
                    <a:pt x="742" y="28"/>
                  </a:cubicBezTo>
                  <a:cubicBezTo>
                    <a:pt x="742" y="40"/>
                    <a:pt x="763" y="36"/>
                    <a:pt x="763" y="45"/>
                  </a:cubicBezTo>
                  <a:cubicBezTo>
                    <a:pt x="763" y="50"/>
                    <a:pt x="758" y="51"/>
                    <a:pt x="754" y="51"/>
                  </a:cubicBezTo>
                  <a:cubicBezTo>
                    <a:pt x="752" y="51"/>
                    <a:pt x="750" y="51"/>
                    <a:pt x="749" y="51"/>
                  </a:cubicBezTo>
                  <a:cubicBezTo>
                    <a:pt x="748" y="49"/>
                    <a:pt x="748" y="47"/>
                    <a:pt x="748" y="44"/>
                  </a:cubicBezTo>
                  <a:cubicBezTo>
                    <a:pt x="743" y="44"/>
                    <a:pt x="743" y="44"/>
                    <a:pt x="743" y="44"/>
                  </a:cubicBezTo>
                  <a:cubicBezTo>
                    <a:pt x="743" y="55"/>
                    <a:pt x="743" y="55"/>
                    <a:pt x="743" y="55"/>
                  </a:cubicBezTo>
                  <a:cubicBezTo>
                    <a:pt x="746" y="56"/>
                    <a:pt x="750" y="57"/>
                    <a:pt x="753" y="57"/>
                  </a:cubicBezTo>
                  <a:cubicBezTo>
                    <a:pt x="763" y="57"/>
                    <a:pt x="770" y="52"/>
                    <a:pt x="770" y="44"/>
                  </a:cubicBezTo>
                  <a:moveTo>
                    <a:pt x="722" y="41"/>
                  </a:moveTo>
                  <a:cubicBezTo>
                    <a:pt x="708" y="41"/>
                    <a:pt x="708" y="41"/>
                    <a:pt x="708" y="41"/>
                  </a:cubicBezTo>
                  <a:cubicBezTo>
                    <a:pt x="713" y="29"/>
                    <a:pt x="713" y="29"/>
                    <a:pt x="713" y="29"/>
                  </a:cubicBezTo>
                  <a:cubicBezTo>
                    <a:pt x="713" y="27"/>
                    <a:pt x="714" y="24"/>
                    <a:pt x="715" y="22"/>
                  </a:cubicBezTo>
                  <a:cubicBezTo>
                    <a:pt x="715" y="22"/>
                    <a:pt x="715" y="22"/>
                    <a:pt x="715" y="22"/>
                  </a:cubicBezTo>
                  <a:cubicBezTo>
                    <a:pt x="715" y="24"/>
                    <a:pt x="716" y="27"/>
                    <a:pt x="717" y="29"/>
                  </a:cubicBezTo>
                  <a:lnTo>
                    <a:pt x="722" y="41"/>
                  </a:lnTo>
                  <a:close/>
                  <a:moveTo>
                    <a:pt x="737" y="56"/>
                  </a:moveTo>
                  <a:cubicBezTo>
                    <a:pt x="737" y="52"/>
                    <a:pt x="737" y="52"/>
                    <a:pt x="737" y="52"/>
                  </a:cubicBezTo>
                  <a:cubicBezTo>
                    <a:pt x="736" y="52"/>
                    <a:pt x="734" y="51"/>
                    <a:pt x="733" y="51"/>
                  </a:cubicBezTo>
                  <a:cubicBezTo>
                    <a:pt x="720" y="17"/>
                    <a:pt x="720" y="17"/>
                    <a:pt x="720" y="17"/>
                  </a:cubicBezTo>
                  <a:cubicBezTo>
                    <a:pt x="711" y="17"/>
                    <a:pt x="711" y="17"/>
                    <a:pt x="711" y="17"/>
                  </a:cubicBezTo>
                  <a:cubicBezTo>
                    <a:pt x="697" y="51"/>
                    <a:pt x="697" y="51"/>
                    <a:pt x="697" y="51"/>
                  </a:cubicBezTo>
                  <a:cubicBezTo>
                    <a:pt x="696" y="51"/>
                    <a:pt x="694" y="52"/>
                    <a:pt x="693" y="52"/>
                  </a:cubicBezTo>
                  <a:cubicBezTo>
                    <a:pt x="693" y="56"/>
                    <a:pt x="693" y="56"/>
                    <a:pt x="693" y="56"/>
                  </a:cubicBezTo>
                  <a:cubicBezTo>
                    <a:pt x="710" y="56"/>
                    <a:pt x="710" y="56"/>
                    <a:pt x="710" y="56"/>
                  </a:cubicBezTo>
                  <a:cubicBezTo>
                    <a:pt x="710" y="52"/>
                    <a:pt x="710" y="52"/>
                    <a:pt x="710" y="52"/>
                  </a:cubicBezTo>
                  <a:cubicBezTo>
                    <a:pt x="708" y="52"/>
                    <a:pt x="706" y="51"/>
                    <a:pt x="704" y="51"/>
                  </a:cubicBezTo>
                  <a:cubicBezTo>
                    <a:pt x="706" y="46"/>
                    <a:pt x="706" y="46"/>
                    <a:pt x="706" y="46"/>
                  </a:cubicBezTo>
                  <a:cubicBezTo>
                    <a:pt x="723" y="46"/>
                    <a:pt x="723" y="46"/>
                    <a:pt x="723" y="46"/>
                  </a:cubicBezTo>
                  <a:cubicBezTo>
                    <a:pt x="725" y="51"/>
                    <a:pt x="725" y="51"/>
                    <a:pt x="725" y="51"/>
                  </a:cubicBezTo>
                  <a:cubicBezTo>
                    <a:pt x="723" y="51"/>
                    <a:pt x="721" y="52"/>
                    <a:pt x="719" y="52"/>
                  </a:cubicBezTo>
                  <a:cubicBezTo>
                    <a:pt x="719" y="56"/>
                    <a:pt x="719" y="56"/>
                    <a:pt x="719" y="56"/>
                  </a:cubicBezTo>
                  <a:lnTo>
                    <a:pt x="737" y="56"/>
                  </a:lnTo>
                  <a:close/>
                  <a:moveTo>
                    <a:pt x="689" y="56"/>
                  </a:moveTo>
                  <a:cubicBezTo>
                    <a:pt x="689" y="52"/>
                    <a:pt x="689" y="52"/>
                    <a:pt x="689" y="52"/>
                  </a:cubicBezTo>
                  <a:cubicBezTo>
                    <a:pt x="687" y="52"/>
                    <a:pt x="685" y="51"/>
                    <a:pt x="683" y="51"/>
                  </a:cubicBezTo>
                  <a:cubicBezTo>
                    <a:pt x="683" y="21"/>
                    <a:pt x="683" y="21"/>
                    <a:pt x="683" y="21"/>
                  </a:cubicBezTo>
                  <a:cubicBezTo>
                    <a:pt x="685" y="21"/>
                    <a:pt x="687" y="21"/>
                    <a:pt x="689" y="20"/>
                  </a:cubicBezTo>
                  <a:cubicBezTo>
                    <a:pt x="689" y="17"/>
                    <a:pt x="689" y="17"/>
                    <a:pt x="689" y="17"/>
                  </a:cubicBezTo>
                  <a:cubicBezTo>
                    <a:pt x="669" y="17"/>
                    <a:pt x="669" y="17"/>
                    <a:pt x="669" y="17"/>
                  </a:cubicBezTo>
                  <a:cubicBezTo>
                    <a:pt x="669" y="20"/>
                    <a:pt x="669" y="20"/>
                    <a:pt x="669" y="20"/>
                  </a:cubicBezTo>
                  <a:cubicBezTo>
                    <a:pt x="671" y="21"/>
                    <a:pt x="674" y="21"/>
                    <a:pt x="676" y="21"/>
                  </a:cubicBezTo>
                  <a:cubicBezTo>
                    <a:pt x="676" y="51"/>
                    <a:pt x="676" y="51"/>
                    <a:pt x="676" y="51"/>
                  </a:cubicBezTo>
                  <a:cubicBezTo>
                    <a:pt x="674" y="51"/>
                    <a:pt x="671" y="52"/>
                    <a:pt x="669" y="52"/>
                  </a:cubicBezTo>
                  <a:cubicBezTo>
                    <a:pt x="669" y="56"/>
                    <a:pt x="669" y="56"/>
                    <a:pt x="669" y="56"/>
                  </a:cubicBezTo>
                  <a:lnTo>
                    <a:pt x="689" y="56"/>
                  </a:lnTo>
                  <a:close/>
                  <a:moveTo>
                    <a:pt x="662" y="54"/>
                  </a:moveTo>
                  <a:cubicBezTo>
                    <a:pt x="662" y="48"/>
                    <a:pt x="662" y="48"/>
                    <a:pt x="662" y="48"/>
                  </a:cubicBezTo>
                  <a:cubicBezTo>
                    <a:pt x="659" y="49"/>
                    <a:pt x="655" y="50"/>
                    <a:pt x="652" y="50"/>
                  </a:cubicBezTo>
                  <a:cubicBezTo>
                    <a:pt x="643" y="50"/>
                    <a:pt x="638" y="45"/>
                    <a:pt x="638" y="36"/>
                  </a:cubicBezTo>
                  <a:cubicBezTo>
                    <a:pt x="638" y="28"/>
                    <a:pt x="643" y="22"/>
                    <a:pt x="651" y="22"/>
                  </a:cubicBezTo>
                  <a:cubicBezTo>
                    <a:pt x="653" y="22"/>
                    <a:pt x="654" y="22"/>
                    <a:pt x="656" y="23"/>
                  </a:cubicBezTo>
                  <a:cubicBezTo>
                    <a:pt x="656" y="25"/>
                    <a:pt x="656" y="27"/>
                    <a:pt x="657" y="29"/>
                  </a:cubicBezTo>
                  <a:cubicBezTo>
                    <a:pt x="662" y="29"/>
                    <a:pt x="662" y="29"/>
                    <a:pt x="662" y="29"/>
                  </a:cubicBezTo>
                  <a:cubicBezTo>
                    <a:pt x="662" y="17"/>
                    <a:pt x="662" y="17"/>
                    <a:pt x="662" y="17"/>
                  </a:cubicBezTo>
                  <a:cubicBezTo>
                    <a:pt x="659" y="17"/>
                    <a:pt x="655" y="16"/>
                    <a:pt x="652" y="16"/>
                  </a:cubicBezTo>
                  <a:cubicBezTo>
                    <a:pt x="638" y="16"/>
                    <a:pt x="631" y="26"/>
                    <a:pt x="631" y="37"/>
                  </a:cubicBezTo>
                  <a:cubicBezTo>
                    <a:pt x="631" y="49"/>
                    <a:pt x="638" y="56"/>
                    <a:pt x="651" y="56"/>
                  </a:cubicBezTo>
                  <a:cubicBezTo>
                    <a:pt x="655" y="56"/>
                    <a:pt x="659" y="56"/>
                    <a:pt x="662" y="54"/>
                  </a:cubicBezTo>
                  <a:moveTo>
                    <a:pt x="625" y="20"/>
                  </a:moveTo>
                  <a:cubicBezTo>
                    <a:pt x="625" y="17"/>
                    <a:pt x="625" y="17"/>
                    <a:pt x="625" y="17"/>
                  </a:cubicBezTo>
                  <a:cubicBezTo>
                    <a:pt x="607" y="17"/>
                    <a:pt x="607" y="17"/>
                    <a:pt x="607" y="17"/>
                  </a:cubicBezTo>
                  <a:cubicBezTo>
                    <a:pt x="607" y="20"/>
                    <a:pt x="607" y="20"/>
                    <a:pt x="607" y="20"/>
                  </a:cubicBezTo>
                  <a:cubicBezTo>
                    <a:pt x="608" y="21"/>
                    <a:pt x="611" y="21"/>
                    <a:pt x="613" y="21"/>
                  </a:cubicBezTo>
                  <a:cubicBezTo>
                    <a:pt x="613" y="35"/>
                    <a:pt x="613" y="35"/>
                    <a:pt x="613" y="35"/>
                  </a:cubicBezTo>
                  <a:cubicBezTo>
                    <a:pt x="613" y="41"/>
                    <a:pt x="613" y="45"/>
                    <a:pt x="613" y="48"/>
                  </a:cubicBezTo>
                  <a:cubicBezTo>
                    <a:pt x="613" y="48"/>
                    <a:pt x="613" y="48"/>
                    <a:pt x="613" y="48"/>
                  </a:cubicBezTo>
                  <a:cubicBezTo>
                    <a:pt x="612" y="45"/>
                    <a:pt x="610" y="42"/>
                    <a:pt x="608" y="40"/>
                  </a:cubicBezTo>
                  <a:cubicBezTo>
                    <a:pt x="593" y="17"/>
                    <a:pt x="593" y="17"/>
                    <a:pt x="593" y="17"/>
                  </a:cubicBezTo>
                  <a:cubicBezTo>
                    <a:pt x="577" y="17"/>
                    <a:pt x="577" y="17"/>
                    <a:pt x="577" y="17"/>
                  </a:cubicBezTo>
                  <a:cubicBezTo>
                    <a:pt x="577" y="20"/>
                    <a:pt x="577" y="20"/>
                    <a:pt x="577" y="20"/>
                  </a:cubicBezTo>
                  <a:cubicBezTo>
                    <a:pt x="579" y="21"/>
                    <a:pt x="582" y="21"/>
                    <a:pt x="584" y="21"/>
                  </a:cubicBezTo>
                  <a:cubicBezTo>
                    <a:pt x="584" y="51"/>
                    <a:pt x="584" y="51"/>
                    <a:pt x="584" y="51"/>
                  </a:cubicBezTo>
                  <a:cubicBezTo>
                    <a:pt x="582" y="51"/>
                    <a:pt x="579" y="52"/>
                    <a:pt x="577" y="52"/>
                  </a:cubicBezTo>
                  <a:cubicBezTo>
                    <a:pt x="577" y="56"/>
                    <a:pt x="577" y="56"/>
                    <a:pt x="577" y="56"/>
                  </a:cubicBezTo>
                  <a:cubicBezTo>
                    <a:pt x="597" y="56"/>
                    <a:pt x="597" y="56"/>
                    <a:pt x="597" y="56"/>
                  </a:cubicBezTo>
                  <a:cubicBezTo>
                    <a:pt x="597" y="52"/>
                    <a:pt x="597" y="52"/>
                    <a:pt x="597" y="52"/>
                  </a:cubicBezTo>
                  <a:cubicBezTo>
                    <a:pt x="595" y="52"/>
                    <a:pt x="593" y="51"/>
                    <a:pt x="591" y="51"/>
                  </a:cubicBezTo>
                  <a:cubicBezTo>
                    <a:pt x="591" y="34"/>
                    <a:pt x="591" y="34"/>
                    <a:pt x="591" y="34"/>
                  </a:cubicBezTo>
                  <a:cubicBezTo>
                    <a:pt x="591" y="30"/>
                    <a:pt x="590" y="27"/>
                    <a:pt x="590" y="25"/>
                  </a:cubicBezTo>
                  <a:cubicBezTo>
                    <a:pt x="590" y="25"/>
                    <a:pt x="590" y="25"/>
                    <a:pt x="590" y="25"/>
                  </a:cubicBezTo>
                  <a:cubicBezTo>
                    <a:pt x="592" y="27"/>
                    <a:pt x="593" y="30"/>
                    <a:pt x="595" y="32"/>
                  </a:cubicBezTo>
                  <a:cubicBezTo>
                    <a:pt x="610" y="56"/>
                    <a:pt x="610" y="56"/>
                    <a:pt x="610" y="56"/>
                  </a:cubicBezTo>
                  <a:cubicBezTo>
                    <a:pt x="619" y="56"/>
                    <a:pt x="619" y="56"/>
                    <a:pt x="619" y="56"/>
                  </a:cubicBezTo>
                  <a:cubicBezTo>
                    <a:pt x="619" y="21"/>
                    <a:pt x="619" y="21"/>
                    <a:pt x="619" y="21"/>
                  </a:cubicBezTo>
                  <a:cubicBezTo>
                    <a:pt x="621" y="21"/>
                    <a:pt x="623" y="21"/>
                    <a:pt x="625" y="20"/>
                  </a:cubicBezTo>
                  <a:moveTo>
                    <a:pt x="569" y="56"/>
                  </a:moveTo>
                  <a:cubicBezTo>
                    <a:pt x="569" y="45"/>
                    <a:pt x="569" y="45"/>
                    <a:pt x="569" y="45"/>
                  </a:cubicBezTo>
                  <a:cubicBezTo>
                    <a:pt x="564" y="45"/>
                    <a:pt x="564" y="45"/>
                    <a:pt x="564" y="45"/>
                  </a:cubicBezTo>
                  <a:cubicBezTo>
                    <a:pt x="563" y="47"/>
                    <a:pt x="563" y="49"/>
                    <a:pt x="563" y="51"/>
                  </a:cubicBezTo>
                  <a:cubicBezTo>
                    <a:pt x="552" y="51"/>
                    <a:pt x="552" y="51"/>
                    <a:pt x="552" y="51"/>
                  </a:cubicBezTo>
                  <a:cubicBezTo>
                    <a:pt x="552" y="38"/>
                    <a:pt x="552" y="38"/>
                    <a:pt x="552" y="38"/>
                  </a:cubicBezTo>
                  <a:cubicBezTo>
                    <a:pt x="559" y="38"/>
                    <a:pt x="559" y="38"/>
                    <a:pt x="559" y="38"/>
                  </a:cubicBezTo>
                  <a:cubicBezTo>
                    <a:pt x="559" y="40"/>
                    <a:pt x="559" y="41"/>
                    <a:pt x="560" y="42"/>
                  </a:cubicBezTo>
                  <a:cubicBezTo>
                    <a:pt x="564" y="42"/>
                    <a:pt x="564" y="42"/>
                    <a:pt x="564" y="42"/>
                  </a:cubicBezTo>
                  <a:cubicBezTo>
                    <a:pt x="564" y="29"/>
                    <a:pt x="564" y="29"/>
                    <a:pt x="564" y="29"/>
                  </a:cubicBezTo>
                  <a:cubicBezTo>
                    <a:pt x="560" y="29"/>
                    <a:pt x="560" y="29"/>
                    <a:pt x="560" y="29"/>
                  </a:cubicBezTo>
                  <a:cubicBezTo>
                    <a:pt x="559" y="30"/>
                    <a:pt x="559" y="32"/>
                    <a:pt x="559" y="33"/>
                  </a:cubicBezTo>
                  <a:cubicBezTo>
                    <a:pt x="552" y="33"/>
                    <a:pt x="552" y="33"/>
                    <a:pt x="552" y="33"/>
                  </a:cubicBezTo>
                  <a:cubicBezTo>
                    <a:pt x="552" y="21"/>
                    <a:pt x="552" y="21"/>
                    <a:pt x="552" y="21"/>
                  </a:cubicBezTo>
                  <a:cubicBezTo>
                    <a:pt x="563" y="21"/>
                    <a:pt x="563" y="21"/>
                    <a:pt x="563" y="21"/>
                  </a:cubicBezTo>
                  <a:cubicBezTo>
                    <a:pt x="563" y="23"/>
                    <a:pt x="563" y="25"/>
                    <a:pt x="564" y="27"/>
                  </a:cubicBezTo>
                  <a:cubicBezTo>
                    <a:pt x="568" y="27"/>
                    <a:pt x="568" y="27"/>
                    <a:pt x="568" y="27"/>
                  </a:cubicBezTo>
                  <a:cubicBezTo>
                    <a:pt x="568" y="17"/>
                    <a:pt x="568" y="17"/>
                    <a:pt x="568" y="17"/>
                  </a:cubicBezTo>
                  <a:cubicBezTo>
                    <a:pt x="538" y="17"/>
                    <a:pt x="538" y="17"/>
                    <a:pt x="538" y="17"/>
                  </a:cubicBezTo>
                  <a:cubicBezTo>
                    <a:pt x="538" y="20"/>
                    <a:pt x="538" y="20"/>
                    <a:pt x="538" y="20"/>
                  </a:cubicBezTo>
                  <a:cubicBezTo>
                    <a:pt x="540" y="21"/>
                    <a:pt x="543" y="21"/>
                    <a:pt x="545" y="21"/>
                  </a:cubicBezTo>
                  <a:cubicBezTo>
                    <a:pt x="545" y="51"/>
                    <a:pt x="545" y="51"/>
                    <a:pt x="545" y="51"/>
                  </a:cubicBezTo>
                  <a:cubicBezTo>
                    <a:pt x="543" y="51"/>
                    <a:pt x="540" y="52"/>
                    <a:pt x="538" y="52"/>
                  </a:cubicBezTo>
                  <a:cubicBezTo>
                    <a:pt x="538" y="56"/>
                    <a:pt x="538" y="56"/>
                    <a:pt x="538" y="56"/>
                  </a:cubicBezTo>
                  <a:lnTo>
                    <a:pt x="569" y="56"/>
                  </a:lnTo>
                  <a:close/>
                  <a:moveTo>
                    <a:pt x="531" y="56"/>
                  </a:moveTo>
                  <a:cubicBezTo>
                    <a:pt x="531" y="52"/>
                    <a:pt x="531" y="52"/>
                    <a:pt x="531" y="52"/>
                  </a:cubicBezTo>
                  <a:cubicBezTo>
                    <a:pt x="529" y="52"/>
                    <a:pt x="527" y="51"/>
                    <a:pt x="525" y="51"/>
                  </a:cubicBezTo>
                  <a:cubicBezTo>
                    <a:pt x="525" y="21"/>
                    <a:pt x="525" y="21"/>
                    <a:pt x="525" y="21"/>
                  </a:cubicBezTo>
                  <a:cubicBezTo>
                    <a:pt x="527" y="21"/>
                    <a:pt x="529" y="21"/>
                    <a:pt x="531" y="20"/>
                  </a:cubicBezTo>
                  <a:cubicBezTo>
                    <a:pt x="531" y="17"/>
                    <a:pt x="531" y="17"/>
                    <a:pt x="531" y="17"/>
                  </a:cubicBezTo>
                  <a:cubicBezTo>
                    <a:pt x="511" y="17"/>
                    <a:pt x="511" y="17"/>
                    <a:pt x="511" y="17"/>
                  </a:cubicBezTo>
                  <a:cubicBezTo>
                    <a:pt x="511" y="20"/>
                    <a:pt x="511" y="20"/>
                    <a:pt x="511" y="20"/>
                  </a:cubicBezTo>
                  <a:cubicBezTo>
                    <a:pt x="513" y="21"/>
                    <a:pt x="516" y="21"/>
                    <a:pt x="518" y="21"/>
                  </a:cubicBezTo>
                  <a:cubicBezTo>
                    <a:pt x="518" y="51"/>
                    <a:pt x="518" y="51"/>
                    <a:pt x="518" y="51"/>
                  </a:cubicBezTo>
                  <a:cubicBezTo>
                    <a:pt x="516" y="51"/>
                    <a:pt x="513" y="52"/>
                    <a:pt x="511" y="52"/>
                  </a:cubicBezTo>
                  <a:cubicBezTo>
                    <a:pt x="511" y="56"/>
                    <a:pt x="511" y="56"/>
                    <a:pt x="511" y="56"/>
                  </a:cubicBezTo>
                  <a:lnTo>
                    <a:pt x="531" y="56"/>
                  </a:lnTo>
                  <a:close/>
                  <a:moveTo>
                    <a:pt x="504" y="54"/>
                  </a:moveTo>
                  <a:cubicBezTo>
                    <a:pt x="504" y="48"/>
                    <a:pt x="504" y="48"/>
                    <a:pt x="504" y="48"/>
                  </a:cubicBezTo>
                  <a:cubicBezTo>
                    <a:pt x="501" y="49"/>
                    <a:pt x="497" y="50"/>
                    <a:pt x="494" y="50"/>
                  </a:cubicBezTo>
                  <a:cubicBezTo>
                    <a:pt x="485" y="50"/>
                    <a:pt x="481" y="45"/>
                    <a:pt x="481" y="36"/>
                  </a:cubicBezTo>
                  <a:cubicBezTo>
                    <a:pt x="481" y="28"/>
                    <a:pt x="485" y="22"/>
                    <a:pt x="493" y="22"/>
                  </a:cubicBezTo>
                  <a:cubicBezTo>
                    <a:pt x="495" y="22"/>
                    <a:pt x="496" y="22"/>
                    <a:pt x="498" y="23"/>
                  </a:cubicBezTo>
                  <a:cubicBezTo>
                    <a:pt x="498" y="25"/>
                    <a:pt x="499" y="27"/>
                    <a:pt x="499" y="29"/>
                  </a:cubicBezTo>
                  <a:cubicBezTo>
                    <a:pt x="504" y="29"/>
                    <a:pt x="504" y="29"/>
                    <a:pt x="504" y="29"/>
                  </a:cubicBezTo>
                  <a:cubicBezTo>
                    <a:pt x="504" y="17"/>
                    <a:pt x="504" y="17"/>
                    <a:pt x="504" y="17"/>
                  </a:cubicBezTo>
                  <a:cubicBezTo>
                    <a:pt x="501" y="17"/>
                    <a:pt x="497" y="16"/>
                    <a:pt x="494" y="16"/>
                  </a:cubicBezTo>
                  <a:cubicBezTo>
                    <a:pt x="480" y="16"/>
                    <a:pt x="473" y="26"/>
                    <a:pt x="473" y="37"/>
                  </a:cubicBezTo>
                  <a:cubicBezTo>
                    <a:pt x="473" y="49"/>
                    <a:pt x="480" y="56"/>
                    <a:pt x="493" y="56"/>
                  </a:cubicBezTo>
                  <a:cubicBezTo>
                    <a:pt x="497" y="56"/>
                    <a:pt x="501" y="56"/>
                    <a:pt x="504" y="54"/>
                  </a:cubicBezTo>
                  <a:moveTo>
                    <a:pt x="453" y="20"/>
                  </a:moveTo>
                  <a:cubicBezTo>
                    <a:pt x="453" y="17"/>
                    <a:pt x="453" y="17"/>
                    <a:pt x="453" y="17"/>
                  </a:cubicBezTo>
                  <a:cubicBezTo>
                    <a:pt x="436" y="17"/>
                    <a:pt x="436" y="17"/>
                    <a:pt x="436" y="17"/>
                  </a:cubicBezTo>
                  <a:cubicBezTo>
                    <a:pt x="436" y="20"/>
                    <a:pt x="436" y="20"/>
                    <a:pt x="436" y="20"/>
                  </a:cubicBezTo>
                  <a:cubicBezTo>
                    <a:pt x="437" y="21"/>
                    <a:pt x="439" y="21"/>
                    <a:pt x="440" y="21"/>
                  </a:cubicBezTo>
                  <a:cubicBezTo>
                    <a:pt x="433" y="36"/>
                    <a:pt x="433" y="36"/>
                    <a:pt x="433" y="36"/>
                  </a:cubicBezTo>
                  <a:cubicBezTo>
                    <a:pt x="425" y="21"/>
                    <a:pt x="425" y="21"/>
                    <a:pt x="425" y="21"/>
                  </a:cubicBezTo>
                  <a:cubicBezTo>
                    <a:pt x="426" y="21"/>
                    <a:pt x="428" y="21"/>
                    <a:pt x="430" y="20"/>
                  </a:cubicBezTo>
                  <a:cubicBezTo>
                    <a:pt x="430" y="17"/>
                    <a:pt x="430" y="17"/>
                    <a:pt x="430" y="17"/>
                  </a:cubicBezTo>
                  <a:cubicBezTo>
                    <a:pt x="412" y="17"/>
                    <a:pt x="412" y="17"/>
                    <a:pt x="412" y="17"/>
                  </a:cubicBezTo>
                  <a:cubicBezTo>
                    <a:pt x="412" y="20"/>
                    <a:pt x="412" y="20"/>
                    <a:pt x="412" y="20"/>
                  </a:cubicBezTo>
                  <a:cubicBezTo>
                    <a:pt x="414" y="21"/>
                    <a:pt x="415" y="21"/>
                    <a:pt x="417" y="21"/>
                  </a:cubicBezTo>
                  <a:cubicBezTo>
                    <a:pt x="429" y="42"/>
                    <a:pt x="429" y="42"/>
                    <a:pt x="429" y="42"/>
                  </a:cubicBezTo>
                  <a:cubicBezTo>
                    <a:pt x="429" y="51"/>
                    <a:pt x="429" y="51"/>
                    <a:pt x="429" y="51"/>
                  </a:cubicBezTo>
                  <a:cubicBezTo>
                    <a:pt x="427" y="51"/>
                    <a:pt x="424" y="52"/>
                    <a:pt x="422" y="52"/>
                  </a:cubicBezTo>
                  <a:cubicBezTo>
                    <a:pt x="422" y="56"/>
                    <a:pt x="422" y="56"/>
                    <a:pt x="422" y="56"/>
                  </a:cubicBezTo>
                  <a:cubicBezTo>
                    <a:pt x="442" y="56"/>
                    <a:pt x="442" y="56"/>
                    <a:pt x="442" y="56"/>
                  </a:cubicBezTo>
                  <a:cubicBezTo>
                    <a:pt x="442" y="52"/>
                    <a:pt x="442" y="52"/>
                    <a:pt x="442" y="52"/>
                  </a:cubicBezTo>
                  <a:cubicBezTo>
                    <a:pt x="440" y="52"/>
                    <a:pt x="438" y="51"/>
                    <a:pt x="436" y="51"/>
                  </a:cubicBezTo>
                  <a:cubicBezTo>
                    <a:pt x="436" y="42"/>
                    <a:pt x="436" y="42"/>
                    <a:pt x="436" y="42"/>
                  </a:cubicBezTo>
                  <a:cubicBezTo>
                    <a:pt x="448" y="21"/>
                    <a:pt x="448" y="21"/>
                    <a:pt x="448" y="21"/>
                  </a:cubicBezTo>
                  <a:cubicBezTo>
                    <a:pt x="449" y="21"/>
                    <a:pt x="451" y="21"/>
                    <a:pt x="453" y="20"/>
                  </a:cubicBezTo>
                  <a:moveTo>
                    <a:pt x="379" y="41"/>
                  </a:moveTo>
                  <a:cubicBezTo>
                    <a:pt x="365" y="41"/>
                    <a:pt x="365" y="41"/>
                    <a:pt x="365" y="41"/>
                  </a:cubicBezTo>
                  <a:cubicBezTo>
                    <a:pt x="370" y="29"/>
                    <a:pt x="370" y="29"/>
                    <a:pt x="370" y="29"/>
                  </a:cubicBezTo>
                  <a:cubicBezTo>
                    <a:pt x="371" y="27"/>
                    <a:pt x="372" y="24"/>
                    <a:pt x="372" y="22"/>
                  </a:cubicBezTo>
                  <a:cubicBezTo>
                    <a:pt x="372" y="22"/>
                    <a:pt x="372" y="22"/>
                    <a:pt x="372" y="22"/>
                  </a:cubicBezTo>
                  <a:cubicBezTo>
                    <a:pt x="373" y="24"/>
                    <a:pt x="373" y="27"/>
                    <a:pt x="374" y="29"/>
                  </a:cubicBezTo>
                  <a:lnTo>
                    <a:pt x="379" y="41"/>
                  </a:lnTo>
                  <a:close/>
                  <a:moveTo>
                    <a:pt x="395" y="56"/>
                  </a:moveTo>
                  <a:cubicBezTo>
                    <a:pt x="395" y="52"/>
                    <a:pt x="395" y="52"/>
                    <a:pt x="395" y="52"/>
                  </a:cubicBezTo>
                  <a:cubicBezTo>
                    <a:pt x="393" y="52"/>
                    <a:pt x="392" y="51"/>
                    <a:pt x="390" y="51"/>
                  </a:cubicBezTo>
                  <a:cubicBezTo>
                    <a:pt x="377" y="17"/>
                    <a:pt x="377" y="17"/>
                    <a:pt x="377" y="17"/>
                  </a:cubicBezTo>
                  <a:cubicBezTo>
                    <a:pt x="368" y="17"/>
                    <a:pt x="368" y="17"/>
                    <a:pt x="368" y="17"/>
                  </a:cubicBezTo>
                  <a:cubicBezTo>
                    <a:pt x="355" y="51"/>
                    <a:pt x="355" y="51"/>
                    <a:pt x="355" y="51"/>
                  </a:cubicBezTo>
                  <a:cubicBezTo>
                    <a:pt x="353" y="51"/>
                    <a:pt x="351" y="52"/>
                    <a:pt x="350" y="52"/>
                  </a:cubicBezTo>
                  <a:cubicBezTo>
                    <a:pt x="350" y="56"/>
                    <a:pt x="350" y="56"/>
                    <a:pt x="350" y="56"/>
                  </a:cubicBezTo>
                  <a:cubicBezTo>
                    <a:pt x="367" y="56"/>
                    <a:pt x="367" y="56"/>
                    <a:pt x="367" y="56"/>
                  </a:cubicBezTo>
                  <a:cubicBezTo>
                    <a:pt x="367" y="52"/>
                    <a:pt x="367" y="52"/>
                    <a:pt x="367" y="52"/>
                  </a:cubicBezTo>
                  <a:cubicBezTo>
                    <a:pt x="366" y="52"/>
                    <a:pt x="363" y="51"/>
                    <a:pt x="362" y="51"/>
                  </a:cubicBezTo>
                  <a:cubicBezTo>
                    <a:pt x="364" y="46"/>
                    <a:pt x="364" y="46"/>
                    <a:pt x="364" y="46"/>
                  </a:cubicBezTo>
                  <a:cubicBezTo>
                    <a:pt x="381" y="46"/>
                    <a:pt x="381" y="46"/>
                    <a:pt x="381" y="46"/>
                  </a:cubicBezTo>
                  <a:cubicBezTo>
                    <a:pt x="383" y="51"/>
                    <a:pt x="383" y="51"/>
                    <a:pt x="383" y="51"/>
                  </a:cubicBezTo>
                  <a:cubicBezTo>
                    <a:pt x="381" y="51"/>
                    <a:pt x="379" y="52"/>
                    <a:pt x="377" y="52"/>
                  </a:cubicBezTo>
                  <a:cubicBezTo>
                    <a:pt x="377" y="56"/>
                    <a:pt x="377" y="56"/>
                    <a:pt x="377" y="56"/>
                  </a:cubicBezTo>
                  <a:lnTo>
                    <a:pt x="395" y="56"/>
                  </a:lnTo>
                  <a:close/>
                  <a:moveTo>
                    <a:pt x="347" y="56"/>
                  </a:moveTo>
                  <a:cubicBezTo>
                    <a:pt x="347" y="52"/>
                    <a:pt x="347" y="52"/>
                    <a:pt x="347" y="52"/>
                  </a:cubicBezTo>
                  <a:cubicBezTo>
                    <a:pt x="345" y="52"/>
                    <a:pt x="342" y="51"/>
                    <a:pt x="340" y="51"/>
                  </a:cubicBezTo>
                  <a:cubicBezTo>
                    <a:pt x="340" y="21"/>
                    <a:pt x="340" y="21"/>
                    <a:pt x="340" y="21"/>
                  </a:cubicBezTo>
                  <a:cubicBezTo>
                    <a:pt x="342" y="21"/>
                    <a:pt x="345" y="21"/>
                    <a:pt x="347" y="20"/>
                  </a:cubicBezTo>
                  <a:cubicBezTo>
                    <a:pt x="347" y="17"/>
                    <a:pt x="347" y="17"/>
                    <a:pt x="347" y="17"/>
                  </a:cubicBezTo>
                  <a:cubicBezTo>
                    <a:pt x="327" y="17"/>
                    <a:pt x="327" y="17"/>
                    <a:pt x="327" y="17"/>
                  </a:cubicBezTo>
                  <a:cubicBezTo>
                    <a:pt x="327" y="20"/>
                    <a:pt x="327" y="20"/>
                    <a:pt x="327" y="20"/>
                  </a:cubicBezTo>
                  <a:cubicBezTo>
                    <a:pt x="329" y="21"/>
                    <a:pt x="331" y="21"/>
                    <a:pt x="333" y="21"/>
                  </a:cubicBezTo>
                  <a:cubicBezTo>
                    <a:pt x="333" y="51"/>
                    <a:pt x="333" y="51"/>
                    <a:pt x="333" y="51"/>
                  </a:cubicBezTo>
                  <a:cubicBezTo>
                    <a:pt x="331" y="51"/>
                    <a:pt x="329" y="52"/>
                    <a:pt x="327" y="52"/>
                  </a:cubicBezTo>
                  <a:cubicBezTo>
                    <a:pt x="327" y="56"/>
                    <a:pt x="327" y="56"/>
                    <a:pt x="327" y="56"/>
                  </a:cubicBezTo>
                  <a:lnTo>
                    <a:pt x="347" y="56"/>
                  </a:lnTo>
                  <a:close/>
                  <a:moveTo>
                    <a:pt x="346" y="5"/>
                  </a:moveTo>
                  <a:cubicBezTo>
                    <a:pt x="343" y="0"/>
                    <a:pt x="343" y="0"/>
                    <a:pt x="343" y="0"/>
                  </a:cubicBezTo>
                  <a:cubicBezTo>
                    <a:pt x="332" y="9"/>
                    <a:pt x="332" y="9"/>
                    <a:pt x="332" y="9"/>
                  </a:cubicBezTo>
                  <a:cubicBezTo>
                    <a:pt x="335" y="12"/>
                    <a:pt x="335" y="12"/>
                    <a:pt x="335" y="12"/>
                  </a:cubicBezTo>
                  <a:lnTo>
                    <a:pt x="346" y="5"/>
                  </a:lnTo>
                  <a:close/>
                  <a:moveTo>
                    <a:pt x="310" y="28"/>
                  </a:moveTo>
                  <a:cubicBezTo>
                    <a:pt x="310" y="32"/>
                    <a:pt x="307" y="34"/>
                    <a:pt x="302" y="34"/>
                  </a:cubicBezTo>
                  <a:cubicBezTo>
                    <a:pt x="300" y="34"/>
                    <a:pt x="299" y="34"/>
                    <a:pt x="298" y="34"/>
                  </a:cubicBezTo>
                  <a:cubicBezTo>
                    <a:pt x="298" y="22"/>
                    <a:pt x="298" y="22"/>
                    <a:pt x="298" y="22"/>
                  </a:cubicBezTo>
                  <a:cubicBezTo>
                    <a:pt x="299" y="22"/>
                    <a:pt x="300" y="21"/>
                    <a:pt x="302" y="21"/>
                  </a:cubicBezTo>
                  <a:cubicBezTo>
                    <a:pt x="307" y="21"/>
                    <a:pt x="310" y="23"/>
                    <a:pt x="310" y="28"/>
                  </a:cubicBezTo>
                  <a:moveTo>
                    <a:pt x="320" y="56"/>
                  </a:moveTo>
                  <a:cubicBezTo>
                    <a:pt x="320" y="52"/>
                    <a:pt x="320" y="52"/>
                    <a:pt x="320" y="52"/>
                  </a:cubicBezTo>
                  <a:cubicBezTo>
                    <a:pt x="319" y="52"/>
                    <a:pt x="317" y="51"/>
                    <a:pt x="315" y="51"/>
                  </a:cubicBezTo>
                  <a:cubicBezTo>
                    <a:pt x="309" y="42"/>
                    <a:pt x="309" y="42"/>
                    <a:pt x="309" y="42"/>
                  </a:cubicBezTo>
                  <a:cubicBezTo>
                    <a:pt x="308" y="40"/>
                    <a:pt x="307" y="39"/>
                    <a:pt x="306" y="38"/>
                  </a:cubicBezTo>
                  <a:cubicBezTo>
                    <a:pt x="313" y="37"/>
                    <a:pt x="317" y="33"/>
                    <a:pt x="317" y="27"/>
                  </a:cubicBezTo>
                  <a:cubicBezTo>
                    <a:pt x="317" y="20"/>
                    <a:pt x="312" y="16"/>
                    <a:pt x="303" y="16"/>
                  </a:cubicBezTo>
                  <a:cubicBezTo>
                    <a:pt x="298" y="16"/>
                    <a:pt x="293" y="17"/>
                    <a:pt x="290" y="17"/>
                  </a:cubicBezTo>
                  <a:cubicBezTo>
                    <a:pt x="284" y="17"/>
                    <a:pt x="284" y="17"/>
                    <a:pt x="284" y="17"/>
                  </a:cubicBezTo>
                  <a:cubicBezTo>
                    <a:pt x="284" y="20"/>
                    <a:pt x="284" y="20"/>
                    <a:pt x="284" y="20"/>
                  </a:cubicBezTo>
                  <a:cubicBezTo>
                    <a:pt x="286" y="21"/>
                    <a:pt x="288" y="21"/>
                    <a:pt x="291" y="21"/>
                  </a:cubicBezTo>
                  <a:cubicBezTo>
                    <a:pt x="291" y="51"/>
                    <a:pt x="291" y="51"/>
                    <a:pt x="291" y="51"/>
                  </a:cubicBezTo>
                  <a:cubicBezTo>
                    <a:pt x="288" y="51"/>
                    <a:pt x="286" y="52"/>
                    <a:pt x="284" y="52"/>
                  </a:cubicBezTo>
                  <a:cubicBezTo>
                    <a:pt x="284" y="56"/>
                    <a:pt x="284" y="56"/>
                    <a:pt x="284" y="56"/>
                  </a:cubicBezTo>
                  <a:cubicBezTo>
                    <a:pt x="303" y="56"/>
                    <a:pt x="303" y="56"/>
                    <a:pt x="303" y="56"/>
                  </a:cubicBezTo>
                  <a:cubicBezTo>
                    <a:pt x="303" y="52"/>
                    <a:pt x="303" y="52"/>
                    <a:pt x="303" y="52"/>
                  </a:cubicBezTo>
                  <a:cubicBezTo>
                    <a:pt x="301" y="52"/>
                    <a:pt x="299" y="51"/>
                    <a:pt x="298" y="51"/>
                  </a:cubicBezTo>
                  <a:cubicBezTo>
                    <a:pt x="298" y="39"/>
                    <a:pt x="298" y="39"/>
                    <a:pt x="298" y="39"/>
                  </a:cubicBezTo>
                  <a:cubicBezTo>
                    <a:pt x="299" y="39"/>
                    <a:pt x="299" y="39"/>
                    <a:pt x="299" y="39"/>
                  </a:cubicBezTo>
                  <a:cubicBezTo>
                    <a:pt x="310" y="56"/>
                    <a:pt x="310" y="56"/>
                    <a:pt x="310" y="56"/>
                  </a:cubicBezTo>
                  <a:lnTo>
                    <a:pt x="320" y="56"/>
                  </a:lnTo>
                  <a:close/>
                  <a:moveTo>
                    <a:pt x="275" y="56"/>
                  </a:moveTo>
                  <a:cubicBezTo>
                    <a:pt x="275" y="45"/>
                    <a:pt x="275" y="45"/>
                    <a:pt x="275" y="45"/>
                  </a:cubicBezTo>
                  <a:cubicBezTo>
                    <a:pt x="270" y="45"/>
                    <a:pt x="270" y="45"/>
                    <a:pt x="270" y="45"/>
                  </a:cubicBezTo>
                  <a:cubicBezTo>
                    <a:pt x="270" y="47"/>
                    <a:pt x="270" y="49"/>
                    <a:pt x="269" y="51"/>
                  </a:cubicBezTo>
                  <a:cubicBezTo>
                    <a:pt x="258" y="51"/>
                    <a:pt x="258" y="51"/>
                    <a:pt x="258" y="51"/>
                  </a:cubicBezTo>
                  <a:cubicBezTo>
                    <a:pt x="258" y="38"/>
                    <a:pt x="258" y="38"/>
                    <a:pt x="258" y="38"/>
                  </a:cubicBezTo>
                  <a:cubicBezTo>
                    <a:pt x="266" y="38"/>
                    <a:pt x="266" y="38"/>
                    <a:pt x="266" y="38"/>
                  </a:cubicBezTo>
                  <a:cubicBezTo>
                    <a:pt x="266" y="40"/>
                    <a:pt x="266" y="41"/>
                    <a:pt x="266" y="42"/>
                  </a:cubicBezTo>
                  <a:cubicBezTo>
                    <a:pt x="271" y="42"/>
                    <a:pt x="271" y="42"/>
                    <a:pt x="271" y="42"/>
                  </a:cubicBezTo>
                  <a:cubicBezTo>
                    <a:pt x="271" y="29"/>
                    <a:pt x="271" y="29"/>
                    <a:pt x="271" y="29"/>
                  </a:cubicBezTo>
                  <a:cubicBezTo>
                    <a:pt x="266" y="29"/>
                    <a:pt x="266" y="29"/>
                    <a:pt x="266" y="29"/>
                  </a:cubicBezTo>
                  <a:cubicBezTo>
                    <a:pt x="266" y="30"/>
                    <a:pt x="266" y="32"/>
                    <a:pt x="266" y="33"/>
                  </a:cubicBezTo>
                  <a:cubicBezTo>
                    <a:pt x="258" y="33"/>
                    <a:pt x="258" y="33"/>
                    <a:pt x="258" y="33"/>
                  </a:cubicBezTo>
                  <a:cubicBezTo>
                    <a:pt x="258" y="21"/>
                    <a:pt x="258" y="21"/>
                    <a:pt x="258" y="21"/>
                  </a:cubicBezTo>
                  <a:cubicBezTo>
                    <a:pt x="269" y="21"/>
                    <a:pt x="269" y="21"/>
                    <a:pt x="269" y="21"/>
                  </a:cubicBezTo>
                  <a:cubicBezTo>
                    <a:pt x="269" y="23"/>
                    <a:pt x="270" y="25"/>
                    <a:pt x="270" y="27"/>
                  </a:cubicBezTo>
                  <a:cubicBezTo>
                    <a:pt x="275" y="27"/>
                    <a:pt x="275" y="27"/>
                    <a:pt x="275" y="27"/>
                  </a:cubicBezTo>
                  <a:cubicBezTo>
                    <a:pt x="275" y="17"/>
                    <a:pt x="275" y="17"/>
                    <a:pt x="275" y="17"/>
                  </a:cubicBezTo>
                  <a:cubicBezTo>
                    <a:pt x="245" y="17"/>
                    <a:pt x="245" y="17"/>
                    <a:pt x="245" y="17"/>
                  </a:cubicBezTo>
                  <a:cubicBezTo>
                    <a:pt x="245" y="20"/>
                    <a:pt x="245" y="20"/>
                    <a:pt x="245" y="20"/>
                  </a:cubicBezTo>
                  <a:cubicBezTo>
                    <a:pt x="247" y="21"/>
                    <a:pt x="249" y="21"/>
                    <a:pt x="252" y="21"/>
                  </a:cubicBezTo>
                  <a:cubicBezTo>
                    <a:pt x="252" y="51"/>
                    <a:pt x="252" y="51"/>
                    <a:pt x="252" y="51"/>
                  </a:cubicBezTo>
                  <a:cubicBezTo>
                    <a:pt x="249" y="51"/>
                    <a:pt x="247" y="52"/>
                    <a:pt x="245" y="52"/>
                  </a:cubicBezTo>
                  <a:cubicBezTo>
                    <a:pt x="245" y="56"/>
                    <a:pt x="245" y="56"/>
                    <a:pt x="245" y="56"/>
                  </a:cubicBezTo>
                  <a:lnTo>
                    <a:pt x="275" y="56"/>
                  </a:lnTo>
                  <a:close/>
                  <a:moveTo>
                    <a:pt x="238" y="56"/>
                  </a:moveTo>
                  <a:cubicBezTo>
                    <a:pt x="238" y="52"/>
                    <a:pt x="238" y="52"/>
                    <a:pt x="238" y="52"/>
                  </a:cubicBezTo>
                  <a:cubicBezTo>
                    <a:pt x="236" y="52"/>
                    <a:pt x="234" y="51"/>
                    <a:pt x="232" y="51"/>
                  </a:cubicBezTo>
                  <a:cubicBezTo>
                    <a:pt x="232" y="21"/>
                    <a:pt x="232" y="21"/>
                    <a:pt x="232" y="21"/>
                  </a:cubicBezTo>
                  <a:cubicBezTo>
                    <a:pt x="234" y="21"/>
                    <a:pt x="236" y="21"/>
                    <a:pt x="238" y="20"/>
                  </a:cubicBezTo>
                  <a:cubicBezTo>
                    <a:pt x="238" y="17"/>
                    <a:pt x="238" y="17"/>
                    <a:pt x="238" y="17"/>
                  </a:cubicBezTo>
                  <a:cubicBezTo>
                    <a:pt x="218" y="17"/>
                    <a:pt x="218" y="17"/>
                    <a:pt x="218" y="17"/>
                  </a:cubicBezTo>
                  <a:cubicBezTo>
                    <a:pt x="218" y="20"/>
                    <a:pt x="218" y="20"/>
                    <a:pt x="218" y="20"/>
                  </a:cubicBezTo>
                  <a:cubicBezTo>
                    <a:pt x="220" y="21"/>
                    <a:pt x="222" y="21"/>
                    <a:pt x="225" y="21"/>
                  </a:cubicBezTo>
                  <a:cubicBezTo>
                    <a:pt x="225" y="51"/>
                    <a:pt x="225" y="51"/>
                    <a:pt x="225" y="51"/>
                  </a:cubicBezTo>
                  <a:cubicBezTo>
                    <a:pt x="222" y="51"/>
                    <a:pt x="220" y="52"/>
                    <a:pt x="218" y="52"/>
                  </a:cubicBezTo>
                  <a:cubicBezTo>
                    <a:pt x="218" y="56"/>
                    <a:pt x="218" y="56"/>
                    <a:pt x="218" y="56"/>
                  </a:cubicBezTo>
                  <a:lnTo>
                    <a:pt x="238" y="56"/>
                  </a:lnTo>
                  <a:close/>
                  <a:moveTo>
                    <a:pt x="211" y="20"/>
                  </a:moveTo>
                  <a:cubicBezTo>
                    <a:pt x="211" y="17"/>
                    <a:pt x="211" y="17"/>
                    <a:pt x="211" y="17"/>
                  </a:cubicBezTo>
                  <a:cubicBezTo>
                    <a:pt x="193" y="17"/>
                    <a:pt x="193" y="17"/>
                    <a:pt x="193" y="17"/>
                  </a:cubicBezTo>
                  <a:cubicBezTo>
                    <a:pt x="193" y="20"/>
                    <a:pt x="193" y="20"/>
                    <a:pt x="193" y="20"/>
                  </a:cubicBezTo>
                  <a:cubicBezTo>
                    <a:pt x="195" y="21"/>
                    <a:pt x="197" y="21"/>
                    <a:pt x="199" y="21"/>
                  </a:cubicBezTo>
                  <a:cubicBezTo>
                    <a:pt x="199" y="35"/>
                    <a:pt x="199" y="35"/>
                    <a:pt x="199" y="35"/>
                  </a:cubicBezTo>
                  <a:cubicBezTo>
                    <a:pt x="199" y="41"/>
                    <a:pt x="199" y="45"/>
                    <a:pt x="200" y="48"/>
                  </a:cubicBezTo>
                  <a:cubicBezTo>
                    <a:pt x="199" y="48"/>
                    <a:pt x="199" y="48"/>
                    <a:pt x="199" y="48"/>
                  </a:cubicBezTo>
                  <a:cubicBezTo>
                    <a:pt x="198" y="45"/>
                    <a:pt x="196" y="42"/>
                    <a:pt x="195" y="40"/>
                  </a:cubicBezTo>
                  <a:cubicBezTo>
                    <a:pt x="180" y="17"/>
                    <a:pt x="180" y="17"/>
                    <a:pt x="180" y="17"/>
                  </a:cubicBezTo>
                  <a:cubicBezTo>
                    <a:pt x="164" y="17"/>
                    <a:pt x="164" y="17"/>
                    <a:pt x="164" y="17"/>
                  </a:cubicBezTo>
                  <a:cubicBezTo>
                    <a:pt x="164" y="20"/>
                    <a:pt x="164" y="20"/>
                    <a:pt x="164" y="20"/>
                  </a:cubicBezTo>
                  <a:cubicBezTo>
                    <a:pt x="166" y="21"/>
                    <a:pt x="168" y="21"/>
                    <a:pt x="171" y="21"/>
                  </a:cubicBezTo>
                  <a:cubicBezTo>
                    <a:pt x="171" y="51"/>
                    <a:pt x="171" y="51"/>
                    <a:pt x="171" y="51"/>
                  </a:cubicBezTo>
                  <a:cubicBezTo>
                    <a:pt x="168" y="51"/>
                    <a:pt x="166" y="52"/>
                    <a:pt x="164" y="52"/>
                  </a:cubicBezTo>
                  <a:cubicBezTo>
                    <a:pt x="164" y="56"/>
                    <a:pt x="164" y="56"/>
                    <a:pt x="164" y="56"/>
                  </a:cubicBezTo>
                  <a:cubicBezTo>
                    <a:pt x="183" y="56"/>
                    <a:pt x="183" y="56"/>
                    <a:pt x="183" y="56"/>
                  </a:cubicBezTo>
                  <a:cubicBezTo>
                    <a:pt x="183" y="52"/>
                    <a:pt x="183" y="52"/>
                    <a:pt x="183" y="52"/>
                  </a:cubicBezTo>
                  <a:cubicBezTo>
                    <a:pt x="182" y="52"/>
                    <a:pt x="179" y="51"/>
                    <a:pt x="177" y="51"/>
                  </a:cubicBezTo>
                  <a:cubicBezTo>
                    <a:pt x="177" y="34"/>
                    <a:pt x="177" y="34"/>
                    <a:pt x="177" y="34"/>
                  </a:cubicBezTo>
                  <a:cubicBezTo>
                    <a:pt x="177" y="30"/>
                    <a:pt x="177" y="27"/>
                    <a:pt x="177" y="25"/>
                  </a:cubicBezTo>
                  <a:cubicBezTo>
                    <a:pt x="177" y="25"/>
                    <a:pt x="177" y="25"/>
                    <a:pt x="177" y="25"/>
                  </a:cubicBezTo>
                  <a:cubicBezTo>
                    <a:pt x="178" y="27"/>
                    <a:pt x="180" y="30"/>
                    <a:pt x="181" y="32"/>
                  </a:cubicBezTo>
                  <a:cubicBezTo>
                    <a:pt x="197" y="56"/>
                    <a:pt x="197" y="56"/>
                    <a:pt x="197" y="56"/>
                  </a:cubicBezTo>
                  <a:cubicBezTo>
                    <a:pt x="206" y="56"/>
                    <a:pt x="206" y="56"/>
                    <a:pt x="206" y="56"/>
                  </a:cubicBezTo>
                  <a:cubicBezTo>
                    <a:pt x="206" y="21"/>
                    <a:pt x="206" y="21"/>
                    <a:pt x="206" y="21"/>
                  </a:cubicBezTo>
                  <a:cubicBezTo>
                    <a:pt x="208" y="21"/>
                    <a:pt x="210" y="21"/>
                    <a:pt x="211" y="20"/>
                  </a:cubicBezTo>
                  <a:moveTo>
                    <a:pt x="155" y="56"/>
                  </a:moveTo>
                  <a:cubicBezTo>
                    <a:pt x="155" y="45"/>
                    <a:pt x="155" y="45"/>
                    <a:pt x="155" y="45"/>
                  </a:cubicBezTo>
                  <a:cubicBezTo>
                    <a:pt x="150" y="45"/>
                    <a:pt x="150" y="45"/>
                    <a:pt x="150" y="45"/>
                  </a:cubicBezTo>
                  <a:cubicBezTo>
                    <a:pt x="150" y="47"/>
                    <a:pt x="149" y="49"/>
                    <a:pt x="149" y="51"/>
                  </a:cubicBezTo>
                  <a:cubicBezTo>
                    <a:pt x="138" y="51"/>
                    <a:pt x="138" y="51"/>
                    <a:pt x="138" y="51"/>
                  </a:cubicBezTo>
                  <a:cubicBezTo>
                    <a:pt x="138" y="38"/>
                    <a:pt x="138" y="38"/>
                    <a:pt x="138" y="38"/>
                  </a:cubicBezTo>
                  <a:cubicBezTo>
                    <a:pt x="145" y="38"/>
                    <a:pt x="145" y="38"/>
                    <a:pt x="145" y="38"/>
                  </a:cubicBezTo>
                  <a:cubicBezTo>
                    <a:pt x="145" y="40"/>
                    <a:pt x="146" y="41"/>
                    <a:pt x="146" y="42"/>
                  </a:cubicBezTo>
                  <a:cubicBezTo>
                    <a:pt x="151" y="42"/>
                    <a:pt x="151" y="42"/>
                    <a:pt x="151" y="42"/>
                  </a:cubicBezTo>
                  <a:cubicBezTo>
                    <a:pt x="151" y="29"/>
                    <a:pt x="151" y="29"/>
                    <a:pt x="151" y="29"/>
                  </a:cubicBezTo>
                  <a:cubicBezTo>
                    <a:pt x="146" y="29"/>
                    <a:pt x="146" y="29"/>
                    <a:pt x="146" y="29"/>
                  </a:cubicBezTo>
                  <a:cubicBezTo>
                    <a:pt x="146" y="30"/>
                    <a:pt x="146" y="32"/>
                    <a:pt x="145" y="33"/>
                  </a:cubicBezTo>
                  <a:cubicBezTo>
                    <a:pt x="138" y="33"/>
                    <a:pt x="138" y="33"/>
                    <a:pt x="138" y="33"/>
                  </a:cubicBezTo>
                  <a:cubicBezTo>
                    <a:pt x="138" y="21"/>
                    <a:pt x="138" y="21"/>
                    <a:pt x="138" y="21"/>
                  </a:cubicBezTo>
                  <a:cubicBezTo>
                    <a:pt x="149" y="21"/>
                    <a:pt x="149" y="21"/>
                    <a:pt x="149" y="21"/>
                  </a:cubicBezTo>
                  <a:cubicBezTo>
                    <a:pt x="149" y="23"/>
                    <a:pt x="150" y="25"/>
                    <a:pt x="150" y="27"/>
                  </a:cubicBezTo>
                  <a:cubicBezTo>
                    <a:pt x="155" y="27"/>
                    <a:pt x="155" y="27"/>
                    <a:pt x="155" y="27"/>
                  </a:cubicBezTo>
                  <a:cubicBezTo>
                    <a:pt x="155" y="17"/>
                    <a:pt x="155" y="17"/>
                    <a:pt x="155" y="17"/>
                  </a:cubicBezTo>
                  <a:cubicBezTo>
                    <a:pt x="125" y="17"/>
                    <a:pt x="125" y="17"/>
                    <a:pt x="125" y="17"/>
                  </a:cubicBezTo>
                  <a:cubicBezTo>
                    <a:pt x="125" y="20"/>
                    <a:pt x="125" y="20"/>
                    <a:pt x="125" y="20"/>
                  </a:cubicBezTo>
                  <a:cubicBezTo>
                    <a:pt x="127" y="21"/>
                    <a:pt x="129" y="21"/>
                    <a:pt x="131" y="21"/>
                  </a:cubicBezTo>
                  <a:cubicBezTo>
                    <a:pt x="131" y="51"/>
                    <a:pt x="131" y="51"/>
                    <a:pt x="131" y="51"/>
                  </a:cubicBezTo>
                  <a:cubicBezTo>
                    <a:pt x="129" y="51"/>
                    <a:pt x="127" y="52"/>
                    <a:pt x="125" y="52"/>
                  </a:cubicBezTo>
                  <a:cubicBezTo>
                    <a:pt x="125" y="56"/>
                    <a:pt x="125" y="56"/>
                    <a:pt x="125" y="56"/>
                  </a:cubicBezTo>
                  <a:lnTo>
                    <a:pt x="155" y="56"/>
                  </a:lnTo>
                  <a:close/>
                  <a:moveTo>
                    <a:pt x="120" y="39"/>
                  </a:moveTo>
                  <a:cubicBezTo>
                    <a:pt x="120" y="35"/>
                    <a:pt x="120" y="35"/>
                    <a:pt x="120" y="35"/>
                  </a:cubicBezTo>
                  <a:cubicBezTo>
                    <a:pt x="102" y="35"/>
                    <a:pt x="102" y="35"/>
                    <a:pt x="102" y="35"/>
                  </a:cubicBezTo>
                  <a:cubicBezTo>
                    <a:pt x="102" y="39"/>
                    <a:pt x="102" y="39"/>
                    <a:pt x="102" y="39"/>
                  </a:cubicBezTo>
                  <a:cubicBezTo>
                    <a:pt x="104" y="40"/>
                    <a:pt x="106" y="40"/>
                    <a:pt x="108" y="40"/>
                  </a:cubicBezTo>
                  <a:cubicBezTo>
                    <a:pt x="108" y="50"/>
                    <a:pt x="108" y="50"/>
                    <a:pt x="108" y="50"/>
                  </a:cubicBezTo>
                  <a:cubicBezTo>
                    <a:pt x="106" y="50"/>
                    <a:pt x="104" y="51"/>
                    <a:pt x="102" y="51"/>
                  </a:cubicBezTo>
                  <a:cubicBezTo>
                    <a:pt x="93" y="51"/>
                    <a:pt x="88" y="46"/>
                    <a:pt x="88" y="36"/>
                  </a:cubicBezTo>
                  <a:cubicBezTo>
                    <a:pt x="88" y="27"/>
                    <a:pt x="94" y="22"/>
                    <a:pt x="102" y="22"/>
                  </a:cubicBezTo>
                  <a:cubicBezTo>
                    <a:pt x="104" y="22"/>
                    <a:pt x="106" y="22"/>
                    <a:pt x="108" y="22"/>
                  </a:cubicBezTo>
                  <a:cubicBezTo>
                    <a:pt x="108" y="24"/>
                    <a:pt x="109" y="26"/>
                    <a:pt x="109" y="29"/>
                  </a:cubicBezTo>
                  <a:cubicBezTo>
                    <a:pt x="114" y="29"/>
                    <a:pt x="114" y="29"/>
                    <a:pt x="114" y="29"/>
                  </a:cubicBezTo>
                  <a:cubicBezTo>
                    <a:pt x="114" y="17"/>
                    <a:pt x="114" y="17"/>
                    <a:pt x="114" y="17"/>
                  </a:cubicBezTo>
                  <a:cubicBezTo>
                    <a:pt x="110" y="16"/>
                    <a:pt x="106" y="16"/>
                    <a:pt x="102" y="16"/>
                  </a:cubicBezTo>
                  <a:cubicBezTo>
                    <a:pt x="88" y="16"/>
                    <a:pt x="80" y="25"/>
                    <a:pt x="80" y="37"/>
                  </a:cubicBezTo>
                  <a:cubicBezTo>
                    <a:pt x="80" y="50"/>
                    <a:pt x="89" y="56"/>
                    <a:pt x="101" y="56"/>
                  </a:cubicBezTo>
                  <a:cubicBezTo>
                    <a:pt x="106" y="56"/>
                    <a:pt x="111" y="56"/>
                    <a:pt x="115" y="54"/>
                  </a:cubicBezTo>
                  <a:cubicBezTo>
                    <a:pt x="115" y="40"/>
                    <a:pt x="115" y="40"/>
                    <a:pt x="115" y="40"/>
                  </a:cubicBezTo>
                  <a:cubicBezTo>
                    <a:pt x="117" y="40"/>
                    <a:pt x="118" y="40"/>
                    <a:pt x="120" y="39"/>
                  </a:cubicBezTo>
                  <a:moveTo>
                    <a:pt x="74" y="20"/>
                  </a:moveTo>
                  <a:cubicBezTo>
                    <a:pt x="74" y="17"/>
                    <a:pt x="74" y="17"/>
                    <a:pt x="74" y="17"/>
                  </a:cubicBezTo>
                  <a:cubicBezTo>
                    <a:pt x="56" y="17"/>
                    <a:pt x="56" y="17"/>
                    <a:pt x="56" y="17"/>
                  </a:cubicBezTo>
                  <a:cubicBezTo>
                    <a:pt x="56" y="20"/>
                    <a:pt x="56" y="20"/>
                    <a:pt x="56" y="20"/>
                  </a:cubicBezTo>
                  <a:cubicBezTo>
                    <a:pt x="58" y="21"/>
                    <a:pt x="60" y="21"/>
                    <a:pt x="62" y="21"/>
                  </a:cubicBezTo>
                  <a:cubicBezTo>
                    <a:pt x="62" y="35"/>
                    <a:pt x="62" y="35"/>
                    <a:pt x="62" y="35"/>
                  </a:cubicBezTo>
                  <a:cubicBezTo>
                    <a:pt x="62" y="41"/>
                    <a:pt x="62" y="45"/>
                    <a:pt x="62" y="48"/>
                  </a:cubicBezTo>
                  <a:cubicBezTo>
                    <a:pt x="62" y="48"/>
                    <a:pt x="62" y="48"/>
                    <a:pt x="62" y="48"/>
                  </a:cubicBezTo>
                  <a:cubicBezTo>
                    <a:pt x="61" y="45"/>
                    <a:pt x="59" y="42"/>
                    <a:pt x="58" y="40"/>
                  </a:cubicBezTo>
                  <a:cubicBezTo>
                    <a:pt x="43" y="17"/>
                    <a:pt x="43" y="17"/>
                    <a:pt x="43" y="17"/>
                  </a:cubicBezTo>
                  <a:cubicBezTo>
                    <a:pt x="27" y="17"/>
                    <a:pt x="27" y="17"/>
                    <a:pt x="27" y="17"/>
                  </a:cubicBezTo>
                  <a:cubicBezTo>
                    <a:pt x="27" y="20"/>
                    <a:pt x="27" y="20"/>
                    <a:pt x="27" y="20"/>
                  </a:cubicBezTo>
                  <a:cubicBezTo>
                    <a:pt x="29" y="21"/>
                    <a:pt x="31" y="21"/>
                    <a:pt x="34" y="21"/>
                  </a:cubicBezTo>
                  <a:cubicBezTo>
                    <a:pt x="34" y="51"/>
                    <a:pt x="34" y="51"/>
                    <a:pt x="34" y="51"/>
                  </a:cubicBezTo>
                  <a:cubicBezTo>
                    <a:pt x="31" y="51"/>
                    <a:pt x="29" y="52"/>
                    <a:pt x="27" y="52"/>
                  </a:cubicBezTo>
                  <a:cubicBezTo>
                    <a:pt x="27" y="56"/>
                    <a:pt x="27" y="56"/>
                    <a:pt x="27" y="56"/>
                  </a:cubicBezTo>
                  <a:cubicBezTo>
                    <a:pt x="46" y="56"/>
                    <a:pt x="46" y="56"/>
                    <a:pt x="46" y="56"/>
                  </a:cubicBezTo>
                  <a:cubicBezTo>
                    <a:pt x="46" y="52"/>
                    <a:pt x="46" y="52"/>
                    <a:pt x="46" y="52"/>
                  </a:cubicBezTo>
                  <a:cubicBezTo>
                    <a:pt x="44" y="52"/>
                    <a:pt x="42" y="51"/>
                    <a:pt x="40" y="51"/>
                  </a:cubicBezTo>
                  <a:cubicBezTo>
                    <a:pt x="40" y="34"/>
                    <a:pt x="40" y="34"/>
                    <a:pt x="40" y="34"/>
                  </a:cubicBezTo>
                  <a:cubicBezTo>
                    <a:pt x="40" y="30"/>
                    <a:pt x="40" y="27"/>
                    <a:pt x="40" y="25"/>
                  </a:cubicBezTo>
                  <a:cubicBezTo>
                    <a:pt x="40" y="25"/>
                    <a:pt x="40" y="25"/>
                    <a:pt x="40" y="25"/>
                  </a:cubicBezTo>
                  <a:cubicBezTo>
                    <a:pt x="41" y="27"/>
                    <a:pt x="43" y="30"/>
                    <a:pt x="44" y="32"/>
                  </a:cubicBezTo>
                  <a:cubicBezTo>
                    <a:pt x="60" y="56"/>
                    <a:pt x="60" y="56"/>
                    <a:pt x="60" y="56"/>
                  </a:cubicBezTo>
                  <a:cubicBezTo>
                    <a:pt x="69" y="56"/>
                    <a:pt x="69" y="56"/>
                    <a:pt x="69" y="56"/>
                  </a:cubicBezTo>
                  <a:cubicBezTo>
                    <a:pt x="69" y="21"/>
                    <a:pt x="69" y="21"/>
                    <a:pt x="69" y="21"/>
                  </a:cubicBezTo>
                  <a:cubicBezTo>
                    <a:pt x="71" y="21"/>
                    <a:pt x="73" y="21"/>
                    <a:pt x="74" y="20"/>
                  </a:cubicBezTo>
                  <a:moveTo>
                    <a:pt x="20" y="56"/>
                  </a:moveTo>
                  <a:cubicBezTo>
                    <a:pt x="20" y="52"/>
                    <a:pt x="20" y="52"/>
                    <a:pt x="20" y="52"/>
                  </a:cubicBezTo>
                  <a:cubicBezTo>
                    <a:pt x="18" y="52"/>
                    <a:pt x="16" y="51"/>
                    <a:pt x="13" y="51"/>
                  </a:cubicBezTo>
                  <a:cubicBezTo>
                    <a:pt x="13" y="21"/>
                    <a:pt x="13" y="21"/>
                    <a:pt x="13" y="21"/>
                  </a:cubicBezTo>
                  <a:cubicBezTo>
                    <a:pt x="16" y="21"/>
                    <a:pt x="18" y="21"/>
                    <a:pt x="20" y="20"/>
                  </a:cubicBezTo>
                  <a:cubicBezTo>
                    <a:pt x="20" y="17"/>
                    <a:pt x="20" y="17"/>
                    <a:pt x="20" y="17"/>
                  </a:cubicBezTo>
                  <a:cubicBezTo>
                    <a:pt x="0" y="17"/>
                    <a:pt x="0" y="17"/>
                    <a:pt x="0" y="17"/>
                  </a:cubicBezTo>
                  <a:cubicBezTo>
                    <a:pt x="0" y="20"/>
                    <a:pt x="0" y="20"/>
                    <a:pt x="0" y="20"/>
                  </a:cubicBezTo>
                  <a:cubicBezTo>
                    <a:pt x="2" y="21"/>
                    <a:pt x="4" y="21"/>
                    <a:pt x="7" y="21"/>
                  </a:cubicBezTo>
                  <a:cubicBezTo>
                    <a:pt x="7" y="51"/>
                    <a:pt x="7" y="51"/>
                    <a:pt x="7" y="51"/>
                  </a:cubicBezTo>
                  <a:cubicBezTo>
                    <a:pt x="4" y="51"/>
                    <a:pt x="2" y="52"/>
                    <a:pt x="0" y="52"/>
                  </a:cubicBezTo>
                  <a:cubicBezTo>
                    <a:pt x="0" y="56"/>
                    <a:pt x="0" y="56"/>
                    <a:pt x="0" y="56"/>
                  </a:cubicBezTo>
                  <a:lnTo>
                    <a:pt x="20" y="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236" name="Freeform 38">
              <a:extLst>
                <a:ext uri="{FF2B5EF4-FFF2-40B4-BE49-F238E27FC236}">
                  <a16:creationId xmlns:a16="http://schemas.microsoft.com/office/drawing/2014/main" id="{2B614564-3494-48F8-AA2B-2548244746F6}"/>
                </a:ext>
              </a:extLst>
            </p:cNvPr>
            <p:cNvSpPr>
              <a:spLocks noEditPoints="1"/>
            </p:cNvSpPr>
            <p:nvPr/>
          </p:nvSpPr>
          <p:spPr bwMode="auto">
            <a:xfrm>
              <a:off x="3968750" y="2597150"/>
              <a:ext cx="908050" cy="88900"/>
            </a:xfrm>
            <a:custGeom>
              <a:avLst/>
              <a:gdLst>
                <a:gd name="T0" fmla="*/ 413 w 419"/>
                <a:gd name="T1" fmla="*/ 35 h 41"/>
                <a:gd name="T2" fmla="*/ 410 w 419"/>
                <a:gd name="T3" fmla="*/ 27 h 41"/>
                <a:gd name="T4" fmla="*/ 410 w 419"/>
                <a:gd name="T5" fmla="*/ 18 h 41"/>
                <a:gd name="T6" fmla="*/ 414 w 419"/>
                <a:gd name="T7" fmla="*/ 12 h 41"/>
                <a:gd name="T8" fmla="*/ 389 w 419"/>
                <a:gd name="T9" fmla="*/ 5 h 41"/>
                <a:gd name="T10" fmla="*/ 389 w 419"/>
                <a:gd name="T11" fmla="*/ 40 h 41"/>
                <a:gd name="T12" fmla="*/ 355 w 419"/>
                <a:gd name="T13" fmla="*/ 35 h 41"/>
                <a:gd name="T14" fmla="*/ 383 w 419"/>
                <a:gd name="T15" fmla="*/ 20 h 41"/>
                <a:gd name="T16" fmla="*/ 342 w 419"/>
                <a:gd name="T17" fmla="*/ 5 h 41"/>
                <a:gd name="T18" fmla="*/ 342 w 419"/>
                <a:gd name="T19" fmla="*/ 40 h 41"/>
                <a:gd name="T20" fmla="*/ 312 w 419"/>
                <a:gd name="T21" fmla="*/ 20 h 41"/>
                <a:gd name="T22" fmla="*/ 297 w 419"/>
                <a:gd name="T23" fmla="*/ 6 h 41"/>
                <a:gd name="T24" fmla="*/ 285 w 419"/>
                <a:gd name="T25" fmla="*/ 1 h 41"/>
                <a:gd name="T26" fmla="*/ 285 w 419"/>
                <a:gd name="T27" fmla="*/ 35 h 41"/>
                <a:gd name="T28" fmla="*/ 296 w 419"/>
                <a:gd name="T29" fmla="*/ 41 h 41"/>
                <a:gd name="T30" fmla="*/ 250 w 419"/>
                <a:gd name="T31" fmla="*/ 13 h 41"/>
                <a:gd name="T32" fmla="*/ 259 w 419"/>
                <a:gd name="T33" fmla="*/ 25 h 41"/>
                <a:gd name="T34" fmla="*/ 257 w 419"/>
                <a:gd name="T35" fmla="*/ 1 h 41"/>
                <a:gd name="T36" fmla="*/ 230 w 419"/>
                <a:gd name="T37" fmla="*/ 40 h 41"/>
                <a:gd name="T38" fmla="*/ 243 w 419"/>
                <a:gd name="T39" fmla="*/ 30 h 41"/>
                <a:gd name="T40" fmla="*/ 257 w 419"/>
                <a:gd name="T41" fmla="*/ 40 h 41"/>
                <a:gd name="T42" fmla="*/ 195 w 419"/>
                <a:gd name="T43" fmla="*/ 1 h 41"/>
                <a:gd name="T44" fmla="*/ 209 w 419"/>
                <a:gd name="T45" fmla="*/ 6 h 41"/>
                <a:gd name="T46" fmla="*/ 223 w 419"/>
                <a:gd name="T47" fmla="*/ 40 h 41"/>
                <a:gd name="T48" fmla="*/ 225 w 419"/>
                <a:gd name="T49" fmla="*/ 6 h 41"/>
                <a:gd name="T50" fmla="*/ 194 w 419"/>
                <a:gd name="T51" fmla="*/ 28 h 41"/>
                <a:gd name="T52" fmla="*/ 178 w 419"/>
                <a:gd name="T53" fmla="*/ 6 h 41"/>
                <a:gd name="T54" fmla="*/ 164 w 419"/>
                <a:gd name="T55" fmla="*/ 5 h 41"/>
                <a:gd name="T56" fmla="*/ 164 w 419"/>
                <a:gd name="T57" fmla="*/ 40 h 41"/>
                <a:gd name="T58" fmla="*/ 140 w 419"/>
                <a:gd name="T59" fmla="*/ 1 h 41"/>
                <a:gd name="T60" fmla="*/ 136 w 419"/>
                <a:gd name="T61" fmla="*/ 35 h 41"/>
                <a:gd name="T62" fmla="*/ 132 w 419"/>
                <a:gd name="T63" fmla="*/ 1 h 41"/>
                <a:gd name="T64" fmla="*/ 119 w 419"/>
                <a:gd name="T65" fmla="*/ 27 h 41"/>
                <a:gd name="T66" fmla="*/ 158 w 419"/>
                <a:gd name="T67" fmla="*/ 5 h 41"/>
                <a:gd name="T68" fmla="*/ 84 w 419"/>
                <a:gd name="T69" fmla="*/ 21 h 41"/>
                <a:gd name="T70" fmla="*/ 107 w 419"/>
                <a:gd name="T71" fmla="*/ 13 h 41"/>
                <a:gd name="T72" fmla="*/ 96 w 419"/>
                <a:gd name="T73" fmla="*/ 41 h 41"/>
                <a:gd name="T74" fmla="*/ 49 w 419"/>
                <a:gd name="T75" fmla="*/ 13 h 41"/>
                <a:gd name="T76" fmla="*/ 58 w 419"/>
                <a:gd name="T77" fmla="*/ 25 h 41"/>
                <a:gd name="T78" fmla="*/ 56 w 419"/>
                <a:gd name="T79" fmla="*/ 1 h 41"/>
                <a:gd name="T80" fmla="*/ 29 w 419"/>
                <a:gd name="T81" fmla="*/ 40 h 41"/>
                <a:gd name="T82" fmla="*/ 43 w 419"/>
                <a:gd name="T83" fmla="*/ 30 h 41"/>
                <a:gd name="T84" fmla="*/ 56 w 419"/>
                <a:gd name="T85" fmla="*/ 40 h 41"/>
                <a:gd name="T86" fmla="*/ 0 w 419"/>
                <a:gd name="T87" fmla="*/ 1 h 41"/>
                <a:gd name="T88" fmla="*/ 0 w 419"/>
                <a:gd name="T89" fmla="*/ 36 h 41"/>
                <a:gd name="T90" fmla="*/ 13 w 419"/>
                <a:gd name="T91" fmla="*/ 35 h 41"/>
                <a:gd name="T92" fmla="*/ 26 w 419"/>
                <a:gd name="T93" fmla="*/ 27 h 41"/>
                <a:gd name="T94" fmla="*/ 13 w 419"/>
                <a:gd name="T95" fmla="*/ 18 h 41"/>
                <a:gd name="T96" fmla="*/ 30 w 419"/>
                <a:gd name="T97"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19" h="41">
                  <a:moveTo>
                    <a:pt x="419" y="40"/>
                  </a:moveTo>
                  <a:cubicBezTo>
                    <a:pt x="419" y="29"/>
                    <a:pt x="419" y="29"/>
                    <a:pt x="419" y="29"/>
                  </a:cubicBezTo>
                  <a:cubicBezTo>
                    <a:pt x="414" y="29"/>
                    <a:pt x="414" y="29"/>
                    <a:pt x="414" y="29"/>
                  </a:cubicBezTo>
                  <a:cubicBezTo>
                    <a:pt x="414" y="31"/>
                    <a:pt x="414" y="34"/>
                    <a:pt x="413" y="35"/>
                  </a:cubicBezTo>
                  <a:cubicBezTo>
                    <a:pt x="402" y="35"/>
                    <a:pt x="402" y="35"/>
                    <a:pt x="402" y="35"/>
                  </a:cubicBezTo>
                  <a:cubicBezTo>
                    <a:pt x="402" y="22"/>
                    <a:pt x="402" y="22"/>
                    <a:pt x="402" y="22"/>
                  </a:cubicBezTo>
                  <a:cubicBezTo>
                    <a:pt x="410" y="22"/>
                    <a:pt x="410" y="22"/>
                    <a:pt x="410" y="22"/>
                  </a:cubicBezTo>
                  <a:cubicBezTo>
                    <a:pt x="410" y="24"/>
                    <a:pt x="410" y="25"/>
                    <a:pt x="410" y="27"/>
                  </a:cubicBezTo>
                  <a:cubicBezTo>
                    <a:pt x="415" y="27"/>
                    <a:pt x="415" y="27"/>
                    <a:pt x="415" y="27"/>
                  </a:cubicBezTo>
                  <a:cubicBezTo>
                    <a:pt x="415" y="14"/>
                    <a:pt x="415" y="14"/>
                    <a:pt x="415" y="14"/>
                  </a:cubicBezTo>
                  <a:cubicBezTo>
                    <a:pt x="410" y="14"/>
                    <a:pt x="410" y="14"/>
                    <a:pt x="410" y="14"/>
                  </a:cubicBezTo>
                  <a:cubicBezTo>
                    <a:pt x="410" y="15"/>
                    <a:pt x="410" y="16"/>
                    <a:pt x="410" y="18"/>
                  </a:cubicBezTo>
                  <a:cubicBezTo>
                    <a:pt x="402" y="18"/>
                    <a:pt x="402" y="18"/>
                    <a:pt x="402" y="18"/>
                  </a:cubicBezTo>
                  <a:cubicBezTo>
                    <a:pt x="402" y="6"/>
                    <a:pt x="402" y="6"/>
                    <a:pt x="402" y="6"/>
                  </a:cubicBezTo>
                  <a:cubicBezTo>
                    <a:pt x="413" y="6"/>
                    <a:pt x="413" y="6"/>
                    <a:pt x="413" y="6"/>
                  </a:cubicBezTo>
                  <a:cubicBezTo>
                    <a:pt x="413" y="7"/>
                    <a:pt x="414" y="10"/>
                    <a:pt x="414" y="12"/>
                  </a:cubicBezTo>
                  <a:cubicBezTo>
                    <a:pt x="419" y="12"/>
                    <a:pt x="419" y="12"/>
                    <a:pt x="419" y="12"/>
                  </a:cubicBezTo>
                  <a:cubicBezTo>
                    <a:pt x="419" y="1"/>
                    <a:pt x="419" y="1"/>
                    <a:pt x="419" y="1"/>
                  </a:cubicBezTo>
                  <a:cubicBezTo>
                    <a:pt x="389" y="1"/>
                    <a:pt x="389" y="1"/>
                    <a:pt x="389" y="1"/>
                  </a:cubicBezTo>
                  <a:cubicBezTo>
                    <a:pt x="389" y="5"/>
                    <a:pt x="389" y="5"/>
                    <a:pt x="389" y="5"/>
                  </a:cubicBezTo>
                  <a:cubicBezTo>
                    <a:pt x="391" y="5"/>
                    <a:pt x="393" y="6"/>
                    <a:pt x="396" y="6"/>
                  </a:cubicBezTo>
                  <a:cubicBezTo>
                    <a:pt x="396" y="35"/>
                    <a:pt x="396" y="35"/>
                    <a:pt x="396" y="35"/>
                  </a:cubicBezTo>
                  <a:cubicBezTo>
                    <a:pt x="393" y="36"/>
                    <a:pt x="391" y="36"/>
                    <a:pt x="389" y="36"/>
                  </a:cubicBezTo>
                  <a:cubicBezTo>
                    <a:pt x="389" y="40"/>
                    <a:pt x="389" y="40"/>
                    <a:pt x="389" y="40"/>
                  </a:cubicBezTo>
                  <a:lnTo>
                    <a:pt x="419" y="40"/>
                  </a:lnTo>
                  <a:close/>
                  <a:moveTo>
                    <a:pt x="376" y="20"/>
                  </a:moveTo>
                  <a:cubicBezTo>
                    <a:pt x="376" y="30"/>
                    <a:pt x="369" y="35"/>
                    <a:pt x="360" y="35"/>
                  </a:cubicBezTo>
                  <a:cubicBezTo>
                    <a:pt x="359" y="35"/>
                    <a:pt x="356" y="35"/>
                    <a:pt x="355" y="35"/>
                  </a:cubicBezTo>
                  <a:cubicBezTo>
                    <a:pt x="355" y="6"/>
                    <a:pt x="355" y="6"/>
                    <a:pt x="355" y="6"/>
                  </a:cubicBezTo>
                  <a:cubicBezTo>
                    <a:pt x="357" y="6"/>
                    <a:pt x="359" y="6"/>
                    <a:pt x="361" y="6"/>
                  </a:cubicBezTo>
                  <a:cubicBezTo>
                    <a:pt x="371" y="6"/>
                    <a:pt x="376" y="11"/>
                    <a:pt x="376" y="20"/>
                  </a:cubicBezTo>
                  <a:moveTo>
                    <a:pt x="383" y="20"/>
                  </a:moveTo>
                  <a:cubicBezTo>
                    <a:pt x="383" y="6"/>
                    <a:pt x="375" y="1"/>
                    <a:pt x="362" y="1"/>
                  </a:cubicBezTo>
                  <a:cubicBezTo>
                    <a:pt x="357" y="1"/>
                    <a:pt x="352" y="1"/>
                    <a:pt x="348" y="1"/>
                  </a:cubicBezTo>
                  <a:cubicBezTo>
                    <a:pt x="342" y="1"/>
                    <a:pt x="342" y="1"/>
                    <a:pt x="342" y="1"/>
                  </a:cubicBezTo>
                  <a:cubicBezTo>
                    <a:pt x="342" y="5"/>
                    <a:pt x="342" y="5"/>
                    <a:pt x="342" y="5"/>
                  </a:cubicBezTo>
                  <a:cubicBezTo>
                    <a:pt x="344" y="5"/>
                    <a:pt x="346" y="6"/>
                    <a:pt x="348" y="6"/>
                  </a:cubicBezTo>
                  <a:cubicBezTo>
                    <a:pt x="348" y="35"/>
                    <a:pt x="348" y="35"/>
                    <a:pt x="348" y="35"/>
                  </a:cubicBezTo>
                  <a:cubicBezTo>
                    <a:pt x="346" y="36"/>
                    <a:pt x="344" y="36"/>
                    <a:pt x="342" y="36"/>
                  </a:cubicBezTo>
                  <a:cubicBezTo>
                    <a:pt x="342" y="40"/>
                    <a:pt x="342" y="40"/>
                    <a:pt x="342" y="40"/>
                  </a:cubicBezTo>
                  <a:cubicBezTo>
                    <a:pt x="348" y="40"/>
                    <a:pt x="348" y="40"/>
                    <a:pt x="348" y="40"/>
                  </a:cubicBezTo>
                  <a:cubicBezTo>
                    <a:pt x="352" y="40"/>
                    <a:pt x="355" y="41"/>
                    <a:pt x="360" y="41"/>
                  </a:cubicBezTo>
                  <a:cubicBezTo>
                    <a:pt x="373" y="41"/>
                    <a:pt x="383" y="34"/>
                    <a:pt x="383" y="20"/>
                  </a:cubicBezTo>
                  <a:moveTo>
                    <a:pt x="312" y="20"/>
                  </a:moveTo>
                  <a:cubicBezTo>
                    <a:pt x="312" y="30"/>
                    <a:pt x="306" y="35"/>
                    <a:pt x="297" y="35"/>
                  </a:cubicBezTo>
                  <a:cubicBezTo>
                    <a:pt x="295" y="35"/>
                    <a:pt x="293" y="35"/>
                    <a:pt x="291" y="35"/>
                  </a:cubicBezTo>
                  <a:cubicBezTo>
                    <a:pt x="291" y="6"/>
                    <a:pt x="291" y="6"/>
                    <a:pt x="291" y="6"/>
                  </a:cubicBezTo>
                  <a:cubicBezTo>
                    <a:pt x="293" y="6"/>
                    <a:pt x="295" y="6"/>
                    <a:pt x="297" y="6"/>
                  </a:cubicBezTo>
                  <a:cubicBezTo>
                    <a:pt x="307" y="6"/>
                    <a:pt x="312" y="11"/>
                    <a:pt x="312" y="20"/>
                  </a:cubicBezTo>
                  <a:moveTo>
                    <a:pt x="319" y="20"/>
                  </a:moveTo>
                  <a:cubicBezTo>
                    <a:pt x="319" y="6"/>
                    <a:pt x="311" y="1"/>
                    <a:pt x="298" y="1"/>
                  </a:cubicBezTo>
                  <a:cubicBezTo>
                    <a:pt x="294" y="1"/>
                    <a:pt x="288" y="1"/>
                    <a:pt x="285" y="1"/>
                  </a:cubicBezTo>
                  <a:cubicBezTo>
                    <a:pt x="278" y="1"/>
                    <a:pt x="278" y="1"/>
                    <a:pt x="278" y="1"/>
                  </a:cubicBezTo>
                  <a:cubicBezTo>
                    <a:pt x="278" y="5"/>
                    <a:pt x="278" y="5"/>
                    <a:pt x="278" y="5"/>
                  </a:cubicBezTo>
                  <a:cubicBezTo>
                    <a:pt x="280" y="5"/>
                    <a:pt x="282" y="6"/>
                    <a:pt x="285" y="6"/>
                  </a:cubicBezTo>
                  <a:cubicBezTo>
                    <a:pt x="285" y="35"/>
                    <a:pt x="285" y="35"/>
                    <a:pt x="285" y="35"/>
                  </a:cubicBezTo>
                  <a:cubicBezTo>
                    <a:pt x="282" y="36"/>
                    <a:pt x="280" y="36"/>
                    <a:pt x="278" y="36"/>
                  </a:cubicBezTo>
                  <a:cubicBezTo>
                    <a:pt x="278" y="40"/>
                    <a:pt x="278" y="40"/>
                    <a:pt x="278" y="40"/>
                  </a:cubicBezTo>
                  <a:cubicBezTo>
                    <a:pt x="285" y="40"/>
                    <a:pt x="285" y="40"/>
                    <a:pt x="285" y="40"/>
                  </a:cubicBezTo>
                  <a:cubicBezTo>
                    <a:pt x="288" y="40"/>
                    <a:pt x="291" y="41"/>
                    <a:pt x="296" y="41"/>
                  </a:cubicBezTo>
                  <a:cubicBezTo>
                    <a:pt x="309" y="41"/>
                    <a:pt x="319" y="34"/>
                    <a:pt x="319" y="20"/>
                  </a:cubicBezTo>
                  <a:moveTo>
                    <a:pt x="259" y="25"/>
                  </a:moveTo>
                  <a:cubicBezTo>
                    <a:pt x="245" y="25"/>
                    <a:pt x="245" y="25"/>
                    <a:pt x="245" y="25"/>
                  </a:cubicBezTo>
                  <a:cubicBezTo>
                    <a:pt x="250" y="13"/>
                    <a:pt x="250" y="13"/>
                    <a:pt x="250" y="13"/>
                  </a:cubicBezTo>
                  <a:cubicBezTo>
                    <a:pt x="251" y="11"/>
                    <a:pt x="251" y="9"/>
                    <a:pt x="252" y="7"/>
                  </a:cubicBezTo>
                  <a:cubicBezTo>
                    <a:pt x="252" y="7"/>
                    <a:pt x="252" y="7"/>
                    <a:pt x="252" y="7"/>
                  </a:cubicBezTo>
                  <a:cubicBezTo>
                    <a:pt x="253" y="9"/>
                    <a:pt x="253" y="11"/>
                    <a:pt x="254" y="13"/>
                  </a:cubicBezTo>
                  <a:lnTo>
                    <a:pt x="259" y="25"/>
                  </a:lnTo>
                  <a:close/>
                  <a:moveTo>
                    <a:pt x="275" y="40"/>
                  </a:moveTo>
                  <a:cubicBezTo>
                    <a:pt x="275" y="36"/>
                    <a:pt x="275" y="36"/>
                    <a:pt x="275" y="36"/>
                  </a:cubicBezTo>
                  <a:cubicBezTo>
                    <a:pt x="273" y="36"/>
                    <a:pt x="271" y="36"/>
                    <a:pt x="270" y="36"/>
                  </a:cubicBezTo>
                  <a:cubicBezTo>
                    <a:pt x="257" y="1"/>
                    <a:pt x="257" y="1"/>
                    <a:pt x="257" y="1"/>
                  </a:cubicBezTo>
                  <a:cubicBezTo>
                    <a:pt x="248" y="1"/>
                    <a:pt x="248" y="1"/>
                    <a:pt x="248" y="1"/>
                  </a:cubicBezTo>
                  <a:cubicBezTo>
                    <a:pt x="234" y="36"/>
                    <a:pt x="234" y="36"/>
                    <a:pt x="234" y="36"/>
                  </a:cubicBezTo>
                  <a:cubicBezTo>
                    <a:pt x="233" y="36"/>
                    <a:pt x="231" y="36"/>
                    <a:pt x="230" y="36"/>
                  </a:cubicBezTo>
                  <a:cubicBezTo>
                    <a:pt x="230" y="40"/>
                    <a:pt x="230" y="40"/>
                    <a:pt x="230" y="40"/>
                  </a:cubicBezTo>
                  <a:cubicBezTo>
                    <a:pt x="247" y="40"/>
                    <a:pt x="247" y="40"/>
                    <a:pt x="247" y="40"/>
                  </a:cubicBezTo>
                  <a:cubicBezTo>
                    <a:pt x="247" y="36"/>
                    <a:pt x="247" y="36"/>
                    <a:pt x="247" y="36"/>
                  </a:cubicBezTo>
                  <a:cubicBezTo>
                    <a:pt x="246" y="36"/>
                    <a:pt x="243" y="36"/>
                    <a:pt x="241" y="36"/>
                  </a:cubicBezTo>
                  <a:cubicBezTo>
                    <a:pt x="243" y="30"/>
                    <a:pt x="243" y="30"/>
                    <a:pt x="243" y="30"/>
                  </a:cubicBezTo>
                  <a:cubicBezTo>
                    <a:pt x="261" y="30"/>
                    <a:pt x="261" y="30"/>
                    <a:pt x="261" y="30"/>
                  </a:cubicBezTo>
                  <a:cubicBezTo>
                    <a:pt x="262" y="36"/>
                    <a:pt x="262" y="36"/>
                    <a:pt x="262" y="36"/>
                  </a:cubicBezTo>
                  <a:cubicBezTo>
                    <a:pt x="261" y="36"/>
                    <a:pt x="258" y="36"/>
                    <a:pt x="257" y="36"/>
                  </a:cubicBezTo>
                  <a:cubicBezTo>
                    <a:pt x="257" y="40"/>
                    <a:pt x="257" y="40"/>
                    <a:pt x="257" y="40"/>
                  </a:cubicBezTo>
                  <a:lnTo>
                    <a:pt x="275" y="40"/>
                  </a:lnTo>
                  <a:close/>
                  <a:moveTo>
                    <a:pt x="231" y="14"/>
                  </a:moveTo>
                  <a:cubicBezTo>
                    <a:pt x="231" y="1"/>
                    <a:pt x="231" y="1"/>
                    <a:pt x="231" y="1"/>
                  </a:cubicBezTo>
                  <a:cubicBezTo>
                    <a:pt x="195" y="1"/>
                    <a:pt x="195" y="1"/>
                    <a:pt x="195" y="1"/>
                  </a:cubicBezTo>
                  <a:cubicBezTo>
                    <a:pt x="195" y="14"/>
                    <a:pt x="195" y="14"/>
                    <a:pt x="195" y="14"/>
                  </a:cubicBezTo>
                  <a:cubicBezTo>
                    <a:pt x="199" y="14"/>
                    <a:pt x="199" y="14"/>
                    <a:pt x="199" y="14"/>
                  </a:cubicBezTo>
                  <a:cubicBezTo>
                    <a:pt x="200" y="11"/>
                    <a:pt x="200" y="8"/>
                    <a:pt x="200" y="6"/>
                  </a:cubicBezTo>
                  <a:cubicBezTo>
                    <a:pt x="209" y="6"/>
                    <a:pt x="209" y="6"/>
                    <a:pt x="209" y="6"/>
                  </a:cubicBezTo>
                  <a:cubicBezTo>
                    <a:pt x="209" y="35"/>
                    <a:pt x="209" y="35"/>
                    <a:pt x="209" y="35"/>
                  </a:cubicBezTo>
                  <a:cubicBezTo>
                    <a:pt x="207" y="36"/>
                    <a:pt x="205" y="36"/>
                    <a:pt x="203" y="36"/>
                  </a:cubicBezTo>
                  <a:cubicBezTo>
                    <a:pt x="203" y="40"/>
                    <a:pt x="203" y="40"/>
                    <a:pt x="203" y="40"/>
                  </a:cubicBezTo>
                  <a:cubicBezTo>
                    <a:pt x="223" y="40"/>
                    <a:pt x="223" y="40"/>
                    <a:pt x="223" y="40"/>
                  </a:cubicBezTo>
                  <a:cubicBezTo>
                    <a:pt x="223" y="36"/>
                    <a:pt x="223" y="36"/>
                    <a:pt x="223" y="36"/>
                  </a:cubicBezTo>
                  <a:cubicBezTo>
                    <a:pt x="221" y="36"/>
                    <a:pt x="218" y="36"/>
                    <a:pt x="216" y="35"/>
                  </a:cubicBezTo>
                  <a:cubicBezTo>
                    <a:pt x="216" y="6"/>
                    <a:pt x="216" y="6"/>
                    <a:pt x="216" y="6"/>
                  </a:cubicBezTo>
                  <a:cubicBezTo>
                    <a:pt x="225" y="6"/>
                    <a:pt x="225" y="6"/>
                    <a:pt x="225" y="6"/>
                  </a:cubicBezTo>
                  <a:cubicBezTo>
                    <a:pt x="225" y="8"/>
                    <a:pt x="226" y="11"/>
                    <a:pt x="226" y="14"/>
                  </a:cubicBezTo>
                  <a:lnTo>
                    <a:pt x="231" y="14"/>
                  </a:lnTo>
                  <a:close/>
                  <a:moveTo>
                    <a:pt x="194" y="40"/>
                  </a:moveTo>
                  <a:cubicBezTo>
                    <a:pt x="194" y="28"/>
                    <a:pt x="194" y="28"/>
                    <a:pt x="194" y="28"/>
                  </a:cubicBezTo>
                  <a:cubicBezTo>
                    <a:pt x="189" y="28"/>
                    <a:pt x="189" y="28"/>
                    <a:pt x="189" y="28"/>
                  </a:cubicBezTo>
                  <a:cubicBezTo>
                    <a:pt x="189" y="30"/>
                    <a:pt x="189" y="33"/>
                    <a:pt x="188" y="35"/>
                  </a:cubicBezTo>
                  <a:cubicBezTo>
                    <a:pt x="178" y="35"/>
                    <a:pt x="178" y="35"/>
                    <a:pt x="178" y="35"/>
                  </a:cubicBezTo>
                  <a:cubicBezTo>
                    <a:pt x="178" y="6"/>
                    <a:pt x="178" y="6"/>
                    <a:pt x="178" y="6"/>
                  </a:cubicBezTo>
                  <a:cubicBezTo>
                    <a:pt x="180" y="6"/>
                    <a:pt x="182" y="5"/>
                    <a:pt x="184" y="5"/>
                  </a:cubicBezTo>
                  <a:cubicBezTo>
                    <a:pt x="184" y="1"/>
                    <a:pt x="184" y="1"/>
                    <a:pt x="184" y="1"/>
                  </a:cubicBezTo>
                  <a:cubicBezTo>
                    <a:pt x="164" y="1"/>
                    <a:pt x="164" y="1"/>
                    <a:pt x="164" y="1"/>
                  </a:cubicBezTo>
                  <a:cubicBezTo>
                    <a:pt x="164" y="5"/>
                    <a:pt x="164" y="5"/>
                    <a:pt x="164" y="5"/>
                  </a:cubicBezTo>
                  <a:cubicBezTo>
                    <a:pt x="166" y="5"/>
                    <a:pt x="169" y="6"/>
                    <a:pt x="171" y="6"/>
                  </a:cubicBezTo>
                  <a:cubicBezTo>
                    <a:pt x="171" y="35"/>
                    <a:pt x="171" y="35"/>
                    <a:pt x="171" y="35"/>
                  </a:cubicBezTo>
                  <a:cubicBezTo>
                    <a:pt x="169" y="36"/>
                    <a:pt x="166" y="36"/>
                    <a:pt x="164" y="36"/>
                  </a:cubicBezTo>
                  <a:cubicBezTo>
                    <a:pt x="164" y="40"/>
                    <a:pt x="164" y="40"/>
                    <a:pt x="164" y="40"/>
                  </a:cubicBezTo>
                  <a:lnTo>
                    <a:pt x="194" y="40"/>
                  </a:lnTo>
                  <a:close/>
                  <a:moveTo>
                    <a:pt x="158" y="5"/>
                  </a:moveTo>
                  <a:cubicBezTo>
                    <a:pt x="158" y="1"/>
                    <a:pt x="158" y="1"/>
                    <a:pt x="158" y="1"/>
                  </a:cubicBezTo>
                  <a:cubicBezTo>
                    <a:pt x="140" y="1"/>
                    <a:pt x="140" y="1"/>
                    <a:pt x="140" y="1"/>
                  </a:cubicBezTo>
                  <a:cubicBezTo>
                    <a:pt x="140" y="5"/>
                    <a:pt x="140" y="5"/>
                    <a:pt x="140" y="5"/>
                  </a:cubicBezTo>
                  <a:cubicBezTo>
                    <a:pt x="142" y="5"/>
                    <a:pt x="144" y="6"/>
                    <a:pt x="146" y="6"/>
                  </a:cubicBezTo>
                  <a:cubicBezTo>
                    <a:pt x="146" y="25"/>
                    <a:pt x="146" y="25"/>
                    <a:pt x="146" y="25"/>
                  </a:cubicBezTo>
                  <a:cubicBezTo>
                    <a:pt x="146" y="31"/>
                    <a:pt x="143" y="35"/>
                    <a:pt x="136" y="35"/>
                  </a:cubicBezTo>
                  <a:cubicBezTo>
                    <a:pt x="129" y="35"/>
                    <a:pt x="126" y="32"/>
                    <a:pt x="126" y="25"/>
                  </a:cubicBezTo>
                  <a:cubicBezTo>
                    <a:pt x="126" y="6"/>
                    <a:pt x="126" y="6"/>
                    <a:pt x="126" y="6"/>
                  </a:cubicBezTo>
                  <a:cubicBezTo>
                    <a:pt x="128" y="6"/>
                    <a:pt x="130" y="5"/>
                    <a:pt x="132" y="5"/>
                  </a:cubicBezTo>
                  <a:cubicBezTo>
                    <a:pt x="132" y="1"/>
                    <a:pt x="132" y="1"/>
                    <a:pt x="132" y="1"/>
                  </a:cubicBezTo>
                  <a:cubicBezTo>
                    <a:pt x="113" y="1"/>
                    <a:pt x="113" y="1"/>
                    <a:pt x="113" y="1"/>
                  </a:cubicBezTo>
                  <a:cubicBezTo>
                    <a:pt x="113" y="5"/>
                    <a:pt x="113" y="5"/>
                    <a:pt x="113" y="5"/>
                  </a:cubicBezTo>
                  <a:cubicBezTo>
                    <a:pt x="115" y="5"/>
                    <a:pt x="117" y="6"/>
                    <a:pt x="119" y="6"/>
                  </a:cubicBezTo>
                  <a:cubicBezTo>
                    <a:pt x="119" y="27"/>
                    <a:pt x="119" y="27"/>
                    <a:pt x="119" y="27"/>
                  </a:cubicBezTo>
                  <a:cubicBezTo>
                    <a:pt x="119" y="36"/>
                    <a:pt x="125" y="41"/>
                    <a:pt x="135" y="41"/>
                  </a:cubicBezTo>
                  <a:cubicBezTo>
                    <a:pt x="148" y="41"/>
                    <a:pt x="153" y="34"/>
                    <a:pt x="153" y="25"/>
                  </a:cubicBezTo>
                  <a:cubicBezTo>
                    <a:pt x="153" y="6"/>
                    <a:pt x="153" y="6"/>
                    <a:pt x="153" y="6"/>
                  </a:cubicBezTo>
                  <a:cubicBezTo>
                    <a:pt x="155" y="6"/>
                    <a:pt x="157" y="5"/>
                    <a:pt x="158" y="5"/>
                  </a:cubicBezTo>
                  <a:moveTo>
                    <a:pt x="107" y="39"/>
                  </a:moveTo>
                  <a:cubicBezTo>
                    <a:pt x="107" y="32"/>
                    <a:pt x="107" y="32"/>
                    <a:pt x="107" y="32"/>
                  </a:cubicBezTo>
                  <a:cubicBezTo>
                    <a:pt x="104" y="34"/>
                    <a:pt x="101" y="35"/>
                    <a:pt x="97" y="35"/>
                  </a:cubicBezTo>
                  <a:cubicBezTo>
                    <a:pt x="88" y="35"/>
                    <a:pt x="84" y="30"/>
                    <a:pt x="84" y="21"/>
                  </a:cubicBezTo>
                  <a:cubicBezTo>
                    <a:pt x="84" y="13"/>
                    <a:pt x="88" y="6"/>
                    <a:pt x="96" y="6"/>
                  </a:cubicBezTo>
                  <a:cubicBezTo>
                    <a:pt x="98" y="6"/>
                    <a:pt x="99" y="7"/>
                    <a:pt x="101" y="7"/>
                  </a:cubicBezTo>
                  <a:cubicBezTo>
                    <a:pt x="101" y="9"/>
                    <a:pt x="102" y="11"/>
                    <a:pt x="102" y="13"/>
                  </a:cubicBezTo>
                  <a:cubicBezTo>
                    <a:pt x="107" y="13"/>
                    <a:pt x="107" y="13"/>
                    <a:pt x="107" y="13"/>
                  </a:cubicBezTo>
                  <a:cubicBezTo>
                    <a:pt x="107" y="2"/>
                    <a:pt x="107" y="2"/>
                    <a:pt x="107" y="2"/>
                  </a:cubicBezTo>
                  <a:cubicBezTo>
                    <a:pt x="104" y="1"/>
                    <a:pt x="100" y="0"/>
                    <a:pt x="97" y="0"/>
                  </a:cubicBezTo>
                  <a:cubicBezTo>
                    <a:pt x="83" y="0"/>
                    <a:pt x="76" y="10"/>
                    <a:pt x="76" y="21"/>
                  </a:cubicBezTo>
                  <a:cubicBezTo>
                    <a:pt x="76" y="33"/>
                    <a:pt x="83" y="41"/>
                    <a:pt x="96" y="41"/>
                  </a:cubicBezTo>
                  <a:cubicBezTo>
                    <a:pt x="100" y="41"/>
                    <a:pt x="104" y="40"/>
                    <a:pt x="107" y="39"/>
                  </a:cubicBezTo>
                  <a:moveTo>
                    <a:pt x="58" y="25"/>
                  </a:moveTo>
                  <a:cubicBezTo>
                    <a:pt x="45" y="25"/>
                    <a:pt x="45" y="25"/>
                    <a:pt x="45" y="25"/>
                  </a:cubicBezTo>
                  <a:cubicBezTo>
                    <a:pt x="49" y="13"/>
                    <a:pt x="49" y="13"/>
                    <a:pt x="49" y="13"/>
                  </a:cubicBezTo>
                  <a:cubicBezTo>
                    <a:pt x="50" y="11"/>
                    <a:pt x="51" y="9"/>
                    <a:pt x="51" y="7"/>
                  </a:cubicBezTo>
                  <a:cubicBezTo>
                    <a:pt x="52" y="7"/>
                    <a:pt x="52" y="7"/>
                    <a:pt x="52" y="7"/>
                  </a:cubicBezTo>
                  <a:cubicBezTo>
                    <a:pt x="52" y="9"/>
                    <a:pt x="53" y="11"/>
                    <a:pt x="54" y="13"/>
                  </a:cubicBezTo>
                  <a:lnTo>
                    <a:pt x="58" y="25"/>
                  </a:lnTo>
                  <a:close/>
                  <a:moveTo>
                    <a:pt x="74" y="40"/>
                  </a:moveTo>
                  <a:cubicBezTo>
                    <a:pt x="74" y="36"/>
                    <a:pt x="74" y="36"/>
                    <a:pt x="74" y="36"/>
                  </a:cubicBezTo>
                  <a:cubicBezTo>
                    <a:pt x="73" y="36"/>
                    <a:pt x="71" y="36"/>
                    <a:pt x="69" y="36"/>
                  </a:cubicBezTo>
                  <a:cubicBezTo>
                    <a:pt x="56" y="1"/>
                    <a:pt x="56" y="1"/>
                    <a:pt x="56" y="1"/>
                  </a:cubicBezTo>
                  <a:cubicBezTo>
                    <a:pt x="47" y="1"/>
                    <a:pt x="47" y="1"/>
                    <a:pt x="47" y="1"/>
                  </a:cubicBezTo>
                  <a:cubicBezTo>
                    <a:pt x="34" y="36"/>
                    <a:pt x="34" y="36"/>
                    <a:pt x="34" y="36"/>
                  </a:cubicBezTo>
                  <a:cubicBezTo>
                    <a:pt x="33" y="36"/>
                    <a:pt x="31" y="36"/>
                    <a:pt x="29" y="36"/>
                  </a:cubicBezTo>
                  <a:cubicBezTo>
                    <a:pt x="29" y="40"/>
                    <a:pt x="29" y="40"/>
                    <a:pt x="29" y="40"/>
                  </a:cubicBezTo>
                  <a:cubicBezTo>
                    <a:pt x="47" y="40"/>
                    <a:pt x="47" y="40"/>
                    <a:pt x="47" y="40"/>
                  </a:cubicBezTo>
                  <a:cubicBezTo>
                    <a:pt x="47" y="36"/>
                    <a:pt x="47" y="36"/>
                    <a:pt x="47" y="36"/>
                  </a:cubicBezTo>
                  <a:cubicBezTo>
                    <a:pt x="45" y="36"/>
                    <a:pt x="43" y="36"/>
                    <a:pt x="41" y="36"/>
                  </a:cubicBezTo>
                  <a:cubicBezTo>
                    <a:pt x="43" y="30"/>
                    <a:pt x="43" y="30"/>
                    <a:pt x="43" y="30"/>
                  </a:cubicBezTo>
                  <a:cubicBezTo>
                    <a:pt x="60" y="30"/>
                    <a:pt x="60" y="30"/>
                    <a:pt x="60" y="30"/>
                  </a:cubicBezTo>
                  <a:cubicBezTo>
                    <a:pt x="62" y="36"/>
                    <a:pt x="62" y="36"/>
                    <a:pt x="62" y="36"/>
                  </a:cubicBezTo>
                  <a:cubicBezTo>
                    <a:pt x="60" y="36"/>
                    <a:pt x="58" y="36"/>
                    <a:pt x="56" y="36"/>
                  </a:cubicBezTo>
                  <a:cubicBezTo>
                    <a:pt x="56" y="40"/>
                    <a:pt x="56" y="40"/>
                    <a:pt x="56" y="40"/>
                  </a:cubicBezTo>
                  <a:lnTo>
                    <a:pt x="74" y="40"/>
                  </a:lnTo>
                  <a:close/>
                  <a:moveTo>
                    <a:pt x="30" y="12"/>
                  </a:moveTo>
                  <a:cubicBezTo>
                    <a:pt x="30" y="1"/>
                    <a:pt x="30" y="1"/>
                    <a:pt x="30" y="1"/>
                  </a:cubicBezTo>
                  <a:cubicBezTo>
                    <a:pt x="0" y="1"/>
                    <a:pt x="0" y="1"/>
                    <a:pt x="0" y="1"/>
                  </a:cubicBezTo>
                  <a:cubicBezTo>
                    <a:pt x="0" y="5"/>
                    <a:pt x="0" y="5"/>
                    <a:pt x="0" y="5"/>
                  </a:cubicBezTo>
                  <a:cubicBezTo>
                    <a:pt x="2" y="5"/>
                    <a:pt x="4" y="6"/>
                    <a:pt x="7" y="6"/>
                  </a:cubicBezTo>
                  <a:cubicBezTo>
                    <a:pt x="7" y="35"/>
                    <a:pt x="7" y="35"/>
                    <a:pt x="7" y="35"/>
                  </a:cubicBezTo>
                  <a:cubicBezTo>
                    <a:pt x="4" y="36"/>
                    <a:pt x="2" y="36"/>
                    <a:pt x="0" y="36"/>
                  </a:cubicBezTo>
                  <a:cubicBezTo>
                    <a:pt x="0" y="40"/>
                    <a:pt x="0" y="40"/>
                    <a:pt x="0" y="40"/>
                  </a:cubicBezTo>
                  <a:cubicBezTo>
                    <a:pt x="20" y="40"/>
                    <a:pt x="20" y="40"/>
                    <a:pt x="20" y="40"/>
                  </a:cubicBezTo>
                  <a:cubicBezTo>
                    <a:pt x="20" y="36"/>
                    <a:pt x="20" y="36"/>
                    <a:pt x="20" y="36"/>
                  </a:cubicBezTo>
                  <a:cubicBezTo>
                    <a:pt x="18" y="36"/>
                    <a:pt x="16" y="36"/>
                    <a:pt x="13" y="35"/>
                  </a:cubicBezTo>
                  <a:cubicBezTo>
                    <a:pt x="13" y="23"/>
                    <a:pt x="13" y="23"/>
                    <a:pt x="13" y="23"/>
                  </a:cubicBezTo>
                  <a:cubicBezTo>
                    <a:pt x="21" y="23"/>
                    <a:pt x="21" y="23"/>
                    <a:pt x="21" y="23"/>
                  </a:cubicBezTo>
                  <a:cubicBezTo>
                    <a:pt x="21" y="24"/>
                    <a:pt x="21" y="26"/>
                    <a:pt x="22" y="27"/>
                  </a:cubicBezTo>
                  <a:cubicBezTo>
                    <a:pt x="26" y="27"/>
                    <a:pt x="26" y="27"/>
                    <a:pt x="26" y="27"/>
                  </a:cubicBezTo>
                  <a:cubicBezTo>
                    <a:pt x="26" y="14"/>
                    <a:pt x="26" y="14"/>
                    <a:pt x="26" y="14"/>
                  </a:cubicBezTo>
                  <a:cubicBezTo>
                    <a:pt x="22" y="14"/>
                    <a:pt x="22" y="14"/>
                    <a:pt x="22" y="14"/>
                  </a:cubicBezTo>
                  <a:cubicBezTo>
                    <a:pt x="21" y="15"/>
                    <a:pt x="21" y="17"/>
                    <a:pt x="21" y="18"/>
                  </a:cubicBezTo>
                  <a:cubicBezTo>
                    <a:pt x="13" y="18"/>
                    <a:pt x="13" y="18"/>
                    <a:pt x="13" y="18"/>
                  </a:cubicBezTo>
                  <a:cubicBezTo>
                    <a:pt x="13" y="6"/>
                    <a:pt x="13" y="6"/>
                    <a:pt x="13" y="6"/>
                  </a:cubicBezTo>
                  <a:cubicBezTo>
                    <a:pt x="24" y="6"/>
                    <a:pt x="24" y="6"/>
                    <a:pt x="24" y="6"/>
                  </a:cubicBezTo>
                  <a:cubicBezTo>
                    <a:pt x="24" y="7"/>
                    <a:pt x="24" y="10"/>
                    <a:pt x="25" y="12"/>
                  </a:cubicBezTo>
                  <a:lnTo>
                    <a:pt x="30"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grpSp>
      <p:sp>
        <p:nvSpPr>
          <p:cNvPr id="237" name="Marcador de texto 2">
            <a:extLst>
              <a:ext uri="{FF2B5EF4-FFF2-40B4-BE49-F238E27FC236}">
                <a16:creationId xmlns:a16="http://schemas.microsoft.com/office/drawing/2014/main" id="{21BE496C-4F43-4096-928E-E8CDD9187890}"/>
              </a:ext>
            </a:extLst>
          </p:cNvPr>
          <p:cNvSpPr>
            <a:spLocks noGrp="1"/>
          </p:cNvSpPr>
          <p:nvPr>
            <p:ph type="body" sz="quarter" idx="25" hasCustomPrompt="1"/>
          </p:nvPr>
        </p:nvSpPr>
        <p:spPr>
          <a:xfrm>
            <a:off x="1474380" y="444007"/>
            <a:ext cx="625883" cy="391824"/>
          </a:xfrm>
          <a:prstGeom prst="rect">
            <a:avLst/>
          </a:prstGeom>
        </p:spPr>
        <p:txBody>
          <a:bodyPr lIns="0" tIns="72000" rIns="0" bIns="72000" anchor="ctr"/>
          <a:lstStyle>
            <a:lvl1pPr marL="0" indent="0" algn="r">
              <a:lnSpc>
                <a:spcPct val="100000"/>
              </a:lnSpc>
              <a:buClr>
                <a:schemeClr val="accent2"/>
              </a:buClr>
              <a:buSzPct val="100000"/>
              <a:buFont typeface="Segoe UI Light" panose="020B0502040204020203" pitchFamily="34" charset="0"/>
              <a:buNone/>
              <a:defRPr sz="2400" b="0" u="none" strike="noStrike" spc="300" baseline="0">
                <a:solidFill>
                  <a:schemeClr val="tx1"/>
                </a:solidFill>
                <a:uFill>
                  <a:solidFill>
                    <a:schemeClr val="accent2"/>
                  </a:solidFill>
                </a:uFill>
                <a:latin typeface="+mj-lt"/>
                <a:cs typeface="Segoe UI" panose="020B0502040204020203" pitchFamily="34" charset="0"/>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01</a:t>
            </a:r>
            <a:endParaRPr lang="es-CL" dirty="0"/>
          </a:p>
        </p:txBody>
      </p:sp>
      <p:sp>
        <p:nvSpPr>
          <p:cNvPr id="238" name="Marcador de texto 2">
            <a:extLst>
              <a:ext uri="{FF2B5EF4-FFF2-40B4-BE49-F238E27FC236}">
                <a16:creationId xmlns:a16="http://schemas.microsoft.com/office/drawing/2014/main" id="{C79176AD-7FA4-4120-8DD0-02DE74F108A8}"/>
              </a:ext>
            </a:extLst>
          </p:cNvPr>
          <p:cNvSpPr>
            <a:spLocks noGrp="1"/>
          </p:cNvSpPr>
          <p:nvPr>
            <p:ph type="body" sz="quarter" idx="18" hasCustomPrompt="1"/>
          </p:nvPr>
        </p:nvSpPr>
        <p:spPr>
          <a:xfrm>
            <a:off x="2106504" y="444789"/>
            <a:ext cx="3316424" cy="391824"/>
          </a:xfrm>
          <a:prstGeom prst="rect">
            <a:avLst/>
          </a:prstGeom>
        </p:spPr>
        <p:txBody>
          <a:bodyPr lIns="72000" tIns="720000" rIns="0" bIns="720000" anchor="ctr"/>
          <a:lstStyle>
            <a:lvl1pPr marL="0" indent="0">
              <a:lnSpc>
                <a:spcPct val="100000"/>
              </a:lnSpc>
              <a:buNone/>
              <a:defRPr sz="2000" b="1" u="none" strike="noStrike" spc="300" baseline="0">
                <a:solidFill>
                  <a:schemeClr val="tx1"/>
                </a:solidFill>
                <a:uFill>
                  <a:solidFill>
                    <a:schemeClr val="accent2"/>
                  </a:solidFill>
                </a:u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s-ES" dirty="0"/>
              <a:t>TÍTULO O TEMA</a:t>
            </a:r>
            <a:endParaRPr lang="es-CL" dirty="0"/>
          </a:p>
        </p:txBody>
      </p:sp>
      <p:cxnSp>
        <p:nvCxnSpPr>
          <p:cNvPr id="239" name="Conector recto 238">
            <a:extLst>
              <a:ext uri="{FF2B5EF4-FFF2-40B4-BE49-F238E27FC236}">
                <a16:creationId xmlns:a16="http://schemas.microsoft.com/office/drawing/2014/main" id="{46BC1EEA-3F48-4B6D-8536-419FA2AF2613}"/>
              </a:ext>
            </a:extLst>
          </p:cNvPr>
          <p:cNvCxnSpPr/>
          <p:nvPr userDrawn="1"/>
        </p:nvCxnSpPr>
        <p:spPr>
          <a:xfrm>
            <a:off x="2100263" y="441325"/>
            <a:ext cx="0" cy="395288"/>
          </a:xfrm>
          <a:prstGeom prst="line">
            <a:avLst/>
          </a:prstGeom>
          <a:ln w="12700" cap="rnd">
            <a:solidFill>
              <a:schemeClr val="bg2"/>
            </a:solidFill>
            <a:prstDash val="sysDot"/>
            <a:round/>
          </a:ln>
        </p:spPr>
        <p:style>
          <a:lnRef idx="1">
            <a:schemeClr val="accent1"/>
          </a:lnRef>
          <a:fillRef idx="0">
            <a:schemeClr val="accent1"/>
          </a:fillRef>
          <a:effectRef idx="0">
            <a:schemeClr val="accent1"/>
          </a:effectRef>
          <a:fontRef idx="minor">
            <a:schemeClr val="tx1"/>
          </a:fontRef>
        </p:style>
      </p:cxnSp>
      <p:grpSp>
        <p:nvGrpSpPr>
          <p:cNvPr id="76" name="Grupo 75">
            <a:extLst>
              <a:ext uri="{FF2B5EF4-FFF2-40B4-BE49-F238E27FC236}">
                <a16:creationId xmlns:a16="http://schemas.microsoft.com/office/drawing/2014/main" id="{EDB83E67-36B2-4AFA-8C61-7B5F32F98219}"/>
              </a:ext>
            </a:extLst>
          </p:cNvPr>
          <p:cNvGrpSpPr/>
          <p:nvPr userDrawn="1"/>
        </p:nvGrpSpPr>
        <p:grpSpPr>
          <a:xfrm>
            <a:off x="260637" y="160236"/>
            <a:ext cx="1086071" cy="910924"/>
            <a:chOff x="137601" y="239283"/>
            <a:chExt cx="897579" cy="752830"/>
          </a:xfrm>
          <a:solidFill>
            <a:schemeClr val="bg2"/>
          </a:solidFill>
        </p:grpSpPr>
        <p:sp>
          <p:nvSpPr>
            <p:cNvPr id="77" name="Freeform 109">
              <a:extLst>
                <a:ext uri="{FF2B5EF4-FFF2-40B4-BE49-F238E27FC236}">
                  <a16:creationId xmlns:a16="http://schemas.microsoft.com/office/drawing/2014/main" id="{36273DA4-24E7-471C-B3E7-16892C963D1E}"/>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78" name="Freeform 110">
              <a:extLst>
                <a:ext uri="{FF2B5EF4-FFF2-40B4-BE49-F238E27FC236}">
                  <a16:creationId xmlns:a16="http://schemas.microsoft.com/office/drawing/2014/main" id="{B61EC73E-7BDB-4B01-A905-1A3BC21DC0A3}"/>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grpSp>
          <p:nvGrpSpPr>
            <p:cNvPr id="79" name="Grupo 78">
              <a:extLst>
                <a:ext uri="{FF2B5EF4-FFF2-40B4-BE49-F238E27FC236}">
                  <a16:creationId xmlns:a16="http://schemas.microsoft.com/office/drawing/2014/main" id="{971FCDB0-63FB-4376-9C02-43FC4E2AFD19}"/>
                </a:ext>
              </a:extLst>
            </p:cNvPr>
            <p:cNvGrpSpPr/>
            <p:nvPr userDrawn="1"/>
          </p:nvGrpSpPr>
          <p:grpSpPr>
            <a:xfrm>
              <a:off x="137601" y="474669"/>
              <a:ext cx="897579" cy="326700"/>
              <a:chOff x="137601" y="474669"/>
              <a:chExt cx="897579" cy="326700"/>
            </a:xfrm>
            <a:grpFill/>
          </p:grpSpPr>
          <p:sp>
            <p:nvSpPr>
              <p:cNvPr id="90" name="Freeform 111">
                <a:extLst>
                  <a:ext uri="{FF2B5EF4-FFF2-40B4-BE49-F238E27FC236}">
                    <a16:creationId xmlns:a16="http://schemas.microsoft.com/office/drawing/2014/main" id="{6CE243B5-BAC3-46A5-8B00-CB0212DC8C83}"/>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91" name="Freeform 112">
                <a:extLst>
                  <a:ext uri="{FF2B5EF4-FFF2-40B4-BE49-F238E27FC236}">
                    <a16:creationId xmlns:a16="http://schemas.microsoft.com/office/drawing/2014/main" id="{F7443ACA-3E9B-4332-A90E-82571E509BE1}"/>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92" name="Freeform 113">
                <a:extLst>
                  <a:ext uri="{FF2B5EF4-FFF2-40B4-BE49-F238E27FC236}">
                    <a16:creationId xmlns:a16="http://schemas.microsoft.com/office/drawing/2014/main" id="{8E77EABA-3E88-484C-BAEF-547A3077DB8D}"/>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93" name="Freeform 114">
                <a:extLst>
                  <a:ext uri="{FF2B5EF4-FFF2-40B4-BE49-F238E27FC236}">
                    <a16:creationId xmlns:a16="http://schemas.microsoft.com/office/drawing/2014/main" id="{DE0CFBC0-6492-42D3-A579-4E9988CFF48E}"/>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94" name="Freeform 115">
                <a:extLst>
                  <a:ext uri="{FF2B5EF4-FFF2-40B4-BE49-F238E27FC236}">
                    <a16:creationId xmlns:a16="http://schemas.microsoft.com/office/drawing/2014/main" id="{97EA83FE-0F8A-45CF-A322-07FF404AB1AA}"/>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95" name="Freeform 116">
                <a:extLst>
                  <a:ext uri="{FF2B5EF4-FFF2-40B4-BE49-F238E27FC236}">
                    <a16:creationId xmlns:a16="http://schemas.microsoft.com/office/drawing/2014/main" id="{BD5E5651-1979-451C-9989-894AAF921FD7}"/>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96" name="Freeform 117">
                <a:extLst>
                  <a:ext uri="{FF2B5EF4-FFF2-40B4-BE49-F238E27FC236}">
                    <a16:creationId xmlns:a16="http://schemas.microsoft.com/office/drawing/2014/main" id="{2F8C2839-A47B-4230-B04F-12A1A45E8437}"/>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97" name="Freeform 118">
                <a:extLst>
                  <a:ext uri="{FF2B5EF4-FFF2-40B4-BE49-F238E27FC236}">
                    <a16:creationId xmlns:a16="http://schemas.microsoft.com/office/drawing/2014/main" id="{ECDD3A83-1AF6-4236-AC70-616E220239F7}"/>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98" name="Freeform 119">
                <a:extLst>
                  <a:ext uri="{FF2B5EF4-FFF2-40B4-BE49-F238E27FC236}">
                    <a16:creationId xmlns:a16="http://schemas.microsoft.com/office/drawing/2014/main" id="{0C81A9BD-AD14-42E7-B09D-A5AA9ACC3D16}"/>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99" name="Freeform 120">
                <a:extLst>
                  <a:ext uri="{FF2B5EF4-FFF2-40B4-BE49-F238E27FC236}">
                    <a16:creationId xmlns:a16="http://schemas.microsoft.com/office/drawing/2014/main" id="{EC13213A-83E6-49AD-A2B5-FC92172C2E4F}"/>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00" name="Freeform 121">
                <a:extLst>
                  <a:ext uri="{FF2B5EF4-FFF2-40B4-BE49-F238E27FC236}">
                    <a16:creationId xmlns:a16="http://schemas.microsoft.com/office/drawing/2014/main" id="{E0E2F0D0-537C-4002-B9EA-E3B13C40DD26}"/>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01" name="Freeform 122">
                <a:extLst>
                  <a:ext uri="{FF2B5EF4-FFF2-40B4-BE49-F238E27FC236}">
                    <a16:creationId xmlns:a16="http://schemas.microsoft.com/office/drawing/2014/main" id="{97131EF0-FE0C-436C-AA21-8A79025353D1}"/>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02" name="Freeform 123">
                <a:extLst>
                  <a:ext uri="{FF2B5EF4-FFF2-40B4-BE49-F238E27FC236}">
                    <a16:creationId xmlns:a16="http://schemas.microsoft.com/office/drawing/2014/main" id="{4F1392A4-596E-4D05-92FB-24F1C5608D11}"/>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03" name="Freeform 124">
                <a:extLst>
                  <a:ext uri="{FF2B5EF4-FFF2-40B4-BE49-F238E27FC236}">
                    <a16:creationId xmlns:a16="http://schemas.microsoft.com/office/drawing/2014/main" id="{3C0C3D25-81EC-4F75-91A3-13CC94ACA625}"/>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04" name="Freeform 125">
                <a:extLst>
                  <a:ext uri="{FF2B5EF4-FFF2-40B4-BE49-F238E27FC236}">
                    <a16:creationId xmlns:a16="http://schemas.microsoft.com/office/drawing/2014/main" id="{9EE28A6C-6497-4274-A5D7-D7D5BAB802B3}"/>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05" name="Freeform 126">
                <a:extLst>
                  <a:ext uri="{FF2B5EF4-FFF2-40B4-BE49-F238E27FC236}">
                    <a16:creationId xmlns:a16="http://schemas.microsoft.com/office/drawing/2014/main" id="{497FFE65-19ED-4A50-8BCC-CED794F28FF8}"/>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106" name="Freeform 127">
                <a:extLst>
                  <a:ext uri="{FF2B5EF4-FFF2-40B4-BE49-F238E27FC236}">
                    <a16:creationId xmlns:a16="http://schemas.microsoft.com/office/drawing/2014/main" id="{86E570FE-556F-4D36-ABD8-4E23CD3292F6}"/>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grpSp>
        <p:sp>
          <p:nvSpPr>
            <p:cNvPr id="80" name="Freeform 128">
              <a:extLst>
                <a:ext uri="{FF2B5EF4-FFF2-40B4-BE49-F238E27FC236}">
                  <a16:creationId xmlns:a16="http://schemas.microsoft.com/office/drawing/2014/main" id="{17DA2945-320C-4DBF-BD14-D0F650CAC978}"/>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81" name="Freeform 129">
              <a:extLst>
                <a:ext uri="{FF2B5EF4-FFF2-40B4-BE49-F238E27FC236}">
                  <a16:creationId xmlns:a16="http://schemas.microsoft.com/office/drawing/2014/main" id="{92B6E3C6-AD1D-4390-9A1D-178A93A5FF6F}"/>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82" name="Freeform 130">
              <a:extLst>
                <a:ext uri="{FF2B5EF4-FFF2-40B4-BE49-F238E27FC236}">
                  <a16:creationId xmlns:a16="http://schemas.microsoft.com/office/drawing/2014/main" id="{0380871C-AD2C-476B-8C6A-18AEA0A207AF}"/>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83" name="Freeform 131">
              <a:extLst>
                <a:ext uri="{FF2B5EF4-FFF2-40B4-BE49-F238E27FC236}">
                  <a16:creationId xmlns:a16="http://schemas.microsoft.com/office/drawing/2014/main" id="{65349037-E34B-497D-8128-FA6D54D0609C}"/>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84" name="Freeform 132">
              <a:extLst>
                <a:ext uri="{FF2B5EF4-FFF2-40B4-BE49-F238E27FC236}">
                  <a16:creationId xmlns:a16="http://schemas.microsoft.com/office/drawing/2014/main" id="{655FDAF9-A377-4A0C-8493-67C11D07D7AF}"/>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85" name="Freeform 133">
              <a:extLst>
                <a:ext uri="{FF2B5EF4-FFF2-40B4-BE49-F238E27FC236}">
                  <a16:creationId xmlns:a16="http://schemas.microsoft.com/office/drawing/2014/main" id="{72D7D61A-0459-4C59-86B7-7CD7D3256F7E}"/>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86" name="Freeform 134">
              <a:extLst>
                <a:ext uri="{FF2B5EF4-FFF2-40B4-BE49-F238E27FC236}">
                  <a16:creationId xmlns:a16="http://schemas.microsoft.com/office/drawing/2014/main" id="{FCF43178-6C6B-4713-B6F9-52D7641EEE64}"/>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87" name="Freeform 135">
              <a:extLst>
                <a:ext uri="{FF2B5EF4-FFF2-40B4-BE49-F238E27FC236}">
                  <a16:creationId xmlns:a16="http://schemas.microsoft.com/office/drawing/2014/main" id="{9548F93F-6478-4637-90E5-B7CAF354FCD8}"/>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88" name="Freeform 136">
              <a:extLst>
                <a:ext uri="{FF2B5EF4-FFF2-40B4-BE49-F238E27FC236}">
                  <a16:creationId xmlns:a16="http://schemas.microsoft.com/office/drawing/2014/main" id="{DB62A8C6-A87B-4671-8596-4C52F0955666}"/>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sp>
          <p:nvSpPr>
            <p:cNvPr id="89" name="Freeform 137">
              <a:extLst>
                <a:ext uri="{FF2B5EF4-FFF2-40B4-BE49-F238E27FC236}">
                  <a16:creationId xmlns:a16="http://schemas.microsoft.com/office/drawing/2014/main" id="{E8BBD841-8286-4FE7-9C08-F054E0215757}"/>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s-CL">
                <a:solidFill>
                  <a:srgbClr val="14171A"/>
                </a:solidFill>
              </a:endParaRPr>
            </a:p>
          </p:txBody>
        </p:sp>
      </p:grpSp>
    </p:spTree>
    <p:extLst>
      <p:ext uri="{BB962C8B-B14F-4D97-AF65-F5344CB8AC3E}">
        <p14:creationId xmlns:p14="http://schemas.microsoft.com/office/powerpoint/2010/main" val="2792909826"/>
      </p:ext>
    </p:extLst>
  </p:cSld>
  <p:clrMapOvr>
    <a:masterClrMapping/>
  </p:clrMapOvr>
  <p:extLst>
    <p:ext uri="{DCECCB84-F9BA-43D5-87BE-67443E8EF086}">
      <p15:sldGuideLst xmlns:p15="http://schemas.microsoft.com/office/powerpoint/2012/main">
        <p15:guide id="1" pos="3840">
          <p15:clr>
            <a:srgbClr val="FBAE40"/>
          </p15:clr>
        </p15:guide>
        <p15:guide id="2" pos="116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4_NO USAR_Solo para instrucciones">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22795090-10F8-4745-BE2E-D23CADD1037C}"/>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844539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0" name="Marcador de texto 5">
            <a:extLst>
              <a:ext uri="{FF2B5EF4-FFF2-40B4-BE49-F238E27FC236}">
                <a16:creationId xmlns:a16="http://schemas.microsoft.com/office/drawing/2014/main" id="{50DB74FD-00EE-4862-92AC-97D1150E429D}"/>
              </a:ext>
            </a:extLst>
          </p:cNvPr>
          <p:cNvSpPr txBox="1">
            <a:spLocks/>
          </p:cNvSpPr>
          <p:nvPr userDrawn="1"/>
        </p:nvSpPr>
        <p:spPr>
          <a:xfrm rot="16200000">
            <a:off x="8636778" y="3296030"/>
            <a:ext cx="6858000" cy="265936"/>
          </a:xfrm>
          <a:prstGeom prst="rect">
            <a:avLst/>
          </a:prstGeom>
          <a:solidFill>
            <a:schemeClr val="accent2"/>
          </a:solidFill>
        </p:spPr>
        <p:txBody>
          <a:bodyPr rIns="324000" anchor="ctr"/>
          <a:lstStyle>
            <a:lvl1pPr marL="0" indent="0" algn="r" defTabSz="914400" rtl="0" eaLnBrk="1" latinLnBrk="0" hangingPunct="1">
              <a:lnSpc>
                <a:spcPct val="90000"/>
              </a:lnSpc>
              <a:spcBef>
                <a:spcPts val="1000"/>
              </a:spcBef>
              <a:buFont typeface="Arial" panose="020B0604020202020204" pitchFamily="34" charset="0"/>
              <a:buNone/>
              <a:defRPr sz="900" kern="1200" spc="300">
                <a:solidFill>
                  <a:schemeClr val="bg2"/>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Tópicos avanzados en Inteligencia Artificial 1 | 2026</a:t>
            </a:r>
            <a:endParaRPr lang="es-CL" dirty="0"/>
          </a:p>
        </p:txBody>
      </p:sp>
      <p:grpSp>
        <p:nvGrpSpPr>
          <p:cNvPr id="102" name="Grupo 101">
            <a:extLst>
              <a:ext uri="{FF2B5EF4-FFF2-40B4-BE49-F238E27FC236}">
                <a16:creationId xmlns:a16="http://schemas.microsoft.com/office/drawing/2014/main" id="{28D5BE26-3A40-47D3-B29A-F455B2290FF0}"/>
              </a:ext>
            </a:extLst>
          </p:cNvPr>
          <p:cNvGrpSpPr/>
          <p:nvPr userDrawn="1"/>
        </p:nvGrpSpPr>
        <p:grpSpPr>
          <a:xfrm>
            <a:off x="10580559" y="518761"/>
            <a:ext cx="1147824" cy="235942"/>
            <a:chOff x="6094413" y="2516188"/>
            <a:chExt cx="2000250" cy="411162"/>
          </a:xfrm>
          <a:solidFill>
            <a:srgbClr val="000000"/>
          </a:solidFill>
        </p:grpSpPr>
        <p:sp>
          <p:nvSpPr>
            <p:cNvPr id="103" name="Freeform 7">
              <a:extLst>
                <a:ext uri="{FF2B5EF4-FFF2-40B4-BE49-F238E27FC236}">
                  <a16:creationId xmlns:a16="http://schemas.microsoft.com/office/drawing/2014/main" id="{7C6D352E-505B-495D-B3FF-B1763D1DBEAE}"/>
                </a:ext>
              </a:extLst>
            </p:cNvPr>
            <p:cNvSpPr>
              <a:spLocks noEditPoints="1"/>
            </p:cNvSpPr>
            <p:nvPr/>
          </p:nvSpPr>
          <p:spPr bwMode="auto">
            <a:xfrm>
              <a:off x="6494463" y="2516188"/>
              <a:ext cx="1600200" cy="265113"/>
            </a:xfrm>
            <a:custGeom>
              <a:avLst/>
              <a:gdLst>
                <a:gd name="T0" fmla="*/ 644 w 1008"/>
                <a:gd name="T1" fmla="*/ 90 h 167"/>
                <a:gd name="T2" fmla="*/ 644 w 1008"/>
                <a:gd name="T3" fmla="*/ 39 h 167"/>
                <a:gd name="T4" fmla="*/ 363 w 1008"/>
                <a:gd name="T5" fmla="*/ 39 h 167"/>
                <a:gd name="T6" fmla="*/ 363 w 1008"/>
                <a:gd name="T7" fmla="*/ 90 h 167"/>
                <a:gd name="T8" fmla="*/ 644 w 1008"/>
                <a:gd name="T9" fmla="*/ 90 h 167"/>
                <a:gd name="T10" fmla="*/ 40 w 1008"/>
                <a:gd name="T11" fmla="*/ 0 h 167"/>
                <a:gd name="T12" fmla="*/ 40 w 1008"/>
                <a:gd name="T13" fmla="*/ 128 h 167"/>
                <a:gd name="T14" fmla="*/ 323 w 1008"/>
                <a:gd name="T15" fmla="*/ 128 h 167"/>
                <a:gd name="T16" fmla="*/ 323 w 1008"/>
                <a:gd name="T17" fmla="*/ 0 h 167"/>
                <a:gd name="T18" fmla="*/ 685 w 1008"/>
                <a:gd name="T19" fmla="*/ 0 h 167"/>
                <a:gd name="T20" fmla="*/ 685 w 1008"/>
                <a:gd name="T21" fmla="*/ 129 h 167"/>
                <a:gd name="T22" fmla="*/ 967 w 1008"/>
                <a:gd name="T23" fmla="*/ 129 h 167"/>
                <a:gd name="T24" fmla="*/ 967 w 1008"/>
                <a:gd name="T25" fmla="*/ 58 h 167"/>
                <a:gd name="T26" fmla="*/ 1008 w 1008"/>
                <a:gd name="T27" fmla="*/ 58 h 167"/>
                <a:gd name="T28" fmla="*/ 1008 w 1008"/>
                <a:gd name="T29" fmla="*/ 167 h 167"/>
                <a:gd name="T30" fmla="*/ 644 w 1008"/>
                <a:gd name="T31" fmla="*/ 167 h 167"/>
                <a:gd name="T32" fmla="*/ 644 w 1008"/>
                <a:gd name="T33" fmla="*/ 130 h 167"/>
                <a:gd name="T34" fmla="*/ 363 w 1008"/>
                <a:gd name="T35" fmla="*/ 130 h 167"/>
                <a:gd name="T36" fmla="*/ 363 w 1008"/>
                <a:gd name="T37" fmla="*/ 167 h 167"/>
                <a:gd name="T38" fmla="*/ 0 w 1008"/>
                <a:gd name="T39" fmla="*/ 167 h 167"/>
                <a:gd name="T40" fmla="*/ 0 w 1008"/>
                <a:gd name="T41" fmla="*/ 0 h 167"/>
                <a:gd name="T42" fmla="*/ 40 w 1008"/>
                <a:gd name="T43" fmla="*/ 0 h 167"/>
                <a:gd name="T44" fmla="*/ 967 w 1008"/>
                <a:gd name="T45" fmla="*/ 0 h 167"/>
                <a:gd name="T46" fmla="*/ 1007 w 1008"/>
                <a:gd name="T47" fmla="*/ 0 h 167"/>
                <a:gd name="T48" fmla="*/ 1007 w 1008"/>
                <a:gd name="T49" fmla="*/ 38 h 167"/>
                <a:gd name="T50" fmla="*/ 967 w 1008"/>
                <a:gd name="T51" fmla="*/ 38 h 167"/>
                <a:gd name="T52" fmla="*/ 967 w 1008"/>
                <a:gd name="T5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08" h="167">
                  <a:moveTo>
                    <a:pt x="644" y="90"/>
                  </a:moveTo>
                  <a:lnTo>
                    <a:pt x="644" y="39"/>
                  </a:lnTo>
                  <a:lnTo>
                    <a:pt x="363" y="39"/>
                  </a:lnTo>
                  <a:lnTo>
                    <a:pt x="363" y="90"/>
                  </a:lnTo>
                  <a:lnTo>
                    <a:pt x="644" y="90"/>
                  </a:lnTo>
                  <a:close/>
                  <a:moveTo>
                    <a:pt x="40" y="0"/>
                  </a:moveTo>
                  <a:lnTo>
                    <a:pt x="40" y="128"/>
                  </a:lnTo>
                  <a:lnTo>
                    <a:pt x="323" y="128"/>
                  </a:lnTo>
                  <a:lnTo>
                    <a:pt x="323" y="0"/>
                  </a:lnTo>
                  <a:lnTo>
                    <a:pt x="685" y="0"/>
                  </a:lnTo>
                  <a:lnTo>
                    <a:pt x="685" y="129"/>
                  </a:lnTo>
                  <a:lnTo>
                    <a:pt x="967" y="129"/>
                  </a:lnTo>
                  <a:lnTo>
                    <a:pt x="967" y="58"/>
                  </a:lnTo>
                  <a:lnTo>
                    <a:pt x="1008" y="58"/>
                  </a:lnTo>
                  <a:lnTo>
                    <a:pt x="1008" y="167"/>
                  </a:lnTo>
                  <a:lnTo>
                    <a:pt x="644" y="167"/>
                  </a:lnTo>
                  <a:lnTo>
                    <a:pt x="644" y="130"/>
                  </a:lnTo>
                  <a:lnTo>
                    <a:pt x="363" y="130"/>
                  </a:lnTo>
                  <a:lnTo>
                    <a:pt x="363" y="167"/>
                  </a:lnTo>
                  <a:lnTo>
                    <a:pt x="0" y="167"/>
                  </a:lnTo>
                  <a:lnTo>
                    <a:pt x="0" y="0"/>
                  </a:lnTo>
                  <a:lnTo>
                    <a:pt x="40" y="0"/>
                  </a:lnTo>
                  <a:close/>
                  <a:moveTo>
                    <a:pt x="967" y="0"/>
                  </a:moveTo>
                  <a:lnTo>
                    <a:pt x="1007" y="0"/>
                  </a:lnTo>
                  <a:lnTo>
                    <a:pt x="1007" y="38"/>
                  </a:lnTo>
                  <a:lnTo>
                    <a:pt x="967" y="38"/>
                  </a:lnTo>
                  <a:lnTo>
                    <a:pt x="96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4" name="Freeform 8">
              <a:extLst>
                <a:ext uri="{FF2B5EF4-FFF2-40B4-BE49-F238E27FC236}">
                  <a16:creationId xmlns:a16="http://schemas.microsoft.com/office/drawing/2014/main" id="{067D6118-44AA-415D-B0A1-366604B2DA29}"/>
                </a:ext>
              </a:extLst>
            </p:cNvPr>
            <p:cNvSpPr>
              <a:spLocks/>
            </p:cNvSpPr>
            <p:nvPr/>
          </p:nvSpPr>
          <p:spPr bwMode="auto">
            <a:xfrm>
              <a:off x="6494463" y="2840038"/>
              <a:ext cx="63500" cy="80963"/>
            </a:xfrm>
            <a:custGeom>
              <a:avLst/>
              <a:gdLst>
                <a:gd name="T0" fmla="*/ 29 w 29"/>
                <a:gd name="T1" fmla="*/ 0 h 37"/>
                <a:gd name="T2" fmla="*/ 22 w 29"/>
                <a:gd name="T3" fmla="*/ 0 h 37"/>
                <a:gd name="T4" fmla="*/ 22 w 29"/>
                <a:gd name="T5" fmla="*/ 23 h 37"/>
                <a:gd name="T6" fmla="*/ 21 w 29"/>
                <a:gd name="T7" fmla="*/ 28 h 37"/>
                <a:gd name="T8" fmla="*/ 16 w 29"/>
                <a:gd name="T9" fmla="*/ 30 h 37"/>
                <a:gd name="T10" fmla="*/ 10 w 29"/>
                <a:gd name="T11" fmla="*/ 28 h 37"/>
                <a:gd name="T12" fmla="*/ 9 w 29"/>
                <a:gd name="T13" fmla="*/ 23 h 37"/>
                <a:gd name="T14" fmla="*/ 9 w 29"/>
                <a:gd name="T15" fmla="*/ 0 h 37"/>
                <a:gd name="T16" fmla="*/ 0 w 29"/>
                <a:gd name="T17" fmla="*/ 0 h 37"/>
                <a:gd name="T18" fmla="*/ 0 w 29"/>
                <a:gd name="T19" fmla="*/ 23 h 37"/>
                <a:gd name="T20" fmla="*/ 3 w 29"/>
                <a:gd name="T21" fmla="*/ 33 h 37"/>
                <a:gd name="T22" fmla="*/ 15 w 29"/>
                <a:gd name="T23" fmla="*/ 37 h 37"/>
                <a:gd name="T24" fmla="*/ 26 w 29"/>
                <a:gd name="T25" fmla="*/ 34 h 37"/>
                <a:gd name="T26" fmla="*/ 29 w 29"/>
                <a:gd name="T27" fmla="*/ 23 h 37"/>
                <a:gd name="T28" fmla="*/ 29 w 29"/>
                <a:gd name="T2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37">
                  <a:moveTo>
                    <a:pt x="29" y="0"/>
                  </a:moveTo>
                  <a:cubicBezTo>
                    <a:pt x="22" y="0"/>
                    <a:pt x="22" y="0"/>
                    <a:pt x="22" y="0"/>
                  </a:cubicBezTo>
                  <a:cubicBezTo>
                    <a:pt x="22" y="23"/>
                    <a:pt x="22" y="23"/>
                    <a:pt x="22" y="23"/>
                  </a:cubicBezTo>
                  <a:cubicBezTo>
                    <a:pt x="22" y="26"/>
                    <a:pt x="22" y="27"/>
                    <a:pt x="21" y="28"/>
                  </a:cubicBezTo>
                  <a:cubicBezTo>
                    <a:pt x="20" y="29"/>
                    <a:pt x="18" y="30"/>
                    <a:pt x="16" y="30"/>
                  </a:cubicBezTo>
                  <a:cubicBezTo>
                    <a:pt x="13" y="30"/>
                    <a:pt x="11" y="29"/>
                    <a:pt x="10" y="28"/>
                  </a:cubicBezTo>
                  <a:cubicBezTo>
                    <a:pt x="10" y="27"/>
                    <a:pt x="9" y="26"/>
                    <a:pt x="9" y="23"/>
                  </a:cubicBezTo>
                  <a:cubicBezTo>
                    <a:pt x="9" y="0"/>
                    <a:pt x="9" y="0"/>
                    <a:pt x="9" y="0"/>
                  </a:cubicBezTo>
                  <a:cubicBezTo>
                    <a:pt x="0" y="0"/>
                    <a:pt x="0" y="0"/>
                    <a:pt x="0" y="0"/>
                  </a:cubicBezTo>
                  <a:cubicBezTo>
                    <a:pt x="0" y="23"/>
                    <a:pt x="0" y="23"/>
                    <a:pt x="0" y="23"/>
                  </a:cubicBezTo>
                  <a:cubicBezTo>
                    <a:pt x="0" y="28"/>
                    <a:pt x="1" y="31"/>
                    <a:pt x="3" y="33"/>
                  </a:cubicBezTo>
                  <a:cubicBezTo>
                    <a:pt x="6" y="36"/>
                    <a:pt x="10" y="37"/>
                    <a:pt x="15" y="37"/>
                  </a:cubicBezTo>
                  <a:cubicBezTo>
                    <a:pt x="20" y="37"/>
                    <a:pt x="23" y="36"/>
                    <a:pt x="26" y="34"/>
                  </a:cubicBezTo>
                  <a:cubicBezTo>
                    <a:pt x="28" y="31"/>
                    <a:pt x="29" y="29"/>
                    <a:pt x="29" y="23"/>
                  </a:cubicBezTo>
                  <a:lnTo>
                    <a:pt x="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5" name="Freeform 9">
              <a:extLst>
                <a:ext uri="{FF2B5EF4-FFF2-40B4-BE49-F238E27FC236}">
                  <a16:creationId xmlns:a16="http://schemas.microsoft.com/office/drawing/2014/main" id="{CE545E41-0FEB-47DC-AABC-490CCB450EE3}"/>
                </a:ext>
              </a:extLst>
            </p:cNvPr>
            <p:cNvSpPr>
              <a:spLocks/>
            </p:cNvSpPr>
            <p:nvPr/>
          </p:nvSpPr>
          <p:spPr bwMode="auto">
            <a:xfrm>
              <a:off x="6572250" y="2840038"/>
              <a:ext cx="60325" cy="77788"/>
            </a:xfrm>
            <a:custGeom>
              <a:avLst/>
              <a:gdLst>
                <a:gd name="T0" fmla="*/ 28 w 28"/>
                <a:gd name="T1" fmla="*/ 0 h 36"/>
                <a:gd name="T2" fmla="*/ 22 w 28"/>
                <a:gd name="T3" fmla="*/ 0 h 36"/>
                <a:gd name="T4" fmla="*/ 22 w 28"/>
                <a:gd name="T5" fmla="*/ 19 h 36"/>
                <a:gd name="T6" fmla="*/ 22 w 28"/>
                <a:gd name="T7" fmla="*/ 21 h 36"/>
                <a:gd name="T8" fmla="*/ 9 w 28"/>
                <a:gd name="T9" fmla="*/ 0 h 36"/>
                <a:gd name="T10" fmla="*/ 0 w 28"/>
                <a:gd name="T11" fmla="*/ 0 h 36"/>
                <a:gd name="T12" fmla="*/ 0 w 28"/>
                <a:gd name="T13" fmla="*/ 36 h 36"/>
                <a:gd name="T14" fmla="*/ 7 w 28"/>
                <a:gd name="T15" fmla="*/ 36 h 36"/>
                <a:gd name="T16" fmla="*/ 7 w 28"/>
                <a:gd name="T17" fmla="*/ 15 h 36"/>
                <a:gd name="T18" fmla="*/ 7 w 28"/>
                <a:gd name="T19" fmla="*/ 13 h 36"/>
                <a:gd name="T20" fmla="*/ 6 w 28"/>
                <a:gd name="T21" fmla="*/ 12 h 36"/>
                <a:gd name="T22" fmla="*/ 21 w 28"/>
                <a:gd name="T23" fmla="*/ 36 h 36"/>
                <a:gd name="T24" fmla="*/ 28 w 28"/>
                <a:gd name="T25" fmla="*/ 36 h 36"/>
                <a:gd name="T26" fmla="*/ 28 w 28"/>
                <a:gd name="T2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6">
                  <a:moveTo>
                    <a:pt x="28" y="0"/>
                  </a:moveTo>
                  <a:cubicBezTo>
                    <a:pt x="22" y="0"/>
                    <a:pt x="22" y="0"/>
                    <a:pt x="22" y="0"/>
                  </a:cubicBezTo>
                  <a:cubicBezTo>
                    <a:pt x="22" y="19"/>
                    <a:pt x="22" y="19"/>
                    <a:pt x="22" y="19"/>
                  </a:cubicBezTo>
                  <a:cubicBezTo>
                    <a:pt x="22" y="20"/>
                    <a:pt x="22" y="20"/>
                    <a:pt x="22" y="21"/>
                  </a:cubicBezTo>
                  <a:cubicBezTo>
                    <a:pt x="9" y="0"/>
                    <a:pt x="9" y="0"/>
                    <a:pt x="9" y="0"/>
                  </a:cubicBezTo>
                  <a:cubicBezTo>
                    <a:pt x="0" y="0"/>
                    <a:pt x="0" y="0"/>
                    <a:pt x="0" y="0"/>
                  </a:cubicBezTo>
                  <a:cubicBezTo>
                    <a:pt x="0" y="36"/>
                    <a:pt x="0" y="36"/>
                    <a:pt x="0" y="36"/>
                  </a:cubicBezTo>
                  <a:cubicBezTo>
                    <a:pt x="7" y="36"/>
                    <a:pt x="7" y="36"/>
                    <a:pt x="7" y="36"/>
                  </a:cubicBezTo>
                  <a:cubicBezTo>
                    <a:pt x="7" y="15"/>
                    <a:pt x="7" y="15"/>
                    <a:pt x="7" y="15"/>
                  </a:cubicBezTo>
                  <a:cubicBezTo>
                    <a:pt x="7" y="13"/>
                    <a:pt x="7" y="13"/>
                    <a:pt x="7" y="13"/>
                  </a:cubicBezTo>
                  <a:cubicBezTo>
                    <a:pt x="6" y="12"/>
                    <a:pt x="6" y="12"/>
                    <a:pt x="6" y="12"/>
                  </a:cubicBezTo>
                  <a:cubicBezTo>
                    <a:pt x="21" y="36"/>
                    <a:pt x="21" y="36"/>
                    <a:pt x="21" y="36"/>
                  </a:cubicBezTo>
                  <a:cubicBezTo>
                    <a:pt x="28" y="36"/>
                    <a:pt x="28" y="36"/>
                    <a:pt x="28" y="36"/>
                  </a:cubicBezTo>
                  <a:lnTo>
                    <a:pt x="2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6" name="Rectangle 10">
              <a:extLst>
                <a:ext uri="{FF2B5EF4-FFF2-40B4-BE49-F238E27FC236}">
                  <a16:creationId xmlns:a16="http://schemas.microsoft.com/office/drawing/2014/main" id="{D0D2EBC1-73AD-4438-95AC-896377E25FED}"/>
                </a:ext>
              </a:extLst>
            </p:cNvPr>
            <p:cNvSpPr>
              <a:spLocks noChangeArrowheads="1"/>
            </p:cNvSpPr>
            <p:nvPr/>
          </p:nvSpPr>
          <p:spPr bwMode="auto">
            <a:xfrm>
              <a:off x="6648450"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7" name="Freeform 11">
              <a:extLst>
                <a:ext uri="{FF2B5EF4-FFF2-40B4-BE49-F238E27FC236}">
                  <a16:creationId xmlns:a16="http://schemas.microsoft.com/office/drawing/2014/main" id="{4B65249F-2C0E-48EE-8C9D-85D799EB9043}"/>
                </a:ext>
              </a:extLst>
            </p:cNvPr>
            <p:cNvSpPr>
              <a:spLocks/>
            </p:cNvSpPr>
            <p:nvPr/>
          </p:nvSpPr>
          <p:spPr bwMode="auto">
            <a:xfrm>
              <a:off x="6673850" y="2840038"/>
              <a:ext cx="68263" cy="77788"/>
            </a:xfrm>
            <a:custGeom>
              <a:avLst/>
              <a:gdLst>
                <a:gd name="T0" fmla="*/ 43 w 43"/>
                <a:gd name="T1" fmla="*/ 0 h 49"/>
                <a:gd name="T2" fmla="*/ 33 w 43"/>
                <a:gd name="T3" fmla="*/ 0 h 49"/>
                <a:gd name="T4" fmla="*/ 24 w 43"/>
                <a:gd name="T5" fmla="*/ 36 h 49"/>
                <a:gd name="T6" fmla="*/ 13 w 43"/>
                <a:gd name="T7" fmla="*/ 0 h 49"/>
                <a:gd name="T8" fmla="*/ 0 w 43"/>
                <a:gd name="T9" fmla="*/ 0 h 49"/>
                <a:gd name="T10" fmla="*/ 15 w 43"/>
                <a:gd name="T11" fmla="*/ 49 h 49"/>
                <a:gd name="T12" fmla="*/ 28 w 43"/>
                <a:gd name="T13" fmla="*/ 49 h 49"/>
                <a:gd name="T14" fmla="*/ 43 w 43"/>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9">
                  <a:moveTo>
                    <a:pt x="43" y="0"/>
                  </a:moveTo>
                  <a:lnTo>
                    <a:pt x="33" y="0"/>
                  </a:lnTo>
                  <a:lnTo>
                    <a:pt x="24" y="36"/>
                  </a:lnTo>
                  <a:lnTo>
                    <a:pt x="13" y="0"/>
                  </a:lnTo>
                  <a:lnTo>
                    <a:pt x="0" y="0"/>
                  </a:lnTo>
                  <a:lnTo>
                    <a:pt x="15" y="49"/>
                  </a:lnTo>
                  <a:lnTo>
                    <a:pt x="28" y="49"/>
                  </a:lnTo>
                  <a:lnTo>
                    <a:pt x="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8" name="Freeform 12">
              <a:extLst>
                <a:ext uri="{FF2B5EF4-FFF2-40B4-BE49-F238E27FC236}">
                  <a16:creationId xmlns:a16="http://schemas.microsoft.com/office/drawing/2014/main" id="{B2A117A0-FE1E-46E6-8E3E-197411BD4138}"/>
                </a:ext>
              </a:extLst>
            </p:cNvPr>
            <p:cNvSpPr>
              <a:spLocks/>
            </p:cNvSpPr>
            <p:nvPr/>
          </p:nvSpPr>
          <p:spPr bwMode="auto">
            <a:xfrm>
              <a:off x="6750050" y="2840038"/>
              <a:ext cx="57150" cy="77788"/>
            </a:xfrm>
            <a:custGeom>
              <a:avLst/>
              <a:gdLst>
                <a:gd name="T0" fmla="*/ 36 w 36"/>
                <a:gd name="T1" fmla="*/ 10 h 49"/>
                <a:gd name="T2" fmla="*/ 36 w 36"/>
                <a:gd name="T3" fmla="*/ 0 h 49"/>
                <a:gd name="T4" fmla="*/ 0 w 36"/>
                <a:gd name="T5" fmla="*/ 0 h 49"/>
                <a:gd name="T6" fmla="*/ 0 w 36"/>
                <a:gd name="T7" fmla="*/ 49 h 49"/>
                <a:gd name="T8" fmla="*/ 36 w 36"/>
                <a:gd name="T9" fmla="*/ 49 h 49"/>
                <a:gd name="T10" fmla="*/ 36 w 36"/>
                <a:gd name="T11" fmla="*/ 40 h 49"/>
                <a:gd name="T12" fmla="*/ 11 w 36"/>
                <a:gd name="T13" fmla="*/ 40 h 49"/>
                <a:gd name="T14" fmla="*/ 11 w 36"/>
                <a:gd name="T15" fmla="*/ 29 h 49"/>
                <a:gd name="T16" fmla="*/ 30 w 36"/>
                <a:gd name="T17" fmla="*/ 29 h 49"/>
                <a:gd name="T18" fmla="*/ 30 w 36"/>
                <a:gd name="T19" fmla="*/ 19 h 49"/>
                <a:gd name="T20" fmla="*/ 11 w 36"/>
                <a:gd name="T21" fmla="*/ 19 h 49"/>
                <a:gd name="T22" fmla="*/ 11 w 36"/>
                <a:gd name="T23" fmla="*/ 10 h 49"/>
                <a:gd name="T24" fmla="*/ 36 w 36"/>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49">
                  <a:moveTo>
                    <a:pt x="36" y="10"/>
                  </a:moveTo>
                  <a:lnTo>
                    <a:pt x="36" y="0"/>
                  </a:lnTo>
                  <a:lnTo>
                    <a:pt x="0" y="0"/>
                  </a:lnTo>
                  <a:lnTo>
                    <a:pt x="0" y="49"/>
                  </a:lnTo>
                  <a:lnTo>
                    <a:pt x="36" y="49"/>
                  </a:lnTo>
                  <a:lnTo>
                    <a:pt x="36" y="40"/>
                  </a:lnTo>
                  <a:lnTo>
                    <a:pt x="11" y="40"/>
                  </a:lnTo>
                  <a:lnTo>
                    <a:pt x="11" y="29"/>
                  </a:lnTo>
                  <a:lnTo>
                    <a:pt x="30" y="29"/>
                  </a:lnTo>
                  <a:lnTo>
                    <a:pt x="30" y="19"/>
                  </a:lnTo>
                  <a:lnTo>
                    <a:pt x="11" y="19"/>
                  </a:lnTo>
                  <a:lnTo>
                    <a:pt x="11"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09" name="Freeform 13">
              <a:extLst>
                <a:ext uri="{FF2B5EF4-FFF2-40B4-BE49-F238E27FC236}">
                  <a16:creationId xmlns:a16="http://schemas.microsoft.com/office/drawing/2014/main" id="{2E4FC00D-2C6F-4D1C-94E5-E3F329AAEB70}"/>
                </a:ext>
              </a:extLst>
            </p:cNvPr>
            <p:cNvSpPr>
              <a:spLocks noEditPoints="1"/>
            </p:cNvSpPr>
            <p:nvPr/>
          </p:nvSpPr>
          <p:spPr bwMode="auto">
            <a:xfrm>
              <a:off x="6816725" y="2840038"/>
              <a:ext cx="65088" cy="77788"/>
            </a:xfrm>
            <a:custGeom>
              <a:avLst/>
              <a:gdLst>
                <a:gd name="T0" fmla="*/ 8 w 30"/>
                <a:gd name="T1" fmla="*/ 22 h 36"/>
                <a:gd name="T2" fmla="*/ 15 w 30"/>
                <a:gd name="T3" fmla="*/ 22 h 36"/>
                <a:gd name="T4" fmla="*/ 20 w 30"/>
                <a:gd name="T5" fmla="*/ 36 h 36"/>
                <a:gd name="T6" fmla="*/ 30 w 30"/>
                <a:gd name="T7" fmla="*/ 36 h 36"/>
                <a:gd name="T8" fmla="*/ 23 w 30"/>
                <a:gd name="T9" fmla="*/ 20 h 36"/>
                <a:gd name="T10" fmla="*/ 26 w 30"/>
                <a:gd name="T11" fmla="*/ 18 h 36"/>
                <a:gd name="T12" fmla="*/ 29 w 30"/>
                <a:gd name="T13" fmla="*/ 11 h 36"/>
                <a:gd name="T14" fmla="*/ 25 w 30"/>
                <a:gd name="T15" fmla="*/ 2 h 36"/>
                <a:gd name="T16" fmla="*/ 16 w 30"/>
                <a:gd name="T17" fmla="*/ 0 h 36"/>
                <a:gd name="T18" fmla="*/ 0 w 30"/>
                <a:gd name="T19" fmla="*/ 0 h 36"/>
                <a:gd name="T20" fmla="*/ 0 w 30"/>
                <a:gd name="T21" fmla="*/ 36 h 36"/>
                <a:gd name="T22" fmla="*/ 8 w 30"/>
                <a:gd name="T23" fmla="*/ 36 h 36"/>
                <a:gd name="T24" fmla="*/ 8 w 30"/>
                <a:gd name="T25" fmla="*/ 22 h 36"/>
                <a:gd name="T26" fmla="*/ 8 w 30"/>
                <a:gd name="T27" fmla="*/ 6 h 36"/>
                <a:gd name="T28" fmla="*/ 13 w 30"/>
                <a:gd name="T29" fmla="*/ 6 h 36"/>
                <a:gd name="T30" fmla="*/ 19 w 30"/>
                <a:gd name="T31" fmla="*/ 7 h 36"/>
                <a:gd name="T32" fmla="*/ 20 w 30"/>
                <a:gd name="T33" fmla="*/ 11 h 36"/>
                <a:gd name="T34" fmla="*/ 18 w 30"/>
                <a:gd name="T35" fmla="*/ 15 h 36"/>
                <a:gd name="T36" fmla="*/ 14 w 30"/>
                <a:gd name="T37" fmla="*/ 16 h 36"/>
                <a:gd name="T38" fmla="*/ 8 w 30"/>
                <a:gd name="T39" fmla="*/ 16 h 36"/>
                <a:gd name="T40" fmla="*/ 8 w 30"/>
                <a:gd name="T41"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6">
                  <a:moveTo>
                    <a:pt x="8" y="22"/>
                  </a:moveTo>
                  <a:cubicBezTo>
                    <a:pt x="15" y="22"/>
                    <a:pt x="15" y="22"/>
                    <a:pt x="15" y="22"/>
                  </a:cubicBezTo>
                  <a:cubicBezTo>
                    <a:pt x="20" y="36"/>
                    <a:pt x="20" y="36"/>
                    <a:pt x="20" y="36"/>
                  </a:cubicBezTo>
                  <a:cubicBezTo>
                    <a:pt x="30" y="36"/>
                    <a:pt x="30" y="36"/>
                    <a:pt x="30" y="36"/>
                  </a:cubicBezTo>
                  <a:cubicBezTo>
                    <a:pt x="23" y="20"/>
                    <a:pt x="23" y="20"/>
                    <a:pt x="23" y="20"/>
                  </a:cubicBezTo>
                  <a:cubicBezTo>
                    <a:pt x="25" y="19"/>
                    <a:pt x="25" y="19"/>
                    <a:pt x="26" y="18"/>
                  </a:cubicBezTo>
                  <a:cubicBezTo>
                    <a:pt x="28" y="16"/>
                    <a:pt x="29" y="14"/>
                    <a:pt x="29" y="11"/>
                  </a:cubicBezTo>
                  <a:cubicBezTo>
                    <a:pt x="29" y="8"/>
                    <a:pt x="28" y="4"/>
                    <a:pt x="25" y="2"/>
                  </a:cubicBezTo>
                  <a:cubicBezTo>
                    <a:pt x="23" y="1"/>
                    <a:pt x="21" y="0"/>
                    <a:pt x="16" y="0"/>
                  </a:cubicBezTo>
                  <a:cubicBezTo>
                    <a:pt x="0" y="0"/>
                    <a:pt x="0" y="0"/>
                    <a:pt x="0" y="0"/>
                  </a:cubicBezTo>
                  <a:cubicBezTo>
                    <a:pt x="0" y="36"/>
                    <a:pt x="0" y="36"/>
                    <a:pt x="0" y="36"/>
                  </a:cubicBezTo>
                  <a:cubicBezTo>
                    <a:pt x="8" y="36"/>
                    <a:pt x="8" y="36"/>
                    <a:pt x="8" y="36"/>
                  </a:cubicBezTo>
                  <a:lnTo>
                    <a:pt x="8" y="22"/>
                  </a:lnTo>
                  <a:close/>
                  <a:moveTo>
                    <a:pt x="8" y="6"/>
                  </a:moveTo>
                  <a:cubicBezTo>
                    <a:pt x="13" y="6"/>
                    <a:pt x="13" y="6"/>
                    <a:pt x="13" y="6"/>
                  </a:cubicBezTo>
                  <a:cubicBezTo>
                    <a:pt x="17" y="6"/>
                    <a:pt x="18" y="6"/>
                    <a:pt x="19" y="7"/>
                  </a:cubicBezTo>
                  <a:cubicBezTo>
                    <a:pt x="20" y="8"/>
                    <a:pt x="20" y="10"/>
                    <a:pt x="20" y="11"/>
                  </a:cubicBezTo>
                  <a:cubicBezTo>
                    <a:pt x="20" y="12"/>
                    <a:pt x="19" y="14"/>
                    <a:pt x="18" y="15"/>
                  </a:cubicBezTo>
                  <a:cubicBezTo>
                    <a:pt x="17" y="16"/>
                    <a:pt x="17" y="16"/>
                    <a:pt x="14" y="16"/>
                  </a:cubicBezTo>
                  <a:cubicBezTo>
                    <a:pt x="8" y="16"/>
                    <a:pt x="8" y="16"/>
                    <a:pt x="8" y="16"/>
                  </a:cubicBezTo>
                  <a:lnTo>
                    <a:pt x="8"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0" name="Freeform 14">
              <a:extLst>
                <a:ext uri="{FF2B5EF4-FFF2-40B4-BE49-F238E27FC236}">
                  <a16:creationId xmlns:a16="http://schemas.microsoft.com/office/drawing/2014/main" id="{1FA01D53-E975-4AF6-9355-3F5304BDC1EA}"/>
                </a:ext>
              </a:extLst>
            </p:cNvPr>
            <p:cNvSpPr>
              <a:spLocks/>
            </p:cNvSpPr>
            <p:nvPr/>
          </p:nvSpPr>
          <p:spPr bwMode="auto">
            <a:xfrm>
              <a:off x="6886575" y="2838450"/>
              <a:ext cx="65088" cy="82550"/>
            </a:xfrm>
            <a:custGeom>
              <a:avLst/>
              <a:gdLst>
                <a:gd name="T0" fmla="*/ 29 w 30"/>
                <a:gd name="T1" fmla="*/ 9 h 38"/>
                <a:gd name="T2" fmla="*/ 25 w 30"/>
                <a:gd name="T3" fmla="*/ 3 h 38"/>
                <a:gd name="T4" fmla="*/ 15 w 30"/>
                <a:gd name="T5" fmla="*/ 0 h 38"/>
                <a:gd name="T6" fmla="*/ 6 w 30"/>
                <a:gd name="T7" fmla="*/ 3 h 38"/>
                <a:gd name="T8" fmla="*/ 2 w 30"/>
                <a:gd name="T9" fmla="*/ 12 h 38"/>
                <a:gd name="T10" fmla="*/ 6 w 30"/>
                <a:gd name="T11" fmla="*/ 20 h 38"/>
                <a:gd name="T12" fmla="*/ 15 w 30"/>
                <a:gd name="T13" fmla="*/ 23 h 38"/>
                <a:gd name="T14" fmla="*/ 21 w 30"/>
                <a:gd name="T15" fmla="*/ 27 h 38"/>
                <a:gd name="T16" fmla="*/ 15 w 30"/>
                <a:gd name="T17" fmla="*/ 31 h 38"/>
                <a:gd name="T18" fmla="*/ 8 w 30"/>
                <a:gd name="T19" fmla="*/ 26 h 38"/>
                <a:gd name="T20" fmla="*/ 0 w 30"/>
                <a:gd name="T21" fmla="*/ 28 h 38"/>
                <a:gd name="T22" fmla="*/ 4 w 30"/>
                <a:gd name="T23" fmla="*/ 35 h 38"/>
                <a:gd name="T24" fmla="*/ 15 w 30"/>
                <a:gd name="T25" fmla="*/ 38 h 38"/>
                <a:gd name="T26" fmla="*/ 25 w 30"/>
                <a:gd name="T27" fmla="*/ 36 h 38"/>
                <a:gd name="T28" fmla="*/ 30 w 30"/>
                <a:gd name="T29" fmla="*/ 26 h 38"/>
                <a:gd name="T30" fmla="*/ 25 w 30"/>
                <a:gd name="T31" fmla="*/ 17 h 38"/>
                <a:gd name="T32" fmla="*/ 16 w 30"/>
                <a:gd name="T33" fmla="*/ 14 h 38"/>
                <a:gd name="T34" fmla="*/ 10 w 30"/>
                <a:gd name="T35" fmla="*/ 10 h 38"/>
                <a:gd name="T36" fmla="*/ 15 w 30"/>
                <a:gd name="T37" fmla="*/ 7 h 38"/>
                <a:gd name="T38" fmla="*/ 22 w 30"/>
                <a:gd name="T39" fmla="*/ 11 h 38"/>
                <a:gd name="T40" fmla="*/ 29 w 30"/>
                <a:gd name="T41" fmla="*/ 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8">
                  <a:moveTo>
                    <a:pt x="29" y="9"/>
                  </a:moveTo>
                  <a:cubicBezTo>
                    <a:pt x="28" y="6"/>
                    <a:pt x="27" y="5"/>
                    <a:pt x="25" y="3"/>
                  </a:cubicBezTo>
                  <a:cubicBezTo>
                    <a:pt x="22" y="1"/>
                    <a:pt x="19" y="0"/>
                    <a:pt x="15" y="0"/>
                  </a:cubicBezTo>
                  <a:cubicBezTo>
                    <a:pt x="11" y="0"/>
                    <a:pt x="8" y="1"/>
                    <a:pt x="6" y="3"/>
                  </a:cubicBezTo>
                  <a:cubicBezTo>
                    <a:pt x="3" y="6"/>
                    <a:pt x="2" y="9"/>
                    <a:pt x="2" y="12"/>
                  </a:cubicBezTo>
                  <a:cubicBezTo>
                    <a:pt x="2" y="16"/>
                    <a:pt x="4" y="19"/>
                    <a:pt x="6" y="20"/>
                  </a:cubicBezTo>
                  <a:cubicBezTo>
                    <a:pt x="8" y="21"/>
                    <a:pt x="11" y="22"/>
                    <a:pt x="15" y="23"/>
                  </a:cubicBezTo>
                  <a:cubicBezTo>
                    <a:pt x="20" y="24"/>
                    <a:pt x="21" y="25"/>
                    <a:pt x="21" y="27"/>
                  </a:cubicBezTo>
                  <a:cubicBezTo>
                    <a:pt x="21" y="30"/>
                    <a:pt x="19" y="31"/>
                    <a:pt x="15" y="31"/>
                  </a:cubicBezTo>
                  <a:cubicBezTo>
                    <a:pt x="11" y="31"/>
                    <a:pt x="9" y="30"/>
                    <a:pt x="8" y="26"/>
                  </a:cubicBezTo>
                  <a:cubicBezTo>
                    <a:pt x="0" y="28"/>
                    <a:pt x="0" y="28"/>
                    <a:pt x="0" y="28"/>
                  </a:cubicBezTo>
                  <a:cubicBezTo>
                    <a:pt x="1" y="31"/>
                    <a:pt x="2" y="33"/>
                    <a:pt x="4" y="35"/>
                  </a:cubicBezTo>
                  <a:cubicBezTo>
                    <a:pt x="7" y="37"/>
                    <a:pt x="11" y="38"/>
                    <a:pt x="15" y="38"/>
                  </a:cubicBezTo>
                  <a:cubicBezTo>
                    <a:pt x="19" y="38"/>
                    <a:pt x="22" y="37"/>
                    <a:pt x="25" y="36"/>
                  </a:cubicBezTo>
                  <a:cubicBezTo>
                    <a:pt x="28" y="33"/>
                    <a:pt x="30" y="30"/>
                    <a:pt x="30" y="26"/>
                  </a:cubicBezTo>
                  <a:cubicBezTo>
                    <a:pt x="30" y="22"/>
                    <a:pt x="28" y="19"/>
                    <a:pt x="25" y="17"/>
                  </a:cubicBezTo>
                  <a:cubicBezTo>
                    <a:pt x="24" y="16"/>
                    <a:pt x="21" y="15"/>
                    <a:pt x="16" y="14"/>
                  </a:cubicBezTo>
                  <a:cubicBezTo>
                    <a:pt x="12" y="13"/>
                    <a:pt x="10" y="12"/>
                    <a:pt x="10" y="10"/>
                  </a:cubicBezTo>
                  <a:cubicBezTo>
                    <a:pt x="10" y="8"/>
                    <a:pt x="12" y="7"/>
                    <a:pt x="15" y="7"/>
                  </a:cubicBezTo>
                  <a:cubicBezTo>
                    <a:pt x="19" y="7"/>
                    <a:pt x="20" y="8"/>
                    <a:pt x="22" y="11"/>
                  </a:cubicBezTo>
                  <a:lnTo>
                    <a:pt x="29"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1" name="Rectangle 15">
              <a:extLst>
                <a:ext uri="{FF2B5EF4-FFF2-40B4-BE49-F238E27FC236}">
                  <a16:creationId xmlns:a16="http://schemas.microsoft.com/office/drawing/2014/main" id="{0E66D0D5-F539-43AF-90D4-DF2F92BDDD48}"/>
                </a:ext>
              </a:extLst>
            </p:cNvPr>
            <p:cNvSpPr>
              <a:spLocks noChangeArrowheads="1"/>
            </p:cNvSpPr>
            <p:nvPr/>
          </p:nvSpPr>
          <p:spPr bwMode="auto">
            <a:xfrm>
              <a:off x="6964363" y="2840038"/>
              <a:ext cx="17463"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2" name="Freeform 16">
              <a:extLst>
                <a:ext uri="{FF2B5EF4-FFF2-40B4-BE49-F238E27FC236}">
                  <a16:creationId xmlns:a16="http://schemas.microsoft.com/office/drawing/2014/main" id="{1F792CA8-089A-4C19-B221-59CF5B44715D}"/>
                </a:ext>
              </a:extLst>
            </p:cNvPr>
            <p:cNvSpPr>
              <a:spLocks noEditPoints="1"/>
            </p:cNvSpPr>
            <p:nvPr/>
          </p:nvSpPr>
          <p:spPr bwMode="auto">
            <a:xfrm>
              <a:off x="6997700"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1 w 30"/>
                <a:gd name="T13" fmla="*/ 0 h 36"/>
                <a:gd name="T14" fmla="*/ 0 w 30"/>
                <a:gd name="T15" fmla="*/ 0 h 36"/>
                <a:gd name="T16" fmla="*/ 9 w 30"/>
                <a:gd name="T17" fmla="*/ 7 h 36"/>
                <a:gd name="T18" fmla="*/ 12 w 30"/>
                <a:gd name="T19" fmla="*/ 7 h 36"/>
                <a:gd name="T20" fmla="*/ 19 w 30"/>
                <a:gd name="T21" fmla="*/ 10 h 36"/>
                <a:gd name="T22" fmla="*/ 21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8" y="0"/>
                    <a:pt x="11" y="0"/>
                  </a:cubicBezTo>
                  <a:lnTo>
                    <a:pt x="0" y="0"/>
                  </a:lnTo>
                  <a:close/>
                  <a:moveTo>
                    <a:pt x="9" y="7"/>
                  </a:moveTo>
                  <a:cubicBezTo>
                    <a:pt x="12" y="7"/>
                    <a:pt x="12" y="7"/>
                    <a:pt x="12" y="7"/>
                  </a:cubicBezTo>
                  <a:cubicBezTo>
                    <a:pt x="15" y="7"/>
                    <a:pt x="17" y="7"/>
                    <a:pt x="19" y="10"/>
                  </a:cubicBezTo>
                  <a:cubicBezTo>
                    <a:pt x="20" y="12"/>
                    <a:pt x="21" y="15"/>
                    <a:pt x="21" y="18"/>
                  </a:cubicBezTo>
                  <a:cubicBezTo>
                    <a:pt x="21" y="21"/>
                    <a:pt x="20"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3" name="Freeform 17">
              <a:extLst>
                <a:ext uri="{FF2B5EF4-FFF2-40B4-BE49-F238E27FC236}">
                  <a16:creationId xmlns:a16="http://schemas.microsoft.com/office/drawing/2014/main" id="{834F7817-F932-4478-9FEA-DA8B0EBD05A6}"/>
                </a:ext>
              </a:extLst>
            </p:cNvPr>
            <p:cNvSpPr>
              <a:spLocks noEditPoints="1"/>
            </p:cNvSpPr>
            <p:nvPr/>
          </p:nvSpPr>
          <p:spPr bwMode="auto">
            <a:xfrm>
              <a:off x="7065963" y="2840038"/>
              <a:ext cx="71438" cy="77788"/>
            </a:xfrm>
            <a:custGeom>
              <a:avLst/>
              <a:gdLst>
                <a:gd name="T0" fmla="*/ 30 w 45"/>
                <a:gd name="T1" fmla="*/ 0 h 49"/>
                <a:gd name="T2" fmla="*/ 17 w 45"/>
                <a:gd name="T3" fmla="*/ 0 h 49"/>
                <a:gd name="T4" fmla="*/ 0 w 45"/>
                <a:gd name="T5" fmla="*/ 49 h 49"/>
                <a:gd name="T6" fmla="*/ 11 w 45"/>
                <a:gd name="T7" fmla="*/ 49 h 49"/>
                <a:gd name="T8" fmla="*/ 14 w 45"/>
                <a:gd name="T9" fmla="*/ 40 h 49"/>
                <a:gd name="T10" fmla="*/ 30 w 45"/>
                <a:gd name="T11" fmla="*/ 40 h 49"/>
                <a:gd name="T12" fmla="*/ 33 w 45"/>
                <a:gd name="T13" fmla="*/ 49 h 49"/>
                <a:gd name="T14" fmla="*/ 45 w 45"/>
                <a:gd name="T15" fmla="*/ 49 h 49"/>
                <a:gd name="T16" fmla="*/ 30 w 45"/>
                <a:gd name="T17" fmla="*/ 0 h 49"/>
                <a:gd name="T18" fmla="*/ 17 w 45"/>
                <a:gd name="T19" fmla="*/ 30 h 49"/>
                <a:gd name="T20" fmla="*/ 22 w 45"/>
                <a:gd name="T21" fmla="*/ 12 h 49"/>
                <a:gd name="T22" fmla="*/ 28 w 45"/>
                <a:gd name="T23" fmla="*/ 30 h 49"/>
                <a:gd name="T24" fmla="*/ 17 w 45"/>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9">
                  <a:moveTo>
                    <a:pt x="30" y="0"/>
                  </a:moveTo>
                  <a:lnTo>
                    <a:pt x="17" y="0"/>
                  </a:lnTo>
                  <a:lnTo>
                    <a:pt x="0" y="49"/>
                  </a:lnTo>
                  <a:lnTo>
                    <a:pt x="11" y="49"/>
                  </a:lnTo>
                  <a:lnTo>
                    <a:pt x="14" y="40"/>
                  </a:lnTo>
                  <a:lnTo>
                    <a:pt x="30" y="40"/>
                  </a:lnTo>
                  <a:lnTo>
                    <a:pt x="33" y="49"/>
                  </a:lnTo>
                  <a:lnTo>
                    <a:pt x="45" y="49"/>
                  </a:lnTo>
                  <a:lnTo>
                    <a:pt x="30" y="0"/>
                  </a:lnTo>
                  <a:close/>
                  <a:moveTo>
                    <a:pt x="17" y="30"/>
                  </a:moveTo>
                  <a:lnTo>
                    <a:pt x="22" y="12"/>
                  </a:lnTo>
                  <a:lnTo>
                    <a:pt x="28" y="30"/>
                  </a:lnTo>
                  <a:lnTo>
                    <a:pt x="17"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4" name="Freeform 18">
              <a:extLst>
                <a:ext uri="{FF2B5EF4-FFF2-40B4-BE49-F238E27FC236}">
                  <a16:creationId xmlns:a16="http://schemas.microsoft.com/office/drawing/2014/main" id="{14E51887-E352-4149-91F9-BD52D305D3E7}"/>
                </a:ext>
              </a:extLst>
            </p:cNvPr>
            <p:cNvSpPr>
              <a:spLocks noEditPoints="1"/>
            </p:cNvSpPr>
            <p:nvPr/>
          </p:nvSpPr>
          <p:spPr bwMode="auto">
            <a:xfrm>
              <a:off x="7146925" y="2840038"/>
              <a:ext cx="65088" cy="77788"/>
            </a:xfrm>
            <a:custGeom>
              <a:avLst/>
              <a:gdLst>
                <a:gd name="T0" fmla="*/ 0 w 30"/>
                <a:gd name="T1" fmla="*/ 0 h 36"/>
                <a:gd name="T2" fmla="*/ 0 w 30"/>
                <a:gd name="T3" fmla="*/ 36 h 36"/>
                <a:gd name="T4" fmla="*/ 13 w 30"/>
                <a:gd name="T5" fmla="*/ 36 h 36"/>
                <a:gd name="T6" fmla="*/ 25 w 30"/>
                <a:gd name="T7" fmla="*/ 31 h 36"/>
                <a:gd name="T8" fmla="*/ 30 w 30"/>
                <a:gd name="T9" fmla="*/ 18 h 36"/>
                <a:gd name="T10" fmla="*/ 25 w 30"/>
                <a:gd name="T11" fmla="*/ 5 h 36"/>
                <a:gd name="T12" fmla="*/ 11 w 30"/>
                <a:gd name="T13" fmla="*/ 0 h 36"/>
                <a:gd name="T14" fmla="*/ 0 w 30"/>
                <a:gd name="T15" fmla="*/ 0 h 36"/>
                <a:gd name="T16" fmla="*/ 8 w 30"/>
                <a:gd name="T17" fmla="*/ 7 h 36"/>
                <a:gd name="T18" fmla="*/ 12 w 30"/>
                <a:gd name="T19" fmla="*/ 7 h 36"/>
                <a:gd name="T20" fmla="*/ 19 w 30"/>
                <a:gd name="T21" fmla="*/ 10 h 36"/>
                <a:gd name="T22" fmla="*/ 21 w 30"/>
                <a:gd name="T23" fmla="*/ 18 h 36"/>
                <a:gd name="T24" fmla="*/ 18 w 30"/>
                <a:gd name="T25" fmla="*/ 27 h 36"/>
                <a:gd name="T26" fmla="*/ 12 w 30"/>
                <a:gd name="T27" fmla="*/ 30 h 36"/>
                <a:gd name="T28" fmla="*/ 8 w 30"/>
                <a:gd name="T29" fmla="*/ 30 h 36"/>
                <a:gd name="T30" fmla="*/ 8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2" y="35"/>
                    <a:pt x="25" y="31"/>
                  </a:cubicBezTo>
                  <a:cubicBezTo>
                    <a:pt x="28" y="28"/>
                    <a:pt x="30" y="23"/>
                    <a:pt x="30" y="18"/>
                  </a:cubicBezTo>
                  <a:cubicBezTo>
                    <a:pt x="30" y="13"/>
                    <a:pt x="28" y="8"/>
                    <a:pt x="25" y="5"/>
                  </a:cubicBezTo>
                  <a:cubicBezTo>
                    <a:pt x="22" y="1"/>
                    <a:pt x="18" y="0"/>
                    <a:pt x="11" y="0"/>
                  </a:cubicBezTo>
                  <a:lnTo>
                    <a:pt x="0" y="0"/>
                  </a:lnTo>
                  <a:close/>
                  <a:moveTo>
                    <a:pt x="8" y="7"/>
                  </a:moveTo>
                  <a:cubicBezTo>
                    <a:pt x="12" y="7"/>
                    <a:pt x="12" y="7"/>
                    <a:pt x="12" y="7"/>
                  </a:cubicBezTo>
                  <a:cubicBezTo>
                    <a:pt x="15" y="7"/>
                    <a:pt x="17" y="7"/>
                    <a:pt x="19" y="10"/>
                  </a:cubicBezTo>
                  <a:cubicBezTo>
                    <a:pt x="20" y="12"/>
                    <a:pt x="21" y="15"/>
                    <a:pt x="21" y="18"/>
                  </a:cubicBezTo>
                  <a:cubicBezTo>
                    <a:pt x="21" y="21"/>
                    <a:pt x="20" y="24"/>
                    <a:pt x="18" y="27"/>
                  </a:cubicBezTo>
                  <a:cubicBezTo>
                    <a:pt x="17" y="29"/>
                    <a:pt x="15" y="30"/>
                    <a:pt x="12" y="30"/>
                  </a:cubicBezTo>
                  <a:cubicBezTo>
                    <a:pt x="8" y="30"/>
                    <a:pt x="8" y="30"/>
                    <a:pt x="8" y="30"/>
                  </a:cubicBezTo>
                  <a:lnTo>
                    <a:pt x="8"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5" name="Freeform 19">
              <a:extLst>
                <a:ext uri="{FF2B5EF4-FFF2-40B4-BE49-F238E27FC236}">
                  <a16:creationId xmlns:a16="http://schemas.microsoft.com/office/drawing/2014/main" id="{71AC51F5-2164-4A07-853C-563F6F3B82F5}"/>
                </a:ext>
              </a:extLst>
            </p:cNvPr>
            <p:cNvSpPr>
              <a:spLocks noEditPoints="1"/>
            </p:cNvSpPr>
            <p:nvPr/>
          </p:nvSpPr>
          <p:spPr bwMode="auto">
            <a:xfrm>
              <a:off x="7246938" y="2840038"/>
              <a:ext cx="68263" cy="77788"/>
            </a:xfrm>
            <a:custGeom>
              <a:avLst/>
              <a:gdLst>
                <a:gd name="T0" fmla="*/ 28 w 43"/>
                <a:gd name="T1" fmla="*/ 0 h 49"/>
                <a:gd name="T2" fmla="*/ 15 w 43"/>
                <a:gd name="T3" fmla="*/ 0 h 49"/>
                <a:gd name="T4" fmla="*/ 0 w 43"/>
                <a:gd name="T5" fmla="*/ 49 h 49"/>
                <a:gd name="T6" fmla="*/ 9 w 43"/>
                <a:gd name="T7" fmla="*/ 49 h 49"/>
                <a:gd name="T8" fmla="*/ 12 w 43"/>
                <a:gd name="T9" fmla="*/ 40 h 49"/>
                <a:gd name="T10" fmla="*/ 28 w 43"/>
                <a:gd name="T11" fmla="*/ 40 h 49"/>
                <a:gd name="T12" fmla="*/ 31 w 43"/>
                <a:gd name="T13" fmla="*/ 49 h 49"/>
                <a:gd name="T14" fmla="*/ 43 w 43"/>
                <a:gd name="T15" fmla="*/ 49 h 49"/>
                <a:gd name="T16" fmla="*/ 28 w 43"/>
                <a:gd name="T17" fmla="*/ 0 h 49"/>
                <a:gd name="T18" fmla="*/ 15 w 43"/>
                <a:gd name="T19" fmla="*/ 30 h 49"/>
                <a:gd name="T20" fmla="*/ 20 w 43"/>
                <a:gd name="T21" fmla="*/ 12 h 49"/>
                <a:gd name="T22" fmla="*/ 25 w 43"/>
                <a:gd name="T23" fmla="*/ 30 h 49"/>
                <a:gd name="T24" fmla="*/ 15 w 43"/>
                <a:gd name="T25"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9">
                  <a:moveTo>
                    <a:pt x="28" y="0"/>
                  </a:moveTo>
                  <a:lnTo>
                    <a:pt x="15" y="0"/>
                  </a:lnTo>
                  <a:lnTo>
                    <a:pt x="0" y="49"/>
                  </a:lnTo>
                  <a:lnTo>
                    <a:pt x="9" y="49"/>
                  </a:lnTo>
                  <a:lnTo>
                    <a:pt x="12" y="40"/>
                  </a:lnTo>
                  <a:lnTo>
                    <a:pt x="28" y="40"/>
                  </a:lnTo>
                  <a:lnTo>
                    <a:pt x="31" y="49"/>
                  </a:lnTo>
                  <a:lnTo>
                    <a:pt x="43" y="49"/>
                  </a:lnTo>
                  <a:lnTo>
                    <a:pt x="28" y="0"/>
                  </a:lnTo>
                  <a:close/>
                  <a:moveTo>
                    <a:pt x="15" y="30"/>
                  </a:moveTo>
                  <a:lnTo>
                    <a:pt x="20" y="12"/>
                  </a:lnTo>
                  <a:lnTo>
                    <a:pt x="25" y="30"/>
                  </a:lnTo>
                  <a:lnTo>
                    <a:pt x="15"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6" name="Freeform 20">
              <a:extLst>
                <a:ext uri="{FF2B5EF4-FFF2-40B4-BE49-F238E27FC236}">
                  <a16:creationId xmlns:a16="http://schemas.microsoft.com/office/drawing/2014/main" id="{787BBF1A-01EA-4612-B0F0-3F4F8D4D5F13}"/>
                </a:ext>
              </a:extLst>
            </p:cNvPr>
            <p:cNvSpPr>
              <a:spLocks noEditPoints="1"/>
            </p:cNvSpPr>
            <p:nvPr/>
          </p:nvSpPr>
          <p:spPr bwMode="auto">
            <a:xfrm>
              <a:off x="7324725" y="2840038"/>
              <a:ext cx="65088" cy="77788"/>
            </a:xfrm>
            <a:custGeom>
              <a:avLst/>
              <a:gdLst>
                <a:gd name="T0" fmla="*/ 0 w 30"/>
                <a:gd name="T1" fmla="*/ 0 h 36"/>
                <a:gd name="T2" fmla="*/ 0 w 30"/>
                <a:gd name="T3" fmla="*/ 36 h 36"/>
                <a:gd name="T4" fmla="*/ 13 w 30"/>
                <a:gd name="T5" fmla="*/ 36 h 36"/>
                <a:gd name="T6" fmla="*/ 26 w 30"/>
                <a:gd name="T7" fmla="*/ 31 h 36"/>
                <a:gd name="T8" fmla="*/ 30 w 30"/>
                <a:gd name="T9" fmla="*/ 18 h 36"/>
                <a:gd name="T10" fmla="*/ 26 w 30"/>
                <a:gd name="T11" fmla="*/ 5 h 36"/>
                <a:gd name="T12" fmla="*/ 12 w 30"/>
                <a:gd name="T13" fmla="*/ 0 h 36"/>
                <a:gd name="T14" fmla="*/ 0 w 30"/>
                <a:gd name="T15" fmla="*/ 0 h 36"/>
                <a:gd name="T16" fmla="*/ 9 w 30"/>
                <a:gd name="T17" fmla="*/ 7 h 36"/>
                <a:gd name="T18" fmla="*/ 12 w 30"/>
                <a:gd name="T19" fmla="*/ 7 h 36"/>
                <a:gd name="T20" fmla="*/ 19 w 30"/>
                <a:gd name="T21" fmla="*/ 10 h 36"/>
                <a:gd name="T22" fmla="*/ 22 w 30"/>
                <a:gd name="T23" fmla="*/ 18 h 36"/>
                <a:gd name="T24" fmla="*/ 19 w 30"/>
                <a:gd name="T25" fmla="*/ 27 h 36"/>
                <a:gd name="T26" fmla="*/ 12 w 30"/>
                <a:gd name="T27" fmla="*/ 30 h 36"/>
                <a:gd name="T28" fmla="*/ 9 w 30"/>
                <a:gd name="T29" fmla="*/ 30 h 36"/>
                <a:gd name="T30" fmla="*/ 9 w 30"/>
                <a:gd name="T31"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6">
                  <a:moveTo>
                    <a:pt x="0" y="0"/>
                  </a:moveTo>
                  <a:cubicBezTo>
                    <a:pt x="0" y="36"/>
                    <a:pt x="0" y="36"/>
                    <a:pt x="0" y="36"/>
                  </a:cubicBezTo>
                  <a:cubicBezTo>
                    <a:pt x="13" y="36"/>
                    <a:pt x="13" y="36"/>
                    <a:pt x="13" y="36"/>
                  </a:cubicBezTo>
                  <a:cubicBezTo>
                    <a:pt x="18" y="36"/>
                    <a:pt x="23" y="35"/>
                    <a:pt x="26" y="31"/>
                  </a:cubicBezTo>
                  <a:cubicBezTo>
                    <a:pt x="29" y="28"/>
                    <a:pt x="30" y="23"/>
                    <a:pt x="30" y="18"/>
                  </a:cubicBezTo>
                  <a:cubicBezTo>
                    <a:pt x="30" y="13"/>
                    <a:pt x="29" y="8"/>
                    <a:pt x="26" y="5"/>
                  </a:cubicBezTo>
                  <a:cubicBezTo>
                    <a:pt x="22" y="1"/>
                    <a:pt x="19" y="0"/>
                    <a:pt x="12" y="0"/>
                  </a:cubicBezTo>
                  <a:lnTo>
                    <a:pt x="0" y="0"/>
                  </a:lnTo>
                  <a:close/>
                  <a:moveTo>
                    <a:pt x="9" y="7"/>
                  </a:moveTo>
                  <a:cubicBezTo>
                    <a:pt x="12" y="7"/>
                    <a:pt x="12" y="7"/>
                    <a:pt x="12" y="7"/>
                  </a:cubicBezTo>
                  <a:cubicBezTo>
                    <a:pt x="15" y="7"/>
                    <a:pt x="17" y="7"/>
                    <a:pt x="19" y="10"/>
                  </a:cubicBezTo>
                  <a:cubicBezTo>
                    <a:pt x="21" y="12"/>
                    <a:pt x="22" y="15"/>
                    <a:pt x="22" y="18"/>
                  </a:cubicBezTo>
                  <a:cubicBezTo>
                    <a:pt x="22" y="21"/>
                    <a:pt x="21" y="24"/>
                    <a:pt x="19" y="27"/>
                  </a:cubicBezTo>
                  <a:cubicBezTo>
                    <a:pt x="17" y="29"/>
                    <a:pt x="15" y="30"/>
                    <a:pt x="12" y="30"/>
                  </a:cubicBezTo>
                  <a:cubicBezTo>
                    <a:pt x="9" y="30"/>
                    <a:pt x="9" y="30"/>
                    <a:pt x="9" y="30"/>
                  </a:cubicBezTo>
                  <a:lnTo>
                    <a:pt x="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7" name="Freeform 21">
              <a:extLst>
                <a:ext uri="{FF2B5EF4-FFF2-40B4-BE49-F238E27FC236}">
                  <a16:creationId xmlns:a16="http://schemas.microsoft.com/office/drawing/2014/main" id="{ABB1A0E4-5962-4377-93F0-E6A546AD1D2C}"/>
                </a:ext>
              </a:extLst>
            </p:cNvPr>
            <p:cNvSpPr>
              <a:spLocks noEditPoints="1"/>
            </p:cNvSpPr>
            <p:nvPr/>
          </p:nvSpPr>
          <p:spPr bwMode="auto">
            <a:xfrm>
              <a:off x="7397750"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6 w 31"/>
                <a:gd name="T19" fmla="*/ 7 h 38"/>
                <a:gd name="T20" fmla="*/ 21 w 31"/>
                <a:gd name="T21" fmla="*/ 10 h 38"/>
                <a:gd name="T22" fmla="*/ 22 w 31"/>
                <a:gd name="T23" fmla="*/ 19 h 38"/>
                <a:gd name="T24" fmla="*/ 16 w 31"/>
                <a:gd name="T25" fmla="*/ 31 h 38"/>
                <a:gd name="T26" fmla="*/ 9 w 31"/>
                <a:gd name="T27" fmla="*/ 19 h 38"/>
                <a:gd name="T28" fmla="*/ 16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2" y="9"/>
                    <a:pt x="0" y="14"/>
                    <a:pt x="0" y="19"/>
                  </a:cubicBezTo>
                  <a:cubicBezTo>
                    <a:pt x="0" y="24"/>
                    <a:pt x="2" y="29"/>
                    <a:pt x="4" y="33"/>
                  </a:cubicBezTo>
                  <a:cubicBezTo>
                    <a:pt x="7" y="36"/>
                    <a:pt x="11" y="38"/>
                    <a:pt x="15" y="38"/>
                  </a:cubicBezTo>
                  <a:cubicBezTo>
                    <a:pt x="20" y="38"/>
                    <a:pt x="25" y="36"/>
                    <a:pt x="27" y="33"/>
                  </a:cubicBezTo>
                  <a:cubicBezTo>
                    <a:pt x="30" y="29"/>
                    <a:pt x="31" y="24"/>
                    <a:pt x="31" y="19"/>
                  </a:cubicBezTo>
                  <a:cubicBezTo>
                    <a:pt x="31" y="14"/>
                    <a:pt x="30" y="9"/>
                    <a:pt x="27" y="6"/>
                  </a:cubicBezTo>
                  <a:cubicBezTo>
                    <a:pt x="25" y="2"/>
                    <a:pt x="21" y="0"/>
                    <a:pt x="16" y="0"/>
                  </a:cubicBezTo>
                  <a:moveTo>
                    <a:pt x="16" y="7"/>
                  </a:moveTo>
                  <a:cubicBezTo>
                    <a:pt x="18" y="7"/>
                    <a:pt x="20" y="8"/>
                    <a:pt x="21" y="10"/>
                  </a:cubicBezTo>
                  <a:cubicBezTo>
                    <a:pt x="22" y="12"/>
                    <a:pt x="22" y="15"/>
                    <a:pt x="22" y="19"/>
                  </a:cubicBezTo>
                  <a:cubicBezTo>
                    <a:pt x="22" y="27"/>
                    <a:pt x="20" y="31"/>
                    <a:pt x="16" y="31"/>
                  </a:cubicBezTo>
                  <a:cubicBezTo>
                    <a:pt x="11" y="31"/>
                    <a:pt x="9" y="27"/>
                    <a:pt x="9" y="19"/>
                  </a:cubicBezTo>
                  <a:cubicBezTo>
                    <a:pt x="9" y="11"/>
                    <a:pt x="11" y="7"/>
                    <a:pt x="16"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8" name="Freeform 22">
              <a:extLst>
                <a:ext uri="{FF2B5EF4-FFF2-40B4-BE49-F238E27FC236}">
                  <a16:creationId xmlns:a16="http://schemas.microsoft.com/office/drawing/2014/main" id="{520E9850-6E75-4E14-9107-C14C4B062084}"/>
                </a:ext>
              </a:extLst>
            </p:cNvPr>
            <p:cNvSpPr>
              <a:spLocks/>
            </p:cNvSpPr>
            <p:nvPr/>
          </p:nvSpPr>
          <p:spPr bwMode="auto">
            <a:xfrm>
              <a:off x="7478713" y="2840038"/>
              <a:ext cx="49213" cy="77788"/>
            </a:xfrm>
            <a:custGeom>
              <a:avLst/>
              <a:gdLst>
                <a:gd name="T0" fmla="*/ 10 w 31"/>
                <a:gd name="T1" fmla="*/ 40 h 49"/>
                <a:gd name="T2" fmla="*/ 10 w 31"/>
                <a:gd name="T3" fmla="*/ 0 h 49"/>
                <a:gd name="T4" fmla="*/ 0 w 31"/>
                <a:gd name="T5" fmla="*/ 0 h 49"/>
                <a:gd name="T6" fmla="*/ 0 w 31"/>
                <a:gd name="T7" fmla="*/ 49 h 49"/>
                <a:gd name="T8" fmla="*/ 31 w 31"/>
                <a:gd name="T9" fmla="*/ 49 h 49"/>
                <a:gd name="T10" fmla="*/ 31 w 31"/>
                <a:gd name="T11" fmla="*/ 40 h 49"/>
                <a:gd name="T12" fmla="*/ 10 w 31"/>
                <a:gd name="T13" fmla="*/ 40 h 49"/>
              </a:gdLst>
              <a:ahLst/>
              <a:cxnLst>
                <a:cxn ang="0">
                  <a:pos x="T0" y="T1"/>
                </a:cxn>
                <a:cxn ang="0">
                  <a:pos x="T2" y="T3"/>
                </a:cxn>
                <a:cxn ang="0">
                  <a:pos x="T4" y="T5"/>
                </a:cxn>
                <a:cxn ang="0">
                  <a:pos x="T6" y="T7"/>
                </a:cxn>
                <a:cxn ang="0">
                  <a:pos x="T8" y="T9"/>
                </a:cxn>
                <a:cxn ang="0">
                  <a:pos x="T10" y="T11"/>
                </a:cxn>
                <a:cxn ang="0">
                  <a:pos x="T12" y="T13"/>
                </a:cxn>
              </a:cxnLst>
              <a:rect l="0" t="0" r="r" b="b"/>
              <a:pathLst>
                <a:path w="31" h="49">
                  <a:moveTo>
                    <a:pt x="10" y="40"/>
                  </a:moveTo>
                  <a:lnTo>
                    <a:pt x="10" y="0"/>
                  </a:lnTo>
                  <a:lnTo>
                    <a:pt x="0" y="0"/>
                  </a:lnTo>
                  <a:lnTo>
                    <a:pt x="0" y="49"/>
                  </a:lnTo>
                  <a:lnTo>
                    <a:pt x="31" y="49"/>
                  </a:lnTo>
                  <a:lnTo>
                    <a:pt x="31" y="40"/>
                  </a:lnTo>
                  <a:lnTo>
                    <a:pt x="10"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19" name="Freeform 23">
              <a:extLst>
                <a:ext uri="{FF2B5EF4-FFF2-40B4-BE49-F238E27FC236}">
                  <a16:creationId xmlns:a16="http://schemas.microsoft.com/office/drawing/2014/main" id="{20842D60-6B74-4448-BE83-277CCC2ED7C9}"/>
                </a:ext>
              </a:extLst>
            </p:cNvPr>
            <p:cNvSpPr>
              <a:spLocks/>
            </p:cNvSpPr>
            <p:nvPr/>
          </p:nvSpPr>
          <p:spPr bwMode="auto">
            <a:xfrm>
              <a:off x="7535863" y="2840038"/>
              <a:ext cx="57150" cy="77788"/>
            </a:xfrm>
            <a:custGeom>
              <a:avLst/>
              <a:gdLst>
                <a:gd name="T0" fmla="*/ 36 w 36"/>
                <a:gd name="T1" fmla="*/ 10 h 49"/>
                <a:gd name="T2" fmla="*/ 36 w 36"/>
                <a:gd name="T3" fmla="*/ 0 h 49"/>
                <a:gd name="T4" fmla="*/ 0 w 36"/>
                <a:gd name="T5" fmla="*/ 0 h 49"/>
                <a:gd name="T6" fmla="*/ 0 w 36"/>
                <a:gd name="T7" fmla="*/ 49 h 49"/>
                <a:gd name="T8" fmla="*/ 13 w 36"/>
                <a:gd name="T9" fmla="*/ 49 h 49"/>
                <a:gd name="T10" fmla="*/ 13 w 36"/>
                <a:gd name="T11" fmla="*/ 30 h 49"/>
                <a:gd name="T12" fmla="*/ 32 w 36"/>
                <a:gd name="T13" fmla="*/ 30 h 49"/>
                <a:gd name="T14" fmla="*/ 32 w 36"/>
                <a:gd name="T15" fmla="*/ 21 h 49"/>
                <a:gd name="T16" fmla="*/ 13 w 36"/>
                <a:gd name="T17" fmla="*/ 21 h 49"/>
                <a:gd name="T18" fmla="*/ 13 w 36"/>
                <a:gd name="T19" fmla="*/ 10 h 49"/>
                <a:gd name="T20" fmla="*/ 36 w 36"/>
                <a:gd name="T21"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49">
                  <a:moveTo>
                    <a:pt x="36" y="10"/>
                  </a:moveTo>
                  <a:lnTo>
                    <a:pt x="36" y="0"/>
                  </a:lnTo>
                  <a:lnTo>
                    <a:pt x="0" y="0"/>
                  </a:lnTo>
                  <a:lnTo>
                    <a:pt x="0" y="49"/>
                  </a:lnTo>
                  <a:lnTo>
                    <a:pt x="13" y="49"/>
                  </a:lnTo>
                  <a:lnTo>
                    <a:pt x="13" y="30"/>
                  </a:lnTo>
                  <a:lnTo>
                    <a:pt x="32" y="30"/>
                  </a:lnTo>
                  <a:lnTo>
                    <a:pt x="32" y="21"/>
                  </a:lnTo>
                  <a:lnTo>
                    <a:pt x="13" y="21"/>
                  </a:lnTo>
                  <a:lnTo>
                    <a:pt x="13" y="10"/>
                  </a:lnTo>
                  <a:lnTo>
                    <a:pt x="36"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0" name="Freeform 24">
              <a:extLst>
                <a:ext uri="{FF2B5EF4-FFF2-40B4-BE49-F238E27FC236}">
                  <a16:creationId xmlns:a16="http://schemas.microsoft.com/office/drawing/2014/main" id="{6F62709B-D48F-4ADA-A9C1-84AF24A1AAC5}"/>
                </a:ext>
              </a:extLst>
            </p:cNvPr>
            <p:cNvSpPr>
              <a:spLocks noEditPoints="1"/>
            </p:cNvSpPr>
            <p:nvPr/>
          </p:nvSpPr>
          <p:spPr bwMode="auto">
            <a:xfrm>
              <a:off x="7599363" y="2838450"/>
              <a:ext cx="66675" cy="82550"/>
            </a:xfrm>
            <a:custGeom>
              <a:avLst/>
              <a:gdLst>
                <a:gd name="T0" fmla="*/ 16 w 31"/>
                <a:gd name="T1" fmla="*/ 0 h 38"/>
                <a:gd name="T2" fmla="*/ 4 w 31"/>
                <a:gd name="T3" fmla="*/ 6 h 38"/>
                <a:gd name="T4" fmla="*/ 0 w 31"/>
                <a:gd name="T5" fmla="*/ 19 h 38"/>
                <a:gd name="T6" fmla="*/ 4 w 31"/>
                <a:gd name="T7" fmla="*/ 33 h 38"/>
                <a:gd name="T8" fmla="*/ 15 w 31"/>
                <a:gd name="T9" fmla="*/ 38 h 38"/>
                <a:gd name="T10" fmla="*/ 27 w 31"/>
                <a:gd name="T11" fmla="*/ 33 h 38"/>
                <a:gd name="T12" fmla="*/ 31 w 31"/>
                <a:gd name="T13" fmla="*/ 19 h 38"/>
                <a:gd name="T14" fmla="*/ 27 w 31"/>
                <a:gd name="T15" fmla="*/ 6 h 38"/>
                <a:gd name="T16" fmla="*/ 16 w 31"/>
                <a:gd name="T17" fmla="*/ 0 h 38"/>
                <a:gd name="T18" fmla="*/ 15 w 31"/>
                <a:gd name="T19" fmla="*/ 7 h 38"/>
                <a:gd name="T20" fmla="*/ 21 w 31"/>
                <a:gd name="T21" fmla="*/ 10 h 38"/>
                <a:gd name="T22" fmla="*/ 22 w 31"/>
                <a:gd name="T23" fmla="*/ 19 h 38"/>
                <a:gd name="T24" fmla="*/ 15 w 31"/>
                <a:gd name="T25" fmla="*/ 31 h 38"/>
                <a:gd name="T26" fmla="*/ 9 w 31"/>
                <a:gd name="T27" fmla="*/ 19 h 38"/>
                <a:gd name="T28" fmla="*/ 15 w 31"/>
                <a:gd name="T29" fmla="*/ 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38">
                  <a:moveTo>
                    <a:pt x="16" y="0"/>
                  </a:moveTo>
                  <a:cubicBezTo>
                    <a:pt x="11" y="0"/>
                    <a:pt x="7" y="2"/>
                    <a:pt x="4" y="6"/>
                  </a:cubicBezTo>
                  <a:cubicBezTo>
                    <a:pt x="1" y="9"/>
                    <a:pt x="0" y="14"/>
                    <a:pt x="0" y="19"/>
                  </a:cubicBezTo>
                  <a:cubicBezTo>
                    <a:pt x="0" y="24"/>
                    <a:pt x="1" y="29"/>
                    <a:pt x="4" y="33"/>
                  </a:cubicBezTo>
                  <a:cubicBezTo>
                    <a:pt x="7" y="36"/>
                    <a:pt x="11" y="38"/>
                    <a:pt x="15" y="38"/>
                  </a:cubicBezTo>
                  <a:cubicBezTo>
                    <a:pt x="20" y="38"/>
                    <a:pt x="24" y="36"/>
                    <a:pt x="27" y="33"/>
                  </a:cubicBezTo>
                  <a:cubicBezTo>
                    <a:pt x="29" y="29"/>
                    <a:pt x="31" y="24"/>
                    <a:pt x="31" y="19"/>
                  </a:cubicBezTo>
                  <a:cubicBezTo>
                    <a:pt x="31" y="14"/>
                    <a:pt x="30" y="9"/>
                    <a:pt x="27" y="6"/>
                  </a:cubicBezTo>
                  <a:cubicBezTo>
                    <a:pt x="24" y="2"/>
                    <a:pt x="20" y="0"/>
                    <a:pt x="16" y="0"/>
                  </a:cubicBezTo>
                  <a:moveTo>
                    <a:pt x="15" y="7"/>
                  </a:moveTo>
                  <a:cubicBezTo>
                    <a:pt x="18" y="7"/>
                    <a:pt x="19" y="8"/>
                    <a:pt x="21" y="10"/>
                  </a:cubicBezTo>
                  <a:cubicBezTo>
                    <a:pt x="22" y="12"/>
                    <a:pt x="22" y="15"/>
                    <a:pt x="22" y="19"/>
                  </a:cubicBezTo>
                  <a:cubicBezTo>
                    <a:pt x="22" y="27"/>
                    <a:pt x="20" y="31"/>
                    <a:pt x="15" y="31"/>
                  </a:cubicBezTo>
                  <a:cubicBezTo>
                    <a:pt x="11" y="31"/>
                    <a:pt x="9" y="27"/>
                    <a:pt x="9" y="19"/>
                  </a:cubicBezTo>
                  <a:cubicBezTo>
                    <a:pt x="9" y="11"/>
                    <a:pt x="11" y="7"/>
                    <a:pt x="15"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1" name="Rectangle 25">
              <a:extLst>
                <a:ext uri="{FF2B5EF4-FFF2-40B4-BE49-F238E27FC236}">
                  <a16:creationId xmlns:a16="http://schemas.microsoft.com/office/drawing/2014/main" id="{F29BFEB6-CCDD-4D62-8650-EE8CC3BE5C01}"/>
                </a:ext>
              </a:extLst>
            </p:cNvPr>
            <p:cNvSpPr>
              <a:spLocks noChangeArrowheads="1"/>
            </p:cNvSpPr>
            <p:nvPr/>
          </p:nvSpPr>
          <p:spPr bwMode="auto">
            <a:xfrm>
              <a:off x="7707313" y="2840038"/>
              <a:ext cx="190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2" name="Freeform 26">
              <a:extLst>
                <a:ext uri="{FF2B5EF4-FFF2-40B4-BE49-F238E27FC236}">
                  <a16:creationId xmlns:a16="http://schemas.microsoft.com/office/drawing/2014/main" id="{8EDB595B-6E01-46FB-A05B-F91F4D878162}"/>
                </a:ext>
              </a:extLst>
            </p:cNvPr>
            <p:cNvSpPr>
              <a:spLocks noEditPoints="1"/>
            </p:cNvSpPr>
            <p:nvPr/>
          </p:nvSpPr>
          <p:spPr bwMode="auto">
            <a:xfrm>
              <a:off x="7742238" y="2840038"/>
              <a:ext cx="65088" cy="77788"/>
            </a:xfrm>
            <a:custGeom>
              <a:avLst/>
              <a:gdLst>
                <a:gd name="T0" fmla="*/ 0 w 30"/>
                <a:gd name="T1" fmla="*/ 0 h 36"/>
                <a:gd name="T2" fmla="*/ 0 w 30"/>
                <a:gd name="T3" fmla="*/ 36 h 36"/>
                <a:gd name="T4" fmla="*/ 17 w 30"/>
                <a:gd name="T5" fmla="*/ 36 h 36"/>
                <a:gd name="T6" fmla="*/ 27 w 30"/>
                <a:gd name="T7" fmla="*/ 34 h 36"/>
                <a:gd name="T8" fmla="*/ 30 w 30"/>
                <a:gd name="T9" fmla="*/ 26 h 36"/>
                <a:gd name="T10" fmla="*/ 27 w 30"/>
                <a:gd name="T11" fmla="*/ 20 h 36"/>
                <a:gd name="T12" fmla="*/ 23 w 30"/>
                <a:gd name="T13" fmla="*/ 17 h 36"/>
                <a:gd name="T14" fmla="*/ 29 w 30"/>
                <a:gd name="T15" fmla="*/ 9 h 36"/>
                <a:gd name="T16" fmla="*/ 26 w 30"/>
                <a:gd name="T17" fmla="*/ 2 h 36"/>
                <a:gd name="T18" fmla="*/ 17 w 30"/>
                <a:gd name="T19" fmla="*/ 0 h 36"/>
                <a:gd name="T20" fmla="*/ 0 w 30"/>
                <a:gd name="T21" fmla="*/ 0 h 36"/>
                <a:gd name="T22" fmla="*/ 9 w 30"/>
                <a:gd name="T23" fmla="*/ 6 h 36"/>
                <a:gd name="T24" fmla="*/ 14 w 30"/>
                <a:gd name="T25" fmla="*/ 6 h 36"/>
                <a:gd name="T26" fmla="*/ 19 w 30"/>
                <a:gd name="T27" fmla="*/ 7 h 36"/>
                <a:gd name="T28" fmla="*/ 20 w 30"/>
                <a:gd name="T29" fmla="*/ 10 h 36"/>
                <a:gd name="T30" fmla="*/ 19 w 30"/>
                <a:gd name="T31" fmla="*/ 13 h 36"/>
                <a:gd name="T32" fmla="*/ 15 w 30"/>
                <a:gd name="T33" fmla="*/ 14 h 36"/>
                <a:gd name="T34" fmla="*/ 9 w 30"/>
                <a:gd name="T35" fmla="*/ 14 h 36"/>
                <a:gd name="T36" fmla="*/ 9 w 30"/>
                <a:gd name="T37" fmla="*/ 6 h 36"/>
                <a:gd name="T38" fmla="*/ 9 w 30"/>
                <a:gd name="T39" fmla="*/ 21 h 36"/>
                <a:gd name="T40" fmla="*/ 16 w 30"/>
                <a:gd name="T41" fmla="*/ 21 h 36"/>
                <a:gd name="T42" fmla="*/ 21 w 30"/>
                <a:gd name="T43" fmla="*/ 25 h 36"/>
                <a:gd name="T44" fmla="*/ 19 w 30"/>
                <a:gd name="T45" fmla="*/ 29 h 36"/>
                <a:gd name="T46" fmla="*/ 15 w 30"/>
                <a:gd name="T47" fmla="*/ 30 h 36"/>
                <a:gd name="T48" fmla="*/ 9 w 30"/>
                <a:gd name="T49" fmla="*/ 30 h 36"/>
                <a:gd name="T50" fmla="*/ 9 w 30"/>
                <a:gd name="T51"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 h="36">
                  <a:moveTo>
                    <a:pt x="0" y="0"/>
                  </a:moveTo>
                  <a:cubicBezTo>
                    <a:pt x="0" y="36"/>
                    <a:pt x="0" y="36"/>
                    <a:pt x="0" y="36"/>
                  </a:cubicBezTo>
                  <a:cubicBezTo>
                    <a:pt x="17" y="36"/>
                    <a:pt x="17" y="36"/>
                    <a:pt x="17" y="36"/>
                  </a:cubicBezTo>
                  <a:cubicBezTo>
                    <a:pt x="22" y="36"/>
                    <a:pt x="25" y="36"/>
                    <a:pt x="27" y="34"/>
                  </a:cubicBezTo>
                  <a:cubicBezTo>
                    <a:pt x="29" y="32"/>
                    <a:pt x="30" y="29"/>
                    <a:pt x="30" y="26"/>
                  </a:cubicBezTo>
                  <a:cubicBezTo>
                    <a:pt x="30" y="24"/>
                    <a:pt x="29" y="21"/>
                    <a:pt x="27" y="20"/>
                  </a:cubicBezTo>
                  <a:cubicBezTo>
                    <a:pt x="26" y="18"/>
                    <a:pt x="25" y="18"/>
                    <a:pt x="23" y="17"/>
                  </a:cubicBezTo>
                  <a:cubicBezTo>
                    <a:pt x="27" y="16"/>
                    <a:pt x="29" y="13"/>
                    <a:pt x="29" y="9"/>
                  </a:cubicBezTo>
                  <a:cubicBezTo>
                    <a:pt x="29" y="6"/>
                    <a:pt x="28" y="4"/>
                    <a:pt x="26" y="2"/>
                  </a:cubicBezTo>
                  <a:cubicBezTo>
                    <a:pt x="24" y="0"/>
                    <a:pt x="21" y="0"/>
                    <a:pt x="17" y="0"/>
                  </a:cubicBezTo>
                  <a:lnTo>
                    <a:pt x="0" y="0"/>
                  </a:lnTo>
                  <a:close/>
                  <a:moveTo>
                    <a:pt x="9" y="6"/>
                  </a:moveTo>
                  <a:cubicBezTo>
                    <a:pt x="14" y="6"/>
                    <a:pt x="14" y="6"/>
                    <a:pt x="14" y="6"/>
                  </a:cubicBezTo>
                  <a:cubicBezTo>
                    <a:pt x="18" y="6"/>
                    <a:pt x="18" y="6"/>
                    <a:pt x="19" y="7"/>
                  </a:cubicBezTo>
                  <a:cubicBezTo>
                    <a:pt x="20" y="8"/>
                    <a:pt x="20" y="9"/>
                    <a:pt x="20" y="10"/>
                  </a:cubicBezTo>
                  <a:cubicBezTo>
                    <a:pt x="20" y="12"/>
                    <a:pt x="20" y="13"/>
                    <a:pt x="19" y="13"/>
                  </a:cubicBezTo>
                  <a:cubicBezTo>
                    <a:pt x="18" y="14"/>
                    <a:pt x="17" y="14"/>
                    <a:pt x="15" y="14"/>
                  </a:cubicBezTo>
                  <a:cubicBezTo>
                    <a:pt x="9" y="14"/>
                    <a:pt x="9" y="14"/>
                    <a:pt x="9" y="14"/>
                  </a:cubicBezTo>
                  <a:lnTo>
                    <a:pt x="9" y="6"/>
                  </a:lnTo>
                  <a:close/>
                  <a:moveTo>
                    <a:pt x="9" y="21"/>
                  </a:moveTo>
                  <a:cubicBezTo>
                    <a:pt x="16" y="21"/>
                    <a:pt x="16" y="21"/>
                    <a:pt x="16" y="21"/>
                  </a:cubicBezTo>
                  <a:cubicBezTo>
                    <a:pt x="19" y="21"/>
                    <a:pt x="21" y="22"/>
                    <a:pt x="21" y="25"/>
                  </a:cubicBezTo>
                  <a:cubicBezTo>
                    <a:pt x="21" y="27"/>
                    <a:pt x="20" y="28"/>
                    <a:pt x="19" y="29"/>
                  </a:cubicBezTo>
                  <a:cubicBezTo>
                    <a:pt x="18" y="29"/>
                    <a:pt x="17" y="30"/>
                    <a:pt x="15" y="30"/>
                  </a:cubicBezTo>
                  <a:cubicBezTo>
                    <a:pt x="9" y="30"/>
                    <a:pt x="9" y="30"/>
                    <a:pt x="9" y="30"/>
                  </a:cubicBezTo>
                  <a:lnTo>
                    <a:pt x="9"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3" name="Freeform 27">
              <a:extLst>
                <a:ext uri="{FF2B5EF4-FFF2-40B4-BE49-F238E27FC236}">
                  <a16:creationId xmlns:a16="http://schemas.microsoft.com/office/drawing/2014/main" id="{2A34DCBB-6B73-4224-AEAA-DDAC6AEE0AFB}"/>
                </a:ext>
              </a:extLst>
            </p:cNvPr>
            <p:cNvSpPr>
              <a:spLocks noEditPoints="1"/>
            </p:cNvSpPr>
            <p:nvPr/>
          </p:nvSpPr>
          <p:spPr bwMode="auto">
            <a:xfrm>
              <a:off x="7812088" y="2814638"/>
              <a:ext cx="71438" cy="103188"/>
            </a:xfrm>
            <a:custGeom>
              <a:avLst/>
              <a:gdLst>
                <a:gd name="T0" fmla="*/ 30 w 45"/>
                <a:gd name="T1" fmla="*/ 16 h 65"/>
                <a:gd name="T2" fmla="*/ 16 w 45"/>
                <a:gd name="T3" fmla="*/ 16 h 65"/>
                <a:gd name="T4" fmla="*/ 0 w 45"/>
                <a:gd name="T5" fmla="*/ 65 h 65"/>
                <a:gd name="T6" fmla="*/ 9 w 45"/>
                <a:gd name="T7" fmla="*/ 65 h 65"/>
                <a:gd name="T8" fmla="*/ 13 w 45"/>
                <a:gd name="T9" fmla="*/ 56 h 65"/>
                <a:gd name="T10" fmla="*/ 30 w 45"/>
                <a:gd name="T11" fmla="*/ 56 h 65"/>
                <a:gd name="T12" fmla="*/ 32 w 45"/>
                <a:gd name="T13" fmla="*/ 65 h 65"/>
                <a:gd name="T14" fmla="*/ 45 w 45"/>
                <a:gd name="T15" fmla="*/ 65 h 65"/>
                <a:gd name="T16" fmla="*/ 30 w 45"/>
                <a:gd name="T17" fmla="*/ 16 h 65"/>
                <a:gd name="T18" fmla="*/ 16 w 45"/>
                <a:gd name="T19" fmla="*/ 46 h 65"/>
                <a:gd name="T20" fmla="*/ 21 w 45"/>
                <a:gd name="T21" fmla="*/ 28 h 65"/>
                <a:gd name="T22" fmla="*/ 27 w 45"/>
                <a:gd name="T23" fmla="*/ 46 h 65"/>
                <a:gd name="T24" fmla="*/ 16 w 45"/>
                <a:gd name="T25" fmla="*/ 46 h 65"/>
                <a:gd name="T26" fmla="*/ 32 w 45"/>
                <a:gd name="T27" fmla="*/ 0 h 65"/>
                <a:gd name="T28" fmla="*/ 16 w 45"/>
                <a:gd name="T29" fmla="*/ 8 h 65"/>
                <a:gd name="T30" fmla="*/ 19 w 45"/>
                <a:gd name="T31" fmla="*/ 12 h 65"/>
                <a:gd name="T32" fmla="*/ 35 w 45"/>
                <a:gd name="T33" fmla="*/ 7 h 65"/>
                <a:gd name="T34" fmla="*/ 32 w 45"/>
                <a:gd name="T3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 h="65">
                  <a:moveTo>
                    <a:pt x="30" y="16"/>
                  </a:moveTo>
                  <a:lnTo>
                    <a:pt x="16" y="16"/>
                  </a:lnTo>
                  <a:lnTo>
                    <a:pt x="0" y="65"/>
                  </a:lnTo>
                  <a:lnTo>
                    <a:pt x="9" y="65"/>
                  </a:lnTo>
                  <a:lnTo>
                    <a:pt x="13" y="56"/>
                  </a:lnTo>
                  <a:lnTo>
                    <a:pt x="30" y="56"/>
                  </a:lnTo>
                  <a:lnTo>
                    <a:pt x="32" y="65"/>
                  </a:lnTo>
                  <a:lnTo>
                    <a:pt x="45" y="65"/>
                  </a:lnTo>
                  <a:lnTo>
                    <a:pt x="30" y="16"/>
                  </a:lnTo>
                  <a:close/>
                  <a:moveTo>
                    <a:pt x="16" y="46"/>
                  </a:moveTo>
                  <a:lnTo>
                    <a:pt x="21" y="28"/>
                  </a:lnTo>
                  <a:lnTo>
                    <a:pt x="27" y="46"/>
                  </a:lnTo>
                  <a:lnTo>
                    <a:pt x="16" y="46"/>
                  </a:lnTo>
                  <a:close/>
                  <a:moveTo>
                    <a:pt x="32" y="0"/>
                  </a:moveTo>
                  <a:lnTo>
                    <a:pt x="16" y="8"/>
                  </a:lnTo>
                  <a:lnTo>
                    <a:pt x="19" y="12"/>
                  </a:lnTo>
                  <a:lnTo>
                    <a:pt x="35" y="7"/>
                  </a:lnTo>
                  <a:lnTo>
                    <a:pt x="3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4" name="Freeform 28">
              <a:extLst>
                <a:ext uri="{FF2B5EF4-FFF2-40B4-BE49-F238E27FC236}">
                  <a16:creationId xmlns:a16="http://schemas.microsoft.com/office/drawing/2014/main" id="{7C5A23C3-8A30-4C4A-9A71-F9FE81A7E4EF}"/>
                </a:ext>
              </a:extLst>
            </p:cNvPr>
            <p:cNvSpPr>
              <a:spLocks noEditPoints="1"/>
            </p:cNvSpPr>
            <p:nvPr/>
          </p:nvSpPr>
          <p:spPr bwMode="auto">
            <a:xfrm>
              <a:off x="7891463" y="2816225"/>
              <a:ext cx="60325" cy="101600"/>
            </a:xfrm>
            <a:custGeom>
              <a:avLst/>
              <a:gdLst>
                <a:gd name="T0" fmla="*/ 28 w 28"/>
                <a:gd name="T1" fmla="*/ 11 h 47"/>
                <a:gd name="T2" fmla="*/ 21 w 28"/>
                <a:gd name="T3" fmla="*/ 11 h 47"/>
                <a:gd name="T4" fmla="*/ 21 w 28"/>
                <a:gd name="T5" fmla="*/ 30 h 47"/>
                <a:gd name="T6" fmla="*/ 22 w 28"/>
                <a:gd name="T7" fmla="*/ 32 h 47"/>
                <a:gd name="T8" fmla="*/ 9 w 28"/>
                <a:gd name="T9" fmla="*/ 11 h 47"/>
                <a:gd name="T10" fmla="*/ 0 w 28"/>
                <a:gd name="T11" fmla="*/ 11 h 47"/>
                <a:gd name="T12" fmla="*/ 0 w 28"/>
                <a:gd name="T13" fmla="*/ 47 h 47"/>
                <a:gd name="T14" fmla="*/ 7 w 28"/>
                <a:gd name="T15" fmla="*/ 47 h 47"/>
                <a:gd name="T16" fmla="*/ 7 w 28"/>
                <a:gd name="T17" fmla="*/ 26 h 47"/>
                <a:gd name="T18" fmla="*/ 6 w 28"/>
                <a:gd name="T19" fmla="*/ 24 h 47"/>
                <a:gd name="T20" fmla="*/ 6 w 28"/>
                <a:gd name="T21" fmla="*/ 23 h 47"/>
                <a:gd name="T22" fmla="*/ 21 w 28"/>
                <a:gd name="T23" fmla="*/ 47 h 47"/>
                <a:gd name="T24" fmla="*/ 28 w 28"/>
                <a:gd name="T25" fmla="*/ 47 h 47"/>
                <a:gd name="T26" fmla="*/ 28 w 28"/>
                <a:gd name="T27" fmla="*/ 11 h 47"/>
                <a:gd name="T28" fmla="*/ 22 w 28"/>
                <a:gd name="T29" fmla="*/ 0 h 47"/>
                <a:gd name="T30" fmla="*/ 18 w 28"/>
                <a:gd name="T31" fmla="*/ 3 h 47"/>
                <a:gd name="T32" fmla="*/ 15 w 28"/>
                <a:gd name="T33" fmla="*/ 2 h 47"/>
                <a:gd name="T34" fmla="*/ 11 w 28"/>
                <a:gd name="T35" fmla="*/ 1 h 47"/>
                <a:gd name="T36" fmla="*/ 5 w 28"/>
                <a:gd name="T37" fmla="*/ 4 h 47"/>
                <a:gd name="T38" fmla="*/ 7 w 28"/>
                <a:gd name="T39" fmla="*/ 7 h 47"/>
                <a:gd name="T40" fmla="*/ 11 w 28"/>
                <a:gd name="T41" fmla="*/ 5 h 47"/>
                <a:gd name="T42" fmla="*/ 13 w 28"/>
                <a:gd name="T43" fmla="*/ 5 h 47"/>
                <a:gd name="T44" fmla="*/ 18 w 28"/>
                <a:gd name="T45" fmla="*/ 7 h 47"/>
                <a:gd name="T46" fmla="*/ 24 w 28"/>
                <a:gd name="T47" fmla="*/ 3 h 47"/>
                <a:gd name="T48" fmla="*/ 22 w 28"/>
                <a:gd name="T4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47">
                  <a:moveTo>
                    <a:pt x="28" y="11"/>
                  </a:moveTo>
                  <a:cubicBezTo>
                    <a:pt x="21" y="11"/>
                    <a:pt x="21" y="11"/>
                    <a:pt x="21" y="11"/>
                  </a:cubicBezTo>
                  <a:cubicBezTo>
                    <a:pt x="21" y="30"/>
                    <a:pt x="21" y="30"/>
                    <a:pt x="21" y="30"/>
                  </a:cubicBezTo>
                  <a:cubicBezTo>
                    <a:pt x="21" y="31"/>
                    <a:pt x="21" y="31"/>
                    <a:pt x="22" y="32"/>
                  </a:cubicBezTo>
                  <a:cubicBezTo>
                    <a:pt x="9" y="11"/>
                    <a:pt x="9" y="11"/>
                    <a:pt x="9" y="11"/>
                  </a:cubicBezTo>
                  <a:cubicBezTo>
                    <a:pt x="0" y="11"/>
                    <a:pt x="0" y="11"/>
                    <a:pt x="0" y="11"/>
                  </a:cubicBezTo>
                  <a:cubicBezTo>
                    <a:pt x="0" y="47"/>
                    <a:pt x="0" y="47"/>
                    <a:pt x="0" y="47"/>
                  </a:cubicBezTo>
                  <a:cubicBezTo>
                    <a:pt x="7" y="47"/>
                    <a:pt x="7" y="47"/>
                    <a:pt x="7" y="47"/>
                  </a:cubicBezTo>
                  <a:cubicBezTo>
                    <a:pt x="7" y="26"/>
                    <a:pt x="7" y="26"/>
                    <a:pt x="7" y="26"/>
                  </a:cubicBezTo>
                  <a:cubicBezTo>
                    <a:pt x="6" y="24"/>
                    <a:pt x="6" y="24"/>
                    <a:pt x="6" y="24"/>
                  </a:cubicBezTo>
                  <a:cubicBezTo>
                    <a:pt x="6" y="23"/>
                    <a:pt x="6" y="23"/>
                    <a:pt x="6" y="23"/>
                  </a:cubicBezTo>
                  <a:cubicBezTo>
                    <a:pt x="21" y="47"/>
                    <a:pt x="21" y="47"/>
                    <a:pt x="21" y="47"/>
                  </a:cubicBezTo>
                  <a:cubicBezTo>
                    <a:pt x="28" y="47"/>
                    <a:pt x="28" y="47"/>
                    <a:pt x="28" y="47"/>
                  </a:cubicBezTo>
                  <a:lnTo>
                    <a:pt x="28" y="11"/>
                  </a:lnTo>
                  <a:close/>
                  <a:moveTo>
                    <a:pt x="22" y="0"/>
                  </a:moveTo>
                  <a:cubicBezTo>
                    <a:pt x="21" y="2"/>
                    <a:pt x="19" y="3"/>
                    <a:pt x="18" y="3"/>
                  </a:cubicBezTo>
                  <a:cubicBezTo>
                    <a:pt x="17" y="3"/>
                    <a:pt x="16" y="2"/>
                    <a:pt x="15" y="2"/>
                  </a:cubicBezTo>
                  <a:cubicBezTo>
                    <a:pt x="13" y="1"/>
                    <a:pt x="12" y="1"/>
                    <a:pt x="11" y="1"/>
                  </a:cubicBezTo>
                  <a:cubicBezTo>
                    <a:pt x="9" y="1"/>
                    <a:pt x="7" y="2"/>
                    <a:pt x="5" y="4"/>
                  </a:cubicBezTo>
                  <a:cubicBezTo>
                    <a:pt x="7" y="7"/>
                    <a:pt x="7" y="7"/>
                    <a:pt x="7" y="7"/>
                  </a:cubicBezTo>
                  <a:cubicBezTo>
                    <a:pt x="9" y="5"/>
                    <a:pt x="10" y="5"/>
                    <a:pt x="11" y="5"/>
                  </a:cubicBezTo>
                  <a:cubicBezTo>
                    <a:pt x="12" y="5"/>
                    <a:pt x="12" y="5"/>
                    <a:pt x="13" y="5"/>
                  </a:cubicBezTo>
                  <a:cubicBezTo>
                    <a:pt x="16" y="7"/>
                    <a:pt x="16" y="7"/>
                    <a:pt x="18" y="7"/>
                  </a:cubicBezTo>
                  <a:cubicBezTo>
                    <a:pt x="20" y="7"/>
                    <a:pt x="22" y="6"/>
                    <a:pt x="24" y="3"/>
                  </a:cubicBezTo>
                  <a:lnTo>
                    <a:pt x="2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5" name="Freeform 29">
              <a:extLst>
                <a:ext uri="{FF2B5EF4-FFF2-40B4-BE49-F238E27FC236}">
                  <a16:creationId xmlns:a16="http://schemas.microsoft.com/office/drawing/2014/main" id="{52CCA802-C4B9-496B-AB23-574A262F7883}"/>
                </a:ext>
              </a:extLst>
            </p:cNvPr>
            <p:cNvSpPr>
              <a:spLocks/>
            </p:cNvSpPr>
            <p:nvPr/>
          </p:nvSpPr>
          <p:spPr bwMode="auto">
            <a:xfrm>
              <a:off x="7967663" y="2840038"/>
              <a:ext cx="55563" cy="77788"/>
            </a:xfrm>
            <a:custGeom>
              <a:avLst/>
              <a:gdLst>
                <a:gd name="T0" fmla="*/ 35 w 35"/>
                <a:gd name="T1" fmla="*/ 10 h 49"/>
                <a:gd name="T2" fmla="*/ 35 w 35"/>
                <a:gd name="T3" fmla="*/ 0 h 49"/>
                <a:gd name="T4" fmla="*/ 0 w 35"/>
                <a:gd name="T5" fmla="*/ 0 h 49"/>
                <a:gd name="T6" fmla="*/ 0 w 35"/>
                <a:gd name="T7" fmla="*/ 49 h 49"/>
                <a:gd name="T8" fmla="*/ 35 w 35"/>
                <a:gd name="T9" fmla="*/ 49 h 49"/>
                <a:gd name="T10" fmla="*/ 35 w 35"/>
                <a:gd name="T11" fmla="*/ 40 h 49"/>
                <a:gd name="T12" fmla="*/ 12 w 35"/>
                <a:gd name="T13" fmla="*/ 40 h 49"/>
                <a:gd name="T14" fmla="*/ 12 w 35"/>
                <a:gd name="T15" fmla="*/ 29 h 49"/>
                <a:gd name="T16" fmla="*/ 31 w 35"/>
                <a:gd name="T17" fmla="*/ 29 h 49"/>
                <a:gd name="T18" fmla="*/ 31 w 35"/>
                <a:gd name="T19" fmla="*/ 19 h 49"/>
                <a:gd name="T20" fmla="*/ 12 w 35"/>
                <a:gd name="T21" fmla="*/ 19 h 49"/>
                <a:gd name="T22" fmla="*/ 12 w 35"/>
                <a:gd name="T23" fmla="*/ 10 h 49"/>
                <a:gd name="T24" fmla="*/ 35 w 35"/>
                <a:gd name="T2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49">
                  <a:moveTo>
                    <a:pt x="35" y="10"/>
                  </a:moveTo>
                  <a:lnTo>
                    <a:pt x="35" y="0"/>
                  </a:lnTo>
                  <a:lnTo>
                    <a:pt x="0" y="0"/>
                  </a:lnTo>
                  <a:lnTo>
                    <a:pt x="0" y="49"/>
                  </a:lnTo>
                  <a:lnTo>
                    <a:pt x="35" y="49"/>
                  </a:lnTo>
                  <a:lnTo>
                    <a:pt x="35" y="40"/>
                  </a:lnTo>
                  <a:lnTo>
                    <a:pt x="12" y="40"/>
                  </a:lnTo>
                  <a:lnTo>
                    <a:pt x="12" y="29"/>
                  </a:lnTo>
                  <a:lnTo>
                    <a:pt x="31" y="29"/>
                  </a:lnTo>
                  <a:lnTo>
                    <a:pt x="31" y="19"/>
                  </a:lnTo>
                  <a:lnTo>
                    <a:pt x="12" y="19"/>
                  </a:lnTo>
                  <a:lnTo>
                    <a:pt x="12" y="10"/>
                  </a:lnTo>
                  <a:lnTo>
                    <a:pt x="35"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6" name="Freeform 30">
              <a:extLst>
                <a:ext uri="{FF2B5EF4-FFF2-40B4-BE49-F238E27FC236}">
                  <a16:creationId xmlns:a16="http://schemas.microsoft.com/office/drawing/2014/main" id="{F1878ED7-B72B-409A-8EE0-6E749A1F70D4}"/>
                </a:ext>
              </a:extLst>
            </p:cNvPr>
            <p:cNvSpPr>
              <a:spLocks/>
            </p:cNvSpPr>
            <p:nvPr/>
          </p:nvSpPr>
          <p:spPr bwMode="auto">
            <a:xfrm>
              <a:off x="8029575" y="2840038"/>
              <a:ext cx="63500" cy="77788"/>
            </a:xfrm>
            <a:custGeom>
              <a:avLst/>
              <a:gdLst>
                <a:gd name="T0" fmla="*/ 40 w 40"/>
                <a:gd name="T1" fmla="*/ 8 h 49"/>
                <a:gd name="T2" fmla="*/ 40 w 40"/>
                <a:gd name="T3" fmla="*/ 0 h 49"/>
                <a:gd name="T4" fmla="*/ 2 w 40"/>
                <a:gd name="T5" fmla="*/ 0 h 49"/>
                <a:gd name="T6" fmla="*/ 2 w 40"/>
                <a:gd name="T7" fmla="*/ 10 h 49"/>
                <a:gd name="T8" fmla="*/ 25 w 40"/>
                <a:gd name="T9" fmla="*/ 10 h 49"/>
                <a:gd name="T10" fmla="*/ 0 w 40"/>
                <a:gd name="T11" fmla="*/ 41 h 49"/>
                <a:gd name="T12" fmla="*/ 0 w 40"/>
                <a:gd name="T13" fmla="*/ 49 h 49"/>
                <a:gd name="T14" fmla="*/ 40 w 40"/>
                <a:gd name="T15" fmla="*/ 49 h 49"/>
                <a:gd name="T16" fmla="*/ 40 w 40"/>
                <a:gd name="T17" fmla="*/ 40 h 49"/>
                <a:gd name="T18" fmla="*/ 14 w 40"/>
                <a:gd name="T19" fmla="*/ 40 h 49"/>
                <a:gd name="T20" fmla="*/ 40 w 40"/>
                <a:gd name="T21"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49">
                  <a:moveTo>
                    <a:pt x="40" y="8"/>
                  </a:moveTo>
                  <a:lnTo>
                    <a:pt x="40" y="0"/>
                  </a:lnTo>
                  <a:lnTo>
                    <a:pt x="2" y="0"/>
                  </a:lnTo>
                  <a:lnTo>
                    <a:pt x="2" y="10"/>
                  </a:lnTo>
                  <a:lnTo>
                    <a:pt x="25" y="10"/>
                  </a:lnTo>
                  <a:lnTo>
                    <a:pt x="0" y="41"/>
                  </a:lnTo>
                  <a:lnTo>
                    <a:pt x="0" y="49"/>
                  </a:lnTo>
                  <a:lnTo>
                    <a:pt x="40" y="49"/>
                  </a:lnTo>
                  <a:lnTo>
                    <a:pt x="40" y="40"/>
                  </a:lnTo>
                  <a:lnTo>
                    <a:pt x="14" y="40"/>
                  </a:lnTo>
                  <a:lnTo>
                    <a:pt x="40"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7" name="Freeform 31">
              <a:extLst>
                <a:ext uri="{FF2B5EF4-FFF2-40B4-BE49-F238E27FC236}">
                  <a16:creationId xmlns:a16="http://schemas.microsoft.com/office/drawing/2014/main" id="{6F3276A4-4CFB-4593-AA9D-771C01904F82}"/>
                </a:ext>
              </a:extLst>
            </p:cNvPr>
            <p:cNvSpPr>
              <a:spLocks noEditPoints="1"/>
            </p:cNvSpPr>
            <p:nvPr/>
          </p:nvSpPr>
          <p:spPr bwMode="auto">
            <a:xfrm>
              <a:off x="6094413" y="2803525"/>
              <a:ext cx="314325" cy="123825"/>
            </a:xfrm>
            <a:custGeom>
              <a:avLst/>
              <a:gdLst>
                <a:gd name="T0" fmla="*/ 135 w 145"/>
                <a:gd name="T1" fmla="*/ 15 h 57"/>
                <a:gd name="T2" fmla="*/ 24 w 145"/>
                <a:gd name="T3" fmla="*/ 16 h 57"/>
                <a:gd name="T4" fmla="*/ 10 w 145"/>
                <a:gd name="T5" fmla="*/ 13 h 57"/>
                <a:gd name="T6" fmla="*/ 142 w 145"/>
                <a:gd name="T7" fmla="*/ 8 h 57"/>
                <a:gd name="T8" fmla="*/ 120 w 145"/>
                <a:gd name="T9" fmla="*/ 18 h 57"/>
                <a:gd name="T10" fmla="*/ 42 w 145"/>
                <a:gd name="T11" fmla="*/ 47 h 57"/>
                <a:gd name="T12" fmla="*/ 11 w 145"/>
                <a:gd name="T13" fmla="*/ 20 h 57"/>
                <a:gd name="T14" fmla="*/ 127 w 145"/>
                <a:gd name="T15" fmla="*/ 32 h 57"/>
                <a:gd name="T16" fmla="*/ 98 w 145"/>
                <a:gd name="T17" fmla="*/ 49 h 57"/>
                <a:gd name="T18" fmla="*/ 85 w 145"/>
                <a:gd name="T19" fmla="*/ 50 h 57"/>
                <a:gd name="T20" fmla="*/ 70 w 145"/>
                <a:gd name="T21" fmla="*/ 52 h 57"/>
                <a:gd name="T22" fmla="*/ 97 w 145"/>
                <a:gd name="T23" fmla="*/ 47 h 57"/>
                <a:gd name="T24" fmla="*/ 92 w 145"/>
                <a:gd name="T25" fmla="*/ 50 h 57"/>
                <a:gd name="T26" fmla="*/ 0 w 145"/>
                <a:gd name="T27" fmla="*/ 26 h 57"/>
                <a:gd name="T28" fmla="*/ 138 w 145"/>
                <a:gd name="T29" fmla="*/ 17 h 57"/>
                <a:gd name="T30" fmla="*/ 82 w 145"/>
                <a:gd name="T31" fmla="*/ 44 h 57"/>
                <a:gd name="T32" fmla="*/ 64 w 145"/>
                <a:gd name="T33" fmla="*/ 44 h 57"/>
                <a:gd name="T34" fmla="*/ 13 w 145"/>
                <a:gd name="T35" fmla="*/ 27 h 57"/>
                <a:gd name="T36" fmla="*/ 13 w 145"/>
                <a:gd name="T37" fmla="*/ 33 h 57"/>
                <a:gd name="T38" fmla="*/ 17 w 145"/>
                <a:gd name="T39" fmla="*/ 31 h 57"/>
                <a:gd name="T40" fmla="*/ 18 w 145"/>
                <a:gd name="T41" fmla="*/ 31 h 57"/>
                <a:gd name="T42" fmla="*/ 19 w 145"/>
                <a:gd name="T43" fmla="*/ 34 h 57"/>
                <a:gd name="T44" fmla="*/ 18 w 145"/>
                <a:gd name="T45" fmla="*/ 35 h 57"/>
                <a:gd name="T46" fmla="*/ 26 w 145"/>
                <a:gd name="T47" fmla="*/ 43 h 57"/>
                <a:gd name="T48" fmla="*/ 22 w 145"/>
                <a:gd name="T49" fmla="*/ 41 h 57"/>
                <a:gd name="T50" fmla="*/ 28 w 145"/>
                <a:gd name="T51" fmla="*/ 38 h 57"/>
                <a:gd name="T52" fmla="*/ 27 w 145"/>
                <a:gd name="T53" fmla="*/ 44 h 57"/>
                <a:gd name="T54" fmla="*/ 31 w 145"/>
                <a:gd name="T55" fmla="*/ 39 h 57"/>
                <a:gd name="T56" fmla="*/ 35 w 145"/>
                <a:gd name="T57" fmla="*/ 41 h 57"/>
                <a:gd name="T58" fmla="*/ 39 w 145"/>
                <a:gd name="T59" fmla="*/ 42 h 57"/>
                <a:gd name="T60" fmla="*/ 41 w 145"/>
                <a:gd name="T61" fmla="*/ 50 h 57"/>
                <a:gd name="T62" fmla="*/ 39 w 145"/>
                <a:gd name="T63" fmla="*/ 49 h 57"/>
                <a:gd name="T64" fmla="*/ 44 w 145"/>
                <a:gd name="T65" fmla="*/ 50 h 57"/>
                <a:gd name="T66" fmla="*/ 46 w 145"/>
                <a:gd name="T67" fmla="*/ 51 h 57"/>
                <a:gd name="T68" fmla="*/ 49 w 145"/>
                <a:gd name="T69" fmla="*/ 45 h 57"/>
                <a:gd name="T70" fmla="*/ 62 w 145"/>
                <a:gd name="T71" fmla="*/ 54 h 57"/>
                <a:gd name="T72" fmla="*/ 61 w 145"/>
                <a:gd name="T73" fmla="*/ 47 h 57"/>
                <a:gd name="T74" fmla="*/ 66 w 145"/>
                <a:gd name="T75" fmla="*/ 54 h 57"/>
                <a:gd name="T76" fmla="*/ 65 w 145"/>
                <a:gd name="T77" fmla="*/ 48 h 57"/>
                <a:gd name="T78" fmla="*/ 69 w 145"/>
                <a:gd name="T79" fmla="*/ 54 h 57"/>
                <a:gd name="T80" fmla="*/ 74 w 145"/>
                <a:gd name="T81" fmla="*/ 53 h 57"/>
                <a:gd name="T82" fmla="*/ 74 w 145"/>
                <a:gd name="T83" fmla="*/ 48 h 57"/>
                <a:gd name="T84" fmla="*/ 77 w 145"/>
                <a:gd name="T85" fmla="*/ 51 h 57"/>
                <a:gd name="T86" fmla="*/ 77 w 145"/>
                <a:gd name="T87" fmla="*/ 54 h 57"/>
                <a:gd name="T88" fmla="*/ 83 w 145"/>
                <a:gd name="T89" fmla="*/ 52 h 57"/>
                <a:gd name="T90" fmla="*/ 80 w 145"/>
                <a:gd name="T91" fmla="*/ 48 h 57"/>
                <a:gd name="T92" fmla="*/ 87 w 145"/>
                <a:gd name="T93" fmla="*/ 54 h 57"/>
                <a:gd name="T94" fmla="*/ 92 w 145"/>
                <a:gd name="T95" fmla="*/ 51 h 57"/>
                <a:gd name="T96" fmla="*/ 89 w 145"/>
                <a:gd name="T97" fmla="*/ 53 h 57"/>
                <a:gd name="T98" fmla="*/ 97 w 145"/>
                <a:gd name="T99" fmla="*/ 52 h 57"/>
                <a:gd name="T100" fmla="*/ 99 w 145"/>
                <a:gd name="T101" fmla="*/ 48 h 57"/>
                <a:gd name="T102" fmla="*/ 101 w 145"/>
                <a:gd name="T103" fmla="*/ 44 h 57"/>
                <a:gd name="T104" fmla="*/ 111 w 145"/>
                <a:gd name="T105" fmla="*/ 48 h 57"/>
                <a:gd name="T106" fmla="*/ 105 w 145"/>
                <a:gd name="T107" fmla="*/ 44 h 57"/>
                <a:gd name="T108" fmla="*/ 109 w 145"/>
                <a:gd name="T109" fmla="*/ 42 h 57"/>
                <a:gd name="T110" fmla="*/ 115 w 145"/>
                <a:gd name="T111" fmla="*/ 42 h 57"/>
                <a:gd name="T112" fmla="*/ 121 w 145"/>
                <a:gd name="T113" fmla="*/ 43 h 57"/>
                <a:gd name="T114" fmla="*/ 119 w 145"/>
                <a:gd name="T115" fmla="*/ 37 h 57"/>
                <a:gd name="T116" fmla="*/ 124 w 145"/>
                <a:gd name="T117" fmla="*/ 34 h 57"/>
                <a:gd name="T118" fmla="*/ 135 w 145"/>
                <a:gd name="T119" fmla="*/ 34 h 57"/>
                <a:gd name="T120" fmla="*/ 132 w 145"/>
                <a:gd name="T121" fmla="*/ 28 h 57"/>
                <a:gd name="T122" fmla="*/ 137 w 145"/>
                <a:gd name="T123" fmla="*/ 3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5" h="57">
                  <a:moveTo>
                    <a:pt x="135" y="15"/>
                  </a:moveTo>
                  <a:cubicBezTo>
                    <a:pt x="133" y="15"/>
                    <a:pt x="131" y="16"/>
                    <a:pt x="127" y="18"/>
                  </a:cubicBezTo>
                  <a:cubicBezTo>
                    <a:pt x="127" y="18"/>
                    <a:pt x="124" y="20"/>
                    <a:pt x="122" y="20"/>
                  </a:cubicBezTo>
                  <a:cubicBezTo>
                    <a:pt x="121" y="20"/>
                    <a:pt x="121" y="20"/>
                    <a:pt x="121" y="20"/>
                  </a:cubicBezTo>
                  <a:cubicBezTo>
                    <a:pt x="126" y="28"/>
                    <a:pt x="126" y="28"/>
                    <a:pt x="126" y="28"/>
                  </a:cubicBezTo>
                  <a:cubicBezTo>
                    <a:pt x="132" y="24"/>
                    <a:pt x="135" y="21"/>
                    <a:pt x="135" y="21"/>
                  </a:cubicBezTo>
                  <a:cubicBezTo>
                    <a:pt x="135" y="21"/>
                    <a:pt x="137" y="18"/>
                    <a:pt x="137" y="17"/>
                  </a:cubicBezTo>
                  <a:cubicBezTo>
                    <a:pt x="137" y="16"/>
                    <a:pt x="137" y="16"/>
                    <a:pt x="137" y="16"/>
                  </a:cubicBezTo>
                  <a:cubicBezTo>
                    <a:pt x="137" y="15"/>
                    <a:pt x="136" y="15"/>
                    <a:pt x="135" y="15"/>
                  </a:cubicBezTo>
                  <a:moveTo>
                    <a:pt x="7" y="16"/>
                  </a:moveTo>
                  <a:cubicBezTo>
                    <a:pt x="8" y="15"/>
                    <a:pt x="8" y="15"/>
                    <a:pt x="8" y="15"/>
                  </a:cubicBezTo>
                  <a:cubicBezTo>
                    <a:pt x="8" y="15"/>
                    <a:pt x="8" y="15"/>
                    <a:pt x="8" y="15"/>
                  </a:cubicBezTo>
                  <a:cubicBezTo>
                    <a:pt x="9" y="15"/>
                    <a:pt x="10" y="14"/>
                    <a:pt x="11" y="14"/>
                  </a:cubicBezTo>
                  <a:cubicBezTo>
                    <a:pt x="12" y="14"/>
                    <a:pt x="12" y="15"/>
                    <a:pt x="13" y="15"/>
                  </a:cubicBezTo>
                  <a:cubicBezTo>
                    <a:pt x="15" y="15"/>
                    <a:pt x="17" y="17"/>
                    <a:pt x="21" y="18"/>
                  </a:cubicBezTo>
                  <a:cubicBezTo>
                    <a:pt x="22" y="18"/>
                    <a:pt x="22" y="18"/>
                    <a:pt x="22" y="18"/>
                  </a:cubicBezTo>
                  <a:cubicBezTo>
                    <a:pt x="24" y="18"/>
                    <a:pt x="24" y="17"/>
                    <a:pt x="24" y="17"/>
                  </a:cubicBezTo>
                  <a:cubicBezTo>
                    <a:pt x="24" y="16"/>
                    <a:pt x="24" y="16"/>
                    <a:pt x="24" y="16"/>
                  </a:cubicBezTo>
                  <a:cubicBezTo>
                    <a:pt x="24" y="16"/>
                    <a:pt x="24" y="16"/>
                    <a:pt x="24" y="16"/>
                  </a:cubicBezTo>
                  <a:cubicBezTo>
                    <a:pt x="23" y="15"/>
                    <a:pt x="23" y="15"/>
                    <a:pt x="23" y="15"/>
                  </a:cubicBezTo>
                  <a:cubicBezTo>
                    <a:pt x="22" y="14"/>
                    <a:pt x="21" y="13"/>
                    <a:pt x="18" y="10"/>
                  </a:cubicBezTo>
                  <a:cubicBezTo>
                    <a:pt x="13" y="6"/>
                    <a:pt x="12" y="2"/>
                    <a:pt x="12" y="0"/>
                  </a:cubicBezTo>
                  <a:cubicBezTo>
                    <a:pt x="11" y="2"/>
                    <a:pt x="10" y="4"/>
                    <a:pt x="10" y="6"/>
                  </a:cubicBezTo>
                  <a:cubicBezTo>
                    <a:pt x="10" y="9"/>
                    <a:pt x="11" y="12"/>
                    <a:pt x="11" y="12"/>
                  </a:cubicBezTo>
                  <a:cubicBezTo>
                    <a:pt x="11" y="13"/>
                    <a:pt x="11" y="13"/>
                    <a:pt x="11" y="13"/>
                  </a:cubicBezTo>
                  <a:cubicBezTo>
                    <a:pt x="11" y="13"/>
                    <a:pt x="11" y="13"/>
                    <a:pt x="11" y="13"/>
                  </a:cubicBezTo>
                  <a:cubicBezTo>
                    <a:pt x="10" y="13"/>
                    <a:pt x="10" y="13"/>
                    <a:pt x="10" y="13"/>
                  </a:cubicBezTo>
                  <a:cubicBezTo>
                    <a:pt x="10" y="12"/>
                    <a:pt x="10" y="12"/>
                    <a:pt x="10" y="12"/>
                  </a:cubicBezTo>
                  <a:cubicBezTo>
                    <a:pt x="6" y="11"/>
                    <a:pt x="3" y="8"/>
                    <a:pt x="2" y="7"/>
                  </a:cubicBezTo>
                  <a:cubicBezTo>
                    <a:pt x="2" y="12"/>
                    <a:pt x="7" y="16"/>
                    <a:pt x="7" y="16"/>
                  </a:cubicBezTo>
                  <a:moveTo>
                    <a:pt x="122" y="19"/>
                  </a:moveTo>
                  <a:cubicBezTo>
                    <a:pt x="124" y="19"/>
                    <a:pt x="127" y="18"/>
                    <a:pt x="127" y="18"/>
                  </a:cubicBezTo>
                  <a:cubicBezTo>
                    <a:pt x="130" y="15"/>
                    <a:pt x="133" y="14"/>
                    <a:pt x="135" y="14"/>
                  </a:cubicBezTo>
                  <a:cubicBezTo>
                    <a:pt x="136" y="14"/>
                    <a:pt x="136" y="14"/>
                    <a:pt x="136" y="14"/>
                  </a:cubicBezTo>
                  <a:cubicBezTo>
                    <a:pt x="138" y="16"/>
                    <a:pt x="138" y="16"/>
                    <a:pt x="138" y="16"/>
                  </a:cubicBezTo>
                  <a:cubicBezTo>
                    <a:pt x="141" y="14"/>
                    <a:pt x="142" y="10"/>
                    <a:pt x="142" y="8"/>
                  </a:cubicBezTo>
                  <a:cubicBezTo>
                    <a:pt x="140" y="10"/>
                    <a:pt x="135" y="12"/>
                    <a:pt x="135" y="12"/>
                  </a:cubicBezTo>
                  <a:cubicBezTo>
                    <a:pt x="134" y="12"/>
                    <a:pt x="134" y="12"/>
                    <a:pt x="134" y="12"/>
                  </a:cubicBezTo>
                  <a:cubicBezTo>
                    <a:pt x="134" y="11"/>
                    <a:pt x="134" y="11"/>
                    <a:pt x="134" y="11"/>
                  </a:cubicBezTo>
                  <a:cubicBezTo>
                    <a:pt x="134" y="10"/>
                    <a:pt x="134" y="10"/>
                    <a:pt x="134" y="10"/>
                  </a:cubicBezTo>
                  <a:cubicBezTo>
                    <a:pt x="134" y="5"/>
                    <a:pt x="133" y="3"/>
                    <a:pt x="132" y="1"/>
                  </a:cubicBezTo>
                  <a:cubicBezTo>
                    <a:pt x="132" y="2"/>
                    <a:pt x="132" y="2"/>
                    <a:pt x="132" y="2"/>
                  </a:cubicBezTo>
                  <a:cubicBezTo>
                    <a:pt x="132" y="4"/>
                    <a:pt x="132" y="4"/>
                    <a:pt x="132" y="4"/>
                  </a:cubicBezTo>
                  <a:cubicBezTo>
                    <a:pt x="131" y="6"/>
                    <a:pt x="127" y="10"/>
                    <a:pt x="125" y="12"/>
                  </a:cubicBezTo>
                  <a:cubicBezTo>
                    <a:pt x="124" y="14"/>
                    <a:pt x="120" y="16"/>
                    <a:pt x="120" y="18"/>
                  </a:cubicBezTo>
                  <a:cubicBezTo>
                    <a:pt x="121" y="19"/>
                    <a:pt x="121" y="19"/>
                    <a:pt x="121" y="19"/>
                  </a:cubicBezTo>
                  <a:lnTo>
                    <a:pt x="122" y="19"/>
                  </a:lnTo>
                  <a:close/>
                  <a:moveTo>
                    <a:pt x="42" y="44"/>
                  </a:moveTo>
                  <a:cubicBezTo>
                    <a:pt x="42" y="44"/>
                    <a:pt x="42" y="44"/>
                    <a:pt x="42" y="44"/>
                  </a:cubicBezTo>
                  <a:cubicBezTo>
                    <a:pt x="42" y="44"/>
                    <a:pt x="42" y="44"/>
                    <a:pt x="42" y="44"/>
                  </a:cubicBezTo>
                  <a:cubicBezTo>
                    <a:pt x="40" y="46"/>
                    <a:pt x="40" y="46"/>
                    <a:pt x="40" y="46"/>
                  </a:cubicBezTo>
                  <a:cubicBezTo>
                    <a:pt x="40" y="46"/>
                    <a:pt x="40" y="46"/>
                    <a:pt x="40" y="46"/>
                  </a:cubicBezTo>
                  <a:cubicBezTo>
                    <a:pt x="40" y="46"/>
                    <a:pt x="40" y="46"/>
                    <a:pt x="40" y="46"/>
                  </a:cubicBezTo>
                  <a:cubicBezTo>
                    <a:pt x="42" y="47"/>
                    <a:pt x="42" y="47"/>
                    <a:pt x="42" y="47"/>
                  </a:cubicBezTo>
                  <a:cubicBezTo>
                    <a:pt x="42" y="47"/>
                    <a:pt x="42" y="47"/>
                    <a:pt x="42" y="47"/>
                  </a:cubicBezTo>
                  <a:cubicBezTo>
                    <a:pt x="42" y="46"/>
                    <a:pt x="42" y="46"/>
                    <a:pt x="42" y="46"/>
                  </a:cubicBezTo>
                  <a:lnTo>
                    <a:pt x="42" y="44"/>
                  </a:lnTo>
                  <a:close/>
                  <a:moveTo>
                    <a:pt x="21" y="18"/>
                  </a:moveTo>
                  <a:cubicBezTo>
                    <a:pt x="17" y="17"/>
                    <a:pt x="15" y="16"/>
                    <a:pt x="13" y="15"/>
                  </a:cubicBezTo>
                  <a:cubicBezTo>
                    <a:pt x="11" y="15"/>
                    <a:pt x="11" y="15"/>
                    <a:pt x="11" y="15"/>
                  </a:cubicBezTo>
                  <a:cubicBezTo>
                    <a:pt x="9" y="15"/>
                    <a:pt x="8" y="15"/>
                    <a:pt x="8" y="16"/>
                  </a:cubicBezTo>
                  <a:cubicBezTo>
                    <a:pt x="8" y="17"/>
                    <a:pt x="9" y="17"/>
                    <a:pt x="10" y="19"/>
                  </a:cubicBezTo>
                  <a:cubicBezTo>
                    <a:pt x="11" y="20"/>
                    <a:pt x="11" y="20"/>
                    <a:pt x="11" y="20"/>
                  </a:cubicBezTo>
                  <a:cubicBezTo>
                    <a:pt x="11" y="21"/>
                    <a:pt x="14" y="23"/>
                    <a:pt x="18" y="26"/>
                  </a:cubicBezTo>
                  <a:cubicBezTo>
                    <a:pt x="24" y="18"/>
                    <a:pt x="24" y="18"/>
                    <a:pt x="24" y="18"/>
                  </a:cubicBezTo>
                  <a:cubicBezTo>
                    <a:pt x="22" y="18"/>
                    <a:pt x="22" y="18"/>
                    <a:pt x="22" y="18"/>
                  </a:cubicBezTo>
                  <a:lnTo>
                    <a:pt x="21" y="18"/>
                  </a:lnTo>
                  <a:close/>
                  <a:moveTo>
                    <a:pt x="127" y="32"/>
                  </a:moveTo>
                  <a:cubicBezTo>
                    <a:pt x="126" y="33"/>
                    <a:pt x="126" y="34"/>
                    <a:pt x="127" y="35"/>
                  </a:cubicBezTo>
                  <a:cubicBezTo>
                    <a:pt x="127" y="37"/>
                    <a:pt x="129" y="38"/>
                    <a:pt x="131" y="37"/>
                  </a:cubicBezTo>
                  <a:cubicBezTo>
                    <a:pt x="132" y="36"/>
                    <a:pt x="132" y="35"/>
                    <a:pt x="131" y="33"/>
                  </a:cubicBezTo>
                  <a:cubicBezTo>
                    <a:pt x="130" y="32"/>
                    <a:pt x="128" y="31"/>
                    <a:pt x="127" y="32"/>
                  </a:cubicBezTo>
                  <a:moveTo>
                    <a:pt x="71" y="51"/>
                  </a:moveTo>
                  <a:cubicBezTo>
                    <a:pt x="71" y="51"/>
                    <a:pt x="71" y="51"/>
                    <a:pt x="71" y="51"/>
                  </a:cubicBezTo>
                  <a:cubicBezTo>
                    <a:pt x="72" y="50"/>
                    <a:pt x="72" y="50"/>
                    <a:pt x="72" y="50"/>
                  </a:cubicBezTo>
                  <a:cubicBezTo>
                    <a:pt x="72" y="49"/>
                    <a:pt x="72" y="49"/>
                    <a:pt x="71" y="49"/>
                  </a:cubicBezTo>
                  <a:cubicBezTo>
                    <a:pt x="70" y="49"/>
                    <a:pt x="70" y="49"/>
                    <a:pt x="70" y="49"/>
                  </a:cubicBezTo>
                  <a:cubicBezTo>
                    <a:pt x="70" y="51"/>
                    <a:pt x="70" y="51"/>
                    <a:pt x="70" y="51"/>
                  </a:cubicBezTo>
                  <a:lnTo>
                    <a:pt x="71" y="51"/>
                  </a:lnTo>
                  <a:close/>
                  <a:moveTo>
                    <a:pt x="98" y="48"/>
                  </a:moveTo>
                  <a:cubicBezTo>
                    <a:pt x="98" y="49"/>
                    <a:pt x="98" y="49"/>
                    <a:pt x="98" y="49"/>
                  </a:cubicBezTo>
                  <a:cubicBezTo>
                    <a:pt x="98" y="50"/>
                    <a:pt x="98" y="50"/>
                    <a:pt x="98" y="50"/>
                  </a:cubicBezTo>
                  <a:cubicBezTo>
                    <a:pt x="98" y="51"/>
                    <a:pt x="98" y="52"/>
                    <a:pt x="99" y="51"/>
                  </a:cubicBezTo>
                  <a:cubicBezTo>
                    <a:pt x="100" y="51"/>
                    <a:pt x="101" y="50"/>
                    <a:pt x="100" y="49"/>
                  </a:cubicBezTo>
                  <a:cubicBezTo>
                    <a:pt x="100" y="49"/>
                    <a:pt x="100" y="48"/>
                    <a:pt x="98" y="48"/>
                  </a:cubicBezTo>
                  <a:moveTo>
                    <a:pt x="83" y="48"/>
                  </a:moveTo>
                  <a:cubicBezTo>
                    <a:pt x="82" y="49"/>
                    <a:pt x="82" y="49"/>
                    <a:pt x="82" y="49"/>
                  </a:cubicBezTo>
                  <a:cubicBezTo>
                    <a:pt x="83" y="51"/>
                    <a:pt x="83" y="51"/>
                    <a:pt x="83" y="51"/>
                  </a:cubicBezTo>
                  <a:cubicBezTo>
                    <a:pt x="83" y="51"/>
                    <a:pt x="83" y="51"/>
                    <a:pt x="83" y="51"/>
                  </a:cubicBezTo>
                  <a:cubicBezTo>
                    <a:pt x="85" y="51"/>
                    <a:pt x="85" y="50"/>
                    <a:pt x="85" y="50"/>
                  </a:cubicBezTo>
                  <a:cubicBezTo>
                    <a:pt x="85" y="49"/>
                    <a:pt x="84" y="48"/>
                    <a:pt x="83" y="48"/>
                  </a:cubicBezTo>
                  <a:moveTo>
                    <a:pt x="26" y="38"/>
                  </a:moveTo>
                  <a:cubicBezTo>
                    <a:pt x="26" y="36"/>
                    <a:pt x="26" y="36"/>
                    <a:pt x="26" y="36"/>
                  </a:cubicBezTo>
                  <a:cubicBezTo>
                    <a:pt x="25" y="36"/>
                    <a:pt x="25" y="36"/>
                    <a:pt x="25" y="36"/>
                  </a:cubicBezTo>
                  <a:cubicBezTo>
                    <a:pt x="24" y="37"/>
                    <a:pt x="24" y="37"/>
                    <a:pt x="24" y="37"/>
                  </a:cubicBezTo>
                  <a:cubicBezTo>
                    <a:pt x="25" y="38"/>
                    <a:pt x="25" y="38"/>
                    <a:pt x="25" y="38"/>
                  </a:cubicBezTo>
                  <a:cubicBezTo>
                    <a:pt x="26" y="39"/>
                    <a:pt x="26" y="38"/>
                    <a:pt x="26" y="38"/>
                  </a:cubicBezTo>
                  <a:moveTo>
                    <a:pt x="70" y="52"/>
                  </a:moveTo>
                  <a:cubicBezTo>
                    <a:pt x="70" y="52"/>
                    <a:pt x="70" y="52"/>
                    <a:pt x="70" y="52"/>
                  </a:cubicBezTo>
                  <a:cubicBezTo>
                    <a:pt x="70" y="54"/>
                    <a:pt x="70" y="54"/>
                    <a:pt x="70" y="54"/>
                  </a:cubicBezTo>
                  <a:cubicBezTo>
                    <a:pt x="70" y="54"/>
                    <a:pt x="70" y="55"/>
                    <a:pt x="71" y="55"/>
                  </a:cubicBezTo>
                  <a:cubicBezTo>
                    <a:pt x="72" y="55"/>
                    <a:pt x="72" y="54"/>
                    <a:pt x="73" y="53"/>
                  </a:cubicBezTo>
                  <a:cubicBezTo>
                    <a:pt x="73" y="53"/>
                    <a:pt x="72" y="52"/>
                    <a:pt x="70" y="52"/>
                  </a:cubicBezTo>
                  <a:moveTo>
                    <a:pt x="98" y="48"/>
                  </a:moveTo>
                  <a:cubicBezTo>
                    <a:pt x="98" y="48"/>
                    <a:pt x="98" y="48"/>
                    <a:pt x="98" y="48"/>
                  </a:cubicBezTo>
                  <a:cubicBezTo>
                    <a:pt x="99" y="47"/>
                    <a:pt x="99" y="47"/>
                    <a:pt x="99" y="47"/>
                  </a:cubicBezTo>
                  <a:cubicBezTo>
                    <a:pt x="99" y="46"/>
                    <a:pt x="98" y="45"/>
                    <a:pt x="97" y="45"/>
                  </a:cubicBezTo>
                  <a:cubicBezTo>
                    <a:pt x="97" y="47"/>
                    <a:pt x="97" y="47"/>
                    <a:pt x="97" y="47"/>
                  </a:cubicBezTo>
                  <a:cubicBezTo>
                    <a:pt x="97" y="48"/>
                    <a:pt x="97" y="48"/>
                    <a:pt x="97" y="48"/>
                  </a:cubicBezTo>
                  <a:lnTo>
                    <a:pt x="98" y="48"/>
                  </a:lnTo>
                  <a:close/>
                  <a:moveTo>
                    <a:pt x="91" y="48"/>
                  </a:moveTo>
                  <a:cubicBezTo>
                    <a:pt x="91" y="48"/>
                    <a:pt x="91" y="48"/>
                    <a:pt x="91" y="48"/>
                  </a:cubicBezTo>
                  <a:cubicBezTo>
                    <a:pt x="90" y="48"/>
                    <a:pt x="90" y="48"/>
                    <a:pt x="90" y="48"/>
                  </a:cubicBezTo>
                  <a:cubicBezTo>
                    <a:pt x="90" y="50"/>
                    <a:pt x="90" y="50"/>
                    <a:pt x="90" y="50"/>
                  </a:cubicBezTo>
                  <a:cubicBezTo>
                    <a:pt x="90" y="51"/>
                    <a:pt x="90" y="51"/>
                    <a:pt x="90" y="51"/>
                  </a:cubicBezTo>
                  <a:cubicBezTo>
                    <a:pt x="90" y="51"/>
                    <a:pt x="90" y="51"/>
                    <a:pt x="90" y="51"/>
                  </a:cubicBezTo>
                  <a:cubicBezTo>
                    <a:pt x="92" y="50"/>
                    <a:pt x="92" y="50"/>
                    <a:pt x="92" y="50"/>
                  </a:cubicBezTo>
                  <a:cubicBezTo>
                    <a:pt x="92" y="50"/>
                    <a:pt x="92" y="50"/>
                    <a:pt x="92" y="50"/>
                  </a:cubicBezTo>
                  <a:cubicBezTo>
                    <a:pt x="92" y="50"/>
                    <a:pt x="92" y="50"/>
                    <a:pt x="92" y="50"/>
                  </a:cubicBezTo>
                  <a:lnTo>
                    <a:pt x="91" y="48"/>
                  </a:lnTo>
                  <a:close/>
                  <a:moveTo>
                    <a:pt x="11" y="21"/>
                  </a:moveTo>
                  <a:cubicBezTo>
                    <a:pt x="9" y="19"/>
                    <a:pt x="9" y="19"/>
                    <a:pt x="9" y="19"/>
                  </a:cubicBezTo>
                  <a:cubicBezTo>
                    <a:pt x="8" y="18"/>
                    <a:pt x="8" y="17"/>
                    <a:pt x="8" y="16"/>
                  </a:cubicBezTo>
                  <a:cubicBezTo>
                    <a:pt x="7" y="17"/>
                    <a:pt x="7" y="17"/>
                    <a:pt x="7" y="17"/>
                  </a:cubicBezTo>
                  <a:cubicBezTo>
                    <a:pt x="7" y="17"/>
                    <a:pt x="5" y="19"/>
                    <a:pt x="2" y="23"/>
                  </a:cubicBezTo>
                  <a:cubicBezTo>
                    <a:pt x="1" y="24"/>
                    <a:pt x="0" y="25"/>
                    <a:pt x="0" y="26"/>
                  </a:cubicBezTo>
                  <a:cubicBezTo>
                    <a:pt x="0" y="28"/>
                    <a:pt x="2" y="30"/>
                    <a:pt x="2" y="30"/>
                  </a:cubicBezTo>
                  <a:cubicBezTo>
                    <a:pt x="2" y="30"/>
                    <a:pt x="10" y="37"/>
                    <a:pt x="23" y="44"/>
                  </a:cubicBezTo>
                  <a:cubicBezTo>
                    <a:pt x="35" y="50"/>
                    <a:pt x="53" y="57"/>
                    <a:pt x="74" y="57"/>
                  </a:cubicBezTo>
                  <a:cubicBezTo>
                    <a:pt x="114" y="57"/>
                    <a:pt x="140" y="33"/>
                    <a:pt x="143" y="30"/>
                  </a:cubicBezTo>
                  <a:cubicBezTo>
                    <a:pt x="145" y="28"/>
                    <a:pt x="145" y="26"/>
                    <a:pt x="145" y="25"/>
                  </a:cubicBezTo>
                  <a:cubicBezTo>
                    <a:pt x="145" y="24"/>
                    <a:pt x="145" y="23"/>
                    <a:pt x="145" y="23"/>
                  </a:cubicBezTo>
                  <a:cubicBezTo>
                    <a:pt x="138" y="17"/>
                    <a:pt x="138" y="17"/>
                    <a:pt x="138" y="17"/>
                  </a:cubicBezTo>
                  <a:cubicBezTo>
                    <a:pt x="138" y="16"/>
                    <a:pt x="138" y="16"/>
                    <a:pt x="138" y="16"/>
                  </a:cubicBezTo>
                  <a:cubicBezTo>
                    <a:pt x="138" y="17"/>
                    <a:pt x="138" y="17"/>
                    <a:pt x="138" y="17"/>
                  </a:cubicBezTo>
                  <a:cubicBezTo>
                    <a:pt x="138" y="19"/>
                    <a:pt x="135" y="21"/>
                    <a:pt x="135" y="21"/>
                  </a:cubicBezTo>
                  <a:cubicBezTo>
                    <a:pt x="135" y="21"/>
                    <a:pt x="120" y="36"/>
                    <a:pt x="95" y="42"/>
                  </a:cubicBezTo>
                  <a:cubicBezTo>
                    <a:pt x="94" y="42"/>
                    <a:pt x="94" y="42"/>
                    <a:pt x="94" y="42"/>
                  </a:cubicBezTo>
                  <a:cubicBezTo>
                    <a:pt x="93" y="43"/>
                    <a:pt x="92" y="43"/>
                    <a:pt x="91" y="43"/>
                  </a:cubicBezTo>
                  <a:cubicBezTo>
                    <a:pt x="91" y="43"/>
                    <a:pt x="91" y="43"/>
                    <a:pt x="91" y="43"/>
                  </a:cubicBezTo>
                  <a:cubicBezTo>
                    <a:pt x="89" y="44"/>
                    <a:pt x="88" y="44"/>
                    <a:pt x="87" y="44"/>
                  </a:cubicBezTo>
                  <a:cubicBezTo>
                    <a:pt x="86" y="44"/>
                    <a:pt x="86" y="44"/>
                    <a:pt x="86" y="44"/>
                  </a:cubicBezTo>
                  <a:cubicBezTo>
                    <a:pt x="85" y="44"/>
                    <a:pt x="84" y="44"/>
                    <a:pt x="83" y="44"/>
                  </a:cubicBezTo>
                  <a:cubicBezTo>
                    <a:pt x="82" y="44"/>
                    <a:pt x="82" y="44"/>
                    <a:pt x="82" y="44"/>
                  </a:cubicBezTo>
                  <a:cubicBezTo>
                    <a:pt x="81" y="45"/>
                    <a:pt x="80" y="45"/>
                    <a:pt x="79" y="45"/>
                  </a:cubicBezTo>
                  <a:cubicBezTo>
                    <a:pt x="78" y="45"/>
                    <a:pt x="78" y="45"/>
                    <a:pt x="78" y="45"/>
                  </a:cubicBezTo>
                  <a:cubicBezTo>
                    <a:pt x="76" y="45"/>
                    <a:pt x="75" y="45"/>
                    <a:pt x="74" y="45"/>
                  </a:cubicBezTo>
                  <a:cubicBezTo>
                    <a:pt x="74" y="45"/>
                    <a:pt x="74" y="45"/>
                    <a:pt x="74" y="45"/>
                  </a:cubicBezTo>
                  <a:cubicBezTo>
                    <a:pt x="73" y="45"/>
                    <a:pt x="73" y="45"/>
                    <a:pt x="73" y="45"/>
                  </a:cubicBezTo>
                  <a:cubicBezTo>
                    <a:pt x="72" y="45"/>
                    <a:pt x="71" y="45"/>
                    <a:pt x="69" y="45"/>
                  </a:cubicBezTo>
                  <a:cubicBezTo>
                    <a:pt x="68" y="45"/>
                    <a:pt x="68" y="45"/>
                    <a:pt x="68" y="45"/>
                  </a:cubicBezTo>
                  <a:cubicBezTo>
                    <a:pt x="67" y="45"/>
                    <a:pt x="66" y="45"/>
                    <a:pt x="65" y="44"/>
                  </a:cubicBezTo>
                  <a:cubicBezTo>
                    <a:pt x="64" y="44"/>
                    <a:pt x="64" y="44"/>
                    <a:pt x="64" y="44"/>
                  </a:cubicBezTo>
                  <a:cubicBezTo>
                    <a:pt x="63" y="44"/>
                    <a:pt x="61" y="44"/>
                    <a:pt x="60" y="44"/>
                  </a:cubicBezTo>
                  <a:cubicBezTo>
                    <a:pt x="59" y="44"/>
                    <a:pt x="59" y="44"/>
                    <a:pt x="59" y="44"/>
                  </a:cubicBezTo>
                  <a:cubicBezTo>
                    <a:pt x="58" y="44"/>
                    <a:pt x="57" y="43"/>
                    <a:pt x="56" y="43"/>
                  </a:cubicBezTo>
                  <a:cubicBezTo>
                    <a:pt x="55" y="43"/>
                    <a:pt x="55" y="43"/>
                    <a:pt x="55" y="43"/>
                  </a:cubicBezTo>
                  <a:cubicBezTo>
                    <a:pt x="28" y="37"/>
                    <a:pt x="11" y="21"/>
                    <a:pt x="11" y="21"/>
                  </a:cubicBezTo>
                  <a:moveTo>
                    <a:pt x="11" y="34"/>
                  </a:moveTo>
                  <a:cubicBezTo>
                    <a:pt x="11" y="34"/>
                    <a:pt x="11" y="34"/>
                    <a:pt x="11" y="34"/>
                  </a:cubicBezTo>
                  <a:cubicBezTo>
                    <a:pt x="13" y="27"/>
                    <a:pt x="13" y="27"/>
                    <a:pt x="13" y="27"/>
                  </a:cubicBezTo>
                  <a:cubicBezTo>
                    <a:pt x="13" y="27"/>
                    <a:pt x="13" y="27"/>
                    <a:pt x="13" y="27"/>
                  </a:cubicBezTo>
                  <a:cubicBezTo>
                    <a:pt x="12" y="26"/>
                    <a:pt x="12" y="26"/>
                    <a:pt x="12" y="26"/>
                  </a:cubicBezTo>
                  <a:cubicBezTo>
                    <a:pt x="13" y="27"/>
                    <a:pt x="13" y="27"/>
                    <a:pt x="13" y="27"/>
                  </a:cubicBezTo>
                  <a:cubicBezTo>
                    <a:pt x="14" y="27"/>
                    <a:pt x="14" y="27"/>
                    <a:pt x="14" y="27"/>
                  </a:cubicBezTo>
                  <a:cubicBezTo>
                    <a:pt x="15" y="28"/>
                    <a:pt x="15" y="28"/>
                    <a:pt x="15" y="28"/>
                  </a:cubicBezTo>
                  <a:cubicBezTo>
                    <a:pt x="15" y="28"/>
                    <a:pt x="15" y="28"/>
                    <a:pt x="15" y="28"/>
                  </a:cubicBezTo>
                  <a:cubicBezTo>
                    <a:pt x="14" y="28"/>
                    <a:pt x="14" y="28"/>
                    <a:pt x="14" y="28"/>
                  </a:cubicBezTo>
                  <a:cubicBezTo>
                    <a:pt x="14" y="29"/>
                    <a:pt x="14" y="29"/>
                    <a:pt x="14" y="29"/>
                  </a:cubicBezTo>
                  <a:cubicBezTo>
                    <a:pt x="13" y="33"/>
                    <a:pt x="13" y="33"/>
                    <a:pt x="13" y="33"/>
                  </a:cubicBezTo>
                  <a:cubicBezTo>
                    <a:pt x="13" y="33"/>
                    <a:pt x="13" y="33"/>
                    <a:pt x="13" y="33"/>
                  </a:cubicBezTo>
                  <a:cubicBezTo>
                    <a:pt x="13" y="33"/>
                    <a:pt x="13" y="33"/>
                    <a:pt x="13" y="33"/>
                  </a:cubicBezTo>
                  <a:cubicBezTo>
                    <a:pt x="16" y="31"/>
                    <a:pt x="16" y="31"/>
                    <a:pt x="16" y="31"/>
                  </a:cubicBezTo>
                  <a:cubicBezTo>
                    <a:pt x="17" y="31"/>
                    <a:pt x="17" y="31"/>
                    <a:pt x="17" y="31"/>
                  </a:cubicBezTo>
                  <a:cubicBezTo>
                    <a:pt x="16" y="29"/>
                    <a:pt x="16" y="29"/>
                    <a:pt x="16" y="29"/>
                  </a:cubicBezTo>
                  <a:cubicBezTo>
                    <a:pt x="17" y="29"/>
                    <a:pt x="17" y="29"/>
                    <a:pt x="17" y="29"/>
                  </a:cubicBezTo>
                  <a:cubicBezTo>
                    <a:pt x="17" y="30"/>
                    <a:pt x="17" y="30"/>
                    <a:pt x="17" y="30"/>
                  </a:cubicBezTo>
                  <a:cubicBezTo>
                    <a:pt x="18" y="30"/>
                    <a:pt x="18" y="30"/>
                    <a:pt x="18" y="30"/>
                  </a:cubicBezTo>
                  <a:cubicBezTo>
                    <a:pt x="18" y="31"/>
                    <a:pt x="18" y="31"/>
                    <a:pt x="18" y="31"/>
                  </a:cubicBezTo>
                  <a:cubicBezTo>
                    <a:pt x="17" y="31"/>
                    <a:pt x="17" y="31"/>
                    <a:pt x="17" y="31"/>
                  </a:cubicBezTo>
                  <a:cubicBezTo>
                    <a:pt x="12" y="34"/>
                    <a:pt x="12" y="34"/>
                    <a:pt x="12" y="34"/>
                  </a:cubicBezTo>
                  <a:lnTo>
                    <a:pt x="11" y="34"/>
                  </a:lnTo>
                  <a:close/>
                  <a:moveTo>
                    <a:pt x="18" y="39"/>
                  </a:moveTo>
                  <a:cubicBezTo>
                    <a:pt x="17" y="38"/>
                    <a:pt x="17" y="38"/>
                    <a:pt x="16" y="37"/>
                  </a:cubicBezTo>
                  <a:cubicBezTo>
                    <a:pt x="15" y="37"/>
                    <a:pt x="15" y="37"/>
                    <a:pt x="15" y="37"/>
                  </a:cubicBezTo>
                  <a:cubicBezTo>
                    <a:pt x="15" y="37"/>
                    <a:pt x="15" y="37"/>
                    <a:pt x="15" y="37"/>
                  </a:cubicBezTo>
                  <a:cubicBezTo>
                    <a:pt x="15" y="36"/>
                    <a:pt x="16" y="37"/>
                    <a:pt x="16" y="36"/>
                  </a:cubicBezTo>
                  <a:cubicBezTo>
                    <a:pt x="19" y="32"/>
                    <a:pt x="19" y="32"/>
                    <a:pt x="19" y="32"/>
                  </a:cubicBezTo>
                  <a:cubicBezTo>
                    <a:pt x="18" y="31"/>
                    <a:pt x="18" y="31"/>
                    <a:pt x="18" y="31"/>
                  </a:cubicBezTo>
                  <a:cubicBezTo>
                    <a:pt x="19" y="31"/>
                    <a:pt x="19" y="31"/>
                    <a:pt x="19" y="31"/>
                  </a:cubicBezTo>
                  <a:cubicBezTo>
                    <a:pt x="19" y="31"/>
                    <a:pt x="20" y="31"/>
                    <a:pt x="21" y="32"/>
                  </a:cubicBezTo>
                  <a:cubicBezTo>
                    <a:pt x="23" y="33"/>
                    <a:pt x="23" y="33"/>
                    <a:pt x="23" y="33"/>
                  </a:cubicBezTo>
                  <a:cubicBezTo>
                    <a:pt x="23" y="34"/>
                    <a:pt x="23" y="34"/>
                    <a:pt x="23" y="34"/>
                  </a:cubicBezTo>
                  <a:cubicBezTo>
                    <a:pt x="22" y="34"/>
                    <a:pt x="22" y="34"/>
                    <a:pt x="22" y="34"/>
                  </a:cubicBezTo>
                  <a:cubicBezTo>
                    <a:pt x="22" y="35"/>
                    <a:pt x="22" y="35"/>
                    <a:pt x="22" y="35"/>
                  </a:cubicBezTo>
                  <a:cubicBezTo>
                    <a:pt x="22" y="34"/>
                    <a:pt x="23" y="34"/>
                    <a:pt x="21" y="33"/>
                  </a:cubicBezTo>
                  <a:cubicBezTo>
                    <a:pt x="20" y="32"/>
                    <a:pt x="20" y="32"/>
                    <a:pt x="20" y="33"/>
                  </a:cubicBezTo>
                  <a:cubicBezTo>
                    <a:pt x="19" y="34"/>
                    <a:pt x="19" y="34"/>
                    <a:pt x="19" y="34"/>
                  </a:cubicBezTo>
                  <a:cubicBezTo>
                    <a:pt x="19" y="35"/>
                    <a:pt x="19" y="35"/>
                    <a:pt x="19" y="35"/>
                  </a:cubicBezTo>
                  <a:cubicBezTo>
                    <a:pt x="20" y="35"/>
                    <a:pt x="20" y="35"/>
                    <a:pt x="20" y="35"/>
                  </a:cubicBezTo>
                  <a:cubicBezTo>
                    <a:pt x="21" y="35"/>
                    <a:pt x="21" y="35"/>
                    <a:pt x="21" y="35"/>
                  </a:cubicBezTo>
                  <a:cubicBezTo>
                    <a:pt x="21" y="35"/>
                    <a:pt x="21" y="35"/>
                    <a:pt x="21" y="35"/>
                  </a:cubicBezTo>
                  <a:cubicBezTo>
                    <a:pt x="20" y="37"/>
                    <a:pt x="20" y="37"/>
                    <a:pt x="20" y="37"/>
                  </a:cubicBezTo>
                  <a:cubicBezTo>
                    <a:pt x="20" y="37"/>
                    <a:pt x="20" y="37"/>
                    <a:pt x="20" y="37"/>
                  </a:cubicBezTo>
                  <a:cubicBezTo>
                    <a:pt x="20" y="35"/>
                    <a:pt x="20" y="35"/>
                    <a:pt x="20" y="35"/>
                  </a:cubicBezTo>
                  <a:cubicBezTo>
                    <a:pt x="19" y="35"/>
                    <a:pt x="19" y="35"/>
                    <a:pt x="19" y="35"/>
                  </a:cubicBezTo>
                  <a:cubicBezTo>
                    <a:pt x="18" y="35"/>
                    <a:pt x="18" y="35"/>
                    <a:pt x="18" y="35"/>
                  </a:cubicBezTo>
                  <a:cubicBezTo>
                    <a:pt x="17" y="37"/>
                    <a:pt x="17" y="37"/>
                    <a:pt x="17" y="37"/>
                  </a:cubicBezTo>
                  <a:cubicBezTo>
                    <a:pt x="18" y="38"/>
                    <a:pt x="18" y="38"/>
                    <a:pt x="18" y="38"/>
                  </a:cubicBezTo>
                  <a:cubicBezTo>
                    <a:pt x="20" y="39"/>
                    <a:pt x="20" y="38"/>
                    <a:pt x="21" y="38"/>
                  </a:cubicBezTo>
                  <a:cubicBezTo>
                    <a:pt x="21" y="38"/>
                    <a:pt x="21" y="38"/>
                    <a:pt x="21" y="38"/>
                  </a:cubicBezTo>
                  <a:lnTo>
                    <a:pt x="18" y="39"/>
                  </a:lnTo>
                  <a:close/>
                  <a:moveTo>
                    <a:pt x="26" y="42"/>
                  </a:moveTo>
                  <a:cubicBezTo>
                    <a:pt x="26" y="42"/>
                    <a:pt x="26" y="42"/>
                    <a:pt x="26" y="42"/>
                  </a:cubicBezTo>
                  <a:cubicBezTo>
                    <a:pt x="26" y="43"/>
                    <a:pt x="26" y="43"/>
                    <a:pt x="26" y="43"/>
                  </a:cubicBezTo>
                  <a:cubicBezTo>
                    <a:pt x="26" y="43"/>
                    <a:pt x="26" y="43"/>
                    <a:pt x="26" y="43"/>
                  </a:cubicBezTo>
                  <a:cubicBezTo>
                    <a:pt x="25" y="43"/>
                    <a:pt x="25" y="43"/>
                    <a:pt x="25" y="43"/>
                  </a:cubicBezTo>
                  <a:cubicBezTo>
                    <a:pt x="25" y="41"/>
                    <a:pt x="25" y="41"/>
                    <a:pt x="25" y="41"/>
                  </a:cubicBezTo>
                  <a:cubicBezTo>
                    <a:pt x="25" y="39"/>
                    <a:pt x="25" y="39"/>
                    <a:pt x="25" y="39"/>
                  </a:cubicBezTo>
                  <a:cubicBezTo>
                    <a:pt x="24" y="38"/>
                    <a:pt x="24" y="38"/>
                    <a:pt x="24" y="38"/>
                  </a:cubicBezTo>
                  <a:cubicBezTo>
                    <a:pt x="24" y="38"/>
                    <a:pt x="24" y="38"/>
                    <a:pt x="24" y="38"/>
                  </a:cubicBezTo>
                  <a:cubicBezTo>
                    <a:pt x="23" y="40"/>
                    <a:pt x="23" y="40"/>
                    <a:pt x="23" y="40"/>
                  </a:cubicBezTo>
                  <a:cubicBezTo>
                    <a:pt x="22" y="41"/>
                    <a:pt x="23" y="41"/>
                    <a:pt x="23" y="41"/>
                  </a:cubicBezTo>
                  <a:cubicBezTo>
                    <a:pt x="23" y="41"/>
                    <a:pt x="23" y="41"/>
                    <a:pt x="23" y="41"/>
                  </a:cubicBezTo>
                  <a:cubicBezTo>
                    <a:pt x="22" y="41"/>
                    <a:pt x="22" y="41"/>
                    <a:pt x="22" y="41"/>
                  </a:cubicBezTo>
                  <a:cubicBezTo>
                    <a:pt x="21" y="40"/>
                    <a:pt x="21" y="40"/>
                    <a:pt x="21" y="40"/>
                  </a:cubicBezTo>
                  <a:cubicBezTo>
                    <a:pt x="20" y="40"/>
                    <a:pt x="20" y="40"/>
                    <a:pt x="20" y="40"/>
                  </a:cubicBezTo>
                  <a:cubicBezTo>
                    <a:pt x="21" y="40"/>
                    <a:pt x="21" y="40"/>
                    <a:pt x="22" y="39"/>
                  </a:cubicBezTo>
                  <a:cubicBezTo>
                    <a:pt x="24" y="35"/>
                    <a:pt x="24" y="35"/>
                    <a:pt x="24" y="35"/>
                  </a:cubicBezTo>
                  <a:cubicBezTo>
                    <a:pt x="24" y="34"/>
                    <a:pt x="23" y="34"/>
                    <a:pt x="23" y="34"/>
                  </a:cubicBezTo>
                  <a:cubicBezTo>
                    <a:pt x="24" y="34"/>
                    <a:pt x="24" y="34"/>
                    <a:pt x="24" y="34"/>
                  </a:cubicBezTo>
                  <a:cubicBezTo>
                    <a:pt x="25" y="34"/>
                    <a:pt x="25" y="34"/>
                    <a:pt x="25" y="34"/>
                  </a:cubicBezTo>
                  <a:cubicBezTo>
                    <a:pt x="26" y="35"/>
                    <a:pt x="26" y="35"/>
                    <a:pt x="26" y="35"/>
                  </a:cubicBezTo>
                  <a:cubicBezTo>
                    <a:pt x="28" y="36"/>
                    <a:pt x="28" y="38"/>
                    <a:pt x="28" y="38"/>
                  </a:cubicBezTo>
                  <a:cubicBezTo>
                    <a:pt x="27" y="39"/>
                    <a:pt x="27" y="39"/>
                    <a:pt x="27" y="39"/>
                  </a:cubicBezTo>
                  <a:cubicBezTo>
                    <a:pt x="26" y="39"/>
                    <a:pt x="26" y="39"/>
                    <a:pt x="26" y="39"/>
                  </a:cubicBezTo>
                  <a:cubicBezTo>
                    <a:pt x="26" y="39"/>
                    <a:pt x="26" y="41"/>
                    <a:pt x="26" y="42"/>
                  </a:cubicBezTo>
                  <a:moveTo>
                    <a:pt x="31" y="39"/>
                  </a:moveTo>
                  <a:cubicBezTo>
                    <a:pt x="29" y="43"/>
                    <a:pt x="29" y="43"/>
                    <a:pt x="29" y="43"/>
                  </a:cubicBezTo>
                  <a:cubicBezTo>
                    <a:pt x="29" y="44"/>
                    <a:pt x="30" y="45"/>
                    <a:pt x="30" y="45"/>
                  </a:cubicBezTo>
                  <a:cubicBezTo>
                    <a:pt x="30" y="45"/>
                    <a:pt x="30" y="45"/>
                    <a:pt x="30" y="45"/>
                  </a:cubicBezTo>
                  <a:cubicBezTo>
                    <a:pt x="28" y="44"/>
                    <a:pt x="28" y="44"/>
                    <a:pt x="28" y="44"/>
                  </a:cubicBezTo>
                  <a:cubicBezTo>
                    <a:pt x="27" y="44"/>
                    <a:pt x="27" y="44"/>
                    <a:pt x="27" y="44"/>
                  </a:cubicBezTo>
                  <a:cubicBezTo>
                    <a:pt x="27" y="44"/>
                    <a:pt x="27" y="44"/>
                    <a:pt x="27" y="44"/>
                  </a:cubicBezTo>
                  <a:cubicBezTo>
                    <a:pt x="28" y="43"/>
                    <a:pt x="28" y="43"/>
                    <a:pt x="28" y="43"/>
                  </a:cubicBezTo>
                  <a:cubicBezTo>
                    <a:pt x="30" y="39"/>
                    <a:pt x="30" y="39"/>
                    <a:pt x="30" y="39"/>
                  </a:cubicBezTo>
                  <a:cubicBezTo>
                    <a:pt x="30" y="37"/>
                    <a:pt x="30" y="37"/>
                    <a:pt x="30" y="37"/>
                  </a:cubicBezTo>
                  <a:cubicBezTo>
                    <a:pt x="30" y="37"/>
                    <a:pt x="30" y="37"/>
                    <a:pt x="30" y="37"/>
                  </a:cubicBezTo>
                  <a:cubicBezTo>
                    <a:pt x="31" y="38"/>
                    <a:pt x="31" y="38"/>
                    <a:pt x="31" y="38"/>
                  </a:cubicBezTo>
                  <a:cubicBezTo>
                    <a:pt x="32" y="38"/>
                    <a:pt x="32" y="38"/>
                    <a:pt x="32" y="38"/>
                  </a:cubicBezTo>
                  <a:cubicBezTo>
                    <a:pt x="33" y="39"/>
                    <a:pt x="33" y="39"/>
                    <a:pt x="33" y="39"/>
                  </a:cubicBezTo>
                  <a:cubicBezTo>
                    <a:pt x="32" y="39"/>
                    <a:pt x="32" y="38"/>
                    <a:pt x="31" y="39"/>
                  </a:cubicBezTo>
                  <a:moveTo>
                    <a:pt x="36" y="41"/>
                  </a:moveTo>
                  <a:cubicBezTo>
                    <a:pt x="35" y="46"/>
                    <a:pt x="35" y="46"/>
                    <a:pt x="35" y="46"/>
                  </a:cubicBezTo>
                  <a:cubicBezTo>
                    <a:pt x="34" y="47"/>
                    <a:pt x="35" y="47"/>
                    <a:pt x="35" y="47"/>
                  </a:cubicBezTo>
                  <a:cubicBezTo>
                    <a:pt x="35" y="47"/>
                    <a:pt x="35" y="47"/>
                    <a:pt x="35" y="47"/>
                  </a:cubicBezTo>
                  <a:cubicBezTo>
                    <a:pt x="33" y="47"/>
                    <a:pt x="33" y="47"/>
                    <a:pt x="33" y="47"/>
                  </a:cubicBezTo>
                  <a:cubicBezTo>
                    <a:pt x="32" y="46"/>
                    <a:pt x="32" y="46"/>
                    <a:pt x="32" y="46"/>
                  </a:cubicBezTo>
                  <a:cubicBezTo>
                    <a:pt x="32" y="46"/>
                    <a:pt x="32" y="46"/>
                    <a:pt x="32" y="46"/>
                  </a:cubicBezTo>
                  <a:cubicBezTo>
                    <a:pt x="32" y="45"/>
                    <a:pt x="33" y="46"/>
                    <a:pt x="33" y="45"/>
                  </a:cubicBezTo>
                  <a:cubicBezTo>
                    <a:pt x="35" y="41"/>
                    <a:pt x="35" y="41"/>
                    <a:pt x="35" y="41"/>
                  </a:cubicBezTo>
                  <a:cubicBezTo>
                    <a:pt x="35" y="40"/>
                    <a:pt x="35" y="40"/>
                    <a:pt x="35" y="40"/>
                  </a:cubicBezTo>
                  <a:cubicBezTo>
                    <a:pt x="34" y="40"/>
                    <a:pt x="34" y="40"/>
                    <a:pt x="34" y="40"/>
                  </a:cubicBezTo>
                  <a:cubicBezTo>
                    <a:pt x="33" y="40"/>
                    <a:pt x="33" y="41"/>
                    <a:pt x="33" y="41"/>
                  </a:cubicBezTo>
                  <a:cubicBezTo>
                    <a:pt x="33" y="40"/>
                    <a:pt x="33" y="40"/>
                    <a:pt x="33" y="40"/>
                  </a:cubicBezTo>
                  <a:cubicBezTo>
                    <a:pt x="33" y="39"/>
                    <a:pt x="33" y="39"/>
                    <a:pt x="33" y="39"/>
                  </a:cubicBezTo>
                  <a:cubicBezTo>
                    <a:pt x="33" y="39"/>
                    <a:pt x="33" y="39"/>
                    <a:pt x="33" y="39"/>
                  </a:cubicBezTo>
                  <a:cubicBezTo>
                    <a:pt x="34" y="39"/>
                    <a:pt x="35" y="40"/>
                    <a:pt x="36" y="40"/>
                  </a:cubicBezTo>
                  <a:cubicBezTo>
                    <a:pt x="38" y="41"/>
                    <a:pt x="38" y="41"/>
                    <a:pt x="39" y="41"/>
                  </a:cubicBezTo>
                  <a:cubicBezTo>
                    <a:pt x="39" y="42"/>
                    <a:pt x="39" y="42"/>
                    <a:pt x="39" y="42"/>
                  </a:cubicBezTo>
                  <a:cubicBezTo>
                    <a:pt x="39" y="42"/>
                    <a:pt x="39" y="42"/>
                    <a:pt x="39" y="42"/>
                  </a:cubicBezTo>
                  <a:cubicBezTo>
                    <a:pt x="38" y="43"/>
                    <a:pt x="38" y="43"/>
                    <a:pt x="38" y="43"/>
                  </a:cubicBezTo>
                  <a:cubicBezTo>
                    <a:pt x="38" y="43"/>
                    <a:pt x="39" y="42"/>
                    <a:pt x="38" y="42"/>
                  </a:cubicBezTo>
                  <a:cubicBezTo>
                    <a:pt x="37" y="41"/>
                    <a:pt x="37" y="41"/>
                    <a:pt x="37" y="41"/>
                  </a:cubicBezTo>
                  <a:lnTo>
                    <a:pt x="36" y="41"/>
                  </a:lnTo>
                  <a:close/>
                  <a:moveTo>
                    <a:pt x="44" y="50"/>
                  </a:moveTo>
                  <a:cubicBezTo>
                    <a:pt x="44" y="50"/>
                    <a:pt x="44" y="50"/>
                    <a:pt x="44" y="50"/>
                  </a:cubicBezTo>
                  <a:cubicBezTo>
                    <a:pt x="42" y="50"/>
                    <a:pt x="42" y="50"/>
                    <a:pt x="42" y="50"/>
                  </a:cubicBezTo>
                  <a:cubicBezTo>
                    <a:pt x="41" y="50"/>
                    <a:pt x="41" y="50"/>
                    <a:pt x="41" y="50"/>
                  </a:cubicBezTo>
                  <a:cubicBezTo>
                    <a:pt x="41" y="49"/>
                    <a:pt x="41" y="49"/>
                    <a:pt x="41" y="49"/>
                  </a:cubicBezTo>
                  <a:cubicBezTo>
                    <a:pt x="42" y="49"/>
                    <a:pt x="42" y="49"/>
                    <a:pt x="42" y="49"/>
                  </a:cubicBezTo>
                  <a:cubicBezTo>
                    <a:pt x="42" y="48"/>
                    <a:pt x="42" y="48"/>
                    <a:pt x="42" y="48"/>
                  </a:cubicBezTo>
                  <a:cubicBezTo>
                    <a:pt x="42" y="47"/>
                    <a:pt x="42" y="47"/>
                    <a:pt x="42"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8" y="48"/>
                    <a:pt x="38" y="48"/>
                    <a:pt x="38" y="48"/>
                  </a:cubicBezTo>
                  <a:cubicBezTo>
                    <a:pt x="37" y="48"/>
                    <a:pt x="37" y="48"/>
                    <a:pt x="37" y="48"/>
                  </a:cubicBezTo>
                  <a:cubicBezTo>
                    <a:pt x="37" y="48"/>
                    <a:pt x="37" y="48"/>
                    <a:pt x="37" y="48"/>
                  </a:cubicBezTo>
                  <a:cubicBezTo>
                    <a:pt x="38" y="48"/>
                    <a:pt x="38" y="48"/>
                    <a:pt x="38" y="48"/>
                  </a:cubicBezTo>
                  <a:cubicBezTo>
                    <a:pt x="42" y="43"/>
                    <a:pt x="42" y="43"/>
                    <a:pt x="42" y="43"/>
                  </a:cubicBezTo>
                  <a:cubicBezTo>
                    <a:pt x="43" y="43"/>
                    <a:pt x="43" y="43"/>
                    <a:pt x="43" y="43"/>
                  </a:cubicBezTo>
                  <a:cubicBezTo>
                    <a:pt x="43" y="43"/>
                    <a:pt x="43" y="43"/>
                    <a:pt x="43" y="43"/>
                  </a:cubicBezTo>
                  <a:cubicBezTo>
                    <a:pt x="43" y="50"/>
                    <a:pt x="43" y="50"/>
                    <a:pt x="43" y="50"/>
                  </a:cubicBezTo>
                  <a:lnTo>
                    <a:pt x="44" y="50"/>
                  </a:lnTo>
                  <a:close/>
                  <a:moveTo>
                    <a:pt x="51" y="46"/>
                  </a:moveTo>
                  <a:cubicBezTo>
                    <a:pt x="50" y="47"/>
                    <a:pt x="50" y="47"/>
                    <a:pt x="50" y="47"/>
                  </a:cubicBezTo>
                  <a:cubicBezTo>
                    <a:pt x="50" y="47"/>
                    <a:pt x="50" y="47"/>
                    <a:pt x="50" y="47"/>
                  </a:cubicBezTo>
                  <a:cubicBezTo>
                    <a:pt x="50" y="47"/>
                    <a:pt x="50" y="45"/>
                    <a:pt x="49" y="45"/>
                  </a:cubicBezTo>
                  <a:cubicBezTo>
                    <a:pt x="47" y="46"/>
                    <a:pt x="47" y="46"/>
                    <a:pt x="47" y="46"/>
                  </a:cubicBezTo>
                  <a:cubicBezTo>
                    <a:pt x="47" y="46"/>
                    <a:pt x="48" y="47"/>
                    <a:pt x="49" y="47"/>
                  </a:cubicBezTo>
                  <a:cubicBezTo>
                    <a:pt x="50" y="48"/>
                    <a:pt x="50" y="49"/>
                    <a:pt x="50" y="50"/>
                  </a:cubicBezTo>
                  <a:cubicBezTo>
                    <a:pt x="49" y="51"/>
                    <a:pt x="48" y="52"/>
                    <a:pt x="47" y="51"/>
                  </a:cubicBezTo>
                  <a:cubicBezTo>
                    <a:pt x="46" y="51"/>
                    <a:pt x="46" y="51"/>
                    <a:pt x="46" y="51"/>
                  </a:cubicBezTo>
                  <a:cubicBezTo>
                    <a:pt x="45" y="50"/>
                    <a:pt x="45" y="50"/>
                    <a:pt x="45" y="50"/>
                  </a:cubicBezTo>
                  <a:cubicBezTo>
                    <a:pt x="45" y="49"/>
                    <a:pt x="45" y="49"/>
                    <a:pt x="45" y="49"/>
                  </a:cubicBezTo>
                  <a:cubicBezTo>
                    <a:pt x="46" y="48"/>
                    <a:pt x="46" y="48"/>
                    <a:pt x="46" y="48"/>
                  </a:cubicBezTo>
                  <a:cubicBezTo>
                    <a:pt x="46" y="49"/>
                    <a:pt x="46" y="49"/>
                    <a:pt x="46" y="49"/>
                  </a:cubicBezTo>
                  <a:cubicBezTo>
                    <a:pt x="46" y="50"/>
                    <a:pt x="46" y="51"/>
                    <a:pt x="47" y="51"/>
                  </a:cubicBezTo>
                  <a:cubicBezTo>
                    <a:pt x="49" y="50"/>
                    <a:pt x="49" y="50"/>
                    <a:pt x="49" y="50"/>
                  </a:cubicBezTo>
                  <a:cubicBezTo>
                    <a:pt x="49" y="49"/>
                    <a:pt x="49" y="49"/>
                    <a:pt x="47" y="48"/>
                  </a:cubicBezTo>
                  <a:cubicBezTo>
                    <a:pt x="47" y="47"/>
                    <a:pt x="46" y="47"/>
                    <a:pt x="46" y="46"/>
                  </a:cubicBezTo>
                  <a:cubicBezTo>
                    <a:pt x="47" y="45"/>
                    <a:pt x="48" y="44"/>
                    <a:pt x="49" y="45"/>
                  </a:cubicBezTo>
                  <a:cubicBezTo>
                    <a:pt x="50" y="45"/>
                    <a:pt x="50" y="45"/>
                    <a:pt x="50" y="45"/>
                  </a:cubicBezTo>
                  <a:cubicBezTo>
                    <a:pt x="51" y="45"/>
                    <a:pt x="51" y="45"/>
                    <a:pt x="51" y="45"/>
                  </a:cubicBezTo>
                  <a:lnTo>
                    <a:pt x="51" y="46"/>
                  </a:lnTo>
                  <a:close/>
                  <a:moveTo>
                    <a:pt x="55" y="49"/>
                  </a:moveTo>
                  <a:cubicBezTo>
                    <a:pt x="54" y="50"/>
                    <a:pt x="54" y="50"/>
                    <a:pt x="54" y="50"/>
                  </a:cubicBezTo>
                  <a:cubicBezTo>
                    <a:pt x="54" y="49"/>
                    <a:pt x="54" y="49"/>
                    <a:pt x="54" y="49"/>
                  </a:cubicBezTo>
                  <a:cubicBezTo>
                    <a:pt x="54" y="48"/>
                    <a:pt x="54" y="48"/>
                    <a:pt x="54" y="48"/>
                  </a:cubicBezTo>
                  <a:lnTo>
                    <a:pt x="55" y="49"/>
                  </a:lnTo>
                  <a:close/>
                  <a:moveTo>
                    <a:pt x="62" y="54"/>
                  </a:moveTo>
                  <a:cubicBezTo>
                    <a:pt x="60" y="54"/>
                    <a:pt x="59" y="54"/>
                    <a:pt x="59" y="54"/>
                  </a:cubicBezTo>
                  <a:cubicBezTo>
                    <a:pt x="58" y="54"/>
                    <a:pt x="58" y="54"/>
                    <a:pt x="58" y="54"/>
                  </a:cubicBezTo>
                  <a:cubicBezTo>
                    <a:pt x="58" y="54"/>
                    <a:pt x="58" y="54"/>
                    <a:pt x="58" y="54"/>
                  </a:cubicBezTo>
                  <a:cubicBezTo>
                    <a:pt x="58" y="53"/>
                    <a:pt x="58" y="54"/>
                    <a:pt x="58" y="53"/>
                  </a:cubicBezTo>
                  <a:cubicBezTo>
                    <a:pt x="59" y="48"/>
                    <a:pt x="59" y="48"/>
                    <a:pt x="59" y="48"/>
                  </a:cubicBezTo>
                  <a:cubicBezTo>
                    <a:pt x="58" y="47"/>
                    <a:pt x="58" y="47"/>
                    <a:pt x="58" y="47"/>
                  </a:cubicBezTo>
                  <a:cubicBezTo>
                    <a:pt x="59" y="47"/>
                    <a:pt x="59" y="47"/>
                    <a:pt x="59" y="47"/>
                  </a:cubicBezTo>
                  <a:cubicBezTo>
                    <a:pt x="60" y="47"/>
                    <a:pt x="60" y="47"/>
                    <a:pt x="60" y="47"/>
                  </a:cubicBezTo>
                  <a:cubicBezTo>
                    <a:pt x="61" y="47"/>
                    <a:pt x="61" y="47"/>
                    <a:pt x="61" y="47"/>
                  </a:cubicBezTo>
                  <a:cubicBezTo>
                    <a:pt x="61" y="47"/>
                    <a:pt x="61" y="47"/>
                    <a:pt x="61" y="47"/>
                  </a:cubicBezTo>
                  <a:cubicBezTo>
                    <a:pt x="60" y="48"/>
                    <a:pt x="60" y="48"/>
                    <a:pt x="60" y="48"/>
                  </a:cubicBezTo>
                  <a:cubicBezTo>
                    <a:pt x="60" y="53"/>
                    <a:pt x="60" y="53"/>
                    <a:pt x="60" y="53"/>
                  </a:cubicBezTo>
                  <a:cubicBezTo>
                    <a:pt x="60" y="54"/>
                    <a:pt x="60" y="54"/>
                    <a:pt x="60" y="54"/>
                  </a:cubicBezTo>
                  <a:cubicBezTo>
                    <a:pt x="63" y="54"/>
                    <a:pt x="63" y="53"/>
                    <a:pt x="63" y="53"/>
                  </a:cubicBezTo>
                  <a:cubicBezTo>
                    <a:pt x="63" y="53"/>
                    <a:pt x="63" y="53"/>
                    <a:pt x="63" y="53"/>
                  </a:cubicBezTo>
                  <a:lnTo>
                    <a:pt x="62" y="54"/>
                  </a:lnTo>
                  <a:close/>
                  <a:moveTo>
                    <a:pt x="66" y="49"/>
                  </a:moveTo>
                  <a:cubicBezTo>
                    <a:pt x="66" y="54"/>
                    <a:pt x="66" y="54"/>
                    <a:pt x="66" y="54"/>
                  </a:cubicBezTo>
                  <a:cubicBezTo>
                    <a:pt x="66" y="55"/>
                    <a:pt x="67" y="54"/>
                    <a:pt x="67" y="55"/>
                  </a:cubicBezTo>
                  <a:cubicBezTo>
                    <a:pt x="67" y="55"/>
                    <a:pt x="67" y="55"/>
                    <a:pt x="67" y="55"/>
                  </a:cubicBezTo>
                  <a:cubicBezTo>
                    <a:pt x="65" y="55"/>
                    <a:pt x="65" y="55"/>
                    <a:pt x="65" y="55"/>
                  </a:cubicBezTo>
                  <a:cubicBezTo>
                    <a:pt x="64" y="55"/>
                    <a:pt x="64" y="55"/>
                    <a:pt x="64" y="55"/>
                  </a:cubicBezTo>
                  <a:cubicBezTo>
                    <a:pt x="64" y="54"/>
                    <a:pt x="64" y="54"/>
                    <a:pt x="64" y="54"/>
                  </a:cubicBezTo>
                  <a:cubicBezTo>
                    <a:pt x="64" y="54"/>
                    <a:pt x="65" y="54"/>
                    <a:pt x="65" y="54"/>
                  </a:cubicBezTo>
                  <a:cubicBezTo>
                    <a:pt x="65" y="49"/>
                    <a:pt x="65" y="49"/>
                    <a:pt x="65" y="49"/>
                  </a:cubicBezTo>
                  <a:cubicBezTo>
                    <a:pt x="65" y="48"/>
                    <a:pt x="64" y="48"/>
                    <a:pt x="64" y="48"/>
                  </a:cubicBezTo>
                  <a:cubicBezTo>
                    <a:pt x="65" y="48"/>
                    <a:pt x="65" y="48"/>
                    <a:pt x="65" y="48"/>
                  </a:cubicBezTo>
                  <a:cubicBezTo>
                    <a:pt x="66" y="48"/>
                    <a:pt x="66" y="48"/>
                    <a:pt x="66" y="48"/>
                  </a:cubicBezTo>
                  <a:cubicBezTo>
                    <a:pt x="67" y="48"/>
                    <a:pt x="67" y="48"/>
                    <a:pt x="67" y="48"/>
                  </a:cubicBezTo>
                  <a:cubicBezTo>
                    <a:pt x="67" y="48"/>
                    <a:pt x="67" y="48"/>
                    <a:pt x="67" y="48"/>
                  </a:cubicBezTo>
                  <a:cubicBezTo>
                    <a:pt x="67" y="48"/>
                    <a:pt x="67" y="48"/>
                    <a:pt x="66" y="49"/>
                  </a:cubicBezTo>
                  <a:moveTo>
                    <a:pt x="71" y="55"/>
                  </a:moveTo>
                  <a:cubicBezTo>
                    <a:pt x="70" y="55"/>
                    <a:pt x="69" y="55"/>
                    <a:pt x="69" y="55"/>
                  </a:cubicBezTo>
                  <a:cubicBezTo>
                    <a:pt x="68" y="55"/>
                    <a:pt x="68" y="55"/>
                    <a:pt x="68" y="55"/>
                  </a:cubicBezTo>
                  <a:cubicBezTo>
                    <a:pt x="68" y="55"/>
                    <a:pt x="68" y="55"/>
                    <a:pt x="68" y="55"/>
                  </a:cubicBezTo>
                  <a:cubicBezTo>
                    <a:pt x="68" y="54"/>
                    <a:pt x="69" y="55"/>
                    <a:pt x="69" y="54"/>
                  </a:cubicBezTo>
                  <a:cubicBezTo>
                    <a:pt x="69" y="50"/>
                    <a:pt x="69" y="50"/>
                    <a:pt x="69" y="50"/>
                  </a:cubicBezTo>
                  <a:cubicBezTo>
                    <a:pt x="69" y="48"/>
                    <a:pt x="68" y="49"/>
                    <a:pt x="68" y="48"/>
                  </a:cubicBezTo>
                  <a:cubicBezTo>
                    <a:pt x="68" y="48"/>
                    <a:pt x="68" y="48"/>
                    <a:pt x="68" y="48"/>
                  </a:cubicBezTo>
                  <a:cubicBezTo>
                    <a:pt x="68" y="48"/>
                    <a:pt x="68" y="48"/>
                    <a:pt x="68" y="48"/>
                  </a:cubicBezTo>
                  <a:cubicBezTo>
                    <a:pt x="71" y="48"/>
                    <a:pt x="71" y="48"/>
                    <a:pt x="71" y="48"/>
                  </a:cubicBezTo>
                  <a:cubicBezTo>
                    <a:pt x="73" y="48"/>
                    <a:pt x="73" y="50"/>
                    <a:pt x="73" y="50"/>
                  </a:cubicBezTo>
                  <a:cubicBezTo>
                    <a:pt x="72" y="51"/>
                    <a:pt x="72" y="51"/>
                    <a:pt x="72" y="51"/>
                  </a:cubicBezTo>
                  <a:cubicBezTo>
                    <a:pt x="72" y="51"/>
                    <a:pt x="72" y="51"/>
                    <a:pt x="72" y="51"/>
                  </a:cubicBezTo>
                  <a:cubicBezTo>
                    <a:pt x="73" y="52"/>
                    <a:pt x="74" y="52"/>
                    <a:pt x="74" y="53"/>
                  </a:cubicBezTo>
                  <a:cubicBezTo>
                    <a:pt x="74" y="54"/>
                    <a:pt x="73" y="55"/>
                    <a:pt x="71" y="55"/>
                  </a:cubicBezTo>
                  <a:moveTo>
                    <a:pt x="79" y="55"/>
                  </a:moveTo>
                  <a:cubicBezTo>
                    <a:pt x="77" y="55"/>
                    <a:pt x="77" y="55"/>
                    <a:pt x="76" y="55"/>
                  </a:cubicBezTo>
                  <a:cubicBezTo>
                    <a:pt x="75" y="55"/>
                    <a:pt x="75" y="55"/>
                    <a:pt x="75" y="55"/>
                  </a:cubicBezTo>
                  <a:cubicBezTo>
                    <a:pt x="75" y="55"/>
                    <a:pt x="75" y="55"/>
                    <a:pt x="75" y="55"/>
                  </a:cubicBezTo>
                  <a:cubicBezTo>
                    <a:pt x="75" y="55"/>
                    <a:pt x="75" y="55"/>
                    <a:pt x="75" y="54"/>
                  </a:cubicBezTo>
                  <a:cubicBezTo>
                    <a:pt x="75" y="49"/>
                    <a:pt x="75" y="49"/>
                    <a:pt x="75" y="49"/>
                  </a:cubicBezTo>
                  <a:cubicBezTo>
                    <a:pt x="74" y="48"/>
                    <a:pt x="74" y="48"/>
                    <a:pt x="74" y="48"/>
                  </a:cubicBezTo>
                  <a:cubicBezTo>
                    <a:pt x="74" y="48"/>
                    <a:pt x="74" y="48"/>
                    <a:pt x="74" y="48"/>
                  </a:cubicBezTo>
                  <a:cubicBezTo>
                    <a:pt x="75" y="48"/>
                    <a:pt x="75" y="48"/>
                    <a:pt x="77" y="48"/>
                  </a:cubicBezTo>
                  <a:cubicBezTo>
                    <a:pt x="78" y="48"/>
                    <a:pt x="78" y="48"/>
                    <a:pt x="79" y="48"/>
                  </a:cubicBezTo>
                  <a:cubicBezTo>
                    <a:pt x="79" y="48"/>
                    <a:pt x="79" y="48"/>
                    <a:pt x="79" y="48"/>
                  </a:cubicBezTo>
                  <a:cubicBezTo>
                    <a:pt x="79" y="49"/>
                    <a:pt x="79" y="49"/>
                    <a:pt x="79" y="49"/>
                  </a:cubicBezTo>
                  <a:cubicBezTo>
                    <a:pt x="79" y="50"/>
                    <a:pt x="79" y="50"/>
                    <a:pt x="79" y="50"/>
                  </a:cubicBezTo>
                  <a:cubicBezTo>
                    <a:pt x="79" y="50"/>
                    <a:pt x="80" y="48"/>
                    <a:pt x="78" y="49"/>
                  </a:cubicBezTo>
                  <a:cubicBezTo>
                    <a:pt x="77" y="49"/>
                    <a:pt x="76" y="49"/>
                    <a:pt x="76" y="49"/>
                  </a:cubicBezTo>
                  <a:cubicBezTo>
                    <a:pt x="77" y="51"/>
                    <a:pt x="77" y="51"/>
                    <a:pt x="77" y="51"/>
                  </a:cubicBezTo>
                  <a:cubicBezTo>
                    <a:pt x="77" y="51"/>
                    <a:pt x="77" y="51"/>
                    <a:pt x="77" y="51"/>
                  </a:cubicBezTo>
                  <a:cubicBezTo>
                    <a:pt x="78" y="51"/>
                    <a:pt x="78" y="51"/>
                    <a:pt x="78" y="51"/>
                  </a:cubicBezTo>
                  <a:cubicBezTo>
                    <a:pt x="79" y="50"/>
                    <a:pt x="79" y="50"/>
                    <a:pt x="79" y="50"/>
                  </a:cubicBezTo>
                  <a:cubicBezTo>
                    <a:pt x="79" y="50"/>
                    <a:pt x="79" y="50"/>
                    <a:pt x="79" y="50"/>
                  </a:cubicBezTo>
                  <a:cubicBezTo>
                    <a:pt x="79" y="52"/>
                    <a:pt x="79" y="52"/>
                    <a:pt x="79" y="52"/>
                  </a:cubicBezTo>
                  <a:cubicBezTo>
                    <a:pt x="79" y="53"/>
                    <a:pt x="79" y="53"/>
                    <a:pt x="79" y="53"/>
                  </a:cubicBezTo>
                  <a:cubicBezTo>
                    <a:pt x="79" y="53"/>
                    <a:pt x="79" y="52"/>
                    <a:pt x="78" y="52"/>
                  </a:cubicBezTo>
                  <a:cubicBezTo>
                    <a:pt x="77" y="52"/>
                    <a:pt x="77" y="52"/>
                    <a:pt x="77" y="52"/>
                  </a:cubicBezTo>
                  <a:cubicBezTo>
                    <a:pt x="77" y="52"/>
                    <a:pt x="77" y="52"/>
                    <a:pt x="77" y="52"/>
                  </a:cubicBezTo>
                  <a:cubicBezTo>
                    <a:pt x="77" y="54"/>
                    <a:pt x="77" y="54"/>
                    <a:pt x="77" y="54"/>
                  </a:cubicBezTo>
                  <a:cubicBezTo>
                    <a:pt x="77" y="55"/>
                    <a:pt x="77" y="55"/>
                    <a:pt x="77" y="55"/>
                  </a:cubicBezTo>
                  <a:cubicBezTo>
                    <a:pt x="80" y="54"/>
                    <a:pt x="80" y="53"/>
                    <a:pt x="80" y="53"/>
                  </a:cubicBezTo>
                  <a:cubicBezTo>
                    <a:pt x="80" y="53"/>
                    <a:pt x="80" y="53"/>
                    <a:pt x="80" y="53"/>
                  </a:cubicBezTo>
                  <a:lnTo>
                    <a:pt x="79" y="55"/>
                  </a:lnTo>
                  <a:close/>
                  <a:moveTo>
                    <a:pt x="87" y="54"/>
                  </a:moveTo>
                  <a:cubicBezTo>
                    <a:pt x="85" y="53"/>
                    <a:pt x="85" y="53"/>
                    <a:pt x="85" y="53"/>
                  </a:cubicBezTo>
                  <a:cubicBezTo>
                    <a:pt x="84" y="52"/>
                    <a:pt x="84" y="52"/>
                    <a:pt x="84" y="52"/>
                  </a:cubicBezTo>
                  <a:cubicBezTo>
                    <a:pt x="83" y="51"/>
                    <a:pt x="83" y="51"/>
                    <a:pt x="83" y="51"/>
                  </a:cubicBezTo>
                  <a:cubicBezTo>
                    <a:pt x="83" y="52"/>
                    <a:pt x="83" y="52"/>
                    <a:pt x="83" y="52"/>
                  </a:cubicBezTo>
                  <a:cubicBezTo>
                    <a:pt x="83" y="54"/>
                    <a:pt x="83" y="54"/>
                    <a:pt x="83" y="54"/>
                  </a:cubicBezTo>
                  <a:cubicBezTo>
                    <a:pt x="83" y="55"/>
                    <a:pt x="84" y="54"/>
                    <a:pt x="84" y="54"/>
                  </a:cubicBezTo>
                  <a:cubicBezTo>
                    <a:pt x="84" y="55"/>
                    <a:pt x="84" y="55"/>
                    <a:pt x="84" y="55"/>
                  </a:cubicBezTo>
                  <a:cubicBezTo>
                    <a:pt x="83" y="55"/>
                    <a:pt x="83" y="55"/>
                    <a:pt x="83" y="55"/>
                  </a:cubicBezTo>
                  <a:cubicBezTo>
                    <a:pt x="81" y="55"/>
                    <a:pt x="81" y="55"/>
                    <a:pt x="81" y="55"/>
                  </a:cubicBezTo>
                  <a:cubicBezTo>
                    <a:pt x="81" y="55"/>
                    <a:pt x="81" y="55"/>
                    <a:pt x="81" y="55"/>
                  </a:cubicBezTo>
                  <a:cubicBezTo>
                    <a:pt x="81" y="54"/>
                    <a:pt x="82" y="55"/>
                    <a:pt x="82" y="53"/>
                  </a:cubicBezTo>
                  <a:cubicBezTo>
                    <a:pt x="81" y="49"/>
                    <a:pt x="81" y="49"/>
                    <a:pt x="81" y="49"/>
                  </a:cubicBezTo>
                  <a:cubicBezTo>
                    <a:pt x="81" y="48"/>
                    <a:pt x="80" y="48"/>
                    <a:pt x="80" y="48"/>
                  </a:cubicBezTo>
                  <a:cubicBezTo>
                    <a:pt x="80" y="48"/>
                    <a:pt x="80" y="48"/>
                    <a:pt x="80" y="48"/>
                  </a:cubicBezTo>
                  <a:cubicBezTo>
                    <a:pt x="81" y="48"/>
                    <a:pt x="81" y="48"/>
                    <a:pt x="81" y="48"/>
                  </a:cubicBezTo>
                  <a:cubicBezTo>
                    <a:pt x="83" y="48"/>
                    <a:pt x="83" y="48"/>
                    <a:pt x="83" y="48"/>
                  </a:cubicBezTo>
                  <a:cubicBezTo>
                    <a:pt x="86" y="47"/>
                    <a:pt x="86" y="49"/>
                    <a:pt x="86" y="49"/>
                  </a:cubicBezTo>
                  <a:cubicBezTo>
                    <a:pt x="85" y="50"/>
                    <a:pt x="85" y="50"/>
                    <a:pt x="85" y="50"/>
                  </a:cubicBezTo>
                  <a:cubicBezTo>
                    <a:pt x="85" y="51"/>
                    <a:pt x="85" y="51"/>
                    <a:pt x="85" y="51"/>
                  </a:cubicBezTo>
                  <a:cubicBezTo>
                    <a:pt x="85" y="51"/>
                    <a:pt x="86" y="52"/>
                    <a:pt x="87" y="54"/>
                  </a:cubicBezTo>
                  <a:cubicBezTo>
                    <a:pt x="87" y="54"/>
                    <a:pt x="87" y="54"/>
                    <a:pt x="87" y="54"/>
                  </a:cubicBezTo>
                  <a:cubicBezTo>
                    <a:pt x="87" y="54"/>
                    <a:pt x="87" y="54"/>
                    <a:pt x="87" y="54"/>
                  </a:cubicBezTo>
                  <a:cubicBezTo>
                    <a:pt x="88" y="54"/>
                    <a:pt x="88" y="54"/>
                    <a:pt x="88" y="54"/>
                  </a:cubicBezTo>
                  <a:lnTo>
                    <a:pt x="87" y="54"/>
                  </a:lnTo>
                  <a:close/>
                  <a:moveTo>
                    <a:pt x="95" y="53"/>
                  </a:moveTo>
                  <a:cubicBezTo>
                    <a:pt x="94" y="53"/>
                    <a:pt x="94" y="53"/>
                    <a:pt x="94" y="53"/>
                  </a:cubicBezTo>
                  <a:cubicBezTo>
                    <a:pt x="93" y="53"/>
                    <a:pt x="93" y="53"/>
                    <a:pt x="93" y="53"/>
                  </a:cubicBezTo>
                  <a:cubicBezTo>
                    <a:pt x="93" y="53"/>
                    <a:pt x="93" y="53"/>
                    <a:pt x="93" y="53"/>
                  </a:cubicBezTo>
                  <a:cubicBezTo>
                    <a:pt x="93" y="52"/>
                    <a:pt x="93" y="52"/>
                    <a:pt x="93" y="52"/>
                  </a:cubicBezTo>
                  <a:cubicBezTo>
                    <a:pt x="93" y="52"/>
                    <a:pt x="93" y="52"/>
                    <a:pt x="93" y="52"/>
                  </a:cubicBezTo>
                  <a:cubicBezTo>
                    <a:pt x="92" y="51"/>
                    <a:pt x="92" y="51"/>
                    <a:pt x="92" y="51"/>
                  </a:cubicBezTo>
                  <a:cubicBezTo>
                    <a:pt x="90" y="51"/>
                    <a:pt x="90" y="51"/>
                    <a:pt x="90" y="51"/>
                  </a:cubicBezTo>
                  <a:cubicBezTo>
                    <a:pt x="90" y="52"/>
                    <a:pt x="90" y="52"/>
                    <a:pt x="90" y="52"/>
                  </a:cubicBezTo>
                  <a:cubicBezTo>
                    <a:pt x="90" y="53"/>
                    <a:pt x="90" y="53"/>
                    <a:pt x="90" y="53"/>
                  </a:cubicBezTo>
                  <a:cubicBezTo>
                    <a:pt x="91" y="54"/>
                    <a:pt x="91" y="54"/>
                    <a:pt x="91" y="54"/>
                  </a:cubicBezTo>
                  <a:cubicBezTo>
                    <a:pt x="90" y="54"/>
                    <a:pt x="90" y="54"/>
                    <a:pt x="90" y="54"/>
                  </a:cubicBezTo>
                  <a:cubicBezTo>
                    <a:pt x="89" y="54"/>
                    <a:pt x="89" y="54"/>
                    <a:pt x="89" y="54"/>
                  </a:cubicBezTo>
                  <a:cubicBezTo>
                    <a:pt x="89" y="54"/>
                    <a:pt x="89" y="54"/>
                    <a:pt x="89" y="54"/>
                  </a:cubicBezTo>
                  <a:cubicBezTo>
                    <a:pt x="88" y="54"/>
                    <a:pt x="88" y="54"/>
                    <a:pt x="88" y="54"/>
                  </a:cubicBezTo>
                  <a:cubicBezTo>
                    <a:pt x="89" y="53"/>
                    <a:pt x="89" y="53"/>
                    <a:pt x="89" y="53"/>
                  </a:cubicBezTo>
                  <a:cubicBezTo>
                    <a:pt x="90" y="47"/>
                    <a:pt x="90" y="47"/>
                    <a:pt x="90" y="47"/>
                  </a:cubicBezTo>
                  <a:cubicBezTo>
                    <a:pt x="91" y="46"/>
                    <a:pt x="91" y="46"/>
                    <a:pt x="91" y="46"/>
                  </a:cubicBezTo>
                  <a:cubicBezTo>
                    <a:pt x="91" y="47"/>
                    <a:pt x="91" y="47"/>
                    <a:pt x="91" y="47"/>
                  </a:cubicBezTo>
                  <a:cubicBezTo>
                    <a:pt x="95" y="52"/>
                    <a:pt x="95" y="52"/>
                    <a:pt x="95" y="52"/>
                  </a:cubicBezTo>
                  <a:cubicBezTo>
                    <a:pt x="96" y="53"/>
                    <a:pt x="96" y="53"/>
                    <a:pt x="96" y="53"/>
                  </a:cubicBezTo>
                  <a:lnTo>
                    <a:pt x="95" y="53"/>
                  </a:lnTo>
                  <a:close/>
                  <a:moveTo>
                    <a:pt x="100" y="52"/>
                  </a:moveTo>
                  <a:cubicBezTo>
                    <a:pt x="98" y="52"/>
                    <a:pt x="98" y="52"/>
                    <a:pt x="97" y="52"/>
                  </a:cubicBezTo>
                  <a:cubicBezTo>
                    <a:pt x="97" y="52"/>
                    <a:pt x="97" y="52"/>
                    <a:pt x="97" y="52"/>
                  </a:cubicBezTo>
                  <a:cubicBezTo>
                    <a:pt x="96" y="52"/>
                    <a:pt x="96" y="52"/>
                    <a:pt x="96" y="52"/>
                  </a:cubicBezTo>
                  <a:cubicBezTo>
                    <a:pt x="96" y="52"/>
                    <a:pt x="97" y="52"/>
                    <a:pt x="97" y="51"/>
                  </a:cubicBezTo>
                  <a:cubicBezTo>
                    <a:pt x="96" y="47"/>
                    <a:pt x="96" y="47"/>
                    <a:pt x="96" y="47"/>
                  </a:cubicBezTo>
                  <a:cubicBezTo>
                    <a:pt x="95" y="46"/>
                    <a:pt x="94" y="46"/>
                    <a:pt x="94" y="46"/>
                  </a:cubicBezTo>
                  <a:cubicBezTo>
                    <a:pt x="94" y="46"/>
                    <a:pt x="94" y="46"/>
                    <a:pt x="94" y="46"/>
                  </a:cubicBezTo>
                  <a:cubicBezTo>
                    <a:pt x="95" y="46"/>
                    <a:pt x="95" y="46"/>
                    <a:pt x="95" y="46"/>
                  </a:cubicBezTo>
                  <a:cubicBezTo>
                    <a:pt x="97" y="45"/>
                    <a:pt x="97" y="45"/>
                    <a:pt x="97" y="45"/>
                  </a:cubicBezTo>
                  <a:cubicBezTo>
                    <a:pt x="100" y="44"/>
                    <a:pt x="100" y="46"/>
                    <a:pt x="100" y="46"/>
                  </a:cubicBezTo>
                  <a:cubicBezTo>
                    <a:pt x="99" y="48"/>
                    <a:pt x="99" y="48"/>
                    <a:pt x="99" y="48"/>
                  </a:cubicBezTo>
                  <a:cubicBezTo>
                    <a:pt x="101" y="48"/>
                    <a:pt x="101" y="48"/>
                    <a:pt x="101" y="49"/>
                  </a:cubicBezTo>
                  <a:cubicBezTo>
                    <a:pt x="102" y="50"/>
                    <a:pt x="101" y="51"/>
                    <a:pt x="100" y="52"/>
                  </a:cubicBezTo>
                  <a:moveTo>
                    <a:pt x="106" y="50"/>
                  </a:moveTo>
                  <a:cubicBezTo>
                    <a:pt x="104" y="50"/>
                    <a:pt x="104" y="50"/>
                    <a:pt x="104" y="50"/>
                  </a:cubicBezTo>
                  <a:cubicBezTo>
                    <a:pt x="103" y="50"/>
                    <a:pt x="103" y="50"/>
                    <a:pt x="103" y="50"/>
                  </a:cubicBezTo>
                  <a:cubicBezTo>
                    <a:pt x="103" y="50"/>
                    <a:pt x="103" y="50"/>
                    <a:pt x="103" y="50"/>
                  </a:cubicBezTo>
                  <a:cubicBezTo>
                    <a:pt x="103" y="49"/>
                    <a:pt x="103" y="49"/>
                    <a:pt x="103" y="49"/>
                  </a:cubicBezTo>
                  <a:cubicBezTo>
                    <a:pt x="102" y="45"/>
                    <a:pt x="102" y="45"/>
                    <a:pt x="102" y="45"/>
                  </a:cubicBezTo>
                  <a:cubicBezTo>
                    <a:pt x="101" y="44"/>
                    <a:pt x="101" y="44"/>
                    <a:pt x="101" y="44"/>
                  </a:cubicBezTo>
                  <a:cubicBezTo>
                    <a:pt x="101" y="44"/>
                    <a:pt x="101" y="44"/>
                    <a:pt x="101" y="44"/>
                  </a:cubicBezTo>
                  <a:cubicBezTo>
                    <a:pt x="102" y="44"/>
                    <a:pt x="102" y="44"/>
                    <a:pt x="102" y="44"/>
                  </a:cubicBezTo>
                  <a:cubicBezTo>
                    <a:pt x="103" y="43"/>
                    <a:pt x="103" y="43"/>
                    <a:pt x="103" y="43"/>
                  </a:cubicBezTo>
                  <a:cubicBezTo>
                    <a:pt x="104" y="43"/>
                    <a:pt x="104" y="43"/>
                    <a:pt x="104" y="43"/>
                  </a:cubicBezTo>
                  <a:cubicBezTo>
                    <a:pt x="103" y="44"/>
                    <a:pt x="103" y="44"/>
                    <a:pt x="103" y="44"/>
                  </a:cubicBezTo>
                  <a:cubicBezTo>
                    <a:pt x="105" y="49"/>
                    <a:pt x="105" y="49"/>
                    <a:pt x="105" y="49"/>
                  </a:cubicBezTo>
                  <a:cubicBezTo>
                    <a:pt x="105" y="50"/>
                    <a:pt x="106" y="49"/>
                    <a:pt x="106" y="49"/>
                  </a:cubicBezTo>
                  <a:lnTo>
                    <a:pt x="106" y="50"/>
                  </a:lnTo>
                  <a:close/>
                  <a:moveTo>
                    <a:pt x="111" y="48"/>
                  </a:moveTo>
                  <a:cubicBezTo>
                    <a:pt x="110" y="48"/>
                    <a:pt x="110" y="48"/>
                    <a:pt x="110" y="48"/>
                  </a:cubicBezTo>
                  <a:cubicBezTo>
                    <a:pt x="109" y="49"/>
                    <a:pt x="109" y="49"/>
                    <a:pt x="109" y="49"/>
                  </a:cubicBezTo>
                  <a:cubicBezTo>
                    <a:pt x="108" y="49"/>
                    <a:pt x="108" y="49"/>
                    <a:pt x="108" y="49"/>
                  </a:cubicBezTo>
                  <a:cubicBezTo>
                    <a:pt x="108" y="48"/>
                    <a:pt x="109" y="48"/>
                    <a:pt x="109" y="47"/>
                  </a:cubicBezTo>
                  <a:cubicBezTo>
                    <a:pt x="107" y="43"/>
                    <a:pt x="107" y="43"/>
                    <a:pt x="107" y="43"/>
                  </a:cubicBezTo>
                  <a:cubicBezTo>
                    <a:pt x="106" y="43"/>
                    <a:pt x="106" y="43"/>
                    <a:pt x="106" y="43"/>
                  </a:cubicBezTo>
                  <a:cubicBezTo>
                    <a:pt x="106" y="43"/>
                    <a:pt x="106" y="43"/>
                    <a:pt x="106" y="43"/>
                  </a:cubicBezTo>
                  <a:cubicBezTo>
                    <a:pt x="105" y="43"/>
                    <a:pt x="105" y="44"/>
                    <a:pt x="105" y="45"/>
                  </a:cubicBezTo>
                  <a:cubicBezTo>
                    <a:pt x="105" y="44"/>
                    <a:pt x="105" y="44"/>
                    <a:pt x="105" y="44"/>
                  </a:cubicBezTo>
                  <a:cubicBezTo>
                    <a:pt x="104" y="43"/>
                    <a:pt x="104" y="43"/>
                    <a:pt x="104" y="43"/>
                  </a:cubicBezTo>
                  <a:cubicBezTo>
                    <a:pt x="104" y="43"/>
                    <a:pt x="104" y="43"/>
                    <a:pt x="104" y="43"/>
                  </a:cubicBezTo>
                  <a:cubicBezTo>
                    <a:pt x="105" y="42"/>
                    <a:pt x="106" y="42"/>
                    <a:pt x="107" y="42"/>
                  </a:cubicBezTo>
                  <a:cubicBezTo>
                    <a:pt x="109" y="41"/>
                    <a:pt x="109" y="41"/>
                    <a:pt x="110" y="41"/>
                  </a:cubicBezTo>
                  <a:cubicBezTo>
                    <a:pt x="110" y="41"/>
                    <a:pt x="110" y="41"/>
                    <a:pt x="110" y="41"/>
                  </a:cubicBezTo>
                  <a:cubicBezTo>
                    <a:pt x="111" y="42"/>
                    <a:pt x="111" y="42"/>
                    <a:pt x="111" y="42"/>
                  </a:cubicBezTo>
                  <a:cubicBezTo>
                    <a:pt x="111" y="42"/>
                    <a:pt x="111" y="42"/>
                    <a:pt x="111" y="42"/>
                  </a:cubicBezTo>
                  <a:cubicBezTo>
                    <a:pt x="110" y="42"/>
                    <a:pt x="110" y="41"/>
                    <a:pt x="109" y="42"/>
                  </a:cubicBezTo>
                  <a:cubicBezTo>
                    <a:pt x="109" y="42"/>
                    <a:pt x="109" y="42"/>
                    <a:pt x="109" y="42"/>
                  </a:cubicBezTo>
                  <a:cubicBezTo>
                    <a:pt x="108" y="43"/>
                    <a:pt x="108" y="43"/>
                    <a:pt x="108" y="43"/>
                  </a:cubicBezTo>
                  <a:cubicBezTo>
                    <a:pt x="110" y="47"/>
                    <a:pt x="110" y="47"/>
                    <a:pt x="110" y="47"/>
                  </a:cubicBezTo>
                  <a:cubicBezTo>
                    <a:pt x="110" y="48"/>
                    <a:pt x="111" y="47"/>
                    <a:pt x="111" y="47"/>
                  </a:cubicBezTo>
                  <a:lnTo>
                    <a:pt x="111" y="48"/>
                  </a:lnTo>
                  <a:close/>
                  <a:moveTo>
                    <a:pt x="115" y="42"/>
                  </a:moveTo>
                  <a:cubicBezTo>
                    <a:pt x="114" y="42"/>
                    <a:pt x="114" y="42"/>
                    <a:pt x="114" y="42"/>
                  </a:cubicBezTo>
                  <a:cubicBezTo>
                    <a:pt x="115" y="41"/>
                    <a:pt x="115" y="41"/>
                    <a:pt x="115" y="41"/>
                  </a:cubicBezTo>
                  <a:cubicBezTo>
                    <a:pt x="116" y="41"/>
                    <a:pt x="116" y="41"/>
                    <a:pt x="116" y="41"/>
                  </a:cubicBezTo>
                  <a:lnTo>
                    <a:pt x="115" y="42"/>
                  </a:lnTo>
                  <a:close/>
                  <a:moveTo>
                    <a:pt x="126" y="40"/>
                  </a:moveTo>
                  <a:cubicBezTo>
                    <a:pt x="126" y="40"/>
                    <a:pt x="126" y="40"/>
                    <a:pt x="126" y="40"/>
                  </a:cubicBezTo>
                  <a:cubicBezTo>
                    <a:pt x="119" y="38"/>
                    <a:pt x="119" y="38"/>
                    <a:pt x="119" y="38"/>
                  </a:cubicBezTo>
                  <a:cubicBezTo>
                    <a:pt x="119" y="38"/>
                    <a:pt x="119" y="38"/>
                    <a:pt x="119" y="38"/>
                  </a:cubicBezTo>
                  <a:cubicBezTo>
                    <a:pt x="119" y="38"/>
                    <a:pt x="119" y="38"/>
                    <a:pt x="119" y="38"/>
                  </a:cubicBezTo>
                  <a:cubicBezTo>
                    <a:pt x="121" y="41"/>
                    <a:pt x="121" y="41"/>
                    <a:pt x="121" y="41"/>
                  </a:cubicBezTo>
                  <a:cubicBezTo>
                    <a:pt x="122" y="43"/>
                    <a:pt x="122" y="42"/>
                    <a:pt x="123" y="42"/>
                  </a:cubicBezTo>
                  <a:cubicBezTo>
                    <a:pt x="122" y="42"/>
                    <a:pt x="122" y="42"/>
                    <a:pt x="122" y="42"/>
                  </a:cubicBezTo>
                  <a:cubicBezTo>
                    <a:pt x="121" y="43"/>
                    <a:pt x="121" y="43"/>
                    <a:pt x="121" y="43"/>
                  </a:cubicBezTo>
                  <a:cubicBezTo>
                    <a:pt x="121" y="43"/>
                    <a:pt x="121" y="43"/>
                    <a:pt x="121" y="43"/>
                  </a:cubicBezTo>
                  <a:cubicBezTo>
                    <a:pt x="120" y="44"/>
                    <a:pt x="120" y="44"/>
                    <a:pt x="120" y="44"/>
                  </a:cubicBezTo>
                  <a:cubicBezTo>
                    <a:pt x="120" y="42"/>
                    <a:pt x="120" y="42"/>
                    <a:pt x="120" y="42"/>
                  </a:cubicBezTo>
                  <a:cubicBezTo>
                    <a:pt x="119" y="39"/>
                    <a:pt x="119" y="39"/>
                    <a:pt x="119" y="39"/>
                  </a:cubicBezTo>
                  <a:cubicBezTo>
                    <a:pt x="118" y="37"/>
                    <a:pt x="117" y="38"/>
                    <a:pt x="117" y="38"/>
                  </a:cubicBezTo>
                  <a:cubicBezTo>
                    <a:pt x="117" y="37"/>
                    <a:pt x="117" y="37"/>
                    <a:pt x="117" y="37"/>
                  </a:cubicBezTo>
                  <a:cubicBezTo>
                    <a:pt x="117" y="37"/>
                    <a:pt x="117" y="37"/>
                    <a:pt x="117" y="37"/>
                  </a:cubicBezTo>
                  <a:cubicBezTo>
                    <a:pt x="118" y="37"/>
                    <a:pt x="118" y="37"/>
                    <a:pt x="118" y="37"/>
                  </a:cubicBezTo>
                  <a:cubicBezTo>
                    <a:pt x="119" y="37"/>
                    <a:pt x="119" y="37"/>
                    <a:pt x="119" y="37"/>
                  </a:cubicBezTo>
                  <a:cubicBezTo>
                    <a:pt x="124" y="39"/>
                    <a:pt x="124" y="39"/>
                    <a:pt x="124" y="39"/>
                  </a:cubicBezTo>
                  <a:cubicBezTo>
                    <a:pt x="125" y="39"/>
                    <a:pt x="125" y="39"/>
                    <a:pt x="125" y="39"/>
                  </a:cubicBezTo>
                  <a:cubicBezTo>
                    <a:pt x="125" y="38"/>
                    <a:pt x="125" y="38"/>
                    <a:pt x="125" y="38"/>
                  </a:cubicBezTo>
                  <a:cubicBezTo>
                    <a:pt x="123" y="35"/>
                    <a:pt x="123" y="35"/>
                    <a:pt x="123" y="35"/>
                  </a:cubicBezTo>
                  <a:cubicBezTo>
                    <a:pt x="121" y="35"/>
                    <a:pt x="121" y="35"/>
                    <a:pt x="121" y="35"/>
                  </a:cubicBezTo>
                  <a:cubicBezTo>
                    <a:pt x="121" y="35"/>
                    <a:pt x="121" y="35"/>
                    <a:pt x="121" y="35"/>
                  </a:cubicBezTo>
                  <a:cubicBezTo>
                    <a:pt x="122" y="34"/>
                    <a:pt x="122" y="34"/>
                    <a:pt x="122" y="34"/>
                  </a:cubicBezTo>
                  <a:cubicBezTo>
                    <a:pt x="123" y="34"/>
                    <a:pt x="123" y="34"/>
                    <a:pt x="123" y="34"/>
                  </a:cubicBezTo>
                  <a:cubicBezTo>
                    <a:pt x="124" y="34"/>
                    <a:pt x="124" y="34"/>
                    <a:pt x="124" y="34"/>
                  </a:cubicBezTo>
                  <a:cubicBezTo>
                    <a:pt x="124" y="34"/>
                    <a:pt x="123" y="34"/>
                    <a:pt x="123" y="35"/>
                  </a:cubicBezTo>
                  <a:cubicBezTo>
                    <a:pt x="126" y="40"/>
                    <a:pt x="126" y="40"/>
                    <a:pt x="126" y="40"/>
                  </a:cubicBezTo>
                  <a:close/>
                  <a:moveTo>
                    <a:pt x="131" y="38"/>
                  </a:moveTo>
                  <a:cubicBezTo>
                    <a:pt x="129" y="39"/>
                    <a:pt x="127" y="38"/>
                    <a:pt x="126" y="37"/>
                  </a:cubicBezTo>
                  <a:cubicBezTo>
                    <a:pt x="125" y="35"/>
                    <a:pt x="125" y="33"/>
                    <a:pt x="127" y="31"/>
                  </a:cubicBezTo>
                  <a:cubicBezTo>
                    <a:pt x="128" y="30"/>
                    <a:pt x="130" y="31"/>
                    <a:pt x="132" y="32"/>
                  </a:cubicBezTo>
                  <a:cubicBezTo>
                    <a:pt x="132" y="33"/>
                    <a:pt x="133" y="36"/>
                    <a:pt x="131" y="38"/>
                  </a:cubicBezTo>
                  <a:moveTo>
                    <a:pt x="136" y="33"/>
                  </a:moveTo>
                  <a:cubicBezTo>
                    <a:pt x="135" y="34"/>
                    <a:pt x="135" y="34"/>
                    <a:pt x="135" y="34"/>
                  </a:cubicBezTo>
                  <a:cubicBezTo>
                    <a:pt x="134" y="34"/>
                    <a:pt x="134" y="34"/>
                    <a:pt x="134" y="34"/>
                  </a:cubicBezTo>
                  <a:cubicBezTo>
                    <a:pt x="133" y="33"/>
                    <a:pt x="133" y="33"/>
                    <a:pt x="133" y="33"/>
                  </a:cubicBezTo>
                  <a:cubicBezTo>
                    <a:pt x="133" y="33"/>
                    <a:pt x="133" y="33"/>
                    <a:pt x="133" y="33"/>
                  </a:cubicBezTo>
                  <a:cubicBezTo>
                    <a:pt x="134" y="33"/>
                    <a:pt x="134" y="33"/>
                    <a:pt x="134" y="33"/>
                  </a:cubicBezTo>
                  <a:cubicBezTo>
                    <a:pt x="136" y="33"/>
                    <a:pt x="136" y="33"/>
                    <a:pt x="136" y="33"/>
                  </a:cubicBezTo>
                  <a:cubicBezTo>
                    <a:pt x="137" y="31"/>
                    <a:pt x="137" y="31"/>
                    <a:pt x="137" y="31"/>
                  </a:cubicBezTo>
                  <a:cubicBezTo>
                    <a:pt x="136" y="30"/>
                    <a:pt x="135" y="31"/>
                    <a:pt x="134" y="31"/>
                  </a:cubicBezTo>
                  <a:cubicBezTo>
                    <a:pt x="132" y="31"/>
                    <a:pt x="132" y="31"/>
                    <a:pt x="132" y="31"/>
                  </a:cubicBezTo>
                  <a:cubicBezTo>
                    <a:pt x="131" y="30"/>
                    <a:pt x="131" y="29"/>
                    <a:pt x="132" y="28"/>
                  </a:cubicBezTo>
                  <a:cubicBezTo>
                    <a:pt x="133" y="27"/>
                    <a:pt x="133" y="27"/>
                    <a:pt x="133" y="27"/>
                  </a:cubicBezTo>
                  <a:cubicBezTo>
                    <a:pt x="134" y="27"/>
                    <a:pt x="134" y="27"/>
                    <a:pt x="134" y="27"/>
                  </a:cubicBezTo>
                  <a:cubicBezTo>
                    <a:pt x="134" y="27"/>
                    <a:pt x="134" y="27"/>
                    <a:pt x="134" y="27"/>
                  </a:cubicBezTo>
                  <a:cubicBezTo>
                    <a:pt x="135" y="28"/>
                    <a:pt x="135" y="28"/>
                    <a:pt x="135" y="28"/>
                  </a:cubicBezTo>
                  <a:cubicBezTo>
                    <a:pt x="135" y="28"/>
                    <a:pt x="135" y="28"/>
                    <a:pt x="135" y="28"/>
                  </a:cubicBezTo>
                  <a:cubicBezTo>
                    <a:pt x="135" y="29"/>
                    <a:pt x="133" y="27"/>
                    <a:pt x="132" y="28"/>
                  </a:cubicBezTo>
                  <a:cubicBezTo>
                    <a:pt x="132" y="30"/>
                    <a:pt x="132" y="30"/>
                    <a:pt x="132" y="30"/>
                  </a:cubicBezTo>
                  <a:cubicBezTo>
                    <a:pt x="132" y="30"/>
                    <a:pt x="133" y="30"/>
                    <a:pt x="134" y="30"/>
                  </a:cubicBezTo>
                  <a:cubicBezTo>
                    <a:pt x="135" y="29"/>
                    <a:pt x="136" y="29"/>
                    <a:pt x="137" y="30"/>
                  </a:cubicBezTo>
                  <a:cubicBezTo>
                    <a:pt x="138" y="31"/>
                    <a:pt x="138" y="33"/>
                    <a:pt x="136" y="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8" name="Freeform 32">
              <a:extLst>
                <a:ext uri="{FF2B5EF4-FFF2-40B4-BE49-F238E27FC236}">
                  <a16:creationId xmlns:a16="http://schemas.microsoft.com/office/drawing/2014/main" id="{2407F4D3-4552-4229-8628-80C054B40487}"/>
                </a:ext>
              </a:extLst>
            </p:cNvPr>
            <p:cNvSpPr>
              <a:spLocks noEditPoints="1"/>
            </p:cNvSpPr>
            <p:nvPr/>
          </p:nvSpPr>
          <p:spPr bwMode="auto">
            <a:xfrm>
              <a:off x="6111875" y="2517775"/>
              <a:ext cx="104775" cy="215900"/>
            </a:xfrm>
            <a:custGeom>
              <a:avLst/>
              <a:gdLst>
                <a:gd name="T0" fmla="*/ 44 w 49"/>
                <a:gd name="T1" fmla="*/ 10 h 100"/>
                <a:gd name="T2" fmla="*/ 38 w 49"/>
                <a:gd name="T3" fmla="*/ 26 h 100"/>
                <a:gd name="T4" fmla="*/ 33 w 49"/>
                <a:gd name="T5" fmla="*/ 21 h 100"/>
                <a:gd name="T6" fmla="*/ 20 w 49"/>
                <a:gd name="T7" fmla="*/ 15 h 100"/>
                <a:gd name="T8" fmla="*/ 3 w 49"/>
                <a:gd name="T9" fmla="*/ 2 h 100"/>
                <a:gd name="T10" fmla="*/ 2 w 49"/>
                <a:gd name="T11" fmla="*/ 43 h 100"/>
                <a:gd name="T12" fmla="*/ 7 w 49"/>
                <a:gd name="T13" fmla="*/ 38 h 100"/>
                <a:gd name="T14" fmla="*/ 6 w 49"/>
                <a:gd name="T15" fmla="*/ 82 h 100"/>
                <a:gd name="T16" fmla="*/ 11 w 49"/>
                <a:gd name="T17" fmla="*/ 86 h 100"/>
                <a:gd name="T18" fmla="*/ 34 w 49"/>
                <a:gd name="T19" fmla="*/ 79 h 100"/>
                <a:gd name="T20" fmla="*/ 29 w 49"/>
                <a:gd name="T21" fmla="*/ 52 h 100"/>
                <a:gd name="T22" fmla="*/ 40 w 49"/>
                <a:gd name="T23" fmla="*/ 58 h 100"/>
                <a:gd name="T24" fmla="*/ 40 w 49"/>
                <a:gd name="T25" fmla="*/ 50 h 100"/>
                <a:gd name="T26" fmla="*/ 44 w 49"/>
                <a:gd name="T27" fmla="*/ 26 h 100"/>
                <a:gd name="T28" fmla="*/ 35 w 49"/>
                <a:gd name="T29" fmla="*/ 21 h 100"/>
                <a:gd name="T30" fmla="*/ 42 w 49"/>
                <a:gd name="T31" fmla="*/ 14 h 100"/>
                <a:gd name="T32" fmla="*/ 29 w 49"/>
                <a:gd name="T33" fmla="*/ 20 h 100"/>
                <a:gd name="T34" fmla="*/ 29 w 49"/>
                <a:gd name="T35" fmla="*/ 15 h 100"/>
                <a:gd name="T36" fmla="*/ 25 w 49"/>
                <a:gd name="T37" fmla="*/ 15 h 100"/>
                <a:gd name="T38" fmla="*/ 35 w 49"/>
                <a:gd name="T39" fmla="*/ 35 h 100"/>
                <a:gd name="T40" fmla="*/ 20 w 49"/>
                <a:gd name="T41" fmla="*/ 26 h 100"/>
                <a:gd name="T42" fmla="*/ 19 w 49"/>
                <a:gd name="T43" fmla="*/ 24 h 100"/>
                <a:gd name="T44" fmla="*/ 13 w 49"/>
                <a:gd name="T45" fmla="*/ 1 h 100"/>
                <a:gd name="T46" fmla="*/ 25 w 49"/>
                <a:gd name="T47" fmla="*/ 40 h 100"/>
                <a:gd name="T48" fmla="*/ 20 w 49"/>
                <a:gd name="T49" fmla="*/ 44 h 100"/>
                <a:gd name="T50" fmla="*/ 14 w 49"/>
                <a:gd name="T51" fmla="*/ 42 h 100"/>
                <a:gd name="T52" fmla="*/ 18 w 49"/>
                <a:gd name="T53" fmla="*/ 42 h 100"/>
                <a:gd name="T54" fmla="*/ 11 w 49"/>
                <a:gd name="T55" fmla="*/ 36 h 100"/>
                <a:gd name="T56" fmla="*/ 7 w 49"/>
                <a:gd name="T57" fmla="*/ 28 h 100"/>
                <a:gd name="T58" fmla="*/ 3 w 49"/>
                <a:gd name="T59" fmla="*/ 3 h 100"/>
                <a:gd name="T60" fmla="*/ 6 w 49"/>
                <a:gd name="T61" fmla="*/ 22 h 100"/>
                <a:gd name="T62" fmla="*/ 4 w 49"/>
                <a:gd name="T63" fmla="*/ 30 h 100"/>
                <a:gd name="T64" fmla="*/ 2 w 49"/>
                <a:gd name="T65" fmla="*/ 48 h 100"/>
                <a:gd name="T66" fmla="*/ 2 w 49"/>
                <a:gd name="T67" fmla="*/ 50 h 100"/>
                <a:gd name="T68" fmla="*/ 11 w 49"/>
                <a:gd name="T69" fmla="*/ 36 h 100"/>
                <a:gd name="T70" fmla="*/ 32 w 49"/>
                <a:gd name="T71" fmla="*/ 77 h 100"/>
                <a:gd name="T72" fmla="*/ 27 w 49"/>
                <a:gd name="T73" fmla="*/ 78 h 100"/>
                <a:gd name="T74" fmla="*/ 20 w 49"/>
                <a:gd name="T75" fmla="*/ 62 h 100"/>
                <a:gd name="T76" fmla="*/ 18 w 49"/>
                <a:gd name="T77" fmla="*/ 57 h 100"/>
                <a:gd name="T78" fmla="*/ 13 w 49"/>
                <a:gd name="T79" fmla="*/ 96 h 100"/>
                <a:gd name="T80" fmla="*/ 7 w 49"/>
                <a:gd name="T81" fmla="*/ 88 h 100"/>
                <a:gd name="T82" fmla="*/ 9 w 49"/>
                <a:gd name="T83" fmla="*/ 75 h 100"/>
                <a:gd name="T84" fmla="*/ 10 w 49"/>
                <a:gd name="T85" fmla="*/ 43 h 100"/>
                <a:gd name="T86" fmla="*/ 27 w 49"/>
                <a:gd name="T87" fmla="*/ 49 h 100"/>
                <a:gd name="T88" fmla="*/ 41 w 49"/>
                <a:gd name="T89" fmla="*/ 48 h 100"/>
                <a:gd name="T90" fmla="*/ 40 w 49"/>
                <a:gd name="T91" fmla="*/ 52 h 100"/>
                <a:gd name="T92" fmla="*/ 34 w 49"/>
                <a:gd name="T93" fmla="*/ 53 h 100"/>
                <a:gd name="T94" fmla="*/ 27 w 49"/>
                <a:gd name="T95" fmla="*/ 48 h 100"/>
                <a:gd name="T96" fmla="*/ 18 w 49"/>
                <a:gd name="T97" fmla="*/ 38 h 100"/>
                <a:gd name="T98" fmla="*/ 11 w 49"/>
                <a:gd name="T99" fmla="*/ 28 h 100"/>
                <a:gd name="T100" fmla="*/ 13 w 49"/>
                <a:gd name="T101" fmla="*/ 19 h 100"/>
                <a:gd name="T102" fmla="*/ 31 w 49"/>
                <a:gd name="T103" fmla="*/ 39 h 100"/>
                <a:gd name="T104" fmla="*/ 36 w 49"/>
                <a:gd name="T105" fmla="*/ 42 h 100"/>
                <a:gd name="T106" fmla="*/ 42 w 49"/>
                <a:gd name="T107" fmla="*/ 28 h 100"/>
                <a:gd name="T108" fmla="*/ 46 w 49"/>
                <a:gd name="T109" fmla="*/ 26 h 100"/>
                <a:gd name="T110" fmla="*/ 43 w 49"/>
                <a:gd name="T111" fmla="*/ 14 h 100"/>
                <a:gd name="T112" fmla="*/ 48 w 49"/>
                <a:gd name="T113" fmla="*/ 13 h 100"/>
                <a:gd name="T114" fmla="*/ 8 w 49"/>
                <a:gd name="T115" fmla="*/ 83 h 100"/>
                <a:gd name="T116" fmla="*/ 19 w 49"/>
                <a:gd name="T117" fmla="*/ 34 h 100"/>
                <a:gd name="T118" fmla="*/ 14 w 49"/>
                <a:gd name="T119" fmla="*/ 24 h 100"/>
                <a:gd name="T120" fmla="*/ 25 w 49"/>
                <a:gd name="T121" fmla="*/ 2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 h="100">
                  <a:moveTo>
                    <a:pt x="11" y="71"/>
                  </a:moveTo>
                  <a:cubicBezTo>
                    <a:pt x="11" y="72"/>
                    <a:pt x="11" y="72"/>
                    <a:pt x="11" y="72"/>
                  </a:cubicBezTo>
                  <a:cubicBezTo>
                    <a:pt x="11" y="73"/>
                    <a:pt x="11" y="73"/>
                    <a:pt x="11" y="73"/>
                  </a:cubicBezTo>
                  <a:cubicBezTo>
                    <a:pt x="12" y="73"/>
                    <a:pt x="12" y="73"/>
                    <a:pt x="12" y="73"/>
                  </a:cubicBezTo>
                  <a:cubicBezTo>
                    <a:pt x="12" y="72"/>
                    <a:pt x="12" y="72"/>
                    <a:pt x="12" y="72"/>
                  </a:cubicBezTo>
                  <a:cubicBezTo>
                    <a:pt x="12" y="71"/>
                    <a:pt x="12" y="71"/>
                    <a:pt x="12" y="71"/>
                  </a:cubicBezTo>
                  <a:lnTo>
                    <a:pt x="11" y="71"/>
                  </a:lnTo>
                  <a:close/>
                  <a:moveTo>
                    <a:pt x="49" y="12"/>
                  </a:moveTo>
                  <a:cubicBezTo>
                    <a:pt x="49" y="12"/>
                    <a:pt x="49" y="12"/>
                    <a:pt x="49" y="12"/>
                  </a:cubicBezTo>
                  <a:cubicBezTo>
                    <a:pt x="49" y="12"/>
                    <a:pt x="49" y="12"/>
                    <a:pt x="49" y="12"/>
                  </a:cubicBezTo>
                  <a:cubicBezTo>
                    <a:pt x="48" y="12"/>
                    <a:pt x="48" y="12"/>
                    <a:pt x="48" y="12"/>
                  </a:cubicBezTo>
                  <a:cubicBezTo>
                    <a:pt x="47" y="13"/>
                    <a:pt x="47" y="13"/>
                    <a:pt x="47" y="13"/>
                  </a:cubicBezTo>
                  <a:cubicBezTo>
                    <a:pt x="47" y="13"/>
                    <a:pt x="47" y="13"/>
                    <a:pt x="47" y="13"/>
                  </a:cubicBezTo>
                  <a:cubicBezTo>
                    <a:pt x="46" y="13"/>
                    <a:pt x="46" y="13"/>
                    <a:pt x="46" y="13"/>
                  </a:cubicBezTo>
                  <a:cubicBezTo>
                    <a:pt x="45" y="14"/>
                    <a:pt x="45" y="14"/>
                    <a:pt x="45" y="14"/>
                  </a:cubicBezTo>
                  <a:cubicBezTo>
                    <a:pt x="45" y="14"/>
                    <a:pt x="45" y="14"/>
                    <a:pt x="45" y="14"/>
                  </a:cubicBezTo>
                  <a:cubicBezTo>
                    <a:pt x="45" y="14"/>
                    <a:pt x="45" y="14"/>
                    <a:pt x="45" y="14"/>
                  </a:cubicBezTo>
                  <a:cubicBezTo>
                    <a:pt x="45" y="12"/>
                    <a:pt x="45" y="12"/>
                    <a:pt x="45" y="12"/>
                  </a:cubicBezTo>
                  <a:cubicBezTo>
                    <a:pt x="44" y="12"/>
                    <a:pt x="44" y="12"/>
                    <a:pt x="44" y="12"/>
                  </a:cubicBezTo>
                  <a:cubicBezTo>
                    <a:pt x="44" y="12"/>
                    <a:pt x="44" y="12"/>
                    <a:pt x="44" y="12"/>
                  </a:cubicBezTo>
                  <a:cubicBezTo>
                    <a:pt x="44" y="11"/>
                    <a:pt x="45" y="10"/>
                    <a:pt x="45" y="10"/>
                  </a:cubicBezTo>
                  <a:cubicBezTo>
                    <a:pt x="45" y="10"/>
                    <a:pt x="45" y="10"/>
                    <a:pt x="45" y="10"/>
                  </a:cubicBezTo>
                  <a:cubicBezTo>
                    <a:pt x="45" y="10"/>
                    <a:pt x="45" y="10"/>
                    <a:pt x="45" y="10"/>
                  </a:cubicBezTo>
                  <a:cubicBezTo>
                    <a:pt x="44" y="10"/>
                    <a:pt x="44" y="10"/>
                    <a:pt x="44" y="10"/>
                  </a:cubicBezTo>
                  <a:cubicBezTo>
                    <a:pt x="43" y="10"/>
                    <a:pt x="43" y="11"/>
                    <a:pt x="43" y="12"/>
                  </a:cubicBezTo>
                  <a:cubicBezTo>
                    <a:pt x="43" y="12"/>
                    <a:pt x="43" y="12"/>
                    <a:pt x="43" y="12"/>
                  </a:cubicBezTo>
                  <a:cubicBezTo>
                    <a:pt x="42" y="13"/>
                    <a:pt x="42" y="13"/>
                    <a:pt x="42" y="13"/>
                  </a:cubicBezTo>
                  <a:cubicBezTo>
                    <a:pt x="43" y="12"/>
                    <a:pt x="43" y="12"/>
                    <a:pt x="43" y="12"/>
                  </a:cubicBezTo>
                  <a:cubicBezTo>
                    <a:pt x="43" y="12"/>
                    <a:pt x="43" y="12"/>
                    <a:pt x="43" y="12"/>
                  </a:cubicBezTo>
                  <a:cubicBezTo>
                    <a:pt x="43" y="11"/>
                    <a:pt x="43" y="11"/>
                    <a:pt x="43" y="11"/>
                  </a:cubicBezTo>
                  <a:cubicBezTo>
                    <a:pt x="43" y="11"/>
                    <a:pt x="43" y="11"/>
                    <a:pt x="43" y="11"/>
                  </a:cubicBezTo>
                  <a:cubicBezTo>
                    <a:pt x="43" y="11"/>
                    <a:pt x="43" y="11"/>
                    <a:pt x="43" y="11"/>
                  </a:cubicBezTo>
                  <a:cubicBezTo>
                    <a:pt x="42" y="11"/>
                    <a:pt x="42" y="11"/>
                    <a:pt x="42" y="11"/>
                  </a:cubicBezTo>
                  <a:cubicBezTo>
                    <a:pt x="41" y="13"/>
                    <a:pt x="41" y="13"/>
                    <a:pt x="41" y="13"/>
                  </a:cubicBezTo>
                  <a:cubicBezTo>
                    <a:pt x="41" y="13"/>
                    <a:pt x="41" y="13"/>
                    <a:pt x="41" y="13"/>
                  </a:cubicBezTo>
                  <a:cubicBezTo>
                    <a:pt x="41" y="15"/>
                    <a:pt x="41" y="15"/>
                    <a:pt x="41" y="15"/>
                  </a:cubicBezTo>
                  <a:cubicBezTo>
                    <a:pt x="41" y="15"/>
                    <a:pt x="41" y="15"/>
                    <a:pt x="41" y="15"/>
                  </a:cubicBezTo>
                  <a:cubicBezTo>
                    <a:pt x="41" y="16"/>
                    <a:pt x="42" y="17"/>
                    <a:pt x="42" y="17"/>
                  </a:cubicBezTo>
                  <a:cubicBezTo>
                    <a:pt x="43" y="18"/>
                    <a:pt x="43" y="19"/>
                    <a:pt x="43" y="20"/>
                  </a:cubicBezTo>
                  <a:cubicBezTo>
                    <a:pt x="43" y="21"/>
                    <a:pt x="43" y="21"/>
                    <a:pt x="43" y="21"/>
                  </a:cubicBezTo>
                  <a:cubicBezTo>
                    <a:pt x="43" y="22"/>
                    <a:pt x="42" y="24"/>
                    <a:pt x="42" y="25"/>
                  </a:cubicBezTo>
                  <a:cubicBezTo>
                    <a:pt x="41" y="27"/>
                    <a:pt x="41" y="27"/>
                    <a:pt x="41" y="27"/>
                  </a:cubicBezTo>
                  <a:cubicBezTo>
                    <a:pt x="41" y="27"/>
                    <a:pt x="41" y="27"/>
                    <a:pt x="41" y="27"/>
                  </a:cubicBezTo>
                  <a:cubicBezTo>
                    <a:pt x="41" y="28"/>
                    <a:pt x="41" y="28"/>
                    <a:pt x="41" y="28"/>
                  </a:cubicBezTo>
                  <a:cubicBezTo>
                    <a:pt x="40" y="26"/>
                    <a:pt x="39" y="25"/>
                    <a:pt x="39" y="25"/>
                  </a:cubicBezTo>
                  <a:cubicBezTo>
                    <a:pt x="38" y="25"/>
                    <a:pt x="38" y="25"/>
                    <a:pt x="38" y="25"/>
                  </a:cubicBezTo>
                  <a:cubicBezTo>
                    <a:pt x="38" y="26"/>
                    <a:pt x="38" y="26"/>
                    <a:pt x="38" y="26"/>
                  </a:cubicBezTo>
                  <a:cubicBezTo>
                    <a:pt x="38" y="26"/>
                    <a:pt x="38" y="26"/>
                    <a:pt x="38" y="26"/>
                  </a:cubicBezTo>
                  <a:cubicBezTo>
                    <a:pt x="38" y="27"/>
                    <a:pt x="38" y="28"/>
                    <a:pt x="38" y="29"/>
                  </a:cubicBezTo>
                  <a:cubicBezTo>
                    <a:pt x="38" y="30"/>
                    <a:pt x="38" y="30"/>
                    <a:pt x="37" y="31"/>
                  </a:cubicBezTo>
                  <a:cubicBezTo>
                    <a:pt x="36" y="33"/>
                    <a:pt x="36" y="33"/>
                    <a:pt x="36" y="33"/>
                  </a:cubicBezTo>
                  <a:cubicBezTo>
                    <a:pt x="35" y="32"/>
                    <a:pt x="35" y="31"/>
                    <a:pt x="34" y="30"/>
                  </a:cubicBezTo>
                  <a:cubicBezTo>
                    <a:pt x="33" y="28"/>
                    <a:pt x="31" y="27"/>
                    <a:pt x="30" y="26"/>
                  </a:cubicBezTo>
                  <a:cubicBezTo>
                    <a:pt x="28" y="25"/>
                    <a:pt x="27" y="24"/>
                    <a:pt x="27" y="23"/>
                  </a:cubicBezTo>
                  <a:cubicBezTo>
                    <a:pt x="27" y="23"/>
                    <a:pt x="27" y="23"/>
                    <a:pt x="27" y="23"/>
                  </a:cubicBezTo>
                  <a:cubicBezTo>
                    <a:pt x="27" y="22"/>
                    <a:pt x="27" y="22"/>
                    <a:pt x="27" y="22"/>
                  </a:cubicBezTo>
                  <a:cubicBezTo>
                    <a:pt x="29" y="22"/>
                    <a:pt x="29" y="22"/>
                    <a:pt x="29" y="22"/>
                  </a:cubicBezTo>
                  <a:cubicBezTo>
                    <a:pt x="29" y="22"/>
                    <a:pt x="29" y="22"/>
                    <a:pt x="29" y="22"/>
                  </a:cubicBezTo>
                  <a:cubicBezTo>
                    <a:pt x="30" y="22"/>
                    <a:pt x="31" y="23"/>
                    <a:pt x="32" y="23"/>
                  </a:cubicBezTo>
                  <a:cubicBezTo>
                    <a:pt x="32" y="23"/>
                    <a:pt x="32" y="23"/>
                    <a:pt x="32" y="23"/>
                  </a:cubicBezTo>
                  <a:cubicBezTo>
                    <a:pt x="33" y="23"/>
                    <a:pt x="33" y="23"/>
                    <a:pt x="33" y="23"/>
                  </a:cubicBezTo>
                  <a:cubicBezTo>
                    <a:pt x="33" y="23"/>
                    <a:pt x="33" y="23"/>
                    <a:pt x="33" y="23"/>
                  </a:cubicBezTo>
                  <a:cubicBezTo>
                    <a:pt x="35" y="22"/>
                    <a:pt x="35" y="22"/>
                    <a:pt x="35" y="22"/>
                  </a:cubicBezTo>
                  <a:cubicBezTo>
                    <a:pt x="35" y="22"/>
                    <a:pt x="35" y="22"/>
                    <a:pt x="35" y="22"/>
                  </a:cubicBezTo>
                  <a:cubicBezTo>
                    <a:pt x="35" y="22"/>
                    <a:pt x="35" y="22"/>
                    <a:pt x="35" y="22"/>
                  </a:cubicBezTo>
                  <a:cubicBezTo>
                    <a:pt x="35" y="22"/>
                    <a:pt x="35" y="22"/>
                    <a:pt x="35" y="22"/>
                  </a:cubicBezTo>
                  <a:cubicBezTo>
                    <a:pt x="35" y="21"/>
                    <a:pt x="35" y="21"/>
                    <a:pt x="35" y="21"/>
                  </a:cubicBezTo>
                  <a:cubicBezTo>
                    <a:pt x="35" y="21"/>
                    <a:pt x="35" y="21"/>
                    <a:pt x="35" y="21"/>
                  </a:cubicBezTo>
                  <a:cubicBezTo>
                    <a:pt x="35" y="21"/>
                    <a:pt x="35" y="21"/>
                    <a:pt x="35" y="21"/>
                  </a:cubicBezTo>
                  <a:cubicBezTo>
                    <a:pt x="35" y="21"/>
                    <a:pt x="35" y="21"/>
                    <a:pt x="35" y="21"/>
                  </a:cubicBezTo>
                  <a:cubicBezTo>
                    <a:pt x="34" y="21"/>
                    <a:pt x="34" y="21"/>
                    <a:pt x="34" y="21"/>
                  </a:cubicBezTo>
                  <a:cubicBezTo>
                    <a:pt x="33" y="21"/>
                    <a:pt x="33" y="21"/>
                    <a:pt x="33" y="21"/>
                  </a:cubicBezTo>
                  <a:cubicBezTo>
                    <a:pt x="32" y="20"/>
                    <a:pt x="32" y="20"/>
                    <a:pt x="32" y="20"/>
                  </a:cubicBezTo>
                  <a:cubicBezTo>
                    <a:pt x="31" y="19"/>
                    <a:pt x="31" y="19"/>
                    <a:pt x="31" y="19"/>
                  </a:cubicBezTo>
                  <a:cubicBezTo>
                    <a:pt x="32" y="19"/>
                    <a:pt x="32" y="19"/>
                    <a:pt x="32" y="19"/>
                  </a:cubicBezTo>
                  <a:cubicBezTo>
                    <a:pt x="33" y="18"/>
                    <a:pt x="33" y="18"/>
                    <a:pt x="33" y="18"/>
                  </a:cubicBezTo>
                  <a:cubicBezTo>
                    <a:pt x="33" y="18"/>
                    <a:pt x="33" y="18"/>
                    <a:pt x="33" y="18"/>
                  </a:cubicBezTo>
                  <a:cubicBezTo>
                    <a:pt x="34" y="19"/>
                    <a:pt x="34" y="19"/>
                    <a:pt x="34" y="19"/>
                  </a:cubicBezTo>
                  <a:cubicBezTo>
                    <a:pt x="35" y="19"/>
                    <a:pt x="35" y="19"/>
                    <a:pt x="35" y="19"/>
                  </a:cubicBezTo>
                  <a:cubicBezTo>
                    <a:pt x="35" y="19"/>
                    <a:pt x="35" y="19"/>
                    <a:pt x="35" y="19"/>
                  </a:cubicBezTo>
                  <a:cubicBezTo>
                    <a:pt x="35" y="18"/>
                    <a:pt x="35" y="18"/>
                    <a:pt x="35" y="18"/>
                  </a:cubicBezTo>
                  <a:cubicBezTo>
                    <a:pt x="35" y="17"/>
                    <a:pt x="35" y="14"/>
                    <a:pt x="32" y="14"/>
                  </a:cubicBezTo>
                  <a:cubicBezTo>
                    <a:pt x="29" y="14"/>
                    <a:pt x="29" y="14"/>
                    <a:pt x="29" y="14"/>
                  </a:cubicBezTo>
                  <a:cubicBezTo>
                    <a:pt x="29" y="14"/>
                    <a:pt x="29" y="13"/>
                    <a:pt x="27" y="13"/>
                  </a:cubicBezTo>
                  <a:cubicBezTo>
                    <a:pt x="26" y="13"/>
                    <a:pt x="26" y="13"/>
                    <a:pt x="25" y="13"/>
                  </a:cubicBezTo>
                  <a:cubicBezTo>
                    <a:pt x="25" y="13"/>
                    <a:pt x="25" y="13"/>
                    <a:pt x="25" y="13"/>
                  </a:cubicBezTo>
                  <a:cubicBezTo>
                    <a:pt x="25" y="13"/>
                    <a:pt x="25" y="13"/>
                    <a:pt x="25" y="13"/>
                  </a:cubicBezTo>
                  <a:cubicBezTo>
                    <a:pt x="22" y="13"/>
                    <a:pt x="22" y="13"/>
                    <a:pt x="22" y="13"/>
                  </a:cubicBezTo>
                  <a:cubicBezTo>
                    <a:pt x="22" y="13"/>
                    <a:pt x="22" y="13"/>
                    <a:pt x="22" y="13"/>
                  </a:cubicBezTo>
                  <a:cubicBezTo>
                    <a:pt x="22" y="13"/>
                    <a:pt x="22" y="13"/>
                    <a:pt x="22" y="13"/>
                  </a:cubicBezTo>
                  <a:cubicBezTo>
                    <a:pt x="22" y="14"/>
                    <a:pt x="22" y="14"/>
                    <a:pt x="22" y="14"/>
                  </a:cubicBezTo>
                  <a:cubicBezTo>
                    <a:pt x="21" y="14"/>
                    <a:pt x="21" y="14"/>
                    <a:pt x="21" y="14"/>
                  </a:cubicBezTo>
                  <a:cubicBezTo>
                    <a:pt x="21" y="13"/>
                    <a:pt x="21" y="13"/>
                    <a:pt x="21" y="13"/>
                  </a:cubicBezTo>
                  <a:cubicBezTo>
                    <a:pt x="20" y="12"/>
                    <a:pt x="20" y="12"/>
                    <a:pt x="20" y="12"/>
                  </a:cubicBezTo>
                  <a:cubicBezTo>
                    <a:pt x="20" y="13"/>
                    <a:pt x="20" y="13"/>
                    <a:pt x="20" y="13"/>
                  </a:cubicBezTo>
                  <a:cubicBezTo>
                    <a:pt x="20" y="15"/>
                    <a:pt x="20" y="15"/>
                    <a:pt x="20" y="15"/>
                  </a:cubicBezTo>
                  <a:cubicBezTo>
                    <a:pt x="19" y="16"/>
                    <a:pt x="19" y="16"/>
                    <a:pt x="19" y="16"/>
                  </a:cubicBezTo>
                  <a:cubicBezTo>
                    <a:pt x="20" y="16"/>
                    <a:pt x="20" y="16"/>
                    <a:pt x="20" y="16"/>
                  </a:cubicBezTo>
                  <a:cubicBezTo>
                    <a:pt x="20" y="16"/>
                    <a:pt x="20" y="16"/>
                    <a:pt x="20" y="16"/>
                  </a:cubicBezTo>
                  <a:cubicBezTo>
                    <a:pt x="20" y="16"/>
                    <a:pt x="20" y="16"/>
                    <a:pt x="20" y="16"/>
                  </a:cubicBezTo>
                  <a:cubicBezTo>
                    <a:pt x="20" y="16"/>
                    <a:pt x="19" y="17"/>
                    <a:pt x="19" y="19"/>
                  </a:cubicBezTo>
                  <a:cubicBezTo>
                    <a:pt x="18" y="18"/>
                    <a:pt x="18" y="18"/>
                    <a:pt x="18" y="18"/>
                  </a:cubicBezTo>
                  <a:cubicBezTo>
                    <a:pt x="17" y="17"/>
                    <a:pt x="17" y="16"/>
                    <a:pt x="17" y="16"/>
                  </a:cubicBezTo>
                  <a:cubicBezTo>
                    <a:pt x="17" y="15"/>
                    <a:pt x="17" y="15"/>
                    <a:pt x="17" y="15"/>
                  </a:cubicBezTo>
                  <a:cubicBezTo>
                    <a:pt x="16" y="15"/>
                    <a:pt x="16" y="15"/>
                    <a:pt x="16" y="15"/>
                  </a:cubicBezTo>
                  <a:cubicBezTo>
                    <a:pt x="16" y="16"/>
                    <a:pt x="16" y="16"/>
                    <a:pt x="16" y="16"/>
                  </a:cubicBezTo>
                  <a:cubicBezTo>
                    <a:pt x="15" y="14"/>
                    <a:pt x="15" y="11"/>
                    <a:pt x="15" y="11"/>
                  </a:cubicBezTo>
                  <a:cubicBezTo>
                    <a:pt x="15" y="10"/>
                    <a:pt x="15" y="10"/>
                    <a:pt x="15" y="10"/>
                  </a:cubicBezTo>
                  <a:cubicBezTo>
                    <a:pt x="15" y="10"/>
                    <a:pt x="15" y="10"/>
                    <a:pt x="15" y="10"/>
                  </a:cubicBezTo>
                  <a:cubicBezTo>
                    <a:pt x="14" y="12"/>
                    <a:pt x="14" y="12"/>
                    <a:pt x="14" y="12"/>
                  </a:cubicBezTo>
                  <a:cubicBezTo>
                    <a:pt x="13" y="11"/>
                    <a:pt x="13" y="9"/>
                    <a:pt x="13" y="8"/>
                  </a:cubicBezTo>
                  <a:cubicBezTo>
                    <a:pt x="13" y="4"/>
                    <a:pt x="14" y="0"/>
                    <a:pt x="14" y="0"/>
                  </a:cubicBezTo>
                  <a:cubicBezTo>
                    <a:pt x="14" y="0"/>
                    <a:pt x="14" y="0"/>
                    <a:pt x="14" y="0"/>
                  </a:cubicBezTo>
                  <a:cubicBezTo>
                    <a:pt x="13" y="0"/>
                    <a:pt x="13" y="0"/>
                    <a:pt x="13" y="0"/>
                  </a:cubicBezTo>
                  <a:cubicBezTo>
                    <a:pt x="11" y="0"/>
                    <a:pt x="9" y="6"/>
                    <a:pt x="9" y="9"/>
                  </a:cubicBezTo>
                  <a:cubicBezTo>
                    <a:pt x="9" y="9"/>
                    <a:pt x="9" y="9"/>
                    <a:pt x="9" y="9"/>
                  </a:cubicBezTo>
                  <a:cubicBezTo>
                    <a:pt x="9" y="10"/>
                    <a:pt x="9" y="10"/>
                    <a:pt x="9" y="10"/>
                  </a:cubicBezTo>
                  <a:cubicBezTo>
                    <a:pt x="8" y="11"/>
                    <a:pt x="8" y="11"/>
                    <a:pt x="8" y="11"/>
                  </a:cubicBezTo>
                  <a:cubicBezTo>
                    <a:pt x="8" y="10"/>
                    <a:pt x="6" y="8"/>
                    <a:pt x="5" y="6"/>
                  </a:cubicBezTo>
                  <a:cubicBezTo>
                    <a:pt x="4" y="4"/>
                    <a:pt x="3" y="2"/>
                    <a:pt x="3" y="2"/>
                  </a:cubicBezTo>
                  <a:cubicBezTo>
                    <a:pt x="3" y="1"/>
                    <a:pt x="3" y="1"/>
                    <a:pt x="3" y="1"/>
                  </a:cubicBezTo>
                  <a:cubicBezTo>
                    <a:pt x="2" y="2"/>
                    <a:pt x="2" y="2"/>
                    <a:pt x="2" y="2"/>
                  </a:cubicBezTo>
                  <a:cubicBezTo>
                    <a:pt x="1" y="3"/>
                    <a:pt x="1" y="4"/>
                    <a:pt x="1" y="5"/>
                  </a:cubicBezTo>
                  <a:cubicBezTo>
                    <a:pt x="1" y="9"/>
                    <a:pt x="4" y="13"/>
                    <a:pt x="5" y="15"/>
                  </a:cubicBezTo>
                  <a:cubicBezTo>
                    <a:pt x="4" y="14"/>
                    <a:pt x="2" y="12"/>
                    <a:pt x="2" y="12"/>
                  </a:cubicBezTo>
                  <a:cubicBezTo>
                    <a:pt x="1" y="12"/>
                    <a:pt x="1" y="12"/>
                    <a:pt x="1" y="12"/>
                  </a:cubicBezTo>
                  <a:cubicBezTo>
                    <a:pt x="1" y="12"/>
                    <a:pt x="1" y="12"/>
                    <a:pt x="1" y="12"/>
                  </a:cubicBezTo>
                  <a:cubicBezTo>
                    <a:pt x="1" y="14"/>
                    <a:pt x="1" y="14"/>
                    <a:pt x="1" y="14"/>
                  </a:cubicBezTo>
                  <a:cubicBezTo>
                    <a:pt x="1" y="17"/>
                    <a:pt x="3" y="20"/>
                    <a:pt x="5" y="21"/>
                  </a:cubicBezTo>
                  <a:cubicBezTo>
                    <a:pt x="3" y="21"/>
                    <a:pt x="2" y="20"/>
                    <a:pt x="2" y="20"/>
                  </a:cubicBezTo>
                  <a:cubicBezTo>
                    <a:pt x="2" y="20"/>
                    <a:pt x="2" y="20"/>
                    <a:pt x="2" y="20"/>
                  </a:cubicBezTo>
                  <a:cubicBezTo>
                    <a:pt x="1" y="21"/>
                    <a:pt x="1" y="21"/>
                    <a:pt x="1" y="21"/>
                  </a:cubicBezTo>
                  <a:cubicBezTo>
                    <a:pt x="1" y="21"/>
                    <a:pt x="1" y="21"/>
                    <a:pt x="1" y="21"/>
                  </a:cubicBezTo>
                  <a:cubicBezTo>
                    <a:pt x="1" y="24"/>
                    <a:pt x="4" y="27"/>
                    <a:pt x="5" y="28"/>
                  </a:cubicBezTo>
                  <a:cubicBezTo>
                    <a:pt x="4" y="28"/>
                    <a:pt x="3" y="29"/>
                    <a:pt x="3" y="29"/>
                  </a:cubicBezTo>
                  <a:cubicBezTo>
                    <a:pt x="3" y="29"/>
                    <a:pt x="3" y="29"/>
                    <a:pt x="3" y="29"/>
                  </a:cubicBezTo>
                  <a:cubicBezTo>
                    <a:pt x="3" y="29"/>
                    <a:pt x="3" y="29"/>
                    <a:pt x="3" y="29"/>
                  </a:cubicBezTo>
                  <a:cubicBezTo>
                    <a:pt x="3" y="31"/>
                    <a:pt x="5" y="32"/>
                    <a:pt x="6" y="33"/>
                  </a:cubicBezTo>
                  <a:cubicBezTo>
                    <a:pt x="6" y="33"/>
                    <a:pt x="6" y="33"/>
                    <a:pt x="6" y="33"/>
                  </a:cubicBezTo>
                  <a:cubicBezTo>
                    <a:pt x="5" y="33"/>
                    <a:pt x="5" y="33"/>
                    <a:pt x="5" y="33"/>
                  </a:cubicBezTo>
                  <a:cubicBezTo>
                    <a:pt x="3" y="33"/>
                    <a:pt x="0" y="35"/>
                    <a:pt x="0" y="38"/>
                  </a:cubicBezTo>
                  <a:cubicBezTo>
                    <a:pt x="0" y="38"/>
                    <a:pt x="0" y="38"/>
                    <a:pt x="0" y="38"/>
                  </a:cubicBezTo>
                  <a:cubicBezTo>
                    <a:pt x="0" y="41"/>
                    <a:pt x="2" y="42"/>
                    <a:pt x="2" y="43"/>
                  </a:cubicBezTo>
                  <a:cubicBezTo>
                    <a:pt x="2" y="43"/>
                    <a:pt x="2" y="43"/>
                    <a:pt x="2" y="43"/>
                  </a:cubicBezTo>
                  <a:cubicBezTo>
                    <a:pt x="1" y="44"/>
                    <a:pt x="1" y="44"/>
                    <a:pt x="0" y="48"/>
                  </a:cubicBezTo>
                  <a:cubicBezTo>
                    <a:pt x="0" y="49"/>
                    <a:pt x="0" y="49"/>
                    <a:pt x="0" y="49"/>
                  </a:cubicBezTo>
                  <a:cubicBezTo>
                    <a:pt x="0" y="51"/>
                    <a:pt x="2" y="51"/>
                    <a:pt x="3" y="51"/>
                  </a:cubicBezTo>
                  <a:cubicBezTo>
                    <a:pt x="4" y="51"/>
                    <a:pt x="4" y="51"/>
                    <a:pt x="4" y="51"/>
                  </a:cubicBezTo>
                  <a:cubicBezTo>
                    <a:pt x="4" y="51"/>
                    <a:pt x="4" y="51"/>
                    <a:pt x="4" y="51"/>
                  </a:cubicBezTo>
                  <a:cubicBezTo>
                    <a:pt x="5" y="51"/>
                    <a:pt x="5" y="51"/>
                    <a:pt x="5" y="51"/>
                  </a:cubicBezTo>
                  <a:cubicBezTo>
                    <a:pt x="4" y="51"/>
                    <a:pt x="4" y="51"/>
                    <a:pt x="4" y="51"/>
                  </a:cubicBezTo>
                  <a:cubicBezTo>
                    <a:pt x="4" y="51"/>
                    <a:pt x="3" y="49"/>
                    <a:pt x="3" y="48"/>
                  </a:cubicBezTo>
                  <a:cubicBezTo>
                    <a:pt x="3" y="48"/>
                    <a:pt x="3" y="48"/>
                    <a:pt x="3" y="48"/>
                  </a:cubicBezTo>
                  <a:cubicBezTo>
                    <a:pt x="3" y="47"/>
                    <a:pt x="5" y="45"/>
                    <a:pt x="6" y="43"/>
                  </a:cubicBezTo>
                  <a:cubicBezTo>
                    <a:pt x="6" y="42"/>
                    <a:pt x="6" y="42"/>
                    <a:pt x="6" y="42"/>
                  </a:cubicBezTo>
                  <a:cubicBezTo>
                    <a:pt x="6" y="40"/>
                    <a:pt x="4" y="39"/>
                    <a:pt x="3" y="39"/>
                  </a:cubicBezTo>
                  <a:cubicBezTo>
                    <a:pt x="3" y="38"/>
                    <a:pt x="3" y="38"/>
                    <a:pt x="3" y="38"/>
                  </a:cubicBezTo>
                  <a:cubicBezTo>
                    <a:pt x="3" y="38"/>
                    <a:pt x="3" y="38"/>
                    <a:pt x="3" y="38"/>
                  </a:cubicBezTo>
                  <a:cubicBezTo>
                    <a:pt x="3"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6" y="36"/>
                    <a:pt x="6" y="36"/>
                    <a:pt x="6" y="36"/>
                  </a:cubicBezTo>
                  <a:cubicBezTo>
                    <a:pt x="7" y="36"/>
                    <a:pt x="7" y="36"/>
                    <a:pt x="7" y="36"/>
                  </a:cubicBezTo>
                  <a:cubicBezTo>
                    <a:pt x="7" y="37"/>
                    <a:pt x="7" y="37"/>
                    <a:pt x="7" y="37"/>
                  </a:cubicBezTo>
                  <a:cubicBezTo>
                    <a:pt x="7" y="38"/>
                    <a:pt x="7" y="38"/>
                    <a:pt x="7" y="38"/>
                  </a:cubicBezTo>
                  <a:cubicBezTo>
                    <a:pt x="7" y="38"/>
                    <a:pt x="7" y="38"/>
                    <a:pt x="7" y="38"/>
                  </a:cubicBezTo>
                  <a:cubicBezTo>
                    <a:pt x="8" y="38"/>
                    <a:pt x="8" y="38"/>
                    <a:pt x="8" y="38"/>
                  </a:cubicBezTo>
                  <a:cubicBezTo>
                    <a:pt x="9" y="39"/>
                    <a:pt x="9" y="40"/>
                    <a:pt x="9" y="41"/>
                  </a:cubicBezTo>
                  <a:cubicBezTo>
                    <a:pt x="9" y="41"/>
                    <a:pt x="9" y="41"/>
                    <a:pt x="9" y="41"/>
                  </a:cubicBezTo>
                  <a:cubicBezTo>
                    <a:pt x="9" y="48"/>
                    <a:pt x="1" y="54"/>
                    <a:pt x="1" y="59"/>
                  </a:cubicBezTo>
                  <a:cubicBezTo>
                    <a:pt x="1" y="62"/>
                    <a:pt x="4" y="65"/>
                    <a:pt x="5" y="66"/>
                  </a:cubicBezTo>
                  <a:cubicBezTo>
                    <a:pt x="4" y="68"/>
                    <a:pt x="4" y="68"/>
                    <a:pt x="4" y="68"/>
                  </a:cubicBezTo>
                  <a:cubicBezTo>
                    <a:pt x="4" y="68"/>
                    <a:pt x="4" y="68"/>
                    <a:pt x="4" y="68"/>
                  </a:cubicBezTo>
                  <a:cubicBezTo>
                    <a:pt x="5" y="69"/>
                    <a:pt x="5" y="69"/>
                    <a:pt x="5" y="69"/>
                  </a:cubicBezTo>
                  <a:cubicBezTo>
                    <a:pt x="5" y="70"/>
                    <a:pt x="5" y="70"/>
                    <a:pt x="5" y="70"/>
                  </a:cubicBezTo>
                  <a:cubicBezTo>
                    <a:pt x="6" y="70"/>
                    <a:pt x="6" y="70"/>
                    <a:pt x="6" y="70"/>
                  </a:cubicBezTo>
                  <a:cubicBezTo>
                    <a:pt x="5" y="71"/>
                    <a:pt x="5" y="71"/>
                    <a:pt x="5" y="71"/>
                  </a:cubicBezTo>
                  <a:cubicBezTo>
                    <a:pt x="5" y="72"/>
                    <a:pt x="5" y="72"/>
                    <a:pt x="5" y="72"/>
                  </a:cubicBezTo>
                  <a:cubicBezTo>
                    <a:pt x="6" y="72"/>
                    <a:pt x="6" y="72"/>
                    <a:pt x="6" y="72"/>
                  </a:cubicBezTo>
                  <a:cubicBezTo>
                    <a:pt x="6" y="73"/>
                    <a:pt x="6" y="73"/>
                    <a:pt x="6" y="73"/>
                  </a:cubicBezTo>
                  <a:cubicBezTo>
                    <a:pt x="6" y="73"/>
                    <a:pt x="6" y="73"/>
                    <a:pt x="6" y="73"/>
                  </a:cubicBezTo>
                  <a:cubicBezTo>
                    <a:pt x="7" y="73"/>
                    <a:pt x="7" y="73"/>
                    <a:pt x="7" y="73"/>
                  </a:cubicBezTo>
                  <a:cubicBezTo>
                    <a:pt x="7" y="74"/>
                    <a:pt x="7" y="74"/>
                    <a:pt x="7" y="74"/>
                  </a:cubicBezTo>
                  <a:cubicBezTo>
                    <a:pt x="7" y="75"/>
                    <a:pt x="7" y="75"/>
                    <a:pt x="7" y="75"/>
                  </a:cubicBezTo>
                  <a:cubicBezTo>
                    <a:pt x="8" y="75"/>
                    <a:pt x="8" y="75"/>
                    <a:pt x="8" y="75"/>
                  </a:cubicBezTo>
                  <a:cubicBezTo>
                    <a:pt x="7" y="77"/>
                    <a:pt x="7" y="77"/>
                    <a:pt x="7" y="77"/>
                  </a:cubicBezTo>
                  <a:cubicBezTo>
                    <a:pt x="7" y="77"/>
                    <a:pt x="7" y="77"/>
                    <a:pt x="7" y="77"/>
                  </a:cubicBezTo>
                  <a:cubicBezTo>
                    <a:pt x="8" y="77"/>
                    <a:pt x="8" y="77"/>
                    <a:pt x="8" y="77"/>
                  </a:cubicBezTo>
                  <a:cubicBezTo>
                    <a:pt x="8" y="79"/>
                    <a:pt x="8" y="79"/>
                    <a:pt x="8" y="79"/>
                  </a:cubicBezTo>
                  <a:cubicBezTo>
                    <a:pt x="6" y="82"/>
                    <a:pt x="6" y="82"/>
                    <a:pt x="6" y="82"/>
                  </a:cubicBezTo>
                  <a:cubicBezTo>
                    <a:pt x="6" y="83"/>
                    <a:pt x="7" y="84"/>
                    <a:pt x="7" y="86"/>
                  </a:cubicBezTo>
                  <a:cubicBezTo>
                    <a:pt x="7" y="87"/>
                    <a:pt x="6" y="88"/>
                    <a:pt x="6" y="88"/>
                  </a:cubicBezTo>
                  <a:cubicBezTo>
                    <a:pt x="5" y="93"/>
                    <a:pt x="5" y="93"/>
                    <a:pt x="5" y="93"/>
                  </a:cubicBezTo>
                  <a:cubicBezTo>
                    <a:pt x="6" y="95"/>
                    <a:pt x="6" y="95"/>
                    <a:pt x="6" y="95"/>
                  </a:cubicBezTo>
                  <a:cubicBezTo>
                    <a:pt x="6" y="99"/>
                    <a:pt x="6" y="99"/>
                    <a:pt x="6" y="99"/>
                  </a:cubicBezTo>
                  <a:cubicBezTo>
                    <a:pt x="7" y="100"/>
                    <a:pt x="8" y="100"/>
                    <a:pt x="9" y="100"/>
                  </a:cubicBezTo>
                  <a:cubicBezTo>
                    <a:pt x="10" y="100"/>
                    <a:pt x="10" y="100"/>
                    <a:pt x="10" y="100"/>
                  </a:cubicBezTo>
                  <a:cubicBezTo>
                    <a:pt x="11" y="100"/>
                    <a:pt x="12" y="100"/>
                    <a:pt x="13" y="100"/>
                  </a:cubicBezTo>
                  <a:cubicBezTo>
                    <a:pt x="15" y="100"/>
                    <a:pt x="16" y="99"/>
                    <a:pt x="17" y="98"/>
                  </a:cubicBezTo>
                  <a:cubicBezTo>
                    <a:pt x="19" y="97"/>
                    <a:pt x="19" y="97"/>
                    <a:pt x="19" y="97"/>
                  </a:cubicBezTo>
                  <a:cubicBezTo>
                    <a:pt x="18" y="97"/>
                    <a:pt x="18" y="97"/>
                    <a:pt x="18" y="97"/>
                  </a:cubicBezTo>
                  <a:cubicBezTo>
                    <a:pt x="17" y="95"/>
                    <a:pt x="17" y="95"/>
                    <a:pt x="17" y="95"/>
                  </a:cubicBezTo>
                  <a:cubicBezTo>
                    <a:pt x="15" y="95"/>
                    <a:pt x="15" y="95"/>
                    <a:pt x="15" y="95"/>
                  </a:cubicBezTo>
                  <a:cubicBezTo>
                    <a:pt x="15" y="95"/>
                    <a:pt x="15" y="95"/>
                    <a:pt x="15" y="95"/>
                  </a:cubicBezTo>
                  <a:cubicBezTo>
                    <a:pt x="14" y="95"/>
                    <a:pt x="14" y="95"/>
                    <a:pt x="14" y="95"/>
                  </a:cubicBezTo>
                  <a:cubicBezTo>
                    <a:pt x="14" y="95"/>
                    <a:pt x="14" y="95"/>
                    <a:pt x="14" y="95"/>
                  </a:cubicBezTo>
                  <a:cubicBezTo>
                    <a:pt x="14" y="95"/>
                    <a:pt x="14" y="95"/>
                    <a:pt x="14" y="95"/>
                  </a:cubicBezTo>
                  <a:cubicBezTo>
                    <a:pt x="13" y="95"/>
                    <a:pt x="12" y="96"/>
                    <a:pt x="11" y="96"/>
                  </a:cubicBezTo>
                  <a:cubicBezTo>
                    <a:pt x="11" y="96"/>
                    <a:pt x="11" y="96"/>
                    <a:pt x="11" y="96"/>
                  </a:cubicBezTo>
                  <a:cubicBezTo>
                    <a:pt x="10" y="96"/>
                    <a:pt x="10" y="94"/>
                    <a:pt x="10" y="93"/>
                  </a:cubicBezTo>
                  <a:cubicBezTo>
                    <a:pt x="10" y="92"/>
                    <a:pt x="10" y="92"/>
                    <a:pt x="10" y="92"/>
                  </a:cubicBezTo>
                  <a:cubicBezTo>
                    <a:pt x="10" y="91"/>
                    <a:pt x="10" y="91"/>
                    <a:pt x="10" y="90"/>
                  </a:cubicBezTo>
                  <a:cubicBezTo>
                    <a:pt x="11" y="89"/>
                    <a:pt x="11" y="88"/>
                    <a:pt x="11" y="87"/>
                  </a:cubicBezTo>
                  <a:cubicBezTo>
                    <a:pt x="11" y="86"/>
                    <a:pt x="11" y="86"/>
                    <a:pt x="11" y="86"/>
                  </a:cubicBezTo>
                  <a:cubicBezTo>
                    <a:pt x="11" y="85"/>
                    <a:pt x="11" y="85"/>
                    <a:pt x="12" y="84"/>
                  </a:cubicBezTo>
                  <a:cubicBezTo>
                    <a:pt x="13" y="83"/>
                    <a:pt x="12" y="82"/>
                    <a:pt x="13" y="81"/>
                  </a:cubicBezTo>
                  <a:cubicBezTo>
                    <a:pt x="13" y="80"/>
                    <a:pt x="13" y="79"/>
                    <a:pt x="14" y="78"/>
                  </a:cubicBezTo>
                  <a:cubicBezTo>
                    <a:pt x="15" y="77"/>
                    <a:pt x="16" y="75"/>
                    <a:pt x="17" y="74"/>
                  </a:cubicBezTo>
                  <a:cubicBezTo>
                    <a:pt x="17" y="72"/>
                    <a:pt x="17" y="72"/>
                    <a:pt x="17" y="72"/>
                  </a:cubicBezTo>
                  <a:cubicBezTo>
                    <a:pt x="18" y="70"/>
                    <a:pt x="18" y="70"/>
                    <a:pt x="18" y="70"/>
                  </a:cubicBezTo>
                  <a:cubicBezTo>
                    <a:pt x="19" y="70"/>
                    <a:pt x="19" y="70"/>
                    <a:pt x="19" y="70"/>
                  </a:cubicBezTo>
                  <a:cubicBezTo>
                    <a:pt x="19" y="69"/>
                    <a:pt x="20" y="69"/>
                    <a:pt x="20" y="68"/>
                  </a:cubicBezTo>
                  <a:cubicBezTo>
                    <a:pt x="22" y="67"/>
                    <a:pt x="22" y="67"/>
                    <a:pt x="22" y="67"/>
                  </a:cubicBezTo>
                  <a:cubicBezTo>
                    <a:pt x="22" y="68"/>
                    <a:pt x="22" y="68"/>
                    <a:pt x="22" y="68"/>
                  </a:cubicBezTo>
                  <a:cubicBezTo>
                    <a:pt x="22" y="68"/>
                    <a:pt x="22" y="68"/>
                    <a:pt x="22" y="68"/>
                  </a:cubicBezTo>
                  <a:cubicBezTo>
                    <a:pt x="22" y="68"/>
                    <a:pt x="22" y="68"/>
                    <a:pt x="22" y="68"/>
                  </a:cubicBezTo>
                  <a:cubicBezTo>
                    <a:pt x="22" y="68"/>
                    <a:pt x="22" y="68"/>
                    <a:pt x="22" y="68"/>
                  </a:cubicBezTo>
                  <a:cubicBezTo>
                    <a:pt x="21" y="69"/>
                    <a:pt x="21" y="69"/>
                    <a:pt x="21" y="69"/>
                  </a:cubicBezTo>
                  <a:cubicBezTo>
                    <a:pt x="20" y="71"/>
                    <a:pt x="20" y="71"/>
                    <a:pt x="20" y="71"/>
                  </a:cubicBezTo>
                  <a:cubicBezTo>
                    <a:pt x="20" y="72"/>
                    <a:pt x="20" y="72"/>
                    <a:pt x="20" y="72"/>
                  </a:cubicBezTo>
                  <a:cubicBezTo>
                    <a:pt x="20" y="74"/>
                    <a:pt x="20" y="74"/>
                    <a:pt x="20" y="74"/>
                  </a:cubicBezTo>
                  <a:cubicBezTo>
                    <a:pt x="22" y="75"/>
                    <a:pt x="22" y="75"/>
                    <a:pt x="22" y="75"/>
                  </a:cubicBezTo>
                  <a:cubicBezTo>
                    <a:pt x="24" y="76"/>
                    <a:pt x="24" y="76"/>
                    <a:pt x="24" y="76"/>
                  </a:cubicBezTo>
                  <a:cubicBezTo>
                    <a:pt x="25" y="78"/>
                    <a:pt x="25" y="78"/>
                    <a:pt x="25" y="78"/>
                  </a:cubicBezTo>
                  <a:cubicBezTo>
                    <a:pt x="27" y="79"/>
                    <a:pt x="27" y="79"/>
                    <a:pt x="27" y="79"/>
                  </a:cubicBezTo>
                  <a:cubicBezTo>
                    <a:pt x="28" y="81"/>
                    <a:pt x="28" y="81"/>
                    <a:pt x="28" y="81"/>
                  </a:cubicBezTo>
                  <a:cubicBezTo>
                    <a:pt x="28" y="82"/>
                    <a:pt x="29" y="83"/>
                    <a:pt x="31" y="83"/>
                  </a:cubicBezTo>
                  <a:cubicBezTo>
                    <a:pt x="32" y="83"/>
                    <a:pt x="34" y="80"/>
                    <a:pt x="34" y="79"/>
                  </a:cubicBezTo>
                  <a:cubicBezTo>
                    <a:pt x="35" y="78"/>
                    <a:pt x="36" y="76"/>
                    <a:pt x="36" y="75"/>
                  </a:cubicBezTo>
                  <a:cubicBezTo>
                    <a:pt x="35" y="72"/>
                    <a:pt x="35" y="72"/>
                    <a:pt x="35" y="72"/>
                  </a:cubicBezTo>
                  <a:cubicBezTo>
                    <a:pt x="35" y="72"/>
                    <a:pt x="35" y="72"/>
                    <a:pt x="35" y="72"/>
                  </a:cubicBezTo>
                  <a:cubicBezTo>
                    <a:pt x="35" y="72"/>
                    <a:pt x="35" y="72"/>
                    <a:pt x="35" y="72"/>
                  </a:cubicBezTo>
                  <a:cubicBezTo>
                    <a:pt x="34" y="73"/>
                    <a:pt x="34" y="73"/>
                    <a:pt x="34" y="73"/>
                  </a:cubicBezTo>
                  <a:cubicBezTo>
                    <a:pt x="33" y="74"/>
                    <a:pt x="33" y="74"/>
                    <a:pt x="33" y="74"/>
                  </a:cubicBezTo>
                  <a:cubicBezTo>
                    <a:pt x="31" y="75"/>
                    <a:pt x="31" y="75"/>
                    <a:pt x="31" y="75"/>
                  </a:cubicBezTo>
                  <a:cubicBezTo>
                    <a:pt x="31" y="77"/>
                    <a:pt x="31" y="77"/>
                    <a:pt x="31" y="77"/>
                  </a:cubicBezTo>
                  <a:cubicBezTo>
                    <a:pt x="31" y="77"/>
                    <a:pt x="31" y="77"/>
                    <a:pt x="31" y="77"/>
                  </a:cubicBezTo>
                  <a:cubicBezTo>
                    <a:pt x="30" y="76"/>
                    <a:pt x="30" y="76"/>
                    <a:pt x="30" y="76"/>
                  </a:cubicBezTo>
                  <a:cubicBezTo>
                    <a:pt x="29" y="76"/>
                    <a:pt x="27" y="74"/>
                    <a:pt x="27" y="73"/>
                  </a:cubicBezTo>
                  <a:cubicBezTo>
                    <a:pt x="26" y="72"/>
                    <a:pt x="25" y="71"/>
                    <a:pt x="25" y="70"/>
                  </a:cubicBezTo>
                  <a:cubicBezTo>
                    <a:pt x="26" y="69"/>
                    <a:pt x="26" y="69"/>
                    <a:pt x="26" y="69"/>
                  </a:cubicBezTo>
                  <a:cubicBezTo>
                    <a:pt x="27" y="68"/>
                    <a:pt x="29" y="66"/>
                    <a:pt x="30" y="65"/>
                  </a:cubicBezTo>
                  <a:cubicBezTo>
                    <a:pt x="31" y="64"/>
                    <a:pt x="31" y="64"/>
                    <a:pt x="31" y="64"/>
                  </a:cubicBezTo>
                  <a:cubicBezTo>
                    <a:pt x="31" y="63"/>
                    <a:pt x="31" y="63"/>
                    <a:pt x="31" y="63"/>
                  </a:cubicBezTo>
                  <a:cubicBezTo>
                    <a:pt x="31" y="62"/>
                    <a:pt x="32" y="61"/>
                    <a:pt x="32" y="61"/>
                  </a:cubicBezTo>
                  <a:cubicBezTo>
                    <a:pt x="31" y="57"/>
                    <a:pt x="29" y="56"/>
                    <a:pt x="27" y="56"/>
                  </a:cubicBezTo>
                  <a:cubicBezTo>
                    <a:pt x="25" y="56"/>
                    <a:pt x="25" y="56"/>
                    <a:pt x="25" y="56"/>
                  </a:cubicBezTo>
                  <a:cubicBezTo>
                    <a:pt x="25" y="56"/>
                    <a:pt x="25" y="56"/>
                    <a:pt x="25" y="56"/>
                  </a:cubicBezTo>
                  <a:cubicBezTo>
                    <a:pt x="27" y="54"/>
                    <a:pt x="27" y="54"/>
                    <a:pt x="27" y="54"/>
                  </a:cubicBezTo>
                  <a:cubicBezTo>
                    <a:pt x="28" y="53"/>
                    <a:pt x="28" y="53"/>
                    <a:pt x="28" y="53"/>
                  </a:cubicBezTo>
                  <a:cubicBezTo>
                    <a:pt x="29" y="52"/>
                    <a:pt x="29" y="52"/>
                    <a:pt x="29" y="52"/>
                  </a:cubicBezTo>
                  <a:cubicBezTo>
                    <a:pt x="29" y="52"/>
                    <a:pt x="29" y="52"/>
                    <a:pt x="29" y="52"/>
                  </a:cubicBezTo>
                  <a:cubicBezTo>
                    <a:pt x="29" y="52"/>
                    <a:pt x="29" y="52"/>
                    <a:pt x="29" y="52"/>
                  </a:cubicBezTo>
                  <a:cubicBezTo>
                    <a:pt x="29" y="51"/>
                    <a:pt x="29" y="51"/>
                    <a:pt x="29" y="51"/>
                  </a:cubicBezTo>
                  <a:cubicBezTo>
                    <a:pt x="31" y="52"/>
                    <a:pt x="32" y="56"/>
                    <a:pt x="32" y="56"/>
                  </a:cubicBezTo>
                  <a:cubicBezTo>
                    <a:pt x="32" y="57"/>
                    <a:pt x="32" y="57"/>
                    <a:pt x="32" y="57"/>
                  </a:cubicBezTo>
                  <a:cubicBezTo>
                    <a:pt x="33" y="56"/>
                    <a:pt x="33" y="56"/>
                    <a:pt x="33" y="56"/>
                  </a:cubicBezTo>
                  <a:cubicBezTo>
                    <a:pt x="33" y="55"/>
                    <a:pt x="34" y="54"/>
                    <a:pt x="34" y="53"/>
                  </a:cubicBezTo>
                  <a:cubicBezTo>
                    <a:pt x="35" y="54"/>
                    <a:pt x="35" y="54"/>
                    <a:pt x="35" y="54"/>
                  </a:cubicBezTo>
                  <a:cubicBezTo>
                    <a:pt x="36" y="54"/>
                    <a:pt x="37" y="54"/>
                    <a:pt x="38" y="55"/>
                  </a:cubicBezTo>
                  <a:cubicBezTo>
                    <a:pt x="39" y="55"/>
                    <a:pt x="39" y="55"/>
                    <a:pt x="39" y="56"/>
                  </a:cubicBezTo>
                  <a:cubicBezTo>
                    <a:pt x="39" y="57"/>
                    <a:pt x="39" y="57"/>
                    <a:pt x="39" y="57"/>
                  </a:cubicBezTo>
                  <a:cubicBezTo>
                    <a:pt x="38" y="58"/>
                    <a:pt x="38" y="58"/>
                    <a:pt x="38" y="58"/>
                  </a:cubicBezTo>
                  <a:cubicBezTo>
                    <a:pt x="37" y="60"/>
                    <a:pt x="37" y="60"/>
                    <a:pt x="37" y="60"/>
                  </a:cubicBezTo>
                  <a:cubicBezTo>
                    <a:pt x="37" y="60"/>
                    <a:pt x="37" y="60"/>
                    <a:pt x="37" y="60"/>
                  </a:cubicBezTo>
                  <a:cubicBezTo>
                    <a:pt x="37" y="61"/>
                    <a:pt x="37" y="61"/>
                    <a:pt x="37" y="61"/>
                  </a:cubicBezTo>
                  <a:cubicBezTo>
                    <a:pt x="38" y="62"/>
                    <a:pt x="38" y="62"/>
                    <a:pt x="38" y="62"/>
                  </a:cubicBezTo>
                  <a:cubicBezTo>
                    <a:pt x="38" y="63"/>
                    <a:pt x="38" y="63"/>
                    <a:pt x="38" y="63"/>
                  </a:cubicBezTo>
                  <a:cubicBezTo>
                    <a:pt x="39" y="63"/>
                    <a:pt x="39" y="63"/>
                    <a:pt x="39" y="63"/>
                  </a:cubicBezTo>
                  <a:cubicBezTo>
                    <a:pt x="39" y="63"/>
                    <a:pt x="39" y="63"/>
                    <a:pt x="39" y="63"/>
                  </a:cubicBezTo>
                  <a:cubicBezTo>
                    <a:pt x="39" y="62"/>
                    <a:pt x="39" y="62"/>
                    <a:pt x="39" y="62"/>
                  </a:cubicBezTo>
                  <a:cubicBezTo>
                    <a:pt x="39" y="62"/>
                    <a:pt x="39" y="62"/>
                    <a:pt x="39" y="62"/>
                  </a:cubicBezTo>
                  <a:cubicBezTo>
                    <a:pt x="39" y="61"/>
                    <a:pt x="39" y="61"/>
                    <a:pt x="39" y="61"/>
                  </a:cubicBezTo>
                  <a:cubicBezTo>
                    <a:pt x="39" y="61"/>
                    <a:pt x="39" y="61"/>
                    <a:pt x="39" y="61"/>
                  </a:cubicBezTo>
                  <a:cubicBezTo>
                    <a:pt x="40" y="61"/>
                    <a:pt x="40" y="61"/>
                    <a:pt x="40" y="61"/>
                  </a:cubicBezTo>
                  <a:cubicBezTo>
                    <a:pt x="40" y="58"/>
                    <a:pt x="40" y="58"/>
                    <a:pt x="40" y="58"/>
                  </a:cubicBezTo>
                  <a:cubicBezTo>
                    <a:pt x="41" y="55"/>
                    <a:pt x="41" y="55"/>
                    <a:pt x="41" y="55"/>
                  </a:cubicBezTo>
                  <a:cubicBezTo>
                    <a:pt x="42" y="54"/>
                    <a:pt x="43" y="52"/>
                    <a:pt x="43" y="52"/>
                  </a:cubicBezTo>
                  <a:cubicBezTo>
                    <a:pt x="43" y="49"/>
                    <a:pt x="43" y="49"/>
                    <a:pt x="43" y="49"/>
                  </a:cubicBezTo>
                  <a:cubicBezTo>
                    <a:pt x="44" y="47"/>
                    <a:pt x="44" y="47"/>
                    <a:pt x="44" y="47"/>
                  </a:cubicBezTo>
                  <a:cubicBezTo>
                    <a:pt x="44" y="46"/>
                    <a:pt x="44" y="46"/>
                    <a:pt x="44" y="46"/>
                  </a:cubicBezTo>
                  <a:cubicBezTo>
                    <a:pt x="44" y="46"/>
                    <a:pt x="44" y="46"/>
                    <a:pt x="44" y="46"/>
                  </a:cubicBezTo>
                  <a:cubicBezTo>
                    <a:pt x="44" y="46"/>
                    <a:pt x="44" y="46"/>
                    <a:pt x="44" y="46"/>
                  </a:cubicBezTo>
                  <a:cubicBezTo>
                    <a:pt x="44" y="46"/>
                    <a:pt x="44" y="46"/>
                    <a:pt x="44" y="46"/>
                  </a:cubicBezTo>
                  <a:cubicBezTo>
                    <a:pt x="45" y="46"/>
                    <a:pt x="45" y="46"/>
                    <a:pt x="45" y="46"/>
                  </a:cubicBezTo>
                  <a:cubicBezTo>
                    <a:pt x="44" y="45"/>
                    <a:pt x="44" y="45"/>
                    <a:pt x="44" y="45"/>
                  </a:cubicBezTo>
                  <a:cubicBezTo>
                    <a:pt x="43" y="45"/>
                    <a:pt x="43" y="45"/>
                    <a:pt x="43" y="45"/>
                  </a:cubicBezTo>
                  <a:cubicBezTo>
                    <a:pt x="43" y="45"/>
                    <a:pt x="43" y="45"/>
                    <a:pt x="43" y="45"/>
                  </a:cubicBezTo>
                  <a:cubicBezTo>
                    <a:pt x="43" y="45"/>
                    <a:pt x="43" y="45"/>
                    <a:pt x="43" y="45"/>
                  </a:cubicBezTo>
                  <a:cubicBezTo>
                    <a:pt x="41" y="45"/>
                    <a:pt x="41" y="45"/>
                    <a:pt x="41" y="45"/>
                  </a:cubicBezTo>
                  <a:cubicBezTo>
                    <a:pt x="41" y="45"/>
                    <a:pt x="41" y="45"/>
                    <a:pt x="41" y="45"/>
                  </a:cubicBezTo>
                  <a:cubicBezTo>
                    <a:pt x="40" y="47"/>
                    <a:pt x="40" y="47"/>
                    <a:pt x="40" y="47"/>
                  </a:cubicBezTo>
                  <a:cubicBezTo>
                    <a:pt x="40" y="47"/>
                    <a:pt x="40" y="47"/>
                    <a:pt x="40" y="47"/>
                  </a:cubicBezTo>
                  <a:cubicBezTo>
                    <a:pt x="40" y="47"/>
                    <a:pt x="40" y="47"/>
                    <a:pt x="40" y="47"/>
                  </a:cubicBezTo>
                  <a:cubicBezTo>
                    <a:pt x="39" y="47"/>
                    <a:pt x="39" y="47"/>
                    <a:pt x="39" y="47"/>
                  </a:cubicBezTo>
                  <a:cubicBezTo>
                    <a:pt x="39" y="48"/>
                    <a:pt x="39" y="48"/>
                    <a:pt x="39" y="48"/>
                  </a:cubicBezTo>
                  <a:cubicBezTo>
                    <a:pt x="39" y="49"/>
                    <a:pt x="39" y="49"/>
                    <a:pt x="39" y="49"/>
                  </a:cubicBezTo>
                  <a:cubicBezTo>
                    <a:pt x="39" y="49"/>
                    <a:pt x="39" y="49"/>
                    <a:pt x="39" y="49"/>
                  </a:cubicBezTo>
                  <a:cubicBezTo>
                    <a:pt x="39" y="49"/>
                    <a:pt x="39" y="49"/>
                    <a:pt x="39" y="49"/>
                  </a:cubicBezTo>
                  <a:cubicBezTo>
                    <a:pt x="40" y="50"/>
                    <a:pt x="40" y="50"/>
                    <a:pt x="40" y="50"/>
                  </a:cubicBezTo>
                  <a:cubicBezTo>
                    <a:pt x="40" y="52"/>
                    <a:pt x="40" y="52"/>
                    <a:pt x="40" y="52"/>
                  </a:cubicBezTo>
                  <a:cubicBezTo>
                    <a:pt x="40" y="52"/>
                    <a:pt x="40" y="52"/>
                    <a:pt x="40" y="52"/>
                  </a:cubicBezTo>
                  <a:cubicBezTo>
                    <a:pt x="39" y="52"/>
                    <a:pt x="39" y="52"/>
                    <a:pt x="39" y="52"/>
                  </a:cubicBezTo>
                  <a:cubicBezTo>
                    <a:pt x="39" y="52"/>
                    <a:pt x="39" y="52"/>
                    <a:pt x="39" y="52"/>
                  </a:cubicBezTo>
                  <a:cubicBezTo>
                    <a:pt x="39" y="52"/>
                    <a:pt x="39" y="52"/>
                    <a:pt x="39" y="52"/>
                  </a:cubicBezTo>
                  <a:cubicBezTo>
                    <a:pt x="38" y="52"/>
                    <a:pt x="38" y="52"/>
                    <a:pt x="38" y="52"/>
                  </a:cubicBezTo>
                  <a:cubicBezTo>
                    <a:pt x="38" y="52"/>
                    <a:pt x="36" y="51"/>
                    <a:pt x="35" y="50"/>
                  </a:cubicBezTo>
                  <a:cubicBezTo>
                    <a:pt x="35" y="49"/>
                    <a:pt x="35" y="49"/>
                    <a:pt x="35" y="49"/>
                  </a:cubicBezTo>
                  <a:cubicBezTo>
                    <a:pt x="36" y="47"/>
                    <a:pt x="36" y="47"/>
                    <a:pt x="36" y="47"/>
                  </a:cubicBezTo>
                  <a:cubicBezTo>
                    <a:pt x="37" y="47"/>
                    <a:pt x="37" y="47"/>
                    <a:pt x="37" y="47"/>
                  </a:cubicBezTo>
                  <a:cubicBezTo>
                    <a:pt x="36" y="47"/>
                    <a:pt x="36" y="47"/>
                    <a:pt x="36" y="47"/>
                  </a:cubicBezTo>
                  <a:cubicBezTo>
                    <a:pt x="36" y="47"/>
                    <a:pt x="36" y="47"/>
                    <a:pt x="36" y="47"/>
                  </a:cubicBezTo>
                  <a:cubicBezTo>
                    <a:pt x="35" y="47"/>
                    <a:pt x="34" y="47"/>
                    <a:pt x="33" y="47"/>
                  </a:cubicBezTo>
                  <a:cubicBezTo>
                    <a:pt x="34" y="46"/>
                    <a:pt x="35" y="45"/>
                    <a:pt x="36" y="43"/>
                  </a:cubicBezTo>
                  <a:cubicBezTo>
                    <a:pt x="37" y="40"/>
                    <a:pt x="37" y="40"/>
                    <a:pt x="37" y="40"/>
                  </a:cubicBezTo>
                  <a:cubicBezTo>
                    <a:pt x="40" y="38"/>
                    <a:pt x="40" y="38"/>
                    <a:pt x="40" y="38"/>
                  </a:cubicBezTo>
                  <a:cubicBezTo>
                    <a:pt x="41" y="38"/>
                    <a:pt x="41" y="37"/>
                    <a:pt x="41" y="36"/>
                  </a:cubicBezTo>
                  <a:cubicBezTo>
                    <a:pt x="41" y="35"/>
                    <a:pt x="41" y="33"/>
                    <a:pt x="42" y="33"/>
                  </a:cubicBezTo>
                  <a:cubicBezTo>
                    <a:pt x="43" y="32"/>
                    <a:pt x="43" y="32"/>
                    <a:pt x="43" y="32"/>
                  </a:cubicBezTo>
                  <a:cubicBezTo>
                    <a:pt x="44" y="32"/>
                    <a:pt x="45" y="34"/>
                    <a:pt x="45" y="34"/>
                  </a:cubicBezTo>
                  <a:cubicBezTo>
                    <a:pt x="45" y="34"/>
                    <a:pt x="45" y="34"/>
                    <a:pt x="45" y="34"/>
                  </a:cubicBezTo>
                  <a:cubicBezTo>
                    <a:pt x="45" y="31"/>
                    <a:pt x="44" y="30"/>
                    <a:pt x="43" y="30"/>
                  </a:cubicBezTo>
                  <a:cubicBezTo>
                    <a:pt x="43" y="29"/>
                    <a:pt x="43" y="29"/>
                    <a:pt x="43" y="29"/>
                  </a:cubicBezTo>
                  <a:cubicBezTo>
                    <a:pt x="43" y="28"/>
                    <a:pt x="44" y="27"/>
                    <a:pt x="44" y="26"/>
                  </a:cubicBezTo>
                  <a:cubicBezTo>
                    <a:pt x="45" y="24"/>
                    <a:pt x="45" y="24"/>
                    <a:pt x="45" y="24"/>
                  </a:cubicBezTo>
                  <a:cubicBezTo>
                    <a:pt x="45" y="24"/>
                    <a:pt x="45" y="24"/>
                    <a:pt x="45" y="24"/>
                  </a:cubicBezTo>
                  <a:cubicBezTo>
                    <a:pt x="45" y="26"/>
                    <a:pt x="45" y="26"/>
                    <a:pt x="45" y="26"/>
                  </a:cubicBezTo>
                  <a:cubicBezTo>
                    <a:pt x="46" y="28"/>
                    <a:pt x="46" y="28"/>
                    <a:pt x="46" y="28"/>
                  </a:cubicBezTo>
                  <a:cubicBezTo>
                    <a:pt x="46" y="28"/>
                    <a:pt x="46" y="28"/>
                    <a:pt x="46" y="28"/>
                  </a:cubicBezTo>
                  <a:cubicBezTo>
                    <a:pt x="48" y="29"/>
                    <a:pt x="48" y="29"/>
                    <a:pt x="48" y="29"/>
                  </a:cubicBezTo>
                  <a:cubicBezTo>
                    <a:pt x="48" y="29"/>
                    <a:pt x="48" y="29"/>
                    <a:pt x="48" y="29"/>
                  </a:cubicBezTo>
                  <a:cubicBezTo>
                    <a:pt x="48" y="29"/>
                    <a:pt x="48" y="29"/>
                    <a:pt x="48" y="29"/>
                  </a:cubicBezTo>
                  <a:cubicBezTo>
                    <a:pt x="48" y="28"/>
                    <a:pt x="48" y="28"/>
                    <a:pt x="48" y="28"/>
                  </a:cubicBezTo>
                  <a:cubicBezTo>
                    <a:pt x="48" y="28"/>
                    <a:pt x="48" y="28"/>
                    <a:pt x="48" y="28"/>
                  </a:cubicBezTo>
                  <a:cubicBezTo>
                    <a:pt x="48" y="28"/>
                    <a:pt x="48" y="28"/>
                    <a:pt x="48" y="28"/>
                  </a:cubicBezTo>
                  <a:cubicBezTo>
                    <a:pt x="48" y="27"/>
                    <a:pt x="48" y="27"/>
                    <a:pt x="48" y="27"/>
                  </a:cubicBezTo>
                  <a:cubicBezTo>
                    <a:pt x="48" y="27"/>
                    <a:pt x="48" y="27"/>
                    <a:pt x="48" y="27"/>
                  </a:cubicBezTo>
                  <a:cubicBezTo>
                    <a:pt x="47" y="25"/>
                    <a:pt x="47" y="25"/>
                    <a:pt x="47" y="25"/>
                  </a:cubicBezTo>
                  <a:cubicBezTo>
                    <a:pt x="46" y="21"/>
                    <a:pt x="46" y="21"/>
                    <a:pt x="46" y="21"/>
                  </a:cubicBezTo>
                  <a:cubicBezTo>
                    <a:pt x="46" y="20"/>
                    <a:pt x="46" y="20"/>
                    <a:pt x="46" y="20"/>
                  </a:cubicBezTo>
                  <a:cubicBezTo>
                    <a:pt x="46" y="19"/>
                    <a:pt x="47" y="18"/>
                    <a:pt x="47" y="18"/>
                  </a:cubicBezTo>
                  <a:cubicBezTo>
                    <a:pt x="48" y="15"/>
                    <a:pt x="48" y="15"/>
                    <a:pt x="48" y="15"/>
                  </a:cubicBezTo>
                  <a:cubicBezTo>
                    <a:pt x="48" y="14"/>
                    <a:pt x="48" y="14"/>
                    <a:pt x="48" y="14"/>
                  </a:cubicBezTo>
                  <a:cubicBezTo>
                    <a:pt x="48" y="13"/>
                    <a:pt x="48" y="13"/>
                    <a:pt x="48" y="13"/>
                  </a:cubicBezTo>
                  <a:cubicBezTo>
                    <a:pt x="48" y="13"/>
                    <a:pt x="48" y="13"/>
                    <a:pt x="48" y="13"/>
                  </a:cubicBezTo>
                  <a:lnTo>
                    <a:pt x="49" y="12"/>
                  </a:lnTo>
                  <a:close/>
                  <a:moveTo>
                    <a:pt x="35" y="21"/>
                  </a:moveTo>
                  <a:cubicBezTo>
                    <a:pt x="35" y="21"/>
                    <a:pt x="35" y="21"/>
                    <a:pt x="35" y="21"/>
                  </a:cubicBezTo>
                  <a:cubicBezTo>
                    <a:pt x="35" y="22"/>
                    <a:pt x="35" y="22"/>
                    <a:pt x="35" y="22"/>
                  </a:cubicBezTo>
                  <a:lnTo>
                    <a:pt x="35" y="21"/>
                  </a:lnTo>
                  <a:close/>
                  <a:moveTo>
                    <a:pt x="44" y="10"/>
                  </a:moveTo>
                  <a:cubicBezTo>
                    <a:pt x="45" y="10"/>
                    <a:pt x="45" y="10"/>
                    <a:pt x="45" y="10"/>
                  </a:cubicBezTo>
                  <a:cubicBezTo>
                    <a:pt x="44" y="12"/>
                    <a:pt x="44" y="12"/>
                    <a:pt x="44" y="12"/>
                  </a:cubicBezTo>
                  <a:cubicBezTo>
                    <a:pt x="44" y="12"/>
                    <a:pt x="44" y="12"/>
                    <a:pt x="44" y="12"/>
                  </a:cubicBezTo>
                  <a:cubicBezTo>
                    <a:pt x="44" y="12"/>
                    <a:pt x="44" y="12"/>
                    <a:pt x="44" y="12"/>
                  </a:cubicBezTo>
                  <a:cubicBezTo>
                    <a:pt x="43" y="12"/>
                    <a:pt x="43" y="12"/>
                    <a:pt x="43" y="12"/>
                  </a:cubicBezTo>
                  <a:cubicBezTo>
                    <a:pt x="43" y="12"/>
                    <a:pt x="43" y="12"/>
                    <a:pt x="43" y="12"/>
                  </a:cubicBezTo>
                  <a:lnTo>
                    <a:pt x="44" y="10"/>
                  </a:lnTo>
                  <a:close/>
                  <a:moveTo>
                    <a:pt x="42" y="12"/>
                  </a:moveTo>
                  <a:cubicBezTo>
                    <a:pt x="42" y="12"/>
                    <a:pt x="42" y="12"/>
                    <a:pt x="42" y="12"/>
                  </a:cubicBezTo>
                  <a:cubicBezTo>
                    <a:pt x="42" y="13"/>
                    <a:pt x="42" y="13"/>
                    <a:pt x="42" y="13"/>
                  </a:cubicBezTo>
                  <a:cubicBezTo>
                    <a:pt x="42" y="13"/>
                    <a:pt x="42" y="13"/>
                    <a:pt x="42" y="13"/>
                  </a:cubicBezTo>
                  <a:cubicBezTo>
                    <a:pt x="41" y="13"/>
                    <a:pt x="41" y="13"/>
                    <a:pt x="41" y="13"/>
                  </a:cubicBezTo>
                  <a:lnTo>
                    <a:pt x="42" y="12"/>
                  </a:lnTo>
                  <a:close/>
                  <a:moveTo>
                    <a:pt x="43" y="17"/>
                  </a:moveTo>
                  <a:cubicBezTo>
                    <a:pt x="42" y="16"/>
                    <a:pt x="41" y="15"/>
                    <a:pt x="41" y="15"/>
                  </a:cubicBezTo>
                  <a:cubicBezTo>
                    <a:pt x="41" y="15"/>
                    <a:pt x="41" y="15"/>
                    <a:pt x="41" y="15"/>
                  </a:cubicBezTo>
                  <a:cubicBezTo>
                    <a:pt x="42" y="13"/>
                    <a:pt x="42" y="13"/>
                    <a:pt x="42" y="13"/>
                  </a:cubicBezTo>
                  <a:cubicBezTo>
                    <a:pt x="42" y="13"/>
                    <a:pt x="42" y="13"/>
                    <a:pt x="42" y="13"/>
                  </a:cubicBezTo>
                  <a:cubicBezTo>
                    <a:pt x="42" y="13"/>
                    <a:pt x="42" y="13"/>
                    <a:pt x="42" y="13"/>
                  </a:cubicBezTo>
                  <a:cubicBezTo>
                    <a:pt x="42" y="13"/>
                    <a:pt x="42" y="13"/>
                    <a:pt x="42" y="13"/>
                  </a:cubicBezTo>
                  <a:cubicBezTo>
                    <a:pt x="42" y="14"/>
                    <a:pt x="42" y="14"/>
                    <a:pt x="42" y="14"/>
                  </a:cubicBezTo>
                  <a:cubicBezTo>
                    <a:pt x="42" y="14"/>
                    <a:pt x="42" y="14"/>
                    <a:pt x="42" y="14"/>
                  </a:cubicBezTo>
                  <a:cubicBezTo>
                    <a:pt x="42" y="15"/>
                    <a:pt x="43" y="15"/>
                    <a:pt x="43" y="16"/>
                  </a:cubicBezTo>
                  <a:cubicBezTo>
                    <a:pt x="43" y="18"/>
                    <a:pt x="43" y="18"/>
                    <a:pt x="43" y="18"/>
                  </a:cubicBezTo>
                  <a:cubicBezTo>
                    <a:pt x="43" y="18"/>
                    <a:pt x="43" y="18"/>
                    <a:pt x="43" y="18"/>
                  </a:cubicBezTo>
                  <a:lnTo>
                    <a:pt x="43" y="17"/>
                  </a:lnTo>
                  <a:close/>
                  <a:moveTo>
                    <a:pt x="29" y="21"/>
                  </a:moveTo>
                  <a:cubicBezTo>
                    <a:pt x="29" y="21"/>
                    <a:pt x="29" y="21"/>
                    <a:pt x="29" y="21"/>
                  </a:cubicBezTo>
                  <a:cubicBezTo>
                    <a:pt x="27" y="22"/>
                    <a:pt x="27" y="22"/>
                    <a:pt x="27" y="22"/>
                  </a:cubicBezTo>
                  <a:cubicBezTo>
                    <a:pt x="27" y="21"/>
                    <a:pt x="27" y="21"/>
                    <a:pt x="27" y="21"/>
                  </a:cubicBezTo>
                  <a:cubicBezTo>
                    <a:pt x="27" y="20"/>
                    <a:pt x="27" y="20"/>
                    <a:pt x="27" y="20"/>
                  </a:cubicBezTo>
                  <a:cubicBezTo>
                    <a:pt x="27" y="20"/>
                    <a:pt x="27" y="20"/>
                    <a:pt x="27" y="20"/>
                  </a:cubicBezTo>
                  <a:cubicBezTo>
                    <a:pt x="27" y="20"/>
                    <a:pt x="27" y="20"/>
                    <a:pt x="27" y="20"/>
                  </a:cubicBezTo>
                  <a:cubicBezTo>
                    <a:pt x="29" y="20"/>
                    <a:pt x="29" y="20"/>
                    <a:pt x="29" y="20"/>
                  </a:cubicBezTo>
                  <a:cubicBezTo>
                    <a:pt x="29" y="21"/>
                    <a:pt x="29" y="21"/>
                    <a:pt x="29" y="21"/>
                  </a:cubicBezTo>
                  <a:cubicBezTo>
                    <a:pt x="30" y="22"/>
                    <a:pt x="30" y="22"/>
                    <a:pt x="30" y="22"/>
                  </a:cubicBezTo>
                  <a:cubicBezTo>
                    <a:pt x="31" y="22"/>
                    <a:pt x="31" y="22"/>
                    <a:pt x="31" y="22"/>
                  </a:cubicBezTo>
                  <a:lnTo>
                    <a:pt x="29" y="21"/>
                  </a:lnTo>
                  <a:close/>
                  <a:moveTo>
                    <a:pt x="27" y="20"/>
                  </a:moveTo>
                  <a:cubicBezTo>
                    <a:pt x="27" y="20"/>
                    <a:pt x="27" y="20"/>
                    <a:pt x="27" y="20"/>
                  </a:cubicBezTo>
                  <a:cubicBezTo>
                    <a:pt x="28" y="19"/>
                    <a:pt x="28" y="19"/>
                    <a:pt x="28" y="19"/>
                  </a:cubicBezTo>
                  <a:cubicBezTo>
                    <a:pt x="29" y="19"/>
                    <a:pt x="29" y="19"/>
                    <a:pt x="29" y="19"/>
                  </a:cubicBezTo>
                  <a:cubicBezTo>
                    <a:pt x="30" y="20"/>
                    <a:pt x="30" y="20"/>
                    <a:pt x="30" y="20"/>
                  </a:cubicBezTo>
                  <a:cubicBezTo>
                    <a:pt x="30" y="20"/>
                    <a:pt x="30" y="20"/>
                    <a:pt x="30" y="20"/>
                  </a:cubicBezTo>
                  <a:cubicBezTo>
                    <a:pt x="29" y="20"/>
                    <a:pt x="29" y="20"/>
                    <a:pt x="29" y="20"/>
                  </a:cubicBezTo>
                  <a:cubicBezTo>
                    <a:pt x="27" y="20"/>
                    <a:pt x="27" y="20"/>
                    <a:pt x="27" y="20"/>
                  </a:cubicBezTo>
                  <a:close/>
                  <a:moveTo>
                    <a:pt x="32" y="21"/>
                  </a:moveTo>
                  <a:cubicBezTo>
                    <a:pt x="34" y="22"/>
                    <a:pt x="34" y="22"/>
                    <a:pt x="34" y="22"/>
                  </a:cubicBezTo>
                  <a:cubicBezTo>
                    <a:pt x="34" y="22"/>
                    <a:pt x="34" y="22"/>
                    <a:pt x="34" y="22"/>
                  </a:cubicBezTo>
                  <a:cubicBezTo>
                    <a:pt x="33" y="22"/>
                    <a:pt x="33" y="22"/>
                    <a:pt x="33" y="22"/>
                  </a:cubicBezTo>
                  <a:cubicBezTo>
                    <a:pt x="33" y="22"/>
                    <a:pt x="33" y="22"/>
                    <a:pt x="33" y="22"/>
                  </a:cubicBezTo>
                  <a:cubicBezTo>
                    <a:pt x="33" y="22"/>
                    <a:pt x="33" y="22"/>
                    <a:pt x="33" y="22"/>
                  </a:cubicBezTo>
                  <a:cubicBezTo>
                    <a:pt x="31" y="21"/>
                    <a:pt x="31" y="21"/>
                    <a:pt x="31" y="21"/>
                  </a:cubicBezTo>
                  <a:cubicBezTo>
                    <a:pt x="30" y="20"/>
                    <a:pt x="30" y="20"/>
                    <a:pt x="30" y="20"/>
                  </a:cubicBezTo>
                  <a:cubicBezTo>
                    <a:pt x="30" y="20"/>
                    <a:pt x="30" y="20"/>
                    <a:pt x="30" y="20"/>
                  </a:cubicBezTo>
                  <a:cubicBezTo>
                    <a:pt x="31" y="20"/>
                    <a:pt x="31" y="20"/>
                    <a:pt x="31" y="20"/>
                  </a:cubicBezTo>
                  <a:cubicBezTo>
                    <a:pt x="31" y="20"/>
                    <a:pt x="31" y="20"/>
                    <a:pt x="31" y="20"/>
                  </a:cubicBezTo>
                  <a:lnTo>
                    <a:pt x="32" y="21"/>
                  </a:lnTo>
                  <a:close/>
                  <a:moveTo>
                    <a:pt x="32" y="15"/>
                  </a:moveTo>
                  <a:cubicBezTo>
                    <a:pt x="33" y="15"/>
                    <a:pt x="34" y="15"/>
                    <a:pt x="34" y="16"/>
                  </a:cubicBezTo>
                  <a:cubicBezTo>
                    <a:pt x="34" y="18"/>
                    <a:pt x="34" y="18"/>
                    <a:pt x="34" y="18"/>
                  </a:cubicBezTo>
                  <a:cubicBezTo>
                    <a:pt x="33" y="17"/>
                    <a:pt x="33" y="17"/>
                    <a:pt x="33" y="17"/>
                  </a:cubicBezTo>
                  <a:cubicBezTo>
                    <a:pt x="33" y="17"/>
                    <a:pt x="33" y="17"/>
                    <a:pt x="33" y="17"/>
                  </a:cubicBezTo>
                  <a:cubicBezTo>
                    <a:pt x="31" y="18"/>
                    <a:pt x="31" y="18"/>
                    <a:pt x="31" y="18"/>
                  </a:cubicBezTo>
                  <a:cubicBezTo>
                    <a:pt x="31" y="19"/>
                    <a:pt x="31" y="19"/>
                    <a:pt x="31" y="19"/>
                  </a:cubicBezTo>
                  <a:cubicBezTo>
                    <a:pt x="29" y="19"/>
                    <a:pt x="29" y="19"/>
                    <a:pt x="29" y="19"/>
                  </a:cubicBezTo>
                  <a:cubicBezTo>
                    <a:pt x="28" y="19"/>
                    <a:pt x="28" y="19"/>
                    <a:pt x="28" y="19"/>
                  </a:cubicBezTo>
                  <a:cubicBezTo>
                    <a:pt x="28" y="17"/>
                    <a:pt x="28" y="17"/>
                    <a:pt x="28" y="17"/>
                  </a:cubicBezTo>
                  <a:cubicBezTo>
                    <a:pt x="29" y="15"/>
                    <a:pt x="29" y="15"/>
                    <a:pt x="29" y="15"/>
                  </a:cubicBezTo>
                  <a:lnTo>
                    <a:pt x="32" y="15"/>
                  </a:lnTo>
                  <a:close/>
                  <a:moveTo>
                    <a:pt x="28" y="15"/>
                  </a:moveTo>
                  <a:cubicBezTo>
                    <a:pt x="28" y="15"/>
                    <a:pt x="28" y="15"/>
                    <a:pt x="28" y="15"/>
                  </a:cubicBezTo>
                  <a:cubicBezTo>
                    <a:pt x="28" y="15"/>
                    <a:pt x="28" y="15"/>
                    <a:pt x="28" y="15"/>
                  </a:cubicBezTo>
                  <a:close/>
                  <a:moveTo>
                    <a:pt x="22" y="13"/>
                  </a:moveTo>
                  <a:cubicBezTo>
                    <a:pt x="23" y="14"/>
                    <a:pt x="23" y="14"/>
                    <a:pt x="23" y="14"/>
                  </a:cubicBezTo>
                  <a:cubicBezTo>
                    <a:pt x="22" y="14"/>
                    <a:pt x="22" y="14"/>
                    <a:pt x="22" y="14"/>
                  </a:cubicBezTo>
                  <a:lnTo>
                    <a:pt x="22" y="13"/>
                  </a:lnTo>
                  <a:close/>
                  <a:moveTo>
                    <a:pt x="21" y="16"/>
                  </a:moveTo>
                  <a:cubicBezTo>
                    <a:pt x="21" y="16"/>
                    <a:pt x="21" y="16"/>
                    <a:pt x="21" y="16"/>
                  </a:cubicBezTo>
                  <a:cubicBezTo>
                    <a:pt x="20" y="16"/>
                    <a:pt x="20" y="16"/>
                    <a:pt x="20" y="16"/>
                  </a:cubicBezTo>
                  <a:cubicBezTo>
                    <a:pt x="21" y="14"/>
                    <a:pt x="21" y="14"/>
                    <a:pt x="21" y="14"/>
                  </a:cubicBezTo>
                  <a:cubicBezTo>
                    <a:pt x="21" y="14"/>
                    <a:pt x="21" y="14"/>
                    <a:pt x="21" y="14"/>
                  </a:cubicBezTo>
                  <a:cubicBezTo>
                    <a:pt x="22" y="14"/>
                    <a:pt x="22" y="14"/>
                    <a:pt x="22" y="14"/>
                  </a:cubicBezTo>
                  <a:cubicBezTo>
                    <a:pt x="22" y="14"/>
                    <a:pt x="22" y="14"/>
                    <a:pt x="22" y="14"/>
                  </a:cubicBezTo>
                  <a:cubicBezTo>
                    <a:pt x="24" y="14"/>
                    <a:pt x="24" y="14"/>
                    <a:pt x="24" y="14"/>
                  </a:cubicBezTo>
                  <a:cubicBezTo>
                    <a:pt x="25" y="14"/>
                    <a:pt x="25" y="14"/>
                    <a:pt x="25" y="14"/>
                  </a:cubicBezTo>
                  <a:cubicBezTo>
                    <a:pt x="26" y="14"/>
                    <a:pt x="26" y="13"/>
                    <a:pt x="27" y="13"/>
                  </a:cubicBezTo>
                  <a:cubicBezTo>
                    <a:pt x="29" y="15"/>
                    <a:pt x="29" y="15"/>
                    <a:pt x="29" y="15"/>
                  </a:cubicBezTo>
                  <a:cubicBezTo>
                    <a:pt x="29" y="15"/>
                    <a:pt x="29" y="15"/>
                    <a:pt x="29" y="15"/>
                  </a:cubicBezTo>
                  <a:cubicBezTo>
                    <a:pt x="27" y="14"/>
                    <a:pt x="27" y="14"/>
                    <a:pt x="27" y="14"/>
                  </a:cubicBezTo>
                  <a:cubicBezTo>
                    <a:pt x="27" y="14"/>
                    <a:pt x="27" y="14"/>
                    <a:pt x="27" y="14"/>
                  </a:cubicBezTo>
                  <a:cubicBezTo>
                    <a:pt x="26" y="14"/>
                    <a:pt x="26" y="14"/>
                    <a:pt x="26" y="14"/>
                  </a:cubicBezTo>
                  <a:cubicBezTo>
                    <a:pt x="25" y="15"/>
                    <a:pt x="25" y="15"/>
                    <a:pt x="25" y="15"/>
                  </a:cubicBezTo>
                  <a:cubicBezTo>
                    <a:pt x="24" y="15"/>
                    <a:pt x="24" y="15"/>
                    <a:pt x="24" y="15"/>
                  </a:cubicBezTo>
                  <a:cubicBezTo>
                    <a:pt x="23" y="15"/>
                    <a:pt x="23" y="15"/>
                    <a:pt x="23" y="15"/>
                  </a:cubicBezTo>
                  <a:cubicBezTo>
                    <a:pt x="25" y="16"/>
                    <a:pt x="25" y="16"/>
                    <a:pt x="25" y="16"/>
                  </a:cubicBezTo>
                  <a:cubicBezTo>
                    <a:pt x="25" y="16"/>
                    <a:pt x="25" y="16"/>
                    <a:pt x="25" y="16"/>
                  </a:cubicBezTo>
                  <a:cubicBezTo>
                    <a:pt x="24" y="17"/>
                    <a:pt x="24" y="17"/>
                    <a:pt x="24" y="17"/>
                  </a:cubicBezTo>
                  <a:cubicBezTo>
                    <a:pt x="24" y="17"/>
                    <a:pt x="24" y="17"/>
                    <a:pt x="24" y="17"/>
                  </a:cubicBezTo>
                  <a:cubicBezTo>
                    <a:pt x="24" y="18"/>
                    <a:pt x="24" y="18"/>
                    <a:pt x="24" y="18"/>
                  </a:cubicBezTo>
                  <a:cubicBezTo>
                    <a:pt x="24" y="18"/>
                    <a:pt x="24" y="18"/>
                    <a:pt x="24" y="18"/>
                  </a:cubicBezTo>
                  <a:cubicBezTo>
                    <a:pt x="26" y="17"/>
                    <a:pt x="26" y="17"/>
                    <a:pt x="26" y="17"/>
                  </a:cubicBezTo>
                  <a:cubicBezTo>
                    <a:pt x="27" y="18"/>
                    <a:pt x="27" y="18"/>
                    <a:pt x="27" y="18"/>
                  </a:cubicBezTo>
                  <a:cubicBezTo>
                    <a:pt x="28" y="17"/>
                    <a:pt x="28" y="17"/>
                    <a:pt x="28" y="17"/>
                  </a:cubicBezTo>
                  <a:cubicBezTo>
                    <a:pt x="27" y="19"/>
                    <a:pt x="27" y="19"/>
                    <a:pt x="27" y="19"/>
                  </a:cubicBezTo>
                  <a:cubicBezTo>
                    <a:pt x="27" y="19"/>
                    <a:pt x="27" y="19"/>
                    <a:pt x="27" y="19"/>
                  </a:cubicBezTo>
                  <a:cubicBezTo>
                    <a:pt x="26" y="20"/>
                    <a:pt x="26" y="20"/>
                    <a:pt x="26" y="20"/>
                  </a:cubicBezTo>
                  <a:cubicBezTo>
                    <a:pt x="27" y="22"/>
                    <a:pt x="27" y="22"/>
                    <a:pt x="27" y="22"/>
                  </a:cubicBezTo>
                  <a:cubicBezTo>
                    <a:pt x="27" y="23"/>
                    <a:pt x="27" y="23"/>
                    <a:pt x="27" y="23"/>
                  </a:cubicBezTo>
                  <a:cubicBezTo>
                    <a:pt x="27" y="23"/>
                    <a:pt x="27" y="23"/>
                    <a:pt x="27" y="23"/>
                  </a:cubicBezTo>
                  <a:cubicBezTo>
                    <a:pt x="27" y="24"/>
                    <a:pt x="28" y="25"/>
                    <a:pt x="29" y="26"/>
                  </a:cubicBezTo>
                  <a:cubicBezTo>
                    <a:pt x="31" y="27"/>
                    <a:pt x="32" y="29"/>
                    <a:pt x="34" y="30"/>
                  </a:cubicBezTo>
                  <a:cubicBezTo>
                    <a:pt x="35" y="32"/>
                    <a:pt x="35" y="34"/>
                    <a:pt x="36" y="35"/>
                  </a:cubicBezTo>
                  <a:cubicBezTo>
                    <a:pt x="38" y="36"/>
                    <a:pt x="38" y="36"/>
                    <a:pt x="38" y="36"/>
                  </a:cubicBezTo>
                  <a:cubicBezTo>
                    <a:pt x="37" y="36"/>
                    <a:pt x="37" y="36"/>
                    <a:pt x="37" y="36"/>
                  </a:cubicBezTo>
                  <a:cubicBezTo>
                    <a:pt x="37" y="36"/>
                    <a:pt x="37" y="36"/>
                    <a:pt x="37" y="36"/>
                  </a:cubicBezTo>
                  <a:cubicBezTo>
                    <a:pt x="35" y="35"/>
                    <a:pt x="35" y="35"/>
                    <a:pt x="35" y="35"/>
                  </a:cubicBezTo>
                  <a:cubicBezTo>
                    <a:pt x="34" y="34"/>
                    <a:pt x="33" y="34"/>
                    <a:pt x="33" y="34"/>
                  </a:cubicBezTo>
                  <a:cubicBezTo>
                    <a:pt x="31" y="35"/>
                    <a:pt x="31" y="35"/>
                    <a:pt x="31" y="35"/>
                  </a:cubicBezTo>
                  <a:cubicBezTo>
                    <a:pt x="31" y="36"/>
                    <a:pt x="31" y="36"/>
                    <a:pt x="31" y="36"/>
                  </a:cubicBezTo>
                  <a:cubicBezTo>
                    <a:pt x="30" y="35"/>
                    <a:pt x="30" y="35"/>
                    <a:pt x="30" y="35"/>
                  </a:cubicBezTo>
                  <a:cubicBezTo>
                    <a:pt x="29" y="33"/>
                    <a:pt x="29" y="33"/>
                    <a:pt x="29" y="33"/>
                  </a:cubicBezTo>
                  <a:cubicBezTo>
                    <a:pt x="29" y="33"/>
                    <a:pt x="29" y="33"/>
                    <a:pt x="29" y="33"/>
                  </a:cubicBezTo>
                  <a:cubicBezTo>
                    <a:pt x="29" y="33"/>
                    <a:pt x="29" y="33"/>
                    <a:pt x="29" y="33"/>
                  </a:cubicBezTo>
                  <a:cubicBezTo>
                    <a:pt x="28" y="34"/>
                    <a:pt x="28" y="34"/>
                    <a:pt x="28" y="34"/>
                  </a:cubicBezTo>
                  <a:cubicBezTo>
                    <a:pt x="27" y="35"/>
                    <a:pt x="27" y="35"/>
                    <a:pt x="27" y="35"/>
                  </a:cubicBezTo>
                  <a:cubicBezTo>
                    <a:pt x="27" y="35"/>
                    <a:pt x="27" y="35"/>
                    <a:pt x="27" y="35"/>
                  </a:cubicBezTo>
                  <a:cubicBezTo>
                    <a:pt x="27" y="35"/>
                    <a:pt x="27" y="35"/>
                    <a:pt x="27" y="35"/>
                  </a:cubicBezTo>
                  <a:cubicBezTo>
                    <a:pt x="25" y="33"/>
                    <a:pt x="25" y="33"/>
                    <a:pt x="25" y="33"/>
                  </a:cubicBezTo>
                  <a:cubicBezTo>
                    <a:pt x="25" y="33"/>
                    <a:pt x="25" y="33"/>
                    <a:pt x="25" y="33"/>
                  </a:cubicBezTo>
                  <a:cubicBezTo>
                    <a:pt x="25" y="33"/>
                    <a:pt x="25" y="33"/>
                    <a:pt x="25" y="33"/>
                  </a:cubicBezTo>
                  <a:cubicBezTo>
                    <a:pt x="24" y="34"/>
                    <a:pt x="24" y="34"/>
                    <a:pt x="24" y="34"/>
                  </a:cubicBezTo>
                  <a:cubicBezTo>
                    <a:pt x="24" y="35"/>
                    <a:pt x="24" y="35"/>
                    <a:pt x="24" y="35"/>
                  </a:cubicBezTo>
                  <a:cubicBezTo>
                    <a:pt x="23" y="35"/>
                    <a:pt x="23" y="35"/>
                    <a:pt x="23" y="35"/>
                  </a:cubicBezTo>
                  <a:cubicBezTo>
                    <a:pt x="20" y="33"/>
                    <a:pt x="20" y="33"/>
                    <a:pt x="20" y="33"/>
                  </a:cubicBezTo>
                  <a:cubicBezTo>
                    <a:pt x="20" y="32"/>
                    <a:pt x="21" y="32"/>
                    <a:pt x="21" y="31"/>
                  </a:cubicBezTo>
                  <a:cubicBezTo>
                    <a:pt x="21" y="30"/>
                    <a:pt x="21" y="30"/>
                    <a:pt x="21" y="30"/>
                  </a:cubicBezTo>
                  <a:cubicBezTo>
                    <a:pt x="21" y="29"/>
                    <a:pt x="20" y="28"/>
                    <a:pt x="20" y="26"/>
                  </a:cubicBezTo>
                  <a:cubicBezTo>
                    <a:pt x="20" y="26"/>
                    <a:pt x="20" y="26"/>
                    <a:pt x="20" y="26"/>
                  </a:cubicBezTo>
                  <a:cubicBezTo>
                    <a:pt x="20" y="26"/>
                    <a:pt x="20" y="26"/>
                    <a:pt x="20" y="26"/>
                  </a:cubicBezTo>
                  <a:cubicBezTo>
                    <a:pt x="20" y="26"/>
                    <a:pt x="20" y="26"/>
                    <a:pt x="20" y="26"/>
                  </a:cubicBezTo>
                  <a:cubicBezTo>
                    <a:pt x="19" y="25"/>
                    <a:pt x="19" y="25"/>
                    <a:pt x="19" y="25"/>
                  </a:cubicBezTo>
                  <a:cubicBezTo>
                    <a:pt x="19" y="23"/>
                    <a:pt x="19" y="23"/>
                    <a:pt x="19" y="23"/>
                  </a:cubicBezTo>
                  <a:cubicBezTo>
                    <a:pt x="19" y="21"/>
                    <a:pt x="19" y="21"/>
                    <a:pt x="19" y="21"/>
                  </a:cubicBezTo>
                  <a:cubicBezTo>
                    <a:pt x="19" y="18"/>
                    <a:pt x="20" y="17"/>
                    <a:pt x="21" y="16"/>
                  </a:cubicBezTo>
                  <a:moveTo>
                    <a:pt x="20" y="31"/>
                  </a:moveTo>
                  <a:cubicBezTo>
                    <a:pt x="20" y="32"/>
                    <a:pt x="20" y="32"/>
                    <a:pt x="20" y="32"/>
                  </a:cubicBezTo>
                  <a:cubicBezTo>
                    <a:pt x="20" y="32"/>
                    <a:pt x="20" y="32"/>
                    <a:pt x="20" y="32"/>
                  </a:cubicBezTo>
                  <a:cubicBezTo>
                    <a:pt x="17" y="32"/>
                    <a:pt x="17" y="31"/>
                    <a:pt x="17" y="29"/>
                  </a:cubicBezTo>
                  <a:cubicBezTo>
                    <a:pt x="17" y="28"/>
                    <a:pt x="17" y="28"/>
                    <a:pt x="17" y="28"/>
                  </a:cubicBezTo>
                  <a:cubicBezTo>
                    <a:pt x="18" y="28"/>
                    <a:pt x="19" y="27"/>
                    <a:pt x="19" y="27"/>
                  </a:cubicBezTo>
                  <a:cubicBezTo>
                    <a:pt x="20" y="28"/>
                    <a:pt x="20" y="30"/>
                    <a:pt x="20" y="30"/>
                  </a:cubicBezTo>
                  <a:lnTo>
                    <a:pt x="20" y="31"/>
                  </a:lnTo>
                  <a:close/>
                  <a:moveTo>
                    <a:pt x="16" y="18"/>
                  </a:moveTo>
                  <a:cubicBezTo>
                    <a:pt x="16" y="18"/>
                    <a:pt x="16" y="18"/>
                    <a:pt x="16" y="18"/>
                  </a:cubicBezTo>
                  <a:cubicBezTo>
                    <a:pt x="16" y="17"/>
                    <a:pt x="16" y="17"/>
                    <a:pt x="16" y="17"/>
                  </a:cubicBezTo>
                  <a:cubicBezTo>
                    <a:pt x="16" y="16"/>
                    <a:pt x="16" y="16"/>
                    <a:pt x="16" y="16"/>
                  </a:cubicBezTo>
                  <a:cubicBezTo>
                    <a:pt x="17" y="18"/>
                    <a:pt x="17" y="18"/>
                    <a:pt x="17" y="18"/>
                  </a:cubicBezTo>
                  <a:cubicBezTo>
                    <a:pt x="17" y="19"/>
                    <a:pt x="18" y="20"/>
                    <a:pt x="18" y="20"/>
                  </a:cubicBezTo>
                  <a:cubicBezTo>
                    <a:pt x="18" y="20"/>
                    <a:pt x="18" y="20"/>
                    <a:pt x="18" y="20"/>
                  </a:cubicBezTo>
                  <a:cubicBezTo>
                    <a:pt x="18" y="21"/>
                    <a:pt x="18" y="21"/>
                    <a:pt x="18" y="21"/>
                  </a:cubicBezTo>
                  <a:cubicBezTo>
                    <a:pt x="18" y="21"/>
                    <a:pt x="18" y="21"/>
                    <a:pt x="18" y="21"/>
                  </a:cubicBezTo>
                  <a:cubicBezTo>
                    <a:pt x="18" y="22"/>
                    <a:pt x="18" y="22"/>
                    <a:pt x="18" y="22"/>
                  </a:cubicBezTo>
                  <a:cubicBezTo>
                    <a:pt x="18" y="23"/>
                    <a:pt x="18" y="23"/>
                    <a:pt x="18" y="23"/>
                  </a:cubicBezTo>
                  <a:cubicBezTo>
                    <a:pt x="19" y="24"/>
                    <a:pt x="19" y="24"/>
                    <a:pt x="19" y="24"/>
                  </a:cubicBezTo>
                  <a:cubicBezTo>
                    <a:pt x="16" y="22"/>
                    <a:pt x="16" y="22"/>
                    <a:pt x="16" y="22"/>
                  </a:cubicBezTo>
                  <a:cubicBezTo>
                    <a:pt x="16" y="21"/>
                    <a:pt x="16" y="21"/>
                    <a:pt x="16" y="21"/>
                  </a:cubicBezTo>
                  <a:cubicBezTo>
                    <a:pt x="16" y="21"/>
                    <a:pt x="16" y="21"/>
                    <a:pt x="16" y="21"/>
                  </a:cubicBezTo>
                  <a:cubicBezTo>
                    <a:pt x="15" y="20"/>
                    <a:pt x="15" y="20"/>
                    <a:pt x="15" y="20"/>
                  </a:cubicBezTo>
                  <a:lnTo>
                    <a:pt x="16" y="18"/>
                  </a:lnTo>
                  <a:close/>
                  <a:moveTo>
                    <a:pt x="13" y="13"/>
                  </a:moveTo>
                  <a:cubicBezTo>
                    <a:pt x="14" y="13"/>
                    <a:pt x="14" y="13"/>
                    <a:pt x="14" y="13"/>
                  </a:cubicBezTo>
                  <a:cubicBezTo>
                    <a:pt x="14" y="13"/>
                    <a:pt x="14" y="13"/>
                    <a:pt x="14" y="13"/>
                  </a:cubicBezTo>
                  <a:cubicBezTo>
                    <a:pt x="14" y="11"/>
                    <a:pt x="14" y="11"/>
                    <a:pt x="14" y="11"/>
                  </a:cubicBezTo>
                  <a:cubicBezTo>
                    <a:pt x="15" y="12"/>
                    <a:pt x="15" y="16"/>
                    <a:pt x="15" y="17"/>
                  </a:cubicBezTo>
                  <a:cubicBezTo>
                    <a:pt x="15" y="18"/>
                    <a:pt x="15" y="19"/>
                    <a:pt x="15" y="20"/>
                  </a:cubicBezTo>
                  <a:cubicBezTo>
                    <a:pt x="15" y="20"/>
                    <a:pt x="15" y="20"/>
                    <a:pt x="15" y="20"/>
                  </a:cubicBezTo>
                  <a:cubicBezTo>
                    <a:pt x="14" y="18"/>
                    <a:pt x="14" y="18"/>
                    <a:pt x="14" y="18"/>
                  </a:cubicBezTo>
                  <a:cubicBezTo>
                    <a:pt x="13" y="16"/>
                    <a:pt x="13" y="16"/>
                    <a:pt x="13" y="16"/>
                  </a:cubicBezTo>
                  <a:cubicBezTo>
                    <a:pt x="13" y="16"/>
                    <a:pt x="13" y="16"/>
                    <a:pt x="13" y="16"/>
                  </a:cubicBezTo>
                  <a:cubicBezTo>
                    <a:pt x="13" y="16"/>
                    <a:pt x="13" y="16"/>
                    <a:pt x="13" y="16"/>
                  </a:cubicBezTo>
                  <a:cubicBezTo>
                    <a:pt x="13" y="15"/>
                    <a:pt x="13" y="14"/>
                    <a:pt x="13" y="13"/>
                  </a:cubicBezTo>
                  <a:moveTo>
                    <a:pt x="13" y="1"/>
                  </a:moveTo>
                  <a:cubicBezTo>
                    <a:pt x="13" y="2"/>
                    <a:pt x="13" y="5"/>
                    <a:pt x="13" y="8"/>
                  </a:cubicBezTo>
                  <a:cubicBezTo>
                    <a:pt x="13" y="9"/>
                    <a:pt x="13" y="11"/>
                    <a:pt x="13" y="12"/>
                  </a:cubicBezTo>
                  <a:cubicBezTo>
                    <a:pt x="13" y="12"/>
                    <a:pt x="13" y="13"/>
                    <a:pt x="13" y="14"/>
                  </a:cubicBezTo>
                  <a:cubicBezTo>
                    <a:pt x="13" y="14"/>
                    <a:pt x="13" y="14"/>
                    <a:pt x="13" y="14"/>
                  </a:cubicBezTo>
                  <a:cubicBezTo>
                    <a:pt x="12" y="14"/>
                    <a:pt x="11" y="10"/>
                    <a:pt x="11" y="7"/>
                  </a:cubicBezTo>
                  <a:cubicBezTo>
                    <a:pt x="11" y="5"/>
                    <a:pt x="11" y="3"/>
                    <a:pt x="13" y="1"/>
                  </a:cubicBezTo>
                  <a:moveTo>
                    <a:pt x="12" y="2"/>
                  </a:moveTo>
                  <a:cubicBezTo>
                    <a:pt x="11" y="4"/>
                    <a:pt x="10" y="5"/>
                    <a:pt x="10" y="7"/>
                  </a:cubicBezTo>
                  <a:cubicBezTo>
                    <a:pt x="10" y="11"/>
                    <a:pt x="12" y="15"/>
                    <a:pt x="12" y="15"/>
                  </a:cubicBezTo>
                  <a:cubicBezTo>
                    <a:pt x="12" y="15"/>
                    <a:pt x="12" y="15"/>
                    <a:pt x="12" y="15"/>
                  </a:cubicBezTo>
                  <a:cubicBezTo>
                    <a:pt x="12" y="16"/>
                    <a:pt x="12" y="16"/>
                    <a:pt x="12" y="16"/>
                  </a:cubicBezTo>
                  <a:cubicBezTo>
                    <a:pt x="11" y="15"/>
                    <a:pt x="11" y="15"/>
                    <a:pt x="11" y="15"/>
                  </a:cubicBezTo>
                  <a:cubicBezTo>
                    <a:pt x="10" y="12"/>
                    <a:pt x="10" y="12"/>
                    <a:pt x="10" y="12"/>
                  </a:cubicBezTo>
                  <a:cubicBezTo>
                    <a:pt x="9" y="10"/>
                    <a:pt x="9" y="10"/>
                    <a:pt x="9" y="10"/>
                  </a:cubicBezTo>
                  <a:cubicBezTo>
                    <a:pt x="9" y="10"/>
                    <a:pt x="9" y="10"/>
                    <a:pt x="9" y="10"/>
                  </a:cubicBezTo>
                  <a:cubicBezTo>
                    <a:pt x="9" y="10"/>
                    <a:pt x="9" y="10"/>
                    <a:pt x="9" y="10"/>
                  </a:cubicBezTo>
                  <a:cubicBezTo>
                    <a:pt x="9" y="10"/>
                    <a:pt x="9" y="10"/>
                    <a:pt x="9" y="10"/>
                  </a:cubicBezTo>
                  <a:cubicBezTo>
                    <a:pt x="9" y="9"/>
                    <a:pt x="9" y="9"/>
                    <a:pt x="9" y="9"/>
                  </a:cubicBezTo>
                  <a:cubicBezTo>
                    <a:pt x="9" y="7"/>
                    <a:pt x="10" y="4"/>
                    <a:pt x="12" y="2"/>
                  </a:cubicBezTo>
                  <a:moveTo>
                    <a:pt x="9" y="12"/>
                  </a:moveTo>
                  <a:cubicBezTo>
                    <a:pt x="9" y="11"/>
                    <a:pt x="9" y="11"/>
                    <a:pt x="9" y="11"/>
                  </a:cubicBezTo>
                  <a:cubicBezTo>
                    <a:pt x="9" y="13"/>
                    <a:pt x="11" y="16"/>
                    <a:pt x="12" y="17"/>
                  </a:cubicBezTo>
                  <a:cubicBezTo>
                    <a:pt x="11" y="18"/>
                    <a:pt x="11" y="18"/>
                    <a:pt x="11" y="18"/>
                  </a:cubicBezTo>
                  <a:cubicBezTo>
                    <a:pt x="12" y="20"/>
                    <a:pt x="12" y="20"/>
                    <a:pt x="12" y="20"/>
                  </a:cubicBezTo>
                  <a:cubicBezTo>
                    <a:pt x="11" y="20"/>
                    <a:pt x="11" y="20"/>
                    <a:pt x="11" y="20"/>
                  </a:cubicBezTo>
                  <a:cubicBezTo>
                    <a:pt x="10" y="20"/>
                    <a:pt x="9" y="16"/>
                    <a:pt x="9" y="12"/>
                  </a:cubicBezTo>
                  <a:close/>
                  <a:moveTo>
                    <a:pt x="22" y="44"/>
                  </a:moveTo>
                  <a:cubicBezTo>
                    <a:pt x="22" y="41"/>
                    <a:pt x="22" y="41"/>
                    <a:pt x="22" y="41"/>
                  </a:cubicBezTo>
                  <a:cubicBezTo>
                    <a:pt x="23" y="41"/>
                    <a:pt x="23" y="41"/>
                    <a:pt x="23" y="41"/>
                  </a:cubicBezTo>
                  <a:cubicBezTo>
                    <a:pt x="25" y="40"/>
                    <a:pt x="25" y="40"/>
                    <a:pt x="25" y="40"/>
                  </a:cubicBezTo>
                  <a:cubicBezTo>
                    <a:pt x="25" y="41"/>
                    <a:pt x="25" y="41"/>
                    <a:pt x="25" y="41"/>
                  </a:cubicBezTo>
                  <a:cubicBezTo>
                    <a:pt x="26" y="41"/>
                    <a:pt x="26" y="41"/>
                    <a:pt x="26" y="41"/>
                  </a:cubicBezTo>
                  <a:cubicBezTo>
                    <a:pt x="26" y="41"/>
                    <a:pt x="26" y="41"/>
                    <a:pt x="26" y="41"/>
                  </a:cubicBezTo>
                  <a:cubicBezTo>
                    <a:pt x="26" y="41"/>
                    <a:pt x="26" y="41"/>
                    <a:pt x="26" y="41"/>
                  </a:cubicBezTo>
                  <a:cubicBezTo>
                    <a:pt x="26" y="41"/>
                    <a:pt x="26" y="41"/>
                    <a:pt x="26" y="41"/>
                  </a:cubicBezTo>
                  <a:cubicBezTo>
                    <a:pt x="25" y="42"/>
                    <a:pt x="24" y="43"/>
                    <a:pt x="22" y="44"/>
                  </a:cubicBezTo>
                  <a:moveTo>
                    <a:pt x="22" y="44"/>
                  </a:moveTo>
                  <a:cubicBezTo>
                    <a:pt x="19" y="48"/>
                    <a:pt x="19" y="48"/>
                    <a:pt x="19" y="48"/>
                  </a:cubicBezTo>
                  <a:cubicBezTo>
                    <a:pt x="20" y="47"/>
                    <a:pt x="20" y="47"/>
                    <a:pt x="20" y="47"/>
                  </a:cubicBezTo>
                  <a:cubicBezTo>
                    <a:pt x="20" y="46"/>
                    <a:pt x="20" y="45"/>
                    <a:pt x="20" y="44"/>
                  </a:cubicBezTo>
                  <a:cubicBezTo>
                    <a:pt x="20" y="44"/>
                    <a:pt x="20" y="44"/>
                    <a:pt x="20" y="44"/>
                  </a:cubicBezTo>
                  <a:cubicBezTo>
                    <a:pt x="21" y="44"/>
                    <a:pt x="21" y="44"/>
                    <a:pt x="21" y="44"/>
                  </a:cubicBezTo>
                  <a:lnTo>
                    <a:pt x="22" y="44"/>
                  </a:lnTo>
                  <a:close/>
                  <a:moveTo>
                    <a:pt x="21" y="44"/>
                  </a:moveTo>
                  <a:cubicBezTo>
                    <a:pt x="20" y="42"/>
                    <a:pt x="20" y="42"/>
                    <a:pt x="20" y="42"/>
                  </a:cubicBezTo>
                  <a:cubicBezTo>
                    <a:pt x="20" y="42"/>
                    <a:pt x="20" y="42"/>
                    <a:pt x="20" y="42"/>
                  </a:cubicBezTo>
                  <a:cubicBezTo>
                    <a:pt x="22" y="41"/>
                    <a:pt x="22" y="41"/>
                    <a:pt x="22" y="41"/>
                  </a:cubicBezTo>
                  <a:lnTo>
                    <a:pt x="21" y="44"/>
                  </a:lnTo>
                  <a:close/>
                  <a:moveTo>
                    <a:pt x="20" y="44"/>
                  </a:moveTo>
                  <a:cubicBezTo>
                    <a:pt x="20" y="44"/>
                    <a:pt x="20" y="44"/>
                    <a:pt x="20" y="44"/>
                  </a:cubicBezTo>
                  <a:cubicBezTo>
                    <a:pt x="20" y="44"/>
                    <a:pt x="18" y="45"/>
                    <a:pt x="16" y="45"/>
                  </a:cubicBezTo>
                  <a:cubicBezTo>
                    <a:pt x="18" y="45"/>
                    <a:pt x="18" y="43"/>
                    <a:pt x="18" y="42"/>
                  </a:cubicBezTo>
                  <a:cubicBezTo>
                    <a:pt x="20" y="42"/>
                    <a:pt x="20" y="42"/>
                    <a:pt x="20" y="42"/>
                  </a:cubicBezTo>
                  <a:lnTo>
                    <a:pt x="20" y="44"/>
                  </a:lnTo>
                  <a:close/>
                  <a:moveTo>
                    <a:pt x="11" y="34"/>
                  </a:moveTo>
                  <a:cubicBezTo>
                    <a:pt x="11" y="34"/>
                    <a:pt x="11" y="34"/>
                    <a:pt x="11" y="34"/>
                  </a:cubicBezTo>
                  <a:cubicBezTo>
                    <a:pt x="11" y="34"/>
                    <a:pt x="11" y="34"/>
                    <a:pt x="11" y="34"/>
                  </a:cubicBezTo>
                  <a:cubicBezTo>
                    <a:pt x="11" y="34"/>
                    <a:pt x="11" y="34"/>
                    <a:pt x="11" y="34"/>
                  </a:cubicBezTo>
                  <a:cubicBezTo>
                    <a:pt x="11" y="34"/>
                    <a:pt x="11" y="34"/>
                    <a:pt x="11" y="34"/>
                  </a:cubicBezTo>
                  <a:cubicBezTo>
                    <a:pt x="10" y="34"/>
                    <a:pt x="10" y="34"/>
                    <a:pt x="10" y="34"/>
                  </a:cubicBezTo>
                  <a:cubicBezTo>
                    <a:pt x="10" y="34"/>
                    <a:pt x="10" y="34"/>
                    <a:pt x="10" y="34"/>
                  </a:cubicBezTo>
                  <a:cubicBezTo>
                    <a:pt x="12" y="32"/>
                    <a:pt x="12" y="32"/>
                    <a:pt x="12" y="32"/>
                  </a:cubicBezTo>
                  <a:cubicBezTo>
                    <a:pt x="11" y="34"/>
                    <a:pt x="11" y="34"/>
                    <a:pt x="11" y="34"/>
                  </a:cubicBezTo>
                  <a:cubicBezTo>
                    <a:pt x="11" y="34"/>
                    <a:pt x="11" y="34"/>
                    <a:pt x="11" y="34"/>
                  </a:cubicBezTo>
                  <a:close/>
                  <a:moveTo>
                    <a:pt x="11" y="38"/>
                  </a:moveTo>
                  <a:cubicBezTo>
                    <a:pt x="12" y="39"/>
                    <a:pt x="13" y="39"/>
                    <a:pt x="14" y="39"/>
                  </a:cubicBezTo>
                  <a:cubicBezTo>
                    <a:pt x="13" y="40"/>
                    <a:pt x="13" y="40"/>
                    <a:pt x="13" y="40"/>
                  </a:cubicBezTo>
                  <a:cubicBezTo>
                    <a:pt x="11" y="42"/>
                    <a:pt x="11" y="42"/>
                    <a:pt x="11" y="42"/>
                  </a:cubicBezTo>
                  <a:cubicBezTo>
                    <a:pt x="11" y="41"/>
                    <a:pt x="11" y="39"/>
                    <a:pt x="11" y="38"/>
                  </a:cubicBezTo>
                  <a:moveTo>
                    <a:pt x="14" y="40"/>
                  </a:moveTo>
                  <a:cubicBezTo>
                    <a:pt x="15" y="41"/>
                    <a:pt x="15" y="42"/>
                    <a:pt x="15" y="42"/>
                  </a:cubicBezTo>
                  <a:cubicBezTo>
                    <a:pt x="15" y="42"/>
                    <a:pt x="15" y="42"/>
                    <a:pt x="15" y="42"/>
                  </a:cubicBezTo>
                  <a:cubicBezTo>
                    <a:pt x="15" y="42"/>
                    <a:pt x="15" y="42"/>
                    <a:pt x="15" y="42"/>
                  </a:cubicBezTo>
                  <a:cubicBezTo>
                    <a:pt x="16" y="42"/>
                    <a:pt x="17" y="42"/>
                    <a:pt x="18" y="42"/>
                  </a:cubicBezTo>
                  <a:cubicBezTo>
                    <a:pt x="18" y="43"/>
                    <a:pt x="17" y="45"/>
                    <a:pt x="15" y="45"/>
                  </a:cubicBezTo>
                  <a:cubicBezTo>
                    <a:pt x="15" y="45"/>
                    <a:pt x="15" y="43"/>
                    <a:pt x="15" y="42"/>
                  </a:cubicBezTo>
                  <a:cubicBezTo>
                    <a:pt x="15" y="42"/>
                    <a:pt x="15" y="42"/>
                    <a:pt x="15" y="42"/>
                  </a:cubicBezTo>
                  <a:cubicBezTo>
                    <a:pt x="14" y="42"/>
                    <a:pt x="14" y="42"/>
                    <a:pt x="14" y="42"/>
                  </a:cubicBezTo>
                  <a:cubicBezTo>
                    <a:pt x="13" y="43"/>
                    <a:pt x="13" y="43"/>
                    <a:pt x="13" y="43"/>
                  </a:cubicBezTo>
                  <a:cubicBezTo>
                    <a:pt x="11" y="42"/>
                    <a:pt x="11" y="42"/>
                    <a:pt x="11" y="42"/>
                  </a:cubicBezTo>
                  <a:cubicBezTo>
                    <a:pt x="13" y="42"/>
                    <a:pt x="14" y="40"/>
                    <a:pt x="14" y="40"/>
                  </a:cubicBezTo>
                  <a:moveTo>
                    <a:pt x="12" y="44"/>
                  </a:moveTo>
                  <a:cubicBezTo>
                    <a:pt x="12" y="43"/>
                    <a:pt x="12" y="43"/>
                    <a:pt x="12" y="43"/>
                  </a:cubicBezTo>
                  <a:cubicBezTo>
                    <a:pt x="13" y="43"/>
                    <a:pt x="13" y="43"/>
                    <a:pt x="13" y="43"/>
                  </a:cubicBezTo>
                  <a:cubicBezTo>
                    <a:pt x="14" y="43"/>
                    <a:pt x="14" y="43"/>
                    <a:pt x="14" y="43"/>
                  </a:cubicBezTo>
                  <a:cubicBezTo>
                    <a:pt x="14" y="44"/>
                    <a:pt x="14" y="45"/>
                    <a:pt x="14" y="46"/>
                  </a:cubicBezTo>
                  <a:cubicBezTo>
                    <a:pt x="14" y="46"/>
                    <a:pt x="14" y="46"/>
                    <a:pt x="14" y="46"/>
                  </a:cubicBezTo>
                  <a:cubicBezTo>
                    <a:pt x="14" y="46"/>
                    <a:pt x="14" y="46"/>
                    <a:pt x="14" y="46"/>
                  </a:cubicBezTo>
                  <a:cubicBezTo>
                    <a:pt x="14" y="46"/>
                    <a:pt x="14" y="46"/>
                    <a:pt x="14" y="46"/>
                  </a:cubicBezTo>
                  <a:cubicBezTo>
                    <a:pt x="15" y="46"/>
                    <a:pt x="15" y="46"/>
                    <a:pt x="15" y="46"/>
                  </a:cubicBezTo>
                  <a:cubicBezTo>
                    <a:pt x="16" y="46"/>
                    <a:pt x="16" y="46"/>
                    <a:pt x="16" y="46"/>
                  </a:cubicBezTo>
                  <a:cubicBezTo>
                    <a:pt x="16" y="47"/>
                    <a:pt x="16" y="47"/>
                    <a:pt x="16" y="47"/>
                  </a:cubicBezTo>
                  <a:cubicBezTo>
                    <a:pt x="16" y="48"/>
                    <a:pt x="16" y="48"/>
                    <a:pt x="15" y="50"/>
                  </a:cubicBezTo>
                  <a:cubicBezTo>
                    <a:pt x="15" y="52"/>
                    <a:pt x="12" y="54"/>
                    <a:pt x="11" y="55"/>
                  </a:cubicBezTo>
                  <a:cubicBezTo>
                    <a:pt x="9" y="57"/>
                    <a:pt x="9" y="58"/>
                    <a:pt x="8" y="60"/>
                  </a:cubicBezTo>
                  <a:cubicBezTo>
                    <a:pt x="7" y="61"/>
                    <a:pt x="7" y="61"/>
                    <a:pt x="7" y="61"/>
                  </a:cubicBezTo>
                  <a:cubicBezTo>
                    <a:pt x="7" y="61"/>
                    <a:pt x="7" y="61"/>
                    <a:pt x="7" y="61"/>
                  </a:cubicBezTo>
                  <a:cubicBezTo>
                    <a:pt x="7" y="61"/>
                    <a:pt x="7" y="61"/>
                    <a:pt x="7" y="61"/>
                  </a:cubicBezTo>
                  <a:cubicBezTo>
                    <a:pt x="5" y="61"/>
                    <a:pt x="5" y="59"/>
                    <a:pt x="5" y="59"/>
                  </a:cubicBezTo>
                  <a:cubicBezTo>
                    <a:pt x="5" y="58"/>
                    <a:pt x="5" y="58"/>
                    <a:pt x="5" y="58"/>
                  </a:cubicBezTo>
                  <a:cubicBezTo>
                    <a:pt x="5" y="54"/>
                    <a:pt x="10" y="52"/>
                    <a:pt x="12" y="44"/>
                  </a:cubicBezTo>
                  <a:moveTo>
                    <a:pt x="18" y="42"/>
                  </a:moveTo>
                  <a:cubicBezTo>
                    <a:pt x="16" y="42"/>
                    <a:pt x="16" y="42"/>
                    <a:pt x="16" y="42"/>
                  </a:cubicBezTo>
                  <a:cubicBezTo>
                    <a:pt x="17" y="41"/>
                    <a:pt x="18" y="40"/>
                    <a:pt x="18" y="39"/>
                  </a:cubicBezTo>
                  <a:cubicBezTo>
                    <a:pt x="18" y="40"/>
                    <a:pt x="18" y="40"/>
                    <a:pt x="18" y="40"/>
                  </a:cubicBezTo>
                  <a:cubicBezTo>
                    <a:pt x="19" y="42"/>
                    <a:pt x="19" y="42"/>
                    <a:pt x="19" y="42"/>
                  </a:cubicBezTo>
                  <a:lnTo>
                    <a:pt x="18" y="42"/>
                  </a:lnTo>
                  <a:close/>
                  <a:moveTo>
                    <a:pt x="15" y="41"/>
                  </a:moveTo>
                  <a:cubicBezTo>
                    <a:pt x="15" y="39"/>
                    <a:pt x="15" y="39"/>
                    <a:pt x="15" y="39"/>
                  </a:cubicBezTo>
                  <a:cubicBezTo>
                    <a:pt x="15" y="39"/>
                    <a:pt x="15" y="39"/>
                    <a:pt x="15" y="39"/>
                  </a:cubicBezTo>
                  <a:cubicBezTo>
                    <a:pt x="15" y="39"/>
                    <a:pt x="15" y="39"/>
                    <a:pt x="15" y="39"/>
                  </a:cubicBezTo>
                  <a:cubicBezTo>
                    <a:pt x="15" y="39"/>
                    <a:pt x="15" y="39"/>
                    <a:pt x="15" y="39"/>
                  </a:cubicBezTo>
                  <a:cubicBezTo>
                    <a:pt x="15" y="39"/>
                    <a:pt x="13" y="39"/>
                    <a:pt x="12" y="38"/>
                  </a:cubicBezTo>
                  <a:cubicBezTo>
                    <a:pt x="14" y="36"/>
                    <a:pt x="14" y="36"/>
                    <a:pt x="14" y="36"/>
                  </a:cubicBezTo>
                  <a:cubicBezTo>
                    <a:pt x="14" y="38"/>
                    <a:pt x="14" y="38"/>
                    <a:pt x="14" y="38"/>
                  </a:cubicBezTo>
                  <a:cubicBezTo>
                    <a:pt x="14" y="38"/>
                    <a:pt x="14" y="38"/>
                    <a:pt x="14" y="38"/>
                  </a:cubicBezTo>
                  <a:cubicBezTo>
                    <a:pt x="14" y="38"/>
                    <a:pt x="14" y="38"/>
                    <a:pt x="14" y="38"/>
                  </a:cubicBezTo>
                  <a:cubicBezTo>
                    <a:pt x="14" y="38"/>
                    <a:pt x="15" y="38"/>
                    <a:pt x="16" y="38"/>
                  </a:cubicBezTo>
                  <a:cubicBezTo>
                    <a:pt x="17" y="39"/>
                    <a:pt x="17" y="39"/>
                    <a:pt x="17" y="39"/>
                  </a:cubicBezTo>
                  <a:cubicBezTo>
                    <a:pt x="17" y="39"/>
                    <a:pt x="17" y="39"/>
                    <a:pt x="17" y="39"/>
                  </a:cubicBezTo>
                  <a:cubicBezTo>
                    <a:pt x="17" y="39"/>
                    <a:pt x="17" y="41"/>
                    <a:pt x="15" y="41"/>
                  </a:cubicBezTo>
                  <a:moveTo>
                    <a:pt x="14" y="35"/>
                  </a:moveTo>
                  <a:cubicBezTo>
                    <a:pt x="14" y="35"/>
                    <a:pt x="14" y="35"/>
                    <a:pt x="14" y="35"/>
                  </a:cubicBezTo>
                  <a:cubicBezTo>
                    <a:pt x="14" y="36"/>
                    <a:pt x="14" y="36"/>
                    <a:pt x="14" y="36"/>
                  </a:cubicBezTo>
                  <a:cubicBezTo>
                    <a:pt x="14" y="36"/>
                    <a:pt x="12" y="37"/>
                    <a:pt x="11" y="38"/>
                  </a:cubicBezTo>
                  <a:cubicBezTo>
                    <a:pt x="11" y="36"/>
                    <a:pt x="11" y="36"/>
                    <a:pt x="11" y="36"/>
                  </a:cubicBezTo>
                  <a:cubicBezTo>
                    <a:pt x="11" y="36"/>
                    <a:pt x="11" y="36"/>
                    <a:pt x="11" y="36"/>
                  </a:cubicBezTo>
                  <a:cubicBezTo>
                    <a:pt x="11" y="34"/>
                    <a:pt x="11" y="34"/>
                    <a:pt x="11" y="34"/>
                  </a:cubicBezTo>
                  <a:cubicBezTo>
                    <a:pt x="11" y="34"/>
                    <a:pt x="11" y="34"/>
                    <a:pt x="11" y="34"/>
                  </a:cubicBezTo>
                  <a:cubicBezTo>
                    <a:pt x="11" y="34"/>
                    <a:pt x="11" y="34"/>
                    <a:pt x="11" y="34"/>
                  </a:cubicBezTo>
                  <a:cubicBezTo>
                    <a:pt x="12" y="34"/>
                    <a:pt x="12" y="34"/>
                    <a:pt x="12" y="34"/>
                  </a:cubicBezTo>
                  <a:cubicBezTo>
                    <a:pt x="12" y="35"/>
                    <a:pt x="12" y="35"/>
                    <a:pt x="12" y="35"/>
                  </a:cubicBezTo>
                  <a:cubicBezTo>
                    <a:pt x="12" y="35"/>
                    <a:pt x="12" y="35"/>
                    <a:pt x="12" y="35"/>
                  </a:cubicBezTo>
                  <a:cubicBezTo>
                    <a:pt x="13" y="35"/>
                    <a:pt x="13" y="35"/>
                    <a:pt x="13" y="35"/>
                  </a:cubicBezTo>
                  <a:cubicBezTo>
                    <a:pt x="14" y="35"/>
                    <a:pt x="14" y="35"/>
                    <a:pt x="14" y="35"/>
                  </a:cubicBezTo>
                  <a:close/>
                  <a:moveTo>
                    <a:pt x="9" y="34"/>
                  </a:moveTo>
                  <a:cubicBezTo>
                    <a:pt x="9" y="32"/>
                    <a:pt x="9" y="32"/>
                    <a:pt x="9" y="32"/>
                  </a:cubicBezTo>
                  <a:cubicBezTo>
                    <a:pt x="10" y="31"/>
                    <a:pt x="10" y="31"/>
                    <a:pt x="10" y="31"/>
                  </a:cubicBezTo>
                  <a:cubicBezTo>
                    <a:pt x="10" y="30"/>
                    <a:pt x="10" y="30"/>
                    <a:pt x="10" y="30"/>
                  </a:cubicBezTo>
                  <a:cubicBezTo>
                    <a:pt x="9" y="30"/>
                    <a:pt x="9" y="30"/>
                    <a:pt x="9" y="30"/>
                  </a:cubicBezTo>
                  <a:cubicBezTo>
                    <a:pt x="8" y="29"/>
                    <a:pt x="8" y="29"/>
                    <a:pt x="8" y="29"/>
                  </a:cubicBezTo>
                  <a:cubicBezTo>
                    <a:pt x="8" y="28"/>
                    <a:pt x="8" y="28"/>
                    <a:pt x="8" y="28"/>
                  </a:cubicBezTo>
                  <a:cubicBezTo>
                    <a:pt x="10" y="28"/>
                    <a:pt x="10" y="28"/>
                    <a:pt x="10" y="28"/>
                  </a:cubicBezTo>
                  <a:cubicBezTo>
                    <a:pt x="10" y="29"/>
                    <a:pt x="10" y="30"/>
                    <a:pt x="10" y="30"/>
                  </a:cubicBezTo>
                  <a:cubicBezTo>
                    <a:pt x="10" y="30"/>
                    <a:pt x="10" y="30"/>
                    <a:pt x="10" y="30"/>
                  </a:cubicBezTo>
                  <a:cubicBezTo>
                    <a:pt x="10" y="30"/>
                    <a:pt x="10" y="30"/>
                    <a:pt x="10" y="30"/>
                  </a:cubicBezTo>
                  <a:cubicBezTo>
                    <a:pt x="12" y="32"/>
                    <a:pt x="12" y="32"/>
                    <a:pt x="12" y="32"/>
                  </a:cubicBezTo>
                  <a:lnTo>
                    <a:pt x="9" y="34"/>
                  </a:lnTo>
                  <a:close/>
                  <a:moveTo>
                    <a:pt x="10" y="27"/>
                  </a:moveTo>
                  <a:cubicBezTo>
                    <a:pt x="10" y="27"/>
                    <a:pt x="8" y="27"/>
                    <a:pt x="7" y="28"/>
                  </a:cubicBezTo>
                  <a:cubicBezTo>
                    <a:pt x="8" y="27"/>
                    <a:pt x="8" y="27"/>
                    <a:pt x="8" y="27"/>
                  </a:cubicBezTo>
                  <a:cubicBezTo>
                    <a:pt x="9" y="25"/>
                    <a:pt x="9" y="25"/>
                    <a:pt x="9" y="25"/>
                  </a:cubicBezTo>
                  <a:cubicBezTo>
                    <a:pt x="9" y="25"/>
                    <a:pt x="9" y="25"/>
                    <a:pt x="9" y="25"/>
                  </a:cubicBezTo>
                  <a:cubicBezTo>
                    <a:pt x="9" y="25"/>
                    <a:pt x="9" y="25"/>
                    <a:pt x="9" y="25"/>
                  </a:cubicBezTo>
                  <a:cubicBezTo>
                    <a:pt x="10" y="27"/>
                    <a:pt x="10" y="27"/>
                    <a:pt x="10" y="27"/>
                  </a:cubicBezTo>
                  <a:close/>
                  <a:moveTo>
                    <a:pt x="9" y="25"/>
                  </a:moveTo>
                  <a:cubicBezTo>
                    <a:pt x="9" y="25"/>
                    <a:pt x="9" y="25"/>
                    <a:pt x="9" y="25"/>
                  </a:cubicBezTo>
                  <a:cubicBezTo>
                    <a:pt x="9" y="25"/>
                    <a:pt x="9" y="25"/>
                    <a:pt x="9" y="25"/>
                  </a:cubicBezTo>
                  <a:cubicBezTo>
                    <a:pt x="9" y="25"/>
                    <a:pt x="9" y="25"/>
                    <a:pt x="9" y="25"/>
                  </a:cubicBezTo>
                  <a:cubicBezTo>
                    <a:pt x="9" y="25"/>
                    <a:pt x="9" y="25"/>
                    <a:pt x="9" y="25"/>
                  </a:cubicBezTo>
                  <a:cubicBezTo>
                    <a:pt x="8" y="25"/>
                    <a:pt x="7" y="24"/>
                    <a:pt x="7" y="23"/>
                  </a:cubicBezTo>
                  <a:cubicBezTo>
                    <a:pt x="8" y="23"/>
                    <a:pt x="8" y="23"/>
                    <a:pt x="8" y="23"/>
                  </a:cubicBezTo>
                  <a:cubicBezTo>
                    <a:pt x="10" y="23"/>
                    <a:pt x="10" y="23"/>
                    <a:pt x="10" y="23"/>
                  </a:cubicBezTo>
                  <a:cubicBezTo>
                    <a:pt x="10" y="23"/>
                    <a:pt x="10" y="23"/>
                    <a:pt x="10" y="23"/>
                  </a:cubicBezTo>
                  <a:cubicBezTo>
                    <a:pt x="9" y="25"/>
                    <a:pt x="9" y="25"/>
                    <a:pt x="9" y="25"/>
                  </a:cubicBezTo>
                  <a:close/>
                  <a:moveTo>
                    <a:pt x="10" y="23"/>
                  </a:moveTo>
                  <a:cubicBezTo>
                    <a:pt x="10" y="22"/>
                    <a:pt x="9" y="22"/>
                    <a:pt x="8" y="22"/>
                  </a:cubicBezTo>
                  <a:cubicBezTo>
                    <a:pt x="10" y="21"/>
                    <a:pt x="10" y="21"/>
                    <a:pt x="10" y="21"/>
                  </a:cubicBezTo>
                  <a:cubicBezTo>
                    <a:pt x="10" y="21"/>
                    <a:pt x="10" y="21"/>
                    <a:pt x="10" y="21"/>
                  </a:cubicBezTo>
                  <a:lnTo>
                    <a:pt x="10" y="23"/>
                  </a:lnTo>
                  <a:close/>
                  <a:moveTo>
                    <a:pt x="3" y="3"/>
                  </a:moveTo>
                  <a:cubicBezTo>
                    <a:pt x="4" y="5"/>
                    <a:pt x="7" y="10"/>
                    <a:pt x="8" y="12"/>
                  </a:cubicBezTo>
                  <a:cubicBezTo>
                    <a:pt x="8" y="13"/>
                    <a:pt x="8" y="14"/>
                    <a:pt x="8" y="15"/>
                  </a:cubicBezTo>
                  <a:cubicBezTo>
                    <a:pt x="7" y="13"/>
                    <a:pt x="3" y="7"/>
                    <a:pt x="3" y="3"/>
                  </a:cubicBezTo>
                  <a:close/>
                  <a:moveTo>
                    <a:pt x="2" y="2"/>
                  </a:moveTo>
                  <a:cubicBezTo>
                    <a:pt x="3" y="3"/>
                    <a:pt x="3" y="3"/>
                    <a:pt x="3" y="3"/>
                  </a:cubicBezTo>
                  <a:cubicBezTo>
                    <a:pt x="2" y="2"/>
                    <a:pt x="2" y="2"/>
                    <a:pt x="2" y="2"/>
                  </a:cubicBezTo>
                  <a:close/>
                  <a:moveTo>
                    <a:pt x="2" y="5"/>
                  </a:moveTo>
                  <a:cubicBezTo>
                    <a:pt x="2" y="3"/>
                    <a:pt x="2" y="3"/>
                    <a:pt x="2" y="3"/>
                  </a:cubicBezTo>
                  <a:cubicBezTo>
                    <a:pt x="2" y="3"/>
                    <a:pt x="2" y="3"/>
                    <a:pt x="2" y="3"/>
                  </a:cubicBezTo>
                  <a:cubicBezTo>
                    <a:pt x="2" y="9"/>
                    <a:pt x="9" y="16"/>
                    <a:pt x="9" y="16"/>
                  </a:cubicBezTo>
                  <a:cubicBezTo>
                    <a:pt x="9" y="17"/>
                    <a:pt x="9" y="19"/>
                    <a:pt x="10" y="20"/>
                  </a:cubicBezTo>
                  <a:cubicBezTo>
                    <a:pt x="9" y="19"/>
                    <a:pt x="8" y="18"/>
                    <a:pt x="7" y="16"/>
                  </a:cubicBezTo>
                  <a:cubicBezTo>
                    <a:pt x="6" y="16"/>
                    <a:pt x="6" y="16"/>
                    <a:pt x="6" y="16"/>
                  </a:cubicBezTo>
                  <a:cubicBezTo>
                    <a:pt x="6" y="16"/>
                    <a:pt x="2" y="10"/>
                    <a:pt x="2" y="5"/>
                  </a:cubicBezTo>
                  <a:moveTo>
                    <a:pt x="6" y="16"/>
                  </a:moveTo>
                  <a:cubicBezTo>
                    <a:pt x="7" y="18"/>
                    <a:pt x="9" y="20"/>
                    <a:pt x="10" y="20"/>
                  </a:cubicBezTo>
                  <a:cubicBezTo>
                    <a:pt x="9" y="21"/>
                    <a:pt x="9" y="21"/>
                    <a:pt x="9" y="21"/>
                  </a:cubicBezTo>
                  <a:cubicBezTo>
                    <a:pt x="8" y="21"/>
                    <a:pt x="7" y="19"/>
                    <a:pt x="6" y="18"/>
                  </a:cubicBezTo>
                  <a:cubicBezTo>
                    <a:pt x="4" y="17"/>
                    <a:pt x="3" y="15"/>
                    <a:pt x="2" y="13"/>
                  </a:cubicBezTo>
                  <a:cubicBezTo>
                    <a:pt x="3" y="14"/>
                    <a:pt x="5" y="16"/>
                    <a:pt x="6" y="16"/>
                  </a:cubicBezTo>
                  <a:moveTo>
                    <a:pt x="6" y="22"/>
                  </a:moveTo>
                  <a:cubicBezTo>
                    <a:pt x="6" y="22"/>
                    <a:pt x="6" y="22"/>
                    <a:pt x="6" y="22"/>
                  </a:cubicBezTo>
                  <a:cubicBezTo>
                    <a:pt x="6" y="22"/>
                    <a:pt x="1" y="18"/>
                    <a:pt x="1" y="14"/>
                  </a:cubicBezTo>
                  <a:cubicBezTo>
                    <a:pt x="2" y="14"/>
                    <a:pt x="2" y="14"/>
                    <a:pt x="2" y="14"/>
                  </a:cubicBezTo>
                  <a:cubicBezTo>
                    <a:pt x="3" y="17"/>
                    <a:pt x="7" y="20"/>
                    <a:pt x="8" y="21"/>
                  </a:cubicBezTo>
                  <a:cubicBezTo>
                    <a:pt x="7" y="22"/>
                    <a:pt x="7" y="22"/>
                    <a:pt x="7" y="22"/>
                  </a:cubicBezTo>
                  <a:cubicBezTo>
                    <a:pt x="6" y="22"/>
                    <a:pt x="6" y="22"/>
                    <a:pt x="6" y="22"/>
                  </a:cubicBezTo>
                  <a:cubicBezTo>
                    <a:pt x="7" y="22"/>
                    <a:pt x="7" y="22"/>
                    <a:pt x="7" y="22"/>
                  </a:cubicBezTo>
                  <a:cubicBezTo>
                    <a:pt x="7" y="24"/>
                    <a:pt x="8" y="25"/>
                    <a:pt x="8" y="25"/>
                  </a:cubicBezTo>
                  <a:cubicBezTo>
                    <a:pt x="8" y="26"/>
                    <a:pt x="8" y="26"/>
                    <a:pt x="8" y="26"/>
                  </a:cubicBezTo>
                  <a:cubicBezTo>
                    <a:pt x="8" y="25"/>
                    <a:pt x="6" y="25"/>
                    <a:pt x="5" y="24"/>
                  </a:cubicBezTo>
                  <a:cubicBezTo>
                    <a:pt x="4" y="23"/>
                    <a:pt x="3" y="22"/>
                    <a:pt x="2" y="21"/>
                  </a:cubicBezTo>
                  <a:cubicBezTo>
                    <a:pt x="3" y="21"/>
                    <a:pt x="5" y="21"/>
                    <a:pt x="6" y="22"/>
                  </a:cubicBezTo>
                  <a:moveTo>
                    <a:pt x="4" y="26"/>
                  </a:moveTo>
                  <a:cubicBezTo>
                    <a:pt x="3" y="25"/>
                    <a:pt x="2" y="23"/>
                    <a:pt x="2" y="22"/>
                  </a:cubicBezTo>
                  <a:cubicBezTo>
                    <a:pt x="3" y="24"/>
                    <a:pt x="7" y="26"/>
                    <a:pt x="8" y="26"/>
                  </a:cubicBezTo>
                  <a:cubicBezTo>
                    <a:pt x="7" y="28"/>
                    <a:pt x="7" y="28"/>
                    <a:pt x="7" y="28"/>
                  </a:cubicBezTo>
                  <a:cubicBezTo>
                    <a:pt x="7" y="28"/>
                    <a:pt x="7" y="28"/>
                    <a:pt x="7" y="28"/>
                  </a:cubicBezTo>
                  <a:cubicBezTo>
                    <a:pt x="6" y="28"/>
                    <a:pt x="6" y="28"/>
                    <a:pt x="6" y="28"/>
                  </a:cubicBezTo>
                  <a:cubicBezTo>
                    <a:pt x="6" y="28"/>
                    <a:pt x="5" y="27"/>
                    <a:pt x="4" y="26"/>
                  </a:cubicBezTo>
                  <a:moveTo>
                    <a:pt x="4" y="29"/>
                  </a:moveTo>
                  <a:cubicBezTo>
                    <a:pt x="4" y="29"/>
                    <a:pt x="5" y="28"/>
                    <a:pt x="6" y="28"/>
                  </a:cubicBezTo>
                  <a:cubicBezTo>
                    <a:pt x="6" y="28"/>
                    <a:pt x="6" y="28"/>
                    <a:pt x="6" y="28"/>
                  </a:cubicBezTo>
                  <a:cubicBezTo>
                    <a:pt x="6" y="28"/>
                    <a:pt x="6" y="28"/>
                    <a:pt x="6" y="28"/>
                  </a:cubicBezTo>
                  <a:cubicBezTo>
                    <a:pt x="6" y="29"/>
                    <a:pt x="6" y="29"/>
                    <a:pt x="6" y="29"/>
                  </a:cubicBezTo>
                  <a:cubicBezTo>
                    <a:pt x="6" y="29"/>
                    <a:pt x="6" y="29"/>
                    <a:pt x="6" y="29"/>
                  </a:cubicBezTo>
                  <a:cubicBezTo>
                    <a:pt x="7" y="29"/>
                    <a:pt x="7" y="29"/>
                    <a:pt x="7" y="29"/>
                  </a:cubicBezTo>
                  <a:cubicBezTo>
                    <a:pt x="9" y="30"/>
                    <a:pt x="9" y="30"/>
                    <a:pt x="9" y="30"/>
                  </a:cubicBezTo>
                  <a:cubicBezTo>
                    <a:pt x="7" y="30"/>
                    <a:pt x="7" y="30"/>
                    <a:pt x="7" y="30"/>
                  </a:cubicBezTo>
                  <a:cubicBezTo>
                    <a:pt x="5" y="30"/>
                    <a:pt x="4" y="29"/>
                    <a:pt x="4" y="29"/>
                  </a:cubicBezTo>
                  <a:close/>
                  <a:moveTo>
                    <a:pt x="4" y="30"/>
                  </a:moveTo>
                  <a:cubicBezTo>
                    <a:pt x="5" y="31"/>
                    <a:pt x="8" y="31"/>
                    <a:pt x="9" y="31"/>
                  </a:cubicBezTo>
                  <a:cubicBezTo>
                    <a:pt x="9" y="32"/>
                    <a:pt x="9" y="32"/>
                    <a:pt x="9" y="32"/>
                  </a:cubicBezTo>
                  <a:cubicBezTo>
                    <a:pt x="9" y="34"/>
                    <a:pt x="9" y="34"/>
                    <a:pt x="9" y="34"/>
                  </a:cubicBezTo>
                  <a:cubicBezTo>
                    <a:pt x="8" y="34"/>
                    <a:pt x="8" y="34"/>
                    <a:pt x="8" y="34"/>
                  </a:cubicBezTo>
                  <a:cubicBezTo>
                    <a:pt x="8" y="34"/>
                    <a:pt x="8" y="34"/>
                    <a:pt x="8" y="34"/>
                  </a:cubicBezTo>
                  <a:cubicBezTo>
                    <a:pt x="7" y="33"/>
                    <a:pt x="7" y="33"/>
                    <a:pt x="7" y="33"/>
                  </a:cubicBezTo>
                  <a:cubicBezTo>
                    <a:pt x="6" y="33"/>
                    <a:pt x="5" y="32"/>
                    <a:pt x="4" y="30"/>
                  </a:cubicBezTo>
                  <a:moveTo>
                    <a:pt x="6" y="35"/>
                  </a:moveTo>
                  <a:cubicBezTo>
                    <a:pt x="5" y="35"/>
                    <a:pt x="5" y="35"/>
                    <a:pt x="5" y="35"/>
                  </a:cubicBezTo>
                  <a:cubicBezTo>
                    <a:pt x="5" y="35"/>
                    <a:pt x="5" y="35"/>
                    <a:pt x="5" y="35"/>
                  </a:cubicBezTo>
                  <a:cubicBezTo>
                    <a:pt x="5" y="35"/>
                    <a:pt x="5" y="35"/>
                    <a:pt x="5" y="35"/>
                  </a:cubicBezTo>
                  <a:cubicBezTo>
                    <a:pt x="4" y="35"/>
                    <a:pt x="2" y="36"/>
                    <a:pt x="2" y="38"/>
                  </a:cubicBezTo>
                  <a:cubicBezTo>
                    <a:pt x="2" y="38"/>
                    <a:pt x="2" y="38"/>
                    <a:pt x="2" y="38"/>
                  </a:cubicBezTo>
                  <a:cubicBezTo>
                    <a:pt x="3" y="40"/>
                    <a:pt x="3" y="40"/>
                    <a:pt x="3" y="40"/>
                  </a:cubicBezTo>
                  <a:cubicBezTo>
                    <a:pt x="3" y="40"/>
                    <a:pt x="3" y="40"/>
                    <a:pt x="3" y="40"/>
                  </a:cubicBezTo>
                  <a:cubicBezTo>
                    <a:pt x="3" y="40"/>
                    <a:pt x="6" y="40"/>
                    <a:pt x="6" y="42"/>
                  </a:cubicBezTo>
                  <a:cubicBezTo>
                    <a:pt x="6" y="43"/>
                    <a:pt x="6" y="43"/>
                    <a:pt x="6" y="43"/>
                  </a:cubicBezTo>
                  <a:cubicBezTo>
                    <a:pt x="5" y="45"/>
                    <a:pt x="3" y="46"/>
                    <a:pt x="3" y="48"/>
                  </a:cubicBezTo>
                  <a:cubicBezTo>
                    <a:pt x="3" y="48"/>
                    <a:pt x="3" y="48"/>
                    <a:pt x="3" y="48"/>
                  </a:cubicBezTo>
                  <a:cubicBezTo>
                    <a:pt x="3" y="49"/>
                    <a:pt x="3" y="50"/>
                    <a:pt x="4" y="51"/>
                  </a:cubicBezTo>
                  <a:cubicBezTo>
                    <a:pt x="4" y="51"/>
                    <a:pt x="4" y="51"/>
                    <a:pt x="4" y="51"/>
                  </a:cubicBezTo>
                  <a:cubicBezTo>
                    <a:pt x="3" y="51"/>
                    <a:pt x="3" y="51"/>
                    <a:pt x="3" y="51"/>
                  </a:cubicBezTo>
                  <a:cubicBezTo>
                    <a:pt x="3" y="51"/>
                    <a:pt x="3" y="50"/>
                    <a:pt x="3" y="49"/>
                  </a:cubicBezTo>
                  <a:cubicBezTo>
                    <a:pt x="2" y="48"/>
                    <a:pt x="2" y="48"/>
                    <a:pt x="2" y="48"/>
                  </a:cubicBezTo>
                  <a:cubicBezTo>
                    <a:pt x="3" y="46"/>
                    <a:pt x="3" y="46"/>
                    <a:pt x="3" y="46"/>
                  </a:cubicBezTo>
                  <a:cubicBezTo>
                    <a:pt x="3" y="45"/>
                    <a:pt x="4" y="44"/>
                    <a:pt x="5" y="43"/>
                  </a:cubicBezTo>
                  <a:cubicBezTo>
                    <a:pt x="5" y="42"/>
                    <a:pt x="5" y="42"/>
                    <a:pt x="5" y="42"/>
                  </a:cubicBezTo>
                  <a:cubicBezTo>
                    <a:pt x="5" y="41"/>
                    <a:pt x="3" y="40"/>
                    <a:pt x="3" y="40"/>
                  </a:cubicBezTo>
                  <a:cubicBezTo>
                    <a:pt x="3" y="40"/>
                    <a:pt x="3" y="40"/>
                    <a:pt x="3" y="40"/>
                  </a:cubicBezTo>
                  <a:cubicBezTo>
                    <a:pt x="3" y="40"/>
                    <a:pt x="4" y="41"/>
                    <a:pt x="4" y="42"/>
                  </a:cubicBezTo>
                  <a:cubicBezTo>
                    <a:pt x="4" y="43"/>
                    <a:pt x="4" y="43"/>
                    <a:pt x="4" y="43"/>
                  </a:cubicBezTo>
                  <a:cubicBezTo>
                    <a:pt x="4" y="44"/>
                    <a:pt x="3" y="45"/>
                    <a:pt x="2" y="46"/>
                  </a:cubicBezTo>
                  <a:cubicBezTo>
                    <a:pt x="2" y="48"/>
                    <a:pt x="2" y="48"/>
                    <a:pt x="2" y="48"/>
                  </a:cubicBezTo>
                  <a:cubicBezTo>
                    <a:pt x="2" y="49"/>
                    <a:pt x="2" y="49"/>
                    <a:pt x="2" y="49"/>
                  </a:cubicBezTo>
                  <a:cubicBezTo>
                    <a:pt x="2" y="50"/>
                    <a:pt x="2" y="50"/>
                    <a:pt x="2" y="50"/>
                  </a:cubicBezTo>
                  <a:cubicBezTo>
                    <a:pt x="2" y="49"/>
                    <a:pt x="2" y="49"/>
                    <a:pt x="2" y="49"/>
                  </a:cubicBezTo>
                  <a:cubicBezTo>
                    <a:pt x="2" y="49"/>
                    <a:pt x="2" y="49"/>
                    <a:pt x="2" y="48"/>
                  </a:cubicBezTo>
                  <a:cubicBezTo>
                    <a:pt x="2" y="48"/>
                    <a:pt x="2" y="48"/>
                    <a:pt x="2" y="48"/>
                  </a:cubicBezTo>
                  <a:cubicBezTo>
                    <a:pt x="2" y="47"/>
                    <a:pt x="3" y="43"/>
                    <a:pt x="3" y="43"/>
                  </a:cubicBezTo>
                  <a:cubicBezTo>
                    <a:pt x="3" y="42"/>
                    <a:pt x="3" y="42"/>
                    <a:pt x="3" y="42"/>
                  </a:cubicBezTo>
                  <a:cubicBezTo>
                    <a:pt x="3" y="41"/>
                    <a:pt x="2" y="40"/>
                    <a:pt x="2" y="40"/>
                  </a:cubicBezTo>
                  <a:cubicBezTo>
                    <a:pt x="1" y="41"/>
                    <a:pt x="1" y="41"/>
                    <a:pt x="1" y="41"/>
                  </a:cubicBezTo>
                  <a:cubicBezTo>
                    <a:pt x="2" y="41"/>
                    <a:pt x="2" y="41"/>
                    <a:pt x="2" y="41"/>
                  </a:cubicBezTo>
                  <a:cubicBezTo>
                    <a:pt x="3" y="42"/>
                    <a:pt x="3" y="42"/>
                    <a:pt x="3" y="42"/>
                  </a:cubicBezTo>
                  <a:cubicBezTo>
                    <a:pt x="3" y="43"/>
                    <a:pt x="3" y="43"/>
                    <a:pt x="3" y="43"/>
                  </a:cubicBezTo>
                  <a:cubicBezTo>
                    <a:pt x="2" y="43"/>
                    <a:pt x="1" y="46"/>
                    <a:pt x="1" y="48"/>
                  </a:cubicBezTo>
                  <a:cubicBezTo>
                    <a:pt x="1" y="48"/>
                    <a:pt x="1" y="48"/>
                    <a:pt x="1" y="48"/>
                  </a:cubicBezTo>
                  <a:cubicBezTo>
                    <a:pt x="2" y="50"/>
                    <a:pt x="2" y="50"/>
                    <a:pt x="2" y="50"/>
                  </a:cubicBezTo>
                  <a:cubicBezTo>
                    <a:pt x="3" y="51"/>
                    <a:pt x="3" y="51"/>
                    <a:pt x="3" y="51"/>
                  </a:cubicBezTo>
                  <a:cubicBezTo>
                    <a:pt x="2" y="51"/>
                    <a:pt x="1" y="50"/>
                    <a:pt x="1" y="49"/>
                  </a:cubicBezTo>
                  <a:cubicBezTo>
                    <a:pt x="1" y="48"/>
                    <a:pt x="1" y="48"/>
                    <a:pt x="1" y="48"/>
                  </a:cubicBezTo>
                  <a:cubicBezTo>
                    <a:pt x="2" y="44"/>
                    <a:pt x="2" y="44"/>
                    <a:pt x="2" y="43"/>
                  </a:cubicBezTo>
                  <a:cubicBezTo>
                    <a:pt x="2" y="43"/>
                    <a:pt x="2" y="43"/>
                    <a:pt x="2" y="43"/>
                  </a:cubicBezTo>
                  <a:cubicBezTo>
                    <a:pt x="2" y="42"/>
                    <a:pt x="1" y="41"/>
                    <a:pt x="1" y="38"/>
                  </a:cubicBezTo>
                  <a:cubicBezTo>
                    <a:pt x="1" y="38"/>
                    <a:pt x="1" y="38"/>
                    <a:pt x="1" y="38"/>
                  </a:cubicBezTo>
                  <a:cubicBezTo>
                    <a:pt x="1" y="35"/>
                    <a:pt x="3" y="34"/>
                    <a:pt x="5" y="34"/>
                  </a:cubicBezTo>
                  <a:cubicBezTo>
                    <a:pt x="6" y="34"/>
                    <a:pt x="6" y="34"/>
                    <a:pt x="6" y="34"/>
                  </a:cubicBezTo>
                  <a:cubicBezTo>
                    <a:pt x="7" y="34"/>
                    <a:pt x="7" y="34"/>
                    <a:pt x="7" y="34"/>
                  </a:cubicBezTo>
                  <a:cubicBezTo>
                    <a:pt x="8" y="34"/>
                    <a:pt x="8" y="34"/>
                    <a:pt x="8" y="34"/>
                  </a:cubicBezTo>
                  <a:cubicBezTo>
                    <a:pt x="7" y="35"/>
                    <a:pt x="7" y="35"/>
                    <a:pt x="7" y="35"/>
                  </a:cubicBezTo>
                  <a:lnTo>
                    <a:pt x="6" y="35"/>
                  </a:lnTo>
                  <a:close/>
                  <a:moveTo>
                    <a:pt x="9" y="34"/>
                  </a:moveTo>
                  <a:cubicBezTo>
                    <a:pt x="9" y="34"/>
                    <a:pt x="9" y="34"/>
                    <a:pt x="9" y="34"/>
                  </a:cubicBezTo>
                  <a:cubicBezTo>
                    <a:pt x="9" y="34"/>
                    <a:pt x="9" y="34"/>
                    <a:pt x="9" y="34"/>
                  </a:cubicBezTo>
                  <a:cubicBezTo>
                    <a:pt x="9" y="34"/>
                    <a:pt x="9" y="34"/>
                    <a:pt x="9" y="34"/>
                  </a:cubicBezTo>
                  <a:cubicBezTo>
                    <a:pt x="9" y="35"/>
                    <a:pt x="9" y="35"/>
                    <a:pt x="9" y="35"/>
                  </a:cubicBezTo>
                  <a:cubicBezTo>
                    <a:pt x="10" y="35"/>
                    <a:pt x="10" y="35"/>
                    <a:pt x="10" y="35"/>
                  </a:cubicBezTo>
                  <a:cubicBezTo>
                    <a:pt x="8" y="37"/>
                    <a:pt x="8" y="37"/>
                    <a:pt x="8" y="37"/>
                  </a:cubicBezTo>
                  <a:lnTo>
                    <a:pt x="9" y="34"/>
                  </a:lnTo>
                  <a:close/>
                  <a:moveTo>
                    <a:pt x="8" y="37"/>
                  </a:moveTo>
                  <a:cubicBezTo>
                    <a:pt x="9" y="37"/>
                    <a:pt x="10" y="36"/>
                    <a:pt x="11" y="35"/>
                  </a:cubicBezTo>
                  <a:cubicBezTo>
                    <a:pt x="11" y="36"/>
                    <a:pt x="11" y="36"/>
                    <a:pt x="11" y="36"/>
                  </a:cubicBezTo>
                  <a:cubicBezTo>
                    <a:pt x="11" y="36"/>
                    <a:pt x="11" y="36"/>
                    <a:pt x="11" y="36"/>
                  </a:cubicBezTo>
                  <a:cubicBezTo>
                    <a:pt x="11" y="38"/>
                    <a:pt x="11" y="38"/>
                    <a:pt x="11" y="38"/>
                  </a:cubicBezTo>
                  <a:cubicBezTo>
                    <a:pt x="10" y="38"/>
                    <a:pt x="9" y="37"/>
                    <a:pt x="8" y="37"/>
                  </a:cubicBezTo>
                  <a:moveTo>
                    <a:pt x="27" y="57"/>
                  </a:moveTo>
                  <a:cubicBezTo>
                    <a:pt x="29" y="57"/>
                    <a:pt x="31" y="57"/>
                    <a:pt x="31" y="61"/>
                  </a:cubicBezTo>
                  <a:cubicBezTo>
                    <a:pt x="30" y="63"/>
                    <a:pt x="30" y="63"/>
                    <a:pt x="30" y="63"/>
                  </a:cubicBezTo>
                  <a:cubicBezTo>
                    <a:pt x="30" y="63"/>
                    <a:pt x="30" y="63"/>
                    <a:pt x="30" y="63"/>
                  </a:cubicBezTo>
                  <a:cubicBezTo>
                    <a:pt x="30" y="64"/>
                    <a:pt x="30" y="64"/>
                    <a:pt x="30" y="64"/>
                  </a:cubicBezTo>
                  <a:cubicBezTo>
                    <a:pt x="30" y="64"/>
                    <a:pt x="30" y="64"/>
                    <a:pt x="30" y="64"/>
                  </a:cubicBezTo>
                  <a:cubicBezTo>
                    <a:pt x="30" y="65"/>
                    <a:pt x="30" y="65"/>
                    <a:pt x="30" y="65"/>
                  </a:cubicBezTo>
                  <a:cubicBezTo>
                    <a:pt x="29" y="66"/>
                    <a:pt x="27" y="68"/>
                    <a:pt x="25" y="69"/>
                  </a:cubicBezTo>
                  <a:cubicBezTo>
                    <a:pt x="25" y="70"/>
                    <a:pt x="25" y="70"/>
                    <a:pt x="25" y="70"/>
                  </a:cubicBezTo>
                  <a:cubicBezTo>
                    <a:pt x="25" y="71"/>
                    <a:pt x="26" y="72"/>
                    <a:pt x="26" y="73"/>
                  </a:cubicBezTo>
                  <a:cubicBezTo>
                    <a:pt x="27" y="74"/>
                    <a:pt x="28" y="76"/>
                    <a:pt x="29" y="77"/>
                  </a:cubicBezTo>
                  <a:cubicBezTo>
                    <a:pt x="30" y="78"/>
                    <a:pt x="30" y="78"/>
                    <a:pt x="30" y="78"/>
                  </a:cubicBezTo>
                  <a:cubicBezTo>
                    <a:pt x="30" y="78"/>
                    <a:pt x="30" y="78"/>
                    <a:pt x="30" y="78"/>
                  </a:cubicBezTo>
                  <a:cubicBezTo>
                    <a:pt x="30" y="78"/>
                    <a:pt x="30" y="78"/>
                    <a:pt x="30" y="78"/>
                  </a:cubicBezTo>
                  <a:cubicBezTo>
                    <a:pt x="30" y="80"/>
                    <a:pt x="30" y="80"/>
                    <a:pt x="30" y="80"/>
                  </a:cubicBezTo>
                  <a:cubicBezTo>
                    <a:pt x="30" y="80"/>
                    <a:pt x="30" y="80"/>
                    <a:pt x="30" y="80"/>
                  </a:cubicBezTo>
                  <a:cubicBezTo>
                    <a:pt x="31" y="79"/>
                    <a:pt x="31" y="79"/>
                    <a:pt x="31" y="79"/>
                  </a:cubicBezTo>
                  <a:cubicBezTo>
                    <a:pt x="31" y="78"/>
                    <a:pt x="31" y="78"/>
                    <a:pt x="31" y="78"/>
                  </a:cubicBezTo>
                  <a:cubicBezTo>
                    <a:pt x="31" y="78"/>
                    <a:pt x="31" y="78"/>
                    <a:pt x="31" y="78"/>
                  </a:cubicBezTo>
                  <a:cubicBezTo>
                    <a:pt x="31" y="78"/>
                    <a:pt x="31" y="78"/>
                    <a:pt x="31" y="78"/>
                  </a:cubicBezTo>
                  <a:cubicBezTo>
                    <a:pt x="32" y="77"/>
                    <a:pt x="32" y="77"/>
                    <a:pt x="32" y="77"/>
                  </a:cubicBezTo>
                  <a:cubicBezTo>
                    <a:pt x="33" y="76"/>
                    <a:pt x="33" y="76"/>
                    <a:pt x="33" y="76"/>
                  </a:cubicBezTo>
                  <a:cubicBezTo>
                    <a:pt x="33" y="76"/>
                    <a:pt x="33" y="76"/>
                    <a:pt x="33" y="76"/>
                  </a:cubicBezTo>
                  <a:cubicBezTo>
                    <a:pt x="34" y="76"/>
                    <a:pt x="34" y="76"/>
                    <a:pt x="34" y="76"/>
                  </a:cubicBezTo>
                  <a:cubicBezTo>
                    <a:pt x="34" y="76"/>
                    <a:pt x="34" y="76"/>
                    <a:pt x="34" y="76"/>
                  </a:cubicBezTo>
                  <a:cubicBezTo>
                    <a:pt x="35" y="76"/>
                    <a:pt x="35" y="76"/>
                    <a:pt x="35" y="76"/>
                  </a:cubicBezTo>
                  <a:cubicBezTo>
                    <a:pt x="33" y="75"/>
                    <a:pt x="33" y="75"/>
                    <a:pt x="33" y="75"/>
                  </a:cubicBezTo>
                  <a:cubicBezTo>
                    <a:pt x="33" y="75"/>
                    <a:pt x="33" y="75"/>
                    <a:pt x="33" y="75"/>
                  </a:cubicBezTo>
                  <a:cubicBezTo>
                    <a:pt x="32" y="76"/>
                    <a:pt x="32" y="76"/>
                    <a:pt x="32" y="76"/>
                  </a:cubicBezTo>
                  <a:cubicBezTo>
                    <a:pt x="31" y="77"/>
                    <a:pt x="31" y="77"/>
                    <a:pt x="31" y="77"/>
                  </a:cubicBezTo>
                  <a:cubicBezTo>
                    <a:pt x="32" y="75"/>
                    <a:pt x="32" y="75"/>
                    <a:pt x="32" y="75"/>
                  </a:cubicBezTo>
                  <a:cubicBezTo>
                    <a:pt x="33" y="74"/>
                    <a:pt x="33" y="74"/>
                    <a:pt x="33" y="74"/>
                  </a:cubicBezTo>
                  <a:cubicBezTo>
                    <a:pt x="33" y="74"/>
                    <a:pt x="33" y="74"/>
                    <a:pt x="33" y="74"/>
                  </a:cubicBezTo>
                  <a:cubicBezTo>
                    <a:pt x="34" y="74"/>
                    <a:pt x="34" y="74"/>
                    <a:pt x="34" y="74"/>
                  </a:cubicBezTo>
                  <a:cubicBezTo>
                    <a:pt x="35" y="75"/>
                    <a:pt x="35" y="75"/>
                    <a:pt x="35" y="75"/>
                  </a:cubicBezTo>
                  <a:cubicBezTo>
                    <a:pt x="35" y="74"/>
                    <a:pt x="35" y="74"/>
                    <a:pt x="35" y="74"/>
                  </a:cubicBezTo>
                  <a:cubicBezTo>
                    <a:pt x="34" y="74"/>
                    <a:pt x="34" y="74"/>
                    <a:pt x="34" y="74"/>
                  </a:cubicBezTo>
                  <a:cubicBezTo>
                    <a:pt x="34" y="74"/>
                    <a:pt x="34" y="74"/>
                    <a:pt x="34" y="74"/>
                  </a:cubicBezTo>
                  <a:cubicBezTo>
                    <a:pt x="34" y="73"/>
                    <a:pt x="34" y="73"/>
                    <a:pt x="34" y="73"/>
                  </a:cubicBezTo>
                  <a:cubicBezTo>
                    <a:pt x="35" y="73"/>
                    <a:pt x="35" y="73"/>
                    <a:pt x="35" y="73"/>
                  </a:cubicBezTo>
                  <a:cubicBezTo>
                    <a:pt x="35" y="75"/>
                    <a:pt x="35" y="75"/>
                    <a:pt x="35" y="75"/>
                  </a:cubicBezTo>
                  <a:cubicBezTo>
                    <a:pt x="34" y="79"/>
                    <a:pt x="34" y="79"/>
                    <a:pt x="34" y="79"/>
                  </a:cubicBezTo>
                  <a:cubicBezTo>
                    <a:pt x="33" y="80"/>
                    <a:pt x="31" y="82"/>
                    <a:pt x="31" y="82"/>
                  </a:cubicBezTo>
                  <a:cubicBezTo>
                    <a:pt x="29" y="82"/>
                    <a:pt x="29" y="82"/>
                    <a:pt x="28" y="81"/>
                  </a:cubicBezTo>
                  <a:cubicBezTo>
                    <a:pt x="28" y="80"/>
                    <a:pt x="27" y="78"/>
                    <a:pt x="27" y="78"/>
                  </a:cubicBezTo>
                  <a:cubicBezTo>
                    <a:pt x="27" y="78"/>
                    <a:pt x="27" y="78"/>
                    <a:pt x="27" y="78"/>
                  </a:cubicBezTo>
                  <a:cubicBezTo>
                    <a:pt x="27" y="78"/>
                    <a:pt x="27" y="78"/>
                    <a:pt x="27" y="78"/>
                  </a:cubicBezTo>
                  <a:cubicBezTo>
                    <a:pt x="26" y="78"/>
                    <a:pt x="26" y="78"/>
                    <a:pt x="26" y="78"/>
                  </a:cubicBezTo>
                  <a:cubicBezTo>
                    <a:pt x="24" y="76"/>
                    <a:pt x="24" y="76"/>
                    <a:pt x="24" y="76"/>
                  </a:cubicBezTo>
                  <a:cubicBezTo>
                    <a:pt x="24" y="75"/>
                    <a:pt x="23" y="75"/>
                    <a:pt x="22" y="74"/>
                  </a:cubicBezTo>
                  <a:cubicBezTo>
                    <a:pt x="21" y="73"/>
                    <a:pt x="21" y="73"/>
                    <a:pt x="21" y="73"/>
                  </a:cubicBezTo>
                  <a:cubicBezTo>
                    <a:pt x="21" y="72"/>
                    <a:pt x="21" y="72"/>
                    <a:pt x="21" y="72"/>
                  </a:cubicBezTo>
                  <a:cubicBezTo>
                    <a:pt x="21" y="72"/>
                    <a:pt x="21" y="72"/>
                    <a:pt x="21" y="72"/>
                  </a:cubicBezTo>
                  <a:cubicBezTo>
                    <a:pt x="22" y="69"/>
                    <a:pt x="22" y="69"/>
                    <a:pt x="22" y="69"/>
                  </a:cubicBezTo>
                  <a:cubicBezTo>
                    <a:pt x="22" y="68"/>
                    <a:pt x="22" y="68"/>
                    <a:pt x="22" y="68"/>
                  </a:cubicBezTo>
                  <a:cubicBezTo>
                    <a:pt x="22" y="68"/>
                    <a:pt x="22" y="68"/>
                    <a:pt x="22" y="68"/>
                  </a:cubicBezTo>
                  <a:cubicBezTo>
                    <a:pt x="22" y="67"/>
                    <a:pt x="22" y="67"/>
                    <a:pt x="22" y="67"/>
                  </a:cubicBezTo>
                  <a:cubicBezTo>
                    <a:pt x="22" y="65"/>
                    <a:pt x="23" y="64"/>
                    <a:pt x="23" y="63"/>
                  </a:cubicBezTo>
                  <a:cubicBezTo>
                    <a:pt x="23" y="62"/>
                    <a:pt x="25" y="62"/>
                    <a:pt x="25" y="62"/>
                  </a:cubicBezTo>
                  <a:cubicBezTo>
                    <a:pt x="25" y="61"/>
                    <a:pt x="25" y="61"/>
                    <a:pt x="25" y="61"/>
                  </a:cubicBezTo>
                  <a:cubicBezTo>
                    <a:pt x="24" y="61"/>
                    <a:pt x="24" y="61"/>
                    <a:pt x="24" y="61"/>
                  </a:cubicBezTo>
                  <a:cubicBezTo>
                    <a:pt x="24" y="62"/>
                    <a:pt x="24" y="62"/>
                    <a:pt x="24" y="62"/>
                  </a:cubicBezTo>
                  <a:cubicBezTo>
                    <a:pt x="23" y="63"/>
                    <a:pt x="23" y="63"/>
                    <a:pt x="23" y="63"/>
                  </a:cubicBezTo>
                  <a:cubicBezTo>
                    <a:pt x="22" y="64"/>
                    <a:pt x="22" y="65"/>
                    <a:pt x="22" y="67"/>
                  </a:cubicBezTo>
                  <a:cubicBezTo>
                    <a:pt x="20" y="68"/>
                    <a:pt x="20" y="68"/>
                    <a:pt x="20" y="68"/>
                  </a:cubicBezTo>
                  <a:cubicBezTo>
                    <a:pt x="19" y="69"/>
                    <a:pt x="19" y="69"/>
                    <a:pt x="19" y="69"/>
                  </a:cubicBezTo>
                  <a:cubicBezTo>
                    <a:pt x="20" y="67"/>
                    <a:pt x="20" y="65"/>
                    <a:pt x="20" y="64"/>
                  </a:cubicBezTo>
                  <a:cubicBezTo>
                    <a:pt x="20" y="64"/>
                    <a:pt x="20" y="64"/>
                    <a:pt x="20" y="64"/>
                  </a:cubicBezTo>
                  <a:cubicBezTo>
                    <a:pt x="20" y="62"/>
                    <a:pt x="20" y="62"/>
                    <a:pt x="20" y="62"/>
                  </a:cubicBezTo>
                  <a:cubicBezTo>
                    <a:pt x="20" y="62"/>
                    <a:pt x="20" y="62"/>
                    <a:pt x="20" y="62"/>
                  </a:cubicBezTo>
                  <a:cubicBezTo>
                    <a:pt x="20" y="62"/>
                    <a:pt x="21" y="61"/>
                    <a:pt x="21" y="61"/>
                  </a:cubicBezTo>
                  <a:cubicBezTo>
                    <a:pt x="23" y="60"/>
                    <a:pt x="23" y="60"/>
                    <a:pt x="23" y="60"/>
                  </a:cubicBezTo>
                  <a:cubicBezTo>
                    <a:pt x="23" y="60"/>
                    <a:pt x="23" y="60"/>
                    <a:pt x="23" y="60"/>
                  </a:cubicBezTo>
                  <a:cubicBezTo>
                    <a:pt x="23" y="60"/>
                    <a:pt x="23" y="60"/>
                    <a:pt x="23" y="60"/>
                  </a:cubicBezTo>
                  <a:cubicBezTo>
                    <a:pt x="24" y="59"/>
                    <a:pt x="24" y="59"/>
                    <a:pt x="24" y="59"/>
                  </a:cubicBezTo>
                  <a:cubicBezTo>
                    <a:pt x="24" y="57"/>
                    <a:pt x="24" y="57"/>
                    <a:pt x="24" y="57"/>
                  </a:cubicBezTo>
                  <a:cubicBezTo>
                    <a:pt x="25" y="57"/>
                    <a:pt x="26" y="57"/>
                    <a:pt x="27" y="57"/>
                  </a:cubicBezTo>
                  <a:moveTo>
                    <a:pt x="28" y="52"/>
                  </a:moveTo>
                  <a:cubicBezTo>
                    <a:pt x="28" y="52"/>
                    <a:pt x="28" y="52"/>
                    <a:pt x="28" y="52"/>
                  </a:cubicBezTo>
                  <a:cubicBezTo>
                    <a:pt x="28" y="53"/>
                    <a:pt x="25" y="54"/>
                    <a:pt x="25" y="55"/>
                  </a:cubicBezTo>
                  <a:cubicBezTo>
                    <a:pt x="24" y="57"/>
                    <a:pt x="24" y="57"/>
                    <a:pt x="24" y="57"/>
                  </a:cubicBezTo>
                  <a:cubicBezTo>
                    <a:pt x="24" y="57"/>
                    <a:pt x="24" y="57"/>
                    <a:pt x="24" y="57"/>
                  </a:cubicBezTo>
                  <a:cubicBezTo>
                    <a:pt x="24" y="57"/>
                    <a:pt x="24" y="57"/>
                    <a:pt x="24" y="57"/>
                  </a:cubicBezTo>
                  <a:cubicBezTo>
                    <a:pt x="24" y="57"/>
                    <a:pt x="24" y="57"/>
                    <a:pt x="24" y="57"/>
                  </a:cubicBezTo>
                  <a:cubicBezTo>
                    <a:pt x="24" y="57"/>
                    <a:pt x="24" y="57"/>
                    <a:pt x="24" y="57"/>
                  </a:cubicBezTo>
                  <a:cubicBezTo>
                    <a:pt x="23" y="59"/>
                    <a:pt x="23" y="59"/>
                    <a:pt x="23" y="59"/>
                  </a:cubicBezTo>
                  <a:cubicBezTo>
                    <a:pt x="23" y="59"/>
                    <a:pt x="23" y="59"/>
                    <a:pt x="23" y="59"/>
                  </a:cubicBezTo>
                  <a:cubicBezTo>
                    <a:pt x="21" y="60"/>
                    <a:pt x="21" y="60"/>
                    <a:pt x="21" y="60"/>
                  </a:cubicBezTo>
                  <a:cubicBezTo>
                    <a:pt x="19" y="62"/>
                    <a:pt x="19" y="62"/>
                    <a:pt x="19" y="62"/>
                  </a:cubicBezTo>
                  <a:cubicBezTo>
                    <a:pt x="19" y="61"/>
                    <a:pt x="18" y="60"/>
                    <a:pt x="18" y="60"/>
                  </a:cubicBezTo>
                  <a:cubicBezTo>
                    <a:pt x="18" y="59"/>
                    <a:pt x="18" y="59"/>
                    <a:pt x="18" y="59"/>
                  </a:cubicBezTo>
                  <a:cubicBezTo>
                    <a:pt x="19" y="57"/>
                    <a:pt x="19" y="57"/>
                    <a:pt x="19" y="57"/>
                  </a:cubicBezTo>
                  <a:cubicBezTo>
                    <a:pt x="18" y="57"/>
                    <a:pt x="18" y="57"/>
                    <a:pt x="18" y="57"/>
                  </a:cubicBezTo>
                  <a:cubicBezTo>
                    <a:pt x="18" y="57"/>
                    <a:pt x="18" y="58"/>
                    <a:pt x="18" y="59"/>
                  </a:cubicBezTo>
                  <a:cubicBezTo>
                    <a:pt x="18" y="60"/>
                    <a:pt x="18" y="60"/>
                    <a:pt x="18" y="60"/>
                  </a:cubicBezTo>
                  <a:cubicBezTo>
                    <a:pt x="18" y="60"/>
                    <a:pt x="19" y="61"/>
                    <a:pt x="19" y="62"/>
                  </a:cubicBezTo>
                  <a:cubicBezTo>
                    <a:pt x="19" y="63"/>
                    <a:pt x="19" y="63"/>
                    <a:pt x="19" y="63"/>
                  </a:cubicBezTo>
                  <a:cubicBezTo>
                    <a:pt x="19" y="63"/>
                    <a:pt x="19" y="63"/>
                    <a:pt x="19" y="63"/>
                  </a:cubicBezTo>
                  <a:cubicBezTo>
                    <a:pt x="19" y="64"/>
                    <a:pt x="19" y="64"/>
                    <a:pt x="19" y="64"/>
                  </a:cubicBezTo>
                  <a:cubicBezTo>
                    <a:pt x="19" y="64"/>
                    <a:pt x="19" y="64"/>
                    <a:pt x="19" y="64"/>
                  </a:cubicBezTo>
                  <a:cubicBezTo>
                    <a:pt x="19" y="66"/>
                    <a:pt x="19" y="68"/>
                    <a:pt x="18" y="70"/>
                  </a:cubicBezTo>
                  <a:cubicBezTo>
                    <a:pt x="17" y="71"/>
                    <a:pt x="17" y="71"/>
                    <a:pt x="17" y="71"/>
                  </a:cubicBezTo>
                  <a:cubicBezTo>
                    <a:pt x="17" y="71"/>
                    <a:pt x="17" y="71"/>
                    <a:pt x="17" y="71"/>
                  </a:cubicBezTo>
                  <a:cubicBezTo>
                    <a:pt x="17" y="71"/>
                    <a:pt x="17" y="71"/>
                    <a:pt x="17" y="71"/>
                  </a:cubicBezTo>
                  <a:cubicBezTo>
                    <a:pt x="16" y="74"/>
                    <a:pt x="16" y="74"/>
                    <a:pt x="16" y="74"/>
                  </a:cubicBezTo>
                  <a:cubicBezTo>
                    <a:pt x="16" y="74"/>
                    <a:pt x="15" y="77"/>
                    <a:pt x="14" y="78"/>
                  </a:cubicBezTo>
                  <a:cubicBezTo>
                    <a:pt x="12" y="79"/>
                    <a:pt x="12" y="80"/>
                    <a:pt x="12" y="81"/>
                  </a:cubicBezTo>
                  <a:cubicBezTo>
                    <a:pt x="12" y="82"/>
                    <a:pt x="12" y="83"/>
                    <a:pt x="11" y="83"/>
                  </a:cubicBezTo>
                  <a:cubicBezTo>
                    <a:pt x="11" y="85"/>
                    <a:pt x="10" y="85"/>
                    <a:pt x="10" y="86"/>
                  </a:cubicBezTo>
                  <a:cubicBezTo>
                    <a:pt x="10" y="87"/>
                    <a:pt x="10" y="87"/>
                    <a:pt x="10" y="87"/>
                  </a:cubicBezTo>
                  <a:cubicBezTo>
                    <a:pt x="10" y="88"/>
                    <a:pt x="10" y="88"/>
                    <a:pt x="10" y="89"/>
                  </a:cubicBezTo>
                  <a:cubicBezTo>
                    <a:pt x="9" y="90"/>
                    <a:pt x="9" y="91"/>
                    <a:pt x="9" y="92"/>
                  </a:cubicBezTo>
                  <a:cubicBezTo>
                    <a:pt x="9" y="93"/>
                    <a:pt x="9" y="93"/>
                    <a:pt x="9" y="93"/>
                  </a:cubicBezTo>
                  <a:cubicBezTo>
                    <a:pt x="9" y="94"/>
                    <a:pt x="9" y="96"/>
                    <a:pt x="11" y="96"/>
                  </a:cubicBezTo>
                  <a:cubicBezTo>
                    <a:pt x="11" y="96"/>
                    <a:pt x="11" y="96"/>
                    <a:pt x="11" y="96"/>
                  </a:cubicBezTo>
                  <a:cubicBezTo>
                    <a:pt x="13" y="96"/>
                    <a:pt x="13" y="96"/>
                    <a:pt x="13" y="96"/>
                  </a:cubicBezTo>
                  <a:cubicBezTo>
                    <a:pt x="13" y="96"/>
                    <a:pt x="13" y="96"/>
                    <a:pt x="13" y="96"/>
                  </a:cubicBezTo>
                  <a:cubicBezTo>
                    <a:pt x="14" y="97"/>
                    <a:pt x="14" y="97"/>
                    <a:pt x="14" y="97"/>
                  </a:cubicBezTo>
                  <a:cubicBezTo>
                    <a:pt x="15" y="98"/>
                    <a:pt x="15" y="98"/>
                    <a:pt x="15" y="98"/>
                  </a:cubicBezTo>
                  <a:cubicBezTo>
                    <a:pt x="15" y="98"/>
                    <a:pt x="15" y="98"/>
                    <a:pt x="15" y="98"/>
                  </a:cubicBezTo>
                  <a:cubicBezTo>
                    <a:pt x="15" y="98"/>
                    <a:pt x="15" y="98"/>
                    <a:pt x="15" y="98"/>
                  </a:cubicBezTo>
                  <a:cubicBezTo>
                    <a:pt x="15" y="98"/>
                    <a:pt x="15" y="98"/>
                    <a:pt x="15" y="98"/>
                  </a:cubicBezTo>
                  <a:cubicBezTo>
                    <a:pt x="15" y="97"/>
                    <a:pt x="15" y="97"/>
                    <a:pt x="15" y="97"/>
                  </a:cubicBezTo>
                  <a:cubicBezTo>
                    <a:pt x="13" y="96"/>
                    <a:pt x="13" y="96"/>
                    <a:pt x="13" y="96"/>
                  </a:cubicBezTo>
                  <a:cubicBezTo>
                    <a:pt x="13" y="96"/>
                    <a:pt x="13" y="96"/>
                    <a:pt x="13" y="96"/>
                  </a:cubicBezTo>
                  <a:cubicBezTo>
                    <a:pt x="14" y="96"/>
                    <a:pt x="14" y="96"/>
                    <a:pt x="14" y="96"/>
                  </a:cubicBezTo>
                  <a:cubicBezTo>
                    <a:pt x="15" y="96"/>
                    <a:pt x="15" y="96"/>
                    <a:pt x="15" y="96"/>
                  </a:cubicBezTo>
                  <a:cubicBezTo>
                    <a:pt x="16" y="96"/>
                    <a:pt x="16" y="96"/>
                    <a:pt x="16" y="96"/>
                  </a:cubicBezTo>
                  <a:cubicBezTo>
                    <a:pt x="17" y="97"/>
                    <a:pt x="17" y="97"/>
                    <a:pt x="17" y="97"/>
                  </a:cubicBezTo>
                  <a:cubicBezTo>
                    <a:pt x="17" y="97"/>
                    <a:pt x="17" y="97"/>
                    <a:pt x="17" y="97"/>
                  </a:cubicBezTo>
                  <a:cubicBezTo>
                    <a:pt x="17" y="96"/>
                    <a:pt x="17" y="96"/>
                    <a:pt x="17" y="96"/>
                  </a:cubicBezTo>
                  <a:cubicBezTo>
                    <a:pt x="18" y="97"/>
                    <a:pt x="18" y="97"/>
                    <a:pt x="18" y="97"/>
                  </a:cubicBezTo>
                  <a:cubicBezTo>
                    <a:pt x="18" y="97"/>
                    <a:pt x="18" y="97"/>
                    <a:pt x="18" y="97"/>
                  </a:cubicBezTo>
                  <a:cubicBezTo>
                    <a:pt x="17" y="98"/>
                    <a:pt x="17" y="98"/>
                    <a:pt x="17" y="98"/>
                  </a:cubicBezTo>
                  <a:cubicBezTo>
                    <a:pt x="16" y="99"/>
                    <a:pt x="14" y="99"/>
                    <a:pt x="13" y="100"/>
                  </a:cubicBezTo>
                  <a:cubicBezTo>
                    <a:pt x="12" y="100"/>
                    <a:pt x="11" y="100"/>
                    <a:pt x="10" y="100"/>
                  </a:cubicBezTo>
                  <a:cubicBezTo>
                    <a:pt x="9" y="100"/>
                    <a:pt x="9" y="100"/>
                    <a:pt x="9" y="100"/>
                  </a:cubicBezTo>
                  <a:cubicBezTo>
                    <a:pt x="7" y="98"/>
                    <a:pt x="7" y="98"/>
                    <a:pt x="7" y="98"/>
                  </a:cubicBezTo>
                  <a:cubicBezTo>
                    <a:pt x="7" y="95"/>
                    <a:pt x="7" y="95"/>
                    <a:pt x="7" y="95"/>
                  </a:cubicBezTo>
                  <a:cubicBezTo>
                    <a:pt x="6" y="93"/>
                    <a:pt x="6" y="93"/>
                    <a:pt x="6" y="93"/>
                  </a:cubicBezTo>
                  <a:cubicBezTo>
                    <a:pt x="7" y="88"/>
                    <a:pt x="7" y="88"/>
                    <a:pt x="7" y="88"/>
                  </a:cubicBezTo>
                  <a:cubicBezTo>
                    <a:pt x="7" y="88"/>
                    <a:pt x="7" y="87"/>
                    <a:pt x="7" y="86"/>
                  </a:cubicBezTo>
                  <a:cubicBezTo>
                    <a:pt x="7" y="84"/>
                    <a:pt x="7" y="83"/>
                    <a:pt x="7" y="82"/>
                  </a:cubicBezTo>
                  <a:cubicBezTo>
                    <a:pt x="8" y="79"/>
                    <a:pt x="8" y="79"/>
                    <a:pt x="8" y="79"/>
                  </a:cubicBezTo>
                  <a:cubicBezTo>
                    <a:pt x="9" y="77"/>
                    <a:pt x="9" y="77"/>
                    <a:pt x="9" y="77"/>
                  </a:cubicBezTo>
                  <a:cubicBezTo>
                    <a:pt x="9" y="78"/>
                    <a:pt x="9" y="78"/>
                    <a:pt x="9" y="78"/>
                  </a:cubicBezTo>
                  <a:cubicBezTo>
                    <a:pt x="10" y="77"/>
                    <a:pt x="10" y="77"/>
                    <a:pt x="10" y="77"/>
                  </a:cubicBezTo>
                  <a:cubicBezTo>
                    <a:pt x="11" y="75"/>
                    <a:pt x="11" y="75"/>
                    <a:pt x="11" y="75"/>
                  </a:cubicBezTo>
                  <a:cubicBezTo>
                    <a:pt x="11" y="75"/>
                    <a:pt x="11" y="75"/>
                    <a:pt x="11" y="75"/>
                  </a:cubicBezTo>
                  <a:cubicBezTo>
                    <a:pt x="11" y="74"/>
                    <a:pt x="10" y="73"/>
                    <a:pt x="9" y="72"/>
                  </a:cubicBezTo>
                  <a:cubicBezTo>
                    <a:pt x="9" y="70"/>
                    <a:pt x="8" y="67"/>
                    <a:pt x="7" y="66"/>
                  </a:cubicBezTo>
                  <a:cubicBezTo>
                    <a:pt x="7" y="66"/>
                    <a:pt x="7" y="66"/>
                    <a:pt x="7" y="66"/>
                  </a:cubicBezTo>
                  <a:cubicBezTo>
                    <a:pt x="7" y="65"/>
                    <a:pt x="9" y="62"/>
                    <a:pt x="9" y="62"/>
                  </a:cubicBezTo>
                  <a:cubicBezTo>
                    <a:pt x="8" y="62"/>
                    <a:pt x="8" y="62"/>
                    <a:pt x="8" y="62"/>
                  </a:cubicBezTo>
                  <a:cubicBezTo>
                    <a:pt x="8" y="62"/>
                    <a:pt x="7" y="64"/>
                    <a:pt x="7" y="66"/>
                  </a:cubicBezTo>
                  <a:cubicBezTo>
                    <a:pt x="7" y="66"/>
                    <a:pt x="7" y="66"/>
                    <a:pt x="7" y="66"/>
                  </a:cubicBezTo>
                  <a:cubicBezTo>
                    <a:pt x="7" y="67"/>
                    <a:pt x="8" y="71"/>
                    <a:pt x="9" y="72"/>
                  </a:cubicBezTo>
                  <a:cubicBezTo>
                    <a:pt x="10" y="73"/>
                    <a:pt x="10" y="75"/>
                    <a:pt x="10" y="75"/>
                  </a:cubicBezTo>
                  <a:cubicBezTo>
                    <a:pt x="10" y="75"/>
                    <a:pt x="10" y="75"/>
                    <a:pt x="10" y="75"/>
                  </a:cubicBezTo>
                  <a:cubicBezTo>
                    <a:pt x="9" y="77"/>
                    <a:pt x="9" y="77"/>
                    <a:pt x="9" y="77"/>
                  </a:cubicBezTo>
                  <a:cubicBezTo>
                    <a:pt x="9" y="77"/>
                    <a:pt x="9" y="77"/>
                    <a:pt x="9" y="77"/>
                  </a:cubicBezTo>
                  <a:cubicBezTo>
                    <a:pt x="9" y="77"/>
                    <a:pt x="9" y="77"/>
                    <a:pt x="9" y="77"/>
                  </a:cubicBezTo>
                  <a:cubicBezTo>
                    <a:pt x="8" y="76"/>
                    <a:pt x="8" y="76"/>
                    <a:pt x="8" y="76"/>
                  </a:cubicBezTo>
                  <a:cubicBezTo>
                    <a:pt x="8" y="76"/>
                    <a:pt x="8" y="76"/>
                    <a:pt x="8" y="76"/>
                  </a:cubicBezTo>
                  <a:cubicBezTo>
                    <a:pt x="9" y="75"/>
                    <a:pt x="9" y="75"/>
                    <a:pt x="9" y="75"/>
                  </a:cubicBezTo>
                  <a:cubicBezTo>
                    <a:pt x="10" y="74"/>
                    <a:pt x="10" y="74"/>
                    <a:pt x="10" y="74"/>
                  </a:cubicBezTo>
                  <a:cubicBezTo>
                    <a:pt x="7" y="74"/>
                    <a:pt x="7" y="74"/>
                    <a:pt x="7" y="74"/>
                  </a:cubicBezTo>
                  <a:cubicBezTo>
                    <a:pt x="8" y="73"/>
                    <a:pt x="8" y="73"/>
                    <a:pt x="8" y="73"/>
                  </a:cubicBezTo>
                  <a:cubicBezTo>
                    <a:pt x="8" y="72"/>
                    <a:pt x="8" y="72"/>
                    <a:pt x="8" y="72"/>
                  </a:cubicBezTo>
                  <a:cubicBezTo>
                    <a:pt x="7" y="72"/>
                    <a:pt x="7" y="72"/>
                    <a:pt x="7" y="72"/>
                  </a:cubicBezTo>
                  <a:cubicBezTo>
                    <a:pt x="7" y="71"/>
                    <a:pt x="7" y="71"/>
                    <a:pt x="7" y="71"/>
                  </a:cubicBezTo>
                  <a:cubicBezTo>
                    <a:pt x="7" y="71"/>
                    <a:pt x="7" y="71"/>
                    <a:pt x="7" y="71"/>
                  </a:cubicBezTo>
                  <a:cubicBezTo>
                    <a:pt x="6" y="71"/>
                    <a:pt x="6" y="71"/>
                    <a:pt x="6" y="71"/>
                  </a:cubicBezTo>
                  <a:cubicBezTo>
                    <a:pt x="6" y="70"/>
                    <a:pt x="6" y="70"/>
                    <a:pt x="6" y="70"/>
                  </a:cubicBezTo>
                  <a:cubicBezTo>
                    <a:pt x="7" y="69"/>
                    <a:pt x="7" y="69"/>
                    <a:pt x="7" y="69"/>
                  </a:cubicBezTo>
                  <a:cubicBezTo>
                    <a:pt x="5" y="70"/>
                    <a:pt x="5" y="70"/>
                    <a:pt x="5" y="70"/>
                  </a:cubicBezTo>
                  <a:cubicBezTo>
                    <a:pt x="6" y="68"/>
                    <a:pt x="6" y="68"/>
                    <a:pt x="6" y="68"/>
                  </a:cubicBezTo>
                  <a:cubicBezTo>
                    <a:pt x="6" y="68"/>
                    <a:pt x="6" y="68"/>
                    <a:pt x="6" y="68"/>
                  </a:cubicBezTo>
                  <a:cubicBezTo>
                    <a:pt x="5" y="68"/>
                    <a:pt x="5" y="68"/>
                    <a:pt x="5" y="68"/>
                  </a:cubicBezTo>
                  <a:cubicBezTo>
                    <a:pt x="6" y="66"/>
                    <a:pt x="6" y="66"/>
                    <a:pt x="6" y="66"/>
                  </a:cubicBezTo>
                  <a:cubicBezTo>
                    <a:pt x="6" y="66"/>
                    <a:pt x="6" y="66"/>
                    <a:pt x="6" y="66"/>
                  </a:cubicBezTo>
                  <a:cubicBezTo>
                    <a:pt x="6" y="65"/>
                    <a:pt x="6" y="65"/>
                    <a:pt x="6" y="65"/>
                  </a:cubicBezTo>
                  <a:cubicBezTo>
                    <a:pt x="6" y="65"/>
                    <a:pt x="2" y="62"/>
                    <a:pt x="2" y="59"/>
                  </a:cubicBezTo>
                  <a:cubicBezTo>
                    <a:pt x="2" y="55"/>
                    <a:pt x="9" y="48"/>
                    <a:pt x="9" y="41"/>
                  </a:cubicBezTo>
                  <a:cubicBezTo>
                    <a:pt x="9" y="41"/>
                    <a:pt x="9" y="41"/>
                    <a:pt x="9" y="41"/>
                  </a:cubicBezTo>
                  <a:cubicBezTo>
                    <a:pt x="9" y="40"/>
                    <a:pt x="9" y="39"/>
                    <a:pt x="9" y="38"/>
                  </a:cubicBezTo>
                  <a:cubicBezTo>
                    <a:pt x="11" y="38"/>
                    <a:pt x="11" y="38"/>
                    <a:pt x="11" y="38"/>
                  </a:cubicBezTo>
                  <a:cubicBezTo>
                    <a:pt x="10" y="40"/>
                    <a:pt x="10" y="42"/>
                    <a:pt x="10" y="42"/>
                  </a:cubicBezTo>
                  <a:cubicBezTo>
                    <a:pt x="10" y="43"/>
                    <a:pt x="10" y="43"/>
                    <a:pt x="10" y="43"/>
                  </a:cubicBezTo>
                  <a:cubicBezTo>
                    <a:pt x="10" y="43"/>
                    <a:pt x="10" y="43"/>
                    <a:pt x="10" y="43"/>
                  </a:cubicBezTo>
                  <a:cubicBezTo>
                    <a:pt x="10" y="43"/>
                    <a:pt x="10" y="43"/>
                    <a:pt x="10" y="43"/>
                  </a:cubicBezTo>
                  <a:cubicBezTo>
                    <a:pt x="10" y="43"/>
                    <a:pt x="10" y="43"/>
                    <a:pt x="10" y="43"/>
                  </a:cubicBezTo>
                  <a:cubicBezTo>
                    <a:pt x="10" y="43"/>
                    <a:pt x="10" y="43"/>
                    <a:pt x="10" y="43"/>
                  </a:cubicBezTo>
                  <a:cubicBezTo>
                    <a:pt x="11" y="43"/>
                    <a:pt x="11" y="43"/>
                    <a:pt x="11" y="43"/>
                  </a:cubicBezTo>
                  <a:cubicBezTo>
                    <a:pt x="11" y="44"/>
                    <a:pt x="11" y="44"/>
                    <a:pt x="11" y="44"/>
                  </a:cubicBezTo>
                  <a:cubicBezTo>
                    <a:pt x="9" y="51"/>
                    <a:pt x="4" y="53"/>
                    <a:pt x="4" y="58"/>
                  </a:cubicBezTo>
                  <a:cubicBezTo>
                    <a:pt x="4" y="59"/>
                    <a:pt x="4" y="59"/>
                    <a:pt x="4" y="59"/>
                  </a:cubicBezTo>
                  <a:cubicBezTo>
                    <a:pt x="4" y="59"/>
                    <a:pt x="5" y="62"/>
                    <a:pt x="6" y="62"/>
                  </a:cubicBezTo>
                  <a:cubicBezTo>
                    <a:pt x="7" y="62"/>
                    <a:pt x="7" y="62"/>
                    <a:pt x="7" y="62"/>
                  </a:cubicBezTo>
                  <a:cubicBezTo>
                    <a:pt x="7" y="62"/>
                    <a:pt x="7" y="62"/>
                    <a:pt x="7" y="62"/>
                  </a:cubicBezTo>
                  <a:cubicBezTo>
                    <a:pt x="8" y="61"/>
                    <a:pt x="8" y="61"/>
                    <a:pt x="8" y="61"/>
                  </a:cubicBezTo>
                  <a:cubicBezTo>
                    <a:pt x="9" y="60"/>
                    <a:pt x="9" y="60"/>
                    <a:pt x="9" y="60"/>
                  </a:cubicBezTo>
                  <a:cubicBezTo>
                    <a:pt x="9" y="58"/>
                    <a:pt x="10" y="57"/>
                    <a:pt x="11" y="56"/>
                  </a:cubicBezTo>
                  <a:cubicBezTo>
                    <a:pt x="13" y="54"/>
                    <a:pt x="15" y="52"/>
                    <a:pt x="16" y="50"/>
                  </a:cubicBezTo>
                  <a:cubicBezTo>
                    <a:pt x="17" y="49"/>
                    <a:pt x="17" y="48"/>
                    <a:pt x="17" y="47"/>
                  </a:cubicBezTo>
                  <a:cubicBezTo>
                    <a:pt x="17" y="46"/>
                    <a:pt x="17" y="46"/>
                    <a:pt x="17" y="46"/>
                  </a:cubicBezTo>
                  <a:cubicBezTo>
                    <a:pt x="18" y="46"/>
                    <a:pt x="19" y="45"/>
                    <a:pt x="19" y="45"/>
                  </a:cubicBezTo>
                  <a:cubicBezTo>
                    <a:pt x="19" y="47"/>
                    <a:pt x="19" y="49"/>
                    <a:pt x="19" y="49"/>
                  </a:cubicBezTo>
                  <a:cubicBezTo>
                    <a:pt x="19" y="49"/>
                    <a:pt x="19" y="49"/>
                    <a:pt x="19" y="49"/>
                  </a:cubicBezTo>
                  <a:cubicBezTo>
                    <a:pt x="19" y="49"/>
                    <a:pt x="19" y="49"/>
                    <a:pt x="19" y="49"/>
                  </a:cubicBezTo>
                  <a:cubicBezTo>
                    <a:pt x="22" y="49"/>
                    <a:pt x="24" y="46"/>
                    <a:pt x="25" y="46"/>
                  </a:cubicBezTo>
                  <a:cubicBezTo>
                    <a:pt x="25" y="46"/>
                    <a:pt x="25" y="46"/>
                    <a:pt x="25" y="46"/>
                  </a:cubicBezTo>
                  <a:cubicBezTo>
                    <a:pt x="27" y="49"/>
                    <a:pt x="27" y="49"/>
                    <a:pt x="27" y="49"/>
                  </a:cubicBezTo>
                  <a:cubicBezTo>
                    <a:pt x="28" y="51"/>
                    <a:pt x="28" y="51"/>
                    <a:pt x="28" y="51"/>
                  </a:cubicBezTo>
                  <a:cubicBezTo>
                    <a:pt x="28" y="51"/>
                    <a:pt x="28" y="51"/>
                    <a:pt x="28" y="51"/>
                  </a:cubicBezTo>
                  <a:cubicBezTo>
                    <a:pt x="28" y="51"/>
                    <a:pt x="28" y="51"/>
                    <a:pt x="28" y="51"/>
                  </a:cubicBezTo>
                  <a:lnTo>
                    <a:pt x="28" y="52"/>
                  </a:lnTo>
                  <a:close/>
                  <a:moveTo>
                    <a:pt x="39" y="62"/>
                  </a:moveTo>
                  <a:cubicBezTo>
                    <a:pt x="38" y="62"/>
                    <a:pt x="38" y="62"/>
                    <a:pt x="38" y="62"/>
                  </a:cubicBezTo>
                  <a:cubicBezTo>
                    <a:pt x="38" y="62"/>
                    <a:pt x="38" y="62"/>
                    <a:pt x="38" y="62"/>
                  </a:cubicBezTo>
                  <a:cubicBezTo>
                    <a:pt x="38" y="62"/>
                    <a:pt x="38" y="62"/>
                    <a:pt x="38" y="62"/>
                  </a:cubicBezTo>
                  <a:cubicBezTo>
                    <a:pt x="38" y="62"/>
                    <a:pt x="38" y="62"/>
                    <a:pt x="38" y="62"/>
                  </a:cubicBezTo>
                  <a:cubicBezTo>
                    <a:pt x="39" y="61"/>
                    <a:pt x="39" y="61"/>
                    <a:pt x="39" y="61"/>
                  </a:cubicBezTo>
                  <a:cubicBezTo>
                    <a:pt x="39" y="62"/>
                    <a:pt x="39" y="62"/>
                    <a:pt x="39" y="62"/>
                  </a:cubicBezTo>
                  <a:close/>
                  <a:moveTo>
                    <a:pt x="44" y="45"/>
                  </a:moveTo>
                  <a:cubicBezTo>
                    <a:pt x="44" y="46"/>
                    <a:pt x="44" y="46"/>
                    <a:pt x="44" y="46"/>
                  </a:cubicBezTo>
                  <a:cubicBezTo>
                    <a:pt x="44" y="46"/>
                    <a:pt x="44" y="46"/>
                    <a:pt x="44" y="46"/>
                  </a:cubicBezTo>
                  <a:cubicBezTo>
                    <a:pt x="44" y="46"/>
                    <a:pt x="44" y="46"/>
                    <a:pt x="44" y="46"/>
                  </a:cubicBezTo>
                  <a:cubicBezTo>
                    <a:pt x="43" y="45"/>
                    <a:pt x="43" y="45"/>
                    <a:pt x="43" y="45"/>
                  </a:cubicBezTo>
                  <a:lnTo>
                    <a:pt x="44" y="45"/>
                  </a:lnTo>
                  <a:close/>
                  <a:moveTo>
                    <a:pt x="40" y="48"/>
                  </a:moveTo>
                  <a:cubicBezTo>
                    <a:pt x="40" y="47"/>
                    <a:pt x="40" y="47"/>
                    <a:pt x="40" y="47"/>
                  </a:cubicBezTo>
                  <a:cubicBezTo>
                    <a:pt x="40" y="47"/>
                    <a:pt x="40" y="47"/>
                    <a:pt x="40" y="47"/>
                  </a:cubicBezTo>
                  <a:cubicBezTo>
                    <a:pt x="40" y="47"/>
                    <a:pt x="40" y="47"/>
                    <a:pt x="40" y="47"/>
                  </a:cubicBezTo>
                  <a:cubicBezTo>
                    <a:pt x="41" y="46"/>
                    <a:pt x="41" y="46"/>
                    <a:pt x="41" y="46"/>
                  </a:cubicBezTo>
                  <a:cubicBezTo>
                    <a:pt x="41" y="46"/>
                    <a:pt x="41" y="46"/>
                    <a:pt x="41" y="46"/>
                  </a:cubicBezTo>
                  <a:cubicBezTo>
                    <a:pt x="41" y="48"/>
                    <a:pt x="41" y="48"/>
                    <a:pt x="41" y="48"/>
                  </a:cubicBezTo>
                  <a:cubicBezTo>
                    <a:pt x="41" y="50"/>
                    <a:pt x="41" y="50"/>
                    <a:pt x="41" y="50"/>
                  </a:cubicBezTo>
                  <a:cubicBezTo>
                    <a:pt x="41" y="50"/>
                    <a:pt x="41" y="50"/>
                    <a:pt x="41" y="50"/>
                  </a:cubicBezTo>
                  <a:cubicBezTo>
                    <a:pt x="41" y="51"/>
                    <a:pt x="41" y="51"/>
                    <a:pt x="41" y="51"/>
                  </a:cubicBezTo>
                  <a:cubicBezTo>
                    <a:pt x="41" y="51"/>
                    <a:pt x="41" y="51"/>
                    <a:pt x="41" y="51"/>
                  </a:cubicBezTo>
                  <a:cubicBezTo>
                    <a:pt x="41" y="50"/>
                    <a:pt x="41" y="50"/>
                    <a:pt x="41" y="50"/>
                  </a:cubicBezTo>
                  <a:cubicBezTo>
                    <a:pt x="40" y="48"/>
                    <a:pt x="40" y="48"/>
                    <a:pt x="40" y="48"/>
                  </a:cubicBezTo>
                  <a:cubicBezTo>
                    <a:pt x="40" y="48"/>
                    <a:pt x="40" y="48"/>
                    <a:pt x="40" y="48"/>
                  </a:cubicBezTo>
                  <a:close/>
                  <a:moveTo>
                    <a:pt x="40" y="49"/>
                  </a:moveTo>
                  <a:cubicBezTo>
                    <a:pt x="40" y="49"/>
                    <a:pt x="40" y="49"/>
                    <a:pt x="40" y="49"/>
                  </a:cubicBezTo>
                  <a:cubicBezTo>
                    <a:pt x="40" y="49"/>
                    <a:pt x="40" y="49"/>
                    <a:pt x="40" y="49"/>
                  </a:cubicBezTo>
                  <a:cubicBezTo>
                    <a:pt x="40" y="48"/>
                    <a:pt x="40" y="48"/>
                    <a:pt x="40" y="48"/>
                  </a:cubicBezTo>
                  <a:cubicBezTo>
                    <a:pt x="40" y="48"/>
                    <a:pt x="40" y="48"/>
                    <a:pt x="40" y="48"/>
                  </a:cubicBezTo>
                  <a:cubicBezTo>
                    <a:pt x="40" y="48"/>
                    <a:pt x="40" y="48"/>
                    <a:pt x="40" y="48"/>
                  </a:cubicBezTo>
                  <a:cubicBezTo>
                    <a:pt x="40" y="50"/>
                    <a:pt x="40" y="50"/>
                    <a:pt x="40" y="50"/>
                  </a:cubicBezTo>
                  <a:cubicBezTo>
                    <a:pt x="40" y="50"/>
                    <a:pt x="40" y="50"/>
                    <a:pt x="40" y="50"/>
                  </a:cubicBezTo>
                  <a:cubicBezTo>
                    <a:pt x="40" y="50"/>
                    <a:pt x="40" y="50"/>
                    <a:pt x="40" y="50"/>
                  </a:cubicBezTo>
                  <a:lnTo>
                    <a:pt x="40" y="49"/>
                  </a:lnTo>
                  <a:close/>
                  <a:moveTo>
                    <a:pt x="36" y="51"/>
                  </a:moveTo>
                  <a:cubicBezTo>
                    <a:pt x="35" y="51"/>
                    <a:pt x="35" y="51"/>
                    <a:pt x="35" y="51"/>
                  </a:cubicBezTo>
                  <a:cubicBezTo>
                    <a:pt x="36" y="52"/>
                    <a:pt x="37" y="52"/>
                    <a:pt x="38" y="52"/>
                  </a:cubicBezTo>
                  <a:cubicBezTo>
                    <a:pt x="39" y="53"/>
                    <a:pt x="39" y="53"/>
                    <a:pt x="39" y="53"/>
                  </a:cubicBezTo>
                  <a:cubicBezTo>
                    <a:pt x="39" y="53"/>
                    <a:pt x="39" y="53"/>
                    <a:pt x="39" y="53"/>
                  </a:cubicBezTo>
                  <a:cubicBezTo>
                    <a:pt x="40" y="53"/>
                    <a:pt x="40" y="53"/>
                    <a:pt x="40" y="53"/>
                  </a:cubicBezTo>
                  <a:cubicBezTo>
                    <a:pt x="40" y="52"/>
                    <a:pt x="40" y="52"/>
                    <a:pt x="40" y="52"/>
                  </a:cubicBezTo>
                  <a:cubicBezTo>
                    <a:pt x="41" y="52"/>
                    <a:pt x="41" y="52"/>
                    <a:pt x="41" y="52"/>
                  </a:cubicBezTo>
                  <a:cubicBezTo>
                    <a:pt x="41" y="51"/>
                    <a:pt x="41" y="51"/>
                    <a:pt x="41" y="51"/>
                  </a:cubicBezTo>
                  <a:cubicBezTo>
                    <a:pt x="42" y="50"/>
                    <a:pt x="42" y="50"/>
                    <a:pt x="42" y="50"/>
                  </a:cubicBezTo>
                  <a:cubicBezTo>
                    <a:pt x="42" y="50"/>
                    <a:pt x="42" y="50"/>
                    <a:pt x="42" y="50"/>
                  </a:cubicBezTo>
                  <a:cubicBezTo>
                    <a:pt x="42" y="48"/>
                    <a:pt x="42" y="48"/>
                    <a:pt x="42" y="48"/>
                  </a:cubicBezTo>
                  <a:cubicBezTo>
                    <a:pt x="42" y="46"/>
                    <a:pt x="42" y="46"/>
                    <a:pt x="42" y="46"/>
                  </a:cubicBezTo>
                  <a:cubicBezTo>
                    <a:pt x="43" y="45"/>
                    <a:pt x="43" y="45"/>
                    <a:pt x="43" y="45"/>
                  </a:cubicBezTo>
                  <a:cubicBezTo>
                    <a:pt x="43" y="45"/>
                    <a:pt x="43" y="45"/>
                    <a:pt x="43" y="45"/>
                  </a:cubicBezTo>
                  <a:cubicBezTo>
                    <a:pt x="44" y="46"/>
                    <a:pt x="44" y="46"/>
                    <a:pt x="44" y="46"/>
                  </a:cubicBezTo>
                  <a:cubicBezTo>
                    <a:pt x="43" y="49"/>
                    <a:pt x="43" y="49"/>
                    <a:pt x="43" y="49"/>
                  </a:cubicBezTo>
                  <a:cubicBezTo>
                    <a:pt x="42" y="52"/>
                    <a:pt x="42" y="52"/>
                    <a:pt x="42" y="52"/>
                  </a:cubicBezTo>
                  <a:cubicBezTo>
                    <a:pt x="41" y="55"/>
                    <a:pt x="41" y="55"/>
                    <a:pt x="41" y="55"/>
                  </a:cubicBezTo>
                  <a:cubicBezTo>
                    <a:pt x="40" y="56"/>
                    <a:pt x="40" y="57"/>
                    <a:pt x="40" y="58"/>
                  </a:cubicBezTo>
                  <a:cubicBezTo>
                    <a:pt x="39" y="60"/>
                    <a:pt x="39" y="60"/>
                    <a:pt x="39" y="60"/>
                  </a:cubicBezTo>
                  <a:cubicBezTo>
                    <a:pt x="38" y="61"/>
                    <a:pt x="38" y="61"/>
                    <a:pt x="38" y="61"/>
                  </a:cubicBezTo>
                  <a:cubicBezTo>
                    <a:pt x="38" y="60"/>
                    <a:pt x="38" y="60"/>
                    <a:pt x="38" y="60"/>
                  </a:cubicBezTo>
                  <a:cubicBezTo>
                    <a:pt x="38" y="60"/>
                    <a:pt x="38" y="60"/>
                    <a:pt x="38" y="60"/>
                  </a:cubicBezTo>
                  <a:cubicBezTo>
                    <a:pt x="38" y="59"/>
                    <a:pt x="38" y="59"/>
                    <a:pt x="38" y="59"/>
                  </a:cubicBezTo>
                  <a:cubicBezTo>
                    <a:pt x="39" y="57"/>
                    <a:pt x="39" y="57"/>
                    <a:pt x="39" y="57"/>
                  </a:cubicBezTo>
                  <a:cubicBezTo>
                    <a:pt x="40" y="56"/>
                    <a:pt x="40" y="56"/>
                    <a:pt x="40" y="56"/>
                  </a:cubicBezTo>
                  <a:cubicBezTo>
                    <a:pt x="40" y="55"/>
                    <a:pt x="40" y="55"/>
                    <a:pt x="40" y="55"/>
                  </a:cubicBezTo>
                  <a:cubicBezTo>
                    <a:pt x="39" y="55"/>
                    <a:pt x="39" y="55"/>
                    <a:pt x="38" y="54"/>
                  </a:cubicBezTo>
                  <a:cubicBezTo>
                    <a:pt x="37" y="54"/>
                    <a:pt x="36" y="53"/>
                    <a:pt x="36" y="53"/>
                  </a:cubicBezTo>
                  <a:cubicBezTo>
                    <a:pt x="34" y="53"/>
                    <a:pt x="34" y="53"/>
                    <a:pt x="34" y="53"/>
                  </a:cubicBezTo>
                  <a:cubicBezTo>
                    <a:pt x="34" y="52"/>
                    <a:pt x="34" y="52"/>
                    <a:pt x="34" y="52"/>
                  </a:cubicBezTo>
                  <a:cubicBezTo>
                    <a:pt x="34" y="52"/>
                    <a:pt x="34" y="52"/>
                    <a:pt x="34" y="52"/>
                  </a:cubicBezTo>
                  <a:cubicBezTo>
                    <a:pt x="34" y="52"/>
                    <a:pt x="34" y="52"/>
                    <a:pt x="34" y="52"/>
                  </a:cubicBezTo>
                  <a:lnTo>
                    <a:pt x="36" y="51"/>
                  </a:lnTo>
                  <a:close/>
                  <a:moveTo>
                    <a:pt x="36" y="47"/>
                  </a:moveTo>
                  <a:cubicBezTo>
                    <a:pt x="34" y="49"/>
                    <a:pt x="34" y="49"/>
                    <a:pt x="34" y="49"/>
                  </a:cubicBezTo>
                  <a:cubicBezTo>
                    <a:pt x="34" y="49"/>
                    <a:pt x="34" y="49"/>
                    <a:pt x="34" y="49"/>
                  </a:cubicBezTo>
                  <a:cubicBezTo>
                    <a:pt x="34" y="49"/>
                    <a:pt x="34" y="49"/>
                    <a:pt x="34" y="49"/>
                  </a:cubicBezTo>
                  <a:cubicBezTo>
                    <a:pt x="35" y="51"/>
                    <a:pt x="35" y="51"/>
                    <a:pt x="35" y="51"/>
                  </a:cubicBezTo>
                  <a:cubicBezTo>
                    <a:pt x="34" y="52"/>
                    <a:pt x="34" y="52"/>
                    <a:pt x="34" y="52"/>
                  </a:cubicBezTo>
                  <a:cubicBezTo>
                    <a:pt x="33" y="52"/>
                    <a:pt x="33" y="52"/>
                    <a:pt x="33" y="52"/>
                  </a:cubicBezTo>
                  <a:cubicBezTo>
                    <a:pt x="33" y="52"/>
                    <a:pt x="33" y="52"/>
                    <a:pt x="33" y="52"/>
                  </a:cubicBezTo>
                  <a:cubicBezTo>
                    <a:pt x="33" y="52"/>
                    <a:pt x="33" y="52"/>
                    <a:pt x="33" y="52"/>
                  </a:cubicBezTo>
                  <a:cubicBezTo>
                    <a:pt x="33" y="52"/>
                    <a:pt x="33" y="52"/>
                    <a:pt x="33" y="52"/>
                  </a:cubicBezTo>
                  <a:cubicBezTo>
                    <a:pt x="33" y="53"/>
                    <a:pt x="33" y="54"/>
                    <a:pt x="33" y="55"/>
                  </a:cubicBezTo>
                  <a:cubicBezTo>
                    <a:pt x="32" y="54"/>
                    <a:pt x="31" y="51"/>
                    <a:pt x="28" y="50"/>
                  </a:cubicBezTo>
                  <a:cubicBezTo>
                    <a:pt x="28" y="50"/>
                    <a:pt x="28" y="50"/>
                    <a:pt x="28" y="50"/>
                  </a:cubicBezTo>
                  <a:cubicBezTo>
                    <a:pt x="28" y="50"/>
                    <a:pt x="28" y="50"/>
                    <a:pt x="28" y="50"/>
                  </a:cubicBezTo>
                  <a:cubicBezTo>
                    <a:pt x="28" y="48"/>
                    <a:pt x="28" y="48"/>
                    <a:pt x="28" y="48"/>
                  </a:cubicBezTo>
                  <a:cubicBezTo>
                    <a:pt x="28" y="47"/>
                    <a:pt x="28" y="47"/>
                    <a:pt x="28" y="47"/>
                  </a:cubicBezTo>
                  <a:cubicBezTo>
                    <a:pt x="27" y="45"/>
                    <a:pt x="27" y="45"/>
                    <a:pt x="27" y="45"/>
                  </a:cubicBezTo>
                  <a:cubicBezTo>
                    <a:pt x="27" y="45"/>
                    <a:pt x="27" y="45"/>
                    <a:pt x="27" y="45"/>
                  </a:cubicBezTo>
                  <a:cubicBezTo>
                    <a:pt x="27" y="47"/>
                    <a:pt x="27" y="47"/>
                    <a:pt x="27" y="47"/>
                  </a:cubicBezTo>
                  <a:cubicBezTo>
                    <a:pt x="27" y="48"/>
                    <a:pt x="27" y="48"/>
                    <a:pt x="27" y="48"/>
                  </a:cubicBezTo>
                  <a:cubicBezTo>
                    <a:pt x="26" y="46"/>
                    <a:pt x="26" y="46"/>
                    <a:pt x="26" y="46"/>
                  </a:cubicBezTo>
                  <a:cubicBezTo>
                    <a:pt x="25" y="45"/>
                    <a:pt x="25" y="45"/>
                    <a:pt x="25" y="45"/>
                  </a:cubicBezTo>
                  <a:cubicBezTo>
                    <a:pt x="25" y="45"/>
                    <a:pt x="25" y="45"/>
                    <a:pt x="25" y="45"/>
                  </a:cubicBezTo>
                  <a:cubicBezTo>
                    <a:pt x="24" y="45"/>
                    <a:pt x="24" y="45"/>
                    <a:pt x="24" y="45"/>
                  </a:cubicBezTo>
                  <a:cubicBezTo>
                    <a:pt x="24" y="45"/>
                    <a:pt x="22" y="47"/>
                    <a:pt x="20" y="48"/>
                  </a:cubicBezTo>
                  <a:cubicBezTo>
                    <a:pt x="23" y="44"/>
                    <a:pt x="23" y="44"/>
                    <a:pt x="23" y="44"/>
                  </a:cubicBezTo>
                  <a:cubicBezTo>
                    <a:pt x="25" y="43"/>
                    <a:pt x="27" y="41"/>
                    <a:pt x="27" y="41"/>
                  </a:cubicBezTo>
                  <a:cubicBezTo>
                    <a:pt x="27" y="41"/>
                    <a:pt x="27" y="41"/>
                    <a:pt x="27" y="41"/>
                  </a:cubicBezTo>
                  <a:cubicBezTo>
                    <a:pt x="27" y="41"/>
                    <a:pt x="27" y="41"/>
                    <a:pt x="27" y="41"/>
                  </a:cubicBezTo>
                  <a:cubicBezTo>
                    <a:pt x="27" y="41"/>
                    <a:pt x="27" y="41"/>
                    <a:pt x="27" y="41"/>
                  </a:cubicBezTo>
                  <a:cubicBezTo>
                    <a:pt x="26" y="41"/>
                    <a:pt x="26" y="41"/>
                    <a:pt x="26" y="41"/>
                  </a:cubicBezTo>
                  <a:cubicBezTo>
                    <a:pt x="26" y="41"/>
                    <a:pt x="26" y="41"/>
                    <a:pt x="26" y="41"/>
                  </a:cubicBezTo>
                  <a:cubicBezTo>
                    <a:pt x="25" y="40"/>
                    <a:pt x="25" y="40"/>
                    <a:pt x="25" y="40"/>
                  </a:cubicBezTo>
                  <a:cubicBezTo>
                    <a:pt x="25" y="40"/>
                    <a:pt x="25" y="40"/>
                    <a:pt x="25" y="40"/>
                  </a:cubicBezTo>
                  <a:cubicBezTo>
                    <a:pt x="25" y="40"/>
                    <a:pt x="25" y="40"/>
                    <a:pt x="25" y="40"/>
                  </a:cubicBezTo>
                  <a:cubicBezTo>
                    <a:pt x="24" y="40"/>
                    <a:pt x="24" y="40"/>
                    <a:pt x="24" y="40"/>
                  </a:cubicBezTo>
                  <a:cubicBezTo>
                    <a:pt x="24" y="40"/>
                    <a:pt x="24" y="40"/>
                    <a:pt x="24" y="40"/>
                  </a:cubicBezTo>
                  <a:cubicBezTo>
                    <a:pt x="23" y="41"/>
                    <a:pt x="23" y="41"/>
                    <a:pt x="23" y="41"/>
                  </a:cubicBezTo>
                  <a:cubicBezTo>
                    <a:pt x="22" y="41"/>
                    <a:pt x="21" y="41"/>
                    <a:pt x="20" y="41"/>
                  </a:cubicBezTo>
                  <a:cubicBezTo>
                    <a:pt x="20" y="41"/>
                    <a:pt x="20" y="41"/>
                    <a:pt x="20" y="41"/>
                  </a:cubicBezTo>
                  <a:cubicBezTo>
                    <a:pt x="20" y="41"/>
                    <a:pt x="20" y="41"/>
                    <a:pt x="20" y="41"/>
                  </a:cubicBezTo>
                  <a:cubicBezTo>
                    <a:pt x="20" y="41"/>
                    <a:pt x="20" y="41"/>
                    <a:pt x="20" y="41"/>
                  </a:cubicBezTo>
                  <a:cubicBezTo>
                    <a:pt x="19" y="40"/>
                    <a:pt x="19" y="40"/>
                    <a:pt x="19" y="40"/>
                  </a:cubicBezTo>
                  <a:cubicBezTo>
                    <a:pt x="18" y="38"/>
                    <a:pt x="18" y="38"/>
                    <a:pt x="18" y="38"/>
                  </a:cubicBezTo>
                  <a:cubicBezTo>
                    <a:pt x="18" y="38"/>
                    <a:pt x="18" y="38"/>
                    <a:pt x="18" y="38"/>
                  </a:cubicBezTo>
                  <a:cubicBezTo>
                    <a:pt x="18" y="38"/>
                    <a:pt x="18" y="38"/>
                    <a:pt x="18" y="38"/>
                  </a:cubicBezTo>
                  <a:cubicBezTo>
                    <a:pt x="17" y="38"/>
                    <a:pt x="17" y="38"/>
                    <a:pt x="17" y="38"/>
                  </a:cubicBezTo>
                  <a:cubicBezTo>
                    <a:pt x="16" y="38"/>
                    <a:pt x="16" y="38"/>
                    <a:pt x="16" y="38"/>
                  </a:cubicBezTo>
                  <a:cubicBezTo>
                    <a:pt x="15" y="38"/>
                    <a:pt x="15" y="38"/>
                    <a:pt x="15" y="38"/>
                  </a:cubicBezTo>
                  <a:cubicBezTo>
                    <a:pt x="15" y="38"/>
                    <a:pt x="15" y="38"/>
                    <a:pt x="15" y="38"/>
                  </a:cubicBezTo>
                  <a:cubicBezTo>
                    <a:pt x="15" y="35"/>
                    <a:pt x="15" y="35"/>
                    <a:pt x="15" y="35"/>
                  </a:cubicBezTo>
                  <a:cubicBezTo>
                    <a:pt x="15" y="35"/>
                    <a:pt x="15" y="35"/>
                    <a:pt x="15" y="35"/>
                  </a:cubicBezTo>
                  <a:cubicBezTo>
                    <a:pt x="15" y="34"/>
                    <a:pt x="15" y="34"/>
                    <a:pt x="15" y="34"/>
                  </a:cubicBezTo>
                  <a:cubicBezTo>
                    <a:pt x="15" y="34"/>
                    <a:pt x="15" y="34"/>
                    <a:pt x="15" y="34"/>
                  </a:cubicBezTo>
                  <a:cubicBezTo>
                    <a:pt x="14" y="34"/>
                    <a:pt x="14" y="34"/>
                    <a:pt x="14" y="34"/>
                  </a:cubicBezTo>
                  <a:cubicBezTo>
                    <a:pt x="13" y="34"/>
                    <a:pt x="13" y="34"/>
                    <a:pt x="13" y="34"/>
                  </a:cubicBezTo>
                  <a:cubicBezTo>
                    <a:pt x="12" y="34"/>
                    <a:pt x="12" y="34"/>
                    <a:pt x="12" y="34"/>
                  </a:cubicBezTo>
                  <a:cubicBezTo>
                    <a:pt x="12" y="34"/>
                    <a:pt x="12" y="34"/>
                    <a:pt x="12" y="34"/>
                  </a:cubicBezTo>
                  <a:cubicBezTo>
                    <a:pt x="12" y="32"/>
                    <a:pt x="12" y="32"/>
                    <a:pt x="12" y="32"/>
                  </a:cubicBezTo>
                  <a:cubicBezTo>
                    <a:pt x="12" y="32"/>
                    <a:pt x="12" y="32"/>
                    <a:pt x="12" y="32"/>
                  </a:cubicBezTo>
                  <a:cubicBezTo>
                    <a:pt x="13" y="32"/>
                    <a:pt x="13" y="32"/>
                    <a:pt x="13" y="32"/>
                  </a:cubicBezTo>
                  <a:cubicBezTo>
                    <a:pt x="13" y="32"/>
                    <a:pt x="13" y="32"/>
                    <a:pt x="13" y="32"/>
                  </a:cubicBezTo>
                  <a:cubicBezTo>
                    <a:pt x="13" y="31"/>
                    <a:pt x="13" y="31"/>
                    <a:pt x="13" y="31"/>
                  </a:cubicBezTo>
                  <a:cubicBezTo>
                    <a:pt x="12" y="31"/>
                    <a:pt x="12" y="31"/>
                    <a:pt x="12" y="31"/>
                  </a:cubicBezTo>
                  <a:cubicBezTo>
                    <a:pt x="12" y="31"/>
                    <a:pt x="12" y="31"/>
                    <a:pt x="12" y="31"/>
                  </a:cubicBezTo>
                  <a:cubicBezTo>
                    <a:pt x="10" y="30"/>
                    <a:pt x="10" y="30"/>
                    <a:pt x="10" y="30"/>
                  </a:cubicBezTo>
                  <a:cubicBezTo>
                    <a:pt x="11" y="28"/>
                    <a:pt x="11" y="28"/>
                    <a:pt x="11" y="28"/>
                  </a:cubicBezTo>
                  <a:cubicBezTo>
                    <a:pt x="11" y="28"/>
                    <a:pt x="11" y="28"/>
                    <a:pt x="11" y="28"/>
                  </a:cubicBezTo>
                  <a:cubicBezTo>
                    <a:pt x="12" y="28"/>
                    <a:pt x="12" y="28"/>
                    <a:pt x="12" y="28"/>
                  </a:cubicBezTo>
                  <a:cubicBezTo>
                    <a:pt x="12" y="28"/>
                    <a:pt x="12" y="28"/>
                    <a:pt x="12" y="28"/>
                  </a:cubicBezTo>
                  <a:cubicBezTo>
                    <a:pt x="11" y="26"/>
                    <a:pt x="11" y="26"/>
                    <a:pt x="11" y="26"/>
                  </a:cubicBezTo>
                  <a:cubicBezTo>
                    <a:pt x="11" y="26"/>
                    <a:pt x="11" y="26"/>
                    <a:pt x="11" y="26"/>
                  </a:cubicBezTo>
                  <a:cubicBezTo>
                    <a:pt x="11" y="27"/>
                    <a:pt x="11" y="27"/>
                    <a:pt x="11" y="27"/>
                  </a:cubicBezTo>
                  <a:cubicBezTo>
                    <a:pt x="9" y="25"/>
                    <a:pt x="9" y="25"/>
                    <a:pt x="9" y="25"/>
                  </a:cubicBezTo>
                  <a:cubicBezTo>
                    <a:pt x="11" y="24"/>
                    <a:pt x="11" y="24"/>
                    <a:pt x="11" y="24"/>
                  </a:cubicBezTo>
                  <a:cubicBezTo>
                    <a:pt x="11" y="24"/>
                    <a:pt x="11" y="24"/>
                    <a:pt x="11" y="24"/>
                  </a:cubicBezTo>
                  <a:cubicBezTo>
                    <a:pt x="12" y="25"/>
                    <a:pt x="12" y="25"/>
                    <a:pt x="12" y="25"/>
                  </a:cubicBezTo>
                  <a:cubicBezTo>
                    <a:pt x="12" y="23"/>
                    <a:pt x="12" y="23"/>
                    <a:pt x="12" y="23"/>
                  </a:cubicBezTo>
                  <a:cubicBezTo>
                    <a:pt x="11" y="23"/>
                    <a:pt x="11" y="23"/>
                    <a:pt x="11" y="23"/>
                  </a:cubicBezTo>
                  <a:cubicBezTo>
                    <a:pt x="11" y="23"/>
                    <a:pt x="11" y="23"/>
                    <a:pt x="11" y="23"/>
                  </a:cubicBezTo>
                  <a:cubicBezTo>
                    <a:pt x="11" y="21"/>
                    <a:pt x="11" y="21"/>
                    <a:pt x="11" y="21"/>
                  </a:cubicBezTo>
                  <a:cubicBezTo>
                    <a:pt x="11" y="21"/>
                    <a:pt x="11" y="21"/>
                    <a:pt x="11" y="21"/>
                  </a:cubicBezTo>
                  <a:cubicBezTo>
                    <a:pt x="10" y="21"/>
                    <a:pt x="10" y="21"/>
                    <a:pt x="10" y="21"/>
                  </a:cubicBezTo>
                  <a:cubicBezTo>
                    <a:pt x="11" y="21"/>
                    <a:pt x="11" y="21"/>
                    <a:pt x="11" y="21"/>
                  </a:cubicBezTo>
                  <a:cubicBezTo>
                    <a:pt x="11" y="21"/>
                    <a:pt x="11" y="21"/>
                    <a:pt x="11" y="21"/>
                  </a:cubicBezTo>
                  <a:cubicBezTo>
                    <a:pt x="11" y="21"/>
                    <a:pt x="11" y="21"/>
                    <a:pt x="11" y="21"/>
                  </a:cubicBezTo>
                  <a:cubicBezTo>
                    <a:pt x="12" y="20"/>
                    <a:pt x="12" y="20"/>
                    <a:pt x="12" y="20"/>
                  </a:cubicBezTo>
                  <a:cubicBezTo>
                    <a:pt x="12" y="20"/>
                    <a:pt x="12" y="20"/>
                    <a:pt x="12" y="20"/>
                  </a:cubicBezTo>
                  <a:cubicBezTo>
                    <a:pt x="12" y="20"/>
                    <a:pt x="12" y="19"/>
                    <a:pt x="12" y="18"/>
                  </a:cubicBezTo>
                  <a:cubicBezTo>
                    <a:pt x="12" y="16"/>
                    <a:pt x="12" y="16"/>
                    <a:pt x="12" y="16"/>
                  </a:cubicBezTo>
                  <a:cubicBezTo>
                    <a:pt x="12" y="16"/>
                    <a:pt x="12" y="16"/>
                    <a:pt x="12" y="16"/>
                  </a:cubicBezTo>
                  <a:cubicBezTo>
                    <a:pt x="12" y="17"/>
                    <a:pt x="13" y="18"/>
                    <a:pt x="13" y="19"/>
                  </a:cubicBezTo>
                  <a:cubicBezTo>
                    <a:pt x="14" y="20"/>
                    <a:pt x="14" y="21"/>
                    <a:pt x="16" y="22"/>
                  </a:cubicBezTo>
                  <a:cubicBezTo>
                    <a:pt x="17" y="23"/>
                    <a:pt x="18" y="24"/>
                    <a:pt x="19" y="25"/>
                  </a:cubicBezTo>
                  <a:cubicBezTo>
                    <a:pt x="19" y="25"/>
                    <a:pt x="19" y="25"/>
                    <a:pt x="19" y="25"/>
                  </a:cubicBezTo>
                  <a:cubicBezTo>
                    <a:pt x="19" y="26"/>
                    <a:pt x="19" y="26"/>
                    <a:pt x="19" y="26"/>
                  </a:cubicBezTo>
                  <a:cubicBezTo>
                    <a:pt x="19" y="26"/>
                    <a:pt x="18" y="28"/>
                    <a:pt x="17" y="28"/>
                  </a:cubicBezTo>
                  <a:cubicBezTo>
                    <a:pt x="17" y="28"/>
                    <a:pt x="17" y="28"/>
                    <a:pt x="17" y="28"/>
                  </a:cubicBezTo>
                  <a:cubicBezTo>
                    <a:pt x="17" y="28"/>
                    <a:pt x="17" y="28"/>
                    <a:pt x="17" y="28"/>
                  </a:cubicBezTo>
                  <a:cubicBezTo>
                    <a:pt x="16" y="28"/>
                    <a:pt x="16" y="28"/>
                    <a:pt x="16" y="28"/>
                  </a:cubicBezTo>
                  <a:cubicBezTo>
                    <a:pt x="16" y="29"/>
                    <a:pt x="16" y="29"/>
                    <a:pt x="16" y="29"/>
                  </a:cubicBezTo>
                  <a:cubicBezTo>
                    <a:pt x="16" y="31"/>
                    <a:pt x="17" y="33"/>
                    <a:pt x="19" y="33"/>
                  </a:cubicBezTo>
                  <a:cubicBezTo>
                    <a:pt x="20" y="33"/>
                    <a:pt x="20" y="33"/>
                    <a:pt x="20" y="33"/>
                  </a:cubicBezTo>
                  <a:cubicBezTo>
                    <a:pt x="20" y="33"/>
                    <a:pt x="22" y="35"/>
                    <a:pt x="23" y="35"/>
                  </a:cubicBezTo>
                  <a:cubicBezTo>
                    <a:pt x="24" y="35"/>
                    <a:pt x="24" y="35"/>
                    <a:pt x="24" y="35"/>
                  </a:cubicBezTo>
                  <a:cubicBezTo>
                    <a:pt x="25" y="35"/>
                    <a:pt x="25" y="35"/>
                    <a:pt x="25" y="35"/>
                  </a:cubicBezTo>
                  <a:cubicBezTo>
                    <a:pt x="25" y="34"/>
                    <a:pt x="25" y="34"/>
                    <a:pt x="25" y="34"/>
                  </a:cubicBezTo>
                  <a:cubicBezTo>
                    <a:pt x="27" y="36"/>
                    <a:pt x="27" y="36"/>
                    <a:pt x="27" y="36"/>
                  </a:cubicBezTo>
                  <a:cubicBezTo>
                    <a:pt x="27" y="36"/>
                    <a:pt x="27" y="36"/>
                    <a:pt x="27" y="36"/>
                  </a:cubicBezTo>
                  <a:cubicBezTo>
                    <a:pt x="28" y="34"/>
                    <a:pt x="28" y="34"/>
                    <a:pt x="28" y="34"/>
                  </a:cubicBezTo>
                  <a:cubicBezTo>
                    <a:pt x="28" y="34"/>
                    <a:pt x="28" y="34"/>
                    <a:pt x="28" y="34"/>
                  </a:cubicBezTo>
                  <a:cubicBezTo>
                    <a:pt x="29" y="33"/>
                    <a:pt x="29" y="33"/>
                    <a:pt x="29" y="33"/>
                  </a:cubicBezTo>
                  <a:cubicBezTo>
                    <a:pt x="29" y="35"/>
                    <a:pt x="29" y="35"/>
                    <a:pt x="29" y="35"/>
                  </a:cubicBezTo>
                  <a:cubicBezTo>
                    <a:pt x="31" y="36"/>
                    <a:pt x="31" y="36"/>
                    <a:pt x="31" y="36"/>
                  </a:cubicBezTo>
                  <a:cubicBezTo>
                    <a:pt x="31" y="38"/>
                    <a:pt x="31" y="38"/>
                    <a:pt x="31" y="38"/>
                  </a:cubicBezTo>
                  <a:cubicBezTo>
                    <a:pt x="31" y="39"/>
                    <a:pt x="31" y="39"/>
                    <a:pt x="31" y="39"/>
                  </a:cubicBezTo>
                  <a:cubicBezTo>
                    <a:pt x="31" y="41"/>
                    <a:pt x="31" y="43"/>
                    <a:pt x="30" y="44"/>
                  </a:cubicBezTo>
                  <a:cubicBezTo>
                    <a:pt x="30" y="45"/>
                    <a:pt x="30" y="45"/>
                    <a:pt x="30" y="45"/>
                  </a:cubicBezTo>
                  <a:cubicBezTo>
                    <a:pt x="30" y="46"/>
                    <a:pt x="32" y="48"/>
                    <a:pt x="32" y="48"/>
                  </a:cubicBezTo>
                  <a:cubicBezTo>
                    <a:pt x="32" y="49"/>
                    <a:pt x="32" y="49"/>
                    <a:pt x="32" y="49"/>
                  </a:cubicBezTo>
                  <a:cubicBezTo>
                    <a:pt x="32" y="48"/>
                    <a:pt x="32" y="48"/>
                    <a:pt x="32" y="48"/>
                  </a:cubicBezTo>
                  <a:cubicBezTo>
                    <a:pt x="32" y="48"/>
                    <a:pt x="32" y="48"/>
                    <a:pt x="32" y="48"/>
                  </a:cubicBezTo>
                  <a:cubicBezTo>
                    <a:pt x="33" y="48"/>
                    <a:pt x="34" y="48"/>
                    <a:pt x="36" y="47"/>
                  </a:cubicBezTo>
                  <a:moveTo>
                    <a:pt x="11" y="27"/>
                  </a:moveTo>
                  <a:cubicBezTo>
                    <a:pt x="11" y="27"/>
                    <a:pt x="11" y="27"/>
                    <a:pt x="11" y="27"/>
                  </a:cubicBezTo>
                  <a:cubicBezTo>
                    <a:pt x="11" y="27"/>
                    <a:pt x="11" y="27"/>
                    <a:pt x="11" y="27"/>
                  </a:cubicBezTo>
                  <a:close/>
                  <a:moveTo>
                    <a:pt x="36" y="42"/>
                  </a:moveTo>
                  <a:cubicBezTo>
                    <a:pt x="34" y="45"/>
                    <a:pt x="33" y="47"/>
                    <a:pt x="32" y="48"/>
                  </a:cubicBezTo>
                  <a:cubicBezTo>
                    <a:pt x="32" y="47"/>
                    <a:pt x="31" y="46"/>
                    <a:pt x="31" y="45"/>
                  </a:cubicBezTo>
                  <a:cubicBezTo>
                    <a:pt x="31" y="44"/>
                    <a:pt x="31" y="44"/>
                    <a:pt x="31" y="44"/>
                  </a:cubicBezTo>
                  <a:cubicBezTo>
                    <a:pt x="31" y="43"/>
                    <a:pt x="32" y="41"/>
                    <a:pt x="32" y="39"/>
                  </a:cubicBezTo>
                  <a:cubicBezTo>
                    <a:pt x="32" y="38"/>
                    <a:pt x="32" y="38"/>
                    <a:pt x="32" y="38"/>
                  </a:cubicBezTo>
                  <a:cubicBezTo>
                    <a:pt x="31" y="37"/>
                    <a:pt x="31" y="37"/>
                    <a:pt x="31" y="37"/>
                  </a:cubicBezTo>
                  <a:cubicBezTo>
                    <a:pt x="31" y="36"/>
                    <a:pt x="31" y="36"/>
                    <a:pt x="31" y="36"/>
                  </a:cubicBezTo>
                  <a:cubicBezTo>
                    <a:pt x="32" y="35"/>
                    <a:pt x="32" y="35"/>
                    <a:pt x="32" y="35"/>
                  </a:cubicBezTo>
                  <a:cubicBezTo>
                    <a:pt x="33" y="34"/>
                    <a:pt x="33" y="34"/>
                    <a:pt x="33" y="34"/>
                  </a:cubicBezTo>
                  <a:cubicBezTo>
                    <a:pt x="34" y="36"/>
                    <a:pt x="34" y="36"/>
                    <a:pt x="34" y="36"/>
                  </a:cubicBezTo>
                  <a:cubicBezTo>
                    <a:pt x="36" y="37"/>
                    <a:pt x="36" y="37"/>
                    <a:pt x="36" y="37"/>
                  </a:cubicBezTo>
                  <a:cubicBezTo>
                    <a:pt x="37" y="39"/>
                    <a:pt x="37" y="39"/>
                    <a:pt x="37" y="39"/>
                  </a:cubicBezTo>
                  <a:cubicBezTo>
                    <a:pt x="37" y="40"/>
                    <a:pt x="36" y="41"/>
                    <a:pt x="36" y="42"/>
                  </a:cubicBezTo>
                  <a:moveTo>
                    <a:pt x="44" y="32"/>
                  </a:moveTo>
                  <a:cubicBezTo>
                    <a:pt x="43" y="32"/>
                    <a:pt x="43" y="32"/>
                    <a:pt x="43" y="32"/>
                  </a:cubicBezTo>
                  <a:cubicBezTo>
                    <a:pt x="42" y="32"/>
                    <a:pt x="42" y="32"/>
                    <a:pt x="42" y="32"/>
                  </a:cubicBezTo>
                  <a:cubicBezTo>
                    <a:pt x="41" y="33"/>
                    <a:pt x="40" y="35"/>
                    <a:pt x="40" y="36"/>
                  </a:cubicBezTo>
                  <a:cubicBezTo>
                    <a:pt x="40" y="37"/>
                    <a:pt x="40" y="37"/>
                    <a:pt x="40" y="37"/>
                  </a:cubicBezTo>
                  <a:cubicBezTo>
                    <a:pt x="40" y="38"/>
                    <a:pt x="40" y="38"/>
                    <a:pt x="40" y="38"/>
                  </a:cubicBezTo>
                  <a:cubicBezTo>
                    <a:pt x="37" y="39"/>
                    <a:pt x="37" y="39"/>
                    <a:pt x="37" y="39"/>
                  </a:cubicBezTo>
                  <a:cubicBezTo>
                    <a:pt x="37" y="39"/>
                    <a:pt x="37" y="39"/>
                    <a:pt x="37" y="39"/>
                  </a:cubicBezTo>
                  <a:cubicBezTo>
                    <a:pt x="37" y="37"/>
                    <a:pt x="37" y="37"/>
                    <a:pt x="37" y="37"/>
                  </a:cubicBezTo>
                  <a:cubicBezTo>
                    <a:pt x="37" y="37"/>
                    <a:pt x="37" y="37"/>
                    <a:pt x="37" y="37"/>
                  </a:cubicBezTo>
                  <a:cubicBezTo>
                    <a:pt x="38" y="37"/>
                    <a:pt x="38" y="37"/>
                    <a:pt x="38" y="37"/>
                  </a:cubicBezTo>
                  <a:cubicBezTo>
                    <a:pt x="38" y="37"/>
                    <a:pt x="38" y="37"/>
                    <a:pt x="38" y="37"/>
                  </a:cubicBezTo>
                  <a:cubicBezTo>
                    <a:pt x="39" y="37"/>
                    <a:pt x="39" y="37"/>
                    <a:pt x="39" y="37"/>
                  </a:cubicBezTo>
                  <a:cubicBezTo>
                    <a:pt x="38" y="36"/>
                    <a:pt x="38" y="36"/>
                    <a:pt x="38" y="36"/>
                  </a:cubicBezTo>
                  <a:cubicBezTo>
                    <a:pt x="36" y="34"/>
                    <a:pt x="36" y="34"/>
                    <a:pt x="36" y="34"/>
                  </a:cubicBezTo>
                  <a:cubicBezTo>
                    <a:pt x="36" y="34"/>
                    <a:pt x="36" y="34"/>
                    <a:pt x="36" y="34"/>
                  </a:cubicBezTo>
                  <a:cubicBezTo>
                    <a:pt x="37" y="31"/>
                    <a:pt x="37" y="31"/>
                    <a:pt x="37" y="31"/>
                  </a:cubicBezTo>
                  <a:cubicBezTo>
                    <a:pt x="38" y="31"/>
                    <a:pt x="38" y="30"/>
                    <a:pt x="38" y="29"/>
                  </a:cubicBezTo>
                  <a:cubicBezTo>
                    <a:pt x="39" y="28"/>
                    <a:pt x="39" y="27"/>
                    <a:pt x="39" y="26"/>
                  </a:cubicBezTo>
                  <a:cubicBezTo>
                    <a:pt x="39" y="27"/>
                    <a:pt x="40" y="28"/>
                    <a:pt x="40" y="29"/>
                  </a:cubicBezTo>
                  <a:cubicBezTo>
                    <a:pt x="40" y="29"/>
                    <a:pt x="40" y="29"/>
                    <a:pt x="40" y="29"/>
                  </a:cubicBezTo>
                  <a:cubicBezTo>
                    <a:pt x="40" y="30"/>
                    <a:pt x="40" y="30"/>
                    <a:pt x="40" y="30"/>
                  </a:cubicBezTo>
                  <a:cubicBezTo>
                    <a:pt x="41" y="29"/>
                    <a:pt x="41" y="29"/>
                    <a:pt x="41" y="29"/>
                  </a:cubicBezTo>
                  <a:cubicBezTo>
                    <a:pt x="42" y="28"/>
                    <a:pt x="42" y="28"/>
                    <a:pt x="42" y="28"/>
                  </a:cubicBezTo>
                  <a:cubicBezTo>
                    <a:pt x="42" y="30"/>
                    <a:pt x="42" y="30"/>
                    <a:pt x="42" y="30"/>
                  </a:cubicBezTo>
                  <a:cubicBezTo>
                    <a:pt x="42" y="30"/>
                    <a:pt x="42" y="30"/>
                    <a:pt x="42" y="30"/>
                  </a:cubicBezTo>
                  <a:cubicBezTo>
                    <a:pt x="42" y="31"/>
                    <a:pt x="42" y="31"/>
                    <a:pt x="42" y="31"/>
                  </a:cubicBezTo>
                  <a:cubicBezTo>
                    <a:pt x="42" y="31"/>
                    <a:pt x="42" y="31"/>
                    <a:pt x="42" y="31"/>
                  </a:cubicBezTo>
                  <a:cubicBezTo>
                    <a:pt x="43" y="30"/>
                    <a:pt x="43" y="30"/>
                    <a:pt x="43" y="30"/>
                  </a:cubicBezTo>
                  <a:cubicBezTo>
                    <a:pt x="43" y="30"/>
                    <a:pt x="44" y="31"/>
                    <a:pt x="44" y="32"/>
                  </a:cubicBezTo>
                  <a:moveTo>
                    <a:pt x="48" y="29"/>
                  </a:moveTo>
                  <a:cubicBezTo>
                    <a:pt x="48" y="29"/>
                    <a:pt x="48" y="29"/>
                    <a:pt x="48" y="29"/>
                  </a:cubicBezTo>
                  <a:cubicBezTo>
                    <a:pt x="48" y="29"/>
                    <a:pt x="48" y="29"/>
                    <a:pt x="48" y="29"/>
                  </a:cubicBezTo>
                  <a:cubicBezTo>
                    <a:pt x="47" y="28"/>
                    <a:pt x="47" y="28"/>
                    <a:pt x="47" y="28"/>
                  </a:cubicBezTo>
                  <a:cubicBezTo>
                    <a:pt x="47" y="28"/>
                    <a:pt x="47" y="28"/>
                    <a:pt x="47" y="28"/>
                  </a:cubicBezTo>
                  <a:cubicBezTo>
                    <a:pt x="47" y="28"/>
                    <a:pt x="47" y="28"/>
                    <a:pt x="47" y="28"/>
                  </a:cubicBezTo>
                  <a:lnTo>
                    <a:pt x="48" y="29"/>
                  </a:lnTo>
                  <a:close/>
                  <a:moveTo>
                    <a:pt x="47" y="15"/>
                  </a:moveTo>
                  <a:cubicBezTo>
                    <a:pt x="46" y="18"/>
                    <a:pt x="46" y="18"/>
                    <a:pt x="46" y="18"/>
                  </a:cubicBezTo>
                  <a:cubicBezTo>
                    <a:pt x="46" y="18"/>
                    <a:pt x="46" y="19"/>
                    <a:pt x="46" y="20"/>
                  </a:cubicBezTo>
                  <a:cubicBezTo>
                    <a:pt x="46" y="21"/>
                    <a:pt x="46" y="21"/>
                    <a:pt x="46" y="21"/>
                  </a:cubicBezTo>
                  <a:cubicBezTo>
                    <a:pt x="47" y="25"/>
                    <a:pt x="47" y="25"/>
                    <a:pt x="47" y="25"/>
                  </a:cubicBezTo>
                  <a:cubicBezTo>
                    <a:pt x="47" y="27"/>
                    <a:pt x="47" y="27"/>
                    <a:pt x="47" y="27"/>
                  </a:cubicBezTo>
                  <a:cubicBezTo>
                    <a:pt x="47" y="27"/>
                    <a:pt x="47" y="27"/>
                    <a:pt x="47" y="27"/>
                  </a:cubicBezTo>
                  <a:cubicBezTo>
                    <a:pt x="47" y="28"/>
                    <a:pt x="47" y="28"/>
                    <a:pt x="47" y="28"/>
                  </a:cubicBezTo>
                  <a:cubicBezTo>
                    <a:pt x="47" y="28"/>
                    <a:pt x="47" y="28"/>
                    <a:pt x="47" y="28"/>
                  </a:cubicBezTo>
                  <a:cubicBezTo>
                    <a:pt x="46" y="27"/>
                    <a:pt x="46" y="27"/>
                    <a:pt x="46" y="27"/>
                  </a:cubicBezTo>
                  <a:cubicBezTo>
                    <a:pt x="46" y="26"/>
                    <a:pt x="46" y="26"/>
                    <a:pt x="46" y="26"/>
                  </a:cubicBezTo>
                  <a:cubicBezTo>
                    <a:pt x="46" y="24"/>
                    <a:pt x="46" y="24"/>
                    <a:pt x="46" y="24"/>
                  </a:cubicBezTo>
                  <a:cubicBezTo>
                    <a:pt x="45" y="23"/>
                    <a:pt x="45" y="23"/>
                    <a:pt x="45" y="23"/>
                  </a:cubicBezTo>
                  <a:cubicBezTo>
                    <a:pt x="45" y="23"/>
                    <a:pt x="45" y="23"/>
                    <a:pt x="45" y="23"/>
                  </a:cubicBezTo>
                  <a:cubicBezTo>
                    <a:pt x="45" y="23"/>
                    <a:pt x="45" y="23"/>
                    <a:pt x="45" y="23"/>
                  </a:cubicBezTo>
                  <a:cubicBezTo>
                    <a:pt x="45" y="22"/>
                    <a:pt x="45" y="22"/>
                    <a:pt x="45" y="22"/>
                  </a:cubicBezTo>
                  <a:cubicBezTo>
                    <a:pt x="45" y="23"/>
                    <a:pt x="45" y="23"/>
                    <a:pt x="45" y="23"/>
                  </a:cubicBezTo>
                  <a:cubicBezTo>
                    <a:pt x="45" y="23"/>
                    <a:pt x="45" y="23"/>
                    <a:pt x="45" y="23"/>
                  </a:cubicBezTo>
                  <a:cubicBezTo>
                    <a:pt x="45" y="23"/>
                    <a:pt x="45" y="23"/>
                    <a:pt x="45" y="23"/>
                  </a:cubicBezTo>
                  <a:cubicBezTo>
                    <a:pt x="45" y="23"/>
                    <a:pt x="45" y="23"/>
                    <a:pt x="45" y="23"/>
                  </a:cubicBezTo>
                  <a:cubicBezTo>
                    <a:pt x="45" y="23"/>
                    <a:pt x="44" y="25"/>
                    <a:pt x="44" y="26"/>
                  </a:cubicBezTo>
                  <a:cubicBezTo>
                    <a:pt x="43" y="28"/>
                    <a:pt x="43" y="28"/>
                    <a:pt x="43" y="28"/>
                  </a:cubicBezTo>
                  <a:cubicBezTo>
                    <a:pt x="43" y="30"/>
                    <a:pt x="43" y="30"/>
                    <a:pt x="43" y="30"/>
                  </a:cubicBezTo>
                  <a:cubicBezTo>
                    <a:pt x="42" y="28"/>
                    <a:pt x="42" y="28"/>
                    <a:pt x="42" y="28"/>
                  </a:cubicBezTo>
                  <a:cubicBezTo>
                    <a:pt x="42" y="27"/>
                    <a:pt x="42" y="27"/>
                    <a:pt x="42" y="27"/>
                  </a:cubicBezTo>
                  <a:cubicBezTo>
                    <a:pt x="42" y="27"/>
                    <a:pt x="42" y="27"/>
                    <a:pt x="42" y="27"/>
                  </a:cubicBezTo>
                  <a:cubicBezTo>
                    <a:pt x="42" y="26"/>
                    <a:pt x="42" y="26"/>
                    <a:pt x="42" y="26"/>
                  </a:cubicBezTo>
                  <a:cubicBezTo>
                    <a:pt x="43" y="24"/>
                    <a:pt x="43" y="22"/>
                    <a:pt x="43" y="21"/>
                  </a:cubicBezTo>
                  <a:cubicBezTo>
                    <a:pt x="43" y="20"/>
                    <a:pt x="43" y="20"/>
                    <a:pt x="43" y="20"/>
                  </a:cubicBezTo>
                  <a:cubicBezTo>
                    <a:pt x="43" y="18"/>
                    <a:pt x="43" y="18"/>
                    <a:pt x="43" y="18"/>
                  </a:cubicBezTo>
                  <a:cubicBezTo>
                    <a:pt x="44" y="19"/>
                    <a:pt x="44" y="19"/>
                    <a:pt x="44" y="19"/>
                  </a:cubicBezTo>
                  <a:cubicBezTo>
                    <a:pt x="44" y="18"/>
                    <a:pt x="44" y="18"/>
                    <a:pt x="44" y="18"/>
                  </a:cubicBezTo>
                  <a:cubicBezTo>
                    <a:pt x="44" y="16"/>
                    <a:pt x="44" y="16"/>
                    <a:pt x="44" y="16"/>
                  </a:cubicBezTo>
                  <a:cubicBezTo>
                    <a:pt x="44" y="15"/>
                    <a:pt x="43" y="14"/>
                    <a:pt x="43" y="14"/>
                  </a:cubicBezTo>
                  <a:cubicBezTo>
                    <a:pt x="43" y="14"/>
                    <a:pt x="43" y="14"/>
                    <a:pt x="43" y="14"/>
                  </a:cubicBezTo>
                  <a:cubicBezTo>
                    <a:pt x="43" y="13"/>
                    <a:pt x="43" y="13"/>
                    <a:pt x="43" y="13"/>
                  </a:cubicBezTo>
                  <a:cubicBezTo>
                    <a:pt x="43" y="12"/>
                    <a:pt x="43" y="12"/>
                    <a:pt x="43" y="12"/>
                  </a:cubicBezTo>
                  <a:cubicBezTo>
                    <a:pt x="44" y="12"/>
                    <a:pt x="44" y="12"/>
                    <a:pt x="44" y="12"/>
                  </a:cubicBezTo>
                  <a:cubicBezTo>
                    <a:pt x="44" y="12"/>
                    <a:pt x="44" y="12"/>
                    <a:pt x="44" y="12"/>
                  </a:cubicBezTo>
                  <a:cubicBezTo>
                    <a:pt x="45" y="14"/>
                    <a:pt x="45" y="14"/>
                    <a:pt x="45" y="14"/>
                  </a:cubicBezTo>
                  <a:cubicBezTo>
                    <a:pt x="45" y="14"/>
                    <a:pt x="45" y="14"/>
                    <a:pt x="45" y="14"/>
                  </a:cubicBezTo>
                  <a:cubicBezTo>
                    <a:pt x="45" y="14"/>
                    <a:pt x="45" y="14"/>
                    <a:pt x="45" y="14"/>
                  </a:cubicBezTo>
                  <a:cubicBezTo>
                    <a:pt x="45" y="15"/>
                    <a:pt x="45" y="15"/>
                    <a:pt x="45" y="15"/>
                  </a:cubicBezTo>
                  <a:cubicBezTo>
                    <a:pt x="44" y="16"/>
                    <a:pt x="44" y="16"/>
                    <a:pt x="44" y="16"/>
                  </a:cubicBezTo>
                  <a:cubicBezTo>
                    <a:pt x="44" y="16"/>
                    <a:pt x="44" y="16"/>
                    <a:pt x="44" y="16"/>
                  </a:cubicBezTo>
                  <a:cubicBezTo>
                    <a:pt x="44" y="17"/>
                    <a:pt x="44" y="17"/>
                    <a:pt x="44" y="17"/>
                  </a:cubicBezTo>
                  <a:cubicBezTo>
                    <a:pt x="44" y="19"/>
                    <a:pt x="44" y="19"/>
                    <a:pt x="44" y="19"/>
                  </a:cubicBezTo>
                  <a:cubicBezTo>
                    <a:pt x="45" y="19"/>
                    <a:pt x="45" y="19"/>
                    <a:pt x="45" y="19"/>
                  </a:cubicBezTo>
                  <a:cubicBezTo>
                    <a:pt x="45" y="17"/>
                    <a:pt x="45" y="17"/>
                    <a:pt x="45" y="17"/>
                  </a:cubicBezTo>
                  <a:cubicBezTo>
                    <a:pt x="45" y="16"/>
                    <a:pt x="45" y="16"/>
                    <a:pt x="45" y="16"/>
                  </a:cubicBezTo>
                  <a:cubicBezTo>
                    <a:pt x="45" y="16"/>
                    <a:pt x="45" y="16"/>
                    <a:pt x="45" y="16"/>
                  </a:cubicBezTo>
                  <a:cubicBezTo>
                    <a:pt x="45" y="15"/>
                    <a:pt x="45" y="15"/>
                    <a:pt x="45" y="15"/>
                  </a:cubicBezTo>
                  <a:cubicBezTo>
                    <a:pt x="45" y="15"/>
                    <a:pt x="45" y="15"/>
                    <a:pt x="45" y="15"/>
                  </a:cubicBezTo>
                  <a:cubicBezTo>
                    <a:pt x="47" y="13"/>
                    <a:pt x="47" y="13"/>
                    <a:pt x="47" y="13"/>
                  </a:cubicBezTo>
                  <a:cubicBezTo>
                    <a:pt x="47" y="13"/>
                    <a:pt x="47" y="13"/>
                    <a:pt x="47" y="13"/>
                  </a:cubicBezTo>
                  <a:cubicBezTo>
                    <a:pt x="47" y="13"/>
                    <a:pt x="47" y="13"/>
                    <a:pt x="47" y="13"/>
                  </a:cubicBezTo>
                  <a:cubicBezTo>
                    <a:pt x="48" y="14"/>
                    <a:pt x="48" y="14"/>
                    <a:pt x="48" y="14"/>
                  </a:cubicBezTo>
                  <a:lnTo>
                    <a:pt x="47" y="15"/>
                  </a:lnTo>
                  <a:close/>
                  <a:moveTo>
                    <a:pt x="48" y="13"/>
                  </a:moveTo>
                  <a:cubicBezTo>
                    <a:pt x="47" y="13"/>
                    <a:pt x="47" y="13"/>
                    <a:pt x="47" y="13"/>
                  </a:cubicBezTo>
                  <a:cubicBezTo>
                    <a:pt x="47" y="13"/>
                    <a:pt x="47" y="13"/>
                    <a:pt x="47" y="13"/>
                  </a:cubicBezTo>
                  <a:cubicBezTo>
                    <a:pt x="48" y="12"/>
                    <a:pt x="48" y="12"/>
                    <a:pt x="48" y="12"/>
                  </a:cubicBezTo>
                  <a:cubicBezTo>
                    <a:pt x="48" y="12"/>
                    <a:pt x="48" y="12"/>
                    <a:pt x="48" y="12"/>
                  </a:cubicBezTo>
                  <a:lnTo>
                    <a:pt x="48" y="13"/>
                  </a:lnTo>
                  <a:close/>
                  <a:moveTo>
                    <a:pt x="11" y="78"/>
                  </a:moveTo>
                  <a:cubicBezTo>
                    <a:pt x="11" y="79"/>
                    <a:pt x="11" y="79"/>
                    <a:pt x="11" y="79"/>
                  </a:cubicBezTo>
                  <a:cubicBezTo>
                    <a:pt x="10" y="80"/>
                    <a:pt x="10" y="80"/>
                    <a:pt x="10" y="80"/>
                  </a:cubicBezTo>
                  <a:cubicBezTo>
                    <a:pt x="10" y="81"/>
                    <a:pt x="10" y="81"/>
                    <a:pt x="10" y="81"/>
                  </a:cubicBezTo>
                  <a:cubicBezTo>
                    <a:pt x="11" y="81"/>
                    <a:pt x="11" y="81"/>
                    <a:pt x="11" y="81"/>
                  </a:cubicBezTo>
                  <a:cubicBezTo>
                    <a:pt x="11" y="80"/>
                    <a:pt x="11" y="80"/>
                    <a:pt x="11" y="80"/>
                  </a:cubicBezTo>
                  <a:cubicBezTo>
                    <a:pt x="11" y="80"/>
                    <a:pt x="11" y="80"/>
                    <a:pt x="11" y="80"/>
                  </a:cubicBezTo>
                  <a:cubicBezTo>
                    <a:pt x="12" y="78"/>
                    <a:pt x="12" y="78"/>
                    <a:pt x="12" y="78"/>
                  </a:cubicBezTo>
                  <a:lnTo>
                    <a:pt x="11" y="78"/>
                  </a:lnTo>
                  <a:close/>
                  <a:moveTo>
                    <a:pt x="26" y="52"/>
                  </a:moveTo>
                  <a:cubicBezTo>
                    <a:pt x="26" y="52"/>
                    <a:pt x="24" y="53"/>
                    <a:pt x="23" y="54"/>
                  </a:cubicBezTo>
                  <a:cubicBezTo>
                    <a:pt x="21" y="55"/>
                    <a:pt x="20" y="55"/>
                    <a:pt x="20" y="56"/>
                  </a:cubicBezTo>
                  <a:cubicBezTo>
                    <a:pt x="19" y="57"/>
                    <a:pt x="19" y="57"/>
                    <a:pt x="19" y="57"/>
                  </a:cubicBezTo>
                  <a:cubicBezTo>
                    <a:pt x="20" y="57"/>
                    <a:pt x="20" y="57"/>
                    <a:pt x="20" y="57"/>
                  </a:cubicBezTo>
                  <a:cubicBezTo>
                    <a:pt x="20" y="56"/>
                    <a:pt x="20" y="56"/>
                    <a:pt x="20" y="56"/>
                  </a:cubicBezTo>
                  <a:cubicBezTo>
                    <a:pt x="20" y="55"/>
                    <a:pt x="21" y="55"/>
                    <a:pt x="23" y="54"/>
                  </a:cubicBezTo>
                  <a:cubicBezTo>
                    <a:pt x="25" y="54"/>
                    <a:pt x="26" y="52"/>
                    <a:pt x="26" y="52"/>
                  </a:cubicBezTo>
                  <a:close/>
                  <a:moveTo>
                    <a:pt x="8" y="82"/>
                  </a:moveTo>
                  <a:cubicBezTo>
                    <a:pt x="8" y="83"/>
                    <a:pt x="8" y="83"/>
                    <a:pt x="8" y="83"/>
                  </a:cubicBezTo>
                  <a:cubicBezTo>
                    <a:pt x="8" y="83"/>
                    <a:pt x="8" y="83"/>
                    <a:pt x="8" y="83"/>
                  </a:cubicBezTo>
                  <a:cubicBezTo>
                    <a:pt x="8" y="83"/>
                    <a:pt x="8" y="83"/>
                    <a:pt x="8" y="83"/>
                  </a:cubicBezTo>
                  <a:cubicBezTo>
                    <a:pt x="9" y="84"/>
                    <a:pt x="9" y="84"/>
                    <a:pt x="9" y="84"/>
                  </a:cubicBezTo>
                  <a:cubicBezTo>
                    <a:pt x="9" y="85"/>
                    <a:pt x="9" y="85"/>
                    <a:pt x="9" y="85"/>
                  </a:cubicBezTo>
                  <a:cubicBezTo>
                    <a:pt x="8" y="85"/>
                    <a:pt x="9" y="86"/>
                    <a:pt x="8" y="86"/>
                  </a:cubicBezTo>
                  <a:cubicBezTo>
                    <a:pt x="7" y="88"/>
                    <a:pt x="7" y="88"/>
                    <a:pt x="7" y="88"/>
                  </a:cubicBezTo>
                  <a:cubicBezTo>
                    <a:pt x="7" y="89"/>
                    <a:pt x="7" y="89"/>
                    <a:pt x="7" y="89"/>
                  </a:cubicBezTo>
                  <a:cubicBezTo>
                    <a:pt x="7" y="90"/>
                    <a:pt x="7" y="91"/>
                    <a:pt x="7" y="92"/>
                  </a:cubicBezTo>
                  <a:cubicBezTo>
                    <a:pt x="7" y="95"/>
                    <a:pt x="7" y="95"/>
                    <a:pt x="7" y="95"/>
                  </a:cubicBezTo>
                  <a:cubicBezTo>
                    <a:pt x="7" y="95"/>
                    <a:pt x="7" y="95"/>
                    <a:pt x="7" y="95"/>
                  </a:cubicBezTo>
                  <a:cubicBezTo>
                    <a:pt x="8" y="96"/>
                    <a:pt x="8" y="96"/>
                    <a:pt x="8" y="96"/>
                  </a:cubicBezTo>
                  <a:cubicBezTo>
                    <a:pt x="8" y="96"/>
                    <a:pt x="8" y="96"/>
                    <a:pt x="8" y="96"/>
                  </a:cubicBezTo>
                  <a:cubicBezTo>
                    <a:pt x="8" y="95"/>
                    <a:pt x="8" y="95"/>
                    <a:pt x="8" y="95"/>
                  </a:cubicBezTo>
                  <a:cubicBezTo>
                    <a:pt x="8" y="95"/>
                    <a:pt x="8" y="95"/>
                    <a:pt x="8" y="95"/>
                  </a:cubicBezTo>
                  <a:cubicBezTo>
                    <a:pt x="8" y="92"/>
                    <a:pt x="8" y="92"/>
                    <a:pt x="8" y="92"/>
                  </a:cubicBezTo>
                  <a:cubicBezTo>
                    <a:pt x="8" y="91"/>
                    <a:pt x="8" y="90"/>
                    <a:pt x="8" y="89"/>
                  </a:cubicBezTo>
                  <a:cubicBezTo>
                    <a:pt x="8" y="89"/>
                    <a:pt x="8" y="89"/>
                    <a:pt x="8" y="89"/>
                  </a:cubicBezTo>
                  <a:cubicBezTo>
                    <a:pt x="9" y="87"/>
                    <a:pt x="9" y="87"/>
                    <a:pt x="9" y="87"/>
                  </a:cubicBezTo>
                  <a:cubicBezTo>
                    <a:pt x="9" y="85"/>
                    <a:pt x="9" y="85"/>
                    <a:pt x="9" y="85"/>
                  </a:cubicBezTo>
                  <a:cubicBezTo>
                    <a:pt x="9" y="84"/>
                    <a:pt x="9" y="84"/>
                    <a:pt x="9" y="84"/>
                  </a:cubicBezTo>
                  <a:cubicBezTo>
                    <a:pt x="9" y="83"/>
                    <a:pt x="8" y="83"/>
                    <a:pt x="8" y="82"/>
                  </a:cubicBezTo>
                  <a:close/>
                  <a:moveTo>
                    <a:pt x="21" y="34"/>
                  </a:moveTo>
                  <a:cubicBezTo>
                    <a:pt x="20" y="34"/>
                    <a:pt x="20" y="34"/>
                    <a:pt x="20" y="34"/>
                  </a:cubicBezTo>
                  <a:cubicBezTo>
                    <a:pt x="19" y="34"/>
                    <a:pt x="19" y="34"/>
                    <a:pt x="19" y="34"/>
                  </a:cubicBezTo>
                  <a:cubicBezTo>
                    <a:pt x="18" y="34"/>
                    <a:pt x="18" y="34"/>
                    <a:pt x="18" y="34"/>
                  </a:cubicBezTo>
                  <a:cubicBezTo>
                    <a:pt x="18" y="33"/>
                    <a:pt x="18" y="33"/>
                    <a:pt x="18" y="33"/>
                  </a:cubicBezTo>
                  <a:cubicBezTo>
                    <a:pt x="18" y="32"/>
                    <a:pt x="17" y="32"/>
                    <a:pt x="16" y="32"/>
                  </a:cubicBezTo>
                  <a:cubicBezTo>
                    <a:pt x="15" y="31"/>
                    <a:pt x="15" y="31"/>
                    <a:pt x="15" y="30"/>
                  </a:cubicBezTo>
                  <a:cubicBezTo>
                    <a:pt x="15" y="30"/>
                    <a:pt x="15" y="30"/>
                    <a:pt x="15" y="30"/>
                  </a:cubicBezTo>
                  <a:cubicBezTo>
                    <a:pt x="15" y="29"/>
                    <a:pt x="15" y="29"/>
                    <a:pt x="15" y="29"/>
                  </a:cubicBezTo>
                  <a:cubicBezTo>
                    <a:pt x="15" y="29"/>
                    <a:pt x="15" y="29"/>
                    <a:pt x="15" y="29"/>
                  </a:cubicBezTo>
                  <a:cubicBezTo>
                    <a:pt x="15" y="27"/>
                    <a:pt x="15" y="27"/>
                    <a:pt x="15" y="27"/>
                  </a:cubicBezTo>
                  <a:cubicBezTo>
                    <a:pt x="14" y="25"/>
                    <a:pt x="14" y="25"/>
                    <a:pt x="14" y="25"/>
                  </a:cubicBezTo>
                  <a:cubicBezTo>
                    <a:pt x="15" y="26"/>
                    <a:pt x="15" y="26"/>
                    <a:pt x="15" y="26"/>
                  </a:cubicBezTo>
                  <a:cubicBezTo>
                    <a:pt x="15" y="26"/>
                    <a:pt x="15" y="26"/>
                    <a:pt x="15" y="26"/>
                  </a:cubicBezTo>
                  <a:cubicBezTo>
                    <a:pt x="16" y="25"/>
                    <a:pt x="16" y="25"/>
                    <a:pt x="16" y="25"/>
                  </a:cubicBezTo>
                  <a:cubicBezTo>
                    <a:pt x="16" y="25"/>
                    <a:pt x="16" y="25"/>
                    <a:pt x="16" y="25"/>
                  </a:cubicBezTo>
                  <a:cubicBezTo>
                    <a:pt x="16" y="23"/>
                    <a:pt x="16" y="23"/>
                    <a:pt x="16" y="23"/>
                  </a:cubicBezTo>
                  <a:cubicBezTo>
                    <a:pt x="14" y="22"/>
                    <a:pt x="14" y="22"/>
                    <a:pt x="14" y="22"/>
                  </a:cubicBezTo>
                  <a:cubicBezTo>
                    <a:pt x="14" y="22"/>
                    <a:pt x="14" y="22"/>
                    <a:pt x="14" y="22"/>
                  </a:cubicBezTo>
                  <a:cubicBezTo>
                    <a:pt x="15" y="23"/>
                    <a:pt x="15" y="23"/>
                    <a:pt x="15" y="23"/>
                  </a:cubicBezTo>
                  <a:cubicBezTo>
                    <a:pt x="15" y="23"/>
                    <a:pt x="15" y="23"/>
                    <a:pt x="15" y="23"/>
                  </a:cubicBezTo>
                  <a:cubicBezTo>
                    <a:pt x="16" y="25"/>
                    <a:pt x="16" y="25"/>
                    <a:pt x="16" y="25"/>
                  </a:cubicBezTo>
                  <a:cubicBezTo>
                    <a:pt x="16" y="25"/>
                    <a:pt x="16" y="25"/>
                    <a:pt x="16" y="25"/>
                  </a:cubicBezTo>
                  <a:cubicBezTo>
                    <a:pt x="15" y="25"/>
                    <a:pt x="15" y="25"/>
                    <a:pt x="15" y="25"/>
                  </a:cubicBezTo>
                  <a:cubicBezTo>
                    <a:pt x="15" y="25"/>
                    <a:pt x="15" y="25"/>
                    <a:pt x="15" y="25"/>
                  </a:cubicBezTo>
                  <a:cubicBezTo>
                    <a:pt x="14" y="25"/>
                    <a:pt x="14" y="25"/>
                    <a:pt x="14" y="25"/>
                  </a:cubicBezTo>
                  <a:cubicBezTo>
                    <a:pt x="14" y="24"/>
                    <a:pt x="14" y="24"/>
                    <a:pt x="14" y="24"/>
                  </a:cubicBezTo>
                  <a:cubicBezTo>
                    <a:pt x="14" y="25"/>
                    <a:pt x="14" y="25"/>
                    <a:pt x="14" y="25"/>
                  </a:cubicBezTo>
                  <a:cubicBezTo>
                    <a:pt x="14" y="27"/>
                    <a:pt x="14" y="27"/>
                    <a:pt x="14" y="27"/>
                  </a:cubicBezTo>
                  <a:cubicBezTo>
                    <a:pt x="15" y="29"/>
                    <a:pt x="15" y="29"/>
                    <a:pt x="15" y="29"/>
                  </a:cubicBezTo>
                  <a:cubicBezTo>
                    <a:pt x="15" y="29"/>
                    <a:pt x="15" y="29"/>
                    <a:pt x="15" y="29"/>
                  </a:cubicBezTo>
                  <a:cubicBezTo>
                    <a:pt x="14" y="30"/>
                    <a:pt x="14" y="30"/>
                    <a:pt x="14" y="30"/>
                  </a:cubicBezTo>
                  <a:cubicBezTo>
                    <a:pt x="14" y="31"/>
                    <a:pt x="14" y="31"/>
                    <a:pt x="14" y="31"/>
                  </a:cubicBezTo>
                  <a:cubicBezTo>
                    <a:pt x="14" y="31"/>
                    <a:pt x="14" y="32"/>
                    <a:pt x="16" y="32"/>
                  </a:cubicBezTo>
                  <a:cubicBezTo>
                    <a:pt x="17" y="33"/>
                    <a:pt x="18" y="33"/>
                    <a:pt x="18" y="33"/>
                  </a:cubicBezTo>
                  <a:cubicBezTo>
                    <a:pt x="18" y="34"/>
                    <a:pt x="18" y="34"/>
                    <a:pt x="18" y="34"/>
                  </a:cubicBezTo>
                  <a:cubicBezTo>
                    <a:pt x="19" y="35"/>
                    <a:pt x="19" y="35"/>
                    <a:pt x="19" y="35"/>
                  </a:cubicBezTo>
                  <a:cubicBezTo>
                    <a:pt x="20" y="34"/>
                    <a:pt x="20" y="34"/>
                    <a:pt x="20" y="34"/>
                  </a:cubicBezTo>
                  <a:cubicBezTo>
                    <a:pt x="20" y="34"/>
                    <a:pt x="20" y="34"/>
                    <a:pt x="20" y="34"/>
                  </a:cubicBezTo>
                  <a:cubicBezTo>
                    <a:pt x="21" y="35"/>
                    <a:pt x="22" y="36"/>
                    <a:pt x="22" y="37"/>
                  </a:cubicBezTo>
                  <a:cubicBezTo>
                    <a:pt x="22" y="37"/>
                    <a:pt x="22" y="37"/>
                    <a:pt x="22" y="37"/>
                  </a:cubicBezTo>
                  <a:cubicBezTo>
                    <a:pt x="23" y="37"/>
                    <a:pt x="23" y="37"/>
                    <a:pt x="23" y="37"/>
                  </a:cubicBezTo>
                  <a:cubicBezTo>
                    <a:pt x="23" y="37"/>
                    <a:pt x="23" y="37"/>
                    <a:pt x="23" y="37"/>
                  </a:cubicBezTo>
                  <a:cubicBezTo>
                    <a:pt x="23" y="36"/>
                    <a:pt x="22" y="34"/>
                    <a:pt x="21" y="34"/>
                  </a:cubicBezTo>
                  <a:moveTo>
                    <a:pt x="26" y="23"/>
                  </a:moveTo>
                  <a:cubicBezTo>
                    <a:pt x="26" y="20"/>
                    <a:pt x="26" y="20"/>
                    <a:pt x="26" y="20"/>
                  </a:cubicBezTo>
                  <a:cubicBezTo>
                    <a:pt x="27" y="19"/>
                    <a:pt x="27" y="19"/>
                    <a:pt x="27" y="19"/>
                  </a:cubicBezTo>
                  <a:cubicBezTo>
                    <a:pt x="26" y="19"/>
                    <a:pt x="26" y="19"/>
                    <a:pt x="26" y="19"/>
                  </a:cubicBezTo>
                  <a:cubicBezTo>
                    <a:pt x="26" y="20"/>
                    <a:pt x="26" y="20"/>
                    <a:pt x="26" y="20"/>
                  </a:cubicBezTo>
                  <a:cubicBezTo>
                    <a:pt x="25" y="20"/>
                    <a:pt x="25" y="20"/>
                    <a:pt x="25" y="20"/>
                  </a:cubicBezTo>
                  <a:cubicBezTo>
                    <a:pt x="25" y="20"/>
                    <a:pt x="25" y="20"/>
                    <a:pt x="25" y="20"/>
                  </a:cubicBezTo>
                  <a:cubicBezTo>
                    <a:pt x="25" y="22"/>
                    <a:pt x="25" y="22"/>
                    <a:pt x="25" y="22"/>
                  </a:cubicBezTo>
                  <a:lnTo>
                    <a:pt x="26" y="23"/>
                  </a:lnTo>
                  <a:close/>
                  <a:moveTo>
                    <a:pt x="23" y="73"/>
                  </a:moveTo>
                  <a:cubicBezTo>
                    <a:pt x="23" y="73"/>
                    <a:pt x="23" y="73"/>
                    <a:pt x="23" y="73"/>
                  </a:cubicBezTo>
                  <a:cubicBezTo>
                    <a:pt x="23" y="74"/>
                    <a:pt x="23" y="74"/>
                    <a:pt x="23" y="74"/>
                  </a:cubicBezTo>
                  <a:cubicBezTo>
                    <a:pt x="23" y="74"/>
                    <a:pt x="23" y="74"/>
                    <a:pt x="23" y="74"/>
                  </a:cubicBezTo>
                  <a:cubicBezTo>
                    <a:pt x="23" y="74"/>
                    <a:pt x="23" y="74"/>
                    <a:pt x="23" y="74"/>
                  </a:cubicBezTo>
                  <a:cubicBezTo>
                    <a:pt x="23" y="74"/>
                    <a:pt x="23" y="74"/>
                    <a:pt x="23" y="74"/>
                  </a:cubicBezTo>
                  <a:cubicBezTo>
                    <a:pt x="24" y="74"/>
                    <a:pt x="24" y="74"/>
                    <a:pt x="24" y="74"/>
                  </a:cubicBezTo>
                  <a:cubicBezTo>
                    <a:pt x="25" y="75"/>
                    <a:pt x="25" y="75"/>
                    <a:pt x="25" y="75"/>
                  </a:cubicBezTo>
                  <a:cubicBezTo>
                    <a:pt x="25" y="75"/>
                    <a:pt x="26" y="77"/>
                    <a:pt x="27" y="78"/>
                  </a:cubicBezTo>
                  <a:cubicBezTo>
                    <a:pt x="28" y="79"/>
                    <a:pt x="28" y="79"/>
                    <a:pt x="28" y="79"/>
                  </a:cubicBezTo>
                  <a:cubicBezTo>
                    <a:pt x="28" y="79"/>
                    <a:pt x="28" y="79"/>
                    <a:pt x="28" y="79"/>
                  </a:cubicBezTo>
                  <a:cubicBezTo>
                    <a:pt x="29" y="79"/>
                    <a:pt x="29" y="79"/>
                    <a:pt x="29" y="79"/>
                  </a:cubicBezTo>
                  <a:cubicBezTo>
                    <a:pt x="28" y="78"/>
                    <a:pt x="28" y="78"/>
                    <a:pt x="28" y="78"/>
                  </a:cubicBezTo>
                  <a:cubicBezTo>
                    <a:pt x="27" y="77"/>
                    <a:pt x="27" y="77"/>
                    <a:pt x="27" y="77"/>
                  </a:cubicBezTo>
                  <a:cubicBezTo>
                    <a:pt x="25" y="74"/>
                    <a:pt x="25" y="74"/>
                    <a:pt x="25" y="74"/>
                  </a:cubicBezTo>
                  <a:cubicBezTo>
                    <a:pt x="24" y="73"/>
                    <a:pt x="24" y="73"/>
                    <a:pt x="24" y="73"/>
                  </a:cubicBezTo>
                  <a:cubicBezTo>
                    <a:pt x="25" y="72"/>
                    <a:pt x="25" y="72"/>
                    <a:pt x="25" y="72"/>
                  </a:cubicBezTo>
                  <a:cubicBezTo>
                    <a:pt x="24" y="72"/>
                    <a:pt x="24" y="72"/>
                    <a:pt x="24" y="72"/>
                  </a:cubicBezTo>
                  <a:cubicBezTo>
                    <a:pt x="24" y="72"/>
                    <a:pt x="24" y="72"/>
                    <a:pt x="23"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9" name="Freeform 33">
              <a:extLst>
                <a:ext uri="{FF2B5EF4-FFF2-40B4-BE49-F238E27FC236}">
                  <a16:creationId xmlns:a16="http://schemas.microsoft.com/office/drawing/2014/main" id="{EC997D33-DE7F-4FAE-93D4-15B7357D9C43}"/>
                </a:ext>
              </a:extLst>
            </p:cNvPr>
            <p:cNvSpPr>
              <a:spLocks noEditPoints="1"/>
            </p:cNvSpPr>
            <p:nvPr/>
          </p:nvSpPr>
          <p:spPr bwMode="auto">
            <a:xfrm>
              <a:off x="6288088" y="2517775"/>
              <a:ext cx="104775" cy="215900"/>
            </a:xfrm>
            <a:custGeom>
              <a:avLst/>
              <a:gdLst>
                <a:gd name="T0" fmla="*/ 4 w 48"/>
                <a:gd name="T1" fmla="*/ 10 h 100"/>
                <a:gd name="T2" fmla="*/ 10 w 48"/>
                <a:gd name="T3" fmla="*/ 26 h 100"/>
                <a:gd name="T4" fmla="*/ 14 w 48"/>
                <a:gd name="T5" fmla="*/ 21 h 100"/>
                <a:gd name="T6" fmla="*/ 28 w 48"/>
                <a:gd name="T7" fmla="*/ 13 h 100"/>
                <a:gd name="T8" fmla="*/ 43 w 48"/>
                <a:gd name="T9" fmla="*/ 6 h 100"/>
                <a:gd name="T10" fmla="*/ 47 w 48"/>
                <a:gd name="T11" fmla="*/ 43 h 100"/>
                <a:gd name="T12" fmla="*/ 42 w 48"/>
                <a:gd name="T13" fmla="*/ 38 h 100"/>
                <a:gd name="T14" fmla="*/ 41 w 48"/>
                <a:gd name="T15" fmla="*/ 79 h 100"/>
                <a:gd name="T16" fmla="*/ 38 w 48"/>
                <a:gd name="T17" fmla="*/ 87 h 100"/>
                <a:gd name="T18" fmla="*/ 18 w 48"/>
                <a:gd name="T19" fmla="*/ 83 h 100"/>
                <a:gd name="T20" fmla="*/ 20 w 48"/>
                <a:gd name="T21" fmla="*/ 52 h 100"/>
                <a:gd name="T22" fmla="*/ 10 w 48"/>
                <a:gd name="T23" fmla="*/ 61 h 100"/>
                <a:gd name="T24" fmla="*/ 9 w 48"/>
                <a:gd name="T25" fmla="*/ 49 h 100"/>
                <a:gd name="T26" fmla="*/ 5 w 48"/>
                <a:gd name="T27" fmla="*/ 30 h 100"/>
                <a:gd name="T28" fmla="*/ 0 w 48"/>
                <a:gd name="T29" fmla="*/ 12 h 100"/>
                <a:gd name="T30" fmla="*/ 6 w 48"/>
                <a:gd name="T31" fmla="*/ 13 h 100"/>
                <a:gd name="T32" fmla="*/ 19 w 48"/>
                <a:gd name="T33" fmla="*/ 20 h 100"/>
                <a:gd name="T34" fmla="*/ 21 w 48"/>
                <a:gd name="T35" fmla="*/ 19 h 100"/>
                <a:gd name="T36" fmla="*/ 22 w 48"/>
                <a:gd name="T37" fmla="*/ 14 h 100"/>
                <a:gd name="T38" fmla="*/ 11 w 48"/>
                <a:gd name="T39" fmla="*/ 36 h 100"/>
                <a:gd name="T40" fmla="*/ 29 w 48"/>
                <a:gd name="T41" fmla="*/ 26 h 100"/>
                <a:gd name="T42" fmla="*/ 30 w 48"/>
                <a:gd name="T43" fmla="*/ 22 h 100"/>
                <a:gd name="T44" fmla="*/ 38 w 48"/>
                <a:gd name="T45" fmla="*/ 7 h 100"/>
                <a:gd name="T46" fmla="*/ 26 w 48"/>
                <a:gd name="T47" fmla="*/ 41 h 100"/>
                <a:gd name="T48" fmla="*/ 29 w 48"/>
                <a:gd name="T49" fmla="*/ 42 h 100"/>
                <a:gd name="T50" fmla="*/ 34 w 48"/>
                <a:gd name="T51" fmla="*/ 42 h 100"/>
                <a:gd name="T52" fmla="*/ 37 w 48"/>
                <a:gd name="T53" fmla="*/ 44 h 100"/>
                <a:gd name="T54" fmla="*/ 37 w 48"/>
                <a:gd name="T55" fmla="*/ 38 h 100"/>
                <a:gd name="T56" fmla="*/ 39 w 48"/>
                <a:gd name="T57" fmla="*/ 34 h 100"/>
                <a:gd name="T58" fmla="*/ 38 w 48"/>
                <a:gd name="T59" fmla="*/ 23 h 100"/>
                <a:gd name="T60" fmla="*/ 47 w 48"/>
                <a:gd name="T61" fmla="*/ 14 h 100"/>
                <a:gd name="T62" fmla="*/ 42 w 48"/>
                <a:gd name="T63" fmla="*/ 29 h 100"/>
                <a:gd name="T64" fmla="*/ 45 w 48"/>
                <a:gd name="T65" fmla="*/ 51 h 100"/>
                <a:gd name="T66" fmla="*/ 46 w 48"/>
                <a:gd name="T67" fmla="*/ 43 h 100"/>
                <a:gd name="T68" fmla="*/ 40 w 48"/>
                <a:gd name="T69" fmla="*/ 34 h 100"/>
                <a:gd name="T70" fmla="*/ 18 w 48"/>
                <a:gd name="T71" fmla="*/ 78 h 100"/>
                <a:gd name="T72" fmla="*/ 18 w 48"/>
                <a:gd name="T73" fmla="*/ 82 h 100"/>
                <a:gd name="T74" fmla="*/ 29 w 48"/>
                <a:gd name="T75" fmla="*/ 64 h 100"/>
                <a:gd name="T76" fmla="*/ 30 w 48"/>
                <a:gd name="T77" fmla="*/ 59 h 100"/>
                <a:gd name="T78" fmla="*/ 37 w 48"/>
                <a:gd name="T79" fmla="*/ 96 h 100"/>
                <a:gd name="T80" fmla="*/ 42 w 48"/>
                <a:gd name="T81" fmla="*/ 98 h 100"/>
                <a:gd name="T82" fmla="*/ 40 w 48"/>
                <a:gd name="T83" fmla="*/ 77 h 100"/>
                <a:gd name="T84" fmla="*/ 40 w 48"/>
                <a:gd name="T85" fmla="*/ 38 h 100"/>
                <a:gd name="T86" fmla="*/ 29 w 48"/>
                <a:gd name="T87" fmla="*/ 49 h 100"/>
                <a:gd name="T88" fmla="*/ 8 w 48"/>
                <a:gd name="T89" fmla="*/ 47 h 100"/>
                <a:gd name="T90" fmla="*/ 11 w 48"/>
                <a:gd name="T91" fmla="*/ 52 h 100"/>
                <a:gd name="T92" fmla="*/ 9 w 48"/>
                <a:gd name="T93" fmla="*/ 57 h 100"/>
                <a:gd name="T94" fmla="*/ 20 w 48"/>
                <a:gd name="T95" fmla="*/ 48 h 100"/>
                <a:gd name="T96" fmla="*/ 28 w 48"/>
                <a:gd name="T97" fmla="*/ 41 h 100"/>
                <a:gd name="T98" fmla="*/ 36 w 48"/>
                <a:gd name="T99" fmla="*/ 31 h 100"/>
                <a:gd name="T100" fmla="*/ 36 w 48"/>
                <a:gd name="T101" fmla="*/ 20 h 100"/>
                <a:gd name="T102" fmla="*/ 20 w 48"/>
                <a:gd name="T103" fmla="*/ 34 h 100"/>
                <a:gd name="T104" fmla="*/ 17 w 48"/>
                <a:gd name="T105" fmla="*/ 35 h 100"/>
                <a:gd name="T106" fmla="*/ 10 w 48"/>
                <a:gd name="T107" fmla="*/ 26 h 100"/>
                <a:gd name="T108" fmla="*/ 1 w 48"/>
                <a:gd name="T109" fmla="*/ 27 h 100"/>
                <a:gd name="T110" fmla="*/ 5 w 48"/>
                <a:gd name="T111" fmla="*/ 18 h 100"/>
                <a:gd name="T112" fmla="*/ 2 w 48"/>
                <a:gd name="T113" fmla="*/ 13 h 100"/>
                <a:gd name="T114" fmla="*/ 28 w 48"/>
                <a:gd name="T115" fmla="*/ 56 h 100"/>
                <a:gd name="T116" fmla="*/ 39 w 48"/>
                <a:gd name="T117" fmla="*/ 85 h 100"/>
                <a:gd name="T118" fmla="*/ 33 w 48"/>
                <a:gd name="T119" fmla="*/ 23 h 100"/>
                <a:gd name="T120" fmla="*/ 23 w 48"/>
                <a:gd name="T121" fmla="*/ 23 h 100"/>
                <a:gd name="T122" fmla="*/ 24 w 48"/>
                <a:gd name="T123" fmla="*/ 7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 h="100">
                  <a:moveTo>
                    <a:pt x="35" y="22"/>
                  </a:moveTo>
                  <a:cubicBezTo>
                    <a:pt x="35" y="22"/>
                    <a:pt x="35" y="22"/>
                    <a:pt x="35" y="22"/>
                  </a:cubicBezTo>
                  <a:close/>
                  <a:moveTo>
                    <a:pt x="37" y="71"/>
                  </a:moveTo>
                  <a:cubicBezTo>
                    <a:pt x="37" y="72"/>
                    <a:pt x="37" y="72"/>
                    <a:pt x="37" y="72"/>
                  </a:cubicBezTo>
                  <a:cubicBezTo>
                    <a:pt x="37" y="73"/>
                    <a:pt x="37" y="73"/>
                    <a:pt x="37" y="73"/>
                  </a:cubicBezTo>
                  <a:cubicBezTo>
                    <a:pt x="37" y="73"/>
                    <a:pt x="37" y="73"/>
                    <a:pt x="37" y="73"/>
                  </a:cubicBezTo>
                  <a:cubicBezTo>
                    <a:pt x="37" y="72"/>
                    <a:pt x="37" y="72"/>
                    <a:pt x="37" y="72"/>
                  </a:cubicBezTo>
                  <a:cubicBezTo>
                    <a:pt x="37" y="71"/>
                    <a:pt x="37" y="71"/>
                    <a:pt x="37" y="71"/>
                  </a:cubicBezTo>
                  <a:close/>
                  <a:moveTo>
                    <a:pt x="0" y="12"/>
                  </a:moveTo>
                  <a:cubicBezTo>
                    <a:pt x="0" y="12"/>
                    <a:pt x="0" y="12"/>
                    <a:pt x="0" y="12"/>
                  </a:cubicBezTo>
                  <a:cubicBezTo>
                    <a:pt x="0" y="12"/>
                    <a:pt x="0" y="12"/>
                    <a:pt x="0" y="12"/>
                  </a:cubicBezTo>
                  <a:cubicBezTo>
                    <a:pt x="1" y="12"/>
                    <a:pt x="1" y="12"/>
                    <a:pt x="1" y="12"/>
                  </a:cubicBezTo>
                  <a:cubicBezTo>
                    <a:pt x="2" y="13"/>
                    <a:pt x="2" y="13"/>
                    <a:pt x="2" y="13"/>
                  </a:cubicBezTo>
                  <a:cubicBezTo>
                    <a:pt x="2" y="13"/>
                    <a:pt x="2" y="13"/>
                    <a:pt x="2" y="13"/>
                  </a:cubicBezTo>
                  <a:cubicBezTo>
                    <a:pt x="2" y="13"/>
                    <a:pt x="2" y="13"/>
                    <a:pt x="2" y="13"/>
                  </a:cubicBezTo>
                  <a:cubicBezTo>
                    <a:pt x="3" y="14"/>
                    <a:pt x="3" y="14"/>
                    <a:pt x="3" y="14"/>
                  </a:cubicBezTo>
                  <a:cubicBezTo>
                    <a:pt x="3" y="14"/>
                    <a:pt x="3" y="14"/>
                    <a:pt x="3" y="14"/>
                  </a:cubicBezTo>
                  <a:cubicBezTo>
                    <a:pt x="3" y="14"/>
                    <a:pt x="3" y="14"/>
                    <a:pt x="3" y="14"/>
                  </a:cubicBezTo>
                  <a:cubicBezTo>
                    <a:pt x="4" y="12"/>
                    <a:pt x="4" y="12"/>
                    <a:pt x="4" y="12"/>
                  </a:cubicBezTo>
                  <a:cubicBezTo>
                    <a:pt x="4" y="12"/>
                    <a:pt x="4" y="12"/>
                    <a:pt x="4" y="12"/>
                  </a:cubicBezTo>
                  <a:cubicBezTo>
                    <a:pt x="4" y="12"/>
                    <a:pt x="4" y="12"/>
                    <a:pt x="4" y="12"/>
                  </a:cubicBezTo>
                  <a:cubicBezTo>
                    <a:pt x="4" y="11"/>
                    <a:pt x="3" y="10"/>
                    <a:pt x="3" y="10"/>
                  </a:cubicBezTo>
                  <a:cubicBezTo>
                    <a:pt x="3" y="10"/>
                    <a:pt x="3" y="10"/>
                    <a:pt x="3" y="10"/>
                  </a:cubicBezTo>
                  <a:cubicBezTo>
                    <a:pt x="4" y="10"/>
                    <a:pt x="4" y="10"/>
                    <a:pt x="4" y="10"/>
                  </a:cubicBezTo>
                  <a:cubicBezTo>
                    <a:pt x="4" y="10"/>
                    <a:pt x="4" y="10"/>
                    <a:pt x="4" y="10"/>
                  </a:cubicBezTo>
                  <a:cubicBezTo>
                    <a:pt x="5" y="10"/>
                    <a:pt x="5" y="11"/>
                    <a:pt x="5" y="12"/>
                  </a:cubicBezTo>
                  <a:cubicBezTo>
                    <a:pt x="5" y="12"/>
                    <a:pt x="5" y="12"/>
                    <a:pt x="5" y="12"/>
                  </a:cubicBezTo>
                  <a:cubicBezTo>
                    <a:pt x="6" y="13"/>
                    <a:pt x="6" y="13"/>
                    <a:pt x="6" y="13"/>
                  </a:cubicBezTo>
                  <a:cubicBezTo>
                    <a:pt x="6" y="12"/>
                    <a:pt x="6" y="12"/>
                    <a:pt x="6" y="12"/>
                  </a:cubicBezTo>
                  <a:cubicBezTo>
                    <a:pt x="6" y="12"/>
                    <a:pt x="6" y="12"/>
                    <a:pt x="6" y="12"/>
                  </a:cubicBezTo>
                  <a:cubicBezTo>
                    <a:pt x="6" y="11"/>
                    <a:pt x="6" y="11"/>
                    <a:pt x="6" y="11"/>
                  </a:cubicBezTo>
                  <a:cubicBezTo>
                    <a:pt x="6" y="11"/>
                    <a:pt x="6" y="11"/>
                    <a:pt x="6" y="11"/>
                  </a:cubicBezTo>
                  <a:cubicBezTo>
                    <a:pt x="6" y="11"/>
                    <a:pt x="6" y="11"/>
                    <a:pt x="6" y="11"/>
                  </a:cubicBezTo>
                  <a:cubicBezTo>
                    <a:pt x="6" y="11"/>
                    <a:pt x="6" y="11"/>
                    <a:pt x="6" y="11"/>
                  </a:cubicBezTo>
                  <a:cubicBezTo>
                    <a:pt x="7" y="13"/>
                    <a:pt x="7" y="13"/>
                    <a:pt x="7" y="13"/>
                  </a:cubicBezTo>
                  <a:cubicBezTo>
                    <a:pt x="7" y="13"/>
                    <a:pt x="7" y="13"/>
                    <a:pt x="7" y="13"/>
                  </a:cubicBezTo>
                  <a:cubicBezTo>
                    <a:pt x="8" y="15"/>
                    <a:pt x="8" y="15"/>
                    <a:pt x="8" y="15"/>
                  </a:cubicBezTo>
                  <a:cubicBezTo>
                    <a:pt x="8" y="15"/>
                    <a:pt x="8" y="15"/>
                    <a:pt x="8" y="15"/>
                  </a:cubicBezTo>
                  <a:cubicBezTo>
                    <a:pt x="8" y="16"/>
                    <a:pt x="7" y="17"/>
                    <a:pt x="6" y="17"/>
                  </a:cubicBezTo>
                  <a:cubicBezTo>
                    <a:pt x="6" y="18"/>
                    <a:pt x="6" y="19"/>
                    <a:pt x="6" y="20"/>
                  </a:cubicBezTo>
                  <a:cubicBezTo>
                    <a:pt x="6" y="21"/>
                    <a:pt x="6" y="21"/>
                    <a:pt x="6" y="21"/>
                  </a:cubicBezTo>
                  <a:cubicBezTo>
                    <a:pt x="6" y="22"/>
                    <a:pt x="6" y="24"/>
                    <a:pt x="7" y="25"/>
                  </a:cubicBezTo>
                  <a:cubicBezTo>
                    <a:pt x="7" y="27"/>
                    <a:pt x="7" y="27"/>
                    <a:pt x="7" y="27"/>
                  </a:cubicBezTo>
                  <a:cubicBezTo>
                    <a:pt x="7" y="27"/>
                    <a:pt x="7" y="27"/>
                    <a:pt x="7" y="27"/>
                  </a:cubicBezTo>
                  <a:cubicBezTo>
                    <a:pt x="8" y="28"/>
                    <a:pt x="8" y="28"/>
                    <a:pt x="8" y="28"/>
                  </a:cubicBezTo>
                  <a:cubicBezTo>
                    <a:pt x="8" y="26"/>
                    <a:pt x="10" y="25"/>
                    <a:pt x="10" y="25"/>
                  </a:cubicBezTo>
                  <a:cubicBezTo>
                    <a:pt x="10" y="25"/>
                    <a:pt x="10" y="25"/>
                    <a:pt x="10" y="25"/>
                  </a:cubicBezTo>
                  <a:cubicBezTo>
                    <a:pt x="10" y="26"/>
                    <a:pt x="10" y="26"/>
                    <a:pt x="10" y="26"/>
                  </a:cubicBezTo>
                  <a:cubicBezTo>
                    <a:pt x="10" y="26"/>
                    <a:pt x="10" y="26"/>
                    <a:pt x="10" y="26"/>
                  </a:cubicBezTo>
                  <a:cubicBezTo>
                    <a:pt x="10" y="27"/>
                    <a:pt x="11" y="28"/>
                    <a:pt x="11" y="29"/>
                  </a:cubicBezTo>
                  <a:cubicBezTo>
                    <a:pt x="11" y="30"/>
                    <a:pt x="11" y="30"/>
                    <a:pt x="12" y="31"/>
                  </a:cubicBezTo>
                  <a:cubicBezTo>
                    <a:pt x="13" y="33"/>
                    <a:pt x="13" y="33"/>
                    <a:pt x="13" y="33"/>
                  </a:cubicBezTo>
                  <a:cubicBezTo>
                    <a:pt x="13" y="32"/>
                    <a:pt x="14" y="31"/>
                    <a:pt x="14" y="30"/>
                  </a:cubicBezTo>
                  <a:cubicBezTo>
                    <a:pt x="16" y="28"/>
                    <a:pt x="18" y="27"/>
                    <a:pt x="19" y="26"/>
                  </a:cubicBezTo>
                  <a:cubicBezTo>
                    <a:pt x="20" y="25"/>
                    <a:pt x="21" y="24"/>
                    <a:pt x="21" y="23"/>
                  </a:cubicBezTo>
                  <a:cubicBezTo>
                    <a:pt x="21" y="23"/>
                    <a:pt x="21" y="23"/>
                    <a:pt x="21" y="23"/>
                  </a:cubicBezTo>
                  <a:cubicBezTo>
                    <a:pt x="21" y="22"/>
                    <a:pt x="21" y="22"/>
                    <a:pt x="21" y="22"/>
                  </a:cubicBezTo>
                  <a:cubicBezTo>
                    <a:pt x="20" y="22"/>
                    <a:pt x="20" y="22"/>
                    <a:pt x="20" y="22"/>
                  </a:cubicBezTo>
                  <a:cubicBezTo>
                    <a:pt x="19" y="22"/>
                    <a:pt x="19" y="22"/>
                    <a:pt x="19" y="22"/>
                  </a:cubicBezTo>
                  <a:cubicBezTo>
                    <a:pt x="19" y="22"/>
                    <a:pt x="18" y="23"/>
                    <a:pt x="17" y="23"/>
                  </a:cubicBezTo>
                  <a:cubicBezTo>
                    <a:pt x="17" y="23"/>
                    <a:pt x="17" y="23"/>
                    <a:pt x="17" y="23"/>
                  </a:cubicBezTo>
                  <a:cubicBezTo>
                    <a:pt x="15" y="23"/>
                    <a:pt x="15" y="23"/>
                    <a:pt x="15" y="23"/>
                  </a:cubicBezTo>
                  <a:cubicBezTo>
                    <a:pt x="15" y="23"/>
                    <a:pt x="15" y="23"/>
                    <a:pt x="15" y="23"/>
                  </a:cubicBezTo>
                  <a:cubicBezTo>
                    <a:pt x="14" y="22"/>
                    <a:pt x="14" y="22"/>
                    <a:pt x="14" y="22"/>
                  </a:cubicBezTo>
                  <a:cubicBezTo>
                    <a:pt x="14" y="22"/>
                    <a:pt x="14" y="22"/>
                    <a:pt x="14" y="22"/>
                  </a:cubicBezTo>
                  <a:cubicBezTo>
                    <a:pt x="14" y="22"/>
                    <a:pt x="14" y="22"/>
                    <a:pt x="14" y="22"/>
                  </a:cubicBezTo>
                  <a:cubicBezTo>
                    <a:pt x="13" y="22"/>
                    <a:pt x="13" y="22"/>
                    <a:pt x="13" y="22"/>
                  </a:cubicBezTo>
                  <a:cubicBezTo>
                    <a:pt x="13" y="21"/>
                    <a:pt x="13" y="21"/>
                    <a:pt x="13" y="21"/>
                  </a:cubicBezTo>
                  <a:cubicBezTo>
                    <a:pt x="14" y="21"/>
                    <a:pt x="14" y="21"/>
                    <a:pt x="14" y="21"/>
                  </a:cubicBezTo>
                  <a:cubicBezTo>
                    <a:pt x="14" y="21"/>
                    <a:pt x="14" y="21"/>
                    <a:pt x="14" y="21"/>
                  </a:cubicBezTo>
                  <a:cubicBezTo>
                    <a:pt x="14" y="21"/>
                    <a:pt x="14" y="21"/>
                    <a:pt x="14" y="21"/>
                  </a:cubicBezTo>
                  <a:cubicBezTo>
                    <a:pt x="14" y="21"/>
                    <a:pt x="14" y="21"/>
                    <a:pt x="14" y="21"/>
                  </a:cubicBezTo>
                  <a:cubicBezTo>
                    <a:pt x="16" y="21"/>
                    <a:pt x="16" y="21"/>
                    <a:pt x="16" y="21"/>
                  </a:cubicBezTo>
                  <a:cubicBezTo>
                    <a:pt x="17" y="20"/>
                    <a:pt x="17" y="20"/>
                    <a:pt x="17" y="20"/>
                  </a:cubicBezTo>
                  <a:cubicBezTo>
                    <a:pt x="17" y="19"/>
                    <a:pt x="17" y="19"/>
                    <a:pt x="17" y="19"/>
                  </a:cubicBezTo>
                  <a:cubicBezTo>
                    <a:pt x="17" y="19"/>
                    <a:pt x="17" y="19"/>
                    <a:pt x="17" y="19"/>
                  </a:cubicBezTo>
                  <a:cubicBezTo>
                    <a:pt x="16" y="18"/>
                    <a:pt x="16" y="18"/>
                    <a:pt x="16" y="18"/>
                  </a:cubicBezTo>
                  <a:cubicBezTo>
                    <a:pt x="16" y="18"/>
                    <a:pt x="16" y="18"/>
                    <a:pt x="16" y="18"/>
                  </a:cubicBezTo>
                  <a:cubicBezTo>
                    <a:pt x="14" y="19"/>
                    <a:pt x="14" y="19"/>
                    <a:pt x="14" y="19"/>
                  </a:cubicBezTo>
                  <a:cubicBezTo>
                    <a:pt x="14" y="19"/>
                    <a:pt x="14" y="19"/>
                    <a:pt x="14" y="19"/>
                  </a:cubicBezTo>
                  <a:cubicBezTo>
                    <a:pt x="14" y="19"/>
                    <a:pt x="14" y="19"/>
                    <a:pt x="14" y="19"/>
                  </a:cubicBezTo>
                  <a:cubicBezTo>
                    <a:pt x="14" y="18"/>
                    <a:pt x="14" y="18"/>
                    <a:pt x="14" y="18"/>
                  </a:cubicBezTo>
                  <a:cubicBezTo>
                    <a:pt x="14" y="17"/>
                    <a:pt x="14" y="14"/>
                    <a:pt x="16" y="14"/>
                  </a:cubicBezTo>
                  <a:cubicBezTo>
                    <a:pt x="19" y="14"/>
                    <a:pt x="19" y="14"/>
                    <a:pt x="19" y="14"/>
                  </a:cubicBezTo>
                  <a:cubicBezTo>
                    <a:pt x="19" y="14"/>
                    <a:pt x="20" y="13"/>
                    <a:pt x="21" y="13"/>
                  </a:cubicBezTo>
                  <a:cubicBezTo>
                    <a:pt x="22" y="13"/>
                    <a:pt x="23" y="13"/>
                    <a:pt x="24" y="13"/>
                  </a:cubicBezTo>
                  <a:cubicBezTo>
                    <a:pt x="24" y="13"/>
                    <a:pt x="24" y="13"/>
                    <a:pt x="24" y="13"/>
                  </a:cubicBezTo>
                  <a:cubicBezTo>
                    <a:pt x="24" y="13"/>
                    <a:pt x="24" y="13"/>
                    <a:pt x="24" y="13"/>
                  </a:cubicBezTo>
                  <a:cubicBezTo>
                    <a:pt x="26" y="13"/>
                    <a:pt x="26" y="13"/>
                    <a:pt x="26" y="13"/>
                  </a:cubicBezTo>
                  <a:cubicBezTo>
                    <a:pt x="26" y="13"/>
                    <a:pt x="26" y="13"/>
                    <a:pt x="26" y="13"/>
                  </a:cubicBezTo>
                  <a:cubicBezTo>
                    <a:pt x="27" y="13"/>
                    <a:pt x="27" y="13"/>
                    <a:pt x="27" y="13"/>
                  </a:cubicBezTo>
                  <a:cubicBezTo>
                    <a:pt x="27" y="14"/>
                    <a:pt x="27" y="14"/>
                    <a:pt x="27" y="14"/>
                  </a:cubicBezTo>
                  <a:cubicBezTo>
                    <a:pt x="27" y="14"/>
                    <a:pt x="27" y="14"/>
                    <a:pt x="27" y="14"/>
                  </a:cubicBezTo>
                  <a:cubicBezTo>
                    <a:pt x="28" y="13"/>
                    <a:pt x="28" y="13"/>
                    <a:pt x="28" y="13"/>
                  </a:cubicBezTo>
                  <a:cubicBezTo>
                    <a:pt x="28" y="12"/>
                    <a:pt x="28" y="12"/>
                    <a:pt x="28" y="12"/>
                  </a:cubicBezTo>
                  <a:cubicBezTo>
                    <a:pt x="28" y="13"/>
                    <a:pt x="28" y="13"/>
                    <a:pt x="28" y="13"/>
                  </a:cubicBezTo>
                  <a:cubicBezTo>
                    <a:pt x="29" y="15"/>
                    <a:pt x="29" y="15"/>
                    <a:pt x="29" y="15"/>
                  </a:cubicBezTo>
                  <a:cubicBezTo>
                    <a:pt x="29" y="16"/>
                    <a:pt x="29" y="16"/>
                    <a:pt x="29" y="16"/>
                  </a:cubicBezTo>
                  <a:cubicBezTo>
                    <a:pt x="29" y="16"/>
                    <a:pt x="29" y="16"/>
                    <a:pt x="29" y="16"/>
                  </a:cubicBezTo>
                  <a:cubicBezTo>
                    <a:pt x="28" y="16"/>
                    <a:pt x="28" y="16"/>
                    <a:pt x="28" y="16"/>
                  </a:cubicBezTo>
                  <a:cubicBezTo>
                    <a:pt x="28" y="16"/>
                    <a:pt x="28" y="16"/>
                    <a:pt x="28" y="16"/>
                  </a:cubicBezTo>
                  <a:cubicBezTo>
                    <a:pt x="28" y="16"/>
                    <a:pt x="29" y="17"/>
                    <a:pt x="30" y="19"/>
                  </a:cubicBezTo>
                  <a:cubicBezTo>
                    <a:pt x="31" y="18"/>
                    <a:pt x="31" y="18"/>
                    <a:pt x="31" y="18"/>
                  </a:cubicBezTo>
                  <a:cubicBezTo>
                    <a:pt x="31" y="17"/>
                    <a:pt x="32" y="16"/>
                    <a:pt x="32" y="16"/>
                  </a:cubicBezTo>
                  <a:cubicBezTo>
                    <a:pt x="32" y="15"/>
                    <a:pt x="32" y="15"/>
                    <a:pt x="32" y="15"/>
                  </a:cubicBezTo>
                  <a:cubicBezTo>
                    <a:pt x="32" y="15"/>
                    <a:pt x="32" y="15"/>
                    <a:pt x="32" y="15"/>
                  </a:cubicBezTo>
                  <a:cubicBezTo>
                    <a:pt x="33" y="16"/>
                    <a:pt x="33" y="16"/>
                    <a:pt x="33" y="16"/>
                  </a:cubicBezTo>
                  <a:cubicBezTo>
                    <a:pt x="33" y="14"/>
                    <a:pt x="34" y="11"/>
                    <a:pt x="34" y="11"/>
                  </a:cubicBezTo>
                  <a:cubicBezTo>
                    <a:pt x="34" y="10"/>
                    <a:pt x="34" y="10"/>
                    <a:pt x="34" y="10"/>
                  </a:cubicBezTo>
                  <a:cubicBezTo>
                    <a:pt x="34" y="10"/>
                    <a:pt x="34" y="10"/>
                    <a:pt x="34" y="10"/>
                  </a:cubicBezTo>
                  <a:cubicBezTo>
                    <a:pt x="35" y="12"/>
                    <a:pt x="35" y="12"/>
                    <a:pt x="35" y="12"/>
                  </a:cubicBezTo>
                  <a:cubicBezTo>
                    <a:pt x="35" y="11"/>
                    <a:pt x="35" y="9"/>
                    <a:pt x="35" y="8"/>
                  </a:cubicBezTo>
                  <a:cubicBezTo>
                    <a:pt x="35" y="4"/>
                    <a:pt x="35" y="0"/>
                    <a:pt x="35" y="0"/>
                  </a:cubicBezTo>
                  <a:cubicBezTo>
                    <a:pt x="35" y="0"/>
                    <a:pt x="35" y="0"/>
                    <a:pt x="35" y="0"/>
                  </a:cubicBezTo>
                  <a:cubicBezTo>
                    <a:pt x="35" y="0"/>
                    <a:pt x="35" y="0"/>
                    <a:pt x="35" y="0"/>
                  </a:cubicBezTo>
                  <a:cubicBezTo>
                    <a:pt x="38" y="0"/>
                    <a:pt x="40" y="6"/>
                    <a:pt x="40" y="9"/>
                  </a:cubicBezTo>
                  <a:cubicBezTo>
                    <a:pt x="40" y="9"/>
                    <a:pt x="40" y="9"/>
                    <a:pt x="40" y="9"/>
                  </a:cubicBezTo>
                  <a:cubicBezTo>
                    <a:pt x="40" y="10"/>
                    <a:pt x="40" y="10"/>
                    <a:pt x="40" y="10"/>
                  </a:cubicBezTo>
                  <a:cubicBezTo>
                    <a:pt x="40" y="11"/>
                    <a:pt x="40" y="11"/>
                    <a:pt x="40" y="11"/>
                  </a:cubicBezTo>
                  <a:cubicBezTo>
                    <a:pt x="41" y="10"/>
                    <a:pt x="42" y="8"/>
                    <a:pt x="43" y="6"/>
                  </a:cubicBezTo>
                  <a:cubicBezTo>
                    <a:pt x="45" y="4"/>
                    <a:pt x="46" y="2"/>
                    <a:pt x="46" y="2"/>
                  </a:cubicBezTo>
                  <a:cubicBezTo>
                    <a:pt x="46" y="1"/>
                    <a:pt x="46" y="1"/>
                    <a:pt x="46" y="1"/>
                  </a:cubicBezTo>
                  <a:cubicBezTo>
                    <a:pt x="46" y="2"/>
                    <a:pt x="46" y="2"/>
                    <a:pt x="46" y="2"/>
                  </a:cubicBezTo>
                  <a:cubicBezTo>
                    <a:pt x="47" y="3"/>
                    <a:pt x="48" y="4"/>
                    <a:pt x="48" y="5"/>
                  </a:cubicBezTo>
                  <a:cubicBezTo>
                    <a:pt x="47" y="9"/>
                    <a:pt x="45" y="13"/>
                    <a:pt x="44" y="15"/>
                  </a:cubicBezTo>
                  <a:cubicBezTo>
                    <a:pt x="45" y="14"/>
                    <a:pt x="47" y="12"/>
                    <a:pt x="47" y="12"/>
                  </a:cubicBezTo>
                  <a:cubicBezTo>
                    <a:pt x="47" y="12"/>
                    <a:pt x="47" y="12"/>
                    <a:pt x="47" y="12"/>
                  </a:cubicBezTo>
                  <a:cubicBezTo>
                    <a:pt x="47" y="12"/>
                    <a:pt x="47" y="12"/>
                    <a:pt x="47" y="12"/>
                  </a:cubicBezTo>
                  <a:cubicBezTo>
                    <a:pt x="48" y="14"/>
                    <a:pt x="48" y="14"/>
                    <a:pt x="48" y="14"/>
                  </a:cubicBezTo>
                  <a:cubicBezTo>
                    <a:pt x="48" y="17"/>
                    <a:pt x="45" y="20"/>
                    <a:pt x="44" y="21"/>
                  </a:cubicBezTo>
                  <a:cubicBezTo>
                    <a:pt x="45" y="21"/>
                    <a:pt x="47" y="20"/>
                    <a:pt x="47" y="20"/>
                  </a:cubicBezTo>
                  <a:cubicBezTo>
                    <a:pt x="47" y="20"/>
                    <a:pt x="47" y="20"/>
                    <a:pt x="47" y="20"/>
                  </a:cubicBezTo>
                  <a:cubicBezTo>
                    <a:pt x="47" y="21"/>
                    <a:pt x="47" y="21"/>
                    <a:pt x="47" y="21"/>
                  </a:cubicBezTo>
                  <a:cubicBezTo>
                    <a:pt x="47" y="21"/>
                    <a:pt x="47" y="21"/>
                    <a:pt x="47" y="21"/>
                  </a:cubicBezTo>
                  <a:cubicBezTo>
                    <a:pt x="47" y="24"/>
                    <a:pt x="44" y="27"/>
                    <a:pt x="43" y="28"/>
                  </a:cubicBezTo>
                  <a:cubicBezTo>
                    <a:pt x="45" y="28"/>
                    <a:pt x="46" y="29"/>
                    <a:pt x="46" y="29"/>
                  </a:cubicBezTo>
                  <a:cubicBezTo>
                    <a:pt x="46" y="29"/>
                    <a:pt x="46" y="29"/>
                    <a:pt x="46" y="29"/>
                  </a:cubicBezTo>
                  <a:cubicBezTo>
                    <a:pt x="46" y="29"/>
                    <a:pt x="46" y="29"/>
                    <a:pt x="46" y="29"/>
                  </a:cubicBezTo>
                  <a:cubicBezTo>
                    <a:pt x="45" y="31"/>
                    <a:pt x="44" y="32"/>
                    <a:pt x="43" y="33"/>
                  </a:cubicBezTo>
                  <a:cubicBezTo>
                    <a:pt x="43" y="33"/>
                    <a:pt x="43" y="33"/>
                    <a:pt x="43" y="33"/>
                  </a:cubicBezTo>
                  <a:cubicBezTo>
                    <a:pt x="43" y="33"/>
                    <a:pt x="43" y="33"/>
                    <a:pt x="43" y="33"/>
                  </a:cubicBezTo>
                  <a:cubicBezTo>
                    <a:pt x="46" y="33"/>
                    <a:pt x="48" y="35"/>
                    <a:pt x="48" y="38"/>
                  </a:cubicBezTo>
                  <a:cubicBezTo>
                    <a:pt x="48" y="38"/>
                    <a:pt x="48" y="38"/>
                    <a:pt x="48" y="38"/>
                  </a:cubicBezTo>
                  <a:cubicBezTo>
                    <a:pt x="48" y="41"/>
                    <a:pt x="47" y="42"/>
                    <a:pt x="47" y="43"/>
                  </a:cubicBezTo>
                  <a:cubicBezTo>
                    <a:pt x="47" y="43"/>
                    <a:pt x="47" y="43"/>
                    <a:pt x="47" y="43"/>
                  </a:cubicBezTo>
                  <a:cubicBezTo>
                    <a:pt x="47" y="44"/>
                    <a:pt x="48" y="44"/>
                    <a:pt x="48" y="48"/>
                  </a:cubicBezTo>
                  <a:cubicBezTo>
                    <a:pt x="48" y="49"/>
                    <a:pt x="48" y="49"/>
                    <a:pt x="48" y="49"/>
                  </a:cubicBezTo>
                  <a:cubicBezTo>
                    <a:pt x="48" y="51"/>
                    <a:pt x="46" y="51"/>
                    <a:pt x="45" y="51"/>
                  </a:cubicBezTo>
                  <a:cubicBezTo>
                    <a:pt x="45" y="51"/>
                    <a:pt x="45" y="51"/>
                    <a:pt x="45" y="51"/>
                  </a:cubicBezTo>
                  <a:cubicBezTo>
                    <a:pt x="44" y="51"/>
                    <a:pt x="44" y="51"/>
                    <a:pt x="44" y="51"/>
                  </a:cubicBezTo>
                  <a:cubicBezTo>
                    <a:pt x="44" y="51"/>
                    <a:pt x="44" y="51"/>
                    <a:pt x="44" y="51"/>
                  </a:cubicBezTo>
                  <a:cubicBezTo>
                    <a:pt x="44" y="51"/>
                    <a:pt x="44" y="51"/>
                    <a:pt x="44" y="51"/>
                  </a:cubicBezTo>
                  <a:cubicBezTo>
                    <a:pt x="45" y="51"/>
                    <a:pt x="45" y="49"/>
                    <a:pt x="45" y="48"/>
                  </a:cubicBezTo>
                  <a:cubicBezTo>
                    <a:pt x="45" y="48"/>
                    <a:pt x="45" y="48"/>
                    <a:pt x="45" y="48"/>
                  </a:cubicBezTo>
                  <a:cubicBezTo>
                    <a:pt x="46" y="47"/>
                    <a:pt x="43" y="45"/>
                    <a:pt x="43" y="43"/>
                  </a:cubicBezTo>
                  <a:cubicBezTo>
                    <a:pt x="42" y="42"/>
                    <a:pt x="42" y="42"/>
                    <a:pt x="42" y="42"/>
                  </a:cubicBezTo>
                  <a:cubicBezTo>
                    <a:pt x="42" y="40"/>
                    <a:pt x="45" y="39"/>
                    <a:pt x="45" y="39"/>
                  </a:cubicBezTo>
                  <a:cubicBezTo>
                    <a:pt x="46" y="38"/>
                    <a:pt x="46" y="38"/>
                    <a:pt x="46" y="38"/>
                  </a:cubicBezTo>
                  <a:cubicBezTo>
                    <a:pt x="46" y="38"/>
                    <a:pt x="46" y="38"/>
                    <a:pt x="46" y="38"/>
                  </a:cubicBezTo>
                  <a:cubicBezTo>
                    <a:pt x="46" y="36"/>
                    <a:pt x="44" y="36"/>
                    <a:pt x="44" y="36"/>
                  </a:cubicBezTo>
                  <a:cubicBezTo>
                    <a:pt x="44" y="36"/>
                    <a:pt x="44" y="36"/>
                    <a:pt x="44" y="36"/>
                  </a:cubicBezTo>
                  <a:cubicBezTo>
                    <a:pt x="43" y="36"/>
                    <a:pt x="43" y="36"/>
                    <a:pt x="43" y="36"/>
                  </a:cubicBezTo>
                  <a:cubicBezTo>
                    <a:pt x="43" y="36"/>
                    <a:pt x="43" y="36"/>
                    <a:pt x="43" y="36"/>
                  </a:cubicBezTo>
                  <a:cubicBezTo>
                    <a:pt x="43" y="36"/>
                    <a:pt x="43" y="36"/>
                    <a:pt x="43" y="36"/>
                  </a:cubicBezTo>
                  <a:cubicBezTo>
                    <a:pt x="43" y="36"/>
                    <a:pt x="43" y="36"/>
                    <a:pt x="43" y="36"/>
                  </a:cubicBezTo>
                  <a:cubicBezTo>
                    <a:pt x="41" y="36"/>
                    <a:pt x="41" y="36"/>
                    <a:pt x="41" y="36"/>
                  </a:cubicBezTo>
                  <a:cubicBezTo>
                    <a:pt x="42" y="37"/>
                    <a:pt x="42" y="37"/>
                    <a:pt x="42" y="37"/>
                  </a:cubicBezTo>
                  <a:cubicBezTo>
                    <a:pt x="42" y="38"/>
                    <a:pt x="42" y="38"/>
                    <a:pt x="42" y="38"/>
                  </a:cubicBezTo>
                  <a:cubicBezTo>
                    <a:pt x="41" y="38"/>
                    <a:pt x="41" y="38"/>
                    <a:pt x="41" y="38"/>
                  </a:cubicBezTo>
                  <a:cubicBezTo>
                    <a:pt x="40" y="38"/>
                    <a:pt x="40" y="38"/>
                    <a:pt x="40" y="38"/>
                  </a:cubicBezTo>
                  <a:cubicBezTo>
                    <a:pt x="40" y="39"/>
                    <a:pt x="40" y="40"/>
                    <a:pt x="40" y="41"/>
                  </a:cubicBezTo>
                  <a:cubicBezTo>
                    <a:pt x="40" y="41"/>
                    <a:pt x="40" y="41"/>
                    <a:pt x="40" y="41"/>
                  </a:cubicBezTo>
                  <a:cubicBezTo>
                    <a:pt x="40" y="48"/>
                    <a:pt x="47" y="54"/>
                    <a:pt x="47" y="59"/>
                  </a:cubicBezTo>
                  <a:cubicBezTo>
                    <a:pt x="47" y="62"/>
                    <a:pt x="44" y="65"/>
                    <a:pt x="43" y="66"/>
                  </a:cubicBezTo>
                  <a:cubicBezTo>
                    <a:pt x="44" y="68"/>
                    <a:pt x="44" y="68"/>
                    <a:pt x="44" y="68"/>
                  </a:cubicBezTo>
                  <a:cubicBezTo>
                    <a:pt x="45" y="68"/>
                    <a:pt x="45" y="68"/>
                    <a:pt x="45" y="68"/>
                  </a:cubicBezTo>
                  <a:cubicBezTo>
                    <a:pt x="43" y="69"/>
                    <a:pt x="43" y="69"/>
                    <a:pt x="43" y="69"/>
                  </a:cubicBezTo>
                  <a:cubicBezTo>
                    <a:pt x="44" y="70"/>
                    <a:pt x="44" y="70"/>
                    <a:pt x="44" y="70"/>
                  </a:cubicBezTo>
                  <a:cubicBezTo>
                    <a:pt x="43" y="70"/>
                    <a:pt x="43" y="70"/>
                    <a:pt x="43" y="70"/>
                  </a:cubicBezTo>
                  <a:cubicBezTo>
                    <a:pt x="43" y="71"/>
                    <a:pt x="43" y="71"/>
                    <a:pt x="43" y="71"/>
                  </a:cubicBezTo>
                  <a:cubicBezTo>
                    <a:pt x="43" y="72"/>
                    <a:pt x="43" y="72"/>
                    <a:pt x="43" y="72"/>
                  </a:cubicBezTo>
                  <a:cubicBezTo>
                    <a:pt x="42" y="72"/>
                    <a:pt x="42" y="72"/>
                    <a:pt x="42" y="72"/>
                  </a:cubicBezTo>
                  <a:cubicBezTo>
                    <a:pt x="43" y="73"/>
                    <a:pt x="43" y="73"/>
                    <a:pt x="43" y="73"/>
                  </a:cubicBezTo>
                  <a:cubicBezTo>
                    <a:pt x="43" y="73"/>
                    <a:pt x="43" y="73"/>
                    <a:pt x="43" y="73"/>
                  </a:cubicBezTo>
                  <a:cubicBezTo>
                    <a:pt x="42" y="73"/>
                    <a:pt x="42" y="73"/>
                    <a:pt x="42" y="73"/>
                  </a:cubicBezTo>
                  <a:cubicBezTo>
                    <a:pt x="42" y="74"/>
                    <a:pt x="42" y="74"/>
                    <a:pt x="42" y="74"/>
                  </a:cubicBezTo>
                  <a:cubicBezTo>
                    <a:pt x="42" y="75"/>
                    <a:pt x="42" y="75"/>
                    <a:pt x="42" y="75"/>
                  </a:cubicBezTo>
                  <a:cubicBezTo>
                    <a:pt x="41" y="75"/>
                    <a:pt x="41" y="75"/>
                    <a:pt x="41" y="75"/>
                  </a:cubicBezTo>
                  <a:cubicBezTo>
                    <a:pt x="41" y="77"/>
                    <a:pt x="41" y="77"/>
                    <a:pt x="41" y="77"/>
                  </a:cubicBezTo>
                  <a:cubicBezTo>
                    <a:pt x="42" y="77"/>
                    <a:pt x="42" y="77"/>
                    <a:pt x="42" y="77"/>
                  </a:cubicBezTo>
                  <a:cubicBezTo>
                    <a:pt x="40" y="77"/>
                    <a:pt x="40" y="77"/>
                    <a:pt x="40" y="77"/>
                  </a:cubicBezTo>
                  <a:cubicBezTo>
                    <a:pt x="41" y="79"/>
                    <a:pt x="41" y="79"/>
                    <a:pt x="41" y="79"/>
                  </a:cubicBezTo>
                  <a:cubicBezTo>
                    <a:pt x="43" y="82"/>
                    <a:pt x="43" y="82"/>
                    <a:pt x="43" y="82"/>
                  </a:cubicBezTo>
                  <a:cubicBezTo>
                    <a:pt x="43" y="83"/>
                    <a:pt x="42" y="84"/>
                    <a:pt x="42" y="86"/>
                  </a:cubicBezTo>
                  <a:cubicBezTo>
                    <a:pt x="42" y="87"/>
                    <a:pt x="42" y="88"/>
                    <a:pt x="42" y="88"/>
                  </a:cubicBezTo>
                  <a:cubicBezTo>
                    <a:pt x="43" y="93"/>
                    <a:pt x="43" y="93"/>
                    <a:pt x="43" y="93"/>
                  </a:cubicBezTo>
                  <a:cubicBezTo>
                    <a:pt x="43" y="95"/>
                    <a:pt x="43" y="95"/>
                    <a:pt x="43" y="95"/>
                  </a:cubicBezTo>
                  <a:cubicBezTo>
                    <a:pt x="42" y="99"/>
                    <a:pt x="42" y="99"/>
                    <a:pt x="42" y="99"/>
                  </a:cubicBezTo>
                  <a:cubicBezTo>
                    <a:pt x="42" y="100"/>
                    <a:pt x="41" y="100"/>
                    <a:pt x="40" y="100"/>
                  </a:cubicBezTo>
                  <a:cubicBezTo>
                    <a:pt x="39" y="100"/>
                    <a:pt x="39" y="100"/>
                    <a:pt x="39" y="100"/>
                  </a:cubicBezTo>
                  <a:cubicBezTo>
                    <a:pt x="38" y="100"/>
                    <a:pt x="36" y="100"/>
                    <a:pt x="35" y="100"/>
                  </a:cubicBezTo>
                  <a:cubicBezTo>
                    <a:pt x="34" y="100"/>
                    <a:pt x="32" y="99"/>
                    <a:pt x="31" y="98"/>
                  </a:cubicBezTo>
                  <a:cubicBezTo>
                    <a:pt x="30" y="97"/>
                    <a:pt x="30" y="97"/>
                    <a:pt x="30" y="97"/>
                  </a:cubicBezTo>
                  <a:cubicBezTo>
                    <a:pt x="30" y="97"/>
                    <a:pt x="30" y="97"/>
                    <a:pt x="30" y="97"/>
                  </a:cubicBezTo>
                  <a:cubicBezTo>
                    <a:pt x="32" y="95"/>
                    <a:pt x="32" y="95"/>
                    <a:pt x="32" y="95"/>
                  </a:cubicBezTo>
                  <a:cubicBezTo>
                    <a:pt x="33" y="95"/>
                    <a:pt x="33" y="95"/>
                    <a:pt x="33" y="95"/>
                  </a:cubicBezTo>
                  <a:cubicBezTo>
                    <a:pt x="34" y="95"/>
                    <a:pt x="34" y="95"/>
                    <a:pt x="34" y="95"/>
                  </a:cubicBezTo>
                  <a:cubicBezTo>
                    <a:pt x="34" y="95"/>
                    <a:pt x="34" y="95"/>
                    <a:pt x="34" y="95"/>
                  </a:cubicBezTo>
                  <a:cubicBezTo>
                    <a:pt x="34" y="95"/>
                    <a:pt x="34" y="95"/>
                    <a:pt x="34" y="95"/>
                  </a:cubicBezTo>
                  <a:cubicBezTo>
                    <a:pt x="35" y="95"/>
                    <a:pt x="35" y="95"/>
                    <a:pt x="35" y="95"/>
                  </a:cubicBezTo>
                  <a:cubicBezTo>
                    <a:pt x="36" y="95"/>
                    <a:pt x="36" y="96"/>
                    <a:pt x="37" y="96"/>
                  </a:cubicBezTo>
                  <a:cubicBezTo>
                    <a:pt x="37" y="96"/>
                    <a:pt x="37" y="96"/>
                    <a:pt x="37" y="96"/>
                  </a:cubicBezTo>
                  <a:cubicBezTo>
                    <a:pt x="39" y="96"/>
                    <a:pt x="39" y="94"/>
                    <a:pt x="39" y="93"/>
                  </a:cubicBezTo>
                  <a:cubicBezTo>
                    <a:pt x="39" y="92"/>
                    <a:pt x="39" y="92"/>
                    <a:pt x="39" y="92"/>
                  </a:cubicBezTo>
                  <a:cubicBezTo>
                    <a:pt x="39" y="91"/>
                    <a:pt x="39" y="91"/>
                    <a:pt x="38" y="90"/>
                  </a:cubicBezTo>
                  <a:cubicBezTo>
                    <a:pt x="38" y="89"/>
                    <a:pt x="38" y="88"/>
                    <a:pt x="38" y="87"/>
                  </a:cubicBezTo>
                  <a:cubicBezTo>
                    <a:pt x="38" y="86"/>
                    <a:pt x="38" y="86"/>
                    <a:pt x="38" y="86"/>
                  </a:cubicBezTo>
                  <a:cubicBezTo>
                    <a:pt x="38" y="85"/>
                    <a:pt x="38" y="85"/>
                    <a:pt x="37" y="84"/>
                  </a:cubicBezTo>
                  <a:cubicBezTo>
                    <a:pt x="36" y="83"/>
                    <a:pt x="36" y="82"/>
                    <a:pt x="36" y="81"/>
                  </a:cubicBezTo>
                  <a:cubicBezTo>
                    <a:pt x="36" y="80"/>
                    <a:pt x="36" y="79"/>
                    <a:pt x="35" y="78"/>
                  </a:cubicBezTo>
                  <a:cubicBezTo>
                    <a:pt x="33" y="77"/>
                    <a:pt x="32" y="75"/>
                    <a:pt x="32" y="74"/>
                  </a:cubicBezTo>
                  <a:cubicBezTo>
                    <a:pt x="31" y="72"/>
                    <a:pt x="31" y="72"/>
                    <a:pt x="31" y="72"/>
                  </a:cubicBezTo>
                  <a:cubicBezTo>
                    <a:pt x="30" y="70"/>
                    <a:pt x="30" y="70"/>
                    <a:pt x="30" y="70"/>
                  </a:cubicBezTo>
                  <a:cubicBezTo>
                    <a:pt x="30" y="70"/>
                    <a:pt x="30" y="70"/>
                    <a:pt x="30" y="70"/>
                  </a:cubicBezTo>
                  <a:cubicBezTo>
                    <a:pt x="29" y="69"/>
                    <a:pt x="29" y="69"/>
                    <a:pt x="28" y="68"/>
                  </a:cubicBezTo>
                  <a:cubicBezTo>
                    <a:pt x="27" y="67"/>
                    <a:pt x="27" y="67"/>
                    <a:pt x="27" y="67"/>
                  </a:cubicBezTo>
                  <a:cubicBezTo>
                    <a:pt x="27" y="68"/>
                    <a:pt x="27" y="68"/>
                    <a:pt x="27" y="68"/>
                  </a:cubicBezTo>
                  <a:cubicBezTo>
                    <a:pt x="27" y="68"/>
                    <a:pt x="27" y="68"/>
                    <a:pt x="27" y="68"/>
                  </a:cubicBezTo>
                  <a:cubicBezTo>
                    <a:pt x="27" y="68"/>
                    <a:pt x="27" y="68"/>
                    <a:pt x="27" y="68"/>
                  </a:cubicBezTo>
                  <a:cubicBezTo>
                    <a:pt x="27" y="68"/>
                    <a:pt x="27" y="68"/>
                    <a:pt x="27" y="68"/>
                  </a:cubicBezTo>
                  <a:cubicBezTo>
                    <a:pt x="27" y="69"/>
                    <a:pt x="27" y="69"/>
                    <a:pt x="27" y="69"/>
                  </a:cubicBezTo>
                  <a:cubicBezTo>
                    <a:pt x="28" y="71"/>
                    <a:pt x="28" y="71"/>
                    <a:pt x="28" y="71"/>
                  </a:cubicBezTo>
                  <a:cubicBezTo>
                    <a:pt x="28" y="72"/>
                    <a:pt x="28" y="72"/>
                    <a:pt x="28" y="72"/>
                  </a:cubicBezTo>
                  <a:cubicBezTo>
                    <a:pt x="28" y="74"/>
                    <a:pt x="28" y="74"/>
                    <a:pt x="28" y="74"/>
                  </a:cubicBezTo>
                  <a:cubicBezTo>
                    <a:pt x="26" y="75"/>
                    <a:pt x="26" y="75"/>
                    <a:pt x="26" y="75"/>
                  </a:cubicBezTo>
                  <a:cubicBezTo>
                    <a:pt x="25" y="76"/>
                    <a:pt x="25" y="76"/>
                    <a:pt x="25" y="76"/>
                  </a:cubicBezTo>
                  <a:cubicBezTo>
                    <a:pt x="23" y="78"/>
                    <a:pt x="23" y="78"/>
                    <a:pt x="23" y="78"/>
                  </a:cubicBezTo>
                  <a:cubicBezTo>
                    <a:pt x="22" y="79"/>
                    <a:pt x="22" y="79"/>
                    <a:pt x="22" y="79"/>
                  </a:cubicBezTo>
                  <a:cubicBezTo>
                    <a:pt x="21" y="81"/>
                    <a:pt x="21" y="81"/>
                    <a:pt x="21" y="81"/>
                  </a:cubicBezTo>
                  <a:cubicBezTo>
                    <a:pt x="20" y="82"/>
                    <a:pt x="19" y="83"/>
                    <a:pt x="18" y="83"/>
                  </a:cubicBezTo>
                  <a:cubicBezTo>
                    <a:pt x="16" y="83"/>
                    <a:pt x="15" y="80"/>
                    <a:pt x="14" y="79"/>
                  </a:cubicBezTo>
                  <a:cubicBezTo>
                    <a:pt x="14" y="78"/>
                    <a:pt x="13" y="76"/>
                    <a:pt x="13" y="75"/>
                  </a:cubicBezTo>
                  <a:cubicBezTo>
                    <a:pt x="13" y="72"/>
                    <a:pt x="13" y="72"/>
                    <a:pt x="13" y="72"/>
                  </a:cubicBezTo>
                  <a:cubicBezTo>
                    <a:pt x="13" y="72"/>
                    <a:pt x="13" y="72"/>
                    <a:pt x="13" y="72"/>
                  </a:cubicBezTo>
                  <a:cubicBezTo>
                    <a:pt x="14" y="72"/>
                    <a:pt x="14" y="72"/>
                    <a:pt x="14" y="72"/>
                  </a:cubicBezTo>
                  <a:cubicBezTo>
                    <a:pt x="15" y="73"/>
                    <a:pt x="15" y="73"/>
                    <a:pt x="15" y="73"/>
                  </a:cubicBezTo>
                  <a:cubicBezTo>
                    <a:pt x="16" y="74"/>
                    <a:pt x="16" y="74"/>
                    <a:pt x="16" y="74"/>
                  </a:cubicBezTo>
                  <a:cubicBezTo>
                    <a:pt x="17" y="75"/>
                    <a:pt x="17" y="75"/>
                    <a:pt x="17" y="75"/>
                  </a:cubicBezTo>
                  <a:cubicBezTo>
                    <a:pt x="18" y="77"/>
                    <a:pt x="18" y="77"/>
                    <a:pt x="18" y="77"/>
                  </a:cubicBezTo>
                  <a:cubicBezTo>
                    <a:pt x="18" y="77"/>
                    <a:pt x="18" y="77"/>
                    <a:pt x="18" y="77"/>
                  </a:cubicBezTo>
                  <a:cubicBezTo>
                    <a:pt x="19" y="76"/>
                    <a:pt x="19" y="76"/>
                    <a:pt x="19" y="76"/>
                  </a:cubicBezTo>
                  <a:cubicBezTo>
                    <a:pt x="20" y="76"/>
                    <a:pt x="21" y="74"/>
                    <a:pt x="22" y="73"/>
                  </a:cubicBezTo>
                  <a:cubicBezTo>
                    <a:pt x="22" y="72"/>
                    <a:pt x="23" y="71"/>
                    <a:pt x="23" y="70"/>
                  </a:cubicBezTo>
                  <a:cubicBezTo>
                    <a:pt x="23" y="69"/>
                    <a:pt x="23" y="69"/>
                    <a:pt x="23" y="69"/>
                  </a:cubicBezTo>
                  <a:cubicBezTo>
                    <a:pt x="22" y="68"/>
                    <a:pt x="19" y="66"/>
                    <a:pt x="18" y="65"/>
                  </a:cubicBezTo>
                  <a:cubicBezTo>
                    <a:pt x="18" y="64"/>
                    <a:pt x="18" y="64"/>
                    <a:pt x="18" y="64"/>
                  </a:cubicBezTo>
                  <a:cubicBezTo>
                    <a:pt x="18" y="63"/>
                    <a:pt x="18" y="63"/>
                    <a:pt x="18" y="63"/>
                  </a:cubicBezTo>
                  <a:cubicBezTo>
                    <a:pt x="17" y="62"/>
                    <a:pt x="17" y="61"/>
                    <a:pt x="17" y="61"/>
                  </a:cubicBezTo>
                  <a:cubicBezTo>
                    <a:pt x="17" y="57"/>
                    <a:pt x="20" y="56"/>
                    <a:pt x="22" y="56"/>
                  </a:cubicBezTo>
                  <a:cubicBezTo>
                    <a:pt x="24" y="56"/>
                    <a:pt x="24" y="56"/>
                    <a:pt x="24" y="56"/>
                  </a:cubicBezTo>
                  <a:cubicBezTo>
                    <a:pt x="23" y="56"/>
                    <a:pt x="23" y="56"/>
                    <a:pt x="23" y="56"/>
                  </a:cubicBezTo>
                  <a:cubicBezTo>
                    <a:pt x="22" y="54"/>
                    <a:pt x="22" y="54"/>
                    <a:pt x="22" y="54"/>
                  </a:cubicBezTo>
                  <a:cubicBezTo>
                    <a:pt x="20" y="53"/>
                    <a:pt x="20" y="53"/>
                    <a:pt x="20" y="53"/>
                  </a:cubicBezTo>
                  <a:cubicBezTo>
                    <a:pt x="20" y="52"/>
                    <a:pt x="20" y="52"/>
                    <a:pt x="20" y="52"/>
                  </a:cubicBezTo>
                  <a:cubicBezTo>
                    <a:pt x="20" y="52"/>
                    <a:pt x="20" y="52"/>
                    <a:pt x="20" y="52"/>
                  </a:cubicBezTo>
                  <a:cubicBezTo>
                    <a:pt x="20" y="52"/>
                    <a:pt x="20" y="52"/>
                    <a:pt x="20" y="52"/>
                  </a:cubicBezTo>
                  <a:cubicBezTo>
                    <a:pt x="20" y="51"/>
                    <a:pt x="20" y="51"/>
                    <a:pt x="20" y="51"/>
                  </a:cubicBezTo>
                  <a:cubicBezTo>
                    <a:pt x="17" y="52"/>
                    <a:pt x="16" y="56"/>
                    <a:pt x="16" y="56"/>
                  </a:cubicBezTo>
                  <a:cubicBezTo>
                    <a:pt x="16" y="57"/>
                    <a:pt x="16" y="57"/>
                    <a:pt x="16" y="57"/>
                  </a:cubicBezTo>
                  <a:cubicBezTo>
                    <a:pt x="16" y="56"/>
                    <a:pt x="16" y="56"/>
                    <a:pt x="16" y="56"/>
                  </a:cubicBezTo>
                  <a:cubicBezTo>
                    <a:pt x="15" y="55"/>
                    <a:pt x="15" y="54"/>
                    <a:pt x="15" y="53"/>
                  </a:cubicBezTo>
                  <a:cubicBezTo>
                    <a:pt x="13" y="54"/>
                    <a:pt x="13" y="54"/>
                    <a:pt x="13" y="54"/>
                  </a:cubicBezTo>
                  <a:cubicBezTo>
                    <a:pt x="12" y="54"/>
                    <a:pt x="12" y="54"/>
                    <a:pt x="11" y="55"/>
                  </a:cubicBezTo>
                  <a:cubicBezTo>
                    <a:pt x="10" y="55"/>
                    <a:pt x="10" y="55"/>
                    <a:pt x="9" y="56"/>
                  </a:cubicBezTo>
                  <a:cubicBezTo>
                    <a:pt x="9" y="56"/>
                    <a:pt x="9" y="56"/>
                    <a:pt x="9" y="56"/>
                  </a:cubicBezTo>
                  <a:cubicBezTo>
                    <a:pt x="10" y="57"/>
                    <a:pt x="10" y="57"/>
                    <a:pt x="10" y="57"/>
                  </a:cubicBezTo>
                  <a:cubicBezTo>
                    <a:pt x="11" y="58"/>
                    <a:pt x="11" y="58"/>
                    <a:pt x="11" y="58"/>
                  </a:cubicBezTo>
                  <a:cubicBezTo>
                    <a:pt x="12" y="60"/>
                    <a:pt x="12" y="60"/>
                    <a:pt x="12" y="60"/>
                  </a:cubicBezTo>
                  <a:cubicBezTo>
                    <a:pt x="12" y="60"/>
                    <a:pt x="12" y="60"/>
                    <a:pt x="12" y="60"/>
                  </a:cubicBezTo>
                  <a:cubicBezTo>
                    <a:pt x="11" y="61"/>
                    <a:pt x="11" y="61"/>
                    <a:pt x="11" y="61"/>
                  </a:cubicBezTo>
                  <a:cubicBezTo>
                    <a:pt x="11" y="62"/>
                    <a:pt x="11" y="62"/>
                    <a:pt x="11" y="62"/>
                  </a:cubicBezTo>
                  <a:cubicBezTo>
                    <a:pt x="10" y="63"/>
                    <a:pt x="10" y="63"/>
                    <a:pt x="10" y="63"/>
                  </a:cubicBezTo>
                  <a:cubicBezTo>
                    <a:pt x="9" y="63"/>
                    <a:pt x="9" y="63"/>
                    <a:pt x="9" y="63"/>
                  </a:cubicBezTo>
                  <a:cubicBezTo>
                    <a:pt x="9" y="63"/>
                    <a:pt x="9" y="63"/>
                    <a:pt x="9" y="63"/>
                  </a:cubicBezTo>
                  <a:cubicBezTo>
                    <a:pt x="9" y="62"/>
                    <a:pt x="9" y="62"/>
                    <a:pt x="9" y="62"/>
                  </a:cubicBezTo>
                  <a:cubicBezTo>
                    <a:pt x="10" y="62"/>
                    <a:pt x="10" y="62"/>
                    <a:pt x="10" y="62"/>
                  </a:cubicBezTo>
                  <a:cubicBezTo>
                    <a:pt x="10" y="61"/>
                    <a:pt x="10" y="61"/>
                    <a:pt x="10" y="61"/>
                  </a:cubicBezTo>
                  <a:cubicBezTo>
                    <a:pt x="10" y="61"/>
                    <a:pt x="10" y="61"/>
                    <a:pt x="10" y="61"/>
                  </a:cubicBezTo>
                  <a:cubicBezTo>
                    <a:pt x="9" y="61"/>
                    <a:pt x="9" y="61"/>
                    <a:pt x="9" y="61"/>
                  </a:cubicBezTo>
                  <a:cubicBezTo>
                    <a:pt x="8" y="58"/>
                    <a:pt x="8" y="58"/>
                    <a:pt x="8" y="58"/>
                  </a:cubicBezTo>
                  <a:cubicBezTo>
                    <a:pt x="7" y="55"/>
                    <a:pt x="7" y="55"/>
                    <a:pt x="7" y="55"/>
                  </a:cubicBezTo>
                  <a:cubicBezTo>
                    <a:pt x="6" y="54"/>
                    <a:pt x="6" y="52"/>
                    <a:pt x="6" y="52"/>
                  </a:cubicBezTo>
                  <a:cubicBezTo>
                    <a:pt x="5" y="49"/>
                    <a:pt x="5" y="49"/>
                    <a:pt x="5" y="49"/>
                  </a:cubicBezTo>
                  <a:cubicBezTo>
                    <a:pt x="4" y="47"/>
                    <a:pt x="4" y="47"/>
                    <a:pt x="4" y="47"/>
                  </a:cubicBezTo>
                  <a:cubicBezTo>
                    <a:pt x="4" y="46"/>
                    <a:pt x="4" y="46"/>
                    <a:pt x="4" y="46"/>
                  </a:cubicBezTo>
                  <a:cubicBezTo>
                    <a:pt x="5" y="46"/>
                    <a:pt x="5" y="46"/>
                    <a:pt x="5" y="46"/>
                  </a:cubicBezTo>
                  <a:cubicBezTo>
                    <a:pt x="4" y="46"/>
                    <a:pt x="4" y="46"/>
                    <a:pt x="4" y="46"/>
                  </a:cubicBezTo>
                  <a:cubicBezTo>
                    <a:pt x="4" y="46"/>
                    <a:pt x="4" y="46"/>
                    <a:pt x="4" y="46"/>
                  </a:cubicBezTo>
                  <a:cubicBezTo>
                    <a:pt x="4" y="46"/>
                    <a:pt x="4" y="46"/>
                    <a:pt x="4" y="46"/>
                  </a:cubicBezTo>
                  <a:cubicBezTo>
                    <a:pt x="5" y="45"/>
                    <a:pt x="5" y="45"/>
                    <a:pt x="5" y="45"/>
                  </a:cubicBezTo>
                  <a:cubicBezTo>
                    <a:pt x="5" y="45"/>
                    <a:pt x="5" y="45"/>
                    <a:pt x="5" y="45"/>
                  </a:cubicBezTo>
                  <a:cubicBezTo>
                    <a:pt x="5" y="45"/>
                    <a:pt x="5" y="45"/>
                    <a:pt x="5" y="45"/>
                  </a:cubicBezTo>
                  <a:cubicBezTo>
                    <a:pt x="6" y="45"/>
                    <a:pt x="6" y="45"/>
                    <a:pt x="6" y="45"/>
                  </a:cubicBezTo>
                  <a:cubicBezTo>
                    <a:pt x="7" y="45"/>
                    <a:pt x="7" y="45"/>
                    <a:pt x="7" y="45"/>
                  </a:cubicBezTo>
                  <a:cubicBezTo>
                    <a:pt x="8" y="45"/>
                    <a:pt x="8" y="45"/>
                    <a:pt x="8" y="45"/>
                  </a:cubicBezTo>
                  <a:cubicBezTo>
                    <a:pt x="9" y="47"/>
                    <a:pt x="9" y="47"/>
                    <a:pt x="9" y="47"/>
                  </a:cubicBezTo>
                  <a:cubicBezTo>
                    <a:pt x="9" y="47"/>
                    <a:pt x="9" y="47"/>
                    <a:pt x="9" y="47"/>
                  </a:cubicBezTo>
                  <a:cubicBezTo>
                    <a:pt x="9" y="47"/>
                    <a:pt x="9" y="47"/>
                    <a:pt x="9" y="47"/>
                  </a:cubicBezTo>
                  <a:cubicBezTo>
                    <a:pt x="9" y="47"/>
                    <a:pt x="9" y="47"/>
                    <a:pt x="9" y="47"/>
                  </a:cubicBezTo>
                  <a:cubicBezTo>
                    <a:pt x="10" y="48"/>
                    <a:pt x="10" y="48"/>
                    <a:pt x="10" y="48"/>
                  </a:cubicBezTo>
                  <a:cubicBezTo>
                    <a:pt x="9" y="49"/>
                    <a:pt x="9" y="49"/>
                    <a:pt x="9" y="49"/>
                  </a:cubicBezTo>
                  <a:cubicBezTo>
                    <a:pt x="9" y="49"/>
                    <a:pt x="9" y="49"/>
                    <a:pt x="9" y="49"/>
                  </a:cubicBezTo>
                  <a:cubicBezTo>
                    <a:pt x="9" y="49"/>
                    <a:pt x="9" y="49"/>
                    <a:pt x="9" y="49"/>
                  </a:cubicBezTo>
                  <a:cubicBezTo>
                    <a:pt x="9" y="50"/>
                    <a:pt x="9" y="50"/>
                    <a:pt x="9" y="50"/>
                  </a:cubicBezTo>
                  <a:cubicBezTo>
                    <a:pt x="9" y="52"/>
                    <a:pt x="9" y="52"/>
                    <a:pt x="9" y="52"/>
                  </a:cubicBezTo>
                  <a:cubicBezTo>
                    <a:pt x="9" y="52"/>
                    <a:pt x="9" y="52"/>
                    <a:pt x="9" y="52"/>
                  </a:cubicBezTo>
                  <a:cubicBezTo>
                    <a:pt x="9" y="52"/>
                    <a:pt x="9" y="52"/>
                    <a:pt x="9" y="52"/>
                  </a:cubicBezTo>
                  <a:cubicBezTo>
                    <a:pt x="9" y="52"/>
                    <a:pt x="9" y="52"/>
                    <a:pt x="9" y="52"/>
                  </a:cubicBezTo>
                  <a:cubicBezTo>
                    <a:pt x="9" y="52"/>
                    <a:pt x="9" y="52"/>
                    <a:pt x="9" y="52"/>
                  </a:cubicBezTo>
                  <a:cubicBezTo>
                    <a:pt x="11" y="52"/>
                    <a:pt x="11" y="52"/>
                    <a:pt x="11" y="52"/>
                  </a:cubicBezTo>
                  <a:cubicBezTo>
                    <a:pt x="11" y="52"/>
                    <a:pt x="13" y="51"/>
                    <a:pt x="14" y="50"/>
                  </a:cubicBezTo>
                  <a:cubicBezTo>
                    <a:pt x="14" y="49"/>
                    <a:pt x="14" y="49"/>
                    <a:pt x="14" y="49"/>
                  </a:cubicBezTo>
                  <a:cubicBezTo>
                    <a:pt x="12" y="47"/>
                    <a:pt x="12" y="47"/>
                    <a:pt x="12" y="47"/>
                  </a:cubicBezTo>
                  <a:cubicBezTo>
                    <a:pt x="12" y="47"/>
                    <a:pt x="12" y="47"/>
                    <a:pt x="12" y="47"/>
                  </a:cubicBezTo>
                  <a:cubicBezTo>
                    <a:pt x="12" y="47"/>
                    <a:pt x="12" y="47"/>
                    <a:pt x="12" y="47"/>
                  </a:cubicBezTo>
                  <a:cubicBezTo>
                    <a:pt x="13" y="47"/>
                    <a:pt x="13" y="47"/>
                    <a:pt x="13" y="47"/>
                  </a:cubicBezTo>
                  <a:cubicBezTo>
                    <a:pt x="14" y="47"/>
                    <a:pt x="15" y="47"/>
                    <a:pt x="16" y="47"/>
                  </a:cubicBezTo>
                  <a:cubicBezTo>
                    <a:pt x="15" y="46"/>
                    <a:pt x="14" y="45"/>
                    <a:pt x="12" y="43"/>
                  </a:cubicBezTo>
                  <a:cubicBezTo>
                    <a:pt x="11" y="40"/>
                    <a:pt x="11" y="40"/>
                    <a:pt x="11" y="40"/>
                  </a:cubicBezTo>
                  <a:cubicBezTo>
                    <a:pt x="8" y="38"/>
                    <a:pt x="8" y="38"/>
                    <a:pt x="8" y="38"/>
                  </a:cubicBezTo>
                  <a:cubicBezTo>
                    <a:pt x="8" y="38"/>
                    <a:pt x="8" y="37"/>
                    <a:pt x="8" y="36"/>
                  </a:cubicBezTo>
                  <a:cubicBezTo>
                    <a:pt x="8" y="35"/>
                    <a:pt x="7" y="33"/>
                    <a:pt x="6" y="33"/>
                  </a:cubicBezTo>
                  <a:cubicBezTo>
                    <a:pt x="5" y="32"/>
                    <a:pt x="5" y="32"/>
                    <a:pt x="5" y="32"/>
                  </a:cubicBezTo>
                  <a:cubicBezTo>
                    <a:pt x="4" y="32"/>
                    <a:pt x="4" y="34"/>
                    <a:pt x="4" y="34"/>
                  </a:cubicBezTo>
                  <a:cubicBezTo>
                    <a:pt x="3" y="34"/>
                    <a:pt x="3" y="34"/>
                    <a:pt x="3" y="34"/>
                  </a:cubicBezTo>
                  <a:cubicBezTo>
                    <a:pt x="4" y="31"/>
                    <a:pt x="5" y="30"/>
                    <a:pt x="5" y="30"/>
                  </a:cubicBezTo>
                  <a:cubicBezTo>
                    <a:pt x="5" y="29"/>
                    <a:pt x="5" y="29"/>
                    <a:pt x="5" y="29"/>
                  </a:cubicBezTo>
                  <a:cubicBezTo>
                    <a:pt x="5" y="28"/>
                    <a:pt x="4" y="27"/>
                    <a:pt x="4" y="26"/>
                  </a:cubicBezTo>
                  <a:cubicBezTo>
                    <a:pt x="4" y="24"/>
                    <a:pt x="4" y="24"/>
                    <a:pt x="4" y="24"/>
                  </a:cubicBezTo>
                  <a:cubicBezTo>
                    <a:pt x="3" y="24"/>
                    <a:pt x="3" y="24"/>
                    <a:pt x="3" y="24"/>
                  </a:cubicBezTo>
                  <a:cubicBezTo>
                    <a:pt x="3" y="26"/>
                    <a:pt x="3" y="26"/>
                    <a:pt x="3" y="26"/>
                  </a:cubicBezTo>
                  <a:cubicBezTo>
                    <a:pt x="3" y="28"/>
                    <a:pt x="3" y="28"/>
                    <a:pt x="3" y="28"/>
                  </a:cubicBezTo>
                  <a:cubicBezTo>
                    <a:pt x="2" y="28"/>
                    <a:pt x="2" y="28"/>
                    <a:pt x="2" y="28"/>
                  </a:cubicBezTo>
                  <a:cubicBezTo>
                    <a:pt x="1" y="29"/>
                    <a:pt x="1" y="29"/>
                    <a:pt x="1" y="29"/>
                  </a:cubicBezTo>
                  <a:cubicBezTo>
                    <a:pt x="1" y="29"/>
                    <a:pt x="1" y="29"/>
                    <a:pt x="1" y="29"/>
                  </a:cubicBezTo>
                  <a:cubicBezTo>
                    <a:pt x="0" y="29"/>
                    <a:pt x="0" y="29"/>
                    <a:pt x="0" y="29"/>
                  </a:cubicBezTo>
                  <a:cubicBezTo>
                    <a:pt x="0" y="28"/>
                    <a:pt x="0" y="28"/>
                    <a:pt x="0" y="28"/>
                  </a:cubicBezTo>
                  <a:cubicBezTo>
                    <a:pt x="0" y="28"/>
                    <a:pt x="0" y="28"/>
                    <a:pt x="0" y="28"/>
                  </a:cubicBezTo>
                  <a:cubicBezTo>
                    <a:pt x="1" y="28"/>
                    <a:pt x="1" y="28"/>
                    <a:pt x="1" y="28"/>
                  </a:cubicBezTo>
                  <a:cubicBezTo>
                    <a:pt x="1" y="27"/>
                    <a:pt x="1" y="27"/>
                    <a:pt x="1" y="27"/>
                  </a:cubicBezTo>
                  <a:cubicBezTo>
                    <a:pt x="1" y="27"/>
                    <a:pt x="1" y="27"/>
                    <a:pt x="1" y="27"/>
                  </a:cubicBezTo>
                  <a:cubicBezTo>
                    <a:pt x="1" y="25"/>
                    <a:pt x="1" y="25"/>
                    <a:pt x="1" y="25"/>
                  </a:cubicBezTo>
                  <a:cubicBezTo>
                    <a:pt x="2" y="21"/>
                    <a:pt x="2" y="21"/>
                    <a:pt x="2" y="21"/>
                  </a:cubicBezTo>
                  <a:cubicBezTo>
                    <a:pt x="2" y="20"/>
                    <a:pt x="2" y="20"/>
                    <a:pt x="2" y="20"/>
                  </a:cubicBezTo>
                  <a:cubicBezTo>
                    <a:pt x="2" y="19"/>
                    <a:pt x="2" y="18"/>
                    <a:pt x="2" y="18"/>
                  </a:cubicBezTo>
                  <a:cubicBezTo>
                    <a:pt x="1" y="15"/>
                    <a:pt x="1" y="15"/>
                    <a:pt x="1" y="15"/>
                  </a:cubicBezTo>
                  <a:cubicBezTo>
                    <a:pt x="0" y="14"/>
                    <a:pt x="0" y="14"/>
                    <a:pt x="0" y="14"/>
                  </a:cubicBezTo>
                  <a:cubicBezTo>
                    <a:pt x="1" y="13"/>
                    <a:pt x="1" y="13"/>
                    <a:pt x="1" y="13"/>
                  </a:cubicBezTo>
                  <a:cubicBezTo>
                    <a:pt x="1" y="13"/>
                    <a:pt x="1" y="13"/>
                    <a:pt x="1" y="13"/>
                  </a:cubicBezTo>
                  <a:lnTo>
                    <a:pt x="0" y="12"/>
                  </a:lnTo>
                  <a:close/>
                  <a:moveTo>
                    <a:pt x="13" y="21"/>
                  </a:moveTo>
                  <a:cubicBezTo>
                    <a:pt x="13" y="21"/>
                    <a:pt x="13" y="21"/>
                    <a:pt x="13" y="21"/>
                  </a:cubicBezTo>
                  <a:cubicBezTo>
                    <a:pt x="14" y="22"/>
                    <a:pt x="14" y="22"/>
                    <a:pt x="14" y="22"/>
                  </a:cubicBezTo>
                  <a:lnTo>
                    <a:pt x="13" y="21"/>
                  </a:lnTo>
                  <a:close/>
                  <a:moveTo>
                    <a:pt x="4" y="10"/>
                  </a:moveTo>
                  <a:cubicBezTo>
                    <a:pt x="4" y="10"/>
                    <a:pt x="4" y="10"/>
                    <a:pt x="4" y="10"/>
                  </a:cubicBezTo>
                  <a:cubicBezTo>
                    <a:pt x="5" y="12"/>
                    <a:pt x="5" y="12"/>
                    <a:pt x="5" y="12"/>
                  </a:cubicBezTo>
                  <a:cubicBezTo>
                    <a:pt x="5" y="12"/>
                    <a:pt x="5" y="12"/>
                    <a:pt x="5" y="12"/>
                  </a:cubicBezTo>
                  <a:cubicBezTo>
                    <a:pt x="5" y="12"/>
                    <a:pt x="5" y="12"/>
                    <a:pt x="5" y="12"/>
                  </a:cubicBezTo>
                  <a:cubicBezTo>
                    <a:pt x="5" y="12"/>
                    <a:pt x="5" y="12"/>
                    <a:pt x="5" y="12"/>
                  </a:cubicBezTo>
                  <a:lnTo>
                    <a:pt x="4" y="10"/>
                  </a:lnTo>
                  <a:close/>
                  <a:moveTo>
                    <a:pt x="6" y="12"/>
                  </a:moveTo>
                  <a:cubicBezTo>
                    <a:pt x="6" y="12"/>
                    <a:pt x="6" y="12"/>
                    <a:pt x="6" y="12"/>
                  </a:cubicBezTo>
                  <a:cubicBezTo>
                    <a:pt x="6" y="13"/>
                    <a:pt x="6" y="13"/>
                    <a:pt x="6" y="13"/>
                  </a:cubicBezTo>
                  <a:cubicBezTo>
                    <a:pt x="7" y="13"/>
                    <a:pt x="7" y="13"/>
                    <a:pt x="7" y="13"/>
                  </a:cubicBezTo>
                  <a:cubicBezTo>
                    <a:pt x="7" y="13"/>
                    <a:pt x="7" y="13"/>
                    <a:pt x="7" y="13"/>
                  </a:cubicBezTo>
                  <a:lnTo>
                    <a:pt x="6" y="12"/>
                  </a:lnTo>
                  <a:close/>
                  <a:moveTo>
                    <a:pt x="6" y="17"/>
                  </a:moveTo>
                  <a:cubicBezTo>
                    <a:pt x="7" y="16"/>
                    <a:pt x="7" y="15"/>
                    <a:pt x="7" y="15"/>
                  </a:cubicBezTo>
                  <a:cubicBezTo>
                    <a:pt x="7" y="15"/>
                    <a:pt x="7" y="15"/>
                    <a:pt x="7" y="15"/>
                  </a:cubicBezTo>
                  <a:cubicBezTo>
                    <a:pt x="7" y="13"/>
                    <a:pt x="7" y="13"/>
                    <a:pt x="7" y="13"/>
                  </a:cubicBezTo>
                  <a:cubicBezTo>
                    <a:pt x="7" y="13"/>
                    <a:pt x="7" y="13"/>
                    <a:pt x="7" y="13"/>
                  </a:cubicBezTo>
                  <a:cubicBezTo>
                    <a:pt x="7" y="13"/>
                    <a:pt x="7" y="13"/>
                    <a:pt x="7" y="13"/>
                  </a:cubicBezTo>
                  <a:cubicBezTo>
                    <a:pt x="6" y="13"/>
                    <a:pt x="6" y="13"/>
                    <a:pt x="6" y="13"/>
                  </a:cubicBezTo>
                  <a:cubicBezTo>
                    <a:pt x="6" y="14"/>
                    <a:pt x="6" y="14"/>
                    <a:pt x="6" y="14"/>
                  </a:cubicBezTo>
                  <a:cubicBezTo>
                    <a:pt x="6" y="14"/>
                    <a:pt x="6" y="14"/>
                    <a:pt x="6" y="14"/>
                  </a:cubicBezTo>
                  <a:cubicBezTo>
                    <a:pt x="6" y="15"/>
                    <a:pt x="6" y="15"/>
                    <a:pt x="5" y="16"/>
                  </a:cubicBezTo>
                  <a:cubicBezTo>
                    <a:pt x="5" y="18"/>
                    <a:pt x="5" y="18"/>
                    <a:pt x="5" y="18"/>
                  </a:cubicBezTo>
                  <a:cubicBezTo>
                    <a:pt x="5" y="18"/>
                    <a:pt x="5" y="18"/>
                    <a:pt x="5" y="18"/>
                  </a:cubicBezTo>
                  <a:lnTo>
                    <a:pt x="6" y="17"/>
                  </a:lnTo>
                  <a:close/>
                  <a:moveTo>
                    <a:pt x="19" y="21"/>
                  </a:moveTo>
                  <a:cubicBezTo>
                    <a:pt x="20" y="21"/>
                    <a:pt x="20" y="21"/>
                    <a:pt x="20" y="21"/>
                  </a:cubicBezTo>
                  <a:cubicBezTo>
                    <a:pt x="21" y="22"/>
                    <a:pt x="21" y="22"/>
                    <a:pt x="21" y="22"/>
                  </a:cubicBezTo>
                  <a:cubicBezTo>
                    <a:pt x="21" y="21"/>
                    <a:pt x="21" y="21"/>
                    <a:pt x="21" y="21"/>
                  </a:cubicBezTo>
                  <a:cubicBezTo>
                    <a:pt x="21" y="20"/>
                    <a:pt x="21" y="20"/>
                    <a:pt x="21" y="20"/>
                  </a:cubicBezTo>
                  <a:cubicBezTo>
                    <a:pt x="21" y="20"/>
                    <a:pt x="21" y="20"/>
                    <a:pt x="21" y="20"/>
                  </a:cubicBezTo>
                  <a:cubicBezTo>
                    <a:pt x="21" y="20"/>
                    <a:pt x="21" y="20"/>
                    <a:pt x="21" y="20"/>
                  </a:cubicBezTo>
                  <a:cubicBezTo>
                    <a:pt x="20" y="20"/>
                    <a:pt x="20" y="20"/>
                    <a:pt x="20" y="20"/>
                  </a:cubicBezTo>
                  <a:cubicBezTo>
                    <a:pt x="19" y="21"/>
                    <a:pt x="19" y="21"/>
                    <a:pt x="19" y="21"/>
                  </a:cubicBezTo>
                  <a:cubicBezTo>
                    <a:pt x="18" y="22"/>
                    <a:pt x="18" y="22"/>
                    <a:pt x="18" y="22"/>
                  </a:cubicBezTo>
                  <a:cubicBezTo>
                    <a:pt x="17" y="22"/>
                    <a:pt x="17" y="22"/>
                    <a:pt x="17" y="22"/>
                  </a:cubicBezTo>
                  <a:lnTo>
                    <a:pt x="19" y="21"/>
                  </a:lnTo>
                  <a:close/>
                  <a:moveTo>
                    <a:pt x="21" y="20"/>
                  </a:moveTo>
                  <a:cubicBezTo>
                    <a:pt x="21" y="20"/>
                    <a:pt x="21" y="20"/>
                    <a:pt x="21" y="20"/>
                  </a:cubicBezTo>
                  <a:cubicBezTo>
                    <a:pt x="21" y="19"/>
                    <a:pt x="21" y="19"/>
                    <a:pt x="21" y="19"/>
                  </a:cubicBezTo>
                  <a:cubicBezTo>
                    <a:pt x="20" y="19"/>
                    <a:pt x="20" y="19"/>
                    <a:pt x="20" y="19"/>
                  </a:cubicBezTo>
                  <a:cubicBezTo>
                    <a:pt x="19" y="20"/>
                    <a:pt x="19" y="20"/>
                    <a:pt x="19" y="20"/>
                  </a:cubicBezTo>
                  <a:cubicBezTo>
                    <a:pt x="19" y="20"/>
                    <a:pt x="19" y="20"/>
                    <a:pt x="19" y="20"/>
                  </a:cubicBezTo>
                  <a:cubicBezTo>
                    <a:pt x="20" y="20"/>
                    <a:pt x="20" y="20"/>
                    <a:pt x="20" y="20"/>
                  </a:cubicBezTo>
                  <a:cubicBezTo>
                    <a:pt x="20" y="20"/>
                    <a:pt x="20" y="20"/>
                    <a:pt x="20" y="20"/>
                  </a:cubicBezTo>
                  <a:cubicBezTo>
                    <a:pt x="21" y="20"/>
                    <a:pt x="21" y="20"/>
                    <a:pt x="21" y="20"/>
                  </a:cubicBezTo>
                  <a:close/>
                  <a:moveTo>
                    <a:pt x="16" y="21"/>
                  </a:moveTo>
                  <a:cubicBezTo>
                    <a:pt x="14" y="22"/>
                    <a:pt x="14" y="22"/>
                    <a:pt x="14" y="22"/>
                  </a:cubicBezTo>
                  <a:cubicBezTo>
                    <a:pt x="14" y="22"/>
                    <a:pt x="14" y="22"/>
                    <a:pt x="14" y="22"/>
                  </a:cubicBezTo>
                  <a:cubicBezTo>
                    <a:pt x="15" y="22"/>
                    <a:pt x="15" y="22"/>
                    <a:pt x="15" y="22"/>
                  </a:cubicBezTo>
                  <a:cubicBezTo>
                    <a:pt x="15" y="22"/>
                    <a:pt x="15" y="22"/>
                    <a:pt x="15" y="22"/>
                  </a:cubicBezTo>
                  <a:cubicBezTo>
                    <a:pt x="16" y="22"/>
                    <a:pt x="16" y="22"/>
                    <a:pt x="16" y="22"/>
                  </a:cubicBezTo>
                  <a:cubicBezTo>
                    <a:pt x="18" y="21"/>
                    <a:pt x="18" y="21"/>
                    <a:pt x="18" y="21"/>
                  </a:cubicBezTo>
                  <a:cubicBezTo>
                    <a:pt x="19" y="20"/>
                    <a:pt x="19" y="20"/>
                    <a:pt x="19" y="20"/>
                  </a:cubicBezTo>
                  <a:cubicBezTo>
                    <a:pt x="19" y="20"/>
                    <a:pt x="19" y="20"/>
                    <a:pt x="19" y="20"/>
                  </a:cubicBezTo>
                  <a:cubicBezTo>
                    <a:pt x="18" y="20"/>
                    <a:pt x="18" y="20"/>
                    <a:pt x="18" y="20"/>
                  </a:cubicBezTo>
                  <a:cubicBezTo>
                    <a:pt x="17" y="20"/>
                    <a:pt x="17" y="20"/>
                    <a:pt x="17" y="20"/>
                  </a:cubicBezTo>
                  <a:lnTo>
                    <a:pt x="16" y="21"/>
                  </a:lnTo>
                  <a:close/>
                  <a:moveTo>
                    <a:pt x="16" y="15"/>
                  </a:moveTo>
                  <a:cubicBezTo>
                    <a:pt x="15" y="15"/>
                    <a:pt x="15" y="15"/>
                    <a:pt x="15" y="16"/>
                  </a:cubicBezTo>
                  <a:cubicBezTo>
                    <a:pt x="14" y="18"/>
                    <a:pt x="14" y="18"/>
                    <a:pt x="14" y="18"/>
                  </a:cubicBezTo>
                  <a:cubicBezTo>
                    <a:pt x="16" y="17"/>
                    <a:pt x="16" y="17"/>
                    <a:pt x="16" y="17"/>
                  </a:cubicBezTo>
                  <a:cubicBezTo>
                    <a:pt x="16" y="17"/>
                    <a:pt x="16" y="17"/>
                    <a:pt x="16" y="17"/>
                  </a:cubicBezTo>
                  <a:cubicBezTo>
                    <a:pt x="17" y="18"/>
                    <a:pt x="17" y="18"/>
                    <a:pt x="17" y="18"/>
                  </a:cubicBezTo>
                  <a:cubicBezTo>
                    <a:pt x="18" y="19"/>
                    <a:pt x="18" y="19"/>
                    <a:pt x="18" y="19"/>
                  </a:cubicBezTo>
                  <a:cubicBezTo>
                    <a:pt x="20" y="19"/>
                    <a:pt x="20" y="19"/>
                    <a:pt x="20" y="19"/>
                  </a:cubicBezTo>
                  <a:cubicBezTo>
                    <a:pt x="21" y="19"/>
                    <a:pt x="21" y="19"/>
                    <a:pt x="21" y="19"/>
                  </a:cubicBezTo>
                  <a:cubicBezTo>
                    <a:pt x="20" y="17"/>
                    <a:pt x="20" y="17"/>
                    <a:pt x="20" y="17"/>
                  </a:cubicBezTo>
                  <a:cubicBezTo>
                    <a:pt x="19" y="15"/>
                    <a:pt x="19" y="15"/>
                    <a:pt x="19" y="15"/>
                  </a:cubicBezTo>
                  <a:lnTo>
                    <a:pt x="16" y="15"/>
                  </a:lnTo>
                  <a:close/>
                  <a:moveTo>
                    <a:pt x="20" y="15"/>
                  </a:moveTo>
                  <a:cubicBezTo>
                    <a:pt x="20" y="15"/>
                    <a:pt x="20" y="15"/>
                    <a:pt x="20" y="15"/>
                  </a:cubicBezTo>
                  <a:cubicBezTo>
                    <a:pt x="20" y="15"/>
                    <a:pt x="20" y="15"/>
                    <a:pt x="20" y="15"/>
                  </a:cubicBezTo>
                  <a:close/>
                  <a:moveTo>
                    <a:pt x="26" y="13"/>
                  </a:moveTo>
                  <a:cubicBezTo>
                    <a:pt x="26" y="14"/>
                    <a:pt x="26" y="14"/>
                    <a:pt x="26" y="14"/>
                  </a:cubicBezTo>
                  <a:cubicBezTo>
                    <a:pt x="26" y="14"/>
                    <a:pt x="26" y="14"/>
                    <a:pt x="26" y="14"/>
                  </a:cubicBezTo>
                  <a:lnTo>
                    <a:pt x="26" y="13"/>
                  </a:lnTo>
                  <a:close/>
                  <a:moveTo>
                    <a:pt x="28" y="16"/>
                  </a:moveTo>
                  <a:cubicBezTo>
                    <a:pt x="28" y="16"/>
                    <a:pt x="28" y="16"/>
                    <a:pt x="28" y="16"/>
                  </a:cubicBezTo>
                  <a:cubicBezTo>
                    <a:pt x="28" y="16"/>
                    <a:pt x="28" y="16"/>
                    <a:pt x="28" y="16"/>
                  </a:cubicBezTo>
                  <a:cubicBezTo>
                    <a:pt x="28" y="14"/>
                    <a:pt x="28" y="14"/>
                    <a:pt x="28" y="14"/>
                  </a:cubicBezTo>
                  <a:cubicBezTo>
                    <a:pt x="27" y="14"/>
                    <a:pt x="27" y="14"/>
                    <a:pt x="27" y="14"/>
                  </a:cubicBezTo>
                  <a:cubicBezTo>
                    <a:pt x="27" y="14"/>
                    <a:pt x="27" y="14"/>
                    <a:pt x="27" y="14"/>
                  </a:cubicBezTo>
                  <a:cubicBezTo>
                    <a:pt x="26" y="14"/>
                    <a:pt x="26" y="14"/>
                    <a:pt x="26" y="14"/>
                  </a:cubicBezTo>
                  <a:cubicBezTo>
                    <a:pt x="25" y="14"/>
                    <a:pt x="25" y="14"/>
                    <a:pt x="25" y="14"/>
                  </a:cubicBezTo>
                  <a:cubicBezTo>
                    <a:pt x="24" y="14"/>
                    <a:pt x="24" y="14"/>
                    <a:pt x="24" y="14"/>
                  </a:cubicBezTo>
                  <a:cubicBezTo>
                    <a:pt x="22" y="14"/>
                    <a:pt x="22" y="13"/>
                    <a:pt x="21" y="13"/>
                  </a:cubicBezTo>
                  <a:cubicBezTo>
                    <a:pt x="20" y="15"/>
                    <a:pt x="20" y="15"/>
                    <a:pt x="20" y="15"/>
                  </a:cubicBezTo>
                  <a:cubicBezTo>
                    <a:pt x="20" y="15"/>
                    <a:pt x="20" y="15"/>
                    <a:pt x="20" y="15"/>
                  </a:cubicBezTo>
                  <a:cubicBezTo>
                    <a:pt x="21" y="14"/>
                    <a:pt x="21" y="14"/>
                    <a:pt x="21" y="14"/>
                  </a:cubicBezTo>
                  <a:cubicBezTo>
                    <a:pt x="22" y="14"/>
                    <a:pt x="22" y="14"/>
                    <a:pt x="22" y="14"/>
                  </a:cubicBezTo>
                  <a:cubicBezTo>
                    <a:pt x="23" y="14"/>
                    <a:pt x="23" y="14"/>
                    <a:pt x="23" y="14"/>
                  </a:cubicBezTo>
                  <a:cubicBezTo>
                    <a:pt x="24" y="15"/>
                    <a:pt x="24" y="15"/>
                    <a:pt x="24" y="15"/>
                  </a:cubicBezTo>
                  <a:cubicBezTo>
                    <a:pt x="24" y="15"/>
                    <a:pt x="24" y="15"/>
                    <a:pt x="24" y="15"/>
                  </a:cubicBezTo>
                  <a:cubicBezTo>
                    <a:pt x="25" y="15"/>
                    <a:pt x="25" y="15"/>
                    <a:pt x="25" y="15"/>
                  </a:cubicBezTo>
                  <a:cubicBezTo>
                    <a:pt x="24" y="16"/>
                    <a:pt x="24" y="16"/>
                    <a:pt x="24" y="16"/>
                  </a:cubicBezTo>
                  <a:cubicBezTo>
                    <a:pt x="24" y="16"/>
                    <a:pt x="24" y="16"/>
                    <a:pt x="24" y="16"/>
                  </a:cubicBezTo>
                  <a:cubicBezTo>
                    <a:pt x="25" y="17"/>
                    <a:pt x="25" y="17"/>
                    <a:pt x="25" y="17"/>
                  </a:cubicBezTo>
                  <a:cubicBezTo>
                    <a:pt x="25" y="17"/>
                    <a:pt x="25" y="17"/>
                    <a:pt x="25" y="17"/>
                  </a:cubicBezTo>
                  <a:cubicBezTo>
                    <a:pt x="25" y="18"/>
                    <a:pt x="25" y="18"/>
                    <a:pt x="25" y="18"/>
                  </a:cubicBezTo>
                  <a:cubicBezTo>
                    <a:pt x="25" y="18"/>
                    <a:pt x="25" y="18"/>
                    <a:pt x="25" y="18"/>
                  </a:cubicBezTo>
                  <a:cubicBezTo>
                    <a:pt x="23" y="17"/>
                    <a:pt x="23" y="17"/>
                    <a:pt x="23" y="17"/>
                  </a:cubicBezTo>
                  <a:cubicBezTo>
                    <a:pt x="22" y="18"/>
                    <a:pt x="22" y="18"/>
                    <a:pt x="22" y="18"/>
                  </a:cubicBezTo>
                  <a:cubicBezTo>
                    <a:pt x="21" y="17"/>
                    <a:pt x="21" y="17"/>
                    <a:pt x="21" y="17"/>
                  </a:cubicBezTo>
                  <a:cubicBezTo>
                    <a:pt x="22" y="19"/>
                    <a:pt x="22" y="19"/>
                    <a:pt x="22" y="19"/>
                  </a:cubicBezTo>
                  <a:cubicBezTo>
                    <a:pt x="22" y="19"/>
                    <a:pt x="22" y="19"/>
                    <a:pt x="22" y="19"/>
                  </a:cubicBezTo>
                  <a:cubicBezTo>
                    <a:pt x="22" y="20"/>
                    <a:pt x="22" y="20"/>
                    <a:pt x="22" y="20"/>
                  </a:cubicBezTo>
                  <a:cubicBezTo>
                    <a:pt x="22" y="22"/>
                    <a:pt x="22" y="22"/>
                    <a:pt x="22" y="22"/>
                  </a:cubicBezTo>
                  <a:cubicBezTo>
                    <a:pt x="22" y="23"/>
                    <a:pt x="22" y="23"/>
                    <a:pt x="22" y="23"/>
                  </a:cubicBezTo>
                  <a:cubicBezTo>
                    <a:pt x="22" y="23"/>
                    <a:pt x="22" y="23"/>
                    <a:pt x="22" y="23"/>
                  </a:cubicBezTo>
                  <a:cubicBezTo>
                    <a:pt x="22" y="24"/>
                    <a:pt x="21" y="25"/>
                    <a:pt x="19" y="26"/>
                  </a:cubicBezTo>
                  <a:cubicBezTo>
                    <a:pt x="18" y="27"/>
                    <a:pt x="16" y="29"/>
                    <a:pt x="15" y="30"/>
                  </a:cubicBezTo>
                  <a:cubicBezTo>
                    <a:pt x="13" y="32"/>
                    <a:pt x="13" y="34"/>
                    <a:pt x="13" y="35"/>
                  </a:cubicBezTo>
                  <a:cubicBezTo>
                    <a:pt x="11" y="36"/>
                    <a:pt x="11" y="36"/>
                    <a:pt x="11" y="36"/>
                  </a:cubicBezTo>
                  <a:cubicBezTo>
                    <a:pt x="11" y="36"/>
                    <a:pt x="11" y="36"/>
                    <a:pt x="11" y="36"/>
                  </a:cubicBezTo>
                  <a:cubicBezTo>
                    <a:pt x="11" y="36"/>
                    <a:pt x="11" y="36"/>
                    <a:pt x="11" y="36"/>
                  </a:cubicBezTo>
                  <a:cubicBezTo>
                    <a:pt x="14" y="35"/>
                    <a:pt x="14" y="35"/>
                    <a:pt x="14" y="35"/>
                  </a:cubicBezTo>
                  <a:cubicBezTo>
                    <a:pt x="16" y="34"/>
                    <a:pt x="16" y="34"/>
                    <a:pt x="16" y="34"/>
                  </a:cubicBezTo>
                  <a:cubicBezTo>
                    <a:pt x="17" y="35"/>
                    <a:pt x="17" y="35"/>
                    <a:pt x="17" y="35"/>
                  </a:cubicBezTo>
                  <a:cubicBezTo>
                    <a:pt x="18" y="36"/>
                    <a:pt x="18" y="36"/>
                    <a:pt x="18" y="36"/>
                  </a:cubicBezTo>
                  <a:cubicBezTo>
                    <a:pt x="19" y="35"/>
                    <a:pt x="19" y="35"/>
                    <a:pt x="19" y="35"/>
                  </a:cubicBezTo>
                  <a:cubicBezTo>
                    <a:pt x="19" y="33"/>
                    <a:pt x="19" y="33"/>
                    <a:pt x="19" y="33"/>
                  </a:cubicBezTo>
                  <a:cubicBezTo>
                    <a:pt x="20" y="33"/>
                    <a:pt x="20" y="33"/>
                    <a:pt x="20" y="33"/>
                  </a:cubicBezTo>
                  <a:cubicBezTo>
                    <a:pt x="20" y="33"/>
                    <a:pt x="20" y="33"/>
                    <a:pt x="20" y="33"/>
                  </a:cubicBezTo>
                  <a:cubicBezTo>
                    <a:pt x="21" y="34"/>
                    <a:pt x="21" y="34"/>
                    <a:pt x="21" y="34"/>
                  </a:cubicBezTo>
                  <a:cubicBezTo>
                    <a:pt x="21" y="35"/>
                    <a:pt x="21" y="35"/>
                    <a:pt x="21" y="35"/>
                  </a:cubicBezTo>
                  <a:cubicBezTo>
                    <a:pt x="22" y="35"/>
                    <a:pt x="22" y="35"/>
                    <a:pt x="22" y="35"/>
                  </a:cubicBezTo>
                  <a:cubicBezTo>
                    <a:pt x="22" y="35"/>
                    <a:pt x="22" y="35"/>
                    <a:pt x="22" y="35"/>
                  </a:cubicBezTo>
                  <a:cubicBezTo>
                    <a:pt x="23" y="33"/>
                    <a:pt x="23" y="33"/>
                    <a:pt x="23" y="33"/>
                  </a:cubicBezTo>
                  <a:cubicBezTo>
                    <a:pt x="24" y="33"/>
                    <a:pt x="24" y="33"/>
                    <a:pt x="24" y="33"/>
                  </a:cubicBezTo>
                  <a:cubicBezTo>
                    <a:pt x="24" y="33"/>
                    <a:pt x="24" y="33"/>
                    <a:pt x="24" y="33"/>
                  </a:cubicBezTo>
                  <a:cubicBezTo>
                    <a:pt x="24" y="34"/>
                    <a:pt x="24" y="34"/>
                    <a:pt x="24" y="34"/>
                  </a:cubicBezTo>
                  <a:cubicBezTo>
                    <a:pt x="25" y="35"/>
                    <a:pt x="25" y="35"/>
                    <a:pt x="25" y="35"/>
                  </a:cubicBezTo>
                  <a:cubicBezTo>
                    <a:pt x="25" y="35"/>
                    <a:pt x="25" y="35"/>
                    <a:pt x="25" y="35"/>
                  </a:cubicBezTo>
                  <a:cubicBezTo>
                    <a:pt x="28" y="33"/>
                    <a:pt x="28" y="33"/>
                    <a:pt x="28" y="33"/>
                  </a:cubicBezTo>
                  <a:cubicBezTo>
                    <a:pt x="28" y="32"/>
                    <a:pt x="28" y="32"/>
                    <a:pt x="28" y="31"/>
                  </a:cubicBezTo>
                  <a:cubicBezTo>
                    <a:pt x="28" y="30"/>
                    <a:pt x="28" y="30"/>
                    <a:pt x="28" y="30"/>
                  </a:cubicBezTo>
                  <a:cubicBezTo>
                    <a:pt x="28" y="29"/>
                    <a:pt x="29" y="28"/>
                    <a:pt x="29" y="26"/>
                  </a:cubicBezTo>
                  <a:cubicBezTo>
                    <a:pt x="29" y="26"/>
                    <a:pt x="29" y="26"/>
                    <a:pt x="29" y="26"/>
                  </a:cubicBezTo>
                  <a:cubicBezTo>
                    <a:pt x="29" y="26"/>
                    <a:pt x="29" y="26"/>
                    <a:pt x="29" y="26"/>
                  </a:cubicBezTo>
                  <a:cubicBezTo>
                    <a:pt x="29" y="26"/>
                    <a:pt x="29" y="26"/>
                    <a:pt x="29" y="26"/>
                  </a:cubicBezTo>
                  <a:cubicBezTo>
                    <a:pt x="29" y="25"/>
                    <a:pt x="29" y="25"/>
                    <a:pt x="29" y="25"/>
                  </a:cubicBezTo>
                  <a:cubicBezTo>
                    <a:pt x="30" y="23"/>
                    <a:pt x="30" y="23"/>
                    <a:pt x="30" y="23"/>
                  </a:cubicBezTo>
                  <a:cubicBezTo>
                    <a:pt x="30" y="21"/>
                    <a:pt x="30" y="21"/>
                    <a:pt x="30" y="21"/>
                  </a:cubicBezTo>
                  <a:cubicBezTo>
                    <a:pt x="30" y="18"/>
                    <a:pt x="28" y="17"/>
                    <a:pt x="28" y="16"/>
                  </a:cubicBezTo>
                  <a:moveTo>
                    <a:pt x="29" y="31"/>
                  </a:moveTo>
                  <a:cubicBezTo>
                    <a:pt x="29" y="32"/>
                    <a:pt x="29" y="32"/>
                    <a:pt x="29" y="32"/>
                  </a:cubicBezTo>
                  <a:cubicBezTo>
                    <a:pt x="29" y="32"/>
                    <a:pt x="29" y="32"/>
                    <a:pt x="29" y="32"/>
                  </a:cubicBezTo>
                  <a:cubicBezTo>
                    <a:pt x="31" y="32"/>
                    <a:pt x="32" y="31"/>
                    <a:pt x="32" y="29"/>
                  </a:cubicBezTo>
                  <a:cubicBezTo>
                    <a:pt x="32" y="28"/>
                    <a:pt x="32" y="28"/>
                    <a:pt x="32" y="28"/>
                  </a:cubicBezTo>
                  <a:cubicBezTo>
                    <a:pt x="31" y="28"/>
                    <a:pt x="30" y="27"/>
                    <a:pt x="29" y="27"/>
                  </a:cubicBezTo>
                  <a:cubicBezTo>
                    <a:pt x="29" y="28"/>
                    <a:pt x="29" y="30"/>
                    <a:pt x="29" y="30"/>
                  </a:cubicBezTo>
                  <a:lnTo>
                    <a:pt x="29" y="31"/>
                  </a:lnTo>
                  <a:close/>
                  <a:moveTo>
                    <a:pt x="33" y="18"/>
                  </a:moveTo>
                  <a:cubicBezTo>
                    <a:pt x="33" y="18"/>
                    <a:pt x="33" y="18"/>
                    <a:pt x="33" y="18"/>
                  </a:cubicBezTo>
                  <a:cubicBezTo>
                    <a:pt x="33" y="17"/>
                    <a:pt x="33" y="17"/>
                    <a:pt x="33" y="17"/>
                  </a:cubicBezTo>
                  <a:cubicBezTo>
                    <a:pt x="32" y="16"/>
                    <a:pt x="32" y="16"/>
                    <a:pt x="32" y="16"/>
                  </a:cubicBezTo>
                  <a:cubicBezTo>
                    <a:pt x="31" y="18"/>
                    <a:pt x="31" y="18"/>
                    <a:pt x="31" y="18"/>
                  </a:cubicBezTo>
                  <a:cubicBezTo>
                    <a:pt x="31" y="19"/>
                    <a:pt x="31" y="20"/>
                    <a:pt x="30" y="20"/>
                  </a:cubicBezTo>
                  <a:cubicBezTo>
                    <a:pt x="30" y="20"/>
                    <a:pt x="30" y="20"/>
                    <a:pt x="30" y="20"/>
                  </a:cubicBezTo>
                  <a:cubicBezTo>
                    <a:pt x="30" y="21"/>
                    <a:pt x="30" y="21"/>
                    <a:pt x="30" y="21"/>
                  </a:cubicBezTo>
                  <a:cubicBezTo>
                    <a:pt x="30" y="21"/>
                    <a:pt x="30" y="21"/>
                    <a:pt x="30" y="21"/>
                  </a:cubicBezTo>
                  <a:cubicBezTo>
                    <a:pt x="30" y="22"/>
                    <a:pt x="30" y="22"/>
                    <a:pt x="30" y="22"/>
                  </a:cubicBezTo>
                  <a:cubicBezTo>
                    <a:pt x="30" y="23"/>
                    <a:pt x="30" y="23"/>
                    <a:pt x="30" y="23"/>
                  </a:cubicBezTo>
                  <a:cubicBezTo>
                    <a:pt x="30" y="24"/>
                    <a:pt x="30" y="24"/>
                    <a:pt x="30" y="24"/>
                  </a:cubicBezTo>
                  <a:cubicBezTo>
                    <a:pt x="32" y="22"/>
                    <a:pt x="32" y="22"/>
                    <a:pt x="32" y="22"/>
                  </a:cubicBezTo>
                  <a:cubicBezTo>
                    <a:pt x="33" y="21"/>
                    <a:pt x="33" y="21"/>
                    <a:pt x="33" y="21"/>
                  </a:cubicBezTo>
                  <a:cubicBezTo>
                    <a:pt x="33" y="21"/>
                    <a:pt x="33" y="21"/>
                    <a:pt x="33" y="21"/>
                  </a:cubicBezTo>
                  <a:cubicBezTo>
                    <a:pt x="33" y="20"/>
                    <a:pt x="33" y="20"/>
                    <a:pt x="33" y="20"/>
                  </a:cubicBezTo>
                  <a:lnTo>
                    <a:pt x="33" y="18"/>
                  </a:lnTo>
                  <a:close/>
                  <a:moveTo>
                    <a:pt x="35" y="13"/>
                  </a:moveTo>
                  <a:cubicBezTo>
                    <a:pt x="35" y="13"/>
                    <a:pt x="35" y="13"/>
                    <a:pt x="35" y="13"/>
                  </a:cubicBezTo>
                  <a:cubicBezTo>
                    <a:pt x="35" y="13"/>
                    <a:pt x="35" y="13"/>
                    <a:pt x="35" y="13"/>
                  </a:cubicBezTo>
                  <a:cubicBezTo>
                    <a:pt x="34" y="11"/>
                    <a:pt x="34" y="11"/>
                    <a:pt x="34" y="11"/>
                  </a:cubicBezTo>
                  <a:cubicBezTo>
                    <a:pt x="34" y="12"/>
                    <a:pt x="34" y="16"/>
                    <a:pt x="33" y="17"/>
                  </a:cubicBezTo>
                  <a:cubicBezTo>
                    <a:pt x="33" y="18"/>
                    <a:pt x="34" y="19"/>
                    <a:pt x="34" y="20"/>
                  </a:cubicBezTo>
                  <a:cubicBezTo>
                    <a:pt x="34" y="20"/>
                    <a:pt x="34" y="20"/>
                    <a:pt x="34" y="20"/>
                  </a:cubicBezTo>
                  <a:cubicBezTo>
                    <a:pt x="35" y="18"/>
                    <a:pt x="35" y="18"/>
                    <a:pt x="35" y="18"/>
                  </a:cubicBezTo>
                  <a:cubicBezTo>
                    <a:pt x="36" y="16"/>
                    <a:pt x="36" y="16"/>
                    <a:pt x="36" y="16"/>
                  </a:cubicBezTo>
                  <a:cubicBezTo>
                    <a:pt x="36" y="16"/>
                    <a:pt x="36" y="16"/>
                    <a:pt x="36" y="16"/>
                  </a:cubicBezTo>
                  <a:cubicBezTo>
                    <a:pt x="36" y="16"/>
                    <a:pt x="36" y="16"/>
                    <a:pt x="36" y="16"/>
                  </a:cubicBezTo>
                  <a:cubicBezTo>
                    <a:pt x="36" y="15"/>
                    <a:pt x="35" y="14"/>
                    <a:pt x="35" y="13"/>
                  </a:cubicBezTo>
                  <a:moveTo>
                    <a:pt x="36" y="1"/>
                  </a:moveTo>
                  <a:cubicBezTo>
                    <a:pt x="36" y="2"/>
                    <a:pt x="36" y="5"/>
                    <a:pt x="36" y="8"/>
                  </a:cubicBezTo>
                  <a:cubicBezTo>
                    <a:pt x="36" y="9"/>
                    <a:pt x="36" y="11"/>
                    <a:pt x="35" y="12"/>
                  </a:cubicBezTo>
                  <a:cubicBezTo>
                    <a:pt x="35" y="12"/>
                    <a:pt x="36" y="13"/>
                    <a:pt x="36" y="14"/>
                  </a:cubicBezTo>
                  <a:cubicBezTo>
                    <a:pt x="36" y="14"/>
                    <a:pt x="38" y="10"/>
                    <a:pt x="38" y="7"/>
                  </a:cubicBezTo>
                  <a:cubicBezTo>
                    <a:pt x="38" y="5"/>
                    <a:pt x="37" y="3"/>
                    <a:pt x="36" y="1"/>
                  </a:cubicBezTo>
                  <a:moveTo>
                    <a:pt x="37" y="2"/>
                  </a:moveTo>
                  <a:cubicBezTo>
                    <a:pt x="38" y="4"/>
                    <a:pt x="38" y="5"/>
                    <a:pt x="38" y="7"/>
                  </a:cubicBezTo>
                  <a:cubicBezTo>
                    <a:pt x="38" y="11"/>
                    <a:pt x="36" y="15"/>
                    <a:pt x="36" y="15"/>
                  </a:cubicBezTo>
                  <a:cubicBezTo>
                    <a:pt x="36" y="15"/>
                    <a:pt x="36" y="15"/>
                    <a:pt x="36" y="15"/>
                  </a:cubicBezTo>
                  <a:cubicBezTo>
                    <a:pt x="37" y="16"/>
                    <a:pt x="37" y="16"/>
                    <a:pt x="37" y="16"/>
                  </a:cubicBezTo>
                  <a:cubicBezTo>
                    <a:pt x="37" y="15"/>
                    <a:pt x="37" y="15"/>
                    <a:pt x="37" y="15"/>
                  </a:cubicBezTo>
                  <a:cubicBezTo>
                    <a:pt x="39" y="12"/>
                    <a:pt x="39" y="12"/>
                    <a:pt x="39" y="12"/>
                  </a:cubicBezTo>
                  <a:cubicBezTo>
                    <a:pt x="39" y="10"/>
                    <a:pt x="39" y="10"/>
                    <a:pt x="39" y="10"/>
                  </a:cubicBezTo>
                  <a:cubicBezTo>
                    <a:pt x="39" y="10"/>
                    <a:pt x="39" y="10"/>
                    <a:pt x="39" y="10"/>
                  </a:cubicBezTo>
                  <a:cubicBezTo>
                    <a:pt x="39" y="10"/>
                    <a:pt x="39" y="10"/>
                    <a:pt x="39" y="10"/>
                  </a:cubicBezTo>
                  <a:cubicBezTo>
                    <a:pt x="39" y="10"/>
                    <a:pt x="39" y="10"/>
                    <a:pt x="39" y="10"/>
                  </a:cubicBezTo>
                  <a:cubicBezTo>
                    <a:pt x="39" y="9"/>
                    <a:pt x="39" y="9"/>
                    <a:pt x="39" y="9"/>
                  </a:cubicBezTo>
                  <a:cubicBezTo>
                    <a:pt x="39" y="7"/>
                    <a:pt x="38" y="4"/>
                    <a:pt x="37" y="2"/>
                  </a:cubicBezTo>
                  <a:moveTo>
                    <a:pt x="40" y="12"/>
                  </a:moveTo>
                  <a:cubicBezTo>
                    <a:pt x="40" y="11"/>
                    <a:pt x="40" y="11"/>
                    <a:pt x="40" y="11"/>
                  </a:cubicBezTo>
                  <a:cubicBezTo>
                    <a:pt x="39" y="13"/>
                    <a:pt x="37" y="16"/>
                    <a:pt x="37" y="17"/>
                  </a:cubicBezTo>
                  <a:cubicBezTo>
                    <a:pt x="37" y="18"/>
                    <a:pt x="37" y="18"/>
                    <a:pt x="37" y="18"/>
                  </a:cubicBezTo>
                  <a:cubicBezTo>
                    <a:pt x="37" y="20"/>
                    <a:pt x="37" y="20"/>
                    <a:pt x="37" y="20"/>
                  </a:cubicBezTo>
                  <a:cubicBezTo>
                    <a:pt x="38" y="20"/>
                    <a:pt x="38" y="20"/>
                    <a:pt x="38" y="20"/>
                  </a:cubicBezTo>
                  <a:cubicBezTo>
                    <a:pt x="38" y="20"/>
                    <a:pt x="40" y="16"/>
                    <a:pt x="40" y="12"/>
                  </a:cubicBezTo>
                  <a:close/>
                  <a:moveTo>
                    <a:pt x="27" y="44"/>
                  </a:moveTo>
                  <a:cubicBezTo>
                    <a:pt x="26" y="41"/>
                    <a:pt x="26" y="41"/>
                    <a:pt x="26" y="41"/>
                  </a:cubicBezTo>
                  <a:cubicBezTo>
                    <a:pt x="26" y="41"/>
                    <a:pt x="26" y="41"/>
                    <a:pt x="26" y="41"/>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1"/>
                    <a:pt x="23" y="41"/>
                    <a:pt x="23" y="41"/>
                  </a:cubicBezTo>
                  <a:cubicBezTo>
                    <a:pt x="23" y="42"/>
                    <a:pt x="25" y="43"/>
                    <a:pt x="27" y="44"/>
                  </a:cubicBezTo>
                  <a:moveTo>
                    <a:pt x="27" y="44"/>
                  </a:moveTo>
                  <a:cubicBezTo>
                    <a:pt x="29" y="48"/>
                    <a:pt x="29" y="48"/>
                    <a:pt x="29" y="48"/>
                  </a:cubicBezTo>
                  <a:cubicBezTo>
                    <a:pt x="29" y="47"/>
                    <a:pt x="29" y="47"/>
                    <a:pt x="29" y="47"/>
                  </a:cubicBezTo>
                  <a:cubicBezTo>
                    <a:pt x="29" y="46"/>
                    <a:pt x="28" y="45"/>
                    <a:pt x="28" y="44"/>
                  </a:cubicBezTo>
                  <a:cubicBezTo>
                    <a:pt x="28" y="44"/>
                    <a:pt x="28" y="44"/>
                    <a:pt x="28" y="44"/>
                  </a:cubicBezTo>
                  <a:cubicBezTo>
                    <a:pt x="28" y="44"/>
                    <a:pt x="28" y="44"/>
                    <a:pt x="28" y="44"/>
                  </a:cubicBezTo>
                  <a:lnTo>
                    <a:pt x="27" y="44"/>
                  </a:lnTo>
                  <a:close/>
                  <a:moveTo>
                    <a:pt x="28" y="44"/>
                  </a:moveTo>
                  <a:cubicBezTo>
                    <a:pt x="28" y="42"/>
                    <a:pt x="28" y="42"/>
                    <a:pt x="28" y="42"/>
                  </a:cubicBezTo>
                  <a:cubicBezTo>
                    <a:pt x="28" y="42"/>
                    <a:pt x="28" y="42"/>
                    <a:pt x="28" y="42"/>
                  </a:cubicBezTo>
                  <a:cubicBezTo>
                    <a:pt x="27" y="41"/>
                    <a:pt x="27" y="41"/>
                    <a:pt x="27" y="41"/>
                  </a:cubicBezTo>
                  <a:lnTo>
                    <a:pt x="28" y="44"/>
                  </a:lnTo>
                  <a:close/>
                  <a:moveTo>
                    <a:pt x="28" y="44"/>
                  </a:moveTo>
                  <a:cubicBezTo>
                    <a:pt x="28" y="44"/>
                    <a:pt x="28" y="44"/>
                    <a:pt x="28" y="44"/>
                  </a:cubicBezTo>
                  <a:cubicBezTo>
                    <a:pt x="29" y="44"/>
                    <a:pt x="30" y="45"/>
                    <a:pt x="33" y="45"/>
                  </a:cubicBezTo>
                  <a:cubicBezTo>
                    <a:pt x="31" y="45"/>
                    <a:pt x="30" y="43"/>
                    <a:pt x="30" y="42"/>
                  </a:cubicBezTo>
                  <a:cubicBezTo>
                    <a:pt x="29" y="42"/>
                    <a:pt x="29" y="42"/>
                    <a:pt x="29" y="42"/>
                  </a:cubicBezTo>
                  <a:lnTo>
                    <a:pt x="28" y="44"/>
                  </a:lnTo>
                  <a:close/>
                  <a:moveTo>
                    <a:pt x="37" y="34"/>
                  </a:moveTo>
                  <a:cubicBezTo>
                    <a:pt x="38" y="34"/>
                    <a:pt x="38" y="34"/>
                    <a:pt x="38" y="34"/>
                  </a:cubicBezTo>
                  <a:cubicBezTo>
                    <a:pt x="38" y="34"/>
                    <a:pt x="38" y="34"/>
                    <a:pt x="38" y="34"/>
                  </a:cubicBezTo>
                  <a:cubicBezTo>
                    <a:pt x="38" y="34"/>
                    <a:pt x="38" y="34"/>
                    <a:pt x="38" y="34"/>
                  </a:cubicBezTo>
                  <a:cubicBezTo>
                    <a:pt x="38" y="34"/>
                    <a:pt x="38" y="34"/>
                    <a:pt x="38" y="34"/>
                  </a:cubicBezTo>
                  <a:cubicBezTo>
                    <a:pt x="38" y="34"/>
                    <a:pt x="38" y="34"/>
                    <a:pt x="38" y="34"/>
                  </a:cubicBezTo>
                  <a:cubicBezTo>
                    <a:pt x="39" y="34"/>
                    <a:pt x="39" y="34"/>
                    <a:pt x="39" y="34"/>
                  </a:cubicBezTo>
                  <a:cubicBezTo>
                    <a:pt x="37" y="32"/>
                    <a:pt x="37" y="32"/>
                    <a:pt x="37" y="32"/>
                  </a:cubicBezTo>
                  <a:cubicBezTo>
                    <a:pt x="37" y="34"/>
                    <a:pt x="37" y="34"/>
                    <a:pt x="37" y="34"/>
                  </a:cubicBezTo>
                  <a:cubicBezTo>
                    <a:pt x="37" y="34"/>
                    <a:pt x="37" y="34"/>
                    <a:pt x="37" y="34"/>
                  </a:cubicBezTo>
                  <a:close/>
                  <a:moveTo>
                    <a:pt x="37" y="38"/>
                  </a:moveTo>
                  <a:cubicBezTo>
                    <a:pt x="36" y="39"/>
                    <a:pt x="35" y="39"/>
                    <a:pt x="35" y="39"/>
                  </a:cubicBezTo>
                  <a:cubicBezTo>
                    <a:pt x="36" y="40"/>
                    <a:pt x="36" y="40"/>
                    <a:pt x="36" y="40"/>
                  </a:cubicBezTo>
                  <a:cubicBezTo>
                    <a:pt x="38" y="42"/>
                    <a:pt x="38" y="42"/>
                    <a:pt x="38" y="42"/>
                  </a:cubicBezTo>
                  <a:cubicBezTo>
                    <a:pt x="38" y="41"/>
                    <a:pt x="38" y="39"/>
                    <a:pt x="37" y="38"/>
                  </a:cubicBezTo>
                  <a:moveTo>
                    <a:pt x="34" y="40"/>
                  </a:moveTo>
                  <a:cubicBezTo>
                    <a:pt x="34" y="41"/>
                    <a:pt x="34" y="42"/>
                    <a:pt x="34" y="42"/>
                  </a:cubicBezTo>
                  <a:cubicBezTo>
                    <a:pt x="33" y="42"/>
                    <a:pt x="33" y="42"/>
                    <a:pt x="33" y="42"/>
                  </a:cubicBezTo>
                  <a:cubicBezTo>
                    <a:pt x="33" y="42"/>
                    <a:pt x="33" y="42"/>
                    <a:pt x="33" y="42"/>
                  </a:cubicBezTo>
                  <a:cubicBezTo>
                    <a:pt x="32" y="42"/>
                    <a:pt x="31" y="42"/>
                    <a:pt x="31" y="42"/>
                  </a:cubicBezTo>
                  <a:cubicBezTo>
                    <a:pt x="31" y="43"/>
                    <a:pt x="32" y="45"/>
                    <a:pt x="34" y="45"/>
                  </a:cubicBezTo>
                  <a:cubicBezTo>
                    <a:pt x="34" y="45"/>
                    <a:pt x="34" y="43"/>
                    <a:pt x="33" y="42"/>
                  </a:cubicBezTo>
                  <a:cubicBezTo>
                    <a:pt x="34" y="42"/>
                    <a:pt x="34" y="42"/>
                    <a:pt x="34" y="42"/>
                  </a:cubicBezTo>
                  <a:cubicBezTo>
                    <a:pt x="34" y="42"/>
                    <a:pt x="34" y="42"/>
                    <a:pt x="34" y="42"/>
                  </a:cubicBezTo>
                  <a:cubicBezTo>
                    <a:pt x="36" y="43"/>
                    <a:pt x="36" y="43"/>
                    <a:pt x="36" y="43"/>
                  </a:cubicBezTo>
                  <a:cubicBezTo>
                    <a:pt x="37" y="42"/>
                    <a:pt x="37" y="42"/>
                    <a:pt x="37" y="42"/>
                  </a:cubicBezTo>
                  <a:cubicBezTo>
                    <a:pt x="36" y="42"/>
                    <a:pt x="35" y="40"/>
                    <a:pt x="34" y="40"/>
                  </a:cubicBezTo>
                  <a:moveTo>
                    <a:pt x="37" y="44"/>
                  </a:moveTo>
                  <a:cubicBezTo>
                    <a:pt x="37" y="43"/>
                    <a:pt x="37" y="43"/>
                    <a:pt x="37" y="43"/>
                  </a:cubicBezTo>
                  <a:cubicBezTo>
                    <a:pt x="36" y="43"/>
                    <a:pt x="36" y="43"/>
                    <a:pt x="36" y="43"/>
                  </a:cubicBezTo>
                  <a:cubicBezTo>
                    <a:pt x="34" y="43"/>
                    <a:pt x="34" y="43"/>
                    <a:pt x="34" y="43"/>
                  </a:cubicBezTo>
                  <a:cubicBezTo>
                    <a:pt x="34" y="44"/>
                    <a:pt x="35" y="45"/>
                    <a:pt x="35" y="46"/>
                  </a:cubicBezTo>
                  <a:cubicBezTo>
                    <a:pt x="35" y="46"/>
                    <a:pt x="35" y="46"/>
                    <a:pt x="35" y="46"/>
                  </a:cubicBezTo>
                  <a:cubicBezTo>
                    <a:pt x="34" y="46"/>
                    <a:pt x="34" y="46"/>
                    <a:pt x="34" y="46"/>
                  </a:cubicBezTo>
                  <a:cubicBezTo>
                    <a:pt x="34" y="46"/>
                    <a:pt x="34" y="46"/>
                    <a:pt x="34" y="46"/>
                  </a:cubicBezTo>
                  <a:cubicBezTo>
                    <a:pt x="33" y="46"/>
                    <a:pt x="33" y="46"/>
                    <a:pt x="33" y="46"/>
                  </a:cubicBezTo>
                  <a:cubicBezTo>
                    <a:pt x="32" y="46"/>
                    <a:pt x="32" y="46"/>
                    <a:pt x="32" y="46"/>
                  </a:cubicBezTo>
                  <a:cubicBezTo>
                    <a:pt x="32" y="47"/>
                    <a:pt x="32" y="47"/>
                    <a:pt x="32" y="47"/>
                  </a:cubicBezTo>
                  <a:cubicBezTo>
                    <a:pt x="32" y="48"/>
                    <a:pt x="33" y="48"/>
                    <a:pt x="33" y="50"/>
                  </a:cubicBezTo>
                  <a:cubicBezTo>
                    <a:pt x="34" y="52"/>
                    <a:pt x="36" y="54"/>
                    <a:pt x="38" y="55"/>
                  </a:cubicBezTo>
                  <a:cubicBezTo>
                    <a:pt x="39" y="57"/>
                    <a:pt x="40" y="58"/>
                    <a:pt x="41" y="60"/>
                  </a:cubicBezTo>
                  <a:cubicBezTo>
                    <a:pt x="41" y="61"/>
                    <a:pt x="41" y="61"/>
                    <a:pt x="41" y="61"/>
                  </a:cubicBezTo>
                  <a:cubicBezTo>
                    <a:pt x="42" y="61"/>
                    <a:pt x="42" y="61"/>
                    <a:pt x="42" y="61"/>
                  </a:cubicBezTo>
                  <a:cubicBezTo>
                    <a:pt x="42" y="61"/>
                    <a:pt x="42" y="61"/>
                    <a:pt x="42" y="61"/>
                  </a:cubicBezTo>
                  <a:cubicBezTo>
                    <a:pt x="43" y="61"/>
                    <a:pt x="44" y="59"/>
                    <a:pt x="44" y="59"/>
                  </a:cubicBezTo>
                  <a:cubicBezTo>
                    <a:pt x="44" y="58"/>
                    <a:pt x="44" y="58"/>
                    <a:pt x="44" y="58"/>
                  </a:cubicBezTo>
                  <a:cubicBezTo>
                    <a:pt x="44" y="54"/>
                    <a:pt x="39" y="52"/>
                    <a:pt x="37" y="44"/>
                  </a:cubicBezTo>
                  <a:moveTo>
                    <a:pt x="31" y="42"/>
                  </a:moveTo>
                  <a:cubicBezTo>
                    <a:pt x="32" y="42"/>
                    <a:pt x="32" y="42"/>
                    <a:pt x="32" y="42"/>
                  </a:cubicBezTo>
                  <a:cubicBezTo>
                    <a:pt x="31" y="41"/>
                    <a:pt x="31" y="40"/>
                    <a:pt x="31" y="39"/>
                  </a:cubicBezTo>
                  <a:cubicBezTo>
                    <a:pt x="30" y="40"/>
                    <a:pt x="30" y="40"/>
                    <a:pt x="30" y="40"/>
                  </a:cubicBezTo>
                  <a:cubicBezTo>
                    <a:pt x="29" y="42"/>
                    <a:pt x="29" y="42"/>
                    <a:pt x="29" y="42"/>
                  </a:cubicBezTo>
                  <a:lnTo>
                    <a:pt x="31" y="42"/>
                  </a:lnTo>
                  <a:close/>
                  <a:moveTo>
                    <a:pt x="33" y="41"/>
                  </a:moveTo>
                  <a:cubicBezTo>
                    <a:pt x="34" y="39"/>
                    <a:pt x="34" y="39"/>
                    <a:pt x="34" y="39"/>
                  </a:cubicBezTo>
                  <a:cubicBezTo>
                    <a:pt x="34" y="39"/>
                    <a:pt x="34" y="39"/>
                    <a:pt x="34" y="39"/>
                  </a:cubicBezTo>
                  <a:cubicBezTo>
                    <a:pt x="34" y="39"/>
                    <a:pt x="34" y="39"/>
                    <a:pt x="34" y="39"/>
                  </a:cubicBezTo>
                  <a:cubicBezTo>
                    <a:pt x="34" y="39"/>
                    <a:pt x="34" y="39"/>
                    <a:pt x="34" y="39"/>
                  </a:cubicBezTo>
                  <a:cubicBezTo>
                    <a:pt x="34" y="39"/>
                    <a:pt x="35" y="39"/>
                    <a:pt x="37" y="38"/>
                  </a:cubicBezTo>
                  <a:cubicBezTo>
                    <a:pt x="36" y="38"/>
                    <a:pt x="35" y="37"/>
                    <a:pt x="35" y="36"/>
                  </a:cubicBezTo>
                  <a:cubicBezTo>
                    <a:pt x="34" y="38"/>
                    <a:pt x="34" y="38"/>
                    <a:pt x="34" y="38"/>
                  </a:cubicBezTo>
                  <a:cubicBezTo>
                    <a:pt x="34" y="38"/>
                    <a:pt x="34" y="38"/>
                    <a:pt x="34" y="38"/>
                  </a:cubicBezTo>
                  <a:cubicBezTo>
                    <a:pt x="34" y="38"/>
                    <a:pt x="34" y="38"/>
                    <a:pt x="34" y="38"/>
                  </a:cubicBezTo>
                  <a:cubicBezTo>
                    <a:pt x="34" y="38"/>
                    <a:pt x="34" y="38"/>
                    <a:pt x="33" y="38"/>
                  </a:cubicBezTo>
                  <a:cubicBezTo>
                    <a:pt x="31" y="39"/>
                    <a:pt x="31" y="39"/>
                    <a:pt x="31" y="39"/>
                  </a:cubicBezTo>
                  <a:cubicBezTo>
                    <a:pt x="31" y="39"/>
                    <a:pt x="31" y="39"/>
                    <a:pt x="31" y="39"/>
                  </a:cubicBezTo>
                  <a:cubicBezTo>
                    <a:pt x="31" y="39"/>
                    <a:pt x="32" y="41"/>
                    <a:pt x="33" y="41"/>
                  </a:cubicBezTo>
                  <a:moveTo>
                    <a:pt x="35" y="35"/>
                  </a:moveTo>
                  <a:cubicBezTo>
                    <a:pt x="35" y="35"/>
                    <a:pt x="35" y="35"/>
                    <a:pt x="35" y="35"/>
                  </a:cubicBezTo>
                  <a:cubicBezTo>
                    <a:pt x="35" y="36"/>
                    <a:pt x="35" y="36"/>
                    <a:pt x="35" y="36"/>
                  </a:cubicBezTo>
                  <a:cubicBezTo>
                    <a:pt x="35" y="36"/>
                    <a:pt x="36" y="37"/>
                    <a:pt x="37" y="38"/>
                  </a:cubicBezTo>
                  <a:cubicBezTo>
                    <a:pt x="37" y="36"/>
                    <a:pt x="37" y="36"/>
                    <a:pt x="37" y="36"/>
                  </a:cubicBezTo>
                  <a:cubicBezTo>
                    <a:pt x="37" y="36"/>
                    <a:pt x="37" y="36"/>
                    <a:pt x="37" y="36"/>
                  </a:cubicBezTo>
                  <a:cubicBezTo>
                    <a:pt x="37" y="34"/>
                    <a:pt x="37" y="34"/>
                    <a:pt x="37" y="34"/>
                  </a:cubicBezTo>
                  <a:cubicBezTo>
                    <a:pt x="37" y="34"/>
                    <a:pt x="37" y="34"/>
                    <a:pt x="37" y="34"/>
                  </a:cubicBezTo>
                  <a:cubicBezTo>
                    <a:pt x="37" y="34"/>
                    <a:pt x="37" y="34"/>
                    <a:pt x="37" y="34"/>
                  </a:cubicBezTo>
                  <a:cubicBezTo>
                    <a:pt x="37" y="34"/>
                    <a:pt x="37" y="34"/>
                    <a:pt x="37" y="34"/>
                  </a:cubicBezTo>
                  <a:cubicBezTo>
                    <a:pt x="37" y="35"/>
                    <a:pt x="37" y="35"/>
                    <a:pt x="37" y="35"/>
                  </a:cubicBezTo>
                  <a:cubicBezTo>
                    <a:pt x="37" y="35"/>
                    <a:pt x="37" y="35"/>
                    <a:pt x="37" y="35"/>
                  </a:cubicBezTo>
                  <a:cubicBezTo>
                    <a:pt x="36" y="35"/>
                    <a:pt x="36" y="35"/>
                    <a:pt x="36" y="35"/>
                  </a:cubicBezTo>
                  <a:cubicBezTo>
                    <a:pt x="35" y="35"/>
                    <a:pt x="35" y="35"/>
                    <a:pt x="35" y="35"/>
                  </a:cubicBezTo>
                  <a:close/>
                  <a:moveTo>
                    <a:pt x="39" y="34"/>
                  </a:moveTo>
                  <a:cubicBezTo>
                    <a:pt x="39" y="32"/>
                    <a:pt x="39" y="32"/>
                    <a:pt x="39" y="32"/>
                  </a:cubicBezTo>
                  <a:cubicBezTo>
                    <a:pt x="39" y="31"/>
                    <a:pt x="39" y="31"/>
                    <a:pt x="39" y="31"/>
                  </a:cubicBezTo>
                  <a:cubicBezTo>
                    <a:pt x="39" y="30"/>
                    <a:pt x="39" y="30"/>
                    <a:pt x="39" y="30"/>
                  </a:cubicBezTo>
                  <a:cubicBezTo>
                    <a:pt x="39" y="30"/>
                    <a:pt x="39" y="30"/>
                    <a:pt x="39" y="30"/>
                  </a:cubicBezTo>
                  <a:cubicBezTo>
                    <a:pt x="41" y="29"/>
                    <a:pt x="41" y="29"/>
                    <a:pt x="41" y="29"/>
                  </a:cubicBezTo>
                  <a:cubicBezTo>
                    <a:pt x="41" y="28"/>
                    <a:pt x="41" y="28"/>
                    <a:pt x="41" y="28"/>
                  </a:cubicBezTo>
                  <a:cubicBezTo>
                    <a:pt x="41" y="28"/>
                    <a:pt x="41" y="28"/>
                    <a:pt x="41" y="28"/>
                  </a:cubicBezTo>
                  <a:cubicBezTo>
                    <a:pt x="38" y="28"/>
                    <a:pt x="38" y="28"/>
                    <a:pt x="38" y="28"/>
                  </a:cubicBezTo>
                  <a:cubicBezTo>
                    <a:pt x="39" y="29"/>
                    <a:pt x="39" y="30"/>
                    <a:pt x="39" y="30"/>
                  </a:cubicBezTo>
                  <a:cubicBezTo>
                    <a:pt x="39" y="30"/>
                    <a:pt x="39" y="30"/>
                    <a:pt x="39" y="30"/>
                  </a:cubicBezTo>
                  <a:cubicBezTo>
                    <a:pt x="39" y="30"/>
                    <a:pt x="39" y="30"/>
                    <a:pt x="39" y="30"/>
                  </a:cubicBezTo>
                  <a:cubicBezTo>
                    <a:pt x="37" y="32"/>
                    <a:pt x="37" y="32"/>
                    <a:pt x="37" y="32"/>
                  </a:cubicBezTo>
                  <a:lnTo>
                    <a:pt x="39" y="34"/>
                  </a:lnTo>
                  <a:close/>
                  <a:moveTo>
                    <a:pt x="38" y="27"/>
                  </a:moveTo>
                  <a:cubicBezTo>
                    <a:pt x="39" y="27"/>
                    <a:pt x="40" y="27"/>
                    <a:pt x="41" y="28"/>
                  </a:cubicBezTo>
                  <a:cubicBezTo>
                    <a:pt x="41" y="27"/>
                    <a:pt x="41" y="27"/>
                    <a:pt x="41" y="27"/>
                  </a:cubicBezTo>
                  <a:cubicBezTo>
                    <a:pt x="40" y="25"/>
                    <a:pt x="40" y="25"/>
                    <a:pt x="40" y="25"/>
                  </a:cubicBezTo>
                  <a:cubicBezTo>
                    <a:pt x="40" y="25"/>
                    <a:pt x="40" y="25"/>
                    <a:pt x="40" y="25"/>
                  </a:cubicBezTo>
                  <a:cubicBezTo>
                    <a:pt x="40" y="25"/>
                    <a:pt x="40" y="25"/>
                    <a:pt x="40" y="25"/>
                  </a:cubicBezTo>
                  <a:cubicBezTo>
                    <a:pt x="38" y="27"/>
                    <a:pt x="38" y="27"/>
                    <a:pt x="38" y="27"/>
                  </a:cubicBezTo>
                  <a:close/>
                  <a:moveTo>
                    <a:pt x="40" y="25"/>
                  </a:move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1" y="24"/>
                    <a:pt x="41" y="23"/>
                  </a:cubicBezTo>
                  <a:cubicBezTo>
                    <a:pt x="41" y="23"/>
                    <a:pt x="41" y="23"/>
                    <a:pt x="41" y="23"/>
                  </a:cubicBezTo>
                  <a:cubicBezTo>
                    <a:pt x="39" y="23"/>
                    <a:pt x="39" y="23"/>
                    <a:pt x="39" y="23"/>
                  </a:cubicBezTo>
                  <a:cubicBezTo>
                    <a:pt x="38" y="23"/>
                    <a:pt x="38" y="23"/>
                    <a:pt x="38" y="23"/>
                  </a:cubicBezTo>
                  <a:cubicBezTo>
                    <a:pt x="39" y="25"/>
                    <a:pt x="39" y="25"/>
                    <a:pt x="39" y="25"/>
                  </a:cubicBezTo>
                  <a:lnTo>
                    <a:pt x="40" y="25"/>
                  </a:lnTo>
                  <a:close/>
                  <a:moveTo>
                    <a:pt x="38" y="23"/>
                  </a:moveTo>
                  <a:cubicBezTo>
                    <a:pt x="39" y="22"/>
                    <a:pt x="40" y="22"/>
                    <a:pt x="41" y="22"/>
                  </a:cubicBezTo>
                  <a:cubicBezTo>
                    <a:pt x="39" y="21"/>
                    <a:pt x="39" y="21"/>
                    <a:pt x="39" y="21"/>
                  </a:cubicBezTo>
                  <a:cubicBezTo>
                    <a:pt x="39" y="21"/>
                    <a:pt x="39" y="21"/>
                    <a:pt x="39" y="21"/>
                  </a:cubicBezTo>
                  <a:lnTo>
                    <a:pt x="38" y="23"/>
                  </a:lnTo>
                  <a:close/>
                  <a:moveTo>
                    <a:pt x="46" y="3"/>
                  </a:moveTo>
                  <a:cubicBezTo>
                    <a:pt x="45" y="5"/>
                    <a:pt x="42" y="10"/>
                    <a:pt x="40" y="12"/>
                  </a:cubicBezTo>
                  <a:cubicBezTo>
                    <a:pt x="40" y="13"/>
                    <a:pt x="40" y="14"/>
                    <a:pt x="40" y="15"/>
                  </a:cubicBezTo>
                  <a:cubicBezTo>
                    <a:pt x="42" y="13"/>
                    <a:pt x="46" y="7"/>
                    <a:pt x="46" y="3"/>
                  </a:cubicBezTo>
                  <a:close/>
                  <a:moveTo>
                    <a:pt x="46" y="2"/>
                  </a:moveTo>
                  <a:cubicBezTo>
                    <a:pt x="46" y="3"/>
                    <a:pt x="46" y="3"/>
                    <a:pt x="46" y="3"/>
                  </a:cubicBezTo>
                  <a:cubicBezTo>
                    <a:pt x="46" y="2"/>
                    <a:pt x="46" y="2"/>
                    <a:pt x="46" y="2"/>
                  </a:cubicBezTo>
                  <a:close/>
                  <a:moveTo>
                    <a:pt x="47" y="5"/>
                  </a:moveTo>
                  <a:cubicBezTo>
                    <a:pt x="47" y="3"/>
                    <a:pt x="47" y="3"/>
                    <a:pt x="47" y="3"/>
                  </a:cubicBezTo>
                  <a:cubicBezTo>
                    <a:pt x="47" y="3"/>
                    <a:pt x="47" y="3"/>
                    <a:pt x="47" y="3"/>
                  </a:cubicBezTo>
                  <a:cubicBezTo>
                    <a:pt x="47" y="9"/>
                    <a:pt x="40" y="16"/>
                    <a:pt x="40" y="16"/>
                  </a:cubicBezTo>
                  <a:cubicBezTo>
                    <a:pt x="40" y="17"/>
                    <a:pt x="39" y="19"/>
                    <a:pt x="39" y="20"/>
                  </a:cubicBezTo>
                  <a:cubicBezTo>
                    <a:pt x="40" y="19"/>
                    <a:pt x="41" y="18"/>
                    <a:pt x="42" y="16"/>
                  </a:cubicBezTo>
                  <a:cubicBezTo>
                    <a:pt x="42" y="16"/>
                    <a:pt x="42" y="16"/>
                    <a:pt x="42" y="16"/>
                  </a:cubicBezTo>
                  <a:cubicBezTo>
                    <a:pt x="42" y="16"/>
                    <a:pt x="47" y="10"/>
                    <a:pt x="47" y="5"/>
                  </a:cubicBezTo>
                  <a:moveTo>
                    <a:pt x="43" y="16"/>
                  </a:moveTo>
                  <a:cubicBezTo>
                    <a:pt x="41" y="18"/>
                    <a:pt x="39" y="20"/>
                    <a:pt x="39" y="20"/>
                  </a:cubicBezTo>
                  <a:cubicBezTo>
                    <a:pt x="40" y="21"/>
                    <a:pt x="40" y="21"/>
                    <a:pt x="40" y="21"/>
                  </a:cubicBezTo>
                  <a:cubicBezTo>
                    <a:pt x="40" y="21"/>
                    <a:pt x="42" y="19"/>
                    <a:pt x="43" y="18"/>
                  </a:cubicBezTo>
                  <a:cubicBezTo>
                    <a:pt x="44" y="17"/>
                    <a:pt x="46" y="15"/>
                    <a:pt x="47" y="13"/>
                  </a:cubicBezTo>
                  <a:cubicBezTo>
                    <a:pt x="46" y="14"/>
                    <a:pt x="44" y="16"/>
                    <a:pt x="43" y="16"/>
                  </a:cubicBezTo>
                  <a:moveTo>
                    <a:pt x="43" y="22"/>
                  </a:moveTo>
                  <a:cubicBezTo>
                    <a:pt x="42" y="22"/>
                    <a:pt x="42" y="22"/>
                    <a:pt x="42" y="22"/>
                  </a:cubicBezTo>
                  <a:cubicBezTo>
                    <a:pt x="42" y="22"/>
                    <a:pt x="47" y="18"/>
                    <a:pt x="47" y="14"/>
                  </a:cubicBezTo>
                  <a:cubicBezTo>
                    <a:pt x="47" y="14"/>
                    <a:pt x="47" y="14"/>
                    <a:pt x="47" y="14"/>
                  </a:cubicBezTo>
                  <a:cubicBezTo>
                    <a:pt x="46" y="17"/>
                    <a:pt x="41" y="20"/>
                    <a:pt x="40" y="21"/>
                  </a:cubicBezTo>
                  <a:cubicBezTo>
                    <a:pt x="42" y="22"/>
                    <a:pt x="42" y="22"/>
                    <a:pt x="42" y="22"/>
                  </a:cubicBezTo>
                  <a:cubicBezTo>
                    <a:pt x="42" y="22"/>
                    <a:pt x="42" y="22"/>
                    <a:pt x="42" y="22"/>
                  </a:cubicBezTo>
                  <a:cubicBezTo>
                    <a:pt x="42" y="22"/>
                    <a:pt x="42" y="22"/>
                    <a:pt x="42" y="22"/>
                  </a:cubicBezTo>
                  <a:cubicBezTo>
                    <a:pt x="42" y="24"/>
                    <a:pt x="41" y="25"/>
                    <a:pt x="40" y="25"/>
                  </a:cubicBezTo>
                  <a:cubicBezTo>
                    <a:pt x="41" y="26"/>
                    <a:pt x="41" y="26"/>
                    <a:pt x="41" y="26"/>
                  </a:cubicBezTo>
                  <a:cubicBezTo>
                    <a:pt x="41" y="25"/>
                    <a:pt x="42" y="25"/>
                    <a:pt x="43" y="24"/>
                  </a:cubicBezTo>
                  <a:cubicBezTo>
                    <a:pt x="45" y="23"/>
                    <a:pt x="46" y="22"/>
                    <a:pt x="46" y="21"/>
                  </a:cubicBezTo>
                  <a:cubicBezTo>
                    <a:pt x="45" y="21"/>
                    <a:pt x="44" y="21"/>
                    <a:pt x="43" y="22"/>
                  </a:cubicBezTo>
                  <a:moveTo>
                    <a:pt x="44" y="26"/>
                  </a:moveTo>
                  <a:cubicBezTo>
                    <a:pt x="45" y="25"/>
                    <a:pt x="46" y="23"/>
                    <a:pt x="47" y="22"/>
                  </a:cubicBezTo>
                  <a:cubicBezTo>
                    <a:pt x="45" y="24"/>
                    <a:pt x="42" y="26"/>
                    <a:pt x="41" y="26"/>
                  </a:cubicBezTo>
                  <a:cubicBezTo>
                    <a:pt x="42" y="28"/>
                    <a:pt x="42" y="28"/>
                    <a:pt x="42" y="28"/>
                  </a:cubicBezTo>
                  <a:cubicBezTo>
                    <a:pt x="42" y="28"/>
                    <a:pt x="42" y="28"/>
                    <a:pt x="42" y="28"/>
                  </a:cubicBezTo>
                  <a:cubicBezTo>
                    <a:pt x="42" y="28"/>
                    <a:pt x="42" y="28"/>
                    <a:pt x="42" y="28"/>
                  </a:cubicBezTo>
                  <a:cubicBezTo>
                    <a:pt x="43" y="28"/>
                    <a:pt x="44" y="27"/>
                    <a:pt x="44" y="26"/>
                  </a:cubicBezTo>
                  <a:moveTo>
                    <a:pt x="45" y="29"/>
                  </a:moveTo>
                  <a:cubicBezTo>
                    <a:pt x="44" y="29"/>
                    <a:pt x="44" y="28"/>
                    <a:pt x="43" y="28"/>
                  </a:cubicBezTo>
                  <a:cubicBezTo>
                    <a:pt x="43" y="28"/>
                    <a:pt x="43" y="28"/>
                    <a:pt x="43" y="28"/>
                  </a:cubicBezTo>
                  <a:cubicBezTo>
                    <a:pt x="43" y="28"/>
                    <a:pt x="43" y="28"/>
                    <a:pt x="43" y="28"/>
                  </a:cubicBezTo>
                  <a:cubicBezTo>
                    <a:pt x="42" y="29"/>
                    <a:pt x="42" y="29"/>
                    <a:pt x="42" y="29"/>
                  </a:cubicBezTo>
                  <a:cubicBezTo>
                    <a:pt x="42" y="29"/>
                    <a:pt x="42" y="29"/>
                    <a:pt x="42" y="29"/>
                  </a:cubicBezTo>
                  <a:cubicBezTo>
                    <a:pt x="42" y="29"/>
                    <a:pt x="42" y="29"/>
                    <a:pt x="42" y="29"/>
                  </a:cubicBezTo>
                  <a:cubicBezTo>
                    <a:pt x="40" y="30"/>
                    <a:pt x="40" y="30"/>
                    <a:pt x="40" y="30"/>
                  </a:cubicBezTo>
                  <a:cubicBezTo>
                    <a:pt x="42" y="30"/>
                    <a:pt x="42" y="30"/>
                    <a:pt x="42" y="30"/>
                  </a:cubicBezTo>
                  <a:cubicBezTo>
                    <a:pt x="43" y="30"/>
                    <a:pt x="45" y="29"/>
                    <a:pt x="45" y="29"/>
                  </a:cubicBezTo>
                  <a:close/>
                  <a:moveTo>
                    <a:pt x="45" y="30"/>
                  </a:moveTo>
                  <a:cubicBezTo>
                    <a:pt x="43" y="31"/>
                    <a:pt x="41" y="31"/>
                    <a:pt x="40" y="31"/>
                  </a:cubicBezTo>
                  <a:cubicBezTo>
                    <a:pt x="40" y="32"/>
                    <a:pt x="40" y="32"/>
                    <a:pt x="40" y="32"/>
                  </a:cubicBezTo>
                  <a:cubicBezTo>
                    <a:pt x="40" y="34"/>
                    <a:pt x="40" y="34"/>
                    <a:pt x="40" y="34"/>
                  </a:cubicBezTo>
                  <a:cubicBezTo>
                    <a:pt x="40" y="34"/>
                    <a:pt x="40" y="34"/>
                    <a:pt x="40" y="34"/>
                  </a:cubicBezTo>
                  <a:cubicBezTo>
                    <a:pt x="40" y="34"/>
                    <a:pt x="40" y="34"/>
                    <a:pt x="40" y="34"/>
                  </a:cubicBezTo>
                  <a:cubicBezTo>
                    <a:pt x="41" y="33"/>
                    <a:pt x="41" y="33"/>
                    <a:pt x="41" y="33"/>
                  </a:cubicBezTo>
                  <a:cubicBezTo>
                    <a:pt x="42" y="33"/>
                    <a:pt x="44" y="32"/>
                    <a:pt x="45" y="30"/>
                  </a:cubicBezTo>
                  <a:moveTo>
                    <a:pt x="43" y="35"/>
                  </a:moveTo>
                  <a:cubicBezTo>
                    <a:pt x="43" y="35"/>
                    <a:pt x="43" y="35"/>
                    <a:pt x="43" y="35"/>
                  </a:cubicBezTo>
                  <a:cubicBezTo>
                    <a:pt x="44" y="35"/>
                    <a:pt x="44" y="35"/>
                    <a:pt x="44" y="35"/>
                  </a:cubicBezTo>
                  <a:cubicBezTo>
                    <a:pt x="44" y="35"/>
                    <a:pt x="46" y="36"/>
                    <a:pt x="46" y="38"/>
                  </a:cubicBezTo>
                  <a:cubicBezTo>
                    <a:pt x="46" y="38"/>
                    <a:pt x="46" y="38"/>
                    <a:pt x="46" y="38"/>
                  </a:cubicBezTo>
                  <a:cubicBezTo>
                    <a:pt x="46" y="40"/>
                    <a:pt x="46" y="40"/>
                    <a:pt x="46" y="40"/>
                  </a:cubicBezTo>
                  <a:cubicBezTo>
                    <a:pt x="45" y="40"/>
                    <a:pt x="45" y="40"/>
                    <a:pt x="45" y="40"/>
                  </a:cubicBezTo>
                  <a:cubicBezTo>
                    <a:pt x="45" y="40"/>
                    <a:pt x="43" y="40"/>
                    <a:pt x="43" y="42"/>
                  </a:cubicBezTo>
                  <a:cubicBezTo>
                    <a:pt x="43" y="43"/>
                    <a:pt x="43" y="43"/>
                    <a:pt x="43" y="43"/>
                  </a:cubicBezTo>
                  <a:cubicBezTo>
                    <a:pt x="44" y="45"/>
                    <a:pt x="46" y="46"/>
                    <a:pt x="46" y="48"/>
                  </a:cubicBezTo>
                  <a:cubicBezTo>
                    <a:pt x="46" y="48"/>
                    <a:pt x="46" y="48"/>
                    <a:pt x="46" y="48"/>
                  </a:cubicBezTo>
                  <a:cubicBezTo>
                    <a:pt x="46" y="49"/>
                    <a:pt x="45" y="50"/>
                    <a:pt x="45" y="51"/>
                  </a:cubicBezTo>
                  <a:cubicBezTo>
                    <a:pt x="45" y="51"/>
                    <a:pt x="45" y="51"/>
                    <a:pt x="45" y="51"/>
                  </a:cubicBezTo>
                  <a:cubicBezTo>
                    <a:pt x="45" y="51"/>
                    <a:pt x="45" y="51"/>
                    <a:pt x="45" y="51"/>
                  </a:cubicBezTo>
                  <a:cubicBezTo>
                    <a:pt x="45" y="51"/>
                    <a:pt x="46" y="50"/>
                    <a:pt x="46" y="49"/>
                  </a:cubicBezTo>
                  <a:cubicBezTo>
                    <a:pt x="46" y="48"/>
                    <a:pt x="46" y="48"/>
                    <a:pt x="46" y="48"/>
                  </a:cubicBezTo>
                  <a:cubicBezTo>
                    <a:pt x="46" y="46"/>
                    <a:pt x="46" y="46"/>
                    <a:pt x="46" y="46"/>
                  </a:cubicBezTo>
                  <a:cubicBezTo>
                    <a:pt x="45" y="45"/>
                    <a:pt x="44" y="44"/>
                    <a:pt x="44" y="43"/>
                  </a:cubicBezTo>
                  <a:cubicBezTo>
                    <a:pt x="44" y="42"/>
                    <a:pt x="44" y="42"/>
                    <a:pt x="44" y="42"/>
                  </a:cubicBezTo>
                  <a:cubicBezTo>
                    <a:pt x="44" y="41"/>
                    <a:pt x="46" y="40"/>
                    <a:pt x="46" y="40"/>
                  </a:cubicBezTo>
                  <a:cubicBezTo>
                    <a:pt x="46" y="40"/>
                    <a:pt x="46" y="40"/>
                    <a:pt x="46" y="40"/>
                  </a:cubicBezTo>
                  <a:cubicBezTo>
                    <a:pt x="46" y="40"/>
                    <a:pt x="45" y="41"/>
                    <a:pt x="45" y="42"/>
                  </a:cubicBezTo>
                  <a:cubicBezTo>
                    <a:pt x="45" y="43"/>
                    <a:pt x="45" y="43"/>
                    <a:pt x="45" y="43"/>
                  </a:cubicBezTo>
                  <a:cubicBezTo>
                    <a:pt x="45" y="44"/>
                    <a:pt x="46" y="45"/>
                    <a:pt x="46" y="46"/>
                  </a:cubicBezTo>
                  <a:cubicBezTo>
                    <a:pt x="47" y="48"/>
                    <a:pt x="47" y="48"/>
                    <a:pt x="47" y="48"/>
                  </a:cubicBezTo>
                  <a:cubicBezTo>
                    <a:pt x="47" y="49"/>
                    <a:pt x="47" y="49"/>
                    <a:pt x="47" y="49"/>
                  </a:cubicBezTo>
                  <a:cubicBezTo>
                    <a:pt x="46" y="50"/>
                    <a:pt x="46" y="50"/>
                    <a:pt x="46" y="50"/>
                  </a:cubicBezTo>
                  <a:cubicBezTo>
                    <a:pt x="47" y="49"/>
                    <a:pt x="47" y="49"/>
                    <a:pt x="47" y="49"/>
                  </a:cubicBezTo>
                  <a:cubicBezTo>
                    <a:pt x="47" y="49"/>
                    <a:pt x="47" y="49"/>
                    <a:pt x="47" y="48"/>
                  </a:cubicBezTo>
                  <a:cubicBezTo>
                    <a:pt x="47" y="48"/>
                    <a:pt x="47" y="48"/>
                    <a:pt x="47" y="48"/>
                  </a:cubicBezTo>
                  <a:cubicBezTo>
                    <a:pt x="47" y="47"/>
                    <a:pt x="46" y="43"/>
                    <a:pt x="45" y="43"/>
                  </a:cubicBezTo>
                  <a:cubicBezTo>
                    <a:pt x="45" y="42"/>
                    <a:pt x="45" y="42"/>
                    <a:pt x="45" y="42"/>
                  </a:cubicBezTo>
                  <a:cubicBezTo>
                    <a:pt x="45" y="41"/>
                    <a:pt x="47" y="40"/>
                    <a:pt x="47" y="40"/>
                  </a:cubicBezTo>
                  <a:cubicBezTo>
                    <a:pt x="47" y="41"/>
                    <a:pt x="47" y="41"/>
                    <a:pt x="47" y="41"/>
                  </a:cubicBezTo>
                  <a:cubicBezTo>
                    <a:pt x="47" y="41"/>
                    <a:pt x="47" y="41"/>
                    <a:pt x="47" y="41"/>
                  </a:cubicBezTo>
                  <a:cubicBezTo>
                    <a:pt x="46" y="42"/>
                    <a:pt x="46" y="42"/>
                    <a:pt x="46" y="42"/>
                  </a:cubicBezTo>
                  <a:cubicBezTo>
                    <a:pt x="46" y="43"/>
                    <a:pt x="46" y="43"/>
                    <a:pt x="46" y="43"/>
                  </a:cubicBezTo>
                  <a:cubicBezTo>
                    <a:pt x="46" y="43"/>
                    <a:pt x="47" y="46"/>
                    <a:pt x="47" y="48"/>
                  </a:cubicBezTo>
                  <a:cubicBezTo>
                    <a:pt x="47" y="48"/>
                    <a:pt x="47" y="48"/>
                    <a:pt x="47" y="48"/>
                  </a:cubicBezTo>
                  <a:cubicBezTo>
                    <a:pt x="47" y="50"/>
                    <a:pt x="47" y="50"/>
                    <a:pt x="47" y="50"/>
                  </a:cubicBezTo>
                  <a:cubicBezTo>
                    <a:pt x="46" y="51"/>
                    <a:pt x="46" y="51"/>
                    <a:pt x="46" y="51"/>
                  </a:cubicBezTo>
                  <a:cubicBezTo>
                    <a:pt x="47" y="51"/>
                    <a:pt x="48" y="50"/>
                    <a:pt x="48" y="49"/>
                  </a:cubicBezTo>
                  <a:cubicBezTo>
                    <a:pt x="48" y="48"/>
                    <a:pt x="48" y="48"/>
                    <a:pt x="48" y="48"/>
                  </a:cubicBezTo>
                  <a:cubicBezTo>
                    <a:pt x="47" y="44"/>
                    <a:pt x="47" y="44"/>
                    <a:pt x="46" y="43"/>
                  </a:cubicBezTo>
                  <a:cubicBezTo>
                    <a:pt x="46" y="43"/>
                    <a:pt x="46" y="43"/>
                    <a:pt x="46" y="43"/>
                  </a:cubicBezTo>
                  <a:cubicBezTo>
                    <a:pt x="47" y="42"/>
                    <a:pt x="48" y="41"/>
                    <a:pt x="48" y="38"/>
                  </a:cubicBezTo>
                  <a:cubicBezTo>
                    <a:pt x="48" y="38"/>
                    <a:pt x="48" y="38"/>
                    <a:pt x="48" y="38"/>
                  </a:cubicBezTo>
                  <a:cubicBezTo>
                    <a:pt x="48" y="35"/>
                    <a:pt x="46" y="34"/>
                    <a:pt x="43" y="34"/>
                  </a:cubicBezTo>
                  <a:cubicBezTo>
                    <a:pt x="43" y="34"/>
                    <a:pt x="43" y="34"/>
                    <a:pt x="43" y="34"/>
                  </a:cubicBezTo>
                  <a:cubicBezTo>
                    <a:pt x="41" y="34"/>
                    <a:pt x="41" y="34"/>
                    <a:pt x="41" y="34"/>
                  </a:cubicBezTo>
                  <a:cubicBezTo>
                    <a:pt x="41" y="34"/>
                    <a:pt x="41" y="34"/>
                    <a:pt x="41" y="34"/>
                  </a:cubicBezTo>
                  <a:cubicBezTo>
                    <a:pt x="41" y="35"/>
                    <a:pt x="41" y="35"/>
                    <a:pt x="41" y="35"/>
                  </a:cubicBezTo>
                  <a:lnTo>
                    <a:pt x="43" y="35"/>
                  </a:lnTo>
                  <a:close/>
                  <a:moveTo>
                    <a:pt x="40" y="34"/>
                  </a:moveTo>
                  <a:cubicBezTo>
                    <a:pt x="40" y="34"/>
                    <a:pt x="40" y="34"/>
                    <a:pt x="40" y="34"/>
                  </a:cubicBezTo>
                  <a:cubicBezTo>
                    <a:pt x="40" y="34"/>
                    <a:pt x="40" y="34"/>
                    <a:pt x="40" y="34"/>
                  </a:cubicBezTo>
                  <a:cubicBezTo>
                    <a:pt x="40" y="34"/>
                    <a:pt x="40" y="34"/>
                    <a:pt x="40" y="34"/>
                  </a:cubicBezTo>
                  <a:cubicBezTo>
                    <a:pt x="40" y="35"/>
                    <a:pt x="40" y="35"/>
                    <a:pt x="40" y="35"/>
                  </a:cubicBezTo>
                  <a:cubicBezTo>
                    <a:pt x="38" y="35"/>
                    <a:pt x="38" y="35"/>
                    <a:pt x="38" y="35"/>
                  </a:cubicBezTo>
                  <a:cubicBezTo>
                    <a:pt x="41" y="37"/>
                    <a:pt x="41" y="37"/>
                    <a:pt x="41" y="37"/>
                  </a:cubicBezTo>
                  <a:lnTo>
                    <a:pt x="40" y="34"/>
                  </a:lnTo>
                  <a:close/>
                  <a:moveTo>
                    <a:pt x="41" y="37"/>
                  </a:moveTo>
                  <a:cubicBezTo>
                    <a:pt x="40" y="37"/>
                    <a:pt x="38" y="36"/>
                    <a:pt x="38" y="35"/>
                  </a:cubicBezTo>
                  <a:cubicBezTo>
                    <a:pt x="38" y="36"/>
                    <a:pt x="38" y="36"/>
                    <a:pt x="38" y="36"/>
                  </a:cubicBezTo>
                  <a:cubicBezTo>
                    <a:pt x="38" y="36"/>
                    <a:pt x="38" y="36"/>
                    <a:pt x="38" y="36"/>
                  </a:cubicBezTo>
                  <a:cubicBezTo>
                    <a:pt x="38" y="38"/>
                    <a:pt x="38" y="38"/>
                    <a:pt x="38" y="38"/>
                  </a:cubicBezTo>
                  <a:cubicBezTo>
                    <a:pt x="38" y="38"/>
                    <a:pt x="40" y="37"/>
                    <a:pt x="41" y="37"/>
                  </a:cubicBezTo>
                  <a:moveTo>
                    <a:pt x="22" y="57"/>
                  </a:moveTo>
                  <a:cubicBezTo>
                    <a:pt x="20" y="57"/>
                    <a:pt x="18" y="57"/>
                    <a:pt x="17" y="61"/>
                  </a:cubicBezTo>
                  <a:cubicBezTo>
                    <a:pt x="19" y="63"/>
                    <a:pt x="19" y="63"/>
                    <a:pt x="19" y="63"/>
                  </a:cubicBezTo>
                  <a:cubicBezTo>
                    <a:pt x="19" y="63"/>
                    <a:pt x="19" y="63"/>
                    <a:pt x="19" y="63"/>
                  </a:cubicBezTo>
                  <a:cubicBezTo>
                    <a:pt x="19" y="64"/>
                    <a:pt x="19" y="64"/>
                    <a:pt x="19" y="64"/>
                  </a:cubicBezTo>
                  <a:cubicBezTo>
                    <a:pt x="18" y="64"/>
                    <a:pt x="18" y="64"/>
                    <a:pt x="18" y="64"/>
                  </a:cubicBezTo>
                  <a:cubicBezTo>
                    <a:pt x="19" y="65"/>
                    <a:pt x="19" y="65"/>
                    <a:pt x="19" y="65"/>
                  </a:cubicBezTo>
                  <a:cubicBezTo>
                    <a:pt x="20" y="66"/>
                    <a:pt x="22" y="68"/>
                    <a:pt x="23" y="69"/>
                  </a:cubicBezTo>
                  <a:cubicBezTo>
                    <a:pt x="24" y="70"/>
                    <a:pt x="24" y="70"/>
                    <a:pt x="24" y="70"/>
                  </a:cubicBezTo>
                  <a:cubicBezTo>
                    <a:pt x="24" y="71"/>
                    <a:pt x="23" y="72"/>
                    <a:pt x="22" y="73"/>
                  </a:cubicBezTo>
                  <a:cubicBezTo>
                    <a:pt x="22" y="74"/>
                    <a:pt x="20" y="76"/>
                    <a:pt x="19" y="77"/>
                  </a:cubicBezTo>
                  <a:cubicBezTo>
                    <a:pt x="18" y="78"/>
                    <a:pt x="18" y="78"/>
                    <a:pt x="18" y="78"/>
                  </a:cubicBezTo>
                  <a:cubicBezTo>
                    <a:pt x="18" y="78"/>
                    <a:pt x="18" y="78"/>
                    <a:pt x="18" y="78"/>
                  </a:cubicBezTo>
                  <a:cubicBezTo>
                    <a:pt x="18" y="78"/>
                    <a:pt x="18" y="78"/>
                    <a:pt x="18" y="78"/>
                  </a:cubicBezTo>
                  <a:cubicBezTo>
                    <a:pt x="19" y="80"/>
                    <a:pt x="19" y="80"/>
                    <a:pt x="19" y="80"/>
                  </a:cubicBezTo>
                  <a:cubicBezTo>
                    <a:pt x="18" y="80"/>
                    <a:pt x="18" y="80"/>
                    <a:pt x="18" y="80"/>
                  </a:cubicBezTo>
                  <a:cubicBezTo>
                    <a:pt x="18" y="79"/>
                    <a:pt x="18" y="79"/>
                    <a:pt x="18" y="79"/>
                  </a:cubicBezTo>
                  <a:cubicBezTo>
                    <a:pt x="18" y="78"/>
                    <a:pt x="18" y="78"/>
                    <a:pt x="18" y="78"/>
                  </a:cubicBezTo>
                  <a:cubicBezTo>
                    <a:pt x="17" y="78"/>
                    <a:pt x="17" y="78"/>
                    <a:pt x="17" y="78"/>
                  </a:cubicBezTo>
                  <a:cubicBezTo>
                    <a:pt x="17" y="77"/>
                    <a:pt x="17" y="77"/>
                    <a:pt x="17" y="77"/>
                  </a:cubicBezTo>
                  <a:cubicBezTo>
                    <a:pt x="16" y="76"/>
                    <a:pt x="16" y="76"/>
                    <a:pt x="16" y="76"/>
                  </a:cubicBezTo>
                  <a:cubicBezTo>
                    <a:pt x="16" y="76"/>
                    <a:pt x="16" y="76"/>
                    <a:pt x="16" y="76"/>
                  </a:cubicBezTo>
                  <a:cubicBezTo>
                    <a:pt x="15" y="76"/>
                    <a:pt x="15" y="76"/>
                    <a:pt x="15" y="76"/>
                  </a:cubicBezTo>
                  <a:cubicBezTo>
                    <a:pt x="14" y="76"/>
                    <a:pt x="14" y="76"/>
                    <a:pt x="14" y="76"/>
                  </a:cubicBezTo>
                  <a:cubicBezTo>
                    <a:pt x="14" y="76"/>
                    <a:pt x="14" y="76"/>
                    <a:pt x="14" y="76"/>
                  </a:cubicBezTo>
                  <a:cubicBezTo>
                    <a:pt x="16" y="75"/>
                    <a:pt x="16" y="75"/>
                    <a:pt x="16" y="75"/>
                  </a:cubicBezTo>
                  <a:cubicBezTo>
                    <a:pt x="16" y="75"/>
                    <a:pt x="16" y="75"/>
                    <a:pt x="16" y="75"/>
                  </a:cubicBezTo>
                  <a:cubicBezTo>
                    <a:pt x="17" y="76"/>
                    <a:pt x="17" y="76"/>
                    <a:pt x="17" y="76"/>
                  </a:cubicBezTo>
                  <a:cubicBezTo>
                    <a:pt x="17" y="77"/>
                    <a:pt x="17" y="77"/>
                    <a:pt x="17" y="77"/>
                  </a:cubicBezTo>
                  <a:cubicBezTo>
                    <a:pt x="17" y="75"/>
                    <a:pt x="17" y="75"/>
                    <a:pt x="17" y="75"/>
                  </a:cubicBezTo>
                  <a:cubicBezTo>
                    <a:pt x="16" y="74"/>
                    <a:pt x="16" y="74"/>
                    <a:pt x="16" y="74"/>
                  </a:cubicBezTo>
                  <a:cubicBezTo>
                    <a:pt x="15" y="74"/>
                    <a:pt x="15" y="74"/>
                    <a:pt x="15" y="74"/>
                  </a:cubicBezTo>
                  <a:cubicBezTo>
                    <a:pt x="15" y="74"/>
                    <a:pt x="15" y="74"/>
                    <a:pt x="15" y="74"/>
                  </a:cubicBezTo>
                  <a:cubicBezTo>
                    <a:pt x="14" y="75"/>
                    <a:pt x="14" y="75"/>
                    <a:pt x="14" y="75"/>
                  </a:cubicBezTo>
                  <a:cubicBezTo>
                    <a:pt x="14" y="74"/>
                    <a:pt x="14" y="74"/>
                    <a:pt x="14" y="74"/>
                  </a:cubicBezTo>
                  <a:cubicBezTo>
                    <a:pt x="14" y="74"/>
                    <a:pt x="14" y="74"/>
                    <a:pt x="14" y="74"/>
                  </a:cubicBezTo>
                  <a:cubicBezTo>
                    <a:pt x="15" y="74"/>
                    <a:pt x="15" y="74"/>
                    <a:pt x="15" y="74"/>
                  </a:cubicBezTo>
                  <a:cubicBezTo>
                    <a:pt x="14" y="73"/>
                    <a:pt x="14" y="73"/>
                    <a:pt x="14" y="73"/>
                  </a:cubicBezTo>
                  <a:cubicBezTo>
                    <a:pt x="14" y="73"/>
                    <a:pt x="14" y="73"/>
                    <a:pt x="14" y="73"/>
                  </a:cubicBezTo>
                  <a:cubicBezTo>
                    <a:pt x="14" y="75"/>
                    <a:pt x="14" y="75"/>
                    <a:pt x="14" y="75"/>
                  </a:cubicBezTo>
                  <a:cubicBezTo>
                    <a:pt x="15" y="79"/>
                    <a:pt x="15" y="79"/>
                    <a:pt x="15" y="79"/>
                  </a:cubicBezTo>
                  <a:cubicBezTo>
                    <a:pt x="15" y="80"/>
                    <a:pt x="17" y="82"/>
                    <a:pt x="18" y="82"/>
                  </a:cubicBezTo>
                  <a:cubicBezTo>
                    <a:pt x="19" y="82"/>
                    <a:pt x="20" y="82"/>
                    <a:pt x="20" y="81"/>
                  </a:cubicBezTo>
                  <a:cubicBezTo>
                    <a:pt x="21" y="80"/>
                    <a:pt x="21" y="78"/>
                    <a:pt x="21" y="78"/>
                  </a:cubicBezTo>
                  <a:cubicBezTo>
                    <a:pt x="21" y="78"/>
                    <a:pt x="21" y="78"/>
                    <a:pt x="21" y="78"/>
                  </a:cubicBezTo>
                  <a:cubicBezTo>
                    <a:pt x="22" y="78"/>
                    <a:pt x="22" y="78"/>
                    <a:pt x="22" y="78"/>
                  </a:cubicBezTo>
                  <a:cubicBezTo>
                    <a:pt x="23" y="78"/>
                    <a:pt x="23" y="78"/>
                    <a:pt x="23" y="78"/>
                  </a:cubicBezTo>
                  <a:cubicBezTo>
                    <a:pt x="24" y="76"/>
                    <a:pt x="24" y="76"/>
                    <a:pt x="24" y="76"/>
                  </a:cubicBezTo>
                  <a:cubicBezTo>
                    <a:pt x="26" y="74"/>
                    <a:pt x="26" y="74"/>
                    <a:pt x="26" y="74"/>
                  </a:cubicBezTo>
                  <a:cubicBezTo>
                    <a:pt x="28" y="73"/>
                    <a:pt x="28" y="73"/>
                    <a:pt x="28" y="73"/>
                  </a:cubicBezTo>
                  <a:cubicBezTo>
                    <a:pt x="28" y="72"/>
                    <a:pt x="28" y="72"/>
                    <a:pt x="28" y="72"/>
                  </a:cubicBezTo>
                  <a:cubicBezTo>
                    <a:pt x="28" y="72"/>
                    <a:pt x="28" y="72"/>
                    <a:pt x="28" y="72"/>
                  </a:cubicBezTo>
                  <a:cubicBezTo>
                    <a:pt x="27" y="69"/>
                    <a:pt x="27" y="69"/>
                    <a:pt x="27" y="69"/>
                  </a:cubicBezTo>
                  <a:cubicBezTo>
                    <a:pt x="26" y="68"/>
                    <a:pt x="26" y="68"/>
                    <a:pt x="26" y="68"/>
                  </a:cubicBezTo>
                  <a:cubicBezTo>
                    <a:pt x="26" y="68"/>
                    <a:pt x="26" y="68"/>
                    <a:pt x="26" y="68"/>
                  </a:cubicBezTo>
                  <a:cubicBezTo>
                    <a:pt x="26" y="67"/>
                    <a:pt x="26" y="67"/>
                    <a:pt x="26" y="67"/>
                  </a:cubicBezTo>
                  <a:cubicBezTo>
                    <a:pt x="26" y="65"/>
                    <a:pt x="26" y="64"/>
                    <a:pt x="25" y="63"/>
                  </a:cubicBezTo>
                  <a:cubicBezTo>
                    <a:pt x="25" y="62"/>
                    <a:pt x="23" y="62"/>
                    <a:pt x="23" y="62"/>
                  </a:cubicBezTo>
                  <a:cubicBezTo>
                    <a:pt x="24" y="61"/>
                    <a:pt x="24" y="61"/>
                    <a:pt x="24" y="61"/>
                  </a:cubicBezTo>
                  <a:cubicBezTo>
                    <a:pt x="25" y="61"/>
                    <a:pt x="25" y="61"/>
                    <a:pt x="25" y="61"/>
                  </a:cubicBezTo>
                  <a:cubicBezTo>
                    <a:pt x="25" y="62"/>
                    <a:pt x="25" y="62"/>
                    <a:pt x="25" y="62"/>
                  </a:cubicBezTo>
                  <a:cubicBezTo>
                    <a:pt x="26" y="63"/>
                    <a:pt x="26" y="63"/>
                    <a:pt x="26" y="63"/>
                  </a:cubicBezTo>
                  <a:cubicBezTo>
                    <a:pt x="26" y="64"/>
                    <a:pt x="27" y="65"/>
                    <a:pt x="27" y="67"/>
                  </a:cubicBezTo>
                  <a:cubicBezTo>
                    <a:pt x="28" y="68"/>
                    <a:pt x="28" y="68"/>
                    <a:pt x="28" y="68"/>
                  </a:cubicBezTo>
                  <a:cubicBezTo>
                    <a:pt x="30" y="69"/>
                    <a:pt x="30" y="69"/>
                    <a:pt x="30" y="69"/>
                  </a:cubicBezTo>
                  <a:cubicBezTo>
                    <a:pt x="29" y="67"/>
                    <a:pt x="29" y="65"/>
                    <a:pt x="29" y="64"/>
                  </a:cubicBezTo>
                  <a:cubicBezTo>
                    <a:pt x="29" y="64"/>
                    <a:pt x="29" y="64"/>
                    <a:pt x="29" y="64"/>
                  </a:cubicBezTo>
                  <a:cubicBezTo>
                    <a:pt x="29" y="62"/>
                    <a:pt x="29" y="62"/>
                    <a:pt x="29" y="62"/>
                  </a:cubicBezTo>
                  <a:cubicBezTo>
                    <a:pt x="29" y="62"/>
                    <a:pt x="29" y="62"/>
                    <a:pt x="29" y="62"/>
                  </a:cubicBezTo>
                  <a:cubicBezTo>
                    <a:pt x="29" y="62"/>
                    <a:pt x="28" y="61"/>
                    <a:pt x="27" y="61"/>
                  </a:cubicBezTo>
                  <a:cubicBezTo>
                    <a:pt x="26" y="60"/>
                    <a:pt x="26" y="60"/>
                    <a:pt x="26" y="60"/>
                  </a:cubicBezTo>
                  <a:cubicBezTo>
                    <a:pt x="25" y="60"/>
                    <a:pt x="25" y="60"/>
                    <a:pt x="25" y="60"/>
                  </a:cubicBezTo>
                  <a:cubicBezTo>
                    <a:pt x="25" y="60"/>
                    <a:pt x="25" y="60"/>
                    <a:pt x="25" y="60"/>
                  </a:cubicBezTo>
                  <a:cubicBezTo>
                    <a:pt x="25" y="59"/>
                    <a:pt x="25" y="59"/>
                    <a:pt x="25" y="59"/>
                  </a:cubicBezTo>
                  <a:cubicBezTo>
                    <a:pt x="25" y="57"/>
                    <a:pt x="25" y="57"/>
                    <a:pt x="25" y="57"/>
                  </a:cubicBezTo>
                  <a:cubicBezTo>
                    <a:pt x="24" y="57"/>
                    <a:pt x="23" y="57"/>
                    <a:pt x="22" y="57"/>
                  </a:cubicBezTo>
                  <a:moveTo>
                    <a:pt x="21" y="52"/>
                  </a:moveTo>
                  <a:cubicBezTo>
                    <a:pt x="21" y="52"/>
                    <a:pt x="21" y="52"/>
                    <a:pt x="21" y="52"/>
                  </a:cubicBezTo>
                  <a:cubicBezTo>
                    <a:pt x="21" y="53"/>
                    <a:pt x="23" y="54"/>
                    <a:pt x="24" y="55"/>
                  </a:cubicBezTo>
                  <a:cubicBezTo>
                    <a:pt x="25" y="57"/>
                    <a:pt x="25" y="57"/>
                    <a:pt x="25" y="57"/>
                  </a:cubicBezTo>
                  <a:cubicBezTo>
                    <a:pt x="25" y="57"/>
                    <a:pt x="25" y="57"/>
                    <a:pt x="25" y="57"/>
                  </a:cubicBezTo>
                  <a:cubicBezTo>
                    <a:pt x="25" y="57"/>
                    <a:pt x="25" y="57"/>
                    <a:pt x="25" y="57"/>
                  </a:cubicBezTo>
                  <a:cubicBezTo>
                    <a:pt x="25" y="57"/>
                    <a:pt x="25" y="57"/>
                    <a:pt x="25" y="57"/>
                  </a:cubicBezTo>
                  <a:cubicBezTo>
                    <a:pt x="25" y="57"/>
                    <a:pt x="25" y="57"/>
                    <a:pt x="25" y="57"/>
                  </a:cubicBezTo>
                  <a:cubicBezTo>
                    <a:pt x="26" y="59"/>
                    <a:pt x="26" y="59"/>
                    <a:pt x="26" y="59"/>
                  </a:cubicBezTo>
                  <a:cubicBezTo>
                    <a:pt x="26" y="59"/>
                    <a:pt x="26" y="59"/>
                    <a:pt x="26" y="59"/>
                  </a:cubicBezTo>
                  <a:cubicBezTo>
                    <a:pt x="28" y="60"/>
                    <a:pt x="28" y="60"/>
                    <a:pt x="28" y="60"/>
                  </a:cubicBezTo>
                  <a:cubicBezTo>
                    <a:pt x="29" y="62"/>
                    <a:pt x="29" y="62"/>
                    <a:pt x="29" y="62"/>
                  </a:cubicBezTo>
                  <a:cubicBezTo>
                    <a:pt x="30" y="61"/>
                    <a:pt x="30" y="60"/>
                    <a:pt x="30" y="60"/>
                  </a:cubicBezTo>
                  <a:cubicBezTo>
                    <a:pt x="30" y="59"/>
                    <a:pt x="30" y="59"/>
                    <a:pt x="30" y="59"/>
                  </a:cubicBezTo>
                  <a:cubicBezTo>
                    <a:pt x="30" y="57"/>
                    <a:pt x="30" y="57"/>
                    <a:pt x="30" y="57"/>
                  </a:cubicBezTo>
                  <a:cubicBezTo>
                    <a:pt x="30" y="57"/>
                    <a:pt x="30" y="57"/>
                    <a:pt x="30" y="57"/>
                  </a:cubicBezTo>
                  <a:cubicBezTo>
                    <a:pt x="30" y="57"/>
                    <a:pt x="31" y="58"/>
                    <a:pt x="31" y="59"/>
                  </a:cubicBezTo>
                  <a:cubicBezTo>
                    <a:pt x="31" y="60"/>
                    <a:pt x="31" y="60"/>
                    <a:pt x="31" y="60"/>
                  </a:cubicBezTo>
                  <a:cubicBezTo>
                    <a:pt x="31" y="60"/>
                    <a:pt x="30" y="61"/>
                    <a:pt x="30" y="62"/>
                  </a:cubicBezTo>
                  <a:cubicBezTo>
                    <a:pt x="30" y="63"/>
                    <a:pt x="30" y="63"/>
                    <a:pt x="30" y="63"/>
                  </a:cubicBezTo>
                  <a:cubicBezTo>
                    <a:pt x="30" y="63"/>
                    <a:pt x="30" y="63"/>
                    <a:pt x="30" y="63"/>
                  </a:cubicBezTo>
                  <a:cubicBezTo>
                    <a:pt x="29" y="64"/>
                    <a:pt x="29" y="64"/>
                    <a:pt x="29" y="64"/>
                  </a:cubicBezTo>
                  <a:cubicBezTo>
                    <a:pt x="29" y="64"/>
                    <a:pt x="29" y="64"/>
                    <a:pt x="29" y="64"/>
                  </a:cubicBezTo>
                  <a:cubicBezTo>
                    <a:pt x="30" y="66"/>
                    <a:pt x="30" y="68"/>
                    <a:pt x="31" y="70"/>
                  </a:cubicBezTo>
                  <a:cubicBezTo>
                    <a:pt x="32" y="71"/>
                    <a:pt x="32" y="71"/>
                    <a:pt x="32" y="71"/>
                  </a:cubicBezTo>
                  <a:cubicBezTo>
                    <a:pt x="32" y="71"/>
                    <a:pt x="32" y="71"/>
                    <a:pt x="32" y="71"/>
                  </a:cubicBezTo>
                  <a:cubicBezTo>
                    <a:pt x="32" y="71"/>
                    <a:pt x="32" y="71"/>
                    <a:pt x="32" y="71"/>
                  </a:cubicBezTo>
                  <a:cubicBezTo>
                    <a:pt x="32" y="74"/>
                    <a:pt x="32" y="74"/>
                    <a:pt x="32" y="74"/>
                  </a:cubicBezTo>
                  <a:cubicBezTo>
                    <a:pt x="33" y="74"/>
                    <a:pt x="34" y="77"/>
                    <a:pt x="35" y="78"/>
                  </a:cubicBezTo>
                  <a:cubicBezTo>
                    <a:pt x="36" y="79"/>
                    <a:pt x="36" y="80"/>
                    <a:pt x="37" y="81"/>
                  </a:cubicBezTo>
                  <a:cubicBezTo>
                    <a:pt x="37" y="82"/>
                    <a:pt x="36" y="83"/>
                    <a:pt x="37" y="83"/>
                  </a:cubicBezTo>
                  <a:cubicBezTo>
                    <a:pt x="38" y="85"/>
                    <a:pt x="38" y="85"/>
                    <a:pt x="38" y="86"/>
                  </a:cubicBezTo>
                  <a:cubicBezTo>
                    <a:pt x="38" y="87"/>
                    <a:pt x="38" y="87"/>
                    <a:pt x="38" y="87"/>
                  </a:cubicBezTo>
                  <a:cubicBezTo>
                    <a:pt x="38" y="88"/>
                    <a:pt x="38" y="88"/>
                    <a:pt x="39" y="89"/>
                  </a:cubicBezTo>
                  <a:cubicBezTo>
                    <a:pt x="39" y="90"/>
                    <a:pt x="40" y="91"/>
                    <a:pt x="40" y="92"/>
                  </a:cubicBezTo>
                  <a:cubicBezTo>
                    <a:pt x="39" y="93"/>
                    <a:pt x="39" y="93"/>
                    <a:pt x="39" y="93"/>
                  </a:cubicBezTo>
                  <a:cubicBezTo>
                    <a:pt x="39" y="94"/>
                    <a:pt x="39" y="96"/>
                    <a:pt x="38" y="96"/>
                  </a:cubicBezTo>
                  <a:cubicBezTo>
                    <a:pt x="37" y="96"/>
                    <a:pt x="37" y="96"/>
                    <a:pt x="37" y="96"/>
                  </a:cubicBezTo>
                  <a:cubicBezTo>
                    <a:pt x="36" y="96"/>
                    <a:pt x="36" y="96"/>
                    <a:pt x="36" y="96"/>
                  </a:cubicBezTo>
                  <a:cubicBezTo>
                    <a:pt x="36" y="96"/>
                    <a:pt x="36" y="96"/>
                    <a:pt x="36" y="96"/>
                  </a:cubicBezTo>
                  <a:cubicBezTo>
                    <a:pt x="35" y="96"/>
                    <a:pt x="35" y="96"/>
                    <a:pt x="35" y="96"/>
                  </a:cubicBezTo>
                  <a:cubicBezTo>
                    <a:pt x="34" y="97"/>
                    <a:pt x="34" y="97"/>
                    <a:pt x="34" y="97"/>
                  </a:cubicBezTo>
                  <a:cubicBezTo>
                    <a:pt x="34" y="98"/>
                    <a:pt x="34" y="98"/>
                    <a:pt x="34" y="98"/>
                  </a:cubicBezTo>
                  <a:cubicBezTo>
                    <a:pt x="34" y="98"/>
                    <a:pt x="34" y="98"/>
                    <a:pt x="34" y="98"/>
                  </a:cubicBezTo>
                  <a:cubicBezTo>
                    <a:pt x="33" y="98"/>
                    <a:pt x="33" y="98"/>
                    <a:pt x="33" y="98"/>
                  </a:cubicBezTo>
                  <a:cubicBezTo>
                    <a:pt x="33" y="98"/>
                    <a:pt x="33" y="98"/>
                    <a:pt x="33" y="98"/>
                  </a:cubicBezTo>
                  <a:cubicBezTo>
                    <a:pt x="34" y="97"/>
                    <a:pt x="34" y="97"/>
                    <a:pt x="34" y="97"/>
                  </a:cubicBezTo>
                  <a:cubicBezTo>
                    <a:pt x="35" y="96"/>
                    <a:pt x="35" y="96"/>
                    <a:pt x="35" y="96"/>
                  </a:cubicBezTo>
                  <a:cubicBezTo>
                    <a:pt x="35" y="96"/>
                    <a:pt x="35" y="96"/>
                    <a:pt x="35" y="96"/>
                  </a:cubicBezTo>
                  <a:cubicBezTo>
                    <a:pt x="35" y="96"/>
                    <a:pt x="35" y="96"/>
                    <a:pt x="35" y="96"/>
                  </a:cubicBezTo>
                  <a:cubicBezTo>
                    <a:pt x="34" y="96"/>
                    <a:pt x="34" y="96"/>
                    <a:pt x="34" y="96"/>
                  </a:cubicBezTo>
                  <a:cubicBezTo>
                    <a:pt x="33" y="96"/>
                    <a:pt x="33" y="96"/>
                    <a:pt x="33" y="96"/>
                  </a:cubicBezTo>
                  <a:cubicBezTo>
                    <a:pt x="32" y="97"/>
                    <a:pt x="32" y="97"/>
                    <a:pt x="32" y="97"/>
                  </a:cubicBezTo>
                  <a:cubicBezTo>
                    <a:pt x="31" y="97"/>
                    <a:pt x="31" y="97"/>
                    <a:pt x="31" y="97"/>
                  </a:cubicBezTo>
                  <a:cubicBezTo>
                    <a:pt x="32" y="96"/>
                    <a:pt x="32" y="96"/>
                    <a:pt x="32" y="96"/>
                  </a:cubicBezTo>
                  <a:cubicBezTo>
                    <a:pt x="31" y="97"/>
                    <a:pt x="31" y="97"/>
                    <a:pt x="31" y="97"/>
                  </a:cubicBezTo>
                  <a:cubicBezTo>
                    <a:pt x="31" y="97"/>
                    <a:pt x="31" y="97"/>
                    <a:pt x="31" y="97"/>
                  </a:cubicBezTo>
                  <a:cubicBezTo>
                    <a:pt x="32" y="98"/>
                    <a:pt x="32" y="98"/>
                    <a:pt x="32" y="98"/>
                  </a:cubicBezTo>
                  <a:cubicBezTo>
                    <a:pt x="33" y="99"/>
                    <a:pt x="34" y="99"/>
                    <a:pt x="35" y="100"/>
                  </a:cubicBezTo>
                  <a:cubicBezTo>
                    <a:pt x="36" y="100"/>
                    <a:pt x="38" y="100"/>
                    <a:pt x="39" y="100"/>
                  </a:cubicBezTo>
                  <a:cubicBezTo>
                    <a:pt x="40" y="100"/>
                    <a:pt x="40" y="100"/>
                    <a:pt x="40" y="100"/>
                  </a:cubicBezTo>
                  <a:cubicBezTo>
                    <a:pt x="42" y="98"/>
                    <a:pt x="42" y="98"/>
                    <a:pt x="42" y="98"/>
                  </a:cubicBezTo>
                  <a:cubicBezTo>
                    <a:pt x="42" y="95"/>
                    <a:pt x="42" y="95"/>
                    <a:pt x="42" y="95"/>
                  </a:cubicBezTo>
                  <a:cubicBezTo>
                    <a:pt x="43" y="93"/>
                    <a:pt x="43" y="93"/>
                    <a:pt x="43" y="93"/>
                  </a:cubicBezTo>
                  <a:cubicBezTo>
                    <a:pt x="42" y="88"/>
                    <a:pt x="42" y="88"/>
                    <a:pt x="42" y="88"/>
                  </a:cubicBezTo>
                  <a:cubicBezTo>
                    <a:pt x="42" y="88"/>
                    <a:pt x="41" y="87"/>
                    <a:pt x="41" y="86"/>
                  </a:cubicBezTo>
                  <a:cubicBezTo>
                    <a:pt x="41" y="84"/>
                    <a:pt x="42" y="83"/>
                    <a:pt x="42" y="82"/>
                  </a:cubicBezTo>
                  <a:cubicBezTo>
                    <a:pt x="40" y="79"/>
                    <a:pt x="40" y="79"/>
                    <a:pt x="40" y="79"/>
                  </a:cubicBezTo>
                  <a:cubicBezTo>
                    <a:pt x="40" y="77"/>
                    <a:pt x="40" y="77"/>
                    <a:pt x="40" y="77"/>
                  </a:cubicBezTo>
                  <a:cubicBezTo>
                    <a:pt x="40" y="78"/>
                    <a:pt x="40" y="78"/>
                    <a:pt x="40" y="78"/>
                  </a:cubicBezTo>
                  <a:cubicBezTo>
                    <a:pt x="39" y="77"/>
                    <a:pt x="39" y="77"/>
                    <a:pt x="39" y="77"/>
                  </a:cubicBezTo>
                  <a:cubicBezTo>
                    <a:pt x="38" y="75"/>
                    <a:pt x="38" y="75"/>
                    <a:pt x="38" y="75"/>
                  </a:cubicBezTo>
                  <a:cubicBezTo>
                    <a:pt x="38" y="75"/>
                    <a:pt x="38" y="75"/>
                    <a:pt x="38" y="75"/>
                  </a:cubicBezTo>
                  <a:cubicBezTo>
                    <a:pt x="38" y="74"/>
                    <a:pt x="38" y="73"/>
                    <a:pt x="39" y="72"/>
                  </a:cubicBezTo>
                  <a:cubicBezTo>
                    <a:pt x="40" y="70"/>
                    <a:pt x="41" y="67"/>
                    <a:pt x="41" y="66"/>
                  </a:cubicBezTo>
                  <a:cubicBezTo>
                    <a:pt x="41" y="66"/>
                    <a:pt x="41" y="66"/>
                    <a:pt x="41" y="66"/>
                  </a:cubicBezTo>
                  <a:cubicBezTo>
                    <a:pt x="41" y="65"/>
                    <a:pt x="40" y="62"/>
                    <a:pt x="40" y="62"/>
                  </a:cubicBezTo>
                  <a:cubicBezTo>
                    <a:pt x="40" y="62"/>
                    <a:pt x="40" y="62"/>
                    <a:pt x="40" y="62"/>
                  </a:cubicBezTo>
                  <a:cubicBezTo>
                    <a:pt x="40" y="62"/>
                    <a:pt x="42" y="64"/>
                    <a:pt x="42" y="66"/>
                  </a:cubicBezTo>
                  <a:cubicBezTo>
                    <a:pt x="42" y="66"/>
                    <a:pt x="42" y="66"/>
                    <a:pt x="42" y="66"/>
                  </a:cubicBezTo>
                  <a:cubicBezTo>
                    <a:pt x="41" y="67"/>
                    <a:pt x="40" y="71"/>
                    <a:pt x="40" y="72"/>
                  </a:cubicBezTo>
                  <a:cubicBezTo>
                    <a:pt x="39" y="73"/>
                    <a:pt x="38" y="75"/>
                    <a:pt x="38" y="75"/>
                  </a:cubicBezTo>
                  <a:cubicBezTo>
                    <a:pt x="38" y="75"/>
                    <a:pt x="38" y="75"/>
                    <a:pt x="38" y="75"/>
                  </a:cubicBezTo>
                  <a:cubicBezTo>
                    <a:pt x="39" y="77"/>
                    <a:pt x="39" y="77"/>
                    <a:pt x="39" y="77"/>
                  </a:cubicBezTo>
                  <a:cubicBezTo>
                    <a:pt x="40" y="77"/>
                    <a:pt x="40" y="77"/>
                    <a:pt x="40" y="77"/>
                  </a:cubicBezTo>
                  <a:cubicBezTo>
                    <a:pt x="40" y="77"/>
                    <a:pt x="40" y="77"/>
                    <a:pt x="40" y="77"/>
                  </a:cubicBezTo>
                  <a:cubicBezTo>
                    <a:pt x="41" y="76"/>
                    <a:pt x="41" y="76"/>
                    <a:pt x="41" y="76"/>
                  </a:cubicBezTo>
                  <a:cubicBezTo>
                    <a:pt x="40" y="76"/>
                    <a:pt x="40" y="76"/>
                    <a:pt x="40" y="76"/>
                  </a:cubicBezTo>
                  <a:cubicBezTo>
                    <a:pt x="40" y="75"/>
                    <a:pt x="40" y="75"/>
                    <a:pt x="40" y="75"/>
                  </a:cubicBezTo>
                  <a:cubicBezTo>
                    <a:pt x="39" y="74"/>
                    <a:pt x="39" y="74"/>
                    <a:pt x="39" y="74"/>
                  </a:cubicBezTo>
                  <a:cubicBezTo>
                    <a:pt x="41" y="74"/>
                    <a:pt x="41" y="74"/>
                    <a:pt x="41" y="74"/>
                  </a:cubicBezTo>
                  <a:cubicBezTo>
                    <a:pt x="41" y="73"/>
                    <a:pt x="41" y="73"/>
                    <a:pt x="41" y="73"/>
                  </a:cubicBezTo>
                  <a:cubicBezTo>
                    <a:pt x="41" y="72"/>
                    <a:pt x="41" y="72"/>
                    <a:pt x="41" y="72"/>
                  </a:cubicBezTo>
                  <a:cubicBezTo>
                    <a:pt x="42" y="72"/>
                    <a:pt x="42" y="72"/>
                    <a:pt x="42" y="72"/>
                  </a:cubicBezTo>
                  <a:cubicBezTo>
                    <a:pt x="42" y="71"/>
                    <a:pt x="42" y="71"/>
                    <a:pt x="42" y="71"/>
                  </a:cubicBezTo>
                  <a:cubicBezTo>
                    <a:pt x="42" y="71"/>
                    <a:pt x="42" y="71"/>
                    <a:pt x="42" y="71"/>
                  </a:cubicBezTo>
                  <a:cubicBezTo>
                    <a:pt x="43" y="71"/>
                    <a:pt x="43" y="71"/>
                    <a:pt x="43" y="71"/>
                  </a:cubicBezTo>
                  <a:cubicBezTo>
                    <a:pt x="42" y="70"/>
                    <a:pt x="42" y="70"/>
                    <a:pt x="42" y="70"/>
                  </a:cubicBezTo>
                  <a:cubicBezTo>
                    <a:pt x="42" y="69"/>
                    <a:pt x="42" y="69"/>
                    <a:pt x="42" y="69"/>
                  </a:cubicBezTo>
                  <a:cubicBezTo>
                    <a:pt x="43" y="70"/>
                    <a:pt x="43" y="70"/>
                    <a:pt x="43" y="70"/>
                  </a:cubicBezTo>
                  <a:cubicBezTo>
                    <a:pt x="43" y="68"/>
                    <a:pt x="43" y="68"/>
                    <a:pt x="43" y="68"/>
                  </a:cubicBezTo>
                  <a:cubicBezTo>
                    <a:pt x="43" y="68"/>
                    <a:pt x="43" y="68"/>
                    <a:pt x="43" y="68"/>
                  </a:cubicBezTo>
                  <a:cubicBezTo>
                    <a:pt x="44" y="68"/>
                    <a:pt x="44" y="68"/>
                    <a:pt x="44" y="68"/>
                  </a:cubicBezTo>
                  <a:cubicBezTo>
                    <a:pt x="43" y="66"/>
                    <a:pt x="43" y="66"/>
                    <a:pt x="43" y="66"/>
                  </a:cubicBezTo>
                  <a:cubicBezTo>
                    <a:pt x="43" y="66"/>
                    <a:pt x="43" y="66"/>
                    <a:pt x="43" y="66"/>
                  </a:cubicBezTo>
                  <a:cubicBezTo>
                    <a:pt x="43" y="65"/>
                    <a:pt x="43" y="65"/>
                    <a:pt x="43" y="65"/>
                  </a:cubicBezTo>
                  <a:cubicBezTo>
                    <a:pt x="43" y="65"/>
                    <a:pt x="47" y="62"/>
                    <a:pt x="47" y="59"/>
                  </a:cubicBezTo>
                  <a:cubicBezTo>
                    <a:pt x="47" y="55"/>
                    <a:pt x="39" y="48"/>
                    <a:pt x="39" y="41"/>
                  </a:cubicBezTo>
                  <a:cubicBezTo>
                    <a:pt x="39" y="41"/>
                    <a:pt x="39" y="41"/>
                    <a:pt x="39" y="41"/>
                  </a:cubicBezTo>
                  <a:cubicBezTo>
                    <a:pt x="39" y="40"/>
                    <a:pt x="39" y="39"/>
                    <a:pt x="40" y="38"/>
                  </a:cubicBezTo>
                  <a:cubicBezTo>
                    <a:pt x="38" y="38"/>
                    <a:pt x="38" y="38"/>
                    <a:pt x="38" y="38"/>
                  </a:cubicBezTo>
                  <a:cubicBezTo>
                    <a:pt x="38" y="40"/>
                    <a:pt x="38" y="42"/>
                    <a:pt x="38" y="42"/>
                  </a:cubicBezTo>
                  <a:cubicBezTo>
                    <a:pt x="38" y="43"/>
                    <a:pt x="38" y="43"/>
                    <a:pt x="38" y="43"/>
                  </a:cubicBezTo>
                  <a:cubicBezTo>
                    <a:pt x="38" y="43"/>
                    <a:pt x="38" y="43"/>
                    <a:pt x="38" y="43"/>
                  </a:cubicBezTo>
                  <a:cubicBezTo>
                    <a:pt x="38" y="43"/>
                    <a:pt x="38" y="43"/>
                    <a:pt x="38" y="43"/>
                  </a:cubicBezTo>
                  <a:cubicBezTo>
                    <a:pt x="38" y="43"/>
                    <a:pt x="38" y="43"/>
                    <a:pt x="38" y="43"/>
                  </a:cubicBezTo>
                  <a:cubicBezTo>
                    <a:pt x="38" y="43"/>
                    <a:pt x="38" y="43"/>
                    <a:pt x="38" y="43"/>
                  </a:cubicBezTo>
                  <a:cubicBezTo>
                    <a:pt x="37" y="43"/>
                    <a:pt x="37" y="43"/>
                    <a:pt x="37" y="43"/>
                  </a:cubicBezTo>
                  <a:cubicBezTo>
                    <a:pt x="38" y="44"/>
                    <a:pt x="38" y="44"/>
                    <a:pt x="38" y="44"/>
                  </a:cubicBezTo>
                  <a:cubicBezTo>
                    <a:pt x="39" y="51"/>
                    <a:pt x="45" y="53"/>
                    <a:pt x="45" y="58"/>
                  </a:cubicBezTo>
                  <a:cubicBezTo>
                    <a:pt x="45" y="59"/>
                    <a:pt x="45" y="59"/>
                    <a:pt x="45" y="59"/>
                  </a:cubicBezTo>
                  <a:cubicBezTo>
                    <a:pt x="45" y="59"/>
                    <a:pt x="44" y="62"/>
                    <a:pt x="42" y="62"/>
                  </a:cubicBezTo>
                  <a:cubicBezTo>
                    <a:pt x="42" y="62"/>
                    <a:pt x="42" y="62"/>
                    <a:pt x="42" y="62"/>
                  </a:cubicBezTo>
                  <a:cubicBezTo>
                    <a:pt x="42" y="62"/>
                    <a:pt x="42" y="62"/>
                    <a:pt x="42" y="62"/>
                  </a:cubicBezTo>
                  <a:cubicBezTo>
                    <a:pt x="41" y="61"/>
                    <a:pt x="41" y="61"/>
                    <a:pt x="41" y="61"/>
                  </a:cubicBezTo>
                  <a:cubicBezTo>
                    <a:pt x="40" y="60"/>
                    <a:pt x="40" y="60"/>
                    <a:pt x="40" y="60"/>
                  </a:cubicBezTo>
                  <a:cubicBezTo>
                    <a:pt x="39" y="58"/>
                    <a:pt x="39" y="57"/>
                    <a:pt x="37" y="56"/>
                  </a:cubicBezTo>
                  <a:cubicBezTo>
                    <a:pt x="36" y="54"/>
                    <a:pt x="33" y="52"/>
                    <a:pt x="33" y="50"/>
                  </a:cubicBezTo>
                  <a:cubicBezTo>
                    <a:pt x="32" y="49"/>
                    <a:pt x="31" y="48"/>
                    <a:pt x="31" y="47"/>
                  </a:cubicBezTo>
                  <a:cubicBezTo>
                    <a:pt x="31" y="46"/>
                    <a:pt x="31" y="46"/>
                    <a:pt x="31" y="46"/>
                  </a:cubicBezTo>
                  <a:cubicBezTo>
                    <a:pt x="30" y="46"/>
                    <a:pt x="30" y="45"/>
                    <a:pt x="29" y="45"/>
                  </a:cubicBezTo>
                  <a:cubicBezTo>
                    <a:pt x="30" y="47"/>
                    <a:pt x="30" y="49"/>
                    <a:pt x="30" y="49"/>
                  </a:cubicBezTo>
                  <a:cubicBezTo>
                    <a:pt x="30" y="49"/>
                    <a:pt x="30" y="49"/>
                    <a:pt x="30" y="49"/>
                  </a:cubicBezTo>
                  <a:cubicBezTo>
                    <a:pt x="29" y="49"/>
                    <a:pt x="29" y="49"/>
                    <a:pt x="29" y="49"/>
                  </a:cubicBezTo>
                  <a:cubicBezTo>
                    <a:pt x="27" y="49"/>
                    <a:pt x="25" y="46"/>
                    <a:pt x="24" y="46"/>
                  </a:cubicBezTo>
                  <a:cubicBezTo>
                    <a:pt x="24" y="46"/>
                    <a:pt x="24" y="46"/>
                    <a:pt x="24" y="46"/>
                  </a:cubicBezTo>
                  <a:cubicBezTo>
                    <a:pt x="21" y="49"/>
                    <a:pt x="21" y="49"/>
                    <a:pt x="21" y="49"/>
                  </a:cubicBezTo>
                  <a:cubicBezTo>
                    <a:pt x="21" y="51"/>
                    <a:pt x="21" y="51"/>
                    <a:pt x="21" y="51"/>
                  </a:cubicBezTo>
                  <a:cubicBezTo>
                    <a:pt x="21" y="51"/>
                    <a:pt x="21" y="51"/>
                    <a:pt x="21" y="51"/>
                  </a:cubicBezTo>
                  <a:cubicBezTo>
                    <a:pt x="20" y="51"/>
                    <a:pt x="20" y="51"/>
                    <a:pt x="20" y="51"/>
                  </a:cubicBezTo>
                  <a:lnTo>
                    <a:pt x="21" y="52"/>
                  </a:lnTo>
                  <a:close/>
                  <a:moveTo>
                    <a:pt x="9" y="62"/>
                  </a:moveTo>
                  <a:cubicBezTo>
                    <a:pt x="10" y="62"/>
                    <a:pt x="10" y="62"/>
                    <a:pt x="10" y="62"/>
                  </a:cubicBezTo>
                  <a:cubicBezTo>
                    <a:pt x="11" y="62"/>
                    <a:pt x="11" y="62"/>
                    <a:pt x="11" y="62"/>
                  </a:cubicBezTo>
                  <a:cubicBezTo>
                    <a:pt x="11" y="62"/>
                    <a:pt x="11" y="62"/>
                    <a:pt x="11" y="62"/>
                  </a:cubicBezTo>
                  <a:cubicBezTo>
                    <a:pt x="11" y="62"/>
                    <a:pt x="11" y="62"/>
                    <a:pt x="11" y="62"/>
                  </a:cubicBezTo>
                  <a:cubicBezTo>
                    <a:pt x="10" y="61"/>
                    <a:pt x="10" y="61"/>
                    <a:pt x="10" y="61"/>
                  </a:cubicBezTo>
                  <a:cubicBezTo>
                    <a:pt x="10" y="62"/>
                    <a:pt x="10" y="62"/>
                    <a:pt x="10" y="62"/>
                  </a:cubicBezTo>
                  <a:lnTo>
                    <a:pt x="9" y="62"/>
                  </a:lnTo>
                  <a:close/>
                  <a:moveTo>
                    <a:pt x="5" y="45"/>
                  </a:moveTo>
                  <a:cubicBezTo>
                    <a:pt x="4" y="46"/>
                    <a:pt x="4" y="46"/>
                    <a:pt x="4" y="46"/>
                  </a:cubicBezTo>
                  <a:cubicBezTo>
                    <a:pt x="5" y="46"/>
                    <a:pt x="5" y="46"/>
                    <a:pt x="5" y="46"/>
                  </a:cubicBezTo>
                  <a:cubicBezTo>
                    <a:pt x="5" y="46"/>
                    <a:pt x="5" y="46"/>
                    <a:pt x="5" y="46"/>
                  </a:cubicBezTo>
                  <a:cubicBezTo>
                    <a:pt x="5" y="46"/>
                    <a:pt x="5" y="46"/>
                    <a:pt x="5" y="46"/>
                  </a:cubicBezTo>
                  <a:cubicBezTo>
                    <a:pt x="5" y="45"/>
                    <a:pt x="5" y="45"/>
                    <a:pt x="5" y="45"/>
                  </a:cubicBezTo>
                  <a:close/>
                  <a:moveTo>
                    <a:pt x="8" y="48"/>
                  </a:moveTo>
                  <a:cubicBezTo>
                    <a:pt x="8" y="47"/>
                    <a:pt x="8" y="47"/>
                    <a:pt x="8" y="47"/>
                  </a:cubicBezTo>
                  <a:cubicBezTo>
                    <a:pt x="8" y="47"/>
                    <a:pt x="8" y="47"/>
                    <a:pt x="8" y="47"/>
                  </a:cubicBezTo>
                  <a:cubicBezTo>
                    <a:pt x="8" y="47"/>
                    <a:pt x="8" y="47"/>
                    <a:pt x="8" y="47"/>
                  </a:cubicBezTo>
                  <a:cubicBezTo>
                    <a:pt x="8" y="46"/>
                    <a:pt x="8" y="46"/>
                    <a:pt x="8" y="46"/>
                  </a:cubicBezTo>
                  <a:cubicBezTo>
                    <a:pt x="7" y="46"/>
                    <a:pt x="7" y="46"/>
                    <a:pt x="7" y="46"/>
                  </a:cubicBezTo>
                  <a:cubicBezTo>
                    <a:pt x="8" y="48"/>
                    <a:pt x="8" y="48"/>
                    <a:pt x="8" y="48"/>
                  </a:cubicBezTo>
                  <a:cubicBezTo>
                    <a:pt x="8" y="50"/>
                    <a:pt x="8" y="50"/>
                    <a:pt x="8" y="50"/>
                  </a:cubicBezTo>
                  <a:cubicBezTo>
                    <a:pt x="8" y="50"/>
                    <a:pt x="8" y="50"/>
                    <a:pt x="8" y="50"/>
                  </a:cubicBezTo>
                  <a:cubicBezTo>
                    <a:pt x="8" y="51"/>
                    <a:pt x="8" y="51"/>
                    <a:pt x="8" y="51"/>
                  </a:cubicBezTo>
                  <a:cubicBezTo>
                    <a:pt x="8" y="51"/>
                    <a:pt x="8" y="51"/>
                    <a:pt x="8" y="51"/>
                  </a:cubicBezTo>
                  <a:cubicBezTo>
                    <a:pt x="8" y="50"/>
                    <a:pt x="8" y="50"/>
                    <a:pt x="8" y="50"/>
                  </a:cubicBezTo>
                  <a:cubicBezTo>
                    <a:pt x="8" y="48"/>
                    <a:pt x="8" y="48"/>
                    <a:pt x="8" y="48"/>
                  </a:cubicBezTo>
                  <a:cubicBezTo>
                    <a:pt x="8" y="48"/>
                    <a:pt x="8" y="48"/>
                    <a:pt x="8" y="48"/>
                  </a:cubicBezTo>
                  <a:close/>
                  <a:moveTo>
                    <a:pt x="9" y="49"/>
                  </a:moveTo>
                  <a:cubicBezTo>
                    <a:pt x="9" y="49"/>
                    <a:pt x="9" y="49"/>
                    <a:pt x="9" y="49"/>
                  </a:cubicBezTo>
                  <a:cubicBezTo>
                    <a:pt x="9" y="49"/>
                    <a:pt x="9" y="49"/>
                    <a:pt x="9" y="49"/>
                  </a:cubicBezTo>
                  <a:cubicBezTo>
                    <a:pt x="9" y="48"/>
                    <a:pt x="9" y="48"/>
                    <a:pt x="9" y="48"/>
                  </a:cubicBezTo>
                  <a:cubicBezTo>
                    <a:pt x="9" y="48"/>
                    <a:pt x="9" y="48"/>
                    <a:pt x="9" y="48"/>
                  </a:cubicBezTo>
                  <a:cubicBezTo>
                    <a:pt x="9" y="48"/>
                    <a:pt x="9" y="48"/>
                    <a:pt x="9" y="48"/>
                  </a:cubicBezTo>
                  <a:cubicBezTo>
                    <a:pt x="8" y="50"/>
                    <a:pt x="8" y="50"/>
                    <a:pt x="8" y="50"/>
                  </a:cubicBezTo>
                  <a:cubicBezTo>
                    <a:pt x="8" y="50"/>
                    <a:pt x="8" y="50"/>
                    <a:pt x="8" y="50"/>
                  </a:cubicBezTo>
                  <a:cubicBezTo>
                    <a:pt x="9" y="50"/>
                    <a:pt x="9" y="50"/>
                    <a:pt x="9" y="50"/>
                  </a:cubicBezTo>
                  <a:lnTo>
                    <a:pt x="9" y="49"/>
                  </a:lnTo>
                  <a:close/>
                  <a:moveTo>
                    <a:pt x="13" y="51"/>
                  </a:moveTo>
                  <a:cubicBezTo>
                    <a:pt x="13" y="51"/>
                    <a:pt x="13" y="51"/>
                    <a:pt x="13" y="51"/>
                  </a:cubicBezTo>
                  <a:cubicBezTo>
                    <a:pt x="12" y="52"/>
                    <a:pt x="11" y="52"/>
                    <a:pt x="11" y="52"/>
                  </a:cubicBezTo>
                  <a:cubicBezTo>
                    <a:pt x="9" y="53"/>
                    <a:pt x="9" y="53"/>
                    <a:pt x="9" y="53"/>
                  </a:cubicBezTo>
                  <a:cubicBezTo>
                    <a:pt x="9" y="53"/>
                    <a:pt x="9" y="53"/>
                    <a:pt x="9" y="53"/>
                  </a:cubicBezTo>
                  <a:cubicBezTo>
                    <a:pt x="9" y="53"/>
                    <a:pt x="9" y="53"/>
                    <a:pt x="9" y="53"/>
                  </a:cubicBezTo>
                  <a:cubicBezTo>
                    <a:pt x="9" y="53"/>
                    <a:pt x="9" y="53"/>
                    <a:pt x="9" y="53"/>
                  </a:cubicBezTo>
                  <a:cubicBezTo>
                    <a:pt x="8" y="52"/>
                    <a:pt x="8" y="52"/>
                    <a:pt x="8" y="52"/>
                  </a:cubicBezTo>
                  <a:cubicBezTo>
                    <a:pt x="8" y="52"/>
                    <a:pt x="8" y="52"/>
                    <a:pt x="8" y="52"/>
                  </a:cubicBezTo>
                  <a:cubicBezTo>
                    <a:pt x="8" y="51"/>
                    <a:pt x="8" y="51"/>
                    <a:pt x="8" y="51"/>
                  </a:cubicBezTo>
                  <a:cubicBezTo>
                    <a:pt x="7" y="50"/>
                    <a:pt x="7" y="50"/>
                    <a:pt x="7" y="50"/>
                  </a:cubicBezTo>
                  <a:cubicBezTo>
                    <a:pt x="7" y="50"/>
                    <a:pt x="7" y="50"/>
                    <a:pt x="7" y="50"/>
                  </a:cubicBezTo>
                  <a:cubicBezTo>
                    <a:pt x="7" y="48"/>
                    <a:pt x="7" y="48"/>
                    <a:pt x="7" y="48"/>
                  </a:cubicBezTo>
                  <a:cubicBezTo>
                    <a:pt x="7" y="46"/>
                    <a:pt x="7" y="46"/>
                    <a:pt x="7" y="46"/>
                  </a:cubicBezTo>
                  <a:cubicBezTo>
                    <a:pt x="6" y="45"/>
                    <a:pt x="6" y="45"/>
                    <a:pt x="6" y="45"/>
                  </a:cubicBezTo>
                  <a:cubicBezTo>
                    <a:pt x="6" y="45"/>
                    <a:pt x="6" y="45"/>
                    <a:pt x="6" y="45"/>
                  </a:cubicBezTo>
                  <a:cubicBezTo>
                    <a:pt x="5" y="46"/>
                    <a:pt x="5" y="46"/>
                    <a:pt x="5" y="46"/>
                  </a:cubicBezTo>
                  <a:cubicBezTo>
                    <a:pt x="6" y="49"/>
                    <a:pt x="6" y="49"/>
                    <a:pt x="6" y="49"/>
                  </a:cubicBezTo>
                  <a:cubicBezTo>
                    <a:pt x="7" y="52"/>
                    <a:pt x="7" y="52"/>
                    <a:pt x="7" y="52"/>
                  </a:cubicBezTo>
                  <a:cubicBezTo>
                    <a:pt x="8" y="55"/>
                    <a:pt x="8" y="55"/>
                    <a:pt x="8" y="55"/>
                  </a:cubicBezTo>
                  <a:cubicBezTo>
                    <a:pt x="8" y="56"/>
                    <a:pt x="9" y="57"/>
                    <a:pt x="9" y="58"/>
                  </a:cubicBezTo>
                  <a:cubicBezTo>
                    <a:pt x="9" y="60"/>
                    <a:pt x="9" y="60"/>
                    <a:pt x="9" y="60"/>
                  </a:cubicBezTo>
                  <a:cubicBezTo>
                    <a:pt x="11" y="61"/>
                    <a:pt x="11" y="61"/>
                    <a:pt x="11" y="61"/>
                  </a:cubicBezTo>
                  <a:cubicBezTo>
                    <a:pt x="11" y="60"/>
                    <a:pt x="11" y="60"/>
                    <a:pt x="11" y="60"/>
                  </a:cubicBezTo>
                  <a:cubicBezTo>
                    <a:pt x="11" y="60"/>
                    <a:pt x="11" y="60"/>
                    <a:pt x="11" y="60"/>
                  </a:cubicBezTo>
                  <a:cubicBezTo>
                    <a:pt x="11" y="59"/>
                    <a:pt x="11" y="59"/>
                    <a:pt x="11" y="59"/>
                  </a:cubicBezTo>
                  <a:cubicBezTo>
                    <a:pt x="9" y="57"/>
                    <a:pt x="9" y="57"/>
                    <a:pt x="9" y="57"/>
                  </a:cubicBezTo>
                  <a:cubicBezTo>
                    <a:pt x="9" y="56"/>
                    <a:pt x="9" y="56"/>
                    <a:pt x="9" y="56"/>
                  </a:cubicBezTo>
                  <a:cubicBezTo>
                    <a:pt x="9" y="55"/>
                    <a:pt x="9" y="55"/>
                    <a:pt x="9" y="55"/>
                  </a:cubicBezTo>
                  <a:cubicBezTo>
                    <a:pt x="9" y="55"/>
                    <a:pt x="10" y="55"/>
                    <a:pt x="11" y="54"/>
                  </a:cubicBezTo>
                  <a:cubicBezTo>
                    <a:pt x="12" y="54"/>
                    <a:pt x="12" y="53"/>
                    <a:pt x="13" y="53"/>
                  </a:cubicBezTo>
                  <a:cubicBezTo>
                    <a:pt x="15" y="53"/>
                    <a:pt x="15" y="53"/>
                    <a:pt x="15" y="53"/>
                  </a:cubicBezTo>
                  <a:cubicBezTo>
                    <a:pt x="15" y="52"/>
                    <a:pt x="15" y="52"/>
                    <a:pt x="15" y="52"/>
                  </a:cubicBezTo>
                  <a:cubicBezTo>
                    <a:pt x="15" y="52"/>
                    <a:pt x="15" y="52"/>
                    <a:pt x="15" y="52"/>
                  </a:cubicBezTo>
                  <a:cubicBezTo>
                    <a:pt x="14" y="52"/>
                    <a:pt x="14" y="52"/>
                    <a:pt x="14" y="52"/>
                  </a:cubicBezTo>
                  <a:lnTo>
                    <a:pt x="13" y="51"/>
                  </a:lnTo>
                  <a:close/>
                  <a:moveTo>
                    <a:pt x="13" y="47"/>
                  </a:moveTo>
                  <a:cubicBezTo>
                    <a:pt x="14" y="49"/>
                    <a:pt x="14" y="49"/>
                    <a:pt x="14" y="49"/>
                  </a:cubicBezTo>
                  <a:cubicBezTo>
                    <a:pt x="15" y="49"/>
                    <a:pt x="15" y="49"/>
                    <a:pt x="15" y="49"/>
                  </a:cubicBezTo>
                  <a:cubicBezTo>
                    <a:pt x="14" y="49"/>
                    <a:pt x="14" y="49"/>
                    <a:pt x="14" y="49"/>
                  </a:cubicBezTo>
                  <a:cubicBezTo>
                    <a:pt x="14" y="51"/>
                    <a:pt x="14" y="51"/>
                    <a:pt x="14" y="51"/>
                  </a:cubicBezTo>
                  <a:cubicBezTo>
                    <a:pt x="14" y="52"/>
                    <a:pt x="14" y="52"/>
                    <a:pt x="14" y="52"/>
                  </a:cubicBezTo>
                  <a:cubicBezTo>
                    <a:pt x="15" y="52"/>
                    <a:pt x="15" y="52"/>
                    <a:pt x="15" y="52"/>
                  </a:cubicBezTo>
                  <a:cubicBezTo>
                    <a:pt x="15" y="52"/>
                    <a:pt x="15" y="52"/>
                    <a:pt x="15" y="52"/>
                  </a:cubicBezTo>
                  <a:cubicBezTo>
                    <a:pt x="15" y="52"/>
                    <a:pt x="15" y="52"/>
                    <a:pt x="15" y="52"/>
                  </a:cubicBezTo>
                  <a:cubicBezTo>
                    <a:pt x="15" y="52"/>
                    <a:pt x="15" y="52"/>
                    <a:pt x="15" y="52"/>
                  </a:cubicBezTo>
                  <a:cubicBezTo>
                    <a:pt x="15" y="53"/>
                    <a:pt x="15" y="54"/>
                    <a:pt x="16" y="55"/>
                  </a:cubicBezTo>
                  <a:cubicBezTo>
                    <a:pt x="16" y="54"/>
                    <a:pt x="18" y="51"/>
                    <a:pt x="20" y="50"/>
                  </a:cubicBezTo>
                  <a:cubicBezTo>
                    <a:pt x="20" y="50"/>
                    <a:pt x="20" y="50"/>
                    <a:pt x="20" y="50"/>
                  </a:cubicBezTo>
                  <a:cubicBezTo>
                    <a:pt x="20" y="50"/>
                    <a:pt x="20" y="50"/>
                    <a:pt x="20" y="50"/>
                  </a:cubicBezTo>
                  <a:cubicBezTo>
                    <a:pt x="20" y="48"/>
                    <a:pt x="20" y="48"/>
                    <a:pt x="20" y="48"/>
                  </a:cubicBezTo>
                  <a:cubicBezTo>
                    <a:pt x="21" y="47"/>
                    <a:pt x="21" y="47"/>
                    <a:pt x="21" y="47"/>
                  </a:cubicBezTo>
                  <a:cubicBezTo>
                    <a:pt x="21" y="45"/>
                    <a:pt x="21" y="45"/>
                    <a:pt x="21" y="45"/>
                  </a:cubicBezTo>
                  <a:cubicBezTo>
                    <a:pt x="22" y="45"/>
                    <a:pt x="22" y="45"/>
                    <a:pt x="22" y="45"/>
                  </a:cubicBezTo>
                  <a:cubicBezTo>
                    <a:pt x="21" y="47"/>
                    <a:pt x="21" y="47"/>
                    <a:pt x="21" y="47"/>
                  </a:cubicBezTo>
                  <a:cubicBezTo>
                    <a:pt x="21" y="48"/>
                    <a:pt x="21" y="48"/>
                    <a:pt x="21" y="48"/>
                  </a:cubicBezTo>
                  <a:cubicBezTo>
                    <a:pt x="23" y="46"/>
                    <a:pt x="23" y="46"/>
                    <a:pt x="23" y="46"/>
                  </a:cubicBezTo>
                  <a:cubicBezTo>
                    <a:pt x="24" y="45"/>
                    <a:pt x="24" y="45"/>
                    <a:pt x="24" y="45"/>
                  </a:cubicBezTo>
                  <a:cubicBezTo>
                    <a:pt x="24" y="45"/>
                    <a:pt x="24" y="45"/>
                    <a:pt x="24" y="45"/>
                  </a:cubicBezTo>
                  <a:cubicBezTo>
                    <a:pt x="24" y="45"/>
                    <a:pt x="24" y="45"/>
                    <a:pt x="24" y="45"/>
                  </a:cubicBezTo>
                  <a:cubicBezTo>
                    <a:pt x="24" y="45"/>
                    <a:pt x="26" y="47"/>
                    <a:pt x="29" y="48"/>
                  </a:cubicBezTo>
                  <a:cubicBezTo>
                    <a:pt x="26" y="44"/>
                    <a:pt x="26" y="44"/>
                    <a:pt x="26" y="44"/>
                  </a:cubicBezTo>
                  <a:cubicBezTo>
                    <a:pt x="23" y="43"/>
                    <a:pt x="22" y="41"/>
                    <a:pt x="22" y="41"/>
                  </a:cubicBezTo>
                  <a:cubicBezTo>
                    <a:pt x="22" y="41"/>
                    <a:pt x="22" y="41"/>
                    <a:pt x="22" y="41"/>
                  </a:cubicBezTo>
                  <a:cubicBezTo>
                    <a:pt x="21" y="41"/>
                    <a:pt x="21" y="41"/>
                    <a:pt x="21" y="41"/>
                  </a:cubicBezTo>
                  <a:cubicBezTo>
                    <a:pt x="21" y="41"/>
                    <a:pt x="21" y="41"/>
                    <a:pt x="21" y="41"/>
                  </a:cubicBezTo>
                  <a:cubicBezTo>
                    <a:pt x="23" y="41"/>
                    <a:pt x="23" y="41"/>
                    <a:pt x="23" y="41"/>
                  </a:cubicBezTo>
                  <a:cubicBezTo>
                    <a:pt x="23" y="41"/>
                    <a:pt x="23" y="41"/>
                    <a:pt x="23" y="41"/>
                  </a:cubicBezTo>
                  <a:cubicBezTo>
                    <a:pt x="23" y="40"/>
                    <a:pt x="23" y="40"/>
                    <a:pt x="23" y="40"/>
                  </a:cubicBezTo>
                  <a:cubicBezTo>
                    <a:pt x="24" y="40"/>
                    <a:pt x="24" y="40"/>
                    <a:pt x="24" y="40"/>
                  </a:cubicBezTo>
                  <a:cubicBezTo>
                    <a:pt x="24" y="40"/>
                    <a:pt x="24" y="40"/>
                    <a:pt x="24" y="40"/>
                  </a:cubicBezTo>
                  <a:cubicBezTo>
                    <a:pt x="24" y="40"/>
                    <a:pt x="24" y="40"/>
                    <a:pt x="24" y="40"/>
                  </a:cubicBezTo>
                  <a:cubicBezTo>
                    <a:pt x="25" y="40"/>
                    <a:pt x="25" y="40"/>
                    <a:pt x="25" y="40"/>
                  </a:cubicBezTo>
                  <a:cubicBezTo>
                    <a:pt x="26" y="41"/>
                    <a:pt x="26" y="41"/>
                    <a:pt x="26" y="41"/>
                  </a:cubicBezTo>
                  <a:cubicBezTo>
                    <a:pt x="27" y="41"/>
                    <a:pt x="28" y="41"/>
                    <a:pt x="28" y="41"/>
                  </a:cubicBezTo>
                  <a:cubicBezTo>
                    <a:pt x="28" y="41"/>
                    <a:pt x="28" y="41"/>
                    <a:pt x="28" y="41"/>
                  </a:cubicBezTo>
                  <a:cubicBezTo>
                    <a:pt x="29" y="41"/>
                    <a:pt x="29" y="41"/>
                    <a:pt x="29" y="41"/>
                  </a:cubicBezTo>
                  <a:cubicBezTo>
                    <a:pt x="29" y="41"/>
                    <a:pt x="29" y="41"/>
                    <a:pt x="29" y="41"/>
                  </a:cubicBezTo>
                  <a:cubicBezTo>
                    <a:pt x="30" y="40"/>
                    <a:pt x="30" y="40"/>
                    <a:pt x="30" y="40"/>
                  </a:cubicBezTo>
                  <a:cubicBezTo>
                    <a:pt x="30" y="38"/>
                    <a:pt x="30" y="38"/>
                    <a:pt x="30" y="38"/>
                  </a:cubicBezTo>
                  <a:cubicBezTo>
                    <a:pt x="31" y="38"/>
                    <a:pt x="31" y="38"/>
                    <a:pt x="31" y="38"/>
                  </a:cubicBezTo>
                  <a:cubicBezTo>
                    <a:pt x="31" y="38"/>
                    <a:pt x="31" y="38"/>
                    <a:pt x="31" y="38"/>
                  </a:cubicBezTo>
                  <a:cubicBezTo>
                    <a:pt x="31" y="38"/>
                    <a:pt x="31" y="38"/>
                    <a:pt x="31" y="38"/>
                  </a:cubicBezTo>
                  <a:cubicBezTo>
                    <a:pt x="33" y="38"/>
                    <a:pt x="33" y="38"/>
                    <a:pt x="33" y="38"/>
                  </a:cubicBezTo>
                  <a:cubicBezTo>
                    <a:pt x="34" y="38"/>
                    <a:pt x="34" y="38"/>
                    <a:pt x="34" y="38"/>
                  </a:cubicBezTo>
                  <a:cubicBezTo>
                    <a:pt x="34" y="38"/>
                    <a:pt x="34" y="38"/>
                    <a:pt x="34" y="38"/>
                  </a:cubicBezTo>
                  <a:cubicBezTo>
                    <a:pt x="34" y="35"/>
                    <a:pt x="34" y="35"/>
                    <a:pt x="34" y="35"/>
                  </a:cubicBezTo>
                  <a:cubicBezTo>
                    <a:pt x="34" y="35"/>
                    <a:pt x="34" y="35"/>
                    <a:pt x="34" y="35"/>
                  </a:cubicBezTo>
                  <a:cubicBezTo>
                    <a:pt x="34" y="34"/>
                    <a:pt x="34" y="34"/>
                    <a:pt x="34" y="34"/>
                  </a:cubicBezTo>
                  <a:cubicBezTo>
                    <a:pt x="34" y="34"/>
                    <a:pt x="34" y="34"/>
                    <a:pt x="34" y="34"/>
                  </a:cubicBezTo>
                  <a:cubicBezTo>
                    <a:pt x="34" y="34"/>
                    <a:pt x="34" y="34"/>
                    <a:pt x="34" y="34"/>
                  </a:cubicBezTo>
                  <a:cubicBezTo>
                    <a:pt x="36" y="34"/>
                    <a:pt x="36" y="34"/>
                    <a:pt x="36" y="34"/>
                  </a:cubicBezTo>
                  <a:cubicBezTo>
                    <a:pt x="36" y="34"/>
                    <a:pt x="36" y="34"/>
                    <a:pt x="36" y="34"/>
                  </a:cubicBezTo>
                  <a:cubicBezTo>
                    <a:pt x="36" y="34"/>
                    <a:pt x="36" y="34"/>
                    <a:pt x="36" y="34"/>
                  </a:cubicBezTo>
                  <a:cubicBezTo>
                    <a:pt x="36" y="32"/>
                    <a:pt x="36" y="32"/>
                    <a:pt x="36" y="32"/>
                  </a:cubicBezTo>
                  <a:cubicBezTo>
                    <a:pt x="36" y="32"/>
                    <a:pt x="36" y="32"/>
                    <a:pt x="36" y="32"/>
                  </a:cubicBezTo>
                  <a:cubicBezTo>
                    <a:pt x="36" y="32"/>
                    <a:pt x="36" y="32"/>
                    <a:pt x="36" y="32"/>
                  </a:cubicBezTo>
                  <a:cubicBezTo>
                    <a:pt x="35" y="32"/>
                    <a:pt x="35" y="32"/>
                    <a:pt x="35" y="32"/>
                  </a:cubicBezTo>
                  <a:cubicBezTo>
                    <a:pt x="36" y="31"/>
                    <a:pt x="36" y="31"/>
                    <a:pt x="36" y="31"/>
                  </a:cubicBezTo>
                  <a:cubicBezTo>
                    <a:pt x="36" y="31"/>
                    <a:pt x="36" y="31"/>
                    <a:pt x="36" y="31"/>
                  </a:cubicBezTo>
                  <a:cubicBezTo>
                    <a:pt x="36" y="31"/>
                    <a:pt x="36" y="31"/>
                    <a:pt x="36" y="31"/>
                  </a:cubicBezTo>
                  <a:cubicBezTo>
                    <a:pt x="38" y="30"/>
                    <a:pt x="38" y="30"/>
                    <a:pt x="38" y="30"/>
                  </a:cubicBezTo>
                  <a:cubicBezTo>
                    <a:pt x="38" y="28"/>
                    <a:pt x="38" y="28"/>
                    <a:pt x="38" y="28"/>
                  </a:cubicBezTo>
                  <a:cubicBezTo>
                    <a:pt x="38" y="28"/>
                    <a:pt x="38" y="28"/>
                    <a:pt x="38" y="28"/>
                  </a:cubicBezTo>
                  <a:cubicBezTo>
                    <a:pt x="37" y="28"/>
                    <a:pt x="37" y="28"/>
                    <a:pt x="37" y="28"/>
                  </a:cubicBezTo>
                  <a:cubicBezTo>
                    <a:pt x="36" y="28"/>
                    <a:pt x="36" y="28"/>
                    <a:pt x="36" y="28"/>
                  </a:cubicBezTo>
                  <a:cubicBezTo>
                    <a:pt x="37" y="26"/>
                    <a:pt x="37" y="26"/>
                    <a:pt x="37" y="26"/>
                  </a:cubicBezTo>
                  <a:cubicBezTo>
                    <a:pt x="37" y="26"/>
                    <a:pt x="37" y="26"/>
                    <a:pt x="37" y="26"/>
                  </a:cubicBezTo>
                  <a:cubicBezTo>
                    <a:pt x="38" y="27"/>
                    <a:pt x="38" y="27"/>
                    <a:pt x="38" y="27"/>
                  </a:cubicBezTo>
                  <a:cubicBezTo>
                    <a:pt x="39" y="25"/>
                    <a:pt x="39" y="25"/>
                    <a:pt x="39" y="25"/>
                  </a:cubicBezTo>
                  <a:cubicBezTo>
                    <a:pt x="38" y="24"/>
                    <a:pt x="38" y="24"/>
                    <a:pt x="38" y="24"/>
                  </a:cubicBezTo>
                  <a:cubicBezTo>
                    <a:pt x="37" y="24"/>
                    <a:pt x="37" y="24"/>
                    <a:pt x="37" y="24"/>
                  </a:cubicBezTo>
                  <a:cubicBezTo>
                    <a:pt x="37" y="25"/>
                    <a:pt x="37" y="25"/>
                    <a:pt x="37" y="25"/>
                  </a:cubicBezTo>
                  <a:cubicBezTo>
                    <a:pt x="37" y="23"/>
                    <a:pt x="37" y="23"/>
                    <a:pt x="37" y="23"/>
                  </a:cubicBezTo>
                  <a:cubicBezTo>
                    <a:pt x="37" y="23"/>
                    <a:pt x="37" y="23"/>
                    <a:pt x="37" y="23"/>
                  </a:cubicBezTo>
                  <a:cubicBezTo>
                    <a:pt x="37" y="23"/>
                    <a:pt x="37" y="23"/>
                    <a:pt x="37" y="23"/>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8" y="21"/>
                    <a:pt x="38" y="21"/>
                    <a:pt x="38" y="21"/>
                  </a:cubicBezTo>
                  <a:cubicBezTo>
                    <a:pt x="36" y="20"/>
                    <a:pt x="36" y="20"/>
                    <a:pt x="36" y="20"/>
                  </a:cubicBezTo>
                  <a:cubicBezTo>
                    <a:pt x="36" y="20"/>
                    <a:pt x="36" y="20"/>
                    <a:pt x="36" y="20"/>
                  </a:cubicBezTo>
                  <a:cubicBezTo>
                    <a:pt x="36" y="20"/>
                    <a:pt x="37" y="19"/>
                    <a:pt x="37" y="18"/>
                  </a:cubicBezTo>
                  <a:cubicBezTo>
                    <a:pt x="36" y="16"/>
                    <a:pt x="36" y="16"/>
                    <a:pt x="36" y="16"/>
                  </a:cubicBezTo>
                  <a:cubicBezTo>
                    <a:pt x="36" y="16"/>
                    <a:pt x="36" y="16"/>
                    <a:pt x="36" y="16"/>
                  </a:cubicBezTo>
                  <a:cubicBezTo>
                    <a:pt x="36" y="17"/>
                    <a:pt x="36" y="18"/>
                    <a:pt x="35" y="19"/>
                  </a:cubicBezTo>
                  <a:cubicBezTo>
                    <a:pt x="35" y="20"/>
                    <a:pt x="34" y="21"/>
                    <a:pt x="32" y="22"/>
                  </a:cubicBezTo>
                  <a:cubicBezTo>
                    <a:pt x="31" y="23"/>
                    <a:pt x="30" y="24"/>
                    <a:pt x="30" y="25"/>
                  </a:cubicBezTo>
                  <a:cubicBezTo>
                    <a:pt x="30" y="25"/>
                    <a:pt x="30" y="25"/>
                    <a:pt x="30" y="25"/>
                  </a:cubicBezTo>
                  <a:cubicBezTo>
                    <a:pt x="30" y="26"/>
                    <a:pt x="30" y="26"/>
                    <a:pt x="30" y="26"/>
                  </a:cubicBezTo>
                  <a:cubicBezTo>
                    <a:pt x="30" y="26"/>
                    <a:pt x="31" y="28"/>
                    <a:pt x="32" y="28"/>
                  </a:cubicBezTo>
                  <a:cubicBezTo>
                    <a:pt x="32" y="28"/>
                    <a:pt x="32" y="28"/>
                    <a:pt x="32" y="28"/>
                  </a:cubicBezTo>
                  <a:cubicBezTo>
                    <a:pt x="32" y="28"/>
                    <a:pt x="32" y="28"/>
                    <a:pt x="32" y="28"/>
                  </a:cubicBezTo>
                  <a:cubicBezTo>
                    <a:pt x="32" y="28"/>
                    <a:pt x="32" y="28"/>
                    <a:pt x="32" y="28"/>
                  </a:cubicBezTo>
                  <a:cubicBezTo>
                    <a:pt x="32" y="29"/>
                    <a:pt x="32" y="29"/>
                    <a:pt x="32" y="29"/>
                  </a:cubicBezTo>
                  <a:cubicBezTo>
                    <a:pt x="32" y="31"/>
                    <a:pt x="32" y="33"/>
                    <a:pt x="29" y="33"/>
                  </a:cubicBezTo>
                  <a:cubicBezTo>
                    <a:pt x="29" y="33"/>
                    <a:pt x="29" y="33"/>
                    <a:pt x="29" y="33"/>
                  </a:cubicBezTo>
                  <a:cubicBezTo>
                    <a:pt x="29" y="33"/>
                    <a:pt x="26" y="35"/>
                    <a:pt x="25" y="35"/>
                  </a:cubicBezTo>
                  <a:cubicBezTo>
                    <a:pt x="25" y="35"/>
                    <a:pt x="25" y="35"/>
                    <a:pt x="25" y="35"/>
                  </a:cubicBezTo>
                  <a:cubicBezTo>
                    <a:pt x="24" y="35"/>
                    <a:pt x="24" y="35"/>
                    <a:pt x="24" y="35"/>
                  </a:cubicBezTo>
                  <a:cubicBezTo>
                    <a:pt x="23" y="34"/>
                    <a:pt x="23" y="34"/>
                    <a:pt x="23" y="34"/>
                  </a:cubicBezTo>
                  <a:cubicBezTo>
                    <a:pt x="22" y="36"/>
                    <a:pt x="22" y="36"/>
                    <a:pt x="22" y="36"/>
                  </a:cubicBezTo>
                  <a:cubicBezTo>
                    <a:pt x="21" y="36"/>
                    <a:pt x="21" y="36"/>
                    <a:pt x="21" y="36"/>
                  </a:cubicBezTo>
                  <a:cubicBezTo>
                    <a:pt x="21" y="34"/>
                    <a:pt x="21" y="34"/>
                    <a:pt x="21" y="34"/>
                  </a:cubicBezTo>
                  <a:cubicBezTo>
                    <a:pt x="20" y="34"/>
                    <a:pt x="20" y="34"/>
                    <a:pt x="20" y="34"/>
                  </a:cubicBezTo>
                  <a:cubicBezTo>
                    <a:pt x="20" y="33"/>
                    <a:pt x="20" y="33"/>
                    <a:pt x="20" y="33"/>
                  </a:cubicBezTo>
                  <a:cubicBezTo>
                    <a:pt x="19" y="35"/>
                    <a:pt x="19" y="35"/>
                    <a:pt x="19" y="35"/>
                  </a:cubicBezTo>
                  <a:cubicBezTo>
                    <a:pt x="18" y="36"/>
                    <a:pt x="18" y="36"/>
                    <a:pt x="18" y="36"/>
                  </a:cubicBezTo>
                  <a:cubicBezTo>
                    <a:pt x="18" y="38"/>
                    <a:pt x="18" y="38"/>
                    <a:pt x="18" y="38"/>
                  </a:cubicBezTo>
                  <a:cubicBezTo>
                    <a:pt x="17" y="39"/>
                    <a:pt x="17" y="39"/>
                    <a:pt x="17" y="39"/>
                  </a:cubicBezTo>
                  <a:cubicBezTo>
                    <a:pt x="17" y="41"/>
                    <a:pt x="18" y="43"/>
                    <a:pt x="18" y="44"/>
                  </a:cubicBezTo>
                  <a:cubicBezTo>
                    <a:pt x="18" y="45"/>
                    <a:pt x="18" y="45"/>
                    <a:pt x="18" y="45"/>
                  </a:cubicBezTo>
                  <a:cubicBezTo>
                    <a:pt x="18" y="46"/>
                    <a:pt x="17" y="48"/>
                    <a:pt x="17" y="48"/>
                  </a:cubicBezTo>
                  <a:cubicBezTo>
                    <a:pt x="17" y="49"/>
                    <a:pt x="17" y="49"/>
                    <a:pt x="17" y="49"/>
                  </a:cubicBezTo>
                  <a:cubicBezTo>
                    <a:pt x="16" y="48"/>
                    <a:pt x="16" y="48"/>
                    <a:pt x="16" y="48"/>
                  </a:cubicBezTo>
                  <a:cubicBezTo>
                    <a:pt x="16" y="48"/>
                    <a:pt x="16" y="48"/>
                    <a:pt x="16" y="48"/>
                  </a:cubicBezTo>
                  <a:cubicBezTo>
                    <a:pt x="16" y="48"/>
                    <a:pt x="15" y="48"/>
                    <a:pt x="13" y="47"/>
                  </a:cubicBezTo>
                  <a:moveTo>
                    <a:pt x="37" y="27"/>
                  </a:moveTo>
                  <a:cubicBezTo>
                    <a:pt x="37" y="27"/>
                    <a:pt x="37" y="27"/>
                    <a:pt x="37" y="27"/>
                  </a:cubicBezTo>
                  <a:cubicBezTo>
                    <a:pt x="37" y="27"/>
                    <a:pt x="37" y="27"/>
                    <a:pt x="37" y="27"/>
                  </a:cubicBezTo>
                  <a:close/>
                  <a:moveTo>
                    <a:pt x="13" y="42"/>
                  </a:moveTo>
                  <a:cubicBezTo>
                    <a:pt x="14" y="45"/>
                    <a:pt x="16" y="47"/>
                    <a:pt x="17" y="48"/>
                  </a:cubicBezTo>
                  <a:cubicBezTo>
                    <a:pt x="17" y="47"/>
                    <a:pt x="18" y="46"/>
                    <a:pt x="18" y="45"/>
                  </a:cubicBezTo>
                  <a:cubicBezTo>
                    <a:pt x="18" y="44"/>
                    <a:pt x="18" y="44"/>
                    <a:pt x="18" y="44"/>
                  </a:cubicBezTo>
                  <a:cubicBezTo>
                    <a:pt x="18" y="43"/>
                    <a:pt x="17" y="41"/>
                    <a:pt x="17" y="39"/>
                  </a:cubicBezTo>
                  <a:cubicBezTo>
                    <a:pt x="17" y="38"/>
                    <a:pt x="17" y="38"/>
                    <a:pt x="17" y="38"/>
                  </a:cubicBezTo>
                  <a:cubicBezTo>
                    <a:pt x="17" y="37"/>
                    <a:pt x="17" y="37"/>
                    <a:pt x="17" y="37"/>
                  </a:cubicBezTo>
                  <a:cubicBezTo>
                    <a:pt x="17" y="36"/>
                    <a:pt x="17" y="36"/>
                    <a:pt x="17" y="36"/>
                  </a:cubicBezTo>
                  <a:cubicBezTo>
                    <a:pt x="17" y="35"/>
                    <a:pt x="17" y="35"/>
                    <a:pt x="17" y="35"/>
                  </a:cubicBezTo>
                  <a:cubicBezTo>
                    <a:pt x="16" y="34"/>
                    <a:pt x="16" y="34"/>
                    <a:pt x="16" y="34"/>
                  </a:cubicBezTo>
                  <a:cubicBezTo>
                    <a:pt x="14" y="36"/>
                    <a:pt x="14" y="36"/>
                    <a:pt x="14" y="36"/>
                  </a:cubicBezTo>
                  <a:cubicBezTo>
                    <a:pt x="12" y="37"/>
                    <a:pt x="12" y="37"/>
                    <a:pt x="12" y="37"/>
                  </a:cubicBezTo>
                  <a:cubicBezTo>
                    <a:pt x="12" y="39"/>
                    <a:pt x="12" y="39"/>
                    <a:pt x="12" y="39"/>
                  </a:cubicBezTo>
                  <a:cubicBezTo>
                    <a:pt x="12" y="40"/>
                    <a:pt x="12" y="41"/>
                    <a:pt x="13" y="42"/>
                  </a:cubicBezTo>
                  <a:moveTo>
                    <a:pt x="4" y="32"/>
                  </a:moveTo>
                  <a:cubicBezTo>
                    <a:pt x="5" y="32"/>
                    <a:pt x="5" y="32"/>
                    <a:pt x="5" y="32"/>
                  </a:cubicBezTo>
                  <a:cubicBezTo>
                    <a:pt x="7" y="32"/>
                    <a:pt x="7" y="32"/>
                    <a:pt x="7" y="32"/>
                  </a:cubicBezTo>
                  <a:cubicBezTo>
                    <a:pt x="8" y="33"/>
                    <a:pt x="8" y="35"/>
                    <a:pt x="8" y="36"/>
                  </a:cubicBezTo>
                  <a:cubicBezTo>
                    <a:pt x="8" y="37"/>
                    <a:pt x="8" y="37"/>
                    <a:pt x="8" y="37"/>
                  </a:cubicBezTo>
                  <a:cubicBezTo>
                    <a:pt x="9" y="38"/>
                    <a:pt x="9" y="38"/>
                    <a:pt x="9" y="38"/>
                  </a:cubicBezTo>
                  <a:cubicBezTo>
                    <a:pt x="11" y="39"/>
                    <a:pt x="11" y="39"/>
                    <a:pt x="11" y="39"/>
                  </a:cubicBezTo>
                  <a:cubicBezTo>
                    <a:pt x="11" y="39"/>
                    <a:pt x="11" y="39"/>
                    <a:pt x="11" y="39"/>
                  </a:cubicBezTo>
                  <a:cubicBezTo>
                    <a:pt x="12" y="37"/>
                    <a:pt x="12" y="37"/>
                    <a:pt x="12" y="37"/>
                  </a:cubicBezTo>
                  <a:cubicBezTo>
                    <a:pt x="11" y="37"/>
                    <a:pt x="11" y="37"/>
                    <a:pt x="11" y="37"/>
                  </a:cubicBezTo>
                  <a:cubicBezTo>
                    <a:pt x="11" y="37"/>
                    <a:pt x="11" y="37"/>
                    <a:pt x="11" y="37"/>
                  </a:cubicBezTo>
                  <a:cubicBezTo>
                    <a:pt x="10" y="37"/>
                    <a:pt x="10" y="37"/>
                    <a:pt x="10" y="37"/>
                  </a:cubicBezTo>
                  <a:cubicBezTo>
                    <a:pt x="10" y="37"/>
                    <a:pt x="10" y="37"/>
                    <a:pt x="10" y="37"/>
                  </a:cubicBezTo>
                  <a:cubicBezTo>
                    <a:pt x="10" y="36"/>
                    <a:pt x="10" y="36"/>
                    <a:pt x="10" y="36"/>
                  </a:cubicBezTo>
                  <a:cubicBezTo>
                    <a:pt x="12" y="34"/>
                    <a:pt x="12" y="34"/>
                    <a:pt x="12" y="34"/>
                  </a:cubicBezTo>
                  <a:cubicBezTo>
                    <a:pt x="12" y="34"/>
                    <a:pt x="12" y="34"/>
                    <a:pt x="12" y="34"/>
                  </a:cubicBezTo>
                  <a:cubicBezTo>
                    <a:pt x="11" y="31"/>
                    <a:pt x="11" y="31"/>
                    <a:pt x="11" y="31"/>
                  </a:cubicBezTo>
                  <a:cubicBezTo>
                    <a:pt x="11" y="31"/>
                    <a:pt x="10" y="30"/>
                    <a:pt x="10" y="29"/>
                  </a:cubicBezTo>
                  <a:cubicBezTo>
                    <a:pt x="10" y="28"/>
                    <a:pt x="10" y="27"/>
                    <a:pt x="10" y="26"/>
                  </a:cubicBezTo>
                  <a:cubicBezTo>
                    <a:pt x="9" y="27"/>
                    <a:pt x="8" y="28"/>
                    <a:pt x="8" y="29"/>
                  </a:cubicBezTo>
                  <a:cubicBezTo>
                    <a:pt x="8" y="29"/>
                    <a:pt x="8" y="29"/>
                    <a:pt x="8" y="29"/>
                  </a:cubicBezTo>
                  <a:cubicBezTo>
                    <a:pt x="8" y="30"/>
                    <a:pt x="8" y="30"/>
                    <a:pt x="8" y="30"/>
                  </a:cubicBezTo>
                  <a:cubicBezTo>
                    <a:pt x="8" y="29"/>
                    <a:pt x="8" y="29"/>
                    <a:pt x="8" y="29"/>
                  </a:cubicBezTo>
                  <a:cubicBezTo>
                    <a:pt x="7" y="28"/>
                    <a:pt x="7" y="28"/>
                    <a:pt x="7" y="28"/>
                  </a:cubicBezTo>
                  <a:cubicBezTo>
                    <a:pt x="7" y="30"/>
                    <a:pt x="7" y="30"/>
                    <a:pt x="7" y="30"/>
                  </a:cubicBezTo>
                  <a:cubicBezTo>
                    <a:pt x="7" y="30"/>
                    <a:pt x="7" y="30"/>
                    <a:pt x="7" y="30"/>
                  </a:cubicBezTo>
                  <a:cubicBezTo>
                    <a:pt x="7" y="31"/>
                    <a:pt x="7" y="31"/>
                    <a:pt x="7" y="31"/>
                  </a:cubicBezTo>
                  <a:cubicBezTo>
                    <a:pt x="6" y="31"/>
                    <a:pt x="6" y="31"/>
                    <a:pt x="6" y="31"/>
                  </a:cubicBezTo>
                  <a:cubicBezTo>
                    <a:pt x="5" y="30"/>
                    <a:pt x="5" y="30"/>
                    <a:pt x="5" y="30"/>
                  </a:cubicBezTo>
                  <a:cubicBezTo>
                    <a:pt x="5" y="30"/>
                    <a:pt x="5" y="31"/>
                    <a:pt x="4" y="32"/>
                  </a:cubicBezTo>
                  <a:moveTo>
                    <a:pt x="1" y="29"/>
                  </a:moveTo>
                  <a:cubicBezTo>
                    <a:pt x="1" y="29"/>
                    <a:pt x="1" y="29"/>
                    <a:pt x="1" y="29"/>
                  </a:cubicBezTo>
                  <a:cubicBezTo>
                    <a:pt x="1" y="29"/>
                    <a:pt x="1" y="29"/>
                    <a:pt x="1" y="29"/>
                  </a:cubicBezTo>
                  <a:cubicBezTo>
                    <a:pt x="2" y="28"/>
                    <a:pt x="2" y="28"/>
                    <a:pt x="2" y="28"/>
                  </a:cubicBezTo>
                  <a:cubicBezTo>
                    <a:pt x="1" y="28"/>
                    <a:pt x="1" y="28"/>
                    <a:pt x="1" y="28"/>
                  </a:cubicBezTo>
                  <a:cubicBezTo>
                    <a:pt x="1" y="28"/>
                    <a:pt x="1" y="28"/>
                    <a:pt x="1" y="28"/>
                  </a:cubicBezTo>
                  <a:lnTo>
                    <a:pt x="1" y="29"/>
                  </a:lnTo>
                  <a:close/>
                  <a:moveTo>
                    <a:pt x="1" y="15"/>
                  </a:moveTo>
                  <a:cubicBezTo>
                    <a:pt x="3" y="18"/>
                    <a:pt x="3" y="18"/>
                    <a:pt x="3" y="18"/>
                  </a:cubicBezTo>
                  <a:cubicBezTo>
                    <a:pt x="3" y="18"/>
                    <a:pt x="3" y="19"/>
                    <a:pt x="3" y="20"/>
                  </a:cubicBezTo>
                  <a:cubicBezTo>
                    <a:pt x="3" y="21"/>
                    <a:pt x="3" y="21"/>
                    <a:pt x="3" y="21"/>
                  </a:cubicBezTo>
                  <a:cubicBezTo>
                    <a:pt x="2" y="25"/>
                    <a:pt x="2" y="25"/>
                    <a:pt x="2" y="25"/>
                  </a:cubicBezTo>
                  <a:cubicBezTo>
                    <a:pt x="1" y="27"/>
                    <a:pt x="1" y="27"/>
                    <a:pt x="1" y="27"/>
                  </a:cubicBezTo>
                  <a:cubicBezTo>
                    <a:pt x="1" y="27"/>
                    <a:pt x="1" y="27"/>
                    <a:pt x="1" y="27"/>
                  </a:cubicBezTo>
                  <a:cubicBezTo>
                    <a:pt x="2" y="28"/>
                    <a:pt x="2" y="28"/>
                    <a:pt x="2" y="28"/>
                  </a:cubicBezTo>
                  <a:cubicBezTo>
                    <a:pt x="2" y="28"/>
                    <a:pt x="2" y="28"/>
                    <a:pt x="2" y="28"/>
                  </a:cubicBezTo>
                  <a:cubicBezTo>
                    <a:pt x="2" y="27"/>
                    <a:pt x="2" y="27"/>
                    <a:pt x="2" y="27"/>
                  </a:cubicBezTo>
                  <a:cubicBezTo>
                    <a:pt x="3" y="26"/>
                    <a:pt x="3" y="26"/>
                    <a:pt x="3" y="26"/>
                  </a:cubicBezTo>
                  <a:cubicBezTo>
                    <a:pt x="3" y="24"/>
                    <a:pt x="3" y="24"/>
                    <a:pt x="3" y="24"/>
                  </a:cubicBezTo>
                  <a:cubicBezTo>
                    <a:pt x="3" y="23"/>
                    <a:pt x="3" y="23"/>
                    <a:pt x="3" y="23"/>
                  </a:cubicBezTo>
                  <a:cubicBezTo>
                    <a:pt x="3" y="23"/>
                    <a:pt x="3" y="23"/>
                    <a:pt x="3" y="23"/>
                  </a:cubicBezTo>
                  <a:cubicBezTo>
                    <a:pt x="3" y="23"/>
                    <a:pt x="3" y="23"/>
                    <a:pt x="3" y="23"/>
                  </a:cubicBezTo>
                  <a:cubicBezTo>
                    <a:pt x="3" y="22"/>
                    <a:pt x="3" y="22"/>
                    <a:pt x="3" y="22"/>
                  </a:cubicBezTo>
                  <a:cubicBezTo>
                    <a:pt x="4" y="23"/>
                    <a:pt x="4" y="23"/>
                    <a:pt x="4" y="23"/>
                  </a:cubicBezTo>
                  <a:cubicBezTo>
                    <a:pt x="4" y="23"/>
                    <a:pt x="4" y="23"/>
                    <a:pt x="4" y="23"/>
                  </a:cubicBezTo>
                  <a:cubicBezTo>
                    <a:pt x="4" y="23"/>
                    <a:pt x="4" y="23"/>
                    <a:pt x="4" y="23"/>
                  </a:cubicBezTo>
                  <a:cubicBezTo>
                    <a:pt x="4" y="23"/>
                    <a:pt x="4" y="23"/>
                    <a:pt x="4" y="23"/>
                  </a:cubicBezTo>
                  <a:cubicBezTo>
                    <a:pt x="4" y="23"/>
                    <a:pt x="5" y="25"/>
                    <a:pt x="5" y="26"/>
                  </a:cubicBezTo>
                  <a:cubicBezTo>
                    <a:pt x="6" y="28"/>
                    <a:pt x="6" y="28"/>
                    <a:pt x="6" y="28"/>
                  </a:cubicBezTo>
                  <a:cubicBezTo>
                    <a:pt x="6" y="30"/>
                    <a:pt x="6" y="30"/>
                    <a:pt x="6" y="30"/>
                  </a:cubicBezTo>
                  <a:cubicBezTo>
                    <a:pt x="6" y="28"/>
                    <a:pt x="6" y="28"/>
                    <a:pt x="6" y="28"/>
                  </a:cubicBezTo>
                  <a:cubicBezTo>
                    <a:pt x="7" y="27"/>
                    <a:pt x="7" y="27"/>
                    <a:pt x="7" y="27"/>
                  </a:cubicBezTo>
                  <a:cubicBezTo>
                    <a:pt x="7" y="27"/>
                    <a:pt x="7" y="27"/>
                    <a:pt x="7" y="27"/>
                  </a:cubicBezTo>
                  <a:cubicBezTo>
                    <a:pt x="6" y="26"/>
                    <a:pt x="6" y="26"/>
                    <a:pt x="6" y="26"/>
                  </a:cubicBezTo>
                  <a:cubicBezTo>
                    <a:pt x="6" y="24"/>
                    <a:pt x="5" y="22"/>
                    <a:pt x="5" y="21"/>
                  </a:cubicBezTo>
                  <a:cubicBezTo>
                    <a:pt x="5" y="20"/>
                    <a:pt x="5" y="20"/>
                    <a:pt x="5" y="20"/>
                  </a:cubicBezTo>
                  <a:cubicBezTo>
                    <a:pt x="5" y="18"/>
                    <a:pt x="5" y="18"/>
                    <a:pt x="5" y="18"/>
                  </a:cubicBezTo>
                  <a:cubicBezTo>
                    <a:pt x="5" y="19"/>
                    <a:pt x="5" y="19"/>
                    <a:pt x="5" y="19"/>
                  </a:cubicBezTo>
                  <a:cubicBezTo>
                    <a:pt x="5" y="18"/>
                    <a:pt x="5" y="18"/>
                    <a:pt x="5" y="18"/>
                  </a:cubicBezTo>
                  <a:cubicBezTo>
                    <a:pt x="5" y="16"/>
                    <a:pt x="5" y="16"/>
                    <a:pt x="5" y="16"/>
                  </a:cubicBezTo>
                  <a:cubicBezTo>
                    <a:pt x="5" y="15"/>
                    <a:pt x="6" y="14"/>
                    <a:pt x="6" y="14"/>
                  </a:cubicBezTo>
                  <a:cubicBezTo>
                    <a:pt x="6" y="14"/>
                    <a:pt x="6" y="14"/>
                    <a:pt x="6" y="14"/>
                  </a:cubicBezTo>
                  <a:cubicBezTo>
                    <a:pt x="6" y="13"/>
                    <a:pt x="6" y="13"/>
                    <a:pt x="6" y="13"/>
                  </a:cubicBezTo>
                  <a:cubicBezTo>
                    <a:pt x="5" y="12"/>
                    <a:pt x="5" y="12"/>
                    <a:pt x="5" y="12"/>
                  </a:cubicBezTo>
                  <a:cubicBezTo>
                    <a:pt x="5" y="12"/>
                    <a:pt x="5" y="12"/>
                    <a:pt x="5" y="12"/>
                  </a:cubicBezTo>
                  <a:cubicBezTo>
                    <a:pt x="4" y="12"/>
                    <a:pt x="4" y="12"/>
                    <a:pt x="4" y="12"/>
                  </a:cubicBezTo>
                  <a:cubicBezTo>
                    <a:pt x="4" y="14"/>
                    <a:pt x="4" y="14"/>
                    <a:pt x="4" y="14"/>
                  </a:cubicBezTo>
                  <a:cubicBezTo>
                    <a:pt x="4" y="14"/>
                    <a:pt x="4" y="14"/>
                    <a:pt x="4" y="14"/>
                  </a:cubicBezTo>
                  <a:cubicBezTo>
                    <a:pt x="4" y="14"/>
                    <a:pt x="4" y="14"/>
                    <a:pt x="4" y="14"/>
                  </a:cubicBezTo>
                  <a:cubicBezTo>
                    <a:pt x="4" y="15"/>
                    <a:pt x="4" y="15"/>
                    <a:pt x="4" y="15"/>
                  </a:cubicBezTo>
                  <a:cubicBezTo>
                    <a:pt x="4" y="16"/>
                    <a:pt x="4" y="16"/>
                    <a:pt x="4" y="16"/>
                  </a:cubicBezTo>
                  <a:cubicBezTo>
                    <a:pt x="4" y="16"/>
                    <a:pt x="4" y="16"/>
                    <a:pt x="4" y="16"/>
                  </a:cubicBezTo>
                  <a:cubicBezTo>
                    <a:pt x="4" y="17"/>
                    <a:pt x="4" y="17"/>
                    <a:pt x="4" y="17"/>
                  </a:cubicBezTo>
                  <a:cubicBezTo>
                    <a:pt x="4" y="19"/>
                    <a:pt x="4" y="19"/>
                    <a:pt x="4" y="19"/>
                  </a:cubicBezTo>
                  <a:cubicBezTo>
                    <a:pt x="4" y="19"/>
                    <a:pt x="4" y="19"/>
                    <a:pt x="4" y="19"/>
                  </a:cubicBezTo>
                  <a:cubicBezTo>
                    <a:pt x="4" y="17"/>
                    <a:pt x="4" y="17"/>
                    <a:pt x="4" y="17"/>
                  </a:cubicBezTo>
                  <a:cubicBezTo>
                    <a:pt x="4" y="16"/>
                    <a:pt x="4" y="16"/>
                    <a:pt x="4" y="16"/>
                  </a:cubicBezTo>
                  <a:cubicBezTo>
                    <a:pt x="4" y="16"/>
                    <a:pt x="4" y="16"/>
                    <a:pt x="4" y="16"/>
                  </a:cubicBezTo>
                  <a:cubicBezTo>
                    <a:pt x="3" y="15"/>
                    <a:pt x="3" y="15"/>
                    <a:pt x="3" y="15"/>
                  </a:cubicBezTo>
                  <a:cubicBezTo>
                    <a:pt x="3" y="15"/>
                    <a:pt x="3" y="15"/>
                    <a:pt x="3" y="15"/>
                  </a:cubicBezTo>
                  <a:cubicBezTo>
                    <a:pt x="2" y="13"/>
                    <a:pt x="2" y="13"/>
                    <a:pt x="2" y="13"/>
                  </a:cubicBezTo>
                  <a:cubicBezTo>
                    <a:pt x="1" y="13"/>
                    <a:pt x="1" y="13"/>
                    <a:pt x="1" y="13"/>
                  </a:cubicBezTo>
                  <a:cubicBezTo>
                    <a:pt x="1" y="13"/>
                    <a:pt x="1" y="13"/>
                    <a:pt x="1" y="13"/>
                  </a:cubicBezTo>
                  <a:cubicBezTo>
                    <a:pt x="1" y="14"/>
                    <a:pt x="1" y="14"/>
                    <a:pt x="1" y="14"/>
                  </a:cubicBezTo>
                  <a:lnTo>
                    <a:pt x="1" y="15"/>
                  </a:lnTo>
                  <a:close/>
                  <a:moveTo>
                    <a:pt x="1" y="13"/>
                  </a:moveTo>
                  <a:cubicBezTo>
                    <a:pt x="1" y="13"/>
                    <a:pt x="1" y="13"/>
                    <a:pt x="1" y="13"/>
                  </a:cubicBezTo>
                  <a:cubicBezTo>
                    <a:pt x="2" y="13"/>
                    <a:pt x="2" y="13"/>
                    <a:pt x="2" y="13"/>
                  </a:cubicBezTo>
                  <a:cubicBezTo>
                    <a:pt x="1" y="12"/>
                    <a:pt x="1" y="12"/>
                    <a:pt x="1" y="12"/>
                  </a:cubicBezTo>
                  <a:cubicBezTo>
                    <a:pt x="0" y="12"/>
                    <a:pt x="0" y="12"/>
                    <a:pt x="0" y="12"/>
                  </a:cubicBezTo>
                  <a:lnTo>
                    <a:pt x="1" y="13"/>
                  </a:lnTo>
                  <a:close/>
                  <a:moveTo>
                    <a:pt x="37" y="78"/>
                  </a:moveTo>
                  <a:cubicBezTo>
                    <a:pt x="38" y="79"/>
                    <a:pt x="38" y="79"/>
                    <a:pt x="38" y="79"/>
                  </a:cubicBezTo>
                  <a:cubicBezTo>
                    <a:pt x="38" y="80"/>
                    <a:pt x="38" y="80"/>
                    <a:pt x="38" y="80"/>
                  </a:cubicBezTo>
                  <a:cubicBezTo>
                    <a:pt x="38" y="81"/>
                    <a:pt x="38" y="81"/>
                    <a:pt x="38" y="81"/>
                  </a:cubicBezTo>
                  <a:cubicBezTo>
                    <a:pt x="38" y="81"/>
                    <a:pt x="38" y="81"/>
                    <a:pt x="38" y="81"/>
                  </a:cubicBezTo>
                  <a:cubicBezTo>
                    <a:pt x="38" y="80"/>
                    <a:pt x="38" y="80"/>
                    <a:pt x="38" y="80"/>
                  </a:cubicBezTo>
                  <a:cubicBezTo>
                    <a:pt x="37" y="80"/>
                    <a:pt x="37" y="80"/>
                    <a:pt x="37" y="80"/>
                  </a:cubicBezTo>
                  <a:cubicBezTo>
                    <a:pt x="37" y="78"/>
                    <a:pt x="37" y="78"/>
                    <a:pt x="37" y="78"/>
                  </a:cubicBezTo>
                  <a:close/>
                  <a:moveTo>
                    <a:pt x="23" y="52"/>
                  </a:moveTo>
                  <a:cubicBezTo>
                    <a:pt x="23" y="52"/>
                    <a:pt x="24" y="53"/>
                    <a:pt x="26" y="54"/>
                  </a:cubicBezTo>
                  <a:cubicBezTo>
                    <a:pt x="28" y="55"/>
                    <a:pt x="29" y="55"/>
                    <a:pt x="29" y="56"/>
                  </a:cubicBezTo>
                  <a:cubicBezTo>
                    <a:pt x="29" y="57"/>
                    <a:pt x="29" y="57"/>
                    <a:pt x="29" y="57"/>
                  </a:cubicBezTo>
                  <a:cubicBezTo>
                    <a:pt x="29" y="57"/>
                    <a:pt x="29" y="57"/>
                    <a:pt x="29" y="57"/>
                  </a:cubicBezTo>
                  <a:cubicBezTo>
                    <a:pt x="28" y="56"/>
                    <a:pt x="28" y="56"/>
                    <a:pt x="28" y="56"/>
                  </a:cubicBezTo>
                  <a:cubicBezTo>
                    <a:pt x="28" y="55"/>
                    <a:pt x="28" y="55"/>
                    <a:pt x="26" y="54"/>
                  </a:cubicBezTo>
                  <a:cubicBezTo>
                    <a:pt x="24" y="54"/>
                    <a:pt x="22" y="52"/>
                    <a:pt x="22" y="52"/>
                  </a:cubicBezTo>
                  <a:lnTo>
                    <a:pt x="23" y="52"/>
                  </a:lnTo>
                  <a:close/>
                  <a:moveTo>
                    <a:pt x="41" y="82"/>
                  </a:moveTo>
                  <a:cubicBezTo>
                    <a:pt x="41" y="83"/>
                    <a:pt x="41" y="83"/>
                    <a:pt x="41" y="83"/>
                  </a:cubicBezTo>
                  <a:cubicBezTo>
                    <a:pt x="41" y="83"/>
                    <a:pt x="41" y="83"/>
                    <a:pt x="41" y="83"/>
                  </a:cubicBezTo>
                  <a:cubicBezTo>
                    <a:pt x="41" y="83"/>
                    <a:pt x="41" y="83"/>
                    <a:pt x="41" y="83"/>
                  </a:cubicBezTo>
                  <a:cubicBezTo>
                    <a:pt x="40" y="84"/>
                    <a:pt x="40" y="84"/>
                    <a:pt x="40" y="84"/>
                  </a:cubicBezTo>
                  <a:cubicBezTo>
                    <a:pt x="40" y="85"/>
                    <a:pt x="40" y="85"/>
                    <a:pt x="40" y="85"/>
                  </a:cubicBezTo>
                  <a:cubicBezTo>
                    <a:pt x="40" y="85"/>
                    <a:pt x="40" y="86"/>
                    <a:pt x="40" y="86"/>
                  </a:cubicBezTo>
                  <a:cubicBezTo>
                    <a:pt x="41" y="88"/>
                    <a:pt x="41" y="88"/>
                    <a:pt x="41" y="88"/>
                  </a:cubicBezTo>
                  <a:cubicBezTo>
                    <a:pt x="42" y="89"/>
                    <a:pt x="42" y="89"/>
                    <a:pt x="42" y="89"/>
                  </a:cubicBezTo>
                  <a:cubicBezTo>
                    <a:pt x="42" y="90"/>
                    <a:pt x="41" y="91"/>
                    <a:pt x="41" y="92"/>
                  </a:cubicBezTo>
                  <a:cubicBezTo>
                    <a:pt x="42" y="95"/>
                    <a:pt x="42" y="95"/>
                    <a:pt x="42" y="95"/>
                  </a:cubicBezTo>
                  <a:cubicBezTo>
                    <a:pt x="41" y="95"/>
                    <a:pt x="41" y="95"/>
                    <a:pt x="41" y="95"/>
                  </a:cubicBezTo>
                  <a:cubicBezTo>
                    <a:pt x="41" y="96"/>
                    <a:pt x="41" y="96"/>
                    <a:pt x="41" y="96"/>
                  </a:cubicBezTo>
                  <a:cubicBezTo>
                    <a:pt x="40" y="96"/>
                    <a:pt x="40" y="96"/>
                    <a:pt x="40" y="96"/>
                  </a:cubicBezTo>
                  <a:cubicBezTo>
                    <a:pt x="41" y="95"/>
                    <a:pt x="41" y="95"/>
                    <a:pt x="41" y="95"/>
                  </a:cubicBezTo>
                  <a:cubicBezTo>
                    <a:pt x="41" y="95"/>
                    <a:pt x="41" y="95"/>
                    <a:pt x="41" y="95"/>
                  </a:cubicBezTo>
                  <a:cubicBezTo>
                    <a:pt x="41" y="92"/>
                    <a:pt x="41" y="92"/>
                    <a:pt x="41" y="92"/>
                  </a:cubicBezTo>
                  <a:cubicBezTo>
                    <a:pt x="41" y="91"/>
                    <a:pt x="41" y="90"/>
                    <a:pt x="41" y="89"/>
                  </a:cubicBezTo>
                  <a:cubicBezTo>
                    <a:pt x="41" y="89"/>
                    <a:pt x="41" y="89"/>
                    <a:pt x="41" y="89"/>
                  </a:cubicBezTo>
                  <a:cubicBezTo>
                    <a:pt x="40" y="87"/>
                    <a:pt x="40" y="87"/>
                    <a:pt x="40" y="87"/>
                  </a:cubicBezTo>
                  <a:cubicBezTo>
                    <a:pt x="39" y="85"/>
                    <a:pt x="39" y="85"/>
                    <a:pt x="39" y="85"/>
                  </a:cubicBezTo>
                  <a:cubicBezTo>
                    <a:pt x="39" y="84"/>
                    <a:pt x="39" y="84"/>
                    <a:pt x="39" y="84"/>
                  </a:cubicBezTo>
                  <a:cubicBezTo>
                    <a:pt x="39" y="83"/>
                    <a:pt x="40" y="83"/>
                    <a:pt x="40" y="82"/>
                  </a:cubicBezTo>
                  <a:lnTo>
                    <a:pt x="41" y="82"/>
                  </a:lnTo>
                  <a:close/>
                  <a:moveTo>
                    <a:pt x="28" y="34"/>
                  </a:moveTo>
                  <a:cubicBezTo>
                    <a:pt x="29" y="34"/>
                    <a:pt x="29" y="34"/>
                    <a:pt x="29" y="34"/>
                  </a:cubicBezTo>
                  <a:cubicBezTo>
                    <a:pt x="30" y="34"/>
                    <a:pt x="30" y="34"/>
                    <a:pt x="30" y="34"/>
                  </a:cubicBezTo>
                  <a:cubicBezTo>
                    <a:pt x="30" y="34"/>
                    <a:pt x="30" y="34"/>
                    <a:pt x="30" y="34"/>
                  </a:cubicBezTo>
                  <a:cubicBezTo>
                    <a:pt x="30" y="33"/>
                    <a:pt x="30" y="33"/>
                    <a:pt x="30" y="33"/>
                  </a:cubicBezTo>
                  <a:cubicBezTo>
                    <a:pt x="31" y="32"/>
                    <a:pt x="31" y="32"/>
                    <a:pt x="33" y="32"/>
                  </a:cubicBezTo>
                  <a:cubicBezTo>
                    <a:pt x="34" y="31"/>
                    <a:pt x="34" y="31"/>
                    <a:pt x="34" y="30"/>
                  </a:cubicBezTo>
                  <a:cubicBezTo>
                    <a:pt x="34" y="30"/>
                    <a:pt x="34" y="30"/>
                    <a:pt x="34" y="30"/>
                  </a:cubicBezTo>
                  <a:cubicBezTo>
                    <a:pt x="33" y="29"/>
                    <a:pt x="33" y="29"/>
                    <a:pt x="33" y="29"/>
                  </a:cubicBezTo>
                  <a:cubicBezTo>
                    <a:pt x="33" y="29"/>
                    <a:pt x="33" y="29"/>
                    <a:pt x="33" y="29"/>
                  </a:cubicBezTo>
                  <a:cubicBezTo>
                    <a:pt x="34" y="27"/>
                    <a:pt x="34" y="27"/>
                    <a:pt x="34" y="27"/>
                  </a:cubicBezTo>
                  <a:cubicBezTo>
                    <a:pt x="34" y="25"/>
                    <a:pt x="34" y="25"/>
                    <a:pt x="34" y="25"/>
                  </a:cubicBezTo>
                  <a:cubicBezTo>
                    <a:pt x="34" y="26"/>
                    <a:pt x="34" y="26"/>
                    <a:pt x="34" y="26"/>
                  </a:cubicBezTo>
                  <a:cubicBezTo>
                    <a:pt x="33" y="26"/>
                    <a:pt x="33" y="26"/>
                    <a:pt x="33" y="26"/>
                  </a:cubicBezTo>
                  <a:cubicBezTo>
                    <a:pt x="32" y="25"/>
                    <a:pt x="32" y="25"/>
                    <a:pt x="32" y="25"/>
                  </a:cubicBezTo>
                  <a:cubicBezTo>
                    <a:pt x="32" y="25"/>
                    <a:pt x="32" y="25"/>
                    <a:pt x="32" y="25"/>
                  </a:cubicBezTo>
                  <a:cubicBezTo>
                    <a:pt x="33" y="23"/>
                    <a:pt x="33" y="23"/>
                    <a:pt x="33" y="23"/>
                  </a:cubicBezTo>
                  <a:cubicBezTo>
                    <a:pt x="34" y="22"/>
                    <a:pt x="34" y="22"/>
                    <a:pt x="34" y="22"/>
                  </a:cubicBezTo>
                  <a:cubicBezTo>
                    <a:pt x="35" y="22"/>
                    <a:pt x="35" y="22"/>
                    <a:pt x="35" y="22"/>
                  </a:cubicBezTo>
                  <a:cubicBezTo>
                    <a:pt x="34" y="23"/>
                    <a:pt x="34" y="23"/>
                    <a:pt x="34" y="23"/>
                  </a:cubicBezTo>
                  <a:cubicBezTo>
                    <a:pt x="33" y="23"/>
                    <a:pt x="33" y="23"/>
                    <a:pt x="33" y="23"/>
                  </a:cubicBezTo>
                  <a:cubicBezTo>
                    <a:pt x="33" y="25"/>
                    <a:pt x="33" y="25"/>
                    <a:pt x="33" y="25"/>
                  </a:cubicBezTo>
                  <a:cubicBezTo>
                    <a:pt x="33" y="25"/>
                    <a:pt x="33" y="25"/>
                    <a:pt x="33" y="25"/>
                  </a:cubicBezTo>
                  <a:cubicBezTo>
                    <a:pt x="33" y="25"/>
                    <a:pt x="33" y="25"/>
                    <a:pt x="33" y="25"/>
                  </a:cubicBezTo>
                  <a:cubicBezTo>
                    <a:pt x="33" y="25"/>
                    <a:pt x="33" y="25"/>
                    <a:pt x="33" y="25"/>
                  </a:cubicBezTo>
                  <a:cubicBezTo>
                    <a:pt x="34" y="25"/>
                    <a:pt x="34" y="25"/>
                    <a:pt x="34" y="25"/>
                  </a:cubicBezTo>
                  <a:cubicBezTo>
                    <a:pt x="35" y="24"/>
                    <a:pt x="35" y="24"/>
                    <a:pt x="35" y="24"/>
                  </a:cubicBezTo>
                  <a:cubicBezTo>
                    <a:pt x="35" y="25"/>
                    <a:pt x="35" y="25"/>
                    <a:pt x="35" y="25"/>
                  </a:cubicBezTo>
                  <a:cubicBezTo>
                    <a:pt x="35" y="27"/>
                    <a:pt x="35" y="27"/>
                    <a:pt x="35" y="27"/>
                  </a:cubicBezTo>
                  <a:cubicBezTo>
                    <a:pt x="34" y="29"/>
                    <a:pt x="34" y="29"/>
                    <a:pt x="34" y="29"/>
                  </a:cubicBezTo>
                  <a:cubicBezTo>
                    <a:pt x="34" y="29"/>
                    <a:pt x="34" y="29"/>
                    <a:pt x="34" y="29"/>
                  </a:cubicBezTo>
                  <a:cubicBezTo>
                    <a:pt x="34" y="30"/>
                    <a:pt x="34" y="30"/>
                    <a:pt x="34" y="30"/>
                  </a:cubicBezTo>
                  <a:cubicBezTo>
                    <a:pt x="34" y="31"/>
                    <a:pt x="34" y="31"/>
                    <a:pt x="34" y="31"/>
                  </a:cubicBezTo>
                  <a:cubicBezTo>
                    <a:pt x="34" y="31"/>
                    <a:pt x="34" y="32"/>
                    <a:pt x="33" y="32"/>
                  </a:cubicBezTo>
                  <a:cubicBezTo>
                    <a:pt x="31" y="33"/>
                    <a:pt x="31" y="33"/>
                    <a:pt x="31" y="33"/>
                  </a:cubicBezTo>
                  <a:cubicBezTo>
                    <a:pt x="31" y="34"/>
                    <a:pt x="31" y="34"/>
                    <a:pt x="31" y="34"/>
                  </a:cubicBezTo>
                  <a:cubicBezTo>
                    <a:pt x="30" y="35"/>
                    <a:pt x="30" y="35"/>
                    <a:pt x="30" y="35"/>
                  </a:cubicBezTo>
                  <a:cubicBezTo>
                    <a:pt x="29" y="34"/>
                    <a:pt x="29" y="34"/>
                    <a:pt x="29" y="34"/>
                  </a:cubicBezTo>
                  <a:cubicBezTo>
                    <a:pt x="28" y="34"/>
                    <a:pt x="28" y="34"/>
                    <a:pt x="28" y="34"/>
                  </a:cubicBezTo>
                  <a:cubicBezTo>
                    <a:pt x="27" y="35"/>
                    <a:pt x="26" y="36"/>
                    <a:pt x="26" y="37"/>
                  </a:cubicBezTo>
                  <a:cubicBezTo>
                    <a:pt x="26" y="37"/>
                    <a:pt x="26" y="37"/>
                    <a:pt x="26" y="37"/>
                  </a:cubicBezTo>
                  <a:cubicBezTo>
                    <a:pt x="26" y="37"/>
                    <a:pt x="26" y="37"/>
                    <a:pt x="26" y="37"/>
                  </a:cubicBezTo>
                  <a:cubicBezTo>
                    <a:pt x="26" y="37"/>
                    <a:pt x="26" y="37"/>
                    <a:pt x="26" y="37"/>
                  </a:cubicBezTo>
                  <a:cubicBezTo>
                    <a:pt x="26" y="36"/>
                    <a:pt x="27" y="34"/>
                    <a:pt x="28" y="34"/>
                  </a:cubicBezTo>
                  <a:moveTo>
                    <a:pt x="23" y="23"/>
                  </a:moveTo>
                  <a:cubicBezTo>
                    <a:pt x="23" y="20"/>
                    <a:pt x="23" y="20"/>
                    <a:pt x="23" y="20"/>
                  </a:cubicBezTo>
                  <a:cubicBezTo>
                    <a:pt x="22" y="19"/>
                    <a:pt x="22" y="19"/>
                    <a:pt x="22" y="19"/>
                  </a:cubicBezTo>
                  <a:cubicBezTo>
                    <a:pt x="22" y="19"/>
                    <a:pt x="22" y="19"/>
                    <a:pt x="22" y="19"/>
                  </a:cubicBezTo>
                  <a:cubicBezTo>
                    <a:pt x="23" y="20"/>
                    <a:pt x="23" y="20"/>
                    <a:pt x="23" y="20"/>
                  </a:cubicBezTo>
                  <a:cubicBezTo>
                    <a:pt x="23" y="20"/>
                    <a:pt x="23" y="20"/>
                    <a:pt x="23" y="20"/>
                  </a:cubicBezTo>
                  <a:cubicBezTo>
                    <a:pt x="23" y="20"/>
                    <a:pt x="23" y="20"/>
                    <a:pt x="23" y="20"/>
                  </a:cubicBezTo>
                  <a:cubicBezTo>
                    <a:pt x="23" y="22"/>
                    <a:pt x="23" y="22"/>
                    <a:pt x="23" y="22"/>
                  </a:cubicBezTo>
                  <a:lnTo>
                    <a:pt x="23" y="23"/>
                  </a:lnTo>
                  <a:close/>
                  <a:moveTo>
                    <a:pt x="26" y="73"/>
                  </a:moveTo>
                  <a:cubicBezTo>
                    <a:pt x="26" y="73"/>
                    <a:pt x="26" y="73"/>
                    <a:pt x="26" y="73"/>
                  </a:cubicBezTo>
                  <a:cubicBezTo>
                    <a:pt x="26" y="74"/>
                    <a:pt x="26" y="74"/>
                    <a:pt x="26" y="74"/>
                  </a:cubicBezTo>
                  <a:cubicBezTo>
                    <a:pt x="26" y="74"/>
                    <a:pt x="26" y="74"/>
                    <a:pt x="26" y="74"/>
                  </a:cubicBezTo>
                  <a:cubicBezTo>
                    <a:pt x="26" y="74"/>
                    <a:pt x="26" y="74"/>
                    <a:pt x="26" y="74"/>
                  </a:cubicBezTo>
                  <a:cubicBezTo>
                    <a:pt x="25" y="74"/>
                    <a:pt x="25" y="74"/>
                    <a:pt x="25" y="74"/>
                  </a:cubicBezTo>
                  <a:cubicBezTo>
                    <a:pt x="25" y="74"/>
                    <a:pt x="25" y="74"/>
                    <a:pt x="25" y="74"/>
                  </a:cubicBezTo>
                  <a:cubicBezTo>
                    <a:pt x="24" y="75"/>
                    <a:pt x="24" y="75"/>
                    <a:pt x="24" y="75"/>
                  </a:cubicBezTo>
                  <a:cubicBezTo>
                    <a:pt x="23" y="75"/>
                    <a:pt x="23" y="77"/>
                    <a:pt x="22" y="78"/>
                  </a:cubicBezTo>
                  <a:cubicBezTo>
                    <a:pt x="21" y="78"/>
                    <a:pt x="21" y="79"/>
                    <a:pt x="20" y="79"/>
                  </a:cubicBezTo>
                  <a:cubicBezTo>
                    <a:pt x="20" y="79"/>
                    <a:pt x="20" y="79"/>
                    <a:pt x="20" y="79"/>
                  </a:cubicBezTo>
                  <a:cubicBezTo>
                    <a:pt x="20" y="79"/>
                    <a:pt x="20" y="79"/>
                    <a:pt x="20" y="79"/>
                  </a:cubicBezTo>
                  <a:cubicBezTo>
                    <a:pt x="20" y="78"/>
                    <a:pt x="20" y="78"/>
                    <a:pt x="20" y="78"/>
                  </a:cubicBezTo>
                  <a:cubicBezTo>
                    <a:pt x="21" y="77"/>
                    <a:pt x="21" y="77"/>
                    <a:pt x="21" y="77"/>
                  </a:cubicBezTo>
                  <a:cubicBezTo>
                    <a:pt x="24" y="74"/>
                    <a:pt x="24" y="74"/>
                    <a:pt x="24" y="74"/>
                  </a:cubicBezTo>
                  <a:cubicBezTo>
                    <a:pt x="24" y="74"/>
                    <a:pt x="24" y="74"/>
                    <a:pt x="24" y="74"/>
                  </a:cubicBezTo>
                  <a:cubicBezTo>
                    <a:pt x="25" y="73"/>
                    <a:pt x="25" y="73"/>
                    <a:pt x="25" y="73"/>
                  </a:cubicBezTo>
                  <a:cubicBezTo>
                    <a:pt x="24" y="72"/>
                    <a:pt x="24" y="72"/>
                    <a:pt x="24" y="72"/>
                  </a:cubicBezTo>
                  <a:cubicBezTo>
                    <a:pt x="24" y="72"/>
                    <a:pt x="24" y="72"/>
                    <a:pt x="24" y="72"/>
                  </a:cubicBezTo>
                  <a:cubicBezTo>
                    <a:pt x="24" y="72"/>
                    <a:pt x="25" y="72"/>
                    <a:pt x="26" y="7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0" name="Freeform 34">
              <a:extLst>
                <a:ext uri="{FF2B5EF4-FFF2-40B4-BE49-F238E27FC236}">
                  <a16:creationId xmlns:a16="http://schemas.microsoft.com/office/drawing/2014/main" id="{2790B280-6A7C-456D-823F-406C401638FC}"/>
                </a:ext>
              </a:extLst>
            </p:cNvPr>
            <p:cNvSpPr>
              <a:spLocks noEditPoints="1"/>
            </p:cNvSpPr>
            <p:nvPr/>
          </p:nvSpPr>
          <p:spPr bwMode="auto">
            <a:xfrm>
              <a:off x="6108700" y="2516188"/>
              <a:ext cx="288925" cy="365125"/>
            </a:xfrm>
            <a:custGeom>
              <a:avLst/>
              <a:gdLst>
                <a:gd name="T0" fmla="*/ 127 w 133"/>
                <a:gd name="T1" fmla="*/ 60 h 169"/>
                <a:gd name="T2" fmla="*/ 60 w 133"/>
                <a:gd name="T3" fmla="*/ 165 h 169"/>
                <a:gd name="T4" fmla="*/ 79 w 133"/>
                <a:gd name="T5" fmla="*/ 158 h 169"/>
                <a:gd name="T6" fmla="*/ 60 w 133"/>
                <a:gd name="T7" fmla="*/ 157 h 169"/>
                <a:gd name="T8" fmla="*/ 79 w 133"/>
                <a:gd name="T9" fmla="*/ 154 h 169"/>
                <a:gd name="T10" fmla="*/ 42 w 133"/>
                <a:gd name="T11" fmla="*/ 151 h 169"/>
                <a:gd name="T12" fmla="*/ 66 w 133"/>
                <a:gd name="T13" fmla="*/ 164 h 169"/>
                <a:gd name="T14" fmla="*/ 123 w 133"/>
                <a:gd name="T15" fmla="*/ 35 h 169"/>
                <a:gd name="T16" fmla="*/ 86 w 133"/>
                <a:gd name="T17" fmla="*/ 152 h 169"/>
                <a:gd name="T18" fmla="*/ 53 w 133"/>
                <a:gd name="T19" fmla="*/ 150 h 169"/>
                <a:gd name="T20" fmla="*/ 85 w 133"/>
                <a:gd name="T21" fmla="*/ 153 h 169"/>
                <a:gd name="T22" fmla="*/ 39 w 133"/>
                <a:gd name="T23" fmla="*/ 62 h 169"/>
                <a:gd name="T24" fmla="*/ 29 w 133"/>
                <a:gd name="T25" fmla="*/ 53 h 169"/>
                <a:gd name="T26" fmla="*/ 32 w 133"/>
                <a:gd name="T27" fmla="*/ 78 h 169"/>
                <a:gd name="T28" fmla="*/ 27 w 133"/>
                <a:gd name="T29" fmla="*/ 79 h 169"/>
                <a:gd name="T30" fmla="*/ 18 w 133"/>
                <a:gd name="T31" fmla="*/ 72 h 169"/>
                <a:gd name="T32" fmla="*/ 17 w 133"/>
                <a:gd name="T33" fmla="*/ 96 h 169"/>
                <a:gd name="T34" fmla="*/ 7 w 133"/>
                <a:gd name="T35" fmla="*/ 83 h 169"/>
                <a:gd name="T36" fmla="*/ 7 w 133"/>
                <a:gd name="T37" fmla="*/ 71 h 169"/>
                <a:gd name="T38" fmla="*/ 6 w 133"/>
                <a:gd name="T39" fmla="*/ 37 h 169"/>
                <a:gd name="T40" fmla="*/ 8 w 133"/>
                <a:gd name="T41" fmla="*/ 35 h 169"/>
                <a:gd name="T42" fmla="*/ 10 w 133"/>
                <a:gd name="T43" fmla="*/ 11 h 169"/>
                <a:gd name="T44" fmla="*/ 21 w 133"/>
                <a:gd name="T45" fmla="*/ 14 h 169"/>
                <a:gd name="T46" fmla="*/ 33 w 133"/>
                <a:gd name="T47" fmla="*/ 16 h 169"/>
                <a:gd name="T48" fmla="*/ 30 w 133"/>
                <a:gd name="T49" fmla="*/ 23 h 169"/>
                <a:gd name="T50" fmla="*/ 41 w 133"/>
                <a:gd name="T51" fmla="*/ 30 h 169"/>
                <a:gd name="T52" fmla="*/ 44 w 133"/>
                <a:gd name="T53" fmla="*/ 12 h 169"/>
                <a:gd name="T54" fmla="*/ 46 w 133"/>
                <a:gd name="T55" fmla="*/ 16 h 169"/>
                <a:gd name="T56" fmla="*/ 47 w 133"/>
                <a:gd name="T57" fmla="*/ 22 h 169"/>
                <a:gd name="T58" fmla="*/ 47 w 133"/>
                <a:gd name="T59" fmla="*/ 27 h 169"/>
                <a:gd name="T60" fmla="*/ 37 w 133"/>
                <a:gd name="T61" fmla="*/ 43 h 169"/>
                <a:gd name="T62" fmla="*/ 40 w 133"/>
                <a:gd name="T63" fmla="*/ 50 h 169"/>
                <a:gd name="T64" fmla="*/ 0 w 133"/>
                <a:gd name="T65" fmla="*/ 82 h 169"/>
                <a:gd name="T66" fmla="*/ 12 w 133"/>
                <a:gd name="T67" fmla="*/ 45 h 169"/>
                <a:gd name="T68" fmla="*/ 12 w 133"/>
                <a:gd name="T69" fmla="*/ 44 h 169"/>
                <a:gd name="T70" fmla="*/ 44 w 133"/>
                <a:gd name="T71" fmla="*/ 50 h 169"/>
                <a:gd name="T72" fmla="*/ 40 w 133"/>
                <a:gd name="T73" fmla="*/ 62 h 169"/>
                <a:gd name="T74" fmla="*/ 132 w 133"/>
                <a:gd name="T75" fmla="*/ 0 h 169"/>
                <a:gd name="T76" fmla="*/ 124 w 133"/>
                <a:gd name="T77" fmla="*/ 38 h 169"/>
                <a:gd name="T78" fmla="*/ 125 w 133"/>
                <a:gd name="T79" fmla="*/ 72 h 169"/>
                <a:gd name="T80" fmla="*/ 125 w 133"/>
                <a:gd name="T81" fmla="*/ 89 h 169"/>
                <a:gd name="T82" fmla="*/ 121 w 133"/>
                <a:gd name="T83" fmla="*/ 97 h 169"/>
                <a:gd name="T84" fmla="*/ 111 w 133"/>
                <a:gd name="T85" fmla="*/ 69 h 169"/>
                <a:gd name="T86" fmla="*/ 103 w 133"/>
                <a:gd name="T87" fmla="*/ 82 h 169"/>
                <a:gd name="T88" fmla="*/ 102 w 133"/>
                <a:gd name="T89" fmla="*/ 78 h 169"/>
                <a:gd name="T90" fmla="*/ 99 w 133"/>
                <a:gd name="T91" fmla="*/ 57 h 169"/>
                <a:gd name="T92" fmla="*/ 92 w 133"/>
                <a:gd name="T93" fmla="*/ 63 h 169"/>
                <a:gd name="T94" fmla="*/ 88 w 133"/>
                <a:gd name="T95" fmla="*/ 47 h 169"/>
                <a:gd name="T96" fmla="*/ 91 w 133"/>
                <a:gd name="T97" fmla="*/ 53 h 169"/>
                <a:gd name="T98" fmla="*/ 92 w 133"/>
                <a:gd name="T99" fmla="*/ 39 h 169"/>
                <a:gd name="T100" fmla="*/ 85 w 133"/>
                <a:gd name="T101" fmla="*/ 29 h 169"/>
                <a:gd name="T102" fmla="*/ 84 w 133"/>
                <a:gd name="T103" fmla="*/ 16 h 169"/>
                <a:gd name="T104" fmla="*/ 87 w 133"/>
                <a:gd name="T105" fmla="*/ 13 h 169"/>
                <a:gd name="T106" fmla="*/ 90 w 133"/>
                <a:gd name="T107" fmla="*/ 14 h 169"/>
                <a:gd name="T108" fmla="*/ 93 w 133"/>
                <a:gd name="T109" fmla="*/ 30 h 169"/>
                <a:gd name="T110" fmla="*/ 97 w 133"/>
                <a:gd name="T111" fmla="*/ 23 h 169"/>
                <a:gd name="T112" fmla="*/ 107 w 133"/>
                <a:gd name="T113" fmla="*/ 14 h 169"/>
                <a:gd name="T114" fmla="*/ 113 w 133"/>
                <a:gd name="T115" fmla="*/ 22 h 169"/>
                <a:gd name="T116" fmla="*/ 129 w 133"/>
                <a:gd name="T117" fmla="*/ 3 h 169"/>
                <a:gd name="T118" fmla="*/ 130 w 133"/>
                <a:gd name="T119" fmla="*/ 44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3" h="169">
                  <a:moveTo>
                    <a:pt x="120" y="44"/>
                  </a:moveTo>
                  <a:cubicBezTo>
                    <a:pt x="118" y="44"/>
                    <a:pt x="117" y="43"/>
                    <a:pt x="117" y="43"/>
                  </a:cubicBezTo>
                  <a:cubicBezTo>
                    <a:pt x="117" y="45"/>
                    <a:pt x="117" y="47"/>
                    <a:pt x="117" y="47"/>
                  </a:cubicBezTo>
                  <a:cubicBezTo>
                    <a:pt x="116" y="47"/>
                    <a:pt x="116" y="47"/>
                    <a:pt x="115" y="47"/>
                  </a:cubicBezTo>
                  <a:cubicBezTo>
                    <a:pt x="115" y="48"/>
                    <a:pt x="115" y="48"/>
                    <a:pt x="115" y="48"/>
                  </a:cubicBezTo>
                  <a:cubicBezTo>
                    <a:pt x="115" y="49"/>
                    <a:pt x="115" y="50"/>
                    <a:pt x="116" y="51"/>
                  </a:cubicBezTo>
                  <a:cubicBezTo>
                    <a:pt x="116" y="53"/>
                    <a:pt x="119" y="55"/>
                    <a:pt x="121" y="56"/>
                  </a:cubicBezTo>
                  <a:cubicBezTo>
                    <a:pt x="122" y="58"/>
                    <a:pt x="123" y="59"/>
                    <a:pt x="123" y="61"/>
                  </a:cubicBezTo>
                  <a:cubicBezTo>
                    <a:pt x="124" y="62"/>
                    <a:pt x="123" y="63"/>
                    <a:pt x="125" y="63"/>
                  </a:cubicBezTo>
                  <a:cubicBezTo>
                    <a:pt x="127" y="62"/>
                    <a:pt x="127" y="60"/>
                    <a:pt x="127" y="60"/>
                  </a:cubicBezTo>
                  <a:cubicBezTo>
                    <a:pt x="128" y="54"/>
                    <a:pt x="122" y="53"/>
                    <a:pt x="120" y="45"/>
                  </a:cubicBezTo>
                  <a:lnTo>
                    <a:pt x="120" y="44"/>
                  </a:lnTo>
                  <a:close/>
                  <a:moveTo>
                    <a:pt x="112" y="26"/>
                  </a:moveTo>
                  <a:cubicBezTo>
                    <a:pt x="113" y="24"/>
                    <a:pt x="113" y="24"/>
                    <a:pt x="113" y="24"/>
                  </a:cubicBezTo>
                  <a:lnTo>
                    <a:pt x="112" y="26"/>
                  </a:lnTo>
                  <a:close/>
                  <a:moveTo>
                    <a:pt x="67" y="169"/>
                  </a:moveTo>
                  <a:cubicBezTo>
                    <a:pt x="67" y="169"/>
                    <a:pt x="72" y="167"/>
                    <a:pt x="79" y="163"/>
                  </a:cubicBezTo>
                  <a:cubicBezTo>
                    <a:pt x="76" y="163"/>
                    <a:pt x="76" y="165"/>
                    <a:pt x="73" y="165"/>
                  </a:cubicBezTo>
                  <a:cubicBezTo>
                    <a:pt x="70" y="165"/>
                    <a:pt x="69" y="163"/>
                    <a:pt x="66" y="163"/>
                  </a:cubicBezTo>
                  <a:cubicBezTo>
                    <a:pt x="62" y="163"/>
                    <a:pt x="62" y="165"/>
                    <a:pt x="60" y="165"/>
                  </a:cubicBezTo>
                  <a:cubicBezTo>
                    <a:pt x="57" y="165"/>
                    <a:pt x="56" y="164"/>
                    <a:pt x="55" y="163"/>
                  </a:cubicBezTo>
                  <a:cubicBezTo>
                    <a:pt x="49" y="160"/>
                    <a:pt x="49" y="160"/>
                    <a:pt x="49" y="160"/>
                  </a:cubicBezTo>
                  <a:cubicBezTo>
                    <a:pt x="50" y="160"/>
                    <a:pt x="51" y="159"/>
                    <a:pt x="53" y="159"/>
                  </a:cubicBezTo>
                  <a:cubicBezTo>
                    <a:pt x="56" y="159"/>
                    <a:pt x="57" y="161"/>
                    <a:pt x="60" y="161"/>
                  </a:cubicBezTo>
                  <a:cubicBezTo>
                    <a:pt x="62" y="161"/>
                    <a:pt x="62" y="159"/>
                    <a:pt x="66" y="159"/>
                  </a:cubicBezTo>
                  <a:cubicBezTo>
                    <a:pt x="69" y="159"/>
                    <a:pt x="70" y="161"/>
                    <a:pt x="73" y="161"/>
                  </a:cubicBezTo>
                  <a:cubicBezTo>
                    <a:pt x="76" y="161"/>
                    <a:pt x="76" y="159"/>
                    <a:pt x="79" y="159"/>
                  </a:cubicBezTo>
                  <a:cubicBezTo>
                    <a:pt x="82" y="159"/>
                    <a:pt x="82" y="160"/>
                    <a:pt x="84" y="161"/>
                  </a:cubicBezTo>
                  <a:cubicBezTo>
                    <a:pt x="85" y="160"/>
                    <a:pt x="85" y="160"/>
                    <a:pt x="85" y="160"/>
                  </a:cubicBezTo>
                  <a:cubicBezTo>
                    <a:pt x="83" y="160"/>
                    <a:pt x="82" y="158"/>
                    <a:pt x="79" y="158"/>
                  </a:cubicBezTo>
                  <a:cubicBezTo>
                    <a:pt x="76" y="158"/>
                    <a:pt x="76" y="160"/>
                    <a:pt x="73" y="160"/>
                  </a:cubicBezTo>
                  <a:cubicBezTo>
                    <a:pt x="70" y="160"/>
                    <a:pt x="69" y="158"/>
                    <a:pt x="66" y="158"/>
                  </a:cubicBezTo>
                  <a:cubicBezTo>
                    <a:pt x="62" y="158"/>
                    <a:pt x="62" y="160"/>
                    <a:pt x="60" y="160"/>
                  </a:cubicBezTo>
                  <a:cubicBezTo>
                    <a:pt x="57" y="160"/>
                    <a:pt x="56" y="158"/>
                    <a:pt x="53" y="158"/>
                  </a:cubicBezTo>
                  <a:cubicBezTo>
                    <a:pt x="50" y="158"/>
                    <a:pt x="50" y="159"/>
                    <a:pt x="48" y="160"/>
                  </a:cubicBezTo>
                  <a:cubicBezTo>
                    <a:pt x="41" y="155"/>
                    <a:pt x="41" y="155"/>
                    <a:pt x="41" y="155"/>
                  </a:cubicBezTo>
                  <a:cubicBezTo>
                    <a:pt x="42" y="155"/>
                    <a:pt x="42" y="155"/>
                    <a:pt x="42" y="155"/>
                  </a:cubicBezTo>
                  <a:cubicBezTo>
                    <a:pt x="46" y="155"/>
                    <a:pt x="47" y="157"/>
                    <a:pt x="47" y="157"/>
                  </a:cubicBezTo>
                  <a:cubicBezTo>
                    <a:pt x="50" y="157"/>
                    <a:pt x="50" y="155"/>
                    <a:pt x="53" y="155"/>
                  </a:cubicBezTo>
                  <a:cubicBezTo>
                    <a:pt x="56" y="155"/>
                    <a:pt x="57" y="157"/>
                    <a:pt x="60" y="157"/>
                  </a:cubicBezTo>
                  <a:cubicBezTo>
                    <a:pt x="62" y="157"/>
                    <a:pt x="62" y="155"/>
                    <a:pt x="66" y="155"/>
                  </a:cubicBezTo>
                  <a:cubicBezTo>
                    <a:pt x="69" y="155"/>
                    <a:pt x="70" y="157"/>
                    <a:pt x="73" y="157"/>
                  </a:cubicBezTo>
                  <a:cubicBezTo>
                    <a:pt x="76" y="156"/>
                    <a:pt x="76" y="155"/>
                    <a:pt x="79" y="155"/>
                  </a:cubicBezTo>
                  <a:cubicBezTo>
                    <a:pt x="82" y="155"/>
                    <a:pt x="83" y="157"/>
                    <a:pt x="85" y="157"/>
                  </a:cubicBezTo>
                  <a:cubicBezTo>
                    <a:pt x="88" y="157"/>
                    <a:pt x="88" y="155"/>
                    <a:pt x="92" y="155"/>
                  </a:cubicBezTo>
                  <a:cubicBezTo>
                    <a:pt x="92" y="155"/>
                    <a:pt x="92" y="155"/>
                    <a:pt x="92" y="155"/>
                  </a:cubicBezTo>
                  <a:cubicBezTo>
                    <a:pt x="94" y="154"/>
                    <a:pt x="94" y="154"/>
                    <a:pt x="94" y="154"/>
                  </a:cubicBezTo>
                  <a:cubicBezTo>
                    <a:pt x="93" y="154"/>
                    <a:pt x="93" y="154"/>
                    <a:pt x="92" y="154"/>
                  </a:cubicBezTo>
                  <a:cubicBezTo>
                    <a:pt x="88" y="154"/>
                    <a:pt x="88" y="156"/>
                    <a:pt x="85" y="156"/>
                  </a:cubicBezTo>
                  <a:cubicBezTo>
                    <a:pt x="83" y="156"/>
                    <a:pt x="82" y="154"/>
                    <a:pt x="79" y="154"/>
                  </a:cubicBezTo>
                  <a:cubicBezTo>
                    <a:pt x="76" y="154"/>
                    <a:pt x="76" y="156"/>
                    <a:pt x="73" y="156"/>
                  </a:cubicBezTo>
                  <a:cubicBezTo>
                    <a:pt x="70" y="156"/>
                    <a:pt x="69" y="154"/>
                    <a:pt x="66" y="154"/>
                  </a:cubicBezTo>
                  <a:cubicBezTo>
                    <a:pt x="62" y="154"/>
                    <a:pt x="62" y="156"/>
                    <a:pt x="60" y="156"/>
                  </a:cubicBezTo>
                  <a:cubicBezTo>
                    <a:pt x="57" y="156"/>
                    <a:pt x="56" y="154"/>
                    <a:pt x="53" y="154"/>
                  </a:cubicBezTo>
                  <a:cubicBezTo>
                    <a:pt x="50" y="154"/>
                    <a:pt x="50" y="155"/>
                    <a:pt x="47" y="156"/>
                  </a:cubicBezTo>
                  <a:cubicBezTo>
                    <a:pt x="47" y="156"/>
                    <a:pt x="46" y="154"/>
                    <a:pt x="42" y="154"/>
                  </a:cubicBezTo>
                  <a:cubicBezTo>
                    <a:pt x="41" y="154"/>
                    <a:pt x="40" y="154"/>
                    <a:pt x="40" y="154"/>
                  </a:cubicBezTo>
                  <a:cubicBezTo>
                    <a:pt x="37" y="152"/>
                    <a:pt x="37" y="152"/>
                    <a:pt x="37" y="152"/>
                  </a:cubicBezTo>
                  <a:cubicBezTo>
                    <a:pt x="39" y="152"/>
                    <a:pt x="39" y="151"/>
                    <a:pt x="42" y="151"/>
                  </a:cubicBezTo>
                  <a:cubicBezTo>
                    <a:pt x="42" y="151"/>
                    <a:pt x="42" y="151"/>
                    <a:pt x="42" y="151"/>
                  </a:cubicBezTo>
                  <a:cubicBezTo>
                    <a:pt x="41" y="150"/>
                    <a:pt x="41" y="149"/>
                    <a:pt x="41" y="149"/>
                  </a:cubicBezTo>
                  <a:cubicBezTo>
                    <a:pt x="41" y="149"/>
                    <a:pt x="41" y="149"/>
                    <a:pt x="41" y="149"/>
                  </a:cubicBezTo>
                  <a:cubicBezTo>
                    <a:pt x="41" y="149"/>
                    <a:pt x="41" y="149"/>
                    <a:pt x="41" y="149"/>
                  </a:cubicBezTo>
                  <a:cubicBezTo>
                    <a:pt x="41" y="149"/>
                    <a:pt x="42" y="147"/>
                    <a:pt x="44" y="146"/>
                  </a:cubicBezTo>
                  <a:cubicBezTo>
                    <a:pt x="45" y="145"/>
                    <a:pt x="45" y="144"/>
                    <a:pt x="46" y="144"/>
                  </a:cubicBezTo>
                  <a:cubicBezTo>
                    <a:pt x="48" y="142"/>
                    <a:pt x="48" y="142"/>
                    <a:pt x="48" y="142"/>
                  </a:cubicBezTo>
                  <a:cubicBezTo>
                    <a:pt x="49" y="135"/>
                    <a:pt x="49" y="135"/>
                    <a:pt x="49" y="135"/>
                  </a:cubicBezTo>
                  <a:cubicBezTo>
                    <a:pt x="19" y="135"/>
                    <a:pt x="19" y="135"/>
                    <a:pt x="19" y="135"/>
                  </a:cubicBezTo>
                  <a:cubicBezTo>
                    <a:pt x="39" y="160"/>
                    <a:pt x="67" y="169"/>
                    <a:pt x="67" y="169"/>
                  </a:cubicBezTo>
                  <a:moveTo>
                    <a:pt x="66" y="164"/>
                  </a:moveTo>
                  <a:cubicBezTo>
                    <a:pt x="69" y="164"/>
                    <a:pt x="70" y="166"/>
                    <a:pt x="73" y="166"/>
                  </a:cubicBezTo>
                  <a:cubicBezTo>
                    <a:pt x="67" y="169"/>
                    <a:pt x="67" y="169"/>
                    <a:pt x="67" y="169"/>
                  </a:cubicBezTo>
                  <a:cubicBezTo>
                    <a:pt x="60" y="166"/>
                    <a:pt x="60" y="166"/>
                    <a:pt x="60" y="166"/>
                  </a:cubicBezTo>
                  <a:cubicBezTo>
                    <a:pt x="62" y="166"/>
                    <a:pt x="62" y="164"/>
                    <a:pt x="66" y="164"/>
                  </a:cubicBezTo>
                  <a:moveTo>
                    <a:pt x="59" y="0"/>
                  </a:moveTo>
                  <a:cubicBezTo>
                    <a:pt x="72" y="0"/>
                    <a:pt x="72" y="0"/>
                    <a:pt x="72" y="0"/>
                  </a:cubicBezTo>
                  <a:cubicBezTo>
                    <a:pt x="72" y="0"/>
                    <a:pt x="72" y="0"/>
                    <a:pt x="72" y="0"/>
                  </a:cubicBezTo>
                  <a:cubicBezTo>
                    <a:pt x="59" y="0"/>
                    <a:pt x="59" y="0"/>
                    <a:pt x="59" y="0"/>
                  </a:cubicBezTo>
                  <a:close/>
                  <a:moveTo>
                    <a:pt x="123" y="35"/>
                  </a:moveTo>
                  <a:cubicBezTo>
                    <a:pt x="123" y="35"/>
                    <a:pt x="123" y="35"/>
                    <a:pt x="123" y="35"/>
                  </a:cubicBezTo>
                  <a:cubicBezTo>
                    <a:pt x="123" y="35"/>
                    <a:pt x="123" y="35"/>
                    <a:pt x="123" y="35"/>
                  </a:cubicBezTo>
                  <a:close/>
                  <a:moveTo>
                    <a:pt x="85" y="142"/>
                  </a:moveTo>
                  <a:cubicBezTo>
                    <a:pt x="85" y="143"/>
                    <a:pt x="85" y="143"/>
                    <a:pt x="85" y="143"/>
                  </a:cubicBezTo>
                  <a:cubicBezTo>
                    <a:pt x="87" y="144"/>
                    <a:pt x="87" y="144"/>
                    <a:pt x="87" y="144"/>
                  </a:cubicBezTo>
                  <a:cubicBezTo>
                    <a:pt x="88" y="146"/>
                    <a:pt x="88" y="146"/>
                    <a:pt x="88" y="146"/>
                  </a:cubicBezTo>
                  <a:cubicBezTo>
                    <a:pt x="91" y="150"/>
                    <a:pt x="91" y="150"/>
                    <a:pt x="91" y="150"/>
                  </a:cubicBezTo>
                  <a:cubicBezTo>
                    <a:pt x="92" y="150"/>
                    <a:pt x="92" y="150"/>
                    <a:pt x="92" y="150"/>
                  </a:cubicBezTo>
                  <a:cubicBezTo>
                    <a:pt x="91" y="151"/>
                    <a:pt x="91" y="151"/>
                    <a:pt x="91" y="151"/>
                  </a:cubicBezTo>
                  <a:cubicBezTo>
                    <a:pt x="91" y="151"/>
                    <a:pt x="89" y="151"/>
                    <a:pt x="87" y="151"/>
                  </a:cubicBezTo>
                  <a:cubicBezTo>
                    <a:pt x="86" y="152"/>
                    <a:pt x="86" y="152"/>
                    <a:pt x="86" y="152"/>
                  </a:cubicBezTo>
                  <a:cubicBezTo>
                    <a:pt x="85" y="152"/>
                    <a:pt x="84" y="151"/>
                    <a:pt x="83" y="151"/>
                  </a:cubicBezTo>
                  <a:cubicBezTo>
                    <a:pt x="81" y="151"/>
                    <a:pt x="80" y="150"/>
                    <a:pt x="78" y="150"/>
                  </a:cubicBezTo>
                  <a:cubicBezTo>
                    <a:pt x="76" y="150"/>
                    <a:pt x="75" y="151"/>
                    <a:pt x="73" y="152"/>
                  </a:cubicBezTo>
                  <a:cubicBezTo>
                    <a:pt x="72" y="152"/>
                    <a:pt x="72" y="152"/>
                    <a:pt x="72" y="152"/>
                  </a:cubicBezTo>
                  <a:cubicBezTo>
                    <a:pt x="70" y="152"/>
                    <a:pt x="67" y="150"/>
                    <a:pt x="66" y="150"/>
                  </a:cubicBezTo>
                  <a:cubicBezTo>
                    <a:pt x="66" y="150"/>
                    <a:pt x="66" y="150"/>
                    <a:pt x="66" y="150"/>
                  </a:cubicBezTo>
                  <a:cubicBezTo>
                    <a:pt x="64" y="150"/>
                    <a:pt x="61" y="152"/>
                    <a:pt x="60" y="152"/>
                  </a:cubicBezTo>
                  <a:cubicBezTo>
                    <a:pt x="60" y="152"/>
                    <a:pt x="60" y="152"/>
                    <a:pt x="60" y="152"/>
                  </a:cubicBezTo>
                  <a:cubicBezTo>
                    <a:pt x="59" y="152"/>
                    <a:pt x="58" y="152"/>
                    <a:pt x="57" y="151"/>
                  </a:cubicBezTo>
                  <a:cubicBezTo>
                    <a:pt x="56" y="151"/>
                    <a:pt x="54" y="150"/>
                    <a:pt x="53" y="150"/>
                  </a:cubicBezTo>
                  <a:cubicBezTo>
                    <a:pt x="53" y="150"/>
                    <a:pt x="53" y="150"/>
                    <a:pt x="53" y="150"/>
                  </a:cubicBezTo>
                  <a:cubicBezTo>
                    <a:pt x="52" y="150"/>
                    <a:pt x="50" y="151"/>
                    <a:pt x="49" y="152"/>
                  </a:cubicBezTo>
                  <a:cubicBezTo>
                    <a:pt x="49" y="152"/>
                    <a:pt x="48" y="152"/>
                    <a:pt x="47" y="152"/>
                  </a:cubicBezTo>
                  <a:cubicBezTo>
                    <a:pt x="47" y="153"/>
                    <a:pt x="47" y="153"/>
                    <a:pt x="47" y="153"/>
                  </a:cubicBezTo>
                  <a:cubicBezTo>
                    <a:pt x="50" y="152"/>
                    <a:pt x="50" y="151"/>
                    <a:pt x="53" y="151"/>
                  </a:cubicBezTo>
                  <a:cubicBezTo>
                    <a:pt x="56" y="151"/>
                    <a:pt x="57" y="153"/>
                    <a:pt x="60" y="153"/>
                  </a:cubicBezTo>
                  <a:cubicBezTo>
                    <a:pt x="62" y="153"/>
                    <a:pt x="62" y="151"/>
                    <a:pt x="66" y="151"/>
                  </a:cubicBezTo>
                  <a:cubicBezTo>
                    <a:pt x="69" y="151"/>
                    <a:pt x="70" y="153"/>
                    <a:pt x="73" y="153"/>
                  </a:cubicBezTo>
                  <a:cubicBezTo>
                    <a:pt x="76" y="153"/>
                    <a:pt x="76" y="151"/>
                    <a:pt x="79" y="151"/>
                  </a:cubicBezTo>
                  <a:cubicBezTo>
                    <a:pt x="82" y="151"/>
                    <a:pt x="83" y="153"/>
                    <a:pt x="85" y="153"/>
                  </a:cubicBezTo>
                  <a:cubicBezTo>
                    <a:pt x="88" y="153"/>
                    <a:pt x="88" y="151"/>
                    <a:pt x="92" y="151"/>
                  </a:cubicBezTo>
                  <a:cubicBezTo>
                    <a:pt x="95" y="151"/>
                    <a:pt x="94" y="152"/>
                    <a:pt x="96" y="152"/>
                  </a:cubicBezTo>
                  <a:cubicBezTo>
                    <a:pt x="102" y="148"/>
                    <a:pt x="108" y="142"/>
                    <a:pt x="113" y="136"/>
                  </a:cubicBezTo>
                  <a:cubicBezTo>
                    <a:pt x="84" y="136"/>
                    <a:pt x="84" y="136"/>
                    <a:pt x="84" y="136"/>
                  </a:cubicBezTo>
                  <a:lnTo>
                    <a:pt x="85" y="142"/>
                  </a:lnTo>
                  <a:close/>
                  <a:moveTo>
                    <a:pt x="0" y="82"/>
                  </a:moveTo>
                  <a:cubicBezTo>
                    <a:pt x="0" y="105"/>
                    <a:pt x="9" y="122"/>
                    <a:pt x="19" y="135"/>
                  </a:cubicBezTo>
                  <a:cubicBezTo>
                    <a:pt x="40" y="63"/>
                    <a:pt x="40" y="63"/>
                    <a:pt x="40" y="63"/>
                  </a:cubicBezTo>
                  <a:cubicBezTo>
                    <a:pt x="39" y="63"/>
                    <a:pt x="39" y="63"/>
                    <a:pt x="39" y="63"/>
                  </a:cubicBezTo>
                  <a:cubicBezTo>
                    <a:pt x="39" y="62"/>
                    <a:pt x="39" y="62"/>
                    <a:pt x="39" y="62"/>
                  </a:cubicBezTo>
                  <a:cubicBezTo>
                    <a:pt x="38" y="61"/>
                    <a:pt x="38" y="61"/>
                    <a:pt x="38" y="61"/>
                  </a:cubicBezTo>
                  <a:cubicBezTo>
                    <a:pt x="39" y="59"/>
                    <a:pt x="39" y="59"/>
                    <a:pt x="39" y="59"/>
                  </a:cubicBezTo>
                  <a:cubicBezTo>
                    <a:pt x="40" y="58"/>
                    <a:pt x="40" y="58"/>
                    <a:pt x="40" y="58"/>
                  </a:cubicBezTo>
                  <a:cubicBezTo>
                    <a:pt x="40" y="57"/>
                    <a:pt x="40" y="57"/>
                    <a:pt x="40" y="57"/>
                  </a:cubicBezTo>
                  <a:cubicBezTo>
                    <a:pt x="40" y="56"/>
                    <a:pt x="40" y="56"/>
                    <a:pt x="39" y="55"/>
                  </a:cubicBezTo>
                  <a:cubicBezTo>
                    <a:pt x="38" y="55"/>
                    <a:pt x="37" y="54"/>
                    <a:pt x="37" y="54"/>
                  </a:cubicBezTo>
                  <a:cubicBezTo>
                    <a:pt x="34" y="54"/>
                    <a:pt x="34" y="54"/>
                    <a:pt x="34" y="54"/>
                  </a:cubicBezTo>
                  <a:cubicBezTo>
                    <a:pt x="34" y="55"/>
                    <a:pt x="34" y="56"/>
                    <a:pt x="34" y="57"/>
                  </a:cubicBezTo>
                  <a:cubicBezTo>
                    <a:pt x="34" y="57"/>
                    <a:pt x="32" y="53"/>
                    <a:pt x="30" y="52"/>
                  </a:cubicBezTo>
                  <a:cubicBezTo>
                    <a:pt x="29" y="53"/>
                    <a:pt x="29" y="53"/>
                    <a:pt x="29" y="53"/>
                  </a:cubicBezTo>
                  <a:cubicBezTo>
                    <a:pt x="30" y="54"/>
                    <a:pt x="27" y="55"/>
                    <a:pt x="26" y="56"/>
                  </a:cubicBezTo>
                  <a:cubicBezTo>
                    <a:pt x="25" y="57"/>
                    <a:pt x="25" y="58"/>
                    <a:pt x="25" y="58"/>
                  </a:cubicBezTo>
                  <a:cubicBezTo>
                    <a:pt x="26" y="58"/>
                    <a:pt x="32" y="56"/>
                    <a:pt x="32" y="62"/>
                  </a:cubicBezTo>
                  <a:cubicBezTo>
                    <a:pt x="32" y="62"/>
                    <a:pt x="32" y="64"/>
                    <a:pt x="31" y="64"/>
                  </a:cubicBezTo>
                  <a:cubicBezTo>
                    <a:pt x="31" y="64"/>
                    <a:pt x="32" y="65"/>
                    <a:pt x="31" y="66"/>
                  </a:cubicBezTo>
                  <a:cubicBezTo>
                    <a:pt x="30" y="67"/>
                    <a:pt x="28" y="69"/>
                    <a:pt x="27" y="70"/>
                  </a:cubicBezTo>
                  <a:cubicBezTo>
                    <a:pt x="25" y="72"/>
                    <a:pt x="27" y="73"/>
                    <a:pt x="28" y="74"/>
                  </a:cubicBezTo>
                  <a:cubicBezTo>
                    <a:pt x="28" y="75"/>
                    <a:pt x="30" y="77"/>
                    <a:pt x="30" y="78"/>
                  </a:cubicBezTo>
                  <a:cubicBezTo>
                    <a:pt x="32" y="79"/>
                    <a:pt x="32" y="79"/>
                    <a:pt x="32" y="79"/>
                  </a:cubicBezTo>
                  <a:cubicBezTo>
                    <a:pt x="32" y="78"/>
                    <a:pt x="32" y="78"/>
                    <a:pt x="32" y="78"/>
                  </a:cubicBezTo>
                  <a:cubicBezTo>
                    <a:pt x="33" y="76"/>
                    <a:pt x="33" y="76"/>
                    <a:pt x="33" y="76"/>
                  </a:cubicBezTo>
                  <a:cubicBezTo>
                    <a:pt x="34" y="75"/>
                    <a:pt x="34" y="75"/>
                    <a:pt x="34" y="75"/>
                  </a:cubicBezTo>
                  <a:cubicBezTo>
                    <a:pt x="35" y="74"/>
                    <a:pt x="35" y="74"/>
                    <a:pt x="35" y="74"/>
                  </a:cubicBezTo>
                  <a:cubicBezTo>
                    <a:pt x="36" y="73"/>
                    <a:pt x="36" y="73"/>
                    <a:pt x="36" y="73"/>
                  </a:cubicBezTo>
                  <a:cubicBezTo>
                    <a:pt x="36" y="76"/>
                    <a:pt x="36" y="76"/>
                    <a:pt x="36" y="76"/>
                  </a:cubicBezTo>
                  <a:cubicBezTo>
                    <a:pt x="36" y="76"/>
                    <a:pt x="36" y="79"/>
                    <a:pt x="35" y="80"/>
                  </a:cubicBezTo>
                  <a:cubicBezTo>
                    <a:pt x="34" y="81"/>
                    <a:pt x="33" y="83"/>
                    <a:pt x="32" y="83"/>
                  </a:cubicBezTo>
                  <a:cubicBezTo>
                    <a:pt x="30" y="83"/>
                    <a:pt x="30" y="83"/>
                    <a:pt x="29" y="82"/>
                  </a:cubicBezTo>
                  <a:cubicBezTo>
                    <a:pt x="29" y="81"/>
                    <a:pt x="28" y="79"/>
                    <a:pt x="28" y="79"/>
                  </a:cubicBezTo>
                  <a:cubicBezTo>
                    <a:pt x="27" y="79"/>
                    <a:pt x="27" y="79"/>
                    <a:pt x="27" y="79"/>
                  </a:cubicBezTo>
                  <a:cubicBezTo>
                    <a:pt x="25" y="77"/>
                    <a:pt x="25" y="77"/>
                    <a:pt x="25" y="77"/>
                  </a:cubicBezTo>
                  <a:cubicBezTo>
                    <a:pt x="23" y="75"/>
                    <a:pt x="23" y="75"/>
                    <a:pt x="23" y="75"/>
                  </a:cubicBezTo>
                  <a:cubicBezTo>
                    <a:pt x="22" y="74"/>
                    <a:pt x="22" y="74"/>
                    <a:pt x="22" y="74"/>
                  </a:cubicBezTo>
                  <a:cubicBezTo>
                    <a:pt x="22" y="72"/>
                    <a:pt x="22" y="72"/>
                    <a:pt x="22" y="72"/>
                  </a:cubicBezTo>
                  <a:cubicBezTo>
                    <a:pt x="23" y="70"/>
                    <a:pt x="23" y="70"/>
                    <a:pt x="23" y="70"/>
                  </a:cubicBezTo>
                  <a:cubicBezTo>
                    <a:pt x="23" y="69"/>
                    <a:pt x="23" y="69"/>
                    <a:pt x="23" y="69"/>
                  </a:cubicBezTo>
                  <a:cubicBezTo>
                    <a:pt x="23" y="68"/>
                    <a:pt x="23" y="68"/>
                    <a:pt x="23" y="68"/>
                  </a:cubicBezTo>
                  <a:cubicBezTo>
                    <a:pt x="23" y="68"/>
                    <a:pt x="22" y="69"/>
                    <a:pt x="21" y="69"/>
                  </a:cubicBezTo>
                  <a:cubicBezTo>
                    <a:pt x="20" y="70"/>
                    <a:pt x="20" y="70"/>
                    <a:pt x="20" y="70"/>
                  </a:cubicBezTo>
                  <a:cubicBezTo>
                    <a:pt x="18" y="72"/>
                    <a:pt x="18" y="72"/>
                    <a:pt x="18" y="72"/>
                  </a:cubicBezTo>
                  <a:cubicBezTo>
                    <a:pt x="18" y="72"/>
                    <a:pt x="18" y="74"/>
                    <a:pt x="18" y="75"/>
                  </a:cubicBezTo>
                  <a:cubicBezTo>
                    <a:pt x="17" y="75"/>
                    <a:pt x="16" y="78"/>
                    <a:pt x="15" y="79"/>
                  </a:cubicBezTo>
                  <a:cubicBezTo>
                    <a:pt x="14" y="80"/>
                    <a:pt x="13" y="81"/>
                    <a:pt x="13" y="82"/>
                  </a:cubicBezTo>
                  <a:cubicBezTo>
                    <a:pt x="13" y="83"/>
                    <a:pt x="13" y="84"/>
                    <a:pt x="13" y="85"/>
                  </a:cubicBezTo>
                  <a:cubicBezTo>
                    <a:pt x="12" y="86"/>
                    <a:pt x="12" y="86"/>
                    <a:pt x="12" y="87"/>
                  </a:cubicBezTo>
                  <a:cubicBezTo>
                    <a:pt x="12" y="88"/>
                    <a:pt x="12" y="89"/>
                    <a:pt x="11" y="91"/>
                  </a:cubicBezTo>
                  <a:cubicBezTo>
                    <a:pt x="10" y="92"/>
                    <a:pt x="10" y="93"/>
                    <a:pt x="10" y="94"/>
                  </a:cubicBezTo>
                  <a:cubicBezTo>
                    <a:pt x="11" y="95"/>
                    <a:pt x="11" y="97"/>
                    <a:pt x="12" y="97"/>
                  </a:cubicBezTo>
                  <a:cubicBezTo>
                    <a:pt x="13" y="97"/>
                    <a:pt x="14" y="96"/>
                    <a:pt x="15" y="96"/>
                  </a:cubicBezTo>
                  <a:cubicBezTo>
                    <a:pt x="16" y="96"/>
                    <a:pt x="17" y="96"/>
                    <a:pt x="17" y="96"/>
                  </a:cubicBezTo>
                  <a:cubicBezTo>
                    <a:pt x="19" y="98"/>
                    <a:pt x="19" y="98"/>
                    <a:pt x="19" y="98"/>
                  </a:cubicBezTo>
                  <a:cubicBezTo>
                    <a:pt x="19" y="99"/>
                    <a:pt x="19" y="98"/>
                    <a:pt x="18" y="99"/>
                  </a:cubicBezTo>
                  <a:cubicBezTo>
                    <a:pt x="17" y="100"/>
                    <a:pt x="16" y="101"/>
                    <a:pt x="14" y="101"/>
                  </a:cubicBezTo>
                  <a:cubicBezTo>
                    <a:pt x="13" y="101"/>
                    <a:pt x="11" y="101"/>
                    <a:pt x="10" y="101"/>
                  </a:cubicBezTo>
                  <a:cubicBezTo>
                    <a:pt x="8" y="100"/>
                    <a:pt x="8" y="100"/>
                    <a:pt x="8" y="100"/>
                  </a:cubicBezTo>
                  <a:cubicBezTo>
                    <a:pt x="7" y="96"/>
                    <a:pt x="7" y="96"/>
                    <a:pt x="7" y="96"/>
                  </a:cubicBezTo>
                  <a:cubicBezTo>
                    <a:pt x="7" y="94"/>
                    <a:pt x="7" y="94"/>
                    <a:pt x="7" y="94"/>
                  </a:cubicBezTo>
                  <a:cubicBezTo>
                    <a:pt x="7" y="89"/>
                    <a:pt x="7" y="89"/>
                    <a:pt x="7" y="89"/>
                  </a:cubicBezTo>
                  <a:cubicBezTo>
                    <a:pt x="8" y="89"/>
                    <a:pt x="8" y="88"/>
                    <a:pt x="8" y="87"/>
                  </a:cubicBezTo>
                  <a:cubicBezTo>
                    <a:pt x="8" y="85"/>
                    <a:pt x="7" y="84"/>
                    <a:pt x="7" y="83"/>
                  </a:cubicBezTo>
                  <a:cubicBezTo>
                    <a:pt x="9" y="80"/>
                    <a:pt x="9" y="80"/>
                    <a:pt x="9" y="80"/>
                  </a:cubicBezTo>
                  <a:cubicBezTo>
                    <a:pt x="9" y="78"/>
                    <a:pt x="9" y="78"/>
                    <a:pt x="9" y="78"/>
                  </a:cubicBezTo>
                  <a:cubicBezTo>
                    <a:pt x="8" y="78"/>
                    <a:pt x="8" y="78"/>
                    <a:pt x="8" y="78"/>
                  </a:cubicBezTo>
                  <a:cubicBezTo>
                    <a:pt x="10" y="75"/>
                    <a:pt x="10" y="75"/>
                    <a:pt x="10" y="75"/>
                  </a:cubicBezTo>
                  <a:cubicBezTo>
                    <a:pt x="8" y="75"/>
                    <a:pt x="8" y="75"/>
                    <a:pt x="8" y="75"/>
                  </a:cubicBezTo>
                  <a:cubicBezTo>
                    <a:pt x="8" y="74"/>
                    <a:pt x="8" y="74"/>
                    <a:pt x="8" y="74"/>
                  </a:cubicBezTo>
                  <a:cubicBezTo>
                    <a:pt x="7" y="74"/>
                    <a:pt x="7" y="74"/>
                    <a:pt x="7" y="74"/>
                  </a:cubicBezTo>
                  <a:cubicBezTo>
                    <a:pt x="7" y="72"/>
                    <a:pt x="7" y="72"/>
                    <a:pt x="7" y="72"/>
                  </a:cubicBezTo>
                  <a:cubicBezTo>
                    <a:pt x="7" y="72"/>
                    <a:pt x="7" y="72"/>
                    <a:pt x="7" y="72"/>
                  </a:cubicBezTo>
                  <a:cubicBezTo>
                    <a:pt x="7" y="71"/>
                    <a:pt x="7" y="71"/>
                    <a:pt x="7" y="71"/>
                  </a:cubicBezTo>
                  <a:cubicBezTo>
                    <a:pt x="6" y="71"/>
                    <a:pt x="6" y="71"/>
                    <a:pt x="6" y="71"/>
                  </a:cubicBezTo>
                  <a:cubicBezTo>
                    <a:pt x="7" y="69"/>
                    <a:pt x="7" y="69"/>
                    <a:pt x="7" y="69"/>
                  </a:cubicBezTo>
                  <a:cubicBezTo>
                    <a:pt x="5" y="69"/>
                    <a:pt x="5" y="69"/>
                    <a:pt x="5" y="69"/>
                  </a:cubicBezTo>
                  <a:cubicBezTo>
                    <a:pt x="7" y="67"/>
                    <a:pt x="7" y="67"/>
                    <a:pt x="7" y="67"/>
                  </a:cubicBezTo>
                  <a:cubicBezTo>
                    <a:pt x="7" y="67"/>
                    <a:pt x="3" y="64"/>
                    <a:pt x="3" y="60"/>
                  </a:cubicBezTo>
                  <a:cubicBezTo>
                    <a:pt x="3" y="55"/>
                    <a:pt x="10" y="49"/>
                    <a:pt x="10" y="42"/>
                  </a:cubicBezTo>
                  <a:cubicBezTo>
                    <a:pt x="10" y="41"/>
                    <a:pt x="10" y="39"/>
                    <a:pt x="10" y="39"/>
                  </a:cubicBezTo>
                  <a:cubicBezTo>
                    <a:pt x="8" y="38"/>
                    <a:pt x="8" y="38"/>
                    <a:pt x="8" y="38"/>
                  </a:cubicBezTo>
                  <a:cubicBezTo>
                    <a:pt x="8" y="37"/>
                    <a:pt x="8" y="37"/>
                    <a:pt x="8" y="37"/>
                  </a:cubicBezTo>
                  <a:cubicBezTo>
                    <a:pt x="8" y="36"/>
                    <a:pt x="6" y="37"/>
                    <a:pt x="6" y="37"/>
                  </a:cubicBezTo>
                  <a:cubicBezTo>
                    <a:pt x="6" y="36"/>
                    <a:pt x="4" y="37"/>
                    <a:pt x="4" y="39"/>
                  </a:cubicBezTo>
                  <a:cubicBezTo>
                    <a:pt x="4" y="40"/>
                    <a:pt x="4" y="40"/>
                    <a:pt x="4" y="40"/>
                  </a:cubicBezTo>
                  <a:cubicBezTo>
                    <a:pt x="4" y="40"/>
                    <a:pt x="8" y="41"/>
                    <a:pt x="7" y="44"/>
                  </a:cubicBezTo>
                  <a:cubicBezTo>
                    <a:pt x="6" y="46"/>
                    <a:pt x="4" y="48"/>
                    <a:pt x="4" y="49"/>
                  </a:cubicBezTo>
                  <a:cubicBezTo>
                    <a:pt x="4" y="50"/>
                    <a:pt x="5" y="52"/>
                    <a:pt x="5" y="52"/>
                  </a:cubicBezTo>
                  <a:cubicBezTo>
                    <a:pt x="6" y="52"/>
                    <a:pt x="1" y="53"/>
                    <a:pt x="2" y="49"/>
                  </a:cubicBezTo>
                  <a:cubicBezTo>
                    <a:pt x="2" y="45"/>
                    <a:pt x="3" y="45"/>
                    <a:pt x="3" y="44"/>
                  </a:cubicBezTo>
                  <a:cubicBezTo>
                    <a:pt x="3" y="43"/>
                    <a:pt x="1" y="42"/>
                    <a:pt x="1" y="39"/>
                  </a:cubicBezTo>
                  <a:cubicBezTo>
                    <a:pt x="2" y="36"/>
                    <a:pt x="4" y="35"/>
                    <a:pt x="6" y="34"/>
                  </a:cubicBezTo>
                  <a:cubicBezTo>
                    <a:pt x="8" y="35"/>
                    <a:pt x="8" y="35"/>
                    <a:pt x="8" y="35"/>
                  </a:cubicBezTo>
                  <a:cubicBezTo>
                    <a:pt x="7" y="34"/>
                    <a:pt x="5" y="33"/>
                    <a:pt x="4" y="30"/>
                  </a:cubicBezTo>
                  <a:cubicBezTo>
                    <a:pt x="4" y="30"/>
                    <a:pt x="5" y="29"/>
                    <a:pt x="7" y="29"/>
                  </a:cubicBezTo>
                  <a:cubicBezTo>
                    <a:pt x="6" y="29"/>
                    <a:pt x="2" y="24"/>
                    <a:pt x="3" y="22"/>
                  </a:cubicBezTo>
                  <a:cubicBezTo>
                    <a:pt x="3" y="22"/>
                    <a:pt x="6" y="22"/>
                    <a:pt x="7" y="23"/>
                  </a:cubicBezTo>
                  <a:cubicBezTo>
                    <a:pt x="7" y="23"/>
                    <a:pt x="1" y="18"/>
                    <a:pt x="2" y="14"/>
                  </a:cubicBezTo>
                  <a:cubicBezTo>
                    <a:pt x="2" y="14"/>
                    <a:pt x="6" y="17"/>
                    <a:pt x="7" y="17"/>
                  </a:cubicBezTo>
                  <a:cubicBezTo>
                    <a:pt x="7" y="17"/>
                    <a:pt x="0" y="7"/>
                    <a:pt x="4" y="3"/>
                  </a:cubicBezTo>
                  <a:cubicBezTo>
                    <a:pt x="4" y="3"/>
                    <a:pt x="8" y="12"/>
                    <a:pt x="9" y="13"/>
                  </a:cubicBezTo>
                  <a:cubicBezTo>
                    <a:pt x="9" y="13"/>
                    <a:pt x="10" y="12"/>
                    <a:pt x="10" y="11"/>
                  </a:cubicBezTo>
                  <a:cubicBezTo>
                    <a:pt x="10" y="11"/>
                    <a:pt x="10" y="11"/>
                    <a:pt x="10" y="11"/>
                  </a:cubicBezTo>
                  <a:cubicBezTo>
                    <a:pt x="10" y="8"/>
                    <a:pt x="12" y="2"/>
                    <a:pt x="14" y="1"/>
                  </a:cubicBezTo>
                  <a:cubicBezTo>
                    <a:pt x="14" y="1"/>
                    <a:pt x="13" y="11"/>
                    <a:pt x="15" y="13"/>
                  </a:cubicBezTo>
                  <a:cubicBezTo>
                    <a:pt x="15" y="13"/>
                    <a:pt x="15" y="12"/>
                    <a:pt x="16" y="12"/>
                  </a:cubicBezTo>
                  <a:cubicBezTo>
                    <a:pt x="16" y="12"/>
                    <a:pt x="16" y="17"/>
                    <a:pt x="17" y="18"/>
                  </a:cubicBezTo>
                  <a:cubicBezTo>
                    <a:pt x="18" y="17"/>
                    <a:pt x="18" y="17"/>
                    <a:pt x="18" y="17"/>
                  </a:cubicBezTo>
                  <a:cubicBezTo>
                    <a:pt x="18" y="17"/>
                    <a:pt x="19" y="20"/>
                    <a:pt x="20" y="21"/>
                  </a:cubicBezTo>
                  <a:cubicBezTo>
                    <a:pt x="20" y="21"/>
                    <a:pt x="20" y="21"/>
                    <a:pt x="20" y="22"/>
                  </a:cubicBezTo>
                  <a:cubicBezTo>
                    <a:pt x="20" y="19"/>
                    <a:pt x="21" y="18"/>
                    <a:pt x="21" y="17"/>
                  </a:cubicBezTo>
                  <a:cubicBezTo>
                    <a:pt x="21" y="17"/>
                    <a:pt x="21" y="17"/>
                    <a:pt x="21" y="17"/>
                  </a:cubicBezTo>
                  <a:cubicBezTo>
                    <a:pt x="21" y="14"/>
                    <a:pt x="21" y="14"/>
                    <a:pt x="21" y="14"/>
                  </a:cubicBezTo>
                  <a:cubicBezTo>
                    <a:pt x="22" y="15"/>
                    <a:pt x="22" y="15"/>
                    <a:pt x="22" y="15"/>
                  </a:cubicBezTo>
                  <a:cubicBezTo>
                    <a:pt x="23" y="15"/>
                    <a:pt x="23" y="15"/>
                    <a:pt x="23" y="15"/>
                  </a:cubicBezTo>
                  <a:cubicBezTo>
                    <a:pt x="23" y="15"/>
                    <a:pt x="23" y="15"/>
                    <a:pt x="23" y="15"/>
                  </a:cubicBezTo>
                  <a:cubicBezTo>
                    <a:pt x="23" y="14"/>
                    <a:pt x="23" y="14"/>
                    <a:pt x="23" y="14"/>
                  </a:cubicBezTo>
                  <a:cubicBezTo>
                    <a:pt x="26" y="14"/>
                    <a:pt x="26" y="14"/>
                    <a:pt x="26" y="14"/>
                  </a:cubicBezTo>
                  <a:cubicBezTo>
                    <a:pt x="25" y="15"/>
                    <a:pt x="25" y="15"/>
                    <a:pt x="25" y="15"/>
                  </a:cubicBezTo>
                  <a:cubicBezTo>
                    <a:pt x="26" y="14"/>
                    <a:pt x="26" y="14"/>
                    <a:pt x="26" y="14"/>
                  </a:cubicBezTo>
                  <a:cubicBezTo>
                    <a:pt x="27" y="14"/>
                    <a:pt x="27" y="14"/>
                    <a:pt x="28" y="14"/>
                  </a:cubicBezTo>
                  <a:cubicBezTo>
                    <a:pt x="30" y="14"/>
                    <a:pt x="30" y="16"/>
                    <a:pt x="30" y="16"/>
                  </a:cubicBezTo>
                  <a:cubicBezTo>
                    <a:pt x="33" y="16"/>
                    <a:pt x="33" y="16"/>
                    <a:pt x="33" y="16"/>
                  </a:cubicBezTo>
                  <a:cubicBezTo>
                    <a:pt x="36" y="16"/>
                    <a:pt x="36" y="19"/>
                    <a:pt x="36" y="19"/>
                  </a:cubicBezTo>
                  <a:cubicBezTo>
                    <a:pt x="34" y="18"/>
                    <a:pt x="34" y="18"/>
                    <a:pt x="34" y="18"/>
                  </a:cubicBezTo>
                  <a:cubicBezTo>
                    <a:pt x="32" y="20"/>
                    <a:pt x="32" y="20"/>
                    <a:pt x="32" y="20"/>
                  </a:cubicBezTo>
                  <a:cubicBezTo>
                    <a:pt x="32" y="20"/>
                    <a:pt x="32" y="20"/>
                    <a:pt x="32" y="20"/>
                  </a:cubicBezTo>
                  <a:cubicBezTo>
                    <a:pt x="32" y="21"/>
                    <a:pt x="32" y="21"/>
                    <a:pt x="32" y="21"/>
                  </a:cubicBezTo>
                  <a:cubicBezTo>
                    <a:pt x="34" y="22"/>
                    <a:pt x="34" y="22"/>
                    <a:pt x="34" y="22"/>
                  </a:cubicBezTo>
                  <a:cubicBezTo>
                    <a:pt x="36" y="22"/>
                    <a:pt x="36" y="22"/>
                    <a:pt x="36" y="22"/>
                  </a:cubicBezTo>
                  <a:cubicBezTo>
                    <a:pt x="35" y="23"/>
                    <a:pt x="35" y="23"/>
                    <a:pt x="35" y="23"/>
                  </a:cubicBezTo>
                  <a:cubicBezTo>
                    <a:pt x="35" y="23"/>
                    <a:pt x="34" y="24"/>
                    <a:pt x="33" y="24"/>
                  </a:cubicBezTo>
                  <a:cubicBezTo>
                    <a:pt x="32" y="24"/>
                    <a:pt x="31" y="23"/>
                    <a:pt x="30" y="23"/>
                  </a:cubicBezTo>
                  <a:cubicBezTo>
                    <a:pt x="28" y="23"/>
                    <a:pt x="28" y="23"/>
                    <a:pt x="28" y="23"/>
                  </a:cubicBezTo>
                  <a:cubicBezTo>
                    <a:pt x="28" y="23"/>
                    <a:pt x="28" y="23"/>
                    <a:pt x="28" y="23"/>
                  </a:cubicBezTo>
                  <a:cubicBezTo>
                    <a:pt x="28" y="24"/>
                    <a:pt x="28" y="24"/>
                    <a:pt x="28" y="24"/>
                  </a:cubicBezTo>
                  <a:cubicBezTo>
                    <a:pt x="28" y="25"/>
                    <a:pt x="29" y="26"/>
                    <a:pt x="30" y="27"/>
                  </a:cubicBezTo>
                  <a:cubicBezTo>
                    <a:pt x="32" y="28"/>
                    <a:pt x="34" y="30"/>
                    <a:pt x="35" y="31"/>
                  </a:cubicBezTo>
                  <a:cubicBezTo>
                    <a:pt x="36" y="32"/>
                    <a:pt x="36" y="34"/>
                    <a:pt x="37" y="35"/>
                  </a:cubicBezTo>
                  <a:cubicBezTo>
                    <a:pt x="38" y="32"/>
                    <a:pt x="38" y="32"/>
                    <a:pt x="38" y="32"/>
                  </a:cubicBezTo>
                  <a:cubicBezTo>
                    <a:pt x="39" y="31"/>
                    <a:pt x="39" y="31"/>
                    <a:pt x="39" y="30"/>
                  </a:cubicBezTo>
                  <a:cubicBezTo>
                    <a:pt x="39" y="29"/>
                    <a:pt x="40" y="27"/>
                    <a:pt x="40" y="27"/>
                  </a:cubicBezTo>
                  <a:cubicBezTo>
                    <a:pt x="40" y="27"/>
                    <a:pt x="42" y="28"/>
                    <a:pt x="41" y="30"/>
                  </a:cubicBezTo>
                  <a:cubicBezTo>
                    <a:pt x="42" y="28"/>
                    <a:pt x="42" y="28"/>
                    <a:pt x="42" y="28"/>
                  </a:cubicBezTo>
                  <a:cubicBezTo>
                    <a:pt x="43" y="28"/>
                    <a:pt x="43" y="28"/>
                    <a:pt x="43" y="28"/>
                  </a:cubicBezTo>
                  <a:cubicBezTo>
                    <a:pt x="43" y="27"/>
                    <a:pt x="43" y="27"/>
                    <a:pt x="43" y="27"/>
                  </a:cubicBezTo>
                  <a:cubicBezTo>
                    <a:pt x="44" y="25"/>
                    <a:pt x="44" y="23"/>
                    <a:pt x="44" y="21"/>
                  </a:cubicBezTo>
                  <a:cubicBezTo>
                    <a:pt x="44" y="20"/>
                    <a:pt x="44" y="19"/>
                    <a:pt x="43" y="18"/>
                  </a:cubicBezTo>
                  <a:cubicBezTo>
                    <a:pt x="43" y="17"/>
                    <a:pt x="42" y="16"/>
                    <a:pt x="42" y="16"/>
                  </a:cubicBezTo>
                  <a:cubicBezTo>
                    <a:pt x="42" y="14"/>
                    <a:pt x="42" y="14"/>
                    <a:pt x="42" y="14"/>
                  </a:cubicBezTo>
                  <a:cubicBezTo>
                    <a:pt x="42" y="14"/>
                    <a:pt x="42" y="14"/>
                    <a:pt x="42" y="14"/>
                  </a:cubicBezTo>
                  <a:cubicBezTo>
                    <a:pt x="43" y="12"/>
                    <a:pt x="43" y="12"/>
                    <a:pt x="43" y="12"/>
                  </a:cubicBezTo>
                  <a:cubicBezTo>
                    <a:pt x="44" y="12"/>
                    <a:pt x="44" y="12"/>
                    <a:pt x="44" y="12"/>
                  </a:cubicBezTo>
                  <a:cubicBezTo>
                    <a:pt x="43" y="14"/>
                    <a:pt x="43" y="14"/>
                    <a:pt x="43" y="14"/>
                  </a:cubicBezTo>
                  <a:cubicBezTo>
                    <a:pt x="43" y="14"/>
                    <a:pt x="43" y="14"/>
                    <a:pt x="43" y="14"/>
                  </a:cubicBezTo>
                  <a:cubicBezTo>
                    <a:pt x="44" y="14"/>
                    <a:pt x="44" y="14"/>
                    <a:pt x="44" y="14"/>
                  </a:cubicBezTo>
                  <a:cubicBezTo>
                    <a:pt x="44" y="13"/>
                    <a:pt x="44" y="13"/>
                    <a:pt x="44" y="13"/>
                  </a:cubicBezTo>
                  <a:cubicBezTo>
                    <a:pt x="44" y="13"/>
                    <a:pt x="44" y="11"/>
                    <a:pt x="46" y="11"/>
                  </a:cubicBezTo>
                  <a:cubicBezTo>
                    <a:pt x="46" y="11"/>
                    <a:pt x="46" y="11"/>
                    <a:pt x="46" y="11"/>
                  </a:cubicBezTo>
                  <a:cubicBezTo>
                    <a:pt x="46" y="11"/>
                    <a:pt x="45" y="12"/>
                    <a:pt x="45" y="13"/>
                  </a:cubicBezTo>
                  <a:cubicBezTo>
                    <a:pt x="45" y="13"/>
                    <a:pt x="45" y="13"/>
                    <a:pt x="45" y="13"/>
                  </a:cubicBezTo>
                  <a:cubicBezTo>
                    <a:pt x="46" y="15"/>
                    <a:pt x="46" y="15"/>
                    <a:pt x="46" y="15"/>
                  </a:cubicBezTo>
                  <a:cubicBezTo>
                    <a:pt x="46" y="16"/>
                    <a:pt x="46" y="16"/>
                    <a:pt x="46" y="16"/>
                  </a:cubicBezTo>
                  <a:cubicBezTo>
                    <a:pt x="47" y="14"/>
                    <a:pt x="47" y="14"/>
                    <a:pt x="47" y="14"/>
                  </a:cubicBezTo>
                  <a:cubicBezTo>
                    <a:pt x="48" y="14"/>
                    <a:pt x="48" y="14"/>
                    <a:pt x="48" y="14"/>
                  </a:cubicBezTo>
                  <a:cubicBezTo>
                    <a:pt x="48" y="14"/>
                    <a:pt x="48" y="14"/>
                    <a:pt x="48" y="14"/>
                  </a:cubicBezTo>
                  <a:cubicBezTo>
                    <a:pt x="48" y="14"/>
                    <a:pt x="47" y="12"/>
                    <a:pt x="50" y="13"/>
                  </a:cubicBezTo>
                  <a:cubicBezTo>
                    <a:pt x="49" y="14"/>
                    <a:pt x="49" y="14"/>
                    <a:pt x="49" y="14"/>
                  </a:cubicBezTo>
                  <a:cubicBezTo>
                    <a:pt x="49" y="14"/>
                    <a:pt x="49" y="14"/>
                    <a:pt x="49" y="14"/>
                  </a:cubicBezTo>
                  <a:cubicBezTo>
                    <a:pt x="49" y="14"/>
                    <a:pt x="49" y="14"/>
                    <a:pt x="49" y="14"/>
                  </a:cubicBezTo>
                  <a:cubicBezTo>
                    <a:pt x="48" y="16"/>
                    <a:pt x="48" y="16"/>
                    <a:pt x="48" y="16"/>
                  </a:cubicBezTo>
                  <a:cubicBezTo>
                    <a:pt x="47" y="19"/>
                    <a:pt x="47" y="19"/>
                    <a:pt x="47" y="19"/>
                  </a:cubicBezTo>
                  <a:cubicBezTo>
                    <a:pt x="47" y="22"/>
                    <a:pt x="47" y="22"/>
                    <a:pt x="47" y="22"/>
                  </a:cubicBezTo>
                  <a:cubicBezTo>
                    <a:pt x="48" y="26"/>
                    <a:pt x="48" y="26"/>
                    <a:pt x="48" y="26"/>
                  </a:cubicBezTo>
                  <a:cubicBezTo>
                    <a:pt x="49" y="28"/>
                    <a:pt x="49" y="28"/>
                    <a:pt x="49" y="28"/>
                  </a:cubicBezTo>
                  <a:cubicBezTo>
                    <a:pt x="48" y="29"/>
                    <a:pt x="48" y="29"/>
                    <a:pt x="48" y="29"/>
                  </a:cubicBezTo>
                  <a:cubicBezTo>
                    <a:pt x="48" y="29"/>
                    <a:pt x="48" y="29"/>
                    <a:pt x="48" y="29"/>
                  </a:cubicBezTo>
                  <a:cubicBezTo>
                    <a:pt x="49" y="30"/>
                    <a:pt x="49" y="30"/>
                    <a:pt x="49" y="30"/>
                  </a:cubicBezTo>
                  <a:cubicBezTo>
                    <a:pt x="49" y="30"/>
                    <a:pt x="49" y="30"/>
                    <a:pt x="49" y="30"/>
                  </a:cubicBezTo>
                  <a:cubicBezTo>
                    <a:pt x="47" y="29"/>
                    <a:pt x="47" y="29"/>
                    <a:pt x="47" y="29"/>
                  </a:cubicBezTo>
                  <a:cubicBezTo>
                    <a:pt x="48" y="29"/>
                    <a:pt x="48" y="29"/>
                    <a:pt x="48" y="29"/>
                  </a:cubicBezTo>
                  <a:cubicBezTo>
                    <a:pt x="47" y="29"/>
                    <a:pt x="47" y="29"/>
                    <a:pt x="47" y="29"/>
                  </a:cubicBezTo>
                  <a:cubicBezTo>
                    <a:pt x="47" y="27"/>
                    <a:pt x="47" y="27"/>
                    <a:pt x="47" y="27"/>
                  </a:cubicBezTo>
                  <a:cubicBezTo>
                    <a:pt x="46" y="25"/>
                    <a:pt x="46" y="25"/>
                    <a:pt x="46" y="25"/>
                  </a:cubicBezTo>
                  <a:cubicBezTo>
                    <a:pt x="46" y="25"/>
                    <a:pt x="46" y="25"/>
                    <a:pt x="46" y="25"/>
                  </a:cubicBezTo>
                  <a:cubicBezTo>
                    <a:pt x="46" y="25"/>
                    <a:pt x="45" y="26"/>
                    <a:pt x="45" y="27"/>
                  </a:cubicBezTo>
                  <a:cubicBezTo>
                    <a:pt x="45" y="28"/>
                    <a:pt x="44" y="29"/>
                    <a:pt x="44" y="30"/>
                  </a:cubicBezTo>
                  <a:cubicBezTo>
                    <a:pt x="44" y="31"/>
                    <a:pt x="44" y="31"/>
                    <a:pt x="44" y="31"/>
                  </a:cubicBezTo>
                  <a:cubicBezTo>
                    <a:pt x="44" y="31"/>
                    <a:pt x="46" y="31"/>
                    <a:pt x="46" y="35"/>
                  </a:cubicBezTo>
                  <a:cubicBezTo>
                    <a:pt x="46" y="35"/>
                    <a:pt x="45" y="32"/>
                    <a:pt x="43" y="33"/>
                  </a:cubicBezTo>
                  <a:cubicBezTo>
                    <a:pt x="41" y="35"/>
                    <a:pt x="42" y="39"/>
                    <a:pt x="41" y="39"/>
                  </a:cubicBezTo>
                  <a:cubicBezTo>
                    <a:pt x="40" y="39"/>
                    <a:pt x="38" y="40"/>
                    <a:pt x="38" y="41"/>
                  </a:cubicBezTo>
                  <a:cubicBezTo>
                    <a:pt x="37" y="43"/>
                    <a:pt x="37" y="43"/>
                    <a:pt x="37" y="43"/>
                  </a:cubicBezTo>
                  <a:cubicBezTo>
                    <a:pt x="35" y="46"/>
                    <a:pt x="34" y="48"/>
                    <a:pt x="33" y="49"/>
                  </a:cubicBezTo>
                  <a:cubicBezTo>
                    <a:pt x="33" y="49"/>
                    <a:pt x="33" y="49"/>
                    <a:pt x="33" y="49"/>
                  </a:cubicBezTo>
                  <a:cubicBezTo>
                    <a:pt x="33" y="49"/>
                    <a:pt x="35" y="48"/>
                    <a:pt x="37" y="48"/>
                  </a:cubicBezTo>
                  <a:cubicBezTo>
                    <a:pt x="35" y="50"/>
                    <a:pt x="35" y="50"/>
                    <a:pt x="35" y="50"/>
                  </a:cubicBezTo>
                  <a:cubicBezTo>
                    <a:pt x="36" y="51"/>
                    <a:pt x="36" y="51"/>
                    <a:pt x="36" y="51"/>
                  </a:cubicBezTo>
                  <a:cubicBezTo>
                    <a:pt x="37" y="52"/>
                    <a:pt x="38" y="53"/>
                    <a:pt x="39" y="53"/>
                  </a:cubicBezTo>
                  <a:cubicBezTo>
                    <a:pt x="40" y="54"/>
                    <a:pt x="40" y="54"/>
                    <a:pt x="40" y="54"/>
                  </a:cubicBezTo>
                  <a:cubicBezTo>
                    <a:pt x="41" y="53"/>
                    <a:pt x="41" y="53"/>
                    <a:pt x="41" y="53"/>
                  </a:cubicBezTo>
                  <a:cubicBezTo>
                    <a:pt x="41" y="51"/>
                    <a:pt x="41" y="51"/>
                    <a:pt x="41" y="51"/>
                  </a:cubicBezTo>
                  <a:cubicBezTo>
                    <a:pt x="40" y="50"/>
                    <a:pt x="40" y="50"/>
                    <a:pt x="40" y="50"/>
                  </a:cubicBezTo>
                  <a:cubicBezTo>
                    <a:pt x="41" y="49"/>
                    <a:pt x="41" y="49"/>
                    <a:pt x="41" y="49"/>
                  </a:cubicBezTo>
                  <a:cubicBezTo>
                    <a:pt x="41" y="48"/>
                    <a:pt x="41" y="48"/>
                    <a:pt x="41" y="48"/>
                  </a:cubicBezTo>
                  <a:cubicBezTo>
                    <a:pt x="42" y="47"/>
                    <a:pt x="42" y="47"/>
                    <a:pt x="42" y="47"/>
                  </a:cubicBezTo>
                  <a:cubicBezTo>
                    <a:pt x="43" y="47"/>
                    <a:pt x="43" y="47"/>
                    <a:pt x="43" y="47"/>
                  </a:cubicBezTo>
                  <a:cubicBezTo>
                    <a:pt x="44" y="46"/>
                    <a:pt x="44" y="46"/>
                    <a:pt x="44" y="46"/>
                  </a:cubicBezTo>
                  <a:cubicBezTo>
                    <a:pt x="45" y="46"/>
                    <a:pt x="45" y="46"/>
                    <a:pt x="45" y="46"/>
                  </a:cubicBezTo>
                  <a:cubicBezTo>
                    <a:pt x="45" y="47"/>
                    <a:pt x="45" y="47"/>
                    <a:pt x="45" y="47"/>
                  </a:cubicBezTo>
                  <a:cubicBezTo>
                    <a:pt x="59" y="0"/>
                    <a:pt x="59" y="0"/>
                    <a:pt x="59" y="0"/>
                  </a:cubicBezTo>
                  <a:cubicBezTo>
                    <a:pt x="0" y="0"/>
                    <a:pt x="0" y="0"/>
                    <a:pt x="0" y="0"/>
                  </a:cubicBezTo>
                  <a:lnTo>
                    <a:pt x="0" y="82"/>
                  </a:lnTo>
                  <a:close/>
                  <a:moveTo>
                    <a:pt x="115" y="29"/>
                  </a:moveTo>
                  <a:cubicBezTo>
                    <a:pt x="113" y="29"/>
                    <a:pt x="113" y="27"/>
                    <a:pt x="112" y="27"/>
                  </a:cubicBezTo>
                  <a:cubicBezTo>
                    <a:pt x="112" y="29"/>
                    <a:pt x="111" y="31"/>
                    <a:pt x="111" y="31"/>
                  </a:cubicBezTo>
                  <a:cubicBezTo>
                    <a:pt x="111" y="33"/>
                    <a:pt x="112" y="33"/>
                    <a:pt x="112" y="34"/>
                  </a:cubicBezTo>
                  <a:cubicBezTo>
                    <a:pt x="116" y="33"/>
                    <a:pt x="115" y="29"/>
                    <a:pt x="115" y="29"/>
                  </a:cubicBezTo>
                  <a:moveTo>
                    <a:pt x="20" y="26"/>
                  </a:moveTo>
                  <a:cubicBezTo>
                    <a:pt x="20" y="24"/>
                    <a:pt x="20" y="24"/>
                    <a:pt x="20" y="24"/>
                  </a:cubicBezTo>
                  <a:lnTo>
                    <a:pt x="20" y="26"/>
                  </a:lnTo>
                  <a:close/>
                  <a:moveTo>
                    <a:pt x="12" y="44"/>
                  </a:moveTo>
                  <a:cubicBezTo>
                    <a:pt x="12" y="45"/>
                    <a:pt x="12" y="45"/>
                    <a:pt x="12" y="45"/>
                  </a:cubicBezTo>
                  <a:cubicBezTo>
                    <a:pt x="10" y="53"/>
                    <a:pt x="5" y="54"/>
                    <a:pt x="5" y="60"/>
                  </a:cubicBezTo>
                  <a:cubicBezTo>
                    <a:pt x="5" y="60"/>
                    <a:pt x="6" y="62"/>
                    <a:pt x="7" y="63"/>
                  </a:cubicBezTo>
                  <a:cubicBezTo>
                    <a:pt x="9" y="63"/>
                    <a:pt x="8" y="62"/>
                    <a:pt x="9" y="61"/>
                  </a:cubicBezTo>
                  <a:cubicBezTo>
                    <a:pt x="10" y="59"/>
                    <a:pt x="10" y="58"/>
                    <a:pt x="12" y="56"/>
                  </a:cubicBezTo>
                  <a:cubicBezTo>
                    <a:pt x="14" y="55"/>
                    <a:pt x="16" y="53"/>
                    <a:pt x="17" y="51"/>
                  </a:cubicBezTo>
                  <a:cubicBezTo>
                    <a:pt x="17" y="50"/>
                    <a:pt x="18" y="49"/>
                    <a:pt x="18" y="48"/>
                  </a:cubicBezTo>
                  <a:cubicBezTo>
                    <a:pt x="18" y="47"/>
                    <a:pt x="18" y="47"/>
                    <a:pt x="18" y="47"/>
                  </a:cubicBezTo>
                  <a:cubicBezTo>
                    <a:pt x="17" y="47"/>
                    <a:pt x="16" y="47"/>
                    <a:pt x="15" y="47"/>
                  </a:cubicBezTo>
                  <a:cubicBezTo>
                    <a:pt x="15" y="47"/>
                    <a:pt x="15" y="45"/>
                    <a:pt x="16" y="43"/>
                  </a:cubicBezTo>
                  <a:cubicBezTo>
                    <a:pt x="16" y="43"/>
                    <a:pt x="15" y="44"/>
                    <a:pt x="12" y="44"/>
                  </a:cubicBezTo>
                  <a:moveTo>
                    <a:pt x="21" y="34"/>
                  </a:moveTo>
                  <a:cubicBezTo>
                    <a:pt x="21" y="33"/>
                    <a:pt x="21" y="33"/>
                    <a:pt x="21" y="31"/>
                  </a:cubicBezTo>
                  <a:cubicBezTo>
                    <a:pt x="21" y="31"/>
                    <a:pt x="21" y="29"/>
                    <a:pt x="20" y="27"/>
                  </a:cubicBezTo>
                  <a:cubicBezTo>
                    <a:pt x="20" y="27"/>
                    <a:pt x="19" y="29"/>
                    <a:pt x="18" y="29"/>
                  </a:cubicBezTo>
                  <a:cubicBezTo>
                    <a:pt x="18" y="29"/>
                    <a:pt x="16" y="33"/>
                    <a:pt x="21" y="34"/>
                  </a:cubicBezTo>
                  <a:moveTo>
                    <a:pt x="9" y="35"/>
                  </a:moveTo>
                  <a:cubicBezTo>
                    <a:pt x="9" y="35"/>
                    <a:pt x="9" y="35"/>
                    <a:pt x="9" y="35"/>
                  </a:cubicBezTo>
                  <a:cubicBezTo>
                    <a:pt x="9" y="35"/>
                    <a:pt x="9" y="35"/>
                    <a:pt x="9" y="35"/>
                  </a:cubicBezTo>
                  <a:close/>
                  <a:moveTo>
                    <a:pt x="44" y="50"/>
                  </a:moveTo>
                  <a:cubicBezTo>
                    <a:pt x="44" y="50"/>
                    <a:pt x="44" y="50"/>
                    <a:pt x="44" y="50"/>
                  </a:cubicBezTo>
                  <a:cubicBezTo>
                    <a:pt x="43" y="52"/>
                    <a:pt x="43" y="52"/>
                    <a:pt x="43" y="52"/>
                  </a:cubicBezTo>
                  <a:lnTo>
                    <a:pt x="44" y="50"/>
                  </a:lnTo>
                  <a:close/>
                  <a:moveTo>
                    <a:pt x="45" y="47"/>
                  </a:moveTo>
                  <a:cubicBezTo>
                    <a:pt x="45" y="47"/>
                    <a:pt x="45" y="47"/>
                    <a:pt x="45" y="47"/>
                  </a:cubicBezTo>
                  <a:cubicBezTo>
                    <a:pt x="45" y="47"/>
                    <a:pt x="45" y="47"/>
                    <a:pt x="45" y="47"/>
                  </a:cubicBezTo>
                  <a:cubicBezTo>
                    <a:pt x="45" y="48"/>
                    <a:pt x="45" y="48"/>
                    <a:pt x="45" y="48"/>
                  </a:cubicBezTo>
                  <a:cubicBezTo>
                    <a:pt x="45" y="48"/>
                    <a:pt x="45" y="48"/>
                    <a:pt x="45" y="48"/>
                  </a:cubicBezTo>
                  <a:lnTo>
                    <a:pt x="45" y="47"/>
                  </a:lnTo>
                  <a:close/>
                  <a:moveTo>
                    <a:pt x="40" y="61"/>
                  </a:moveTo>
                  <a:cubicBezTo>
                    <a:pt x="40" y="62"/>
                    <a:pt x="40" y="62"/>
                    <a:pt x="40" y="62"/>
                  </a:cubicBezTo>
                  <a:cubicBezTo>
                    <a:pt x="40" y="63"/>
                    <a:pt x="40" y="63"/>
                    <a:pt x="40" y="63"/>
                  </a:cubicBezTo>
                  <a:cubicBezTo>
                    <a:pt x="40" y="63"/>
                    <a:pt x="40" y="63"/>
                    <a:pt x="40" y="63"/>
                  </a:cubicBezTo>
                  <a:cubicBezTo>
                    <a:pt x="42" y="56"/>
                    <a:pt x="42" y="56"/>
                    <a:pt x="42" y="56"/>
                  </a:cubicBezTo>
                  <a:cubicBezTo>
                    <a:pt x="42" y="56"/>
                    <a:pt x="42" y="56"/>
                    <a:pt x="42" y="56"/>
                  </a:cubicBezTo>
                  <a:cubicBezTo>
                    <a:pt x="42" y="57"/>
                    <a:pt x="41" y="58"/>
                    <a:pt x="41" y="59"/>
                  </a:cubicBezTo>
                  <a:lnTo>
                    <a:pt x="40" y="61"/>
                  </a:lnTo>
                  <a:close/>
                  <a:moveTo>
                    <a:pt x="72" y="0"/>
                  </a:moveTo>
                  <a:cubicBezTo>
                    <a:pt x="113" y="136"/>
                    <a:pt x="113" y="136"/>
                    <a:pt x="113" y="136"/>
                  </a:cubicBezTo>
                  <a:cubicBezTo>
                    <a:pt x="124" y="123"/>
                    <a:pt x="132" y="105"/>
                    <a:pt x="132" y="82"/>
                  </a:cubicBezTo>
                  <a:cubicBezTo>
                    <a:pt x="132" y="0"/>
                    <a:pt x="132" y="0"/>
                    <a:pt x="132" y="0"/>
                  </a:cubicBezTo>
                  <a:lnTo>
                    <a:pt x="72" y="0"/>
                  </a:lnTo>
                  <a:close/>
                  <a:moveTo>
                    <a:pt x="131" y="49"/>
                  </a:moveTo>
                  <a:cubicBezTo>
                    <a:pt x="132" y="53"/>
                    <a:pt x="127" y="52"/>
                    <a:pt x="127" y="52"/>
                  </a:cubicBezTo>
                  <a:cubicBezTo>
                    <a:pt x="128" y="52"/>
                    <a:pt x="129" y="50"/>
                    <a:pt x="129" y="49"/>
                  </a:cubicBezTo>
                  <a:cubicBezTo>
                    <a:pt x="129" y="48"/>
                    <a:pt x="127" y="46"/>
                    <a:pt x="126" y="44"/>
                  </a:cubicBezTo>
                  <a:cubicBezTo>
                    <a:pt x="125" y="41"/>
                    <a:pt x="128" y="40"/>
                    <a:pt x="128" y="40"/>
                  </a:cubicBezTo>
                  <a:cubicBezTo>
                    <a:pt x="129" y="39"/>
                    <a:pt x="129" y="39"/>
                    <a:pt x="129" y="39"/>
                  </a:cubicBezTo>
                  <a:cubicBezTo>
                    <a:pt x="129" y="37"/>
                    <a:pt x="127" y="36"/>
                    <a:pt x="126" y="37"/>
                  </a:cubicBezTo>
                  <a:cubicBezTo>
                    <a:pt x="126" y="37"/>
                    <a:pt x="125" y="36"/>
                    <a:pt x="124" y="37"/>
                  </a:cubicBezTo>
                  <a:cubicBezTo>
                    <a:pt x="124" y="38"/>
                    <a:pt x="124" y="38"/>
                    <a:pt x="124" y="38"/>
                  </a:cubicBezTo>
                  <a:cubicBezTo>
                    <a:pt x="123" y="39"/>
                    <a:pt x="123" y="39"/>
                    <a:pt x="123" y="39"/>
                  </a:cubicBezTo>
                  <a:cubicBezTo>
                    <a:pt x="123" y="39"/>
                    <a:pt x="123" y="41"/>
                    <a:pt x="123" y="42"/>
                  </a:cubicBezTo>
                  <a:cubicBezTo>
                    <a:pt x="123" y="49"/>
                    <a:pt x="130" y="55"/>
                    <a:pt x="130" y="60"/>
                  </a:cubicBezTo>
                  <a:cubicBezTo>
                    <a:pt x="130" y="64"/>
                    <a:pt x="126" y="67"/>
                    <a:pt x="126" y="67"/>
                  </a:cubicBezTo>
                  <a:cubicBezTo>
                    <a:pt x="127" y="69"/>
                    <a:pt x="127" y="69"/>
                    <a:pt x="127" y="69"/>
                  </a:cubicBezTo>
                  <a:cubicBezTo>
                    <a:pt x="126" y="69"/>
                    <a:pt x="126" y="69"/>
                    <a:pt x="126" y="69"/>
                  </a:cubicBezTo>
                  <a:cubicBezTo>
                    <a:pt x="127" y="71"/>
                    <a:pt x="127" y="71"/>
                    <a:pt x="127" y="71"/>
                  </a:cubicBezTo>
                  <a:cubicBezTo>
                    <a:pt x="125" y="71"/>
                    <a:pt x="125" y="71"/>
                    <a:pt x="125" y="71"/>
                  </a:cubicBezTo>
                  <a:cubicBezTo>
                    <a:pt x="126" y="72"/>
                    <a:pt x="126" y="72"/>
                    <a:pt x="126" y="72"/>
                  </a:cubicBezTo>
                  <a:cubicBezTo>
                    <a:pt x="125" y="72"/>
                    <a:pt x="125" y="72"/>
                    <a:pt x="125" y="72"/>
                  </a:cubicBezTo>
                  <a:cubicBezTo>
                    <a:pt x="125" y="74"/>
                    <a:pt x="125" y="74"/>
                    <a:pt x="125" y="74"/>
                  </a:cubicBezTo>
                  <a:cubicBezTo>
                    <a:pt x="124" y="74"/>
                    <a:pt x="124" y="74"/>
                    <a:pt x="124" y="74"/>
                  </a:cubicBezTo>
                  <a:cubicBezTo>
                    <a:pt x="125" y="75"/>
                    <a:pt x="125" y="75"/>
                    <a:pt x="125" y="75"/>
                  </a:cubicBezTo>
                  <a:cubicBezTo>
                    <a:pt x="123" y="75"/>
                    <a:pt x="123" y="75"/>
                    <a:pt x="123" y="75"/>
                  </a:cubicBezTo>
                  <a:cubicBezTo>
                    <a:pt x="124" y="78"/>
                    <a:pt x="124" y="78"/>
                    <a:pt x="124" y="78"/>
                  </a:cubicBezTo>
                  <a:cubicBezTo>
                    <a:pt x="123" y="78"/>
                    <a:pt x="123" y="78"/>
                    <a:pt x="123" y="78"/>
                  </a:cubicBezTo>
                  <a:cubicBezTo>
                    <a:pt x="124" y="80"/>
                    <a:pt x="124" y="80"/>
                    <a:pt x="124" y="80"/>
                  </a:cubicBezTo>
                  <a:cubicBezTo>
                    <a:pt x="125" y="83"/>
                    <a:pt x="125" y="83"/>
                    <a:pt x="125" y="83"/>
                  </a:cubicBezTo>
                  <a:cubicBezTo>
                    <a:pt x="125" y="84"/>
                    <a:pt x="125" y="85"/>
                    <a:pt x="125" y="87"/>
                  </a:cubicBezTo>
                  <a:cubicBezTo>
                    <a:pt x="125" y="88"/>
                    <a:pt x="125" y="89"/>
                    <a:pt x="125" y="89"/>
                  </a:cubicBezTo>
                  <a:cubicBezTo>
                    <a:pt x="126" y="94"/>
                    <a:pt x="126" y="94"/>
                    <a:pt x="126" y="94"/>
                  </a:cubicBezTo>
                  <a:cubicBezTo>
                    <a:pt x="125" y="96"/>
                    <a:pt x="125" y="96"/>
                    <a:pt x="125" y="96"/>
                  </a:cubicBezTo>
                  <a:cubicBezTo>
                    <a:pt x="125" y="100"/>
                    <a:pt x="125" y="100"/>
                    <a:pt x="125" y="100"/>
                  </a:cubicBezTo>
                  <a:cubicBezTo>
                    <a:pt x="123" y="101"/>
                    <a:pt x="123" y="101"/>
                    <a:pt x="123" y="101"/>
                  </a:cubicBezTo>
                  <a:cubicBezTo>
                    <a:pt x="122" y="101"/>
                    <a:pt x="120" y="101"/>
                    <a:pt x="118" y="101"/>
                  </a:cubicBezTo>
                  <a:cubicBezTo>
                    <a:pt x="117" y="101"/>
                    <a:pt x="116" y="100"/>
                    <a:pt x="114" y="99"/>
                  </a:cubicBezTo>
                  <a:cubicBezTo>
                    <a:pt x="113" y="98"/>
                    <a:pt x="113" y="99"/>
                    <a:pt x="113" y="98"/>
                  </a:cubicBezTo>
                  <a:cubicBezTo>
                    <a:pt x="115" y="96"/>
                    <a:pt x="115" y="96"/>
                    <a:pt x="115" y="96"/>
                  </a:cubicBezTo>
                  <a:cubicBezTo>
                    <a:pt x="116" y="96"/>
                    <a:pt x="117" y="96"/>
                    <a:pt x="118" y="96"/>
                  </a:cubicBezTo>
                  <a:cubicBezTo>
                    <a:pt x="119" y="96"/>
                    <a:pt x="119" y="97"/>
                    <a:pt x="121" y="97"/>
                  </a:cubicBezTo>
                  <a:cubicBezTo>
                    <a:pt x="122" y="97"/>
                    <a:pt x="122" y="95"/>
                    <a:pt x="122" y="94"/>
                  </a:cubicBezTo>
                  <a:cubicBezTo>
                    <a:pt x="122" y="93"/>
                    <a:pt x="123" y="92"/>
                    <a:pt x="122" y="91"/>
                  </a:cubicBezTo>
                  <a:cubicBezTo>
                    <a:pt x="121" y="89"/>
                    <a:pt x="121" y="88"/>
                    <a:pt x="121" y="87"/>
                  </a:cubicBezTo>
                  <a:cubicBezTo>
                    <a:pt x="121" y="86"/>
                    <a:pt x="121" y="86"/>
                    <a:pt x="120" y="85"/>
                  </a:cubicBezTo>
                  <a:cubicBezTo>
                    <a:pt x="119" y="84"/>
                    <a:pt x="119" y="83"/>
                    <a:pt x="119" y="82"/>
                  </a:cubicBezTo>
                  <a:cubicBezTo>
                    <a:pt x="119" y="81"/>
                    <a:pt x="119" y="80"/>
                    <a:pt x="118" y="79"/>
                  </a:cubicBezTo>
                  <a:cubicBezTo>
                    <a:pt x="117" y="78"/>
                    <a:pt x="116" y="75"/>
                    <a:pt x="115" y="75"/>
                  </a:cubicBezTo>
                  <a:cubicBezTo>
                    <a:pt x="115" y="74"/>
                    <a:pt x="114" y="72"/>
                    <a:pt x="114" y="72"/>
                  </a:cubicBezTo>
                  <a:cubicBezTo>
                    <a:pt x="113" y="70"/>
                    <a:pt x="113" y="70"/>
                    <a:pt x="113" y="70"/>
                  </a:cubicBezTo>
                  <a:cubicBezTo>
                    <a:pt x="111" y="69"/>
                    <a:pt x="111" y="69"/>
                    <a:pt x="111" y="69"/>
                  </a:cubicBezTo>
                  <a:cubicBezTo>
                    <a:pt x="110" y="68"/>
                    <a:pt x="110" y="68"/>
                    <a:pt x="110" y="68"/>
                  </a:cubicBezTo>
                  <a:cubicBezTo>
                    <a:pt x="110" y="69"/>
                    <a:pt x="110" y="69"/>
                    <a:pt x="110" y="69"/>
                  </a:cubicBezTo>
                  <a:cubicBezTo>
                    <a:pt x="110" y="70"/>
                    <a:pt x="110" y="70"/>
                    <a:pt x="110" y="70"/>
                  </a:cubicBezTo>
                  <a:cubicBezTo>
                    <a:pt x="111" y="72"/>
                    <a:pt x="111" y="72"/>
                    <a:pt x="111" y="72"/>
                  </a:cubicBezTo>
                  <a:cubicBezTo>
                    <a:pt x="111" y="74"/>
                    <a:pt x="111" y="74"/>
                    <a:pt x="111" y="74"/>
                  </a:cubicBezTo>
                  <a:cubicBezTo>
                    <a:pt x="109" y="75"/>
                    <a:pt x="109" y="75"/>
                    <a:pt x="109" y="75"/>
                  </a:cubicBezTo>
                  <a:cubicBezTo>
                    <a:pt x="107" y="77"/>
                    <a:pt x="107" y="77"/>
                    <a:pt x="107" y="77"/>
                  </a:cubicBezTo>
                  <a:cubicBezTo>
                    <a:pt x="106" y="79"/>
                    <a:pt x="106" y="79"/>
                    <a:pt x="106" y="79"/>
                  </a:cubicBezTo>
                  <a:cubicBezTo>
                    <a:pt x="105" y="79"/>
                    <a:pt x="105" y="79"/>
                    <a:pt x="105" y="79"/>
                  </a:cubicBezTo>
                  <a:cubicBezTo>
                    <a:pt x="105" y="79"/>
                    <a:pt x="104" y="81"/>
                    <a:pt x="103" y="82"/>
                  </a:cubicBezTo>
                  <a:cubicBezTo>
                    <a:pt x="103" y="83"/>
                    <a:pt x="102" y="83"/>
                    <a:pt x="101" y="83"/>
                  </a:cubicBezTo>
                  <a:cubicBezTo>
                    <a:pt x="100" y="83"/>
                    <a:pt x="98" y="81"/>
                    <a:pt x="98" y="80"/>
                  </a:cubicBezTo>
                  <a:cubicBezTo>
                    <a:pt x="97" y="79"/>
                    <a:pt x="96" y="76"/>
                    <a:pt x="96" y="76"/>
                  </a:cubicBezTo>
                  <a:cubicBezTo>
                    <a:pt x="96" y="73"/>
                    <a:pt x="96" y="73"/>
                    <a:pt x="96" y="73"/>
                  </a:cubicBezTo>
                  <a:cubicBezTo>
                    <a:pt x="98" y="74"/>
                    <a:pt x="98" y="74"/>
                    <a:pt x="98" y="74"/>
                  </a:cubicBezTo>
                  <a:cubicBezTo>
                    <a:pt x="99" y="75"/>
                    <a:pt x="99" y="75"/>
                    <a:pt x="99" y="75"/>
                  </a:cubicBezTo>
                  <a:cubicBezTo>
                    <a:pt x="100" y="76"/>
                    <a:pt x="100" y="76"/>
                    <a:pt x="100" y="76"/>
                  </a:cubicBezTo>
                  <a:cubicBezTo>
                    <a:pt x="100" y="78"/>
                    <a:pt x="100" y="78"/>
                    <a:pt x="100" y="78"/>
                  </a:cubicBezTo>
                  <a:cubicBezTo>
                    <a:pt x="101" y="79"/>
                    <a:pt x="101" y="79"/>
                    <a:pt x="101" y="79"/>
                  </a:cubicBezTo>
                  <a:cubicBezTo>
                    <a:pt x="101" y="78"/>
                    <a:pt x="101" y="78"/>
                    <a:pt x="102" y="78"/>
                  </a:cubicBezTo>
                  <a:cubicBezTo>
                    <a:pt x="103" y="77"/>
                    <a:pt x="105" y="75"/>
                    <a:pt x="105" y="74"/>
                  </a:cubicBezTo>
                  <a:cubicBezTo>
                    <a:pt x="106" y="73"/>
                    <a:pt x="107" y="72"/>
                    <a:pt x="106" y="70"/>
                  </a:cubicBezTo>
                  <a:cubicBezTo>
                    <a:pt x="105" y="69"/>
                    <a:pt x="103" y="67"/>
                    <a:pt x="102" y="66"/>
                  </a:cubicBezTo>
                  <a:cubicBezTo>
                    <a:pt x="100" y="65"/>
                    <a:pt x="102" y="64"/>
                    <a:pt x="102" y="64"/>
                  </a:cubicBezTo>
                  <a:cubicBezTo>
                    <a:pt x="100" y="64"/>
                    <a:pt x="100" y="62"/>
                    <a:pt x="100" y="62"/>
                  </a:cubicBezTo>
                  <a:cubicBezTo>
                    <a:pt x="101" y="56"/>
                    <a:pt x="107" y="58"/>
                    <a:pt x="108" y="58"/>
                  </a:cubicBezTo>
                  <a:cubicBezTo>
                    <a:pt x="108" y="58"/>
                    <a:pt x="107" y="57"/>
                    <a:pt x="107" y="56"/>
                  </a:cubicBezTo>
                  <a:cubicBezTo>
                    <a:pt x="106" y="55"/>
                    <a:pt x="103" y="54"/>
                    <a:pt x="103" y="53"/>
                  </a:cubicBezTo>
                  <a:cubicBezTo>
                    <a:pt x="103" y="52"/>
                    <a:pt x="103" y="52"/>
                    <a:pt x="103" y="52"/>
                  </a:cubicBezTo>
                  <a:cubicBezTo>
                    <a:pt x="100" y="53"/>
                    <a:pt x="99" y="57"/>
                    <a:pt x="99" y="57"/>
                  </a:cubicBezTo>
                  <a:cubicBezTo>
                    <a:pt x="98" y="56"/>
                    <a:pt x="98" y="55"/>
                    <a:pt x="98" y="54"/>
                  </a:cubicBezTo>
                  <a:cubicBezTo>
                    <a:pt x="96" y="54"/>
                    <a:pt x="96" y="54"/>
                    <a:pt x="96" y="54"/>
                  </a:cubicBezTo>
                  <a:cubicBezTo>
                    <a:pt x="95" y="54"/>
                    <a:pt x="95" y="55"/>
                    <a:pt x="94" y="55"/>
                  </a:cubicBezTo>
                  <a:cubicBezTo>
                    <a:pt x="93" y="56"/>
                    <a:pt x="93" y="56"/>
                    <a:pt x="92" y="57"/>
                  </a:cubicBezTo>
                  <a:cubicBezTo>
                    <a:pt x="93" y="58"/>
                    <a:pt x="93" y="58"/>
                    <a:pt x="93" y="58"/>
                  </a:cubicBezTo>
                  <a:cubicBezTo>
                    <a:pt x="94" y="59"/>
                    <a:pt x="94" y="59"/>
                    <a:pt x="94" y="59"/>
                  </a:cubicBezTo>
                  <a:cubicBezTo>
                    <a:pt x="94" y="61"/>
                    <a:pt x="94" y="61"/>
                    <a:pt x="94" y="61"/>
                  </a:cubicBezTo>
                  <a:cubicBezTo>
                    <a:pt x="94" y="62"/>
                    <a:pt x="94" y="62"/>
                    <a:pt x="94" y="62"/>
                  </a:cubicBezTo>
                  <a:cubicBezTo>
                    <a:pt x="94" y="63"/>
                    <a:pt x="94" y="63"/>
                    <a:pt x="94" y="63"/>
                  </a:cubicBezTo>
                  <a:cubicBezTo>
                    <a:pt x="92" y="63"/>
                    <a:pt x="92" y="63"/>
                    <a:pt x="92" y="63"/>
                  </a:cubicBezTo>
                  <a:cubicBezTo>
                    <a:pt x="93" y="63"/>
                    <a:pt x="93" y="63"/>
                    <a:pt x="93" y="63"/>
                  </a:cubicBezTo>
                  <a:cubicBezTo>
                    <a:pt x="93" y="62"/>
                    <a:pt x="93" y="62"/>
                    <a:pt x="93" y="62"/>
                  </a:cubicBezTo>
                  <a:cubicBezTo>
                    <a:pt x="92" y="61"/>
                    <a:pt x="92" y="61"/>
                    <a:pt x="92" y="61"/>
                  </a:cubicBezTo>
                  <a:cubicBezTo>
                    <a:pt x="91" y="59"/>
                    <a:pt x="91" y="59"/>
                    <a:pt x="91" y="59"/>
                  </a:cubicBezTo>
                  <a:cubicBezTo>
                    <a:pt x="91" y="58"/>
                    <a:pt x="91" y="57"/>
                    <a:pt x="90" y="56"/>
                  </a:cubicBezTo>
                  <a:cubicBezTo>
                    <a:pt x="89" y="53"/>
                    <a:pt x="89" y="53"/>
                    <a:pt x="89" y="53"/>
                  </a:cubicBezTo>
                  <a:cubicBezTo>
                    <a:pt x="88" y="50"/>
                    <a:pt x="88" y="50"/>
                    <a:pt x="88" y="50"/>
                  </a:cubicBezTo>
                  <a:cubicBezTo>
                    <a:pt x="88" y="48"/>
                    <a:pt x="88" y="48"/>
                    <a:pt x="88" y="48"/>
                  </a:cubicBezTo>
                  <a:cubicBezTo>
                    <a:pt x="88" y="47"/>
                    <a:pt x="88" y="47"/>
                    <a:pt x="88" y="47"/>
                  </a:cubicBezTo>
                  <a:cubicBezTo>
                    <a:pt x="88" y="47"/>
                    <a:pt x="88" y="47"/>
                    <a:pt x="88" y="47"/>
                  </a:cubicBezTo>
                  <a:cubicBezTo>
                    <a:pt x="87" y="47"/>
                    <a:pt x="87" y="47"/>
                    <a:pt x="87" y="47"/>
                  </a:cubicBezTo>
                  <a:cubicBezTo>
                    <a:pt x="88" y="46"/>
                    <a:pt x="88" y="46"/>
                    <a:pt x="88" y="46"/>
                  </a:cubicBezTo>
                  <a:cubicBezTo>
                    <a:pt x="89" y="46"/>
                    <a:pt x="89" y="46"/>
                    <a:pt x="89" y="46"/>
                  </a:cubicBezTo>
                  <a:cubicBezTo>
                    <a:pt x="90" y="47"/>
                    <a:pt x="90" y="47"/>
                    <a:pt x="90" y="47"/>
                  </a:cubicBezTo>
                  <a:cubicBezTo>
                    <a:pt x="91" y="47"/>
                    <a:pt x="91" y="47"/>
                    <a:pt x="91" y="47"/>
                  </a:cubicBezTo>
                  <a:cubicBezTo>
                    <a:pt x="92" y="48"/>
                    <a:pt x="92" y="48"/>
                    <a:pt x="92" y="48"/>
                  </a:cubicBezTo>
                  <a:cubicBezTo>
                    <a:pt x="92" y="49"/>
                    <a:pt x="92" y="49"/>
                    <a:pt x="92" y="49"/>
                  </a:cubicBezTo>
                  <a:cubicBezTo>
                    <a:pt x="92" y="50"/>
                    <a:pt x="92" y="50"/>
                    <a:pt x="92" y="50"/>
                  </a:cubicBezTo>
                  <a:cubicBezTo>
                    <a:pt x="92" y="51"/>
                    <a:pt x="92" y="51"/>
                    <a:pt x="92" y="51"/>
                  </a:cubicBezTo>
                  <a:cubicBezTo>
                    <a:pt x="91" y="53"/>
                    <a:pt x="91" y="53"/>
                    <a:pt x="91" y="53"/>
                  </a:cubicBezTo>
                  <a:cubicBezTo>
                    <a:pt x="92" y="54"/>
                    <a:pt x="92" y="54"/>
                    <a:pt x="92" y="54"/>
                  </a:cubicBezTo>
                  <a:cubicBezTo>
                    <a:pt x="94" y="53"/>
                    <a:pt x="94" y="53"/>
                    <a:pt x="94" y="53"/>
                  </a:cubicBezTo>
                  <a:cubicBezTo>
                    <a:pt x="94" y="53"/>
                    <a:pt x="96" y="52"/>
                    <a:pt x="97" y="51"/>
                  </a:cubicBezTo>
                  <a:cubicBezTo>
                    <a:pt x="97" y="50"/>
                    <a:pt x="97" y="50"/>
                    <a:pt x="97" y="50"/>
                  </a:cubicBezTo>
                  <a:cubicBezTo>
                    <a:pt x="95" y="48"/>
                    <a:pt x="95" y="48"/>
                    <a:pt x="95" y="48"/>
                  </a:cubicBezTo>
                  <a:cubicBezTo>
                    <a:pt x="98" y="48"/>
                    <a:pt x="99" y="49"/>
                    <a:pt x="99" y="49"/>
                  </a:cubicBezTo>
                  <a:cubicBezTo>
                    <a:pt x="99" y="49"/>
                    <a:pt x="99" y="49"/>
                    <a:pt x="99" y="49"/>
                  </a:cubicBezTo>
                  <a:cubicBezTo>
                    <a:pt x="99" y="48"/>
                    <a:pt x="97" y="46"/>
                    <a:pt x="95" y="43"/>
                  </a:cubicBezTo>
                  <a:cubicBezTo>
                    <a:pt x="95" y="41"/>
                    <a:pt x="95" y="41"/>
                    <a:pt x="95" y="41"/>
                  </a:cubicBezTo>
                  <a:cubicBezTo>
                    <a:pt x="94" y="40"/>
                    <a:pt x="92" y="39"/>
                    <a:pt x="92" y="39"/>
                  </a:cubicBezTo>
                  <a:cubicBezTo>
                    <a:pt x="91" y="39"/>
                    <a:pt x="92" y="35"/>
                    <a:pt x="90" y="33"/>
                  </a:cubicBezTo>
                  <a:cubicBezTo>
                    <a:pt x="87" y="32"/>
                    <a:pt x="87" y="35"/>
                    <a:pt x="87" y="35"/>
                  </a:cubicBezTo>
                  <a:cubicBezTo>
                    <a:pt x="87" y="31"/>
                    <a:pt x="88" y="31"/>
                    <a:pt x="89" y="31"/>
                  </a:cubicBezTo>
                  <a:cubicBezTo>
                    <a:pt x="88" y="30"/>
                    <a:pt x="88" y="30"/>
                    <a:pt x="88" y="30"/>
                  </a:cubicBezTo>
                  <a:cubicBezTo>
                    <a:pt x="88" y="29"/>
                    <a:pt x="88" y="28"/>
                    <a:pt x="88" y="27"/>
                  </a:cubicBezTo>
                  <a:cubicBezTo>
                    <a:pt x="87" y="26"/>
                    <a:pt x="86" y="25"/>
                    <a:pt x="86" y="25"/>
                  </a:cubicBezTo>
                  <a:cubicBezTo>
                    <a:pt x="86" y="25"/>
                    <a:pt x="86" y="25"/>
                    <a:pt x="86" y="25"/>
                  </a:cubicBezTo>
                  <a:cubicBezTo>
                    <a:pt x="86" y="27"/>
                    <a:pt x="86" y="27"/>
                    <a:pt x="86" y="27"/>
                  </a:cubicBezTo>
                  <a:cubicBezTo>
                    <a:pt x="86" y="29"/>
                    <a:pt x="86" y="29"/>
                    <a:pt x="86" y="29"/>
                  </a:cubicBezTo>
                  <a:cubicBezTo>
                    <a:pt x="85" y="29"/>
                    <a:pt x="85" y="29"/>
                    <a:pt x="85" y="29"/>
                  </a:cubicBezTo>
                  <a:cubicBezTo>
                    <a:pt x="85" y="29"/>
                    <a:pt x="85" y="29"/>
                    <a:pt x="85" y="29"/>
                  </a:cubicBezTo>
                  <a:cubicBezTo>
                    <a:pt x="84" y="30"/>
                    <a:pt x="84" y="30"/>
                    <a:pt x="84" y="30"/>
                  </a:cubicBezTo>
                  <a:cubicBezTo>
                    <a:pt x="83" y="30"/>
                    <a:pt x="83" y="30"/>
                    <a:pt x="83" y="30"/>
                  </a:cubicBezTo>
                  <a:cubicBezTo>
                    <a:pt x="84" y="29"/>
                    <a:pt x="84" y="29"/>
                    <a:pt x="84" y="29"/>
                  </a:cubicBezTo>
                  <a:cubicBezTo>
                    <a:pt x="84" y="29"/>
                    <a:pt x="84" y="29"/>
                    <a:pt x="84" y="29"/>
                  </a:cubicBezTo>
                  <a:cubicBezTo>
                    <a:pt x="84" y="28"/>
                    <a:pt x="84" y="28"/>
                    <a:pt x="84" y="28"/>
                  </a:cubicBezTo>
                  <a:cubicBezTo>
                    <a:pt x="85" y="26"/>
                    <a:pt x="85" y="26"/>
                    <a:pt x="85" y="26"/>
                  </a:cubicBezTo>
                  <a:cubicBezTo>
                    <a:pt x="86" y="22"/>
                    <a:pt x="86" y="22"/>
                    <a:pt x="86" y="22"/>
                  </a:cubicBezTo>
                  <a:cubicBezTo>
                    <a:pt x="85" y="19"/>
                    <a:pt x="85" y="19"/>
                    <a:pt x="85" y="19"/>
                  </a:cubicBezTo>
                  <a:cubicBezTo>
                    <a:pt x="84" y="16"/>
                    <a:pt x="84" y="16"/>
                    <a:pt x="84" y="16"/>
                  </a:cubicBezTo>
                  <a:cubicBezTo>
                    <a:pt x="84" y="14"/>
                    <a:pt x="84" y="14"/>
                    <a:pt x="84" y="14"/>
                  </a:cubicBezTo>
                  <a:cubicBezTo>
                    <a:pt x="84" y="14"/>
                    <a:pt x="84" y="14"/>
                    <a:pt x="84" y="14"/>
                  </a:cubicBezTo>
                  <a:cubicBezTo>
                    <a:pt x="84" y="14"/>
                    <a:pt x="84" y="14"/>
                    <a:pt x="84" y="14"/>
                  </a:cubicBezTo>
                  <a:cubicBezTo>
                    <a:pt x="83" y="13"/>
                    <a:pt x="83" y="13"/>
                    <a:pt x="83" y="13"/>
                  </a:cubicBezTo>
                  <a:cubicBezTo>
                    <a:pt x="85" y="12"/>
                    <a:pt x="85" y="14"/>
                    <a:pt x="85" y="14"/>
                  </a:cubicBezTo>
                  <a:cubicBezTo>
                    <a:pt x="85" y="14"/>
                    <a:pt x="85" y="14"/>
                    <a:pt x="85" y="14"/>
                  </a:cubicBezTo>
                  <a:cubicBezTo>
                    <a:pt x="85" y="14"/>
                    <a:pt x="85" y="14"/>
                    <a:pt x="85" y="14"/>
                  </a:cubicBezTo>
                  <a:cubicBezTo>
                    <a:pt x="87" y="16"/>
                    <a:pt x="87" y="16"/>
                    <a:pt x="87" y="16"/>
                  </a:cubicBezTo>
                  <a:cubicBezTo>
                    <a:pt x="87" y="15"/>
                    <a:pt x="87" y="15"/>
                    <a:pt x="87" y="15"/>
                  </a:cubicBezTo>
                  <a:cubicBezTo>
                    <a:pt x="87" y="13"/>
                    <a:pt x="87" y="13"/>
                    <a:pt x="87" y="13"/>
                  </a:cubicBezTo>
                  <a:cubicBezTo>
                    <a:pt x="87" y="13"/>
                    <a:pt x="87" y="13"/>
                    <a:pt x="87" y="13"/>
                  </a:cubicBezTo>
                  <a:cubicBezTo>
                    <a:pt x="88" y="12"/>
                    <a:pt x="87" y="11"/>
                    <a:pt x="87" y="11"/>
                  </a:cubicBezTo>
                  <a:cubicBezTo>
                    <a:pt x="87" y="11"/>
                    <a:pt x="87" y="11"/>
                    <a:pt x="87" y="11"/>
                  </a:cubicBezTo>
                  <a:cubicBezTo>
                    <a:pt x="88" y="11"/>
                    <a:pt x="88" y="13"/>
                    <a:pt x="88" y="13"/>
                  </a:cubicBezTo>
                  <a:cubicBezTo>
                    <a:pt x="89" y="14"/>
                    <a:pt x="89" y="14"/>
                    <a:pt x="89" y="14"/>
                  </a:cubicBezTo>
                  <a:cubicBezTo>
                    <a:pt x="89" y="14"/>
                    <a:pt x="89" y="14"/>
                    <a:pt x="89" y="14"/>
                  </a:cubicBezTo>
                  <a:cubicBezTo>
                    <a:pt x="89" y="14"/>
                    <a:pt x="89" y="14"/>
                    <a:pt x="89" y="14"/>
                  </a:cubicBezTo>
                  <a:cubicBezTo>
                    <a:pt x="89" y="12"/>
                    <a:pt x="89" y="12"/>
                    <a:pt x="89" y="12"/>
                  </a:cubicBezTo>
                  <a:cubicBezTo>
                    <a:pt x="89" y="12"/>
                    <a:pt x="89" y="12"/>
                    <a:pt x="89" y="12"/>
                  </a:cubicBezTo>
                  <a:cubicBezTo>
                    <a:pt x="90" y="13"/>
                    <a:pt x="90" y="14"/>
                    <a:pt x="90" y="14"/>
                  </a:cubicBezTo>
                  <a:cubicBezTo>
                    <a:pt x="90" y="14"/>
                    <a:pt x="90" y="14"/>
                    <a:pt x="90" y="14"/>
                  </a:cubicBezTo>
                  <a:cubicBezTo>
                    <a:pt x="91" y="16"/>
                    <a:pt x="91" y="16"/>
                    <a:pt x="91" y="16"/>
                  </a:cubicBezTo>
                  <a:cubicBezTo>
                    <a:pt x="91" y="16"/>
                    <a:pt x="90" y="17"/>
                    <a:pt x="89" y="18"/>
                  </a:cubicBezTo>
                  <a:cubicBezTo>
                    <a:pt x="89" y="19"/>
                    <a:pt x="89" y="20"/>
                    <a:pt x="88" y="21"/>
                  </a:cubicBezTo>
                  <a:cubicBezTo>
                    <a:pt x="88" y="23"/>
                    <a:pt x="89" y="25"/>
                    <a:pt x="90" y="27"/>
                  </a:cubicBezTo>
                  <a:cubicBezTo>
                    <a:pt x="90" y="28"/>
                    <a:pt x="90" y="28"/>
                    <a:pt x="90" y="28"/>
                  </a:cubicBezTo>
                  <a:cubicBezTo>
                    <a:pt x="90" y="28"/>
                    <a:pt x="90" y="28"/>
                    <a:pt x="90" y="28"/>
                  </a:cubicBezTo>
                  <a:cubicBezTo>
                    <a:pt x="91" y="30"/>
                    <a:pt x="91" y="30"/>
                    <a:pt x="91" y="30"/>
                  </a:cubicBezTo>
                  <a:cubicBezTo>
                    <a:pt x="91" y="28"/>
                    <a:pt x="93" y="27"/>
                    <a:pt x="93" y="27"/>
                  </a:cubicBezTo>
                  <a:cubicBezTo>
                    <a:pt x="93" y="27"/>
                    <a:pt x="93" y="29"/>
                    <a:pt x="93" y="30"/>
                  </a:cubicBezTo>
                  <a:cubicBezTo>
                    <a:pt x="94" y="31"/>
                    <a:pt x="94" y="31"/>
                    <a:pt x="94" y="32"/>
                  </a:cubicBezTo>
                  <a:cubicBezTo>
                    <a:pt x="96" y="35"/>
                    <a:pt x="96" y="35"/>
                    <a:pt x="96" y="35"/>
                  </a:cubicBezTo>
                  <a:cubicBezTo>
                    <a:pt x="96" y="34"/>
                    <a:pt x="97" y="32"/>
                    <a:pt x="98" y="31"/>
                  </a:cubicBezTo>
                  <a:cubicBezTo>
                    <a:pt x="99" y="30"/>
                    <a:pt x="101" y="28"/>
                    <a:pt x="102" y="27"/>
                  </a:cubicBezTo>
                  <a:cubicBezTo>
                    <a:pt x="103" y="26"/>
                    <a:pt x="105" y="25"/>
                    <a:pt x="105" y="24"/>
                  </a:cubicBezTo>
                  <a:cubicBezTo>
                    <a:pt x="105" y="23"/>
                    <a:pt x="105" y="23"/>
                    <a:pt x="105" y="23"/>
                  </a:cubicBezTo>
                  <a:cubicBezTo>
                    <a:pt x="105" y="23"/>
                    <a:pt x="105" y="23"/>
                    <a:pt x="105" y="23"/>
                  </a:cubicBezTo>
                  <a:cubicBezTo>
                    <a:pt x="102" y="23"/>
                    <a:pt x="102" y="23"/>
                    <a:pt x="102" y="23"/>
                  </a:cubicBezTo>
                  <a:cubicBezTo>
                    <a:pt x="102" y="23"/>
                    <a:pt x="101" y="24"/>
                    <a:pt x="100" y="24"/>
                  </a:cubicBezTo>
                  <a:cubicBezTo>
                    <a:pt x="98" y="24"/>
                    <a:pt x="98" y="23"/>
                    <a:pt x="97" y="23"/>
                  </a:cubicBezTo>
                  <a:cubicBezTo>
                    <a:pt x="97" y="22"/>
                    <a:pt x="97" y="22"/>
                    <a:pt x="97" y="22"/>
                  </a:cubicBezTo>
                  <a:cubicBezTo>
                    <a:pt x="99" y="22"/>
                    <a:pt x="99" y="22"/>
                    <a:pt x="99" y="22"/>
                  </a:cubicBezTo>
                  <a:cubicBezTo>
                    <a:pt x="100" y="21"/>
                    <a:pt x="100" y="21"/>
                    <a:pt x="100" y="21"/>
                  </a:cubicBezTo>
                  <a:cubicBezTo>
                    <a:pt x="101" y="20"/>
                    <a:pt x="101" y="20"/>
                    <a:pt x="101" y="20"/>
                  </a:cubicBezTo>
                  <a:cubicBezTo>
                    <a:pt x="99" y="18"/>
                    <a:pt x="99" y="18"/>
                    <a:pt x="99" y="18"/>
                  </a:cubicBezTo>
                  <a:cubicBezTo>
                    <a:pt x="97" y="19"/>
                    <a:pt x="97" y="19"/>
                    <a:pt x="97" y="19"/>
                  </a:cubicBezTo>
                  <a:cubicBezTo>
                    <a:pt x="97" y="19"/>
                    <a:pt x="97" y="16"/>
                    <a:pt x="99" y="16"/>
                  </a:cubicBezTo>
                  <a:cubicBezTo>
                    <a:pt x="102" y="16"/>
                    <a:pt x="102" y="16"/>
                    <a:pt x="102" y="16"/>
                  </a:cubicBezTo>
                  <a:cubicBezTo>
                    <a:pt x="102" y="16"/>
                    <a:pt x="103" y="14"/>
                    <a:pt x="104" y="14"/>
                  </a:cubicBezTo>
                  <a:cubicBezTo>
                    <a:pt x="105" y="14"/>
                    <a:pt x="106" y="14"/>
                    <a:pt x="107" y="14"/>
                  </a:cubicBezTo>
                  <a:cubicBezTo>
                    <a:pt x="108" y="15"/>
                    <a:pt x="108" y="15"/>
                    <a:pt x="108" y="15"/>
                  </a:cubicBezTo>
                  <a:cubicBezTo>
                    <a:pt x="107" y="14"/>
                    <a:pt x="107" y="14"/>
                    <a:pt x="107" y="14"/>
                  </a:cubicBezTo>
                  <a:cubicBezTo>
                    <a:pt x="109" y="14"/>
                    <a:pt x="109" y="14"/>
                    <a:pt x="109" y="14"/>
                  </a:cubicBezTo>
                  <a:cubicBezTo>
                    <a:pt x="110" y="15"/>
                    <a:pt x="110" y="15"/>
                    <a:pt x="110" y="15"/>
                  </a:cubicBezTo>
                  <a:cubicBezTo>
                    <a:pt x="109" y="15"/>
                    <a:pt x="109" y="15"/>
                    <a:pt x="109" y="15"/>
                  </a:cubicBezTo>
                  <a:cubicBezTo>
                    <a:pt x="110" y="15"/>
                    <a:pt x="110" y="15"/>
                    <a:pt x="110" y="15"/>
                  </a:cubicBezTo>
                  <a:cubicBezTo>
                    <a:pt x="111" y="14"/>
                    <a:pt x="111" y="14"/>
                    <a:pt x="111" y="14"/>
                  </a:cubicBezTo>
                  <a:cubicBezTo>
                    <a:pt x="112" y="17"/>
                    <a:pt x="112" y="17"/>
                    <a:pt x="112" y="17"/>
                  </a:cubicBezTo>
                  <a:cubicBezTo>
                    <a:pt x="111" y="17"/>
                    <a:pt x="111" y="17"/>
                    <a:pt x="111" y="17"/>
                  </a:cubicBezTo>
                  <a:cubicBezTo>
                    <a:pt x="111" y="18"/>
                    <a:pt x="113" y="19"/>
                    <a:pt x="113" y="22"/>
                  </a:cubicBezTo>
                  <a:cubicBezTo>
                    <a:pt x="113" y="21"/>
                    <a:pt x="113" y="21"/>
                    <a:pt x="113" y="21"/>
                  </a:cubicBezTo>
                  <a:cubicBezTo>
                    <a:pt x="114" y="20"/>
                    <a:pt x="115" y="17"/>
                    <a:pt x="115" y="17"/>
                  </a:cubicBezTo>
                  <a:cubicBezTo>
                    <a:pt x="116" y="18"/>
                    <a:pt x="116" y="18"/>
                    <a:pt x="116" y="18"/>
                  </a:cubicBezTo>
                  <a:cubicBezTo>
                    <a:pt x="116" y="17"/>
                    <a:pt x="117" y="12"/>
                    <a:pt x="117" y="12"/>
                  </a:cubicBezTo>
                  <a:cubicBezTo>
                    <a:pt x="118" y="12"/>
                    <a:pt x="118" y="13"/>
                    <a:pt x="118" y="13"/>
                  </a:cubicBezTo>
                  <a:cubicBezTo>
                    <a:pt x="119" y="11"/>
                    <a:pt x="118" y="1"/>
                    <a:pt x="118" y="1"/>
                  </a:cubicBezTo>
                  <a:cubicBezTo>
                    <a:pt x="121" y="2"/>
                    <a:pt x="123" y="8"/>
                    <a:pt x="122" y="11"/>
                  </a:cubicBezTo>
                  <a:cubicBezTo>
                    <a:pt x="123" y="11"/>
                    <a:pt x="123" y="11"/>
                    <a:pt x="123" y="11"/>
                  </a:cubicBezTo>
                  <a:cubicBezTo>
                    <a:pt x="123" y="12"/>
                    <a:pt x="123" y="13"/>
                    <a:pt x="123" y="13"/>
                  </a:cubicBezTo>
                  <a:cubicBezTo>
                    <a:pt x="125" y="12"/>
                    <a:pt x="129" y="3"/>
                    <a:pt x="129" y="3"/>
                  </a:cubicBezTo>
                  <a:cubicBezTo>
                    <a:pt x="133" y="7"/>
                    <a:pt x="126" y="17"/>
                    <a:pt x="126" y="17"/>
                  </a:cubicBezTo>
                  <a:cubicBezTo>
                    <a:pt x="127" y="17"/>
                    <a:pt x="130" y="14"/>
                    <a:pt x="130" y="14"/>
                  </a:cubicBezTo>
                  <a:cubicBezTo>
                    <a:pt x="132" y="18"/>
                    <a:pt x="125" y="23"/>
                    <a:pt x="125" y="23"/>
                  </a:cubicBezTo>
                  <a:cubicBezTo>
                    <a:pt x="127" y="22"/>
                    <a:pt x="130" y="22"/>
                    <a:pt x="130" y="22"/>
                  </a:cubicBezTo>
                  <a:cubicBezTo>
                    <a:pt x="130" y="24"/>
                    <a:pt x="126" y="29"/>
                    <a:pt x="125" y="29"/>
                  </a:cubicBezTo>
                  <a:cubicBezTo>
                    <a:pt x="128" y="29"/>
                    <a:pt x="129" y="30"/>
                    <a:pt x="129" y="30"/>
                  </a:cubicBezTo>
                  <a:cubicBezTo>
                    <a:pt x="128" y="33"/>
                    <a:pt x="126" y="34"/>
                    <a:pt x="124" y="35"/>
                  </a:cubicBezTo>
                  <a:cubicBezTo>
                    <a:pt x="126" y="34"/>
                    <a:pt x="126" y="34"/>
                    <a:pt x="126" y="34"/>
                  </a:cubicBezTo>
                  <a:cubicBezTo>
                    <a:pt x="129" y="35"/>
                    <a:pt x="131" y="36"/>
                    <a:pt x="131" y="39"/>
                  </a:cubicBezTo>
                  <a:cubicBezTo>
                    <a:pt x="131" y="42"/>
                    <a:pt x="130" y="43"/>
                    <a:pt x="130" y="44"/>
                  </a:cubicBezTo>
                  <a:cubicBezTo>
                    <a:pt x="130" y="45"/>
                    <a:pt x="130" y="45"/>
                    <a:pt x="131" y="4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1" name="Freeform 35">
              <a:extLst>
                <a:ext uri="{FF2B5EF4-FFF2-40B4-BE49-F238E27FC236}">
                  <a16:creationId xmlns:a16="http://schemas.microsoft.com/office/drawing/2014/main" id="{08201962-9093-439C-8F3D-54623CAFEF1C}"/>
                </a:ext>
              </a:extLst>
            </p:cNvPr>
            <p:cNvSpPr>
              <a:spLocks noEditPoints="1"/>
            </p:cNvSpPr>
            <p:nvPr/>
          </p:nvSpPr>
          <p:spPr bwMode="auto">
            <a:xfrm>
              <a:off x="6200775" y="2614613"/>
              <a:ext cx="103188" cy="122238"/>
            </a:xfrm>
            <a:custGeom>
              <a:avLst/>
              <a:gdLst>
                <a:gd name="T0" fmla="*/ 21 w 48"/>
                <a:gd name="T1" fmla="*/ 19 h 56"/>
                <a:gd name="T2" fmla="*/ 23 w 48"/>
                <a:gd name="T3" fmla="*/ 4 h 56"/>
                <a:gd name="T4" fmla="*/ 19 w 48"/>
                <a:gd name="T5" fmla="*/ 21 h 56"/>
                <a:gd name="T6" fmla="*/ 7 w 48"/>
                <a:gd name="T7" fmla="*/ 22 h 56"/>
                <a:gd name="T8" fmla="*/ 25 w 48"/>
                <a:gd name="T9" fmla="*/ 24 h 56"/>
                <a:gd name="T10" fmla="*/ 42 w 48"/>
                <a:gd name="T11" fmla="*/ 23 h 56"/>
                <a:gd name="T12" fmla="*/ 43 w 48"/>
                <a:gd name="T13" fmla="*/ 23 h 56"/>
                <a:gd name="T14" fmla="*/ 25 w 48"/>
                <a:gd name="T15" fmla="*/ 23 h 56"/>
                <a:gd name="T16" fmla="*/ 31 w 48"/>
                <a:gd name="T17" fmla="*/ 17 h 56"/>
                <a:gd name="T18" fmla="*/ 24 w 48"/>
                <a:gd name="T19" fmla="*/ 22 h 56"/>
                <a:gd name="T20" fmla="*/ 24 w 48"/>
                <a:gd name="T21" fmla="*/ 4 h 56"/>
                <a:gd name="T22" fmla="*/ 24 w 48"/>
                <a:gd name="T23" fmla="*/ 4 h 56"/>
                <a:gd name="T24" fmla="*/ 24 w 48"/>
                <a:gd name="T25" fmla="*/ 22 h 56"/>
                <a:gd name="T26" fmla="*/ 17 w 48"/>
                <a:gd name="T27" fmla="*/ 17 h 56"/>
                <a:gd name="T28" fmla="*/ 23 w 48"/>
                <a:gd name="T29" fmla="*/ 23 h 56"/>
                <a:gd name="T30" fmla="*/ 7 w 48"/>
                <a:gd name="T31" fmla="*/ 23 h 56"/>
                <a:gd name="T32" fmla="*/ 5 w 48"/>
                <a:gd name="T33" fmla="*/ 23 h 56"/>
                <a:gd name="T34" fmla="*/ 6 w 48"/>
                <a:gd name="T35" fmla="*/ 23 h 56"/>
                <a:gd name="T36" fmla="*/ 18 w 48"/>
                <a:gd name="T37" fmla="*/ 28 h 56"/>
                <a:gd name="T38" fmla="*/ 19 w 48"/>
                <a:gd name="T39" fmla="*/ 29 h 56"/>
                <a:gd name="T40" fmla="*/ 24 w 48"/>
                <a:gd name="T41" fmla="*/ 49 h 56"/>
                <a:gd name="T42" fmla="*/ 24 w 48"/>
                <a:gd name="T43" fmla="*/ 50 h 56"/>
                <a:gd name="T44" fmla="*/ 24 w 48"/>
                <a:gd name="T45" fmla="*/ 25 h 56"/>
                <a:gd name="T46" fmla="*/ 29 w 48"/>
                <a:gd name="T47" fmla="*/ 29 h 56"/>
                <a:gd name="T48" fmla="*/ 30 w 48"/>
                <a:gd name="T49" fmla="*/ 28 h 56"/>
                <a:gd name="T50" fmla="*/ 44 w 48"/>
                <a:gd name="T51" fmla="*/ 23 h 56"/>
                <a:gd name="T52" fmla="*/ 26 w 48"/>
                <a:gd name="T53" fmla="*/ 24 h 56"/>
                <a:gd name="T54" fmla="*/ 48 w 48"/>
                <a:gd name="T55" fmla="*/ 23 h 56"/>
                <a:gd name="T56" fmla="*/ 43 w 48"/>
                <a:gd name="T57" fmla="*/ 22 h 56"/>
                <a:gd name="T58" fmla="*/ 44 w 48"/>
                <a:gd name="T59" fmla="*/ 23 h 56"/>
                <a:gd name="T60" fmla="*/ 24 w 48"/>
                <a:gd name="T61" fmla="*/ 50 h 56"/>
                <a:gd name="T62" fmla="*/ 23 w 48"/>
                <a:gd name="T63" fmla="*/ 25 h 56"/>
                <a:gd name="T64" fmla="*/ 24 w 48"/>
                <a:gd name="T65" fmla="*/ 56 h 56"/>
                <a:gd name="T66" fmla="*/ 28 w 48"/>
                <a:gd name="T67" fmla="*/ 29 h 56"/>
                <a:gd name="T68" fmla="*/ 25 w 48"/>
                <a:gd name="T69" fmla="*/ 49 h 56"/>
                <a:gd name="T70" fmla="*/ 6 w 48"/>
                <a:gd name="T71" fmla="*/ 24 h 56"/>
                <a:gd name="T72" fmla="*/ 6 w 48"/>
                <a:gd name="T73" fmla="*/ 22 h 56"/>
                <a:gd name="T74" fmla="*/ 0 w 48"/>
                <a:gd name="T75" fmla="*/ 23 h 56"/>
                <a:gd name="T76" fmla="*/ 22 w 48"/>
                <a:gd name="T77" fmla="*/ 24 h 56"/>
                <a:gd name="T78" fmla="*/ 43 w 48"/>
                <a:gd name="T79" fmla="*/ 22 h 56"/>
                <a:gd name="T80" fmla="*/ 26 w 48"/>
                <a:gd name="T81" fmla="*/ 22 h 56"/>
                <a:gd name="T82" fmla="*/ 25 w 48"/>
                <a:gd name="T83" fmla="*/ 4 h 56"/>
                <a:gd name="T84" fmla="*/ 25 w 48"/>
                <a:gd name="T85" fmla="*/ 21 h 56"/>
                <a:gd name="T86" fmla="*/ 24 w 48"/>
                <a:gd name="T87" fmla="*/ 0 h 56"/>
                <a:gd name="T88" fmla="*/ 23 w 48"/>
                <a:gd name="T89" fmla="*/ 4 h 56"/>
                <a:gd name="T90" fmla="*/ 24 w 48"/>
                <a:gd name="T91" fmla="*/ 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8" h="56">
                  <a:moveTo>
                    <a:pt x="23" y="4"/>
                  </a:moveTo>
                  <a:cubicBezTo>
                    <a:pt x="21" y="19"/>
                    <a:pt x="21" y="19"/>
                    <a:pt x="21" y="19"/>
                  </a:cubicBezTo>
                  <a:cubicBezTo>
                    <a:pt x="23" y="21"/>
                    <a:pt x="23" y="21"/>
                    <a:pt x="23" y="21"/>
                  </a:cubicBezTo>
                  <a:lnTo>
                    <a:pt x="23" y="4"/>
                  </a:lnTo>
                  <a:close/>
                  <a:moveTo>
                    <a:pt x="22" y="22"/>
                  </a:moveTo>
                  <a:cubicBezTo>
                    <a:pt x="19" y="21"/>
                    <a:pt x="19" y="21"/>
                    <a:pt x="19" y="21"/>
                  </a:cubicBezTo>
                  <a:cubicBezTo>
                    <a:pt x="7" y="22"/>
                    <a:pt x="7" y="22"/>
                    <a:pt x="7" y="22"/>
                  </a:cubicBezTo>
                  <a:cubicBezTo>
                    <a:pt x="7" y="22"/>
                    <a:pt x="7" y="22"/>
                    <a:pt x="7" y="22"/>
                  </a:cubicBezTo>
                  <a:cubicBezTo>
                    <a:pt x="10" y="22"/>
                    <a:pt x="19" y="22"/>
                    <a:pt x="22" y="22"/>
                  </a:cubicBezTo>
                  <a:moveTo>
                    <a:pt x="25" y="24"/>
                  </a:moveTo>
                  <a:cubicBezTo>
                    <a:pt x="26" y="24"/>
                    <a:pt x="26" y="24"/>
                    <a:pt x="26" y="24"/>
                  </a:cubicBezTo>
                  <a:cubicBezTo>
                    <a:pt x="26" y="24"/>
                    <a:pt x="40" y="23"/>
                    <a:pt x="42" y="23"/>
                  </a:cubicBezTo>
                  <a:cubicBezTo>
                    <a:pt x="43" y="23"/>
                    <a:pt x="43" y="23"/>
                    <a:pt x="43" y="23"/>
                  </a:cubicBezTo>
                  <a:cubicBezTo>
                    <a:pt x="43" y="23"/>
                    <a:pt x="43" y="23"/>
                    <a:pt x="43" y="23"/>
                  </a:cubicBezTo>
                  <a:cubicBezTo>
                    <a:pt x="43" y="23"/>
                    <a:pt x="43" y="23"/>
                    <a:pt x="43" y="23"/>
                  </a:cubicBezTo>
                  <a:cubicBezTo>
                    <a:pt x="25" y="23"/>
                    <a:pt x="25" y="23"/>
                    <a:pt x="25" y="23"/>
                  </a:cubicBezTo>
                  <a:cubicBezTo>
                    <a:pt x="30" y="18"/>
                    <a:pt x="30" y="18"/>
                    <a:pt x="30" y="18"/>
                  </a:cubicBezTo>
                  <a:cubicBezTo>
                    <a:pt x="31" y="17"/>
                    <a:pt x="31" y="17"/>
                    <a:pt x="31" y="17"/>
                  </a:cubicBezTo>
                  <a:cubicBezTo>
                    <a:pt x="29" y="17"/>
                    <a:pt x="29" y="17"/>
                    <a:pt x="29" y="17"/>
                  </a:cubicBezTo>
                  <a:cubicBezTo>
                    <a:pt x="24" y="22"/>
                    <a:pt x="24" y="22"/>
                    <a:pt x="24" y="22"/>
                  </a:cubicBezTo>
                  <a:cubicBezTo>
                    <a:pt x="24" y="22"/>
                    <a:pt x="24" y="22"/>
                    <a:pt x="24" y="22"/>
                  </a:cubicBezTo>
                  <a:cubicBezTo>
                    <a:pt x="24" y="4"/>
                    <a:pt x="24" y="4"/>
                    <a:pt x="24" y="4"/>
                  </a:cubicBezTo>
                  <a:cubicBezTo>
                    <a:pt x="24" y="4"/>
                    <a:pt x="24" y="4"/>
                    <a:pt x="24" y="4"/>
                  </a:cubicBezTo>
                  <a:cubicBezTo>
                    <a:pt x="24" y="4"/>
                    <a:pt x="24" y="4"/>
                    <a:pt x="24" y="4"/>
                  </a:cubicBezTo>
                  <a:cubicBezTo>
                    <a:pt x="24" y="4"/>
                    <a:pt x="24" y="4"/>
                    <a:pt x="24" y="4"/>
                  </a:cubicBezTo>
                  <a:cubicBezTo>
                    <a:pt x="24" y="22"/>
                    <a:pt x="24" y="22"/>
                    <a:pt x="24" y="22"/>
                  </a:cubicBezTo>
                  <a:cubicBezTo>
                    <a:pt x="19" y="18"/>
                    <a:pt x="19" y="18"/>
                    <a:pt x="19" y="18"/>
                  </a:cubicBezTo>
                  <a:cubicBezTo>
                    <a:pt x="17" y="17"/>
                    <a:pt x="17" y="17"/>
                    <a:pt x="17" y="17"/>
                  </a:cubicBezTo>
                  <a:cubicBezTo>
                    <a:pt x="18" y="18"/>
                    <a:pt x="18" y="18"/>
                    <a:pt x="18" y="18"/>
                  </a:cubicBezTo>
                  <a:cubicBezTo>
                    <a:pt x="23" y="23"/>
                    <a:pt x="23" y="23"/>
                    <a:pt x="23" y="23"/>
                  </a:cubicBezTo>
                  <a:cubicBezTo>
                    <a:pt x="22" y="23"/>
                    <a:pt x="22" y="23"/>
                    <a:pt x="22" y="23"/>
                  </a:cubicBezTo>
                  <a:cubicBezTo>
                    <a:pt x="22" y="23"/>
                    <a:pt x="10" y="23"/>
                    <a:pt x="7" y="23"/>
                  </a:cubicBezTo>
                  <a:cubicBezTo>
                    <a:pt x="6" y="23"/>
                    <a:pt x="6" y="23"/>
                    <a:pt x="6" y="23"/>
                  </a:cubicBezTo>
                  <a:cubicBezTo>
                    <a:pt x="5" y="23"/>
                    <a:pt x="5" y="23"/>
                    <a:pt x="5" y="23"/>
                  </a:cubicBezTo>
                  <a:cubicBezTo>
                    <a:pt x="6" y="23"/>
                    <a:pt x="6" y="23"/>
                    <a:pt x="6" y="23"/>
                  </a:cubicBezTo>
                  <a:cubicBezTo>
                    <a:pt x="6" y="23"/>
                    <a:pt x="6" y="23"/>
                    <a:pt x="6" y="23"/>
                  </a:cubicBezTo>
                  <a:cubicBezTo>
                    <a:pt x="23" y="23"/>
                    <a:pt x="23" y="23"/>
                    <a:pt x="23" y="23"/>
                  </a:cubicBezTo>
                  <a:cubicBezTo>
                    <a:pt x="18" y="28"/>
                    <a:pt x="18" y="28"/>
                    <a:pt x="18" y="28"/>
                  </a:cubicBezTo>
                  <a:cubicBezTo>
                    <a:pt x="17" y="30"/>
                    <a:pt x="17" y="30"/>
                    <a:pt x="17" y="30"/>
                  </a:cubicBezTo>
                  <a:cubicBezTo>
                    <a:pt x="19" y="29"/>
                    <a:pt x="19" y="29"/>
                    <a:pt x="19" y="29"/>
                  </a:cubicBezTo>
                  <a:cubicBezTo>
                    <a:pt x="24" y="24"/>
                    <a:pt x="24" y="24"/>
                    <a:pt x="24" y="24"/>
                  </a:cubicBezTo>
                  <a:cubicBezTo>
                    <a:pt x="24" y="49"/>
                    <a:pt x="24" y="49"/>
                    <a:pt x="24" y="49"/>
                  </a:cubicBezTo>
                  <a:cubicBezTo>
                    <a:pt x="24" y="50"/>
                    <a:pt x="24" y="50"/>
                    <a:pt x="24" y="50"/>
                  </a:cubicBezTo>
                  <a:cubicBezTo>
                    <a:pt x="24" y="50"/>
                    <a:pt x="24" y="50"/>
                    <a:pt x="24" y="50"/>
                  </a:cubicBezTo>
                  <a:cubicBezTo>
                    <a:pt x="24" y="49"/>
                    <a:pt x="24" y="49"/>
                    <a:pt x="24" y="49"/>
                  </a:cubicBezTo>
                  <a:cubicBezTo>
                    <a:pt x="24" y="25"/>
                    <a:pt x="24" y="25"/>
                    <a:pt x="24" y="25"/>
                  </a:cubicBezTo>
                  <a:cubicBezTo>
                    <a:pt x="24" y="24"/>
                    <a:pt x="24" y="24"/>
                    <a:pt x="24" y="24"/>
                  </a:cubicBezTo>
                  <a:cubicBezTo>
                    <a:pt x="29" y="29"/>
                    <a:pt x="29" y="29"/>
                    <a:pt x="29" y="29"/>
                  </a:cubicBezTo>
                  <a:cubicBezTo>
                    <a:pt x="30" y="30"/>
                    <a:pt x="30" y="30"/>
                    <a:pt x="30" y="30"/>
                  </a:cubicBezTo>
                  <a:cubicBezTo>
                    <a:pt x="30" y="28"/>
                    <a:pt x="30" y="28"/>
                    <a:pt x="30" y="28"/>
                  </a:cubicBezTo>
                  <a:lnTo>
                    <a:pt x="25" y="24"/>
                  </a:lnTo>
                  <a:close/>
                  <a:moveTo>
                    <a:pt x="44" y="23"/>
                  </a:moveTo>
                  <a:cubicBezTo>
                    <a:pt x="42" y="24"/>
                    <a:pt x="42" y="24"/>
                    <a:pt x="42" y="24"/>
                  </a:cubicBezTo>
                  <a:cubicBezTo>
                    <a:pt x="41" y="24"/>
                    <a:pt x="29" y="24"/>
                    <a:pt x="26" y="24"/>
                  </a:cubicBezTo>
                  <a:cubicBezTo>
                    <a:pt x="28" y="26"/>
                    <a:pt x="28" y="26"/>
                    <a:pt x="28" y="26"/>
                  </a:cubicBezTo>
                  <a:cubicBezTo>
                    <a:pt x="48" y="23"/>
                    <a:pt x="48" y="23"/>
                    <a:pt x="48" y="23"/>
                  </a:cubicBezTo>
                  <a:cubicBezTo>
                    <a:pt x="48" y="23"/>
                    <a:pt x="48" y="23"/>
                    <a:pt x="48" y="23"/>
                  </a:cubicBezTo>
                  <a:cubicBezTo>
                    <a:pt x="43" y="22"/>
                    <a:pt x="43" y="22"/>
                    <a:pt x="43" y="22"/>
                  </a:cubicBezTo>
                  <a:cubicBezTo>
                    <a:pt x="43" y="22"/>
                    <a:pt x="43" y="22"/>
                    <a:pt x="43" y="22"/>
                  </a:cubicBezTo>
                  <a:lnTo>
                    <a:pt x="44" y="23"/>
                  </a:lnTo>
                  <a:close/>
                  <a:moveTo>
                    <a:pt x="25" y="49"/>
                  </a:moveTo>
                  <a:cubicBezTo>
                    <a:pt x="25" y="50"/>
                    <a:pt x="25" y="50"/>
                    <a:pt x="24" y="50"/>
                  </a:cubicBezTo>
                  <a:cubicBezTo>
                    <a:pt x="23" y="49"/>
                    <a:pt x="23" y="49"/>
                    <a:pt x="23" y="49"/>
                  </a:cubicBezTo>
                  <a:cubicBezTo>
                    <a:pt x="23" y="25"/>
                    <a:pt x="23" y="25"/>
                    <a:pt x="23" y="25"/>
                  </a:cubicBezTo>
                  <a:cubicBezTo>
                    <a:pt x="20" y="28"/>
                    <a:pt x="20" y="28"/>
                    <a:pt x="20" y="28"/>
                  </a:cubicBezTo>
                  <a:cubicBezTo>
                    <a:pt x="24" y="56"/>
                    <a:pt x="24" y="56"/>
                    <a:pt x="24" y="56"/>
                  </a:cubicBezTo>
                  <a:cubicBezTo>
                    <a:pt x="24" y="56"/>
                    <a:pt x="24" y="56"/>
                    <a:pt x="24" y="56"/>
                  </a:cubicBezTo>
                  <a:cubicBezTo>
                    <a:pt x="28" y="29"/>
                    <a:pt x="28" y="29"/>
                    <a:pt x="28" y="29"/>
                  </a:cubicBezTo>
                  <a:cubicBezTo>
                    <a:pt x="25" y="25"/>
                    <a:pt x="25" y="25"/>
                    <a:pt x="25" y="25"/>
                  </a:cubicBezTo>
                  <a:lnTo>
                    <a:pt x="25" y="49"/>
                  </a:lnTo>
                  <a:close/>
                  <a:moveTo>
                    <a:pt x="22" y="24"/>
                  </a:moveTo>
                  <a:cubicBezTo>
                    <a:pt x="6" y="24"/>
                    <a:pt x="6" y="24"/>
                    <a:pt x="6" y="24"/>
                  </a:cubicBezTo>
                  <a:cubicBezTo>
                    <a:pt x="6" y="24"/>
                    <a:pt x="5" y="24"/>
                    <a:pt x="5" y="23"/>
                  </a:cubicBezTo>
                  <a:cubicBezTo>
                    <a:pt x="6" y="22"/>
                    <a:pt x="6" y="22"/>
                    <a:pt x="6" y="22"/>
                  </a:cubicBezTo>
                  <a:cubicBezTo>
                    <a:pt x="0" y="23"/>
                    <a:pt x="0" y="23"/>
                    <a:pt x="0" y="23"/>
                  </a:cubicBezTo>
                  <a:cubicBezTo>
                    <a:pt x="0" y="23"/>
                    <a:pt x="0" y="23"/>
                    <a:pt x="0" y="23"/>
                  </a:cubicBezTo>
                  <a:cubicBezTo>
                    <a:pt x="19" y="26"/>
                    <a:pt x="19" y="26"/>
                    <a:pt x="19" y="26"/>
                  </a:cubicBezTo>
                  <a:lnTo>
                    <a:pt x="22" y="24"/>
                  </a:lnTo>
                  <a:close/>
                  <a:moveTo>
                    <a:pt x="26" y="22"/>
                  </a:moveTo>
                  <a:cubicBezTo>
                    <a:pt x="43" y="22"/>
                    <a:pt x="43" y="22"/>
                    <a:pt x="43" y="22"/>
                  </a:cubicBezTo>
                  <a:cubicBezTo>
                    <a:pt x="28" y="20"/>
                    <a:pt x="28" y="20"/>
                    <a:pt x="28" y="20"/>
                  </a:cubicBezTo>
                  <a:lnTo>
                    <a:pt x="26" y="22"/>
                  </a:lnTo>
                  <a:close/>
                  <a:moveTo>
                    <a:pt x="24" y="4"/>
                  </a:moveTo>
                  <a:cubicBezTo>
                    <a:pt x="25" y="4"/>
                    <a:pt x="25" y="4"/>
                    <a:pt x="25" y="4"/>
                  </a:cubicBezTo>
                  <a:cubicBezTo>
                    <a:pt x="25" y="4"/>
                    <a:pt x="25" y="4"/>
                    <a:pt x="25" y="4"/>
                  </a:cubicBezTo>
                  <a:cubicBezTo>
                    <a:pt x="25" y="21"/>
                    <a:pt x="25" y="21"/>
                    <a:pt x="25" y="21"/>
                  </a:cubicBezTo>
                  <a:cubicBezTo>
                    <a:pt x="28" y="18"/>
                    <a:pt x="28" y="18"/>
                    <a:pt x="28" y="18"/>
                  </a:cubicBezTo>
                  <a:cubicBezTo>
                    <a:pt x="24" y="0"/>
                    <a:pt x="24" y="0"/>
                    <a:pt x="24" y="0"/>
                  </a:cubicBezTo>
                  <a:cubicBezTo>
                    <a:pt x="24" y="0"/>
                    <a:pt x="24" y="0"/>
                    <a:pt x="24" y="0"/>
                  </a:cubicBezTo>
                  <a:cubicBezTo>
                    <a:pt x="23" y="4"/>
                    <a:pt x="23" y="4"/>
                    <a:pt x="23" y="4"/>
                  </a:cubicBezTo>
                  <a:cubicBezTo>
                    <a:pt x="23" y="4"/>
                    <a:pt x="23" y="4"/>
                    <a:pt x="23" y="4"/>
                  </a:cubicBezTo>
                  <a:lnTo>
                    <a:pt x="2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2" name="Freeform 36">
              <a:extLst>
                <a:ext uri="{FF2B5EF4-FFF2-40B4-BE49-F238E27FC236}">
                  <a16:creationId xmlns:a16="http://schemas.microsoft.com/office/drawing/2014/main" id="{BCCA80F3-D8D1-489B-94C8-059F29446A55}"/>
                </a:ext>
              </a:extLst>
            </p:cNvPr>
            <p:cNvSpPr>
              <a:spLocks noEditPoints="1"/>
            </p:cNvSpPr>
            <p:nvPr/>
          </p:nvSpPr>
          <p:spPr bwMode="auto">
            <a:xfrm>
              <a:off x="6197600" y="2746375"/>
              <a:ext cx="107950" cy="98425"/>
            </a:xfrm>
            <a:custGeom>
              <a:avLst/>
              <a:gdLst>
                <a:gd name="T0" fmla="*/ 14 w 50"/>
                <a:gd name="T1" fmla="*/ 20 h 45"/>
                <a:gd name="T2" fmla="*/ 15 w 50"/>
                <a:gd name="T3" fmla="*/ 11 h 45"/>
                <a:gd name="T4" fmla="*/ 13 w 50"/>
                <a:gd name="T5" fmla="*/ 27 h 45"/>
                <a:gd name="T6" fmla="*/ 22 w 50"/>
                <a:gd name="T7" fmla="*/ 14 h 45"/>
                <a:gd name="T8" fmla="*/ 37 w 50"/>
                <a:gd name="T9" fmla="*/ 24 h 45"/>
                <a:gd name="T10" fmla="*/ 25 w 50"/>
                <a:gd name="T11" fmla="*/ 24 h 45"/>
                <a:gd name="T12" fmla="*/ 43 w 50"/>
                <a:gd name="T13" fmla="*/ 31 h 45"/>
                <a:gd name="T14" fmla="*/ 25 w 50"/>
                <a:gd name="T15" fmla="*/ 22 h 45"/>
                <a:gd name="T16" fmla="*/ 38 w 50"/>
                <a:gd name="T17" fmla="*/ 3 h 45"/>
                <a:gd name="T18" fmla="*/ 19 w 50"/>
                <a:gd name="T19" fmla="*/ 3 h 45"/>
                <a:gd name="T20" fmla="*/ 40 w 50"/>
                <a:gd name="T21" fmla="*/ 0 h 45"/>
                <a:gd name="T22" fmla="*/ 43 w 50"/>
                <a:gd name="T23" fmla="*/ 39 h 45"/>
                <a:gd name="T24" fmla="*/ 46 w 50"/>
                <a:gd name="T25" fmla="*/ 41 h 45"/>
                <a:gd name="T26" fmla="*/ 47 w 50"/>
                <a:gd name="T27" fmla="*/ 44 h 45"/>
                <a:gd name="T28" fmla="*/ 7 w 50"/>
                <a:gd name="T29" fmla="*/ 39 h 45"/>
                <a:gd name="T30" fmla="*/ 10 w 50"/>
                <a:gd name="T31" fmla="*/ 41 h 45"/>
                <a:gd name="T32" fmla="*/ 14 w 50"/>
                <a:gd name="T33" fmla="*/ 41 h 45"/>
                <a:gd name="T34" fmla="*/ 17 w 50"/>
                <a:gd name="T35" fmla="*/ 43 h 45"/>
                <a:gd name="T36" fmla="*/ 20 w 50"/>
                <a:gd name="T37" fmla="*/ 42 h 45"/>
                <a:gd name="T38" fmla="*/ 18 w 50"/>
                <a:gd name="T39" fmla="*/ 38 h 45"/>
                <a:gd name="T40" fmla="*/ 10 w 50"/>
                <a:gd name="T41" fmla="*/ 38 h 45"/>
                <a:gd name="T42" fmla="*/ 5 w 50"/>
                <a:gd name="T43" fmla="*/ 37 h 45"/>
                <a:gd name="T44" fmla="*/ 32 w 50"/>
                <a:gd name="T45" fmla="*/ 10 h 45"/>
                <a:gd name="T46" fmla="*/ 26 w 50"/>
                <a:gd name="T47" fmla="*/ 17 h 45"/>
                <a:gd name="T48" fmla="*/ 37 w 50"/>
                <a:gd name="T49" fmla="*/ 17 h 45"/>
                <a:gd name="T50" fmla="*/ 33 w 50"/>
                <a:gd name="T51" fmla="*/ 21 h 45"/>
                <a:gd name="T52" fmla="*/ 42 w 50"/>
                <a:gd name="T53" fmla="*/ 43 h 45"/>
                <a:gd name="T54" fmla="*/ 42 w 50"/>
                <a:gd name="T55" fmla="*/ 42 h 45"/>
                <a:gd name="T56" fmla="*/ 38 w 50"/>
                <a:gd name="T57" fmla="*/ 27 h 45"/>
                <a:gd name="T58" fmla="*/ 12 w 50"/>
                <a:gd name="T59" fmla="*/ 24 h 45"/>
                <a:gd name="T60" fmla="*/ 10 w 50"/>
                <a:gd name="T61" fmla="*/ 37 h 45"/>
                <a:gd name="T62" fmla="*/ 18 w 50"/>
                <a:gd name="T63" fmla="*/ 38 h 45"/>
                <a:gd name="T64" fmla="*/ 32 w 50"/>
                <a:gd name="T65" fmla="*/ 38 h 45"/>
                <a:gd name="T66" fmla="*/ 45 w 50"/>
                <a:gd name="T67" fmla="*/ 38 h 45"/>
                <a:gd name="T68" fmla="*/ 43 w 50"/>
                <a:gd name="T69" fmla="*/ 40 h 45"/>
                <a:gd name="T70" fmla="*/ 38 w 50"/>
                <a:gd name="T71" fmla="*/ 39 h 45"/>
                <a:gd name="T72" fmla="*/ 40 w 50"/>
                <a:gd name="T73" fmla="*/ 42 h 45"/>
                <a:gd name="T74" fmla="*/ 42 w 50"/>
                <a:gd name="T75" fmla="*/ 41 h 45"/>
                <a:gd name="T76" fmla="*/ 31 w 50"/>
                <a:gd name="T77" fmla="*/ 40 h 45"/>
                <a:gd name="T78" fmla="*/ 28 w 50"/>
                <a:gd name="T79" fmla="*/ 39 h 45"/>
                <a:gd name="T80" fmla="*/ 23 w 50"/>
                <a:gd name="T81" fmla="*/ 40 h 45"/>
                <a:gd name="T82" fmla="*/ 20 w 50"/>
                <a:gd name="T83" fmla="*/ 41 h 45"/>
                <a:gd name="T84" fmla="*/ 44 w 50"/>
                <a:gd name="T85" fmla="*/ 42 h 45"/>
                <a:gd name="T86" fmla="*/ 41 w 50"/>
                <a:gd name="T87" fmla="*/ 43 h 45"/>
                <a:gd name="T88" fmla="*/ 34 w 50"/>
                <a:gd name="T89" fmla="*/ 43 h 45"/>
                <a:gd name="T90" fmla="*/ 27 w 50"/>
                <a:gd name="T91" fmla="*/ 43 h 45"/>
                <a:gd name="T92" fmla="*/ 46 w 50"/>
                <a:gd name="T93" fmla="*/ 44 h 45"/>
                <a:gd name="T94" fmla="*/ 18 w 50"/>
                <a:gd name="T95" fmla="*/ 44 h 45"/>
                <a:gd name="T96" fmla="*/ 14 w 50"/>
                <a:gd name="T97" fmla="*/ 42 h 45"/>
                <a:gd name="T98" fmla="*/ 11 w 50"/>
                <a:gd name="T99" fmla="*/ 42 h 45"/>
                <a:gd name="T100" fmla="*/ 1 w 50"/>
                <a:gd name="T101" fmla="*/ 44 h 45"/>
                <a:gd name="T102" fmla="*/ 19 w 50"/>
                <a:gd name="T103" fmla="*/ 45 h 45"/>
                <a:gd name="T104" fmla="*/ 38 w 50"/>
                <a:gd name="T105" fmla="*/ 40 h 45"/>
                <a:gd name="T106" fmla="*/ 35 w 50"/>
                <a:gd name="T107" fmla="*/ 40 h 45"/>
                <a:gd name="T108" fmla="*/ 17 w 50"/>
                <a:gd name="T109" fmla="*/ 24 h 45"/>
                <a:gd name="T110" fmla="*/ 36 w 50"/>
                <a:gd name="T111" fmla="*/ 11 h 45"/>
                <a:gd name="T112" fmla="*/ 41 w 50"/>
                <a:gd name="T113" fmla="*/ 24 h 45"/>
                <a:gd name="T114" fmla="*/ 13 w 50"/>
                <a:gd name="T115" fmla="*/ 17 h 45"/>
                <a:gd name="T116" fmla="*/ 11 w 50"/>
                <a:gd name="T117" fmla="*/ 14 h 45"/>
                <a:gd name="T118" fmla="*/ 38 w 50"/>
                <a:gd name="T119" fmla="*/ 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45">
                  <a:moveTo>
                    <a:pt x="20" y="24"/>
                  </a:moveTo>
                  <a:cubicBezTo>
                    <a:pt x="21" y="23"/>
                    <a:pt x="22" y="22"/>
                    <a:pt x="25" y="22"/>
                  </a:cubicBezTo>
                  <a:cubicBezTo>
                    <a:pt x="25" y="21"/>
                    <a:pt x="25" y="21"/>
                    <a:pt x="25" y="21"/>
                  </a:cubicBezTo>
                  <a:cubicBezTo>
                    <a:pt x="17" y="21"/>
                    <a:pt x="17" y="21"/>
                    <a:pt x="17" y="21"/>
                  </a:cubicBezTo>
                  <a:cubicBezTo>
                    <a:pt x="17" y="24"/>
                    <a:pt x="17" y="24"/>
                    <a:pt x="17" y="24"/>
                  </a:cubicBezTo>
                  <a:cubicBezTo>
                    <a:pt x="20" y="24"/>
                    <a:pt x="20" y="24"/>
                    <a:pt x="20" y="24"/>
                  </a:cubicBezTo>
                  <a:close/>
                  <a:moveTo>
                    <a:pt x="21" y="17"/>
                  </a:moveTo>
                  <a:cubicBezTo>
                    <a:pt x="14" y="17"/>
                    <a:pt x="14" y="17"/>
                    <a:pt x="14" y="17"/>
                  </a:cubicBezTo>
                  <a:cubicBezTo>
                    <a:pt x="14" y="20"/>
                    <a:pt x="14" y="20"/>
                    <a:pt x="14" y="20"/>
                  </a:cubicBezTo>
                  <a:cubicBezTo>
                    <a:pt x="21" y="20"/>
                    <a:pt x="21" y="20"/>
                    <a:pt x="21" y="20"/>
                  </a:cubicBezTo>
                  <a:lnTo>
                    <a:pt x="21" y="17"/>
                  </a:lnTo>
                  <a:close/>
                  <a:moveTo>
                    <a:pt x="25" y="15"/>
                  </a:moveTo>
                  <a:cubicBezTo>
                    <a:pt x="18" y="15"/>
                    <a:pt x="18" y="15"/>
                    <a:pt x="18" y="15"/>
                  </a:cubicBezTo>
                  <a:cubicBezTo>
                    <a:pt x="18" y="17"/>
                    <a:pt x="18" y="17"/>
                    <a:pt x="18" y="17"/>
                  </a:cubicBezTo>
                  <a:cubicBezTo>
                    <a:pt x="25" y="17"/>
                    <a:pt x="25" y="17"/>
                    <a:pt x="25" y="17"/>
                  </a:cubicBezTo>
                  <a:lnTo>
                    <a:pt x="25" y="15"/>
                  </a:lnTo>
                  <a:close/>
                  <a:moveTo>
                    <a:pt x="21" y="11"/>
                  </a:moveTo>
                  <a:cubicBezTo>
                    <a:pt x="15" y="11"/>
                    <a:pt x="15" y="11"/>
                    <a:pt x="15" y="11"/>
                  </a:cubicBezTo>
                  <a:cubicBezTo>
                    <a:pt x="15" y="14"/>
                    <a:pt x="15" y="14"/>
                    <a:pt x="15" y="14"/>
                  </a:cubicBezTo>
                  <a:cubicBezTo>
                    <a:pt x="21" y="14"/>
                    <a:pt x="21" y="14"/>
                    <a:pt x="21" y="14"/>
                  </a:cubicBezTo>
                  <a:lnTo>
                    <a:pt x="21" y="11"/>
                  </a:lnTo>
                  <a:close/>
                  <a:moveTo>
                    <a:pt x="13" y="27"/>
                  </a:moveTo>
                  <a:cubicBezTo>
                    <a:pt x="19" y="27"/>
                    <a:pt x="19" y="27"/>
                    <a:pt x="19" y="27"/>
                  </a:cubicBezTo>
                  <a:cubicBezTo>
                    <a:pt x="20" y="24"/>
                    <a:pt x="20" y="24"/>
                    <a:pt x="20" y="24"/>
                  </a:cubicBezTo>
                  <a:cubicBezTo>
                    <a:pt x="20" y="24"/>
                    <a:pt x="20" y="24"/>
                    <a:pt x="20" y="24"/>
                  </a:cubicBezTo>
                  <a:cubicBezTo>
                    <a:pt x="13" y="24"/>
                    <a:pt x="13" y="24"/>
                    <a:pt x="13" y="24"/>
                  </a:cubicBezTo>
                  <a:lnTo>
                    <a:pt x="13" y="27"/>
                  </a:lnTo>
                  <a:close/>
                  <a:moveTo>
                    <a:pt x="30" y="30"/>
                  </a:moveTo>
                  <a:cubicBezTo>
                    <a:pt x="34" y="30"/>
                    <a:pt x="34" y="30"/>
                    <a:pt x="34" y="30"/>
                  </a:cubicBezTo>
                  <a:cubicBezTo>
                    <a:pt x="34" y="27"/>
                    <a:pt x="34" y="27"/>
                    <a:pt x="34" y="27"/>
                  </a:cubicBezTo>
                  <a:cubicBezTo>
                    <a:pt x="32" y="27"/>
                    <a:pt x="32" y="27"/>
                    <a:pt x="32" y="27"/>
                  </a:cubicBezTo>
                  <a:cubicBezTo>
                    <a:pt x="32" y="29"/>
                    <a:pt x="32" y="29"/>
                    <a:pt x="32" y="29"/>
                  </a:cubicBezTo>
                  <a:cubicBezTo>
                    <a:pt x="32" y="29"/>
                    <a:pt x="32" y="29"/>
                    <a:pt x="32" y="29"/>
                  </a:cubicBezTo>
                  <a:cubicBezTo>
                    <a:pt x="30" y="29"/>
                    <a:pt x="30" y="29"/>
                    <a:pt x="30" y="29"/>
                  </a:cubicBezTo>
                  <a:lnTo>
                    <a:pt x="30" y="30"/>
                  </a:lnTo>
                  <a:close/>
                  <a:moveTo>
                    <a:pt x="22" y="14"/>
                  </a:moveTo>
                  <a:cubicBezTo>
                    <a:pt x="28" y="14"/>
                    <a:pt x="28" y="14"/>
                    <a:pt x="28" y="14"/>
                  </a:cubicBezTo>
                  <a:cubicBezTo>
                    <a:pt x="28" y="11"/>
                    <a:pt x="28" y="11"/>
                    <a:pt x="28" y="11"/>
                  </a:cubicBezTo>
                  <a:cubicBezTo>
                    <a:pt x="22" y="11"/>
                    <a:pt x="22" y="11"/>
                    <a:pt x="22" y="11"/>
                  </a:cubicBezTo>
                  <a:lnTo>
                    <a:pt x="22" y="14"/>
                  </a:lnTo>
                  <a:close/>
                  <a:moveTo>
                    <a:pt x="37" y="24"/>
                  </a:moveTo>
                  <a:cubicBezTo>
                    <a:pt x="31" y="24"/>
                    <a:pt x="31" y="24"/>
                    <a:pt x="31" y="24"/>
                  </a:cubicBezTo>
                  <a:cubicBezTo>
                    <a:pt x="32" y="27"/>
                    <a:pt x="32" y="27"/>
                    <a:pt x="32" y="27"/>
                  </a:cubicBezTo>
                  <a:cubicBezTo>
                    <a:pt x="37" y="27"/>
                    <a:pt x="37" y="27"/>
                    <a:pt x="37" y="27"/>
                  </a:cubicBezTo>
                  <a:lnTo>
                    <a:pt x="37" y="24"/>
                  </a:lnTo>
                  <a:close/>
                  <a:moveTo>
                    <a:pt x="20" y="29"/>
                  </a:moveTo>
                  <a:cubicBezTo>
                    <a:pt x="18" y="29"/>
                    <a:pt x="18" y="29"/>
                    <a:pt x="18" y="29"/>
                  </a:cubicBezTo>
                  <a:cubicBezTo>
                    <a:pt x="18" y="29"/>
                    <a:pt x="18" y="29"/>
                    <a:pt x="18" y="29"/>
                  </a:cubicBezTo>
                  <a:cubicBezTo>
                    <a:pt x="18" y="27"/>
                    <a:pt x="18" y="27"/>
                    <a:pt x="18" y="27"/>
                  </a:cubicBezTo>
                  <a:cubicBezTo>
                    <a:pt x="17" y="27"/>
                    <a:pt x="17" y="27"/>
                    <a:pt x="17" y="27"/>
                  </a:cubicBezTo>
                  <a:cubicBezTo>
                    <a:pt x="17" y="30"/>
                    <a:pt x="17" y="30"/>
                    <a:pt x="17" y="30"/>
                  </a:cubicBezTo>
                  <a:cubicBezTo>
                    <a:pt x="20" y="30"/>
                    <a:pt x="20" y="30"/>
                    <a:pt x="20" y="30"/>
                  </a:cubicBezTo>
                  <a:lnTo>
                    <a:pt x="20" y="29"/>
                  </a:lnTo>
                  <a:close/>
                  <a:moveTo>
                    <a:pt x="25" y="24"/>
                  </a:moveTo>
                  <a:cubicBezTo>
                    <a:pt x="21" y="24"/>
                    <a:pt x="21" y="27"/>
                    <a:pt x="21" y="29"/>
                  </a:cubicBezTo>
                  <a:cubicBezTo>
                    <a:pt x="21" y="35"/>
                    <a:pt x="21" y="35"/>
                    <a:pt x="21" y="35"/>
                  </a:cubicBezTo>
                  <a:cubicBezTo>
                    <a:pt x="30" y="35"/>
                    <a:pt x="30" y="35"/>
                    <a:pt x="30" y="35"/>
                  </a:cubicBezTo>
                  <a:cubicBezTo>
                    <a:pt x="30" y="29"/>
                    <a:pt x="30" y="29"/>
                    <a:pt x="30" y="29"/>
                  </a:cubicBezTo>
                  <a:cubicBezTo>
                    <a:pt x="30" y="28"/>
                    <a:pt x="29" y="24"/>
                    <a:pt x="25" y="24"/>
                  </a:cubicBezTo>
                  <a:moveTo>
                    <a:pt x="30" y="35"/>
                  </a:moveTo>
                  <a:cubicBezTo>
                    <a:pt x="32" y="35"/>
                    <a:pt x="32" y="35"/>
                    <a:pt x="32" y="35"/>
                  </a:cubicBezTo>
                  <a:cubicBezTo>
                    <a:pt x="43" y="35"/>
                    <a:pt x="43" y="35"/>
                    <a:pt x="43" y="35"/>
                  </a:cubicBezTo>
                  <a:cubicBezTo>
                    <a:pt x="43" y="31"/>
                    <a:pt x="43" y="31"/>
                    <a:pt x="43" y="31"/>
                  </a:cubicBezTo>
                  <a:cubicBezTo>
                    <a:pt x="30" y="31"/>
                    <a:pt x="30" y="31"/>
                    <a:pt x="30" y="31"/>
                  </a:cubicBezTo>
                  <a:lnTo>
                    <a:pt x="30" y="35"/>
                  </a:lnTo>
                  <a:close/>
                  <a:moveTo>
                    <a:pt x="34" y="30"/>
                  </a:moveTo>
                  <a:cubicBezTo>
                    <a:pt x="43" y="30"/>
                    <a:pt x="43" y="30"/>
                    <a:pt x="43" y="30"/>
                  </a:cubicBezTo>
                  <a:cubicBezTo>
                    <a:pt x="42" y="27"/>
                    <a:pt x="42" y="27"/>
                    <a:pt x="42" y="27"/>
                  </a:cubicBezTo>
                  <a:cubicBezTo>
                    <a:pt x="34" y="27"/>
                    <a:pt x="34" y="27"/>
                    <a:pt x="34" y="27"/>
                  </a:cubicBezTo>
                  <a:lnTo>
                    <a:pt x="34" y="30"/>
                  </a:lnTo>
                  <a:close/>
                  <a:moveTo>
                    <a:pt x="32" y="28"/>
                  </a:moveTo>
                  <a:cubicBezTo>
                    <a:pt x="32" y="27"/>
                    <a:pt x="31" y="22"/>
                    <a:pt x="25" y="22"/>
                  </a:cubicBezTo>
                  <a:cubicBezTo>
                    <a:pt x="20" y="22"/>
                    <a:pt x="19" y="27"/>
                    <a:pt x="19" y="28"/>
                  </a:cubicBezTo>
                  <a:cubicBezTo>
                    <a:pt x="20" y="28"/>
                    <a:pt x="20" y="28"/>
                    <a:pt x="20" y="28"/>
                  </a:cubicBezTo>
                  <a:cubicBezTo>
                    <a:pt x="20" y="27"/>
                    <a:pt x="21" y="26"/>
                    <a:pt x="21" y="25"/>
                  </a:cubicBezTo>
                  <a:cubicBezTo>
                    <a:pt x="22" y="24"/>
                    <a:pt x="23" y="23"/>
                    <a:pt x="25" y="23"/>
                  </a:cubicBezTo>
                  <a:cubicBezTo>
                    <a:pt x="30" y="23"/>
                    <a:pt x="30" y="27"/>
                    <a:pt x="30" y="29"/>
                  </a:cubicBezTo>
                  <a:lnTo>
                    <a:pt x="32" y="28"/>
                  </a:lnTo>
                  <a:close/>
                  <a:moveTo>
                    <a:pt x="40" y="0"/>
                  </a:moveTo>
                  <a:cubicBezTo>
                    <a:pt x="38" y="0"/>
                    <a:pt x="38" y="0"/>
                    <a:pt x="38" y="0"/>
                  </a:cubicBezTo>
                  <a:cubicBezTo>
                    <a:pt x="38" y="3"/>
                    <a:pt x="38" y="3"/>
                    <a:pt x="38" y="3"/>
                  </a:cubicBezTo>
                  <a:cubicBezTo>
                    <a:pt x="35" y="3"/>
                    <a:pt x="35" y="3"/>
                    <a:pt x="35" y="3"/>
                  </a:cubicBezTo>
                  <a:cubicBezTo>
                    <a:pt x="35" y="0"/>
                    <a:pt x="35" y="0"/>
                    <a:pt x="35" y="0"/>
                  </a:cubicBezTo>
                  <a:cubicBezTo>
                    <a:pt x="31" y="0"/>
                    <a:pt x="31" y="0"/>
                    <a:pt x="31" y="0"/>
                  </a:cubicBezTo>
                  <a:cubicBezTo>
                    <a:pt x="31" y="3"/>
                    <a:pt x="31" y="3"/>
                    <a:pt x="31" y="3"/>
                  </a:cubicBezTo>
                  <a:cubicBezTo>
                    <a:pt x="28" y="3"/>
                    <a:pt x="28" y="3"/>
                    <a:pt x="28" y="3"/>
                  </a:cubicBezTo>
                  <a:cubicBezTo>
                    <a:pt x="28" y="0"/>
                    <a:pt x="28" y="0"/>
                    <a:pt x="28" y="0"/>
                  </a:cubicBezTo>
                  <a:cubicBezTo>
                    <a:pt x="22" y="0"/>
                    <a:pt x="22" y="0"/>
                    <a:pt x="22" y="0"/>
                  </a:cubicBezTo>
                  <a:cubicBezTo>
                    <a:pt x="22" y="3"/>
                    <a:pt x="22" y="3"/>
                    <a:pt x="22" y="3"/>
                  </a:cubicBezTo>
                  <a:cubicBezTo>
                    <a:pt x="19" y="3"/>
                    <a:pt x="19" y="3"/>
                    <a:pt x="19" y="3"/>
                  </a:cubicBezTo>
                  <a:cubicBezTo>
                    <a:pt x="19" y="0"/>
                    <a:pt x="19" y="0"/>
                    <a:pt x="19" y="0"/>
                  </a:cubicBezTo>
                  <a:cubicBezTo>
                    <a:pt x="15" y="0"/>
                    <a:pt x="15" y="0"/>
                    <a:pt x="15" y="0"/>
                  </a:cubicBezTo>
                  <a:cubicBezTo>
                    <a:pt x="15" y="3"/>
                    <a:pt x="15" y="3"/>
                    <a:pt x="15" y="3"/>
                  </a:cubicBezTo>
                  <a:cubicBezTo>
                    <a:pt x="12" y="3"/>
                    <a:pt x="12" y="3"/>
                    <a:pt x="12" y="3"/>
                  </a:cubicBezTo>
                  <a:cubicBezTo>
                    <a:pt x="12" y="0"/>
                    <a:pt x="12" y="0"/>
                    <a:pt x="12" y="0"/>
                  </a:cubicBezTo>
                  <a:cubicBezTo>
                    <a:pt x="10" y="0"/>
                    <a:pt x="10" y="0"/>
                    <a:pt x="10" y="0"/>
                  </a:cubicBezTo>
                  <a:cubicBezTo>
                    <a:pt x="10" y="5"/>
                    <a:pt x="10" y="5"/>
                    <a:pt x="10" y="5"/>
                  </a:cubicBezTo>
                  <a:cubicBezTo>
                    <a:pt x="40" y="5"/>
                    <a:pt x="40" y="5"/>
                    <a:pt x="40" y="5"/>
                  </a:cubicBezTo>
                  <a:lnTo>
                    <a:pt x="40" y="0"/>
                  </a:lnTo>
                  <a:close/>
                  <a:moveTo>
                    <a:pt x="47" y="39"/>
                  </a:moveTo>
                  <a:cubicBezTo>
                    <a:pt x="46" y="37"/>
                    <a:pt x="46" y="37"/>
                    <a:pt x="46" y="37"/>
                  </a:cubicBezTo>
                  <a:cubicBezTo>
                    <a:pt x="45" y="37"/>
                    <a:pt x="45" y="37"/>
                    <a:pt x="45" y="37"/>
                  </a:cubicBezTo>
                  <a:cubicBezTo>
                    <a:pt x="46" y="38"/>
                    <a:pt x="46" y="38"/>
                    <a:pt x="46" y="38"/>
                  </a:cubicBezTo>
                  <a:cubicBezTo>
                    <a:pt x="45" y="38"/>
                    <a:pt x="45" y="38"/>
                    <a:pt x="45" y="38"/>
                  </a:cubicBezTo>
                  <a:cubicBezTo>
                    <a:pt x="45" y="38"/>
                    <a:pt x="45" y="38"/>
                    <a:pt x="45" y="38"/>
                  </a:cubicBezTo>
                  <a:cubicBezTo>
                    <a:pt x="43" y="38"/>
                    <a:pt x="43" y="38"/>
                    <a:pt x="43" y="38"/>
                  </a:cubicBezTo>
                  <a:cubicBezTo>
                    <a:pt x="43" y="38"/>
                    <a:pt x="43" y="38"/>
                    <a:pt x="43" y="38"/>
                  </a:cubicBezTo>
                  <a:cubicBezTo>
                    <a:pt x="43" y="39"/>
                    <a:pt x="43" y="39"/>
                    <a:pt x="43" y="39"/>
                  </a:cubicBezTo>
                  <a:cubicBezTo>
                    <a:pt x="43" y="39"/>
                    <a:pt x="43" y="39"/>
                    <a:pt x="43" y="39"/>
                  </a:cubicBezTo>
                  <a:cubicBezTo>
                    <a:pt x="43" y="39"/>
                    <a:pt x="43" y="39"/>
                    <a:pt x="43" y="39"/>
                  </a:cubicBezTo>
                  <a:cubicBezTo>
                    <a:pt x="43" y="39"/>
                    <a:pt x="43" y="39"/>
                    <a:pt x="43" y="39"/>
                  </a:cubicBezTo>
                  <a:cubicBezTo>
                    <a:pt x="43" y="40"/>
                    <a:pt x="43" y="40"/>
                    <a:pt x="43" y="40"/>
                  </a:cubicBezTo>
                  <a:cubicBezTo>
                    <a:pt x="43" y="40"/>
                    <a:pt x="43" y="40"/>
                    <a:pt x="43" y="40"/>
                  </a:cubicBezTo>
                  <a:cubicBezTo>
                    <a:pt x="45" y="41"/>
                    <a:pt x="45" y="41"/>
                    <a:pt x="45" y="41"/>
                  </a:cubicBezTo>
                  <a:cubicBezTo>
                    <a:pt x="44" y="41"/>
                    <a:pt x="44" y="41"/>
                    <a:pt x="44" y="41"/>
                  </a:cubicBezTo>
                  <a:cubicBezTo>
                    <a:pt x="45" y="41"/>
                    <a:pt x="45" y="41"/>
                    <a:pt x="45" y="41"/>
                  </a:cubicBezTo>
                  <a:cubicBezTo>
                    <a:pt x="46" y="41"/>
                    <a:pt x="46" y="41"/>
                    <a:pt x="46" y="41"/>
                  </a:cubicBezTo>
                  <a:cubicBezTo>
                    <a:pt x="46" y="41"/>
                    <a:pt x="46" y="41"/>
                    <a:pt x="46" y="41"/>
                  </a:cubicBezTo>
                  <a:cubicBezTo>
                    <a:pt x="46" y="41"/>
                    <a:pt x="46" y="41"/>
                    <a:pt x="46" y="41"/>
                  </a:cubicBezTo>
                  <a:cubicBezTo>
                    <a:pt x="46" y="42"/>
                    <a:pt x="46" y="42"/>
                    <a:pt x="46" y="42"/>
                  </a:cubicBezTo>
                  <a:cubicBezTo>
                    <a:pt x="46" y="42"/>
                    <a:pt x="46" y="42"/>
                    <a:pt x="46" y="42"/>
                  </a:cubicBezTo>
                  <a:cubicBezTo>
                    <a:pt x="46" y="42"/>
                    <a:pt x="46" y="42"/>
                    <a:pt x="46" y="42"/>
                  </a:cubicBezTo>
                  <a:cubicBezTo>
                    <a:pt x="47" y="43"/>
                    <a:pt x="47" y="43"/>
                    <a:pt x="47" y="43"/>
                  </a:cubicBezTo>
                  <a:cubicBezTo>
                    <a:pt x="47" y="43"/>
                    <a:pt x="47" y="43"/>
                    <a:pt x="47" y="43"/>
                  </a:cubicBezTo>
                  <a:cubicBezTo>
                    <a:pt x="47" y="43"/>
                    <a:pt x="47" y="43"/>
                    <a:pt x="47" y="43"/>
                  </a:cubicBezTo>
                  <a:cubicBezTo>
                    <a:pt x="47" y="44"/>
                    <a:pt x="47" y="44"/>
                    <a:pt x="47" y="44"/>
                  </a:cubicBezTo>
                  <a:cubicBezTo>
                    <a:pt x="47" y="44"/>
                    <a:pt x="47" y="44"/>
                    <a:pt x="47" y="44"/>
                  </a:cubicBezTo>
                  <a:cubicBezTo>
                    <a:pt x="47" y="44"/>
                    <a:pt x="47" y="44"/>
                    <a:pt x="47" y="44"/>
                  </a:cubicBezTo>
                  <a:cubicBezTo>
                    <a:pt x="48" y="44"/>
                    <a:pt x="49" y="43"/>
                    <a:pt x="50" y="43"/>
                  </a:cubicBezTo>
                  <a:cubicBezTo>
                    <a:pt x="49" y="42"/>
                    <a:pt x="47" y="39"/>
                    <a:pt x="47" y="39"/>
                  </a:cubicBezTo>
                  <a:moveTo>
                    <a:pt x="6" y="39"/>
                  </a:moveTo>
                  <a:cubicBezTo>
                    <a:pt x="7" y="38"/>
                    <a:pt x="7" y="38"/>
                    <a:pt x="7" y="38"/>
                  </a:cubicBezTo>
                  <a:cubicBezTo>
                    <a:pt x="7" y="38"/>
                    <a:pt x="7" y="38"/>
                    <a:pt x="7" y="38"/>
                  </a:cubicBezTo>
                  <a:cubicBezTo>
                    <a:pt x="7" y="39"/>
                    <a:pt x="7" y="39"/>
                    <a:pt x="7" y="39"/>
                  </a:cubicBezTo>
                  <a:cubicBezTo>
                    <a:pt x="7" y="39"/>
                    <a:pt x="7" y="39"/>
                    <a:pt x="7" y="39"/>
                  </a:cubicBezTo>
                  <a:cubicBezTo>
                    <a:pt x="7" y="39"/>
                    <a:pt x="7" y="39"/>
                    <a:pt x="7" y="39"/>
                  </a:cubicBezTo>
                  <a:cubicBezTo>
                    <a:pt x="5" y="41"/>
                    <a:pt x="5" y="41"/>
                    <a:pt x="5" y="41"/>
                  </a:cubicBezTo>
                  <a:cubicBezTo>
                    <a:pt x="6" y="44"/>
                    <a:pt x="6" y="44"/>
                    <a:pt x="6" y="44"/>
                  </a:cubicBezTo>
                  <a:cubicBezTo>
                    <a:pt x="7" y="44"/>
                    <a:pt x="7" y="44"/>
                    <a:pt x="7" y="44"/>
                  </a:cubicBezTo>
                  <a:cubicBezTo>
                    <a:pt x="10" y="42"/>
                    <a:pt x="10" y="42"/>
                    <a:pt x="10" y="42"/>
                  </a:cubicBezTo>
                  <a:cubicBezTo>
                    <a:pt x="10" y="42"/>
                    <a:pt x="10" y="42"/>
                    <a:pt x="10" y="42"/>
                  </a:cubicBezTo>
                  <a:cubicBezTo>
                    <a:pt x="10" y="42"/>
                    <a:pt x="10" y="42"/>
                    <a:pt x="10" y="42"/>
                  </a:cubicBezTo>
                  <a:cubicBezTo>
                    <a:pt x="10" y="42"/>
                    <a:pt x="10" y="42"/>
                    <a:pt x="10" y="42"/>
                  </a:cubicBezTo>
                  <a:cubicBezTo>
                    <a:pt x="10" y="41"/>
                    <a:pt x="10" y="41"/>
                    <a:pt x="10" y="41"/>
                  </a:cubicBezTo>
                  <a:cubicBezTo>
                    <a:pt x="11" y="41"/>
                    <a:pt x="11" y="41"/>
                    <a:pt x="11" y="41"/>
                  </a:cubicBezTo>
                  <a:cubicBezTo>
                    <a:pt x="12" y="40"/>
                    <a:pt x="12" y="40"/>
                    <a:pt x="12" y="40"/>
                  </a:cubicBezTo>
                  <a:cubicBezTo>
                    <a:pt x="13" y="39"/>
                    <a:pt x="13" y="39"/>
                    <a:pt x="13" y="39"/>
                  </a:cubicBezTo>
                  <a:cubicBezTo>
                    <a:pt x="13" y="39"/>
                    <a:pt x="13" y="39"/>
                    <a:pt x="13" y="39"/>
                  </a:cubicBezTo>
                  <a:cubicBezTo>
                    <a:pt x="13" y="38"/>
                    <a:pt x="13" y="38"/>
                    <a:pt x="13" y="38"/>
                  </a:cubicBezTo>
                  <a:cubicBezTo>
                    <a:pt x="13" y="39"/>
                    <a:pt x="13" y="39"/>
                    <a:pt x="13" y="39"/>
                  </a:cubicBezTo>
                  <a:cubicBezTo>
                    <a:pt x="13" y="40"/>
                    <a:pt x="13" y="40"/>
                    <a:pt x="13" y="40"/>
                  </a:cubicBezTo>
                  <a:cubicBezTo>
                    <a:pt x="14" y="41"/>
                    <a:pt x="14" y="41"/>
                    <a:pt x="14" y="41"/>
                  </a:cubicBezTo>
                  <a:cubicBezTo>
                    <a:pt x="14" y="41"/>
                    <a:pt x="14" y="41"/>
                    <a:pt x="14" y="41"/>
                  </a:cubicBezTo>
                  <a:cubicBezTo>
                    <a:pt x="14" y="41"/>
                    <a:pt x="14" y="41"/>
                    <a:pt x="14" y="41"/>
                  </a:cubicBezTo>
                  <a:cubicBezTo>
                    <a:pt x="14" y="42"/>
                    <a:pt x="14" y="42"/>
                    <a:pt x="14" y="42"/>
                  </a:cubicBezTo>
                  <a:cubicBezTo>
                    <a:pt x="14" y="42"/>
                    <a:pt x="14" y="42"/>
                    <a:pt x="14" y="42"/>
                  </a:cubicBezTo>
                  <a:cubicBezTo>
                    <a:pt x="14" y="42"/>
                    <a:pt x="14" y="42"/>
                    <a:pt x="14" y="42"/>
                  </a:cubicBezTo>
                  <a:cubicBezTo>
                    <a:pt x="15" y="43"/>
                    <a:pt x="15" y="43"/>
                    <a:pt x="15" y="43"/>
                  </a:cubicBezTo>
                  <a:cubicBezTo>
                    <a:pt x="16" y="43"/>
                    <a:pt x="16" y="43"/>
                    <a:pt x="16" y="43"/>
                  </a:cubicBezTo>
                  <a:cubicBezTo>
                    <a:pt x="17" y="43"/>
                    <a:pt x="17" y="43"/>
                    <a:pt x="17" y="43"/>
                  </a:cubicBezTo>
                  <a:cubicBezTo>
                    <a:pt x="17" y="43"/>
                    <a:pt x="17" y="43"/>
                    <a:pt x="17" y="43"/>
                  </a:cubicBezTo>
                  <a:cubicBezTo>
                    <a:pt x="17" y="43"/>
                    <a:pt x="17" y="43"/>
                    <a:pt x="17" y="43"/>
                  </a:cubicBezTo>
                  <a:cubicBezTo>
                    <a:pt x="18" y="44"/>
                    <a:pt x="18" y="44"/>
                    <a:pt x="18" y="44"/>
                  </a:cubicBezTo>
                  <a:cubicBezTo>
                    <a:pt x="18" y="44"/>
                    <a:pt x="18" y="44"/>
                    <a:pt x="18" y="44"/>
                  </a:cubicBezTo>
                  <a:cubicBezTo>
                    <a:pt x="18" y="44"/>
                    <a:pt x="18" y="44"/>
                    <a:pt x="18" y="44"/>
                  </a:cubicBezTo>
                  <a:cubicBezTo>
                    <a:pt x="18" y="44"/>
                    <a:pt x="18" y="44"/>
                    <a:pt x="18" y="44"/>
                  </a:cubicBezTo>
                  <a:cubicBezTo>
                    <a:pt x="19" y="44"/>
                    <a:pt x="19" y="44"/>
                    <a:pt x="19" y="44"/>
                  </a:cubicBezTo>
                  <a:cubicBezTo>
                    <a:pt x="19" y="44"/>
                    <a:pt x="19" y="44"/>
                    <a:pt x="19" y="44"/>
                  </a:cubicBezTo>
                  <a:cubicBezTo>
                    <a:pt x="19" y="43"/>
                    <a:pt x="19" y="43"/>
                    <a:pt x="19" y="43"/>
                  </a:cubicBezTo>
                  <a:cubicBezTo>
                    <a:pt x="19" y="43"/>
                    <a:pt x="19" y="43"/>
                    <a:pt x="19" y="43"/>
                  </a:cubicBezTo>
                  <a:cubicBezTo>
                    <a:pt x="20" y="42"/>
                    <a:pt x="20" y="42"/>
                    <a:pt x="20" y="42"/>
                  </a:cubicBezTo>
                  <a:cubicBezTo>
                    <a:pt x="19" y="41"/>
                    <a:pt x="19" y="41"/>
                    <a:pt x="19" y="41"/>
                  </a:cubicBezTo>
                  <a:cubicBezTo>
                    <a:pt x="19" y="41"/>
                    <a:pt x="19" y="41"/>
                    <a:pt x="19" y="41"/>
                  </a:cubicBezTo>
                  <a:cubicBezTo>
                    <a:pt x="19" y="41"/>
                    <a:pt x="19" y="41"/>
                    <a:pt x="19" y="41"/>
                  </a:cubicBezTo>
                  <a:cubicBezTo>
                    <a:pt x="20" y="39"/>
                    <a:pt x="20" y="39"/>
                    <a:pt x="20" y="39"/>
                  </a:cubicBezTo>
                  <a:cubicBezTo>
                    <a:pt x="20" y="38"/>
                    <a:pt x="20" y="38"/>
                    <a:pt x="20" y="38"/>
                  </a:cubicBezTo>
                  <a:cubicBezTo>
                    <a:pt x="20" y="38"/>
                    <a:pt x="20" y="38"/>
                    <a:pt x="20" y="38"/>
                  </a:cubicBezTo>
                  <a:cubicBezTo>
                    <a:pt x="19" y="38"/>
                    <a:pt x="19" y="38"/>
                    <a:pt x="19" y="38"/>
                  </a:cubicBezTo>
                  <a:cubicBezTo>
                    <a:pt x="18" y="38"/>
                    <a:pt x="18" y="38"/>
                    <a:pt x="18" y="38"/>
                  </a:cubicBezTo>
                  <a:cubicBezTo>
                    <a:pt x="18" y="38"/>
                    <a:pt x="18" y="38"/>
                    <a:pt x="18" y="38"/>
                  </a:cubicBezTo>
                  <a:cubicBezTo>
                    <a:pt x="18" y="39"/>
                    <a:pt x="18" y="39"/>
                    <a:pt x="18" y="39"/>
                  </a:cubicBezTo>
                  <a:cubicBezTo>
                    <a:pt x="18" y="39"/>
                    <a:pt x="18" y="39"/>
                    <a:pt x="18" y="39"/>
                  </a:cubicBezTo>
                  <a:cubicBezTo>
                    <a:pt x="17" y="39"/>
                    <a:pt x="16" y="39"/>
                    <a:pt x="15" y="39"/>
                  </a:cubicBezTo>
                  <a:cubicBezTo>
                    <a:pt x="14" y="39"/>
                    <a:pt x="14" y="39"/>
                    <a:pt x="14" y="39"/>
                  </a:cubicBezTo>
                  <a:cubicBezTo>
                    <a:pt x="14" y="39"/>
                    <a:pt x="14" y="39"/>
                    <a:pt x="14" y="39"/>
                  </a:cubicBezTo>
                  <a:cubicBezTo>
                    <a:pt x="14" y="39"/>
                    <a:pt x="14" y="39"/>
                    <a:pt x="14" y="39"/>
                  </a:cubicBezTo>
                  <a:cubicBezTo>
                    <a:pt x="13" y="38"/>
                    <a:pt x="12" y="38"/>
                    <a:pt x="11"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9" y="38"/>
                    <a:pt x="8" y="37"/>
                    <a:pt x="7" y="37"/>
                  </a:cubicBezTo>
                  <a:cubicBezTo>
                    <a:pt x="7" y="37"/>
                    <a:pt x="7" y="37"/>
                    <a:pt x="7" y="37"/>
                  </a:cubicBezTo>
                  <a:cubicBezTo>
                    <a:pt x="7" y="37"/>
                    <a:pt x="7" y="37"/>
                    <a:pt x="7" y="37"/>
                  </a:cubicBezTo>
                  <a:cubicBezTo>
                    <a:pt x="6" y="37"/>
                    <a:pt x="6" y="37"/>
                    <a:pt x="6" y="37"/>
                  </a:cubicBezTo>
                  <a:cubicBezTo>
                    <a:pt x="5" y="37"/>
                    <a:pt x="5" y="37"/>
                    <a:pt x="5" y="37"/>
                  </a:cubicBezTo>
                  <a:cubicBezTo>
                    <a:pt x="5" y="37"/>
                    <a:pt x="5" y="37"/>
                    <a:pt x="5" y="37"/>
                  </a:cubicBezTo>
                  <a:cubicBezTo>
                    <a:pt x="5" y="37"/>
                    <a:pt x="5" y="37"/>
                    <a:pt x="5" y="37"/>
                  </a:cubicBezTo>
                  <a:cubicBezTo>
                    <a:pt x="5" y="37"/>
                    <a:pt x="4" y="38"/>
                    <a:pt x="3" y="39"/>
                  </a:cubicBezTo>
                  <a:cubicBezTo>
                    <a:pt x="2" y="40"/>
                    <a:pt x="1" y="42"/>
                    <a:pt x="0" y="42"/>
                  </a:cubicBezTo>
                  <a:cubicBezTo>
                    <a:pt x="1" y="43"/>
                    <a:pt x="1" y="43"/>
                    <a:pt x="1" y="43"/>
                  </a:cubicBezTo>
                  <a:cubicBezTo>
                    <a:pt x="1" y="43"/>
                    <a:pt x="1" y="43"/>
                    <a:pt x="1" y="43"/>
                  </a:cubicBezTo>
                  <a:cubicBezTo>
                    <a:pt x="2" y="43"/>
                    <a:pt x="3" y="42"/>
                    <a:pt x="4" y="41"/>
                  </a:cubicBezTo>
                  <a:lnTo>
                    <a:pt x="6" y="39"/>
                  </a:lnTo>
                  <a:close/>
                  <a:moveTo>
                    <a:pt x="26" y="10"/>
                  </a:moveTo>
                  <a:cubicBezTo>
                    <a:pt x="32" y="10"/>
                    <a:pt x="32" y="10"/>
                    <a:pt x="32" y="10"/>
                  </a:cubicBezTo>
                  <a:cubicBezTo>
                    <a:pt x="32" y="9"/>
                    <a:pt x="32" y="9"/>
                    <a:pt x="32" y="9"/>
                  </a:cubicBezTo>
                  <a:cubicBezTo>
                    <a:pt x="26" y="9"/>
                    <a:pt x="26" y="9"/>
                    <a:pt x="26" y="9"/>
                  </a:cubicBezTo>
                  <a:lnTo>
                    <a:pt x="26" y="10"/>
                  </a:lnTo>
                  <a:close/>
                  <a:moveTo>
                    <a:pt x="29" y="14"/>
                  </a:moveTo>
                  <a:cubicBezTo>
                    <a:pt x="36" y="14"/>
                    <a:pt x="36" y="14"/>
                    <a:pt x="36" y="14"/>
                  </a:cubicBezTo>
                  <a:cubicBezTo>
                    <a:pt x="36" y="11"/>
                    <a:pt x="36" y="11"/>
                    <a:pt x="36" y="11"/>
                  </a:cubicBezTo>
                  <a:cubicBezTo>
                    <a:pt x="29" y="11"/>
                    <a:pt x="29" y="11"/>
                    <a:pt x="29" y="11"/>
                  </a:cubicBezTo>
                  <a:lnTo>
                    <a:pt x="29" y="14"/>
                  </a:lnTo>
                  <a:close/>
                  <a:moveTo>
                    <a:pt x="26" y="17"/>
                  </a:moveTo>
                  <a:cubicBezTo>
                    <a:pt x="32" y="17"/>
                    <a:pt x="32" y="17"/>
                    <a:pt x="32" y="17"/>
                  </a:cubicBezTo>
                  <a:cubicBezTo>
                    <a:pt x="32" y="15"/>
                    <a:pt x="32" y="15"/>
                    <a:pt x="32" y="15"/>
                  </a:cubicBezTo>
                  <a:cubicBezTo>
                    <a:pt x="26" y="15"/>
                    <a:pt x="26" y="15"/>
                    <a:pt x="26" y="15"/>
                  </a:cubicBezTo>
                  <a:lnTo>
                    <a:pt x="26" y="17"/>
                  </a:lnTo>
                  <a:close/>
                  <a:moveTo>
                    <a:pt x="37" y="17"/>
                  </a:moveTo>
                  <a:cubicBezTo>
                    <a:pt x="29" y="17"/>
                    <a:pt x="29" y="17"/>
                    <a:pt x="29" y="17"/>
                  </a:cubicBezTo>
                  <a:cubicBezTo>
                    <a:pt x="29" y="20"/>
                    <a:pt x="29" y="20"/>
                    <a:pt x="29" y="20"/>
                  </a:cubicBezTo>
                  <a:cubicBezTo>
                    <a:pt x="37" y="20"/>
                    <a:pt x="37" y="20"/>
                    <a:pt x="37" y="20"/>
                  </a:cubicBezTo>
                  <a:lnTo>
                    <a:pt x="37" y="17"/>
                  </a:lnTo>
                  <a:close/>
                  <a:moveTo>
                    <a:pt x="29" y="17"/>
                  </a:moveTo>
                  <a:cubicBezTo>
                    <a:pt x="22" y="17"/>
                    <a:pt x="22" y="17"/>
                    <a:pt x="22" y="17"/>
                  </a:cubicBezTo>
                  <a:cubicBezTo>
                    <a:pt x="22" y="20"/>
                    <a:pt x="22" y="20"/>
                    <a:pt x="22" y="20"/>
                  </a:cubicBezTo>
                  <a:cubicBezTo>
                    <a:pt x="29" y="20"/>
                    <a:pt x="29" y="20"/>
                    <a:pt x="29" y="20"/>
                  </a:cubicBezTo>
                  <a:lnTo>
                    <a:pt x="29" y="17"/>
                  </a:lnTo>
                  <a:close/>
                  <a:moveTo>
                    <a:pt x="26" y="22"/>
                  </a:moveTo>
                  <a:cubicBezTo>
                    <a:pt x="28" y="22"/>
                    <a:pt x="29" y="23"/>
                    <a:pt x="30" y="24"/>
                  </a:cubicBezTo>
                  <a:cubicBezTo>
                    <a:pt x="33" y="24"/>
                    <a:pt x="33" y="24"/>
                    <a:pt x="33" y="24"/>
                  </a:cubicBezTo>
                  <a:cubicBezTo>
                    <a:pt x="33" y="21"/>
                    <a:pt x="33" y="21"/>
                    <a:pt x="33" y="21"/>
                  </a:cubicBezTo>
                  <a:cubicBezTo>
                    <a:pt x="26" y="21"/>
                    <a:pt x="26" y="21"/>
                    <a:pt x="26" y="21"/>
                  </a:cubicBezTo>
                  <a:lnTo>
                    <a:pt x="26" y="22"/>
                  </a:lnTo>
                  <a:close/>
                  <a:moveTo>
                    <a:pt x="19" y="10"/>
                  </a:moveTo>
                  <a:cubicBezTo>
                    <a:pt x="25" y="10"/>
                    <a:pt x="25" y="10"/>
                    <a:pt x="25" y="10"/>
                  </a:cubicBezTo>
                  <a:cubicBezTo>
                    <a:pt x="25" y="9"/>
                    <a:pt x="25" y="9"/>
                    <a:pt x="25" y="9"/>
                  </a:cubicBezTo>
                  <a:cubicBezTo>
                    <a:pt x="19" y="9"/>
                    <a:pt x="19" y="9"/>
                    <a:pt x="19" y="9"/>
                  </a:cubicBezTo>
                  <a:lnTo>
                    <a:pt x="19" y="10"/>
                  </a:lnTo>
                  <a:close/>
                  <a:moveTo>
                    <a:pt x="42" y="43"/>
                  </a:moveTo>
                  <a:cubicBezTo>
                    <a:pt x="42" y="43"/>
                    <a:pt x="42" y="43"/>
                    <a:pt x="42" y="43"/>
                  </a:cubicBezTo>
                  <a:cubicBezTo>
                    <a:pt x="43" y="43"/>
                    <a:pt x="43" y="43"/>
                    <a:pt x="43" y="43"/>
                  </a:cubicBezTo>
                  <a:cubicBezTo>
                    <a:pt x="44" y="41"/>
                    <a:pt x="44" y="41"/>
                    <a:pt x="44" y="41"/>
                  </a:cubicBezTo>
                  <a:cubicBezTo>
                    <a:pt x="44" y="41"/>
                    <a:pt x="44" y="41"/>
                    <a:pt x="44" y="41"/>
                  </a:cubicBezTo>
                  <a:cubicBezTo>
                    <a:pt x="44" y="41"/>
                    <a:pt x="44" y="41"/>
                    <a:pt x="44" y="41"/>
                  </a:cubicBezTo>
                  <a:cubicBezTo>
                    <a:pt x="43" y="41"/>
                    <a:pt x="43" y="41"/>
                    <a:pt x="43" y="41"/>
                  </a:cubicBezTo>
                  <a:cubicBezTo>
                    <a:pt x="43" y="41"/>
                    <a:pt x="43" y="41"/>
                    <a:pt x="43" y="41"/>
                  </a:cubicBezTo>
                  <a:cubicBezTo>
                    <a:pt x="43" y="41"/>
                    <a:pt x="43" y="41"/>
                    <a:pt x="43" y="41"/>
                  </a:cubicBezTo>
                  <a:cubicBezTo>
                    <a:pt x="43" y="41"/>
                    <a:pt x="43" y="41"/>
                    <a:pt x="43" y="41"/>
                  </a:cubicBezTo>
                  <a:cubicBezTo>
                    <a:pt x="42" y="42"/>
                    <a:pt x="42" y="42"/>
                    <a:pt x="42" y="42"/>
                  </a:cubicBezTo>
                  <a:cubicBezTo>
                    <a:pt x="42" y="42"/>
                    <a:pt x="42" y="42"/>
                    <a:pt x="42" y="42"/>
                  </a:cubicBezTo>
                  <a:cubicBezTo>
                    <a:pt x="42" y="42"/>
                    <a:pt x="42" y="42"/>
                    <a:pt x="42" y="42"/>
                  </a:cubicBezTo>
                  <a:cubicBezTo>
                    <a:pt x="42" y="43"/>
                    <a:pt x="42" y="43"/>
                    <a:pt x="42" y="43"/>
                  </a:cubicBezTo>
                  <a:close/>
                  <a:moveTo>
                    <a:pt x="20" y="31"/>
                  </a:moveTo>
                  <a:cubicBezTo>
                    <a:pt x="8" y="31"/>
                    <a:pt x="8" y="31"/>
                    <a:pt x="8" y="31"/>
                  </a:cubicBezTo>
                  <a:cubicBezTo>
                    <a:pt x="7" y="35"/>
                    <a:pt x="7" y="35"/>
                    <a:pt x="7" y="35"/>
                  </a:cubicBezTo>
                  <a:cubicBezTo>
                    <a:pt x="20" y="35"/>
                    <a:pt x="20" y="35"/>
                    <a:pt x="20" y="35"/>
                  </a:cubicBezTo>
                  <a:lnTo>
                    <a:pt x="20" y="31"/>
                  </a:lnTo>
                  <a:close/>
                  <a:moveTo>
                    <a:pt x="38" y="27"/>
                  </a:moveTo>
                  <a:cubicBezTo>
                    <a:pt x="42" y="27"/>
                    <a:pt x="42" y="27"/>
                    <a:pt x="42" y="27"/>
                  </a:cubicBezTo>
                  <a:cubicBezTo>
                    <a:pt x="41" y="24"/>
                    <a:pt x="41" y="24"/>
                    <a:pt x="41" y="24"/>
                  </a:cubicBezTo>
                  <a:cubicBezTo>
                    <a:pt x="38" y="24"/>
                    <a:pt x="38" y="24"/>
                    <a:pt x="38" y="24"/>
                  </a:cubicBezTo>
                  <a:lnTo>
                    <a:pt x="38" y="27"/>
                  </a:lnTo>
                  <a:close/>
                  <a:moveTo>
                    <a:pt x="12" y="24"/>
                  </a:moveTo>
                  <a:cubicBezTo>
                    <a:pt x="9" y="24"/>
                    <a:pt x="9" y="24"/>
                    <a:pt x="9" y="24"/>
                  </a:cubicBezTo>
                  <a:cubicBezTo>
                    <a:pt x="9" y="27"/>
                    <a:pt x="9" y="27"/>
                    <a:pt x="9" y="27"/>
                  </a:cubicBezTo>
                  <a:cubicBezTo>
                    <a:pt x="12" y="27"/>
                    <a:pt x="12" y="27"/>
                    <a:pt x="12" y="27"/>
                  </a:cubicBezTo>
                  <a:lnTo>
                    <a:pt x="12" y="24"/>
                  </a:lnTo>
                  <a:close/>
                  <a:moveTo>
                    <a:pt x="16" y="27"/>
                  </a:moveTo>
                  <a:cubicBezTo>
                    <a:pt x="9" y="27"/>
                    <a:pt x="9" y="27"/>
                    <a:pt x="9" y="27"/>
                  </a:cubicBezTo>
                  <a:cubicBezTo>
                    <a:pt x="8" y="30"/>
                    <a:pt x="8" y="30"/>
                    <a:pt x="8" y="30"/>
                  </a:cubicBezTo>
                  <a:cubicBezTo>
                    <a:pt x="16" y="30"/>
                    <a:pt x="16" y="30"/>
                    <a:pt x="16" y="30"/>
                  </a:cubicBezTo>
                  <a:lnTo>
                    <a:pt x="16" y="27"/>
                  </a:lnTo>
                  <a:close/>
                  <a:moveTo>
                    <a:pt x="7" y="37"/>
                  </a:moveTo>
                  <a:cubicBezTo>
                    <a:pt x="7" y="37"/>
                    <a:pt x="7" y="37"/>
                    <a:pt x="7" y="37"/>
                  </a:cubicBezTo>
                  <a:cubicBezTo>
                    <a:pt x="7" y="37"/>
                    <a:pt x="7" y="37"/>
                    <a:pt x="7" y="37"/>
                  </a:cubicBezTo>
                  <a:cubicBezTo>
                    <a:pt x="8" y="37"/>
                    <a:pt x="9" y="37"/>
                    <a:pt x="10" y="37"/>
                  </a:cubicBezTo>
                  <a:cubicBezTo>
                    <a:pt x="10" y="37"/>
                    <a:pt x="10" y="37"/>
                    <a:pt x="10" y="37"/>
                  </a:cubicBezTo>
                  <a:cubicBezTo>
                    <a:pt x="10" y="37"/>
                    <a:pt x="10" y="37"/>
                    <a:pt x="10" y="37"/>
                  </a:cubicBezTo>
                  <a:cubicBezTo>
                    <a:pt x="10" y="37"/>
                    <a:pt x="10" y="37"/>
                    <a:pt x="10" y="37"/>
                  </a:cubicBezTo>
                  <a:cubicBezTo>
                    <a:pt x="10" y="38"/>
                    <a:pt x="10" y="38"/>
                    <a:pt x="10" y="38"/>
                  </a:cubicBezTo>
                  <a:cubicBezTo>
                    <a:pt x="11" y="38"/>
                    <a:pt x="11" y="38"/>
                    <a:pt x="11" y="38"/>
                  </a:cubicBezTo>
                  <a:cubicBezTo>
                    <a:pt x="12" y="38"/>
                    <a:pt x="13" y="38"/>
                    <a:pt x="14" y="38"/>
                  </a:cubicBezTo>
                  <a:cubicBezTo>
                    <a:pt x="15" y="38"/>
                    <a:pt x="15" y="38"/>
                    <a:pt x="15" y="38"/>
                  </a:cubicBezTo>
                  <a:cubicBezTo>
                    <a:pt x="16" y="38"/>
                    <a:pt x="17" y="38"/>
                    <a:pt x="18" y="38"/>
                  </a:cubicBezTo>
                  <a:cubicBezTo>
                    <a:pt x="18" y="38"/>
                    <a:pt x="18" y="38"/>
                    <a:pt x="18" y="38"/>
                  </a:cubicBezTo>
                  <a:cubicBezTo>
                    <a:pt x="19" y="38"/>
                    <a:pt x="19" y="38"/>
                    <a:pt x="19" y="38"/>
                  </a:cubicBezTo>
                  <a:cubicBezTo>
                    <a:pt x="19" y="38"/>
                    <a:pt x="19" y="38"/>
                    <a:pt x="19" y="38"/>
                  </a:cubicBezTo>
                  <a:cubicBezTo>
                    <a:pt x="19" y="37"/>
                    <a:pt x="19" y="37"/>
                    <a:pt x="19" y="37"/>
                  </a:cubicBezTo>
                  <a:cubicBezTo>
                    <a:pt x="20" y="37"/>
                    <a:pt x="20" y="37"/>
                    <a:pt x="20" y="37"/>
                  </a:cubicBezTo>
                  <a:cubicBezTo>
                    <a:pt x="22" y="38"/>
                    <a:pt x="24" y="38"/>
                    <a:pt x="27" y="38"/>
                  </a:cubicBezTo>
                  <a:cubicBezTo>
                    <a:pt x="28" y="38"/>
                    <a:pt x="28" y="38"/>
                    <a:pt x="28" y="38"/>
                  </a:cubicBezTo>
                  <a:cubicBezTo>
                    <a:pt x="29" y="38"/>
                    <a:pt x="30" y="38"/>
                    <a:pt x="32" y="38"/>
                  </a:cubicBezTo>
                  <a:cubicBezTo>
                    <a:pt x="32" y="38"/>
                    <a:pt x="32" y="38"/>
                    <a:pt x="32" y="38"/>
                  </a:cubicBezTo>
                  <a:cubicBezTo>
                    <a:pt x="32" y="38"/>
                    <a:pt x="32" y="38"/>
                    <a:pt x="32" y="38"/>
                  </a:cubicBezTo>
                  <a:cubicBezTo>
                    <a:pt x="33" y="38"/>
                    <a:pt x="33" y="38"/>
                    <a:pt x="33" y="38"/>
                  </a:cubicBezTo>
                  <a:cubicBezTo>
                    <a:pt x="33" y="38"/>
                    <a:pt x="33" y="38"/>
                    <a:pt x="33" y="38"/>
                  </a:cubicBezTo>
                  <a:cubicBezTo>
                    <a:pt x="33" y="38"/>
                    <a:pt x="33" y="38"/>
                    <a:pt x="33" y="38"/>
                  </a:cubicBezTo>
                  <a:cubicBezTo>
                    <a:pt x="34" y="38"/>
                    <a:pt x="34" y="38"/>
                    <a:pt x="34" y="38"/>
                  </a:cubicBezTo>
                  <a:cubicBezTo>
                    <a:pt x="36" y="38"/>
                    <a:pt x="36" y="38"/>
                    <a:pt x="36" y="38"/>
                  </a:cubicBezTo>
                  <a:cubicBezTo>
                    <a:pt x="36" y="38"/>
                    <a:pt x="36" y="38"/>
                    <a:pt x="36" y="38"/>
                  </a:cubicBezTo>
                  <a:cubicBezTo>
                    <a:pt x="36" y="38"/>
                    <a:pt x="36" y="38"/>
                    <a:pt x="36" y="38"/>
                  </a:cubicBezTo>
                  <a:cubicBezTo>
                    <a:pt x="39" y="38"/>
                    <a:pt x="39" y="38"/>
                    <a:pt x="39" y="38"/>
                  </a:cubicBezTo>
                  <a:cubicBezTo>
                    <a:pt x="45" y="38"/>
                    <a:pt x="45" y="38"/>
                    <a:pt x="45" y="38"/>
                  </a:cubicBezTo>
                  <a:cubicBezTo>
                    <a:pt x="45" y="37"/>
                    <a:pt x="45" y="37"/>
                    <a:pt x="45" y="37"/>
                  </a:cubicBezTo>
                  <a:cubicBezTo>
                    <a:pt x="44" y="36"/>
                    <a:pt x="44" y="36"/>
                    <a:pt x="44" y="36"/>
                  </a:cubicBezTo>
                  <a:cubicBezTo>
                    <a:pt x="44" y="36"/>
                    <a:pt x="44" y="36"/>
                    <a:pt x="44" y="36"/>
                  </a:cubicBezTo>
                  <a:cubicBezTo>
                    <a:pt x="33" y="36"/>
                    <a:pt x="33" y="36"/>
                    <a:pt x="33" y="36"/>
                  </a:cubicBezTo>
                  <a:cubicBezTo>
                    <a:pt x="7" y="36"/>
                    <a:pt x="7" y="36"/>
                    <a:pt x="7" y="36"/>
                  </a:cubicBezTo>
                  <a:cubicBezTo>
                    <a:pt x="6" y="36"/>
                    <a:pt x="6" y="36"/>
                    <a:pt x="6" y="36"/>
                  </a:cubicBezTo>
                  <a:cubicBezTo>
                    <a:pt x="7" y="36"/>
                    <a:pt x="7" y="36"/>
                    <a:pt x="7" y="36"/>
                  </a:cubicBezTo>
                  <a:lnTo>
                    <a:pt x="7" y="37"/>
                  </a:lnTo>
                  <a:close/>
                  <a:moveTo>
                    <a:pt x="43" y="40"/>
                  </a:moveTo>
                  <a:cubicBezTo>
                    <a:pt x="42" y="39"/>
                    <a:pt x="42" y="39"/>
                    <a:pt x="42" y="39"/>
                  </a:cubicBezTo>
                  <a:cubicBezTo>
                    <a:pt x="42" y="39"/>
                    <a:pt x="42" y="39"/>
                    <a:pt x="42" y="39"/>
                  </a:cubicBezTo>
                  <a:cubicBezTo>
                    <a:pt x="42" y="38"/>
                    <a:pt x="42" y="38"/>
                    <a:pt x="42" y="38"/>
                  </a:cubicBezTo>
                  <a:cubicBezTo>
                    <a:pt x="42" y="38"/>
                    <a:pt x="42" y="38"/>
                    <a:pt x="42" y="38"/>
                  </a:cubicBezTo>
                  <a:cubicBezTo>
                    <a:pt x="39" y="38"/>
                    <a:pt x="39" y="38"/>
                    <a:pt x="39" y="38"/>
                  </a:cubicBezTo>
                  <a:cubicBezTo>
                    <a:pt x="36" y="38"/>
                    <a:pt x="36" y="38"/>
                    <a:pt x="36" y="38"/>
                  </a:cubicBezTo>
                  <a:cubicBezTo>
                    <a:pt x="37" y="39"/>
                    <a:pt x="37" y="39"/>
                    <a:pt x="37" y="39"/>
                  </a:cubicBezTo>
                  <a:cubicBezTo>
                    <a:pt x="38" y="39"/>
                    <a:pt x="38" y="39"/>
                    <a:pt x="38" y="39"/>
                  </a:cubicBezTo>
                  <a:cubicBezTo>
                    <a:pt x="38" y="39"/>
                    <a:pt x="38" y="39"/>
                    <a:pt x="38" y="39"/>
                  </a:cubicBezTo>
                  <a:cubicBezTo>
                    <a:pt x="38" y="39"/>
                    <a:pt x="38" y="39"/>
                    <a:pt x="38" y="39"/>
                  </a:cubicBezTo>
                  <a:cubicBezTo>
                    <a:pt x="38" y="40"/>
                    <a:pt x="38" y="40"/>
                    <a:pt x="38" y="40"/>
                  </a:cubicBezTo>
                  <a:cubicBezTo>
                    <a:pt x="38" y="40"/>
                    <a:pt x="38" y="40"/>
                    <a:pt x="38" y="40"/>
                  </a:cubicBezTo>
                  <a:cubicBezTo>
                    <a:pt x="38" y="40"/>
                    <a:pt x="38" y="40"/>
                    <a:pt x="38" y="40"/>
                  </a:cubicBezTo>
                  <a:cubicBezTo>
                    <a:pt x="39" y="41"/>
                    <a:pt x="39" y="41"/>
                    <a:pt x="39" y="41"/>
                  </a:cubicBezTo>
                  <a:cubicBezTo>
                    <a:pt x="39" y="41"/>
                    <a:pt x="39" y="41"/>
                    <a:pt x="39" y="41"/>
                  </a:cubicBezTo>
                  <a:cubicBezTo>
                    <a:pt x="39" y="42"/>
                    <a:pt x="39" y="42"/>
                    <a:pt x="39" y="42"/>
                  </a:cubicBezTo>
                  <a:cubicBezTo>
                    <a:pt x="39" y="42"/>
                    <a:pt x="39" y="42"/>
                    <a:pt x="39" y="42"/>
                  </a:cubicBezTo>
                  <a:cubicBezTo>
                    <a:pt x="40" y="42"/>
                    <a:pt x="40" y="42"/>
                    <a:pt x="40" y="42"/>
                  </a:cubicBezTo>
                  <a:cubicBezTo>
                    <a:pt x="40" y="42"/>
                    <a:pt x="40" y="42"/>
                    <a:pt x="40" y="42"/>
                  </a:cubicBezTo>
                  <a:cubicBezTo>
                    <a:pt x="40" y="42"/>
                    <a:pt x="40" y="42"/>
                    <a:pt x="40" y="42"/>
                  </a:cubicBezTo>
                  <a:cubicBezTo>
                    <a:pt x="40" y="42"/>
                    <a:pt x="40" y="42"/>
                    <a:pt x="40" y="42"/>
                  </a:cubicBezTo>
                  <a:cubicBezTo>
                    <a:pt x="40" y="42"/>
                    <a:pt x="40" y="42"/>
                    <a:pt x="40" y="42"/>
                  </a:cubicBezTo>
                  <a:cubicBezTo>
                    <a:pt x="41" y="42"/>
                    <a:pt x="41" y="42"/>
                    <a:pt x="41" y="42"/>
                  </a:cubicBezTo>
                  <a:cubicBezTo>
                    <a:pt x="41" y="42"/>
                    <a:pt x="41" y="42"/>
                    <a:pt x="41" y="42"/>
                  </a:cubicBezTo>
                  <a:cubicBezTo>
                    <a:pt x="41" y="42"/>
                    <a:pt x="41" y="42"/>
                    <a:pt x="41" y="42"/>
                  </a:cubicBezTo>
                  <a:cubicBezTo>
                    <a:pt x="41" y="42"/>
                    <a:pt x="41" y="42"/>
                    <a:pt x="41" y="42"/>
                  </a:cubicBezTo>
                  <a:cubicBezTo>
                    <a:pt x="42" y="41"/>
                    <a:pt x="42" y="41"/>
                    <a:pt x="42" y="41"/>
                  </a:cubicBezTo>
                  <a:cubicBezTo>
                    <a:pt x="42" y="41"/>
                    <a:pt x="42" y="41"/>
                    <a:pt x="42" y="41"/>
                  </a:cubicBezTo>
                  <a:cubicBezTo>
                    <a:pt x="42" y="41"/>
                    <a:pt x="42" y="41"/>
                    <a:pt x="42" y="41"/>
                  </a:cubicBezTo>
                  <a:cubicBezTo>
                    <a:pt x="43" y="41"/>
                    <a:pt x="43" y="41"/>
                    <a:pt x="43" y="41"/>
                  </a:cubicBezTo>
                  <a:cubicBezTo>
                    <a:pt x="43" y="40"/>
                    <a:pt x="43" y="40"/>
                    <a:pt x="43" y="40"/>
                  </a:cubicBezTo>
                  <a:close/>
                  <a:moveTo>
                    <a:pt x="29" y="40"/>
                  </a:moveTo>
                  <a:cubicBezTo>
                    <a:pt x="30" y="40"/>
                    <a:pt x="30" y="40"/>
                    <a:pt x="30" y="40"/>
                  </a:cubicBezTo>
                  <a:cubicBezTo>
                    <a:pt x="30" y="40"/>
                    <a:pt x="30" y="40"/>
                    <a:pt x="30" y="40"/>
                  </a:cubicBezTo>
                  <a:cubicBezTo>
                    <a:pt x="31" y="40"/>
                    <a:pt x="31" y="40"/>
                    <a:pt x="31" y="40"/>
                  </a:cubicBezTo>
                  <a:cubicBezTo>
                    <a:pt x="31" y="40"/>
                    <a:pt x="31" y="40"/>
                    <a:pt x="31" y="40"/>
                  </a:cubicBezTo>
                  <a:cubicBezTo>
                    <a:pt x="31" y="40"/>
                    <a:pt x="31" y="40"/>
                    <a:pt x="31" y="40"/>
                  </a:cubicBezTo>
                  <a:cubicBezTo>
                    <a:pt x="32" y="41"/>
                    <a:pt x="33" y="43"/>
                    <a:pt x="34" y="43"/>
                  </a:cubicBezTo>
                  <a:cubicBezTo>
                    <a:pt x="34" y="42"/>
                    <a:pt x="34" y="41"/>
                    <a:pt x="34" y="40"/>
                  </a:cubicBezTo>
                  <a:cubicBezTo>
                    <a:pt x="33" y="39"/>
                    <a:pt x="33" y="39"/>
                    <a:pt x="33" y="39"/>
                  </a:cubicBezTo>
                  <a:cubicBezTo>
                    <a:pt x="33" y="39"/>
                    <a:pt x="33" y="39"/>
                    <a:pt x="33" y="39"/>
                  </a:cubicBezTo>
                  <a:cubicBezTo>
                    <a:pt x="33" y="39"/>
                    <a:pt x="33" y="39"/>
                    <a:pt x="33" y="39"/>
                  </a:cubicBezTo>
                  <a:cubicBezTo>
                    <a:pt x="33" y="39"/>
                    <a:pt x="33" y="39"/>
                    <a:pt x="33" y="39"/>
                  </a:cubicBezTo>
                  <a:cubicBezTo>
                    <a:pt x="32" y="39"/>
                    <a:pt x="32" y="39"/>
                    <a:pt x="32" y="39"/>
                  </a:cubicBezTo>
                  <a:cubicBezTo>
                    <a:pt x="30" y="39"/>
                    <a:pt x="29" y="39"/>
                    <a:pt x="28" y="39"/>
                  </a:cubicBezTo>
                  <a:cubicBezTo>
                    <a:pt x="27" y="39"/>
                    <a:pt x="27" y="39"/>
                    <a:pt x="27" y="39"/>
                  </a:cubicBezTo>
                  <a:cubicBezTo>
                    <a:pt x="25" y="38"/>
                    <a:pt x="25" y="38"/>
                    <a:pt x="25" y="38"/>
                  </a:cubicBezTo>
                  <a:cubicBezTo>
                    <a:pt x="25" y="39"/>
                    <a:pt x="25" y="39"/>
                    <a:pt x="25" y="39"/>
                  </a:cubicBezTo>
                  <a:cubicBezTo>
                    <a:pt x="24" y="40"/>
                    <a:pt x="24" y="40"/>
                    <a:pt x="24" y="40"/>
                  </a:cubicBezTo>
                  <a:cubicBezTo>
                    <a:pt x="24" y="41"/>
                    <a:pt x="24" y="41"/>
                    <a:pt x="24" y="41"/>
                  </a:cubicBezTo>
                  <a:cubicBezTo>
                    <a:pt x="23" y="41"/>
                    <a:pt x="23" y="41"/>
                    <a:pt x="23" y="41"/>
                  </a:cubicBezTo>
                  <a:cubicBezTo>
                    <a:pt x="23" y="41"/>
                    <a:pt x="23" y="41"/>
                    <a:pt x="23" y="41"/>
                  </a:cubicBezTo>
                  <a:cubicBezTo>
                    <a:pt x="23" y="41"/>
                    <a:pt x="23" y="41"/>
                    <a:pt x="23" y="41"/>
                  </a:cubicBezTo>
                  <a:cubicBezTo>
                    <a:pt x="23" y="40"/>
                    <a:pt x="23" y="40"/>
                    <a:pt x="23" y="40"/>
                  </a:cubicBezTo>
                  <a:cubicBezTo>
                    <a:pt x="25" y="38"/>
                    <a:pt x="25" y="38"/>
                    <a:pt x="25" y="38"/>
                  </a:cubicBezTo>
                  <a:cubicBezTo>
                    <a:pt x="23" y="38"/>
                    <a:pt x="22" y="38"/>
                    <a:pt x="21" y="38"/>
                  </a:cubicBezTo>
                  <a:cubicBezTo>
                    <a:pt x="21" y="39"/>
                    <a:pt x="21" y="39"/>
                    <a:pt x="21" y="39"/>
                  </a:cubicBezTo>
                  <a:cubicBezTo>
                    <a:pt x="21" y="39"/>
                    <a:pt x="21" y="39"/>
                    <a:pt x="21" y="39"/>
                  </a:cubicBezTo>
                  <a:cubicBezTo>
                    <a:pt x="20" y="39"/>
                    <a:pt x="20" y="39"/>
                    <a:pt x="20" y="39"/>
                  </a:cubicBezTo>
                  <a:cubicBezTo>
                    <a:pt x="20" y="41"/>
                    <a:pt x="20" y="41"/>
                    <a:pt x="20" y="41"/>
                  </a:cubicBezTo>
                  <a:cubicBezTo>
                    <a:pt x="20" y="41"/>
                    <a:pt x="20" y="41"/>
                    <a:pt x="20" y="41"/>
                  </a:cubicBezTo>
                  <a:cubicBezTo>
                    <a:pt x="20" y="41"/>
                    <a:pt x="20" y="41"/>
                    <a:pt x="20" y="41"/>
                  </a:cubicBezTo>
                  <a:cubicBezTo>
                    <a:pt x="20" y="41"/>
                    <a:pt x="20" y="41"/>
                    <a:pt x="20" y="41"/>
                  </a:cubicBezTo>
                  <a:cubicBezTo>
                    <a:pt x="23" y="41"/>
                    <a:pt x="23" y="41"/>
                    <a:pt x="23" y="41"/>
                  </a:cubicBezTo>
                  <a:cubicBezTo>
                    <a:pt x="23" y="41"/>
                    <a:pt x="23" y="41"/>
                    <a:pt x="23" y="41"/>
                  </a:cubicBezTo>
                  <a:cubicBezTo>
                    <a:pt x="23" y="42"/>
                    <a:pt x="24" y="42"/>
                    <a:pt x="26" y="42"/>
                  </a:cubicBezTo>
                  <a:cubicBezTo>
                    <a:pt x="27" y="42"/>
                    <a:pt x="27" y="42"/>
                    <a:pt x="27" y="42"/>
                  </a:cubicBezTo>
                  <a:cubicBezTo>
                    <a:pt x="27" y="42"/>
                    <a:pt x="28" y="41"/>
                    <a:pt x="29" y="40"/>
                  </a:cubicBezTo>
                  <a:moveTo>
                    <a:pt x="46" y="42"/>
                  </a:moveTo>
                  <a:cubicBezTo>
                    <a:pt x="46" y="42"/>
                    <a:pt x="46" y="42"/>
                    <a:pt x="46" y="42"/>
                  </a:cubicBezTo>
                  <a:cubicBezTo>
                    <a:pt x="45" y="42"/>
                    <a:pt x="45" y="42"/>
                    <a:pt x="45" y="42"/>
                  </a:cubicBezTo>
                  <a:cubicBezTo>
                    <a:pt x="44" y="42"/>
                    <a:pt x="44" y="42"/>
                    <a:pt x="44" y="42"/>
                  </a:cubicBezTo>
                  <a:cubicBezTo>
                    <a:pt x="44" y="42"/>
                    <a:pt x="43" y="43"/>
                    <a:pt x="43" y="43"/>
                  </a:cubicBezTo>
                  <a:cubicBezTo>
                    <a:pt x="42" y="43"/>
                    <a:pt x="42" y="43"/>
                    <a:pt x="42" y="43"/>
                  </a:cubicBezTo>
                  <a:cubicBezTo>
                    <a:pt x="42" y="43"/>
                    <a:pt x="42" y="43"/>
                    <a:pt x="42" y="43"/>
                  </a:cubicBezTo>
                  <a:cubicBezTo>
                    <a:pt x="42" y="43"/>
                    <a:pt x="42" y="43"/>
                    <a:pt x="42" y="43"/>
                  </a:cubicBezTo>
                  <a:cubicBezTo>
                    <a:pt x="42" y="43"/>
                    <a:pt x="42" y="43"/>
                    <a:pt x="42" y="43"/>
                  </a:cubicBezTo>
                  <a:cubicBezTo>
                    <a:pt x="42" y="42"/>
                    <a:pt x="42" y="42"/>
                    <a:pt x="42" y="42"/>
                  </a:cubicBezTo>
                  <a:cubicBezTo>
                    <a:pt x="42" y="42"/>
                    <a:pt x="42" y="42"/>
                    <a:pt x="42" y="42"/>
                  </a:cubicBezTo>
                  <a:cubicBezTo>
                    <a:pt x="41" y="43"/>
                    <a:pt x="41" y="43"/>
                    <a:pt x="41" y="43"/>
                  </a:cubicBezTo>
                  <a:cubicBezTo>
                    <a:pt x="41" y="43"/>
                    <a:pt x="41" y="43"/>
                    <a:pt x="41" y="43"/>
                  </a:cubicBezTo>
                  <a:cubicBezTo>
                    <a:pt x="40" y="43"/>
                    <a:pt x="40" y="43"/>
                    <a:pt x="40" y="43"/>
                  </a:cubicBezTo>
                  <a:cubicBezTo>
                    <a:pt x="39" y="42"/>
                    <a:pt x="39" y="42"/>
                    <a:pt x="39" y="42"/>
                  </a:cubicBezTo>
                  <a:cubicBezTo>
                    <a:pt x="37" y="42"/>
                    <a:pt x="37" y="42"/>
                    <a:pt x="37" y="42"/>
                  </a:cubicBezTo>
                  <a:cubicBezTo>
                    <a:pt x="37" y="42"/>
                    <a:pt x="37" y="42"/>
                    <a:pt x="37" y="42"/>
                  </a:cubicBezTo>
                  <a:cubicBezTo>
                    <a:pt x="35" y="41"/>
                    <a:pt x="35" y="41"/>
                    <a:pt x="35" y="41"/>
                  </a:cubicBezTo>
                  <a:cubicBezTo>
                    <a:pt x="35" y="41"/>
                    <a:pt x="35" y="41"/>
                    <a:pt x="35" y="41"/>
                  </a:cubicBezTo>
                  <a:cubicBezTo>
                    <a:pt x="35" y="41"/>
                    <a:pt x="35" y="41"/>
                    <a:pt x="35" y="41"/>
                  </a:cubicBezTo>
                  <a:cubicBezTo>
                    <a:pt x="35" y="40"/>
                    <a:pt x="35" y="40"/>
                    <a:pt x="35" y="40"/>
                  </a:cubicBezTo>
                  <a:cubicBezTo>
                    <a:pt x="35" y="41"/>
                    <a:pt x="35" y="42"/>
                    <a:pt x="34" y="43"/>
                  </a:cubicBezTo>
                  <a:cubicBezTo>
                    <a:pt x="34" y="43"/>
                    <a:pt x="34" y="43"/>
                    <a:pt x="34" y="43"/>
                  </a:cubicBezTo>
                  <a:cubicBezTo>
                    <a:pt x="34" y="43"/>
                    <a:pt x="34" y="43"/>
                    <a:pt x="34" y="43"/>
                  </a:cubicBezTo>
                  <a:cubicBezTo>
                    <a:pt x="34" y="43"/>
                    <a:pt x="34" y="43"/>
                    <a:pt x="34" y="43"/>
                  </a:cubicBezTo>
                  <a:cubicBezTo>
                    <a:pt x="32" y="43"/>
                    <a:pt x="31" y="41"/>
                    <a:pt x="31" y="40"/>
                  </a:cubicBezTo>
                  <a:cubicBezTo>
                    <a:pt x="30" y="40"/>
                    <a:pt x="30" y="40"/>
                    <a:pt x="30" y="40"/>
                  </a:cubicBezTo>
                  <a:cubicBezTo>
                    <a:pt x="30" y="40"/>
                    <a:pt x="30" y="40"/>
                    <a:pt x="30" y="40"/>
                  </a:cubicBezTo>
                  <a:cubicBezTo>
                    <a:pt x="29" y="40"/>
                    <a:pt x="29" y="40"/>
                    <a:pt x="29" y="40"/>
                  </a:cubicBezTo>
                  <a:cubicBezTo>
                    <a:pt x="27" y="43"/>
                    <a:pt x="27" y="43"/>
                    <a:pt x="27" y="43"/>
                  </a:cubicBezTo>
                  <a:cubicBezTo>
                    <a:pt x="27" y="43"/>
                    <a:pt x="27" y="43"/>
                    <a:pt x="27" y="43"/>
                  </a:cubicBezTo>
                  <a:cubicBezTo>
                    <a:pt x="27" y="43"/>
                    <a:pt x="27" y="43"/>
                    <a:pt x="27" y="43"/>
                  </a:cubicBezTo>
                  <a:cubicBezTo>
                    <a:pt x="26" y="43"/>
                    <a:pt x="26" y="43"/>
                    <a:pt x="26" y="43"/>
                  </a:cubicBezTo>
                  <a:cubicBezTo>
                    <a:pt x="27" y="43"/>
                    <a:pt x="30" y="44"/>
                    <a:pt x="31" y="44"/>
                  </a:cubicBezTo>
                  <a:cubicBezTo>
                    <a:pt x="34" y="44"/>
                    <a:pt x="35" y="43"/>
                    <a:pt x="37" y="43"/>
                  </a:cubicBezTo>
                  <a:cubicBezTo>
                    <a:pt x="39" y="43"/>
                    <a:pt x="40" y="43"/>
                    <a:pt x="42" y="44"/>
                  </a:cubicBezTo>
                  <a:cubicBezTo>
                    <a:pt x="43" y="44"/>
                    <a:pt x="44" y="44"/>
                    <a:pt x="45" y="44"/>
                  </a:cubicBezTo>
                  <a:cubicBezTo>
                    <a:pt x="46" y="44"/>
                    <a:pt x="46" y="44"/>
                    <a:pt x="46" y="44"/>
                  </a:cubicBezTo>
                  <a:cubicBezTo>
                    <a:pt x="46" y="44"/>
                    <a:pt x="46" y="44"/>
                    <a:pt x="46" y="44"/>
                  </a:cubicBezTo>
                  <a:cubicBezTo>
                    <a:pt x="46" y="44"/>
                    <a:pt x="46" y="44"/>
                    <a:pt x="46" y="44"/>
                  </a:cubicBezTo>
                  <a:lnTo>
                    <a:pt x="46" y="42"/>
                  </a:lnTo>
                  <a:close/>
                  <a:moveTo>
                    <a:pt x="22" y="42"/>
                  </a:moveTo>
                  <a:cubicBezTo>
                    <a:pt x="20" y="42"/>
                    <a:pt x="20" y="42"/>
                    <a:pt x="20" y="42"/>
                  </a:cubicBezTo>
                  <a:cubicBezTo>
                    <a:pt x="20" y="42"/>
                    <a:pt x="20" y="42"/>
                    <a:pt x="20" y="42"/>
                  </a:cubicBezTo>
                  <a:cubicBezTo>
                    <a:pt x="20" y="44"/>
                    <a:pt x="20" y="44"/>
                    <a:pt x="20" y="44"/>
                  </a:cubicBezTo>
                  <a:cubicBezTo>
                    <a:pt x="20" y="44"/>
                    <a:pt x="20" y="44"/>
                    <a:pt x="20" y="44"/>
                  </a:cubicBezTo>
                  <a:cubicBezTo>
                    <a:pt x="19" y="44"/>
                    <a:pt x="19" y="44"/>
                    <a:pt x="19" y="44"/>
                  </a:cubicBezTo>
                  <a:cubicBezTo>
                    <a:pt x="19" y="44"/>
                    <a:pt x="19" y="44"/>
                    <a:pt x="19" y="44"/>
                  </a:cubicBezTo>
                  <a:cubicBezTo>
                    <a:pt x="18" y="44"/>
                    <a:pt x="18" y="44"/>
                    <a:pt x="18" y="44"/>
                  </a:cubicBezTo>
                  <a:cubicBezTo>
                    <a:pt x="18" y="44"/>
                    <a:pt x="18" y="44"/>
                    <a:pt x="18" y="44"/>
                  </a:cubicBezTo>
                  <a:cubicBezTo>
                    <a:pt x="17" y="44"/>
                    <a:pt x="17" y="44"/>
                    <a:pt x="17" y="44"/>
                  </a:cubicBezTo>
                  <a:cubicBezTo>
                    <a:pt x="16" y="44"/>
                    <a:pt x="16" y="44"/>
                    <a:pt x="16" y="44"/>
                  </a:cubicBezTo>
                  <a:cubicBezTo>
                    <a:pt x="16" y="44"/>
                    <a:pt x="16" y="44"/>
                    <a:pt x="16" y="44"/>
                  </a:cubicBezTo>
                  <a:cubicBezTo>
                    <a:pt x="16" y="44"/>
                    <a:pt x="16" y="44"/>
                    <a:pt x="16" y="44"/>
                  </a:cubicBezTo>
                  <a:cubicBezTo>
                    <a:pt x="15" y="43"/>
                    <a:pt x="15" y="43"/>
                    <a:pt x="15" y="43"/>
                  </a:cubicBezTo>
                  <a:cubicBezTo>
                    <a:pt x="15" y="43"/>
                    <a:pt x="15" y="43"/>
                    <a:pt x="15" y="43"/>
                  </a:cubicBezTo>
                  <a:cubicBezTo>
                    <a:pt x="15" y="43"/>
                    <a:pt x="15" y="43"/>
                    <a:pt x="15" y="43"/>
                  </a:cubicBezTo>
                  <a:cubicBezTo>
                    <a:pt x="14" y="42"/>
                    <a:pt x="14" y="42"/>
                    <a:pt x="14" y="42"/>
                  </a:cubicBezTo>
                  <a:cubicBezTo>
                    <a:pt x="14" y="42"/>
                    <a:pt x="14" y="42"/>
                    <a:pt x="14" y="42"/>
                  </a:cubicBezTo>
                  <a:cubicBezTo>
                    <a:pt x="14" y="42"/>
                    <a:pt x="14" y="42"/>
                    <a:pt x="14" y="42"/>
                  </a:cubicBezTo>
                  <a:cubicBezTo>
                    <a:pt x="13" y="42"/>
                    <a:pt x="13" y="42"/>
                    <a:pt x="13" y="42"/>
                  </a:cubicBezTo>
                  <a:cubicBezTo>
                    <a:pt x="13" y="41"/>
                    <a:pt x="13" y="41"/>
                    <a:pt x="13" y="41"/>
                  </a:cubicBezTo>
                  <a:cubicBezTo>
                    <a:pt x="13" y="41"/>
                    <a:pt x="13" y="41"/>
                    <a:pt x="13" y="41"/>
                  </a:cubicBezTo>
                  <a:cubicBezTo>
                    <a:pt x="13" y="40"/>
                    <a:pt x="13" y="40"/>
                    <a:pt x="13" y="40"/>
                  </a:cubicBezTo>
                  <a:cubicBezTo>
                    <a:pt x="11" y="42"/>
                    <a:pt x="11" y="42"/>
                    <a:pt x="11" y="42"/>
                  </a:cubicBezTo>
                  <a:cubicBezTo>
                    <a:pt x="11" y="42"/>
                    <a:pt x="11" y="42"/>
                    <a:pt x="11" y="42"/>
                  </a:cubicBezTo>
                  <a:cubicBezTo>
                    <a:pt x="11" y="42"/>
                    <a:pt x="11" y="42"/>
                    <a:pt x="11" y="42"/>
                  </a:cubicBezTo>
                  <a:cubicBezTo>
                    <a:pt x="10" y="42"/>
                    <a:pt x="10" y="42"/>
                    <a:pt x="10" y="42"/>
                  </a:cubicBezTo>
                  <a:cubicBezTo>
                    <a:pt x="8" y="44"/>
                    <a:pt x="8" y="44"/>
                    <a:pt x="8" y="44"/>
                  </a:cubicBezTo>
                  <a:cubicBezTo>
                    <a:pt x="8" y="44"/>
                    <a:pt x="8" y="44"/>
                    <a:pt x="8" y="44"/>
                  </a:cubicBezTo>
                  <a:cubicBezTo>
                    <a:pt x="7" y="44"/>
                    <a:pt x="7" y="44"/>
                    <a:pt x="7" y="44"/>
                  </a:cubicBezTo>
                  <a:cubicBezTo>
                    <a:pt x="6" y="44"/>
                    <a:pt x="6" y="44"/>
                    <a:pt x="6" y="44"/>
                  </a:cubicBezTo>
                  <a:cubicBezTo>
                    <a:pt x="6" y="44"/>
                    <a:pt x="6" y="44"/>
                    <a:pt x="6" y="44"/>
                  </a:cubicBezTo>
                  <a:cubicBezTo>
                    <a:pt x="6" y="44"/>
                    <a:pt x="6" y="44"/>
                    <a:pt x="6" y="44"/>
                  </a:cubicBezTo>
                  <a:cubicBezTo>
                    <a:pt x="5" y="43"/>
                    <a:pt x="5" y="43"/>
                    <a:pt x="4" y="42"/>
                  </a:cubicBezTo>
                  <a:cubicBezTo>
                    <a:pt x="4" y="42"/>
                    <a:pt x="3" y="43"/>
                    <a:pt x="1" y="44"/>
                  </a:cubicBezTo>
                  <a:cubicBezTo>
                    <a:pt x="2" y="44"/>
                    <a:pt x="2" y="44"/>
                    <a:pt x="2" y="44"/>
                  </a:cubicBezTo>
                  <a:cubicBezTo>
                    <a:pt x="3" y="44"/>
                    <a:pt x="3" y="44"/>
                    <a:pt x="5" y="45"/>
                  </a:cubicBezTo>
                  <a:cubicBezTo>
                    <a:pt x="5" y="45"/>
                    <a:pt x="5" y="45"/>
                    <a:pt x="5" y="45"/>
                  </a:cubicBezTo>
                  <a:cubicBezTo>
                    <a:pt x="7" y="45"/>
                    <a:pt x="8" y="44"/>
                    <a:pt x="8" y="44"/>
                  </a:cubicBezTo>
                  <a:cubicBezTo>
                    <a:pt x="9" y="44"/>
                    <a:pt x="11" y="42"/>
                    <a:pt x="12" y="42"/>
                  </a:cubicBezTo>
                  <a:cubicBezTo>
                    <a:pt x="12" y="42"/>
                    <a:pt x="12" y="42"/>
                    <a:pt x="12" y="42"/>
                  </a:cubicBezTo>
                  <a:cubicBezTo>
                    <a:pt x="13" y="42"/>
                    <a:pt x="15" y="43"/>
                    <a:pt x="16" y="44"/>
                  </a:cubicBezTo>
                  <a:cubicBezTo>
                    <a:pt x="17" y="44"/>
                    <a:pt x="18" y="45"/>
                    <a:pt x="19" y="45"/>
                  </a:cubicBezTo>
                  <a:cubicBezTo>
                    <a:pt x="19" y="45"/>
                    <a:pt x="19" y="45"/>
                    <a:pt x="19" y="45"/>
                  </a:cubicBezTo>
                  <a:cubicBezTo>
                    <a:pt x="20" y="45"/>
                    <a:pt x="22" y="43"/>
                    <a:pt x="24" y="43"/>
                  </a:cubicBezTo>
                  <a:lnTo>
                    <a:pt x="22" y="42"/>
                  </a:lnTo>
                  <a:close/>
                  <a:moveTo>
                    <a:pt x="37" y="42"/>
                  </a:moveTo>
                  <a:cubicBezTo>
                    <a:pt x="39" y="42"/>
                    <a:pt x="39" y="42"/>
                    <a:pt x="39" y="42"/>
                  </a:cubicBezTo>
                  <a:cubicBezTo>
                    <a:pt x="39" y="42"/>
                    <a:pt x="39" y="42"/>
                    <a:pt x="39" y="42"/>
                  </a:cubicBezTo>
                  <a:cubicBezTo>
                    <a:pt x="38" y="41"/>
                    <a:pt x="38" y="41"/>
                    <a:pt x="38" y="41"/>
                  </a:cubicBezTo>
                  <a:cubicBezTo>
                    <a:pt x="38" y="41"/>
                    <a:pt x="38" y="41"/>
                    <a:pt x="38" y="41"/>
                  </a:cubicBezTo>
                  <a:cubicBezTo>
                    <a:pt x="38" y="41"/>
                    <a:pt x="38" y="41"/>
                    <a:pt x="38" y="41"/>
                  </a:cubicBezTo>
                  <a:cubicBezTo>
                    <a:pt x="38" y="40"/>
                    <a:pt x="38" y="40"/>
                    <a:pt x="38" y="40"/>
                  </a:cubicBezTo>
                  <a:cubicBezTo>
                    <a:pt x="37" y="40"/>
                    <a:pt x="37" y="40"/>
                    <a:pt x="37" y="40"/>
                  </a:cubicBezTo>
                  <a:cubicBezTo>
                    <a:pt x="37" y="40"/>
                    <a:pt x="37" y="40"/>
                    <a:pt x="37" y="40"/>
                  </a:cubicBezTo>
                  <a:cubicBezTo>
                    <a:pt x="36" y="38"/>
                    <a:pt x="36" y="38"/>
                    <a:pt x="36" y="38"/>
                  </a:cubicBezTo>
                  <a:cubicBezTo>
                    <a:pt x="34" y="39"/>
                    <a:pt x="34" y="39"/>
                    <a:pt x="34" y="39"/>
                  </a:cubicBezTo>
                  <a:cubicBezTo>
                    <a:pt x="34" y="39"/>
                    <a:pt x="34" y="39"/>
                    <a:pt x="34" y="39"/>
                  </a:cubicBezTo>
                  <a:cubicBezTo>
                    <a:pt x="35" y="39"/>
                    <a:pt x="35" y="39"/>
                    <a:pt x="35" y="39"/>
                  </a:cubicBezTo>
                  <a:cubicBezTo>
                    <a:pt x="35" y="40"/>
                    <a:pt x="35" y="40"/>
                    <a:pt x="35" y="40"/>
                  </a:cubicBezTo>
                  <a:cubicBezTo>
                    <a:pt x="35" y="40"/>
                    <a:pt x="35" y="40"/>
                    <a:pt x="35" y="40"/>
                  </a:cubicBezTo>
                  <a:cubicBezTo>
                    <a:pt x="35" y="40"/>
                    <a:pt x="35" y="40"/>
                    <a:pt x="35" y="40"/>
                  </a:cubicBezTo>
                  <a:cubicBezTo>
                    <a:pt x="35" y="40"/>
                    <a:pt x="35" y="40"/>
                    <a:pt x="35" y="40"/>
                  </a:cubicBezTo>
                  <a:cubicBezTo>
                    <a:pt x="36" y="40"/>
                    <a:pt x="36" y="40"/>
                    <a:pt x="36" y="40"/>
                  </a:cubicBezTo>
                  <a:cubicBezTo>
                    <a:pt x="36" y="40"/>
                    <a:pt x="36" y="40"/>
                    <a:pt x="36" y="40"/>
                  </a:cubicBezTo>
                  <a:cubicBezTo>
                    <a:pt x="36" y="41"/>
                    <a:pt x="36" y="41"/>
                    <a:pt x="36" y="41"/>
                  </a:cubicBezTo>
                  <a:lnTo>
                    <a:pt x="37" y="42"/>
                  </a:lnTo>
                  <a:close/>
                  <a:moveTo>
                    <a:pt x="17" y="21"/>
                  </a:moveTo>
                  <a:cubicBezTo>
                    <a:pt x="10" y="21"/>
                    <a:pt x="10" y="21"/>
                    <a:pt x="10" y="21"/>
                  </a:cubicBezTo>
                  <a:cubicBezTo>
                    <a:pt x="9" y="24"/>
                    <a:pt x="9" y="24"/>
                    <a:pt x="9" y="24"/>
                  </a:cubicBezTo>
                  <a:cubicBezTo>
                    <a:pt x="17" y="24"/>
                    <a:pt x="17" y="24"/>
                    <a:pt x="17" y="24"/>
                  </a:cubicBezTo>
                  <a:lnTo>
                    <a:pt x="17" y="21"/>
                  </a:lnTo>
                  <a:close/>
                  <a:moveTo>
                    <a:pt x="32" y="9"/>
                  </a:moveTo>
                  <a:cubicBezTo>
                    <a:pt x="32" y="10"/>
                    <a:pt x="32" y="10"/>
                    <a:pt x="32" y="10"/>
                  </a:cubicBezTo>
                  <a:cubicBezTo>
                    <a:pt x="39" y="10"/>
                    <a:pt x="39" y="10"/>
                    <a:pt x="39" y="10"/>
                  </a:cubicBezTo>
                  <a:cubicBezTo>
                    <a:pt x="38" y="9"/>
                    <a:pt x="38" y="9"/>
                    <a:pt x="38" y="9"/>
                  </a:cubicBezTo>
                  <a:lnTo>
                    <a:pt x="32" y="9"/>
                  </a:lnTo>
                  <a:close/>
                  <a:moveTo>
                    <a:pt x="39" y="14"/>
                  </a:moveTo>
                  <a:cubicBezTo>
                    <a:pt x="39" y="11"/>
                    <a:pt x="39" y="11"/>
                    <a:pt x="39" y="11"/>
                  </a:cubicBezTo>
                  <a:cubicBezTo>
                    <a:pt x="36" y="11"/>
                    <a:pt x="36" y="11"/>
                    <a:pt x="36" y="11"/>
                  </a:cubicBezTo>
                  <a:cubicBezTo>
                    <a:pt x="36" y="14"/>
                    <a:pt x="36" y="14"/>
                    <a:pt x="36" y="14"/>
                  </a:cubicBezTo>
                  <a:lnTo>
                    <a:pt x="39" y="14"/>
                  </a:lnTo>
                  <a:close/>
                  <a:moveTo>
                    <a:pt x="40" y="15"/>
                  </a:moveTo>
                  <a:cubicBezTo>
                    <a:pt x="33" y="15"/>
                    <a:pt x="33" y="15"/>
                    <a:pt x="33" y="15"/>
                  </a:cubicBezTo>
                  <a:cubicBezTo>
                    <a:pt x="33" y="17"/>
                    <a:pt x="33" y="17"/>
                    <a:pt x="33" y="17"/>
                  </a:cubicBezTo>
                  <a:cubicBezTo>
                    <a:pt x="40" y="17"/>
                    <a:pt x="40" y="17"/>
                    <a:pt x="40" y="17"/>
                  </a:cubicBezTo>
                  <a:lnTo>
                    <a:pt x="40" y="15"/>
                  </a:lnTo>
                  <a:close/>
                  <a:moveTo>
                    <a:pt x="34" y="24"/>
                  </a:moveTo>
                  <a:cubicBezTo>
                    <a:pt x="41" y="24"/>
                    <a:pt x="41" y="24"/>
                    <a:pt x="41" y="24"/>
                  </a:cubicBezTo>
                  <a:cubicBezTo>
                    <a:pt x="41" y="21"/>
                    <a:pt x="41" y="21"/>
                    <a:pt x="41" y="21"/>
                  </a:cubicBezTo>
                  <a:cubicBezTo>
                    <a:pt x="34" y="21"/>
                    <a:pt x="34" y="21"/>
                    <a:pt x="34" y="21"/>
                  </a:cubicBezTo>
                  <a:lnTo>
                    <a:pt x="34" y="24"/>
                  </a:lnTo>
                  <a:close/>
                  <a:moveTo>
                    <a:pt x="37" y="17"/>
                  </a:moveTo>
                  <a:cubicBezTo>
                    <a:pt x="37" y="20"/>
                    <a:pt x="37" y="20"/>
                    <a:pt x="37" y="20"/>
                  </a:cubicBezTo>
                  <a:cubicBezTo>
                    <a:pt x="41" y="20"/>
                    <a:pt x="41" y="20"/>
                    <a:pt x="41" y="20"/>
                  </a:cubicBezTo>
                  <a:cubicBezTo>
                    <a:pt x="40" y="17"/>
                    <a:pt x="40" y="17"/>
                    <a:pt x="40" y="17"/>
                  </a:cubicBezTo>
                  <a:lnTo>
                    <a:pt x="37" y="17"/>
                  </a:lnTo>
                  <a:close/>
                  <a:moveTo>
                    <a:pt x="13" y="17"/>
                  </a:moveTo>
                  <a:cubicBezTo>
                    <a:pt x="10" y="17"/>
                    <a:pt x="10" y="17"/>
                    <a:pt x="10" y="17"/>
                  </a:cubicBezTo>
                  <a:cubicBezTo>
                    <a:pt x="10" y="20"/>
                    <a:pt x="10" y="20"/>
                    <a:pt x="10" y="20"/>
                  </a:cubicBezTo>
                  <a:cubicBezTo>
                    <a:pt x="13" y="20"/>
                    <a:pt x="13" y="20"/>
                    <a:pt x="13" y="20"/>
                  </a:cubicBezTo>
                  <a:lnTo>
                    <a:pt x="13" y="17"/>
                  </a:lnTo>
                  <a:close/>
                  <a:moveTo>
                    <a:pt x="11" y="14"/>
                  </a:moveTo>
                  <a:cubicBezTo>
                    <a:pt x="14" y="14"/>
                    <a:pt x="14" y="14"/>
                    <a:pt x="14" y="14"/>
                  </a:cubicBezTo>
                  <a:cubicBezTo>
                    <a:pt x="14" y="11"/>
                    <a:pt x="14" y="11"/>
                    <a:pt x="14" y="11"/>
                  </a:cubicBezTo>
                  <a:cubicBezTo>
                    <a:pt x="12" y="11"/>
                    <a:pt x="12" y="11"/>
                    <a:pt x="12" y="11"/>
                  </a:cubicBezTo>
                  <a:lnTo>
                    <a:pt x="11" y="14"/>
                  </a:lnTo>
                  <a:close/>
                  <a:moveTo>
                    <a:pt x="18" y="15"/>
                  </a:moveTo>
                  <a:cubicBezTo>
                    <a:pt x="11" y="15"/>
                    <a:pt x="11" y="15"/>
                    <a:pt x="11" y="15"/>
                  </a:cubicBezTo>
                  <a:cubicBezTo>
                    <a:pt x="10" y="17"/>
                    <a:pt x="10" y="17"/>
                    <a:pt x="10" y="17"/>
                  </a:cubicBezTo>
                  <a:cubicBezTo>
                    <a:pt x="18" y="17"/>
                    <a:pt x="18" y="17"/>
                    <a:pt x="18" y="17"/>
                  </a:cubicBezTo>
                  <a:lnTo>
                    <a:pt x="18" y="15"/>
                  </a:lnTo>
                  <a:close/>
                  <a:moveTo>
                    <a:pt x="10" y="6"/>
                  </a:moveTo>
                  <a:cubicBezTo>
                    <a:pt x="12" y="8"/>
                    <a:pt x="12" y="8"/>
                    <a:pt x="12" y="8"/>
                  </a:cubicBezTo>
                  <a:cubicBezTo>
                    <a:pt x="38" y="8"/>
                    <a:pt x="38" y="8"/>
                    <a:pt x="38" y="8"/>
                  </a:cubicBezTo>
                  <a:cubicBezTo>
                    <a:pt x="38" y="8"/>
                    <a:pt x="38" y="8"/>
                    <a:pt x="38" y="8"/>
                  </a:cubicBezTo>
                  <a:cubicBezTo>
                    <a:pt x="40" y="6"/>
                    <a:pt x="40" y="6"/>
                    <a:pt x="40" y="6"/>
                  </a:cubicBezTo>
                  <a:lnTo>
                    <a:pt x="10" y="6"/>
                  </a:lnTo>
                  <a:close/>
                  <a:moveTo>
                    <a:pt x="18" y="9"/>
                  </a:moveTo>
                  <a:cubicBezTo>
                    <a:pt x="12" y="9"/>
                    <a:pt x="12" y="9"/>
                    <a:pt x="12" y="9"/>
                  </a:cubicBezTo>
                  <a:cubicBezTo>
                    <a:pt x="12" y="10"/>
                    <a:pt x="12" y="10"/>
                    <a:pt x="12" y="10"/>
                  </a:cubicBezTo>
                  <a:cubicBezTo>
                    <a:pt x="18" y="10"/>
                    <a:pt x="18" y="10"/>
                    <a:pt x="18" y="10"/>
                  </a:cubicBezTo>
                  <a:lnTo>
                    <a:pt x="18"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nvGrpSpPr>
          <p:cNvPr id="133" name="Grupo 132">
            <a:extLst>
              <a:ext uri="{FF2B5EF4-FFF2-40B4-BE49-F238E27FC236}">
                <a16:creationId xmlns:a16="http://schemas.microsoft.com/office/drawing/2014/main" id="{9F2E9E04-119F-49AA-8E58-22D8B31369CE}"/>
              </a:ext>
            </a:extLst>
          </p:cNvPr>
          <p:cNvGrpSpPr/>
          <p:nvPr userDrawn="1"/>
        </p:nvGrpSpPr>
        <p:grpSpPr>
          <a:xfrm>
            <a:off x="9269672" y="352811"/>
            <a:ext cx="1108652" cy="538385"/>
            <a:chOff x="3838575" y="2246313"/>
            <a:chExt cx="1931988" cy="938213"/>
          </a:xfrm>
        </p:grpSpPr>
        <p:sp>
          <p:nvSpPr>
            <p:cNvPr id="134" name="Rectangle 5">
              <a:extLst>
                <a:ext uri="{FF2B5EF4-FFF2-40B4-BE49-F238E27FC236}">
                  <a16:creationId xmlns:a16="http://schemas.microsoft.com/office/drawing/2014/main" id="{9150D7C5-0ACA-420E-A7B4-EF35F9ACF280}"/>
                </a:ext>
              </a:extLst>
            </p:cNvPr>
            <p:cNvSpPr>
              <a:spLocks noChangeArrowheads="1"/>
            </p:cNvSpPr>
            <p:nvPr/>
          </p:nvSpPr>
          <p:spPr bwMode="auto">
            <a:xfrm>
              <a:off x="3838575" y="2246313"/>
              <a:ext cx="1931988" cy="938213"/>
            </a:xfrm>
            <a:prstGeom prst="rect">
              <a:avLst/>
            </a:prstGeom>
            <a:solidFill>
              <a:srgbClr val="00B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5" name="Freeform 37">
              <a:extLst>
                <a:ext uri="{FF2B5EF4-FFF2-40B4-BE49-F238E27FC236}">
                  <a16:creationId xmlns:a16="http://schemas.microsoft.com/office/drawing/2014/main" id="{CEA593E1-A104-43C5-B93E-3160F9DF50AE}"/>
                </a:ext>
              </a:extLst>
            </p:cNvPr>
            <p:cNvSpPr>
              <a:spLocks noEditPoints="1"/>
            </p:cNvSpPr>
            <p:nvPr/>
          </p:nvSpPr>
          <p:spPr bwMode="auto">
            <a:xfrm>
              <a:off x="3968750" y="2727325"/>
              <a:ext cx="1668463" cy="123825"/>
            </a:xfrm>
            <a:custGeom>
              <a:avLst/>
              <a:gdLst>
                <a:gd name="T0" fmla="*/ 768 w 770"/>
                <a:gd name="T1" fmla="*/ 17 h 57"/>
                <a:gd name="T2" fmla="*/ 743 w 770"/>
                <a:gd name="T3" fmla="*/ 44 h 57"/>
                <a:gd name="T4" fmla="*/ 715 w 770"/>
                <a:gd name="T5" fmla="*/ 22 h 57"/>
                <a:gd name="T6" fmla="*/ 720 w 770"/>
                <a:gd name="T7" fmla="*/ 17 h 57"/>
                <a:gd name="T8" fmla="*/ 704 w 770"/>
                <a:gd name="T9" fmla="*/ 51 h 57"/>
                <a:gd name="T10" fmla="*/ 689 w 770"/>
                <a:gd name="T11" fmla="*/ 56 h 57"/>
                <a:gd name="T12" fmla="*/ 669 w 770"/>
                <a:gd name="T13" fmla="*/ 20 h 57"/>
                <a:gd name="T14" fmla="*/ 662 w 770"/>
                <a:gd name="T15" fmla="*/ 48 h 57"/>
                <a:gd name="T16" fmla="*/ 662 w 770"/>
                <a:gd name="T17" fmla="*/ 17 h 57"/>
                <a:gd name="T18" fmla="*/ 607 w 770"/>
                <a:gd name="T19" fmla="*/ 17 h 57"/>
                <a:gd name="T20" fmla="*/ 593 w 770"/>
                <a:gd name="T21" fmla="*/ 17 h 57"/>
                <a:gd name="T22" fmla="*/ 597 w 770"/>
                <a:gd name="T23" fmla="*/ 56 h 57"/>
                <a:gd name="T24" fmla="*/ 610 w 770"/>
                <a:gd name="T25" fmla="*/ 56 h 57"/>
                <a:gd name="T26" fmla="*/ 563 w 770"/>
                <a:gd name="T27" fmla="*/ 51 h 57"/>
                <a:gd name="T28" fmla="*/ 560 w 770"/>
                <a:gd name="T29" fmla="*/ 29 h 57"/>
                <a:gd name="T30" fmla="*/ 568 w 770"/>
                <a:gd name="T31" fmla="*/ 17 h 57"/>
                <a:gd name="T32" fmla="*/ 569 w 770"/>
                <a:gd name="T33" fmla="*/ 56 h 57"/>
                <a:gd name="T34" fmla="*/ 511 w 770"/>
                <a:gd name="T35" fmla="*/ 17 h 57"/>
                <a:gd name="T36" fmla="*/ 504 w 770"/>
                <a:gd name="T37" fmla="*/ 54 h 57"/>
                <a:gd name="T38" fmla="*/ 504 w 770"/>
                <a:gd name="T39" fmla="*/ 29 h 57"/>
                <a:gd name="T40" fmla="*/ 453 w 770"/>
                <a:gd name="T41" fmla="*/ 17 h 57"/>
                <a:gd name="T42" fmla="*/ 430 w 770"/>
                <a:gd name="T43" fmla="*/ 17 h 57"/>
                <a:gd name="T44" fmla="*/ 422 w 770"/>
                <a:gd name="T45" fmla="*/ 56 h 57"/>
                <a:gd name="T46" fmla="*/ 379 w 770"/>
                <a:gd name="T47" fmla="*/ 41 h 57"/>
                <a:gd name="T48" fmla="*/ 395 w 770"/>
                <a:gd name="T49" fmla="*/ 56 h 57"/>
                <a:gd name="T50" fmla="*/ 350 w 770"/>
                <a:gd name="T51" fmla="*/ 56 h 57"/>
                <a:gd name="T52" fmla="*/ 377 w 770"/>
                <a:gd name="T53" fmla="*/ 52 h 57"/>
                <a:gd name="T54" fmla="*/ 347 w 770"/>
                <a:gd name="T55" fmla="*/ 20 h 57"/>
                <a:gd name="T56" fmla="*/ 327 w 770"/>
                <a:gd name="T57" fmla="*/ 56 h 57"/>
                <a:gd name="T58" fmla="*/ 310 w 770"/>
                <a:gd name="T59" fmla="*/ 28 h 57"/>
                <a:gd name="T60" fmla="*/ 320 w 770"/>
                <a:gd name="T61" fmla="*/ 52 h 57"/>
                <a:gd name="T62" fmla="*/ 284 w 770"/>
                <a:gd name="T63" fmla="*/ 17 h 57"/>
                <a:gd name="T64" fmla="*/ 303 w 770"/>
                <a:gd name="T65" fmla="*/ 52 h 57"/>
                <a:gd name="T66" fmla="*/ 275 w 770"/>
                <a:gd name="T67" fmla="*/ 45 h 57"/>
                <a:gd name="T68" fmla="*/ 271 w 770"/>
                <a:gd name="T69" fmla="*/ 42 h 57"/>
                <a:gd name="T70" fmla="*/ 270 w 770"/>
                <a:gd name="T71" fmla="*/ 27 h 57"/>
                <a:gd name="T72" fmla="*/ 245 w 770"/>
                <a:gd name="T73" fmla="*/ 52 h 57"/>
                <a:gd name="T74" fmla="*/ 238 w 770"/>
                <a:gd name="T75" fmla="*/ 20 h 57"/>
                <a:gd name="T76" fmla="*/ 218 w 770"/>
                <a:gd name="T77" fmla="*/ 56 h 57"/>
                <a:gd name="T78" fmla="*/ 199 w 770"/>
                <a:gd name="T79" fmla="*/ 35 h 57"/>
                <a:gd name="T80" fmla="*/ 171 w 770"/>
                <a:gd name="T81" fmla="*/ 21 h 57"/>
                <a:gd name="T82" fmla="*/ 177 w 770"/>
                <a:gd name="T83" fmla="*/ 34 h 57"/>
                <a:gd name="T84" fmla="*/ 211 w 770"/>
                <a:gd name="T85" fmla="*/ 20 h 57"/>
                <a:gd name="T86" fmla="*/ 145 w 770"/>
                <a:gd name="T87" fmla="*/ 38 h 57"/>
                <a:gd name="T88" fmla="*/ 138 w 770"/>
                <a:gd name="T89" fmla="*/ 21 h 57"/>
                <a:gd name="T90" fmla="*/ 131 w 770"/>
                <a:gd name="T91" fmla="*/ 21 h 57"/>
                <a:gd name="T92" fmla="*/ 102 w 770"/>
                <a:gd name="T93" fmla="*/ 35 h 57"/>
                <a:gd name="T94" fmla="*/ 108 w 770"/>
                <a:gd name="T95" fmla="*/ 22 h 57"/>
                <a:gd name="T96" fmla="*/ 115 w 770"/>
                <a:gd name="T97" fmla="*/ 54 h 57"/>
                <a:gd name="T98" fmla="*/ 62 w 770"/>
                <a:gd name="T99" fmla="*/ 21 h 57"/>
                <a:gd name="T100" fmla="*/ 27 w 770"/>
                <a:gd name="T101" fmla="*/ 20 h 57"/>
                <a:gd name="T102" fmla="*/ 40 w 770"/>
                <a:gd name="T103" fmla="*/ 51 h 57"/>
                <a:gd name="T104" fmla="*/ 69 w 770"/>
                <a:gd name="T105" fmla="*/ 21 h 57"/>
                <a:gd name="T106" fmla="*/ 20 w 770"/>
                <a:gd name="T107" fmla="*/ 17 h 57"/>
                <a:gd name="T108" fmla="*/ 20 w 770"/>
                <a:gd name="T109" fmla="*/ 5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70" h="57">
                  <a:moveTo>
                    <a:pt x="770" y="44"/>
                  </a:moveTo>
                  <a:cubicBezTo>
                    <a:pt x="770" y="31"/>
                    <a:pt x="750" y="35"/>
                    <a:pt x="750" y="27"/>
                  </a:cubicBezTo>
                  <a:cubicBezTo>
                    <a:pt x="750" y="23"/>
                    <a:pt x="752" y="21"/>
                    <a:pt x="758" y="21"/>
                  </a:cubicBezTo>
                  <a:cubicBezTo>
                    <a:pt x="759" y="21"/>
                    <a:pt x="761" y="21"/>
                    <a:pt x="762" y="21"/>
                  </a:cubicBezTo>
                  <a:cubicBezTo>
                    <a:pt x="763" y="23"/>
                    <a:pt x="763" y="25"/>
                    <a:pt x="763" y="28"/>
                  </a:cubicBezTo>
                  <a:cubicBezTo>
                    <a:pt x="768" y="28"/>
                    <a:pt x="768" y="28"/>
                    <a:pt x="768" y="28"/>
                  </a:cubicBezTo>
                  <a:cubicBezTo>
                    <a:pt x="768" y="17"/>
                    <a:pt x="768" y="17"/>
                    <a:pt x="768" y="17"/>
                  </a:cubicBezTo>
                  <a:cubicBezTo>
                    <a:pt x="765" y="16"/>
                    <a:pt x="761" y="16"/>
                    <a:pt x="758" y="16"/>
                  </a:cubicBezTo>
                  <a:cubicBezTo>
                    <a:pt x="748" y="16"/>
                    <a:pt x="742" y="21"/>
                    <a:pt x="742" y="28"/>
                  </a:cubicBezTo>
                  <a:cubicBezTo>
                    <a:pt x="742" y="40"/>
                    <a:pt x="763" y="36"/>
                    <a:pt x="763" y="45"/>
                  </a:cubicBezTo>
                  <a:cubicBezTo>
                    <a:pt x="763" y="50"/>
                    <a:pt x="758" y="51"/>
                    <a:pt x="754" y="51"/>
                  </a:cubicBezTo>
                  <a:cubicBezTo>
                    <a:pt x="752" y="51"/>
                    <a:pt x="750" y="51"/>
                    <a:pt x="749" y="51"/>
                  </a:cubicBezTo>
                  <a:cubicBezTo>
                    <a:pt x="748" y="49"/>
                    <a:pt x="748" y="47"/>
                    <a:pt x="748" y="44"/>
                  </a:cubicBezTo>
                  <a:cubicBezTo>
                    <a:pt x="743" y="44"/>
                    <a:pt x="743" y="44"/>
                    <a:pt x="743" y="44"/>
                  </a:cubicBezTo>
                  <a:cubicBezTo>
                    <a:pt x="743" y="55"/>
                    <a:pt x="743" y="55"/>
                    <a:pt x="743" y="55"/>
                  </a:cubicBezTo>
                  <a:cubicBezTo>
                    <a:pt x="746" y="56"/>
                    <a:pt x="750" y="57"/>
                    <a:pt x="753" y="57"/>
                  </a:cubicBezTo>
                  <a:cubicBezTo>
                    <a:pt x="763" y="57"/>
                    <a:pt x="770" y="52"/>
                    <a:pt x="770" y="44"/>
                  </a:cubicBezTo>
                  <a:moveTo>
                    <a:pt x="722" y="41"/>
                  </a:moveTo>
                  <a:cubicBezTo>
                    <a:pt x="708" y="41"/>
                    <a:pt x="708" y="41"/>
                    <a:pt x="708" y="41"/>
                  </a:cubicBezTo>
                  <a:cubicBezTo>
                    <a:pt x="713" y="29"/>
                    <a:pt x="713" y="29"/>
                    <a:pt x="713" y="29"/>
                  </a:cubicBezTo>
                  <a:cubicBezTo>
                    <a:pt x="713" y="27"/>
                    <a:pt x="714" y="24"/>
                    <a:pt x="715" y="22"/>
                  </a:cubicBezTo>
                  <a:cubicBezTo>
                    <a:pt x="715" y="22"/>
                    <a:pt x="715" y="22"/>
                    <a:pt x="715" y="22"/>
                  </a:cubicBezTo>
                  <a:cubicBezTo>
                    <a:pt x="715" y="24"/>
                    <a:pt x="716" y="27"/>
                    <a:pt x="717" y="29"/>
                  </a:cubicBezTo>
                  <a:lnTo>
                    <a:pt x="722" y="41"/>
                  </a:lnTo>
                  <a:close/>
                  <a:moveTo>
                    <a:pt x="737" y="56"/>
                  </a:moveTo>
                  <a:cubicBezTo>
                    <a:pt x="737" y="52"/>
                    <a:pt x="737" y="52"/>
                    <a:pt x="737" y="52"/>
                  </a:cubicBezTo>
                  <a:cubicBezTo>
                    <a:pt x="736" y="52"/>
                    <a:pt x="734" y="51"/>
                    <a:pt x="733" y="51"/>
                  </a:cubicBezTo>
                  <a:cubicBezTo>
                    <a:pt x="720" y="17"/>
                    <a:pt x="720" y="17"/>
                    <a:pt x="720" y="17"/>
                  </a:cubicBezTo>
                  <a:cubicBezTo>
                    <a:pt x="711" y="17"/>
                    <a:pt x="711" y="17"/>
                    <a:pt x="711" y="17"/>
                  </a:cubicBezTo>
                  <a:cubicBezTo>
                    <a:pt x="697" y="51"/>
                    <a:pt x="697" y="51"/>
                    <a:pt x="697" y="51"/>
                  </a:cubicBezTo>
                  <a:cubicBezTo>
                    <a:pt x="696" y="51"/>
                    <a:pt x="694" y="52"/>
                    <a:pt x="693" y="52"/>
                  </a:cubicBezTo>
                  <a:cubicBezTo>
                    <a:pt x="693" y="56"/>
                    <a:pt x="693" y="56"/>
                    <a:pt x="693" y="56"/>
                  </a:cubicBezTo>
                  <a:cubicBezTo>
                    <a:pt x="710" y="56"/>
                    <a:pt x="710" y="56"/>
                    <a:pt x="710" y="56"/>
                  </a:cubicBezTo>
                  <a:cubicBezTo>
                    <a:pt x="710" y="52"/>
                    <a:pt x="710" y="52"/>
                    <a:pt x="710" y="52"/>
                  </a:cubicBezTo>
                  <a:cubicBezTo>
                    <a:pt x="708" y="52"/>
                    <a:pt x="706" y="51"/>
                    <a:pt x="704" y="51"/>
                  </a:cubicBezTo>
                  <a:cubicBezTo>
                    <a:pt x="706" y="46"/>
                    <a:pt x="706" y="46"/>
                    <a:pt x="706" y="46"/>
                  </a:cubicBezTo>
                  <a:cubicBezTo>
                    <a:pt x="723" y="46"/>
                    <a:pt x="723" y="46"/>
                    <a:pt x="723" y="46"/>
                  </a:cubicBezTo>
                  <a:cubicBezTo>
                    <a:pt x="725" y="51"/>
                    <a:pt x="725" y="51"/>
                    <a:pt x="725" y="51"/>
                  </a:cubicBezTo>
                  <a:cubicBezTo>
                    <a:pt x="723" y="51"/>
                    <a:pt x="721" y="52"/>
                    <a:pt x="719" y="52"/>
                  </a:cubicBezTo>
                  <a:cubicBezTo>
                    <a:pt x="719" y="56"/>
                    <a:pt x="719" y="56"/>
                    <a:pt x="719" y="56"/>
                  </a:cubicBezTo>
                  <a:lnTo>
                    <a:pt x="737" y="56"/>
                  </a:lnTo>
                  <a:close/>
                  <a:moveTo>
                    <a:pt x="689" y="56"/>
                  </a:moveTo>
                  <a:cubicBezTo>
                    <a:pt x="689" y="52"/>
                    <a:pt x="689" y="52"/>
                    <a:pt x="689" y="52"/>
                  </a:cubicBezTo>
                  <a:cubicBezTo>
                    <a:pt x="687" y="52"/>
                    <a:pt x="685" y="51"/>
                    <a:pt x="683" y="51"/>
                  </a:cubicBezTo>
                  <a:cubicBezTo>
                    <a:pt x="683" y="21"/>
                    <a:pt x="683" y="21"/>
                    <a:pt x="683" y="21"/>
                  </a:cubicBezTo>
                  <a:cubicBezTo>
                    <a:pt x="685" y="21"/>
                    <a:pt x="687" y="21"/>
                    <a:pt x="689" y="20"/>
                  </a:cubicBezTo>
                  <a:cubicBezTo>
                    <a:pt x="689" y="17"/>
                    <a:pt x="689" y="17"/>
                    <a:pt x="689" y="17"/>
                  </a:cubicBezTo>
                  <a:cubicBezTo>
                    <a:pt x="669" y="17"/>
                    <a:pt x="669" y="17"/>
                    <a:pt x="669" y="17"/>
                  </a:cubicBezTo>
                  <a:cubicBezTo>
                    <a:pt x="669" y="20"/>
                    <a:pt x="669" y="20"/>
                    <a:pt x="669" y="20"/>
                  </a:cubicBezTo>
                  <a:cubicBezTo>
                    <a:pt x="671" y="21"/>
                    <a:pt x="674" y="21"/>
                    <a:pt x="676" y="21"/>
                  </a:cubicBezTo>
                  <a:cubicBezTo>
                    <a:pt x="676" y="51"/>
                    <a:pt x="676" y="51"/>
                    <a:pt x="676" y="51"/>
                  </a:cubicBezTo>
                  <a:cubicBezTo>
                    <a:pt x="674" y="51"/>
                    <a:pt x="671" y="52"/>
                    <a:pt x="669" y="52"/>
                  </a:cubicBezTo>
                  <a:cubicBezTo>
                    <a:pt x="669" y="56"/>
                    <a:pt x="669" y="56"/>
                    <a:pt x="669" y="56"/>
                  </a:cubicBezTo>
                  <a:lnTo>
                    <a:pt x="689" y="56"/>
                  </a:lnTo>
                  <a:close/>
                  <a:moveTo>
                    <a:pt x="662" y="54"/>
                  </a:moveTo>
                  <a:cubicBezTo>
                    <a:pt x="662" y="48"/>
                    <a:pt x="662" y="48"/>
                    <a:pt x="662" y="48"/>
                  </a:cubicBezTo>
                  <a:cubicBezTo>
                    <a:pt x="659" y="49"/>
                    <a:pt x="655" y="50"/>
                    <a:pt x="652" y="50"/>
                  </a:cubicBezTo>
                  <a:cubicBezTo>
                    <a:pt x="643" y="50"/>
                    <a:pt x="638" y="45"/>
                    <a:pt x="638" y="36"/>
                  </a:cubicBezTo>
                  <a:cubicBezTo>
                    <a:pt x="638" y="28"/>
                    <a:pt x="643" y="22"/>
                    <a:pt x="651" y="22"/>
                  </a:cubicBezTo>
                  <a:cubicBezTo>
                    <a:pt x="653" y="22"/>
                    <a:pt x="654" y="22"/>
                    <a:pt x="656" y="23"/>
                  </a:cubicBezTo>
                  <a:cubicBezTo>
                    <a:pt x="656" y="25"/>
                    <a:pt x="656" y="27"/>
                    <a:pt x="657" y="29"/>
                  </a:cubicBezTo>
                  <a:cubicBezTo>
                    <a:pt x="662" y="29"/>
                    <a:pt x="662" y="29"/>
                    <a:pt x="662" y="29"/>
                  </a:cubicBezTo>
                  <a:cubicBezTo>
                    <a:pt x="662" y="17"/>
                    <a:pt x="662" y="17"/>
                    <a:pt x="662" y="17"/>
                  </a:cubicBezTo>
                  <a:cubicBezTo>
                    <a:pt x="659" y="17"/>
                    <a:pt x="655" y="16"/>
                    <a:pt x="652" y="16"/>
                  </a:cubicBezTo>
                  <a:cubicBezTo>
                    <a:pt x="638" y="16"/>
                    <a:pt x="631" y="26"/>
                    <a:pt x="631" y="37"/>
                  </a:cubicBezTo>
                  <a:cubicBezTo>
                    <a:pt x="631" y="49"/>
                    <a:pt x="638" y="56"/>
                    <a:pt x="651" y="56"/>
                  </a:cubicBezTo>
                  <a:cubicBezTo>
                    <a:pt x="655" y="56"/>
                    <a:pt x="659" y="56"/>
                    <a:pt x="662" y="54"/>
                  </a:cubicBezTo>
                  <a:moveTo>
                    <a:pt x="625" y="20"/>
                  </a:moveTo>
                  <a:cubicBezTo>
                    <a:pt x="625" y="17"/>
                    <a:pt x="625" y="17"/>
                    <a:pt x="625" y="17"/>
                  </a:cubicBezTo>
                  <a:cubicBezTo>
                    <a:pt x="607" y="17"/>
                    <a:pt x="607" y="17"/>
                    <a:pt x="607" y="17"/>
                  </a:cubicBezTo>
                  <a:cubicBezTo>
                    <a:pt x="607" y="20"/>
                    <a:pt x="607" y="20"/>
                    <a:pt x="607" y="20"/>
                  </a:cubicBezTo>
                  <a:cubicBezTo>
                    <a:pt x="608" y="21"/>
                    <a:pt x="611" y="21"/>
                    <a:pt x="613" y="21"/>
                  </a:cubicBezTo>
                  <a:cubicBezTo>
                    <a:pt x="613" y="35"/>
                    <a:pt x="613" y="35"/>
                    <a:pt x="613" y="35"/>
                  </a:cubicBezTo>
                  <a:cubicBezTo>
                    <a:pt x="613" y="41"/>
                    <a:pt x="613" y="45"/>
                    <a:pt x="613" y="48"/>
                  </a:cubicBezTo>
                  <a:cubicBezTo>
                    <a:pt x="613" y="48"/>
                    <a:pt x="613" y="48"/>
                    <a:pt x="613" y="48"/>
                  </a:cubicBezTo>
                  <a:cubicBezTo>
                    <a:pt x="612" y="45"/>
                    <a:pt x="610" y="42"/>
                    <a:pt x="608" y="40"/>
                  </a:cubicBezTo>
                  <a:cubicBezTo>
                    <a:pt x="593" y="17"/>
                    <a:pt x="593" y="17"/>
                    <a:pt x="593" y="17"/>
                  </a:cubicBezTo>
                  <a:cubicBezTo>
                    <a:pt x="577" y="17"/>
                    <a:pt x="577" y="17"/>
                    <a:pt x="577" y="17"/>
                  </a:cubicBezTo>
                  <a:cubicBezTo>
                    <a:pt x="577" y="20"/>
                    <a:pt x="577" y="20"/>
                    <a:pt x="577" y="20"/>
                  </a:cubicBezTo>
                  <a:cubicBezTo>
                    <a:pt x="579" y="21"/>
                    <a:pt x="582" y="21"/>
                    <a:pt x="584" y="21"/>
                  </a:cubicBezTo>
                  <a:cubicBezTo>
                    <a:pt x="584" y="51"/>
                    <a:pt x="584" y="51"/>
                    <a:pt x="584" y="51"/>
                  </a:cubicBezTo>
                  <a:cubicBezTo>
                    <a:pt x="582" y="51"/>
                    <a:pt x="579" y="52"/>
                    <a:pt x="577" y="52"/>
                  </a:cubicBezTo>
                  <a:cubicBezTo>
                    <a:pt x="577" y="56"/>
                    <a:pt x="577" y="56"/>
                    <a:pt x="577" y="56"/>
                  </a:cubicBezTo>
                  <a:cubicBezTo>
                    <a:pt x="597" y="56"/>
                    <a:pt x="597" y="56"/>
                    <a:pt x="597" y="56"/>
                  </a:cubicBezTo>
                  <a:cubicBezTo>
                    <a:pt x="597" y="52"/>
                    <a:pt x="597" y="52"/>
                    <a:pt x="597" y="52"/>
                  </a:cubicBezTo>
                  <a:cubicBezTo>
                    <a:pt x="595" y="52"/>
                    <a:pt x="593" y="51"/>
                    <a:pt x="591" y="51"/>
                  </a:cubicBezTo>
                  <a:cubicBezTo>
                    <a:pt x="591" y="34"/>
                    <a:pt x="591" y="34"/>
                    <a:pt x="591" y="34"/>
                  </a:cubicBezTo>
                  <a:cubicBezTo>
                    <a:pt x="591" y="30"/>
                    <a:pt x="590" y="27"/>
                    <a:pt x="590" y="25"/>
                  </a:cubicBezTo>
                  <a:cubicBezTo>
                    <a:pt x="590" y="25"/>
                    <a:pt x="590" y="25"/>
                    <a:pt x="590" y="25"/>
                  </a:cubicBezTo>
                  <a:cubicBezTo>
                    <a:pt x="592" y="27"/>
                    <a:pt x="593" y="30"/>
                    <a:pt x="595" y="32"/>
                  </a:cubicBezTo>
                  <a:cubicBezTo>
                    <a:pt x="610" y="56"/>
                    <a:pt x="610" y="56"/>
                    <a:pt x="610" y="56"/>
                  </a:cubicBezTo>
                  <a:cubicBezTo>
                    <a:pt x="619" y="56"/>
                    <a:pt x="619" y="56"/>
                    <a:pt x="619" y="56"/>
                  </a:cubicBezTo>
                  <a:cubicBezTo>
                    <a:pt x="619" y="21"/>
                    <a:pt x="619" y="21"/>
                    <a:pt x="619" y="21"/>
                  </a:cubicBezTo>
                  <a:cubicBezTo>
                    <a:pt x="621" y="21"/>
                    <a:pt x="623" y="21"/>
                    <a:pt x="625" y="20"/>
                  </a:cubicBezTo>
                  <a:moveTo>
                    <a:pt x="569" y="56"/>
                  </a:moveTo>
                  <a:cubicBezTo>
                    <a:pt x="569" y="45"/>
                    <a:pt x="569" y="45"/>
                    <a:pt x="569" y="45"/>
                  </a:cubicBezTo>
                  <a:cubicBezTo>
                    <a:pt x="564" y="45"/>
                    <a:pt x="564" y="45"/>
                    <a:pt x="564" y="45"/>
                  </a:cubicBezTo>
                  <a:cubicBezTo>
                    <a:pt x="563" y="47"/>
                    <a:pt x="563" y="49"/>
                    <a:pt x="563" y="51"/>
                  </a:cubicBezTo>
                  <a:cubicBezTo>
                    <a:pt x="552" y="51"/>
                    <a:pt x="552" y="51"/>
                    <a:pt x="552" y="51"/>
                  </a:cubicBezTo>
                  <a:cubicBezTo>
                    <a:pt x="552" y="38"/>
                    <a:pt x="552" y="38"/>
                    <a:pt x="552" y="38"/>
                  </a:cubicBezTo>
                  <a:cubicBezTo>
                    <a:pt x="559" y="38"/>
                    <a:pt x="559" y="38"/>
                    <a:pt x="559" y="38"/>
                  </a:cubicBezTo>
                  <a:cubicBezTo>
                    <a:pt x="559" y="40"/>
                    <a:pt x="559" y="41"/>
                    <a:pt x="560" y="42"/>
                  </a:cubicBezTo>
                  <a:cubicBezTo>
                    <a:pt x="564" y="42"/>
                    <a:pt x="564" y="42"/>
                    <a:pt x="564" y="42"/>
                  </a:cubicBezTo>
                  <a:cubicBezTo>
                    <a:pt x="564" y="29"/>
                    <a:pt x="564" y="29"/>
                    <a:pt x="564" y="29"/>
                  </a:cubicBezTo>
                  <a:cubicBezTo>
                    <a:pt x="560" y="29"/>
                    <a:pt x="560" y="29"/>
                    <a:pt x="560" y="29"/>
                  </a:cubicBezTo>
                  <a:cubicBezTo>
                    <a:pt x="559" y="30"/>
                    <a:pt x="559" y="32"/>
                    <a:pt x="559" y="33"/>
                  </a:cubicBezTo>
                  <a:cubicBezTo>
                    <a:pt x="552" y="33"/>
                    <a:pt x="552" y="33"/>
                    <a:pt x="552" y="33"/>
                  </a:cubicBezTo>
                  <a:cubicBezTo>
                    <a:pt x="552" y="21"/>
                    <a:pt x="552" y="21"/>
                    <a:pt x="552" y="21"/>
                  </a:cubicBezTo>
                  <a:cubicBezTo>
                    <a:pt x="563" y="21"/>
                    <a:pt x="563" y="21"/>
                    <a:pt x="563" y="21"/>
                  </a:cubicBezTo>
                  <a:cubicBezTo>
                    <a:pt x="563" y="23"/>
                    <a:pt x="563" y="25"/>
                    <a:pt x="564" y="27"/>
                  </a:cubicBezTo>
                  <a:cubicBezTo>
                    <a:pt x="568" y="27"/>
                    <a:pt x="568" y="27"/>
                    <a:pt x="568" y="27"/>
                  </a:cubicBezTo>
                  <a:cubicBezTo>
                    <a:pt x="568" y="17"/>
                    <a:pt x="568" y="17"/>
                    <a:pt x="568" y="17"/>
                  </a:cubicBezTo>
                  <a:cubicBezTo>
                    <a:pt x="538" y="17"/>
                    <a:pt x="538" y="17"/>
                    <a:pt x="538" y="17"/>
                  </a:cubicBezTo>
                  <a:cubicBezTo>
                    <a:pt x="538" y="20"/>
                    <a:pt x="538" y="20"/>
                    <a:pt x="538" y="20"/>
                  </a:cubicBezTo>
                  <a:cubicBezTo>
                    <a:pt x="540" y="21"/>
                    <a:pt x="543" y="21"/>
                    <a:pt x="545" y="21"/>
                  </a:cubicBezTo>
                  <a:cubicBezTo>
                    <a:pt x="545" y="51"/>
                    <a:pt x="545" y="51"/>
                    <a:pt x="545" y="51"/>
                  </a:cubicBezTo>
                  <a:cubicBezTo>
                    <a:pt x="543" y="51"/>
                    <a:pt x="540" y="52"/>
                    <a:pt x="538" y="52"/>
                  </a:cubicBezTo>
                  <a:cubicBezTo>
                    <a:pt x="538" y="56"/>
                    <a:pt x="538" y="56"/>
                    <a:pt x="538" y="56"/>
                  </a:cubicBezTo>
                  <a:lnTo>
                    <a:pt x="569" y="56"/>
                  </a:lnTo>
                  <a:close/>
                  <a:moveTo>
                    <a:pt x="531" y="56"/>
                  </a:moveTo>
                  <a:cubicBezTo>
                    <a:pt x="531" y="52"/>
                    <a:pt x="531" y="52"/>
                    <a:pt x="531" y="52"/>
                  </a:cubicBezTo>
                  <a:cubicBezTo>
                    <a:pt x="529" y="52"/>
                    <a:pt x="527" y="51"/>
                    <a:pt x="525" y="51"/>
                  </a:cubicBezTo>
                  <a:cubicBezTo>
                    <a:pt x="525" y="21"/>
                    <a:pt x="525" y="21"/>
                    <a:pt x="525" y="21"/>
                  </a:cubicBezTo>
                  <a:cubicBezTo>
                    <a:pt x="527" y="21"/>
                    <a:pt x="529" y="21"/>
                    <a:pt x="531" y="20"/>
                  </a:cubicBezTo>
                  <a:cubicBezTo>
                    <a:pt x="531" y="17"/>
                    <a:pt x="531" y="17"/>
                    <a:pt x="531" y="17"/>
                  </a:cubicBezTo>
                  <a:cubicBezTo>
                    <a:pt x="511" y="17"/>
                    <a:pt x="511" y="17"/>
                    <a:pt x="511" y="17"/>
                  </a:cubicBezTo>
                  <a:cubicBezTo>
                    <a:pt x="511" y="20"/>
                    <a:pt x="511" y="20"/>
                    <a:pt x="511" y="20"/>
                  </a:cubicBezTo>
                  <a:cubicBezTo>
                    <a:pt x="513" y="21"/>
                    <a:pt x="516" y="21"/>
                    <a:pt x="518" y="21"/>
                  </a:cubicBezTo>
                  <a:cubicBezTo>
                    <a:pt x="518" y="51"/>
                    <a:pt x="518" y="51"/>
                    <a:pt x="518" y="51"/>
                  </a:cubicBezTo>
                  <a:cubicBezTo>
                    <a:pt x="516" y="51"/>
                    <a:pt x="513" y="52"/>
                    <a:pt x="511" y="52"/>
                  </a:cubicBezTo>
                  <a:cubicBezTo>
                    <a:pt x="511" y="56"/>
                    <a:pt x="511" y="56"/>
                    <a:pt x="511" y="56"/>
                  </a:cubicBezTo>
                  <a:lnTo>
                    <a:pt x="531" y="56"/>
                  </a:lnTo>
                  <a:close/>
                  <a:moveTo>
                    <a:pt x="504" y="54"/>
                  </a:moveTo>
                  <a:cubicBezTo>
                    <a:pt x="504" y="48"/>
                    <a:pt x="504" y="48"/>
                    <a:pt x="504" y="48"/>
                  </a:cubicBezTo>
                  <a:cubicBezTo>
                    <a:pt x="501" y="49"/>
                    <a:pt x="497" y="50"/>
                    <a:pt x="494" y="50"/>
                  </a:cubicBezTo>
                  <a:cubicBezTo>
                    <a:pt x="485" y="50"/>
                    <a:pt x="481" y="45"/>
                    <a:pt x="481" y="36"/>
                  </a:cubicBezTo>
                  <a:cubicBezTo>
                    <a:pt x="481" y="28"/>
                    <a:pt x="485" y="22"/>
                    <a:pt x="493" y="22"/>
                  </a:cubicBezTo>
                  <a:cubicBezTo>
                    <a:pt x="495" y="22"/>
                    <a:pt x="496" y="22"/>
                    <a:pt x="498" y="23"/>
                  </a:cubicBezTo>
                  <a:cubicBezTo>
                    <a:pt x="498" y="25"/>
                    <a:pt x="499" y="27"/>
                    <a:pt x="499" y="29"/>
                  </a:cubicBezTo>
                  <a:cubicBezTo>
                    <a:pt x="504" y="29"/>
                    <a:pt x="504" y="29"/>
                    <a:pt x="504" y="29"/>
                  </a:cubicBezTo>
                  <a:cubicBezTo>
                    <a:pt x="504" y="17"/>
                    <a:pt x="504" y="17"/>
                    <a:pt x="504" y="17"/>
                  </a:cubicBezTo>
                  <a:cubicBezTo>
                    <a:pt x="501" y="17"/>
                    <a:pt x="497" y="16"/>
                    <a:pt x="494" y="16"/>
                  </a:cubicBezTo>
                  <a:cubicBezTo>
                    <a:pt x="480" y="16"/>
                    <a:pt x="473" y="26"/>
                    <a:pt x="473" y="37"/>
                  </a:cubicBezTo>
                  <a:cubicBezTo>
                    <a:pt x="473" y="49"/>
                    <a:pt x="480" y="56"/>
                    <a:pt x="493" y="56"/>
                  </a:cubicBezTo>
                  <a:cubicBezTo>
                    <a:pt x="497" y="56"/>
                    <a:pt x="501" y="56"/>
                    <a:pt x="504" y="54"/>
                  </a:cubicBezTo>
                  <a:moveTo>
                    <a:pt x="453" y="20"/>
                  </a:moveTo>
                  <a:cubicBezTo>
                    <a:pt x="453" y="17"/>
                    <a:pt x="453" y="17"/>
                    <a:pt x="453" y="17"/>
                  </a:cubicBezTo>
                  <a:cubicBezTo>
                    <a:pt x="436" y="17"/>
                    <a:pt x="436" y="17"/>
                    <a:pt x="436" y="17"/>
                  </a:cubicBezTo>
                  <a:cubicBezTo>
                    <a:pt x="436" y="20"/>
                    <a:pt x="436" y="20"/>
                    <a:pt x="436" y="20"/>
                  </a:cubicBezTo>
                  <a:cubicBezTo>
                    <a:pt x="437" y="21"/>
                    <a:pt x="439" y="21"/>
                    <a:pt x="440" y="21"/>
                  </a:cubicBezTo>
                  <a:cubicBezTo>
                    <a:pt x="433" y="36"/>
                    <a:pt x="433" y="36"/>
                    <a:pt x="433" y="36"/>
                  </a:cubicBezTo>
                  <a:cubicBezTo>
                    <a:pt x="425" y="21"/>
                    <a:pt x="425" y="21"/>
                    <a:pt x="425" y="21"/>
                  </a:cubicBezTo>
                  <a:cubicBezTo>
                    <a:pt x="426" y="21"/>
                    <a:pt x="428" y="21"/>
                    <a:pt x="430" y="20"/>
                  </a:cubicBezTo>
                  <a:cubicBezTo>
                    <a:pt x="430" y="17"/>
                    <a:pt x="430" y="17"/>
                    <a:pt x="430" y="17"/>
                  </a:cubicBezTo>
                  <a:cubicBezTo>
                    <a:pt x="412" y="17"/>
                    <a:pt x="412" y="17"/>
                    <a:pt x="412" y="17"/>
                  </a:cubicBezTo>
                  <a:cubicBezTo>
                    <a:pt x="412" y="20"/>
                    <a:pt x="412" y="20"/>
                    <a:pt x="412" y="20"/>
                  </a:cubicBezTo>
                  <a:cubicBezTo>
                    <a:pt x="414" y="21"/>
                    <a:pt x="415" y="21"/>
                    <a:pt x="417" y="21"/>
                  </a:cubicBezTo>
                  <a:cubicBezTo>
                    <a:pt x="429" y="42"/>
                    <a:pt x="429" y="42"/>
                    <a:pt x="429" y="42"/>
                  </a:cubicBezTo>
                  <a:cubicBezTo>
                    <a:pt x="429" y="51"/>
                    <a:pt x="429" y="51"/>
                    <a:pt x="429" y="51"/>
                  </a:cubicBezTo>
                  <a:cubicBezTo>
                    <a:pt x="427" y="51"/>
                    <a:pt x="424" y="52"/>
                    <a:pt x="422" y="52"/>
                  </a:cubicBezTo>
                  <a:cubicBezTo>
                    <a:pt x="422" y="56"/>
                    <a:pt x="422" y="56"/>
                    <a:pt x="422" y="56"/>
                  </a:cubicBezTo>
                  <a:cubicBezTo>
                    <a:pt x="442" y="56"/>
                    <a:pt x="442" y="56"/>
                    <a:pt x="442" y="56"/>
                  </a:cubicBezTo>
                  <a:cubicBezTo>
                    <a:pt x="442" y="52"/>
                    <a:pt x="442" y="52"/>
                    <a:pt x="442" y="52"/>
                  </a:cubicBezTo>
                  <a:cubicBezTo>
                    <a:pt x="440" y="52"/>
                    <a:pt x="438" y="51"/>
                    <a:pt x="436" y="51"/>
                  </a:cubicBezTo>
                  <a:cubicBezTo>
                    <a:pt x="436" y="42"/>
                    <a:pt x="436" y="42"/>
                    <a:pt x="436" y="42"/>
                  </a:cubicBezTo>
                  <a:cubicBezTo>
                    <a:pt x="448" y="21"/>
                    <a:pt x="448" y="21"/>
                    <a:pt x="448" y="21"/>
                  </a:cubicBezTo>
                  <a:cubicBezTo>
                    <a:pt x="449" y="21"/>
                    <a:pt x="451" y="21"/>
                    <a:pt x="453" y="20"/>
                  </a:cubicBezTo>
                  <a:moveTo>
                    <a:pt x="379" y="41"/>
                  </a:moveTo>
                  <a:cubicBezTo>
                    <a:pt x="365" y="41"/>
                    <a:pt x="365" y="41"/>
                    <a:pt x="365" y="41"/>
                  </a:cubicBezTo>
                  <a:cubicBezTo>
                    <a:pt x="370" y="29"/>
                    <a:pt x="370" y="29"/>
                    <a:pt x="370" y="29"/>
                  </a:cubicBezTo>
                  <a:cubicBezTo>
                    <a:pt x="371" y="27"/>
                    <a:pt x="372" y="24"/>
                    <a:pt x="372" y="22"/>
                  </a:cubicBezTo>
                  <a:cubicBezTo>
                    <a:pt x="372" y="22"/>
                    <a:pt x="372" y="22"/>
                    <a:pt x="372" y="22"/>
                  </a:cubicBezTo>
                  <a:cubicBezTo>
                    <a:pt x="373" y="24"/>
                    <a:pt x="373" y="27"/>
                    <a:pt x="374" y="29"/>
                  </a:cubicBezTo>
                  <a:lnTo>
                    <a:pt x="379" y="41"/>
                  </a:lnTo>
                  <a:close/>
                  <a:moveTo>
                    <a:pt x="395" y="56"/>
                  </a:moveTo>
                  <a:cubicBezTo>
                    <a:pt x="395" y="52"/>
                    <a:pt x="395" y="52"/>
                    <a:pt x="395" y="52"/>
                  </a:cubicBezTo>
                  <a:cubicBezTo>
                    <a:pt x="393" y="52"/>
                    <a:pt x="392" y="51"/>
                    <a:pt x="390" y="51"/>
                  </a:cubicBezTo>
                  <a:cubicBezTo>
                    <a:pt x="377" y="17"/>
                    <a:pt x="377" y="17"/>
                    <a:pt x="377" y="17"/>
                  </a:cubicBezTo>
                  <a:cubicBezTo>
                    <a:pt x="368" y="17"/>
                    <a:pt x="368" y="17"/>
                    <a:pt x="368" y="17"/>
                  </a:cubicBezTo>
                  <a:cubicBezTo>
                    <a:pt x="355" y="51"/>
                    <a:pt x="355" y="51"/>
                    <a:pt x="355" y="51"/>
                  </a:cubicBezTo>
                  <a:cubicBezTo>
                    <a:pt x="353" y="51"/>
                    <a:pt x="351" y="52"/>
                    <a:pt x="350" y="52"/>
                  </a:cubicBezTo>
                  <a:cubicBezTo>
                    <a:pt x="350" y="56"/>
                    <a:pt x="350" y="56"/>
                    <a:pt x="350" y="56"/>
                  </a:cubicBezTo>
                  <a:cubicBezTo>
                    <a:pt x="367" y="56"/>
                    <a:pt x="367" y="56"/>
                    <a:pt x="367" y="56"/>
                  </a:cubicBezTo>
                  <a:cubicBezTo>
                    <a:pt x="367" y="52"/>
                    <a:pt x="367" y="52"/>
                    <a:pt x="367" y="52"/>
                  </a:cubicBezTo>
                  <a:cubicBezTo>
                    <a:pt x="366" y="52"/>
                    <a:pt x="363" y="51"/>
                    <a:pt x="362" y="51"/>
                  </a:cubicBezTo>
                  <a:cubicBezTo>
                    <a:pt x="364" y="46"/>
                    <a:pt x="364" y="46"/>
                    <a:pt x="364" y="46"/>
                  </a:cubicBezTo>
                  <a:cubicBezTo>
                    <a:pt x="381" y="46"/>
                    <a:pt x="381" y="46"/>
                    <a:pt x="381" y="46"/>
                  </a:cubicBezTo>
                  <a:cubicBezTo>
                    <a:pt x="383" y="51"/>
                    <a:pt x="383" y="51"/>
                    <a:pt x="383" y="51"/>
                  </a:cubicBezTo>
                  <a:cubicBezTo>
                    <a:pt x="381" y="51"/>
                    <a:pt x="379" y="52"/>
                    <a:pt x="377" y="52"/>
                  </a:cubicBezTo>
                  <a:cubicBezTo>
                    <a:pt x="377" y="56"/>
                    <a:pt x="377" y="56"/>
                    <a:pt x="377" y="56"/>
                  </a:cubicBezTo>
                  <a:lnTo>
                    <a:pt x="395" y="56"/>
                  </a:lnTo>
                  <a:close/>
                  <a:moveTo>
                    <a:pt x="347" y="56"/>
                  </a:moveTo>
                  <a:cubicBezTo>
                    <a:pt x="347" y="52"/>
                    <a:pt x="347" y="52"/>
                    <a:pt x="347" y="52"/>
                  </a:cubicBezTo>
                  <a:cubicBezTo>
                    <a:pt x="345" y="52"/>
                    <a:pt x="342" y="51"/>
                    <a:pt x="340" y="51"/>
                  </a:cubicBezTo>
                  <a:cubicBezTo>
                    <a:pt x="340" y="21"/>
                    <a:pt x="340" y="21"/>
                    <a:pt x="340" y="21"/>
                  </a:cubicBezTo>
                  <a:cubicBezTo>
                    <a:pt x="342" y="21"/>
                    <a:pt x="345" y="21"/>
                    <a:pt x="347" y="20"/>
                  </a:cubicBezTo>
                  <a:cubicBezTo>
                    <a:pt x="347" y="17"/>
                    <a:pt x="347" y="17"/>
                    <a:pt x="347" y="17"/>
                  </a:cubicBezTo>
                  <a:cubicBezTo>
                    <a:pt x="327" y="17"/>
                    <a:pt x="327" y="17"/>
                    <a:pt x="327" y="17"/>
                  </a:cubicBezTo>
                  <a:cubicBezTo>
                    <a:pt x="327" y="20"/>
                    <a:pt x="327" y="20"/>
                    <a:pt x="327" y="20"/>
                  </a:cubicBezTo>
                  <a:cubicBezTo>
                    <a:pt x="329" y="21"/>
                    <a:pt x="331" y="21"/>
                    <a:pt x="333" y="21"/>
                  </a:cubicBezTo>
                  <a:cubicBezTo>
                    <a:pt x="333" y="51"/>
                    <a:pt x="333" y="51"/>
                    <a:pt x="333" y="51"/>
                  </a:cubicBezTo>
                  <a:cubicBezTo>
                    <a:pt x="331" y="51"/>
                    <a:pt x="329" y="52"/>
                    <a:pt x="327" y="52"/>
                  </a:cubicBezTo>
                  <a:cubicBezTo>
                    <a:pt x="327" y="56"/>
                    <a:pt x="327" y="56"/>
                    <a:pt x="327" y="56"/>
                  </a:cubicBezTo>
                  <a:lnTo>
                    <a:pt x="347" y="56"/>
                  </a:lnTo>
                  <a:close/>
                  <a:moveTo>
                    <a:pt x="346" y="5"/>
                  </a:moveTo>
                  <a:cubicBezTo>
                    <a:pt x="343" y="0"/>
                    <a:pt x="343" y="0"/>
                    <a:pt x="343" y="0"/>
                  </a:cubicBezTo>
                  <a:cubicBezTo>
                    <a:pt x="332" y="9"/>
                    <a:pt x="332" y="9"/>
                    <a:pt x="332" y="9"/>
                  </a:cubicBezTo>
                  <a:cubicBezTo>
                    <a:pt x="335" y="12"/>
                    <a:pt x="335" y="12"/>
                    <a:pt x="335" y="12"/>
                  </a:cubicBezTo>
                  <a:lnTo>
                    <a:pt x="346" y="5"/>
                  </a:lnTo>
                  <a:close/>
                  <a:moveTo>
                    <a:pt x="310" y="28"/>
                  </a:moveTo>
                  <a:cubicBezTo>
                    <a:pt x="310" y="32"/>
                    <a:pt x="307" y="34"/>
                    <a:pt x="302" y="34"/>
                  </a:cubicBezTo>
                  <a:cubicBezTo>
                    <a:pt x="300" y="34"/>
                    <a:pt x="299" y="34"/>
                    <a:pt x="298" y="34"/>
                  </a:cubicBezTo>
                  <a:cubicBezTo>
                    <a:pt x="298" y="22"/>
                    <a:pt x="298" y="22"/>
                    <a:pt x="298" y="22"/>
                  </a:cubicBezTo>
                  <a:cubicBezTo>
                    <a:pt x="299" y="22"/>
                    <a:pt x="300" y="21"/>
                    <a:pt x="302" y="21"/>
                  </a:cubicBezTo>
                  <a:cubicBezTo>
                    <a:pt x="307" y="21"/>
                    <a:pt x="310" y="23"/>
                    <a:pt x="310" y="28"/>
                  </a:cubicBezTo>
                  <a:moveTo>
                    <a:pt x="320" y="56"/>
                  </a:moveTo>
                  <a:cubicBezTo>
                    <a:pt x="320" y="52"/>
                    <a:pt x="320" y="52"/>
                    <a:pt x="320" y="52"/>
                  </a:cubicBezTo>
                  <a:cubicBezTo>
                    <a:pt x="319" y="52"/>
                    <a:pt x="317" y="51"/>
                    <a:pt x="315" y="51"/>
                  </a:cubicBezTo>
                  <a:cubicBezTo>
                    <a:pt x="309" y="42"/>
                    <a:pt x="309" y="42"/>
                    <a:pt x="309" y="42"/>
                  </a:cubicBezTo>
                  <a:cubicBezTo>
                    <a:pt x="308" y="40"/>
                    <a:pt x="307" y="39"/>
                    <a:pt x="306" y="38"/>
                  </a:cubicBezTo>
                  <a:cubicBezTo>
                    <a:pt x="313" y="37"/>
                    <a:pt x="317" y="33"/>
                    <a:pt x="317" y="27"/>
                  </a:cubicBezTo>
                  <a:cubicBezTo>
                    <a:pt x="317" y="20"/>
                    <a:pt x="312" y="16"/>
                    <a:pt x="303" y="16"/>
                  </a:cubicBezTo>
                  <a:cubicBezTo>
                    <a:pt x="298" y="16"/>
                    <a:pt x="293" y="17"/>
                    <a:pt x="290" y="17"/>
                  </a:cubicBezTo>
                  <a:cubicBezTo>
                    <a:pt x="284" y="17"/>
                    <a:pt x="284" y="17"/>
                    <a:pt x="284" y="17"/>
                  </a:cubicBezTo>
                  <a:cubicBezTo>
                    <a:pt x="284" y="20"/>
                    <a:pt x="284" y="20"/>
                    <a:pt x="284" y="20"/>
                  </a:cubicBezTo>
                  <a:cubicBezTo>
                    <a:pt x="286" y="21"/>
                    <a:pt x="288" y="21"/>
                    <a:pt x="291" y="21"/>
                  </a:cubicBezTo>
                  <a:cubicBezTo>
                    <a:pt x="291" y="51"/>
                    <a:pt x="291" y="51"/>
                    <a:pt x="291" y="51"/>
                  </a:cubicBezTo>
                  <a:cubicBezTo>
                    <a:pt x="288" y="51"/>
                    <a:pt x="286" y="52"/>
                    <a:pt x="284" y="52"/>
                  </a:cubicBezTo>
                  <a:cubicBezTo>
                    <a:pt x="284" y="56"/>
                    <a:pt x="284" y="56"/>
                    <a:pt x="284" y="56"/>
                  </a:cubicBezTo>
                  <a:cubicBezTo>
                    <a:pt x="303" y="56"/>
                    <a:pt x="303" y="56"/>
                    <a:pt x="303" y="56"/>
                  </a:cubicBezTo>
                  <a:cubicBezTo>
                    <a:pt x="303" y="52"/>
                    <a:pt x="303" y="52"/>
                    <a:pt x="303" y="52"/>
                  </a:cubicBezTo>
                  <a:cubicBezTo>
                    <a:pt x="301" y="52"/>
                    <a:pt x="299" y="51"/>
                    <a:pt x="298" y="51"/>
                  </a:cubicBezTo>
                  <a:cubicBezTo>
                    <a:pt x="298" y="39"/>
                    <a:pt x="298" y="39"/>
                    <a:pt x="298" y="39"/>
                  </a:cubicBezTo>
                  <a:cubicBezTo>
                    <a:pt x="299" y="39"/>
                    <a:pt x="299" y="39"/>
                    <a:pt x="299" y="39"/>
                  </a:cubicBezTo>
                  <a:cubicBezTo>
                    <a:pt x="310" y="56"/>
                    <a:pt x="310" y="56"/>
                    <a:pt x="310" y="56"/>
                  </a:cubicBezTo>
                  <a:lnTo>
                    <a:pt x="320" y="56"/>
                  </a:lnTo>
                  <a:close/>
                  <a:moveTo>
                    <a:pt x="275" y="56"/>
                  </a:moveTo>
                  <a:cubicBezTo>
                    <a:pt x="275" y="45"/>
                    <a:pt x="275" y="45"/>
                    <a:pt x="275" y="45"/>
                  </a:cubicBezTo>
                  <a:cubicBezTo>
                    <a:pt x="270" y="45"/>
                    <a:pt x="270" y="45"/>
                    <a:pt x="270" y="45"/>
                  </a:cubicBezTo>
                  <a:cubicBezTo>
                    <a:pt x="270" y="47"/>
                    <a:pt x="270" y="49"/>
                    <a:pt x="269" y="51"/>
                  </a:cubicBezTo>
                  <a:cubicBezTo>
                    <a:pt x="258" y="51"/>
                    <a:pt x="258" y="51"/>
                    <a:pt x="258" y="51"/>
                  </a:cubicBezTo>
                  <a:cubicBezTo>
                    <a:pt x="258" y="38"/>
                    <a:pt x="258" y="38"/>
                    <a:pt x="258" y="38"/>
                  </a:cubicBezTo>
                  <a:cubicBezTo>
                    <a:pt x="266" y="38"/>
                    <a:pt x="266" y="38"/>
                    <a:pt x="266" y="38"/>
                  </a:cubicBezTo>
                  <a:cubicBezTo>
                    <a:pt x="266" y="40"/>
                    <a:pt x="266" y="41"/>
                    <a:pt x="266" y="42"/>
                  </a:cubicBezTo>
                  <a:cubicBezTo>
                    <a:pt x="271" y="42"/>
                    <a:pt x="271" y="42"/>
                    <a:pt x="271" y="42"/>
                  </a:cubicBezTo>
                  <a:cubicBezTo>
                    <a:pt x="271" y="29"/>
                    <a:pt x="271" y="29"/>
                    <a:pt x="271" y="29"/>
                  </a:cubicBezTo>
                  <a:cubicBezTo>
                    <a:pt x="266" y="29"/>
                    <a:pt x="266" y="29"/>
                    <a:pt x="266" y="29"/>
                  </a:cubicBezTo>
                  <a:cubicBezTo>
                    <a:pt x="266" y="30"/>
                    <a:pt x="266" y="32"/>
                    <a:pt x="266" y="33"/>
                  </a:cubicBezTo>
                  <a:cubicBezTo>
                    <a:pt x="258" y="33"/>
                    <a:pt x="258" y="33"/>
                    <a:pt x="258" y="33"/>
                  </a:cubicBezTo>
                  <a:cubicBezTo>
                    <a:pt x="258" y="21"/>
                    <a:pt x="258" y="21"/>
                    <a:pt x="258" y="21"/>
                  </a:cubicBezTo>
                  <a:cubicBezTo>
                    <a:pt x="269" y="21"/>
                    <a:pt x="269" y="21"/>
                    <a:pt x="269" y="21"/>
                  </a:cubicBezTo>
                  <a:cubicBezTo>
                    <a:pt x="269" y="23"/>
                    <a:pt x="270" y="25"/>
                    <a:pt x="270" y="27"/>
                  </a:cubicBezTo>
                  <a:cubicBezTo>
                    <a:pt x="275" y="27"/>
                    <a:pt x="275" y="27"/>
                    <a:pt x="275" y="27"/>
                  </a:cubicBezTo>
                  <a:cubicBezTo>
                    <a:pt x="275" y="17"/>
                    <a:pt x="275" y="17"/>
                    <a:pt x="275" y="17"/>
                  </a:cubicBezTo>
                  <a:cubicBezTo>
                    <a:pt x="245" y="17"/>
                    <a:pt x="245" y="17"/>
                    <a:pt x="245" y="17"/>
                  </a:cubicBezTo>
                  <a:cubicBezTo>
                    <a:pt x="245" y="20"/>
                    <a:pt x="245" y="20"/>
                    <a:pt x="245" y="20"/>
                  </a:cubicBezTo>
                  <a:cubicBezTo>
                    <a:pt x="247" y="21"/>
                    <a:pt x="249" y="21"/>
                    <a:pt x="252" y="21"/>
                  </a:cubicBezTo>
                  <a:cubicBezTo>
                    <a:pt x="252" y="51"/>
                    <a:pt x="252" y="51"/>
                    <a:pt x="252" y="51"/>
                  </a:cubicBezTo>
                  <a:cubicBezTo>
                    <a:pt x="249" y="51"/>
                    <a:pt x="247" y="52"/>
                    <a:pt x="245" y="52"/>
                  </a:cubicBezTo>
                  <a:cubicBezTo>
                    <a:pt x="245" y="56"/>
                    <a:pt x="245" y="56"/>
                    <a:pt x="245" y="56"/>
                  </a:cubicBezTo>
                  <a:lnTo>
                    <a:pt x="275" y="56"/>
                  </a:lnTo>
                  <a:close/>
                  <a:moveTo>
                    <a:pt x="238" y="56"/>
                  </a:moveTo>
                  <a:cubicBezTo>
                    <a:pt x="238" y="52"/>
                    <a:pt x="238" y="52"/>
                    <a:pt x="238" y="52"/>
                  </a:cubicBezTo>
                  <a:cubicBezTo>
                    <a:pt x="236" y="52"/>
                    <a:pt x="234" y="51"/>
                    <a:pt x="232" y="51"/>
                  </a:cubicBezTo>
                  <a:cubicBezTo>
                    <a:pt x="232" y="21"/>
                    <a:pt x="232" y="21"/>
                    <a:pt x="232" y="21"/>
                  </a:cubicBezTo>
                  <a:cubicBezTo>
                    <a:pt x="234" y="21"/>
                    <a:pt x="236" y="21"/>
                    <a:pt x="238" y="20"/>
                  </a:cubicBezTo>
                  <a:cubicBezTo>
                    <a:pt x="238" y="17"/>
                    <a:pt x="238" y="17"/>
                    <a:pt x="238" y="17"/>
                  </a:cubicBezTo>
                  <a:cubicBezTo>
                    <a:pt x="218" y="17"/>
                    <a:pt x="218" y="17"/>
                    <a:pt x="218" y="17"/>
                  </a:cubicBezTo>
                  <a:cubicBezTo>
                    <a:pt x="218" y="20"/>
                    <a:pt x="218" y="20"/>
                    <a:pt x="218" y="20"/>
                  </a:cubicBezTo>
                  <a:cubicBezTo>
                    <a:pt x="220" y="21"/>
                    <a:pt x="222" y="21"/>
                    <a:pt x="225" y="21"/>
                  </a:cubicBezTo>
                  <a:cubicBezTo>
                    <a:pt x="225" y="51"/>
                    <a:pt x="225" y="51"/>
                    <a:pt x="225" y="51"/>
                  </a:cubicBezTo>
                  <a:cubicBezTo>
                    <a:pt x="222" y="51"/>
                    <a:pt x="220" y="52"/>
                    <a:pt x="218" y="52"/>
                  </a:cubicBezTo>
                  <a:cubicBezTo>
                    <a:pt x="218" y="56"/>
                    <a:pt x="218" y="56"/>
                    <a:pt x="218" y="56"/>
                  </a:cubicBezTo>
                  <a:lnTo>
                    <a:pt x="238" y="56"/>
                  </a:lnTo>
                  <a:close/>
                  <a:moveTo>
                    <a:pt x="211" y="20"/>
                  </a:moveTo>
                  <a:cubicBezTo>
                    <a:pt x="211" y="17"/>
                    <a:pt x="211" y="17"/>
                    <a:pt x="211" y="17"/>
                  </a:cubicBezTo>
                  <a:cubicBezTo>
                    <a:pt x="193" y="17"/>
                    <a:pt x="193" y="17"/>
                    <a:pt x="193" y="17"/>
                  </a:cubicBezTo>
                  <a:cubicBezTo>
                    <a:pt x="193" y="20"/>
                    <a:pt x="193" y="20"/>
                    <a:pt x="193" y="20"/>
                  </a:cubicBezTo>
                  <a:cubicBezTo>
                    <a:pt x="195" y="21"/>
                    <a:pt x="197" y="21"/>
                    <a:pt x="199" y="21"/>
                  </a:cubicBezTo>
                  <a:cubicBezTo>
                    <a:pt x="199" y="35"/>
                    <a:pt x="199" y="35"/>
                    <a:pt x="199" y="35"/>
                  </a:cubicBezTo>
                  <a:cubicBezTo>
                    <a:pt x="199" y="41"/>
                    <a:pt x="199" y="45"/>
                    <a:pt x="200" y="48"/>
                  </a:cubicBezTo>
                  <a:cubicBezTo>
                    <a:pt x="199" y="48"/>
                    <a:pt x="199" y="48"/>
                    <a:pt x="199" y="48"/>
                  </a:cubicBezTo>
                  <a:cubicBezTo>
                    <a:pt x="198" y="45"/>
                    <a:pt x="196" y="42"/>
                    <a:pt x="195" y="40"/>
                  </a:cubicBezTo>
                  <a:cubicBezTo>
                    <a:pt x="180" y="17"/>
                    <a:pt x="180" y="17"/>
                    <a:pt x="180" y="17"/>
                  </a:cubicBezTo>
                  <a:cubicBezTo>
                    <a:pt x="164" y="17"/>
                    <a:pt x="164" y="17"/>
                    <a:pt x="164" y="17"/>
                  </a:cubicBezTo>
                  <a:cubicBezTo>
                    <a:pt x="164" y="20"/>
                    <a:pt x="164" y="20"/>
                    <a:pt x="164" y="20"/>
                  </a:cubicBezTo>
                  <a:cubicBezTo>
                    <a:pt x="166" y="21"/>
                    <a:pt x="168" y="21"/>
                    <a:pt x="171" y="21"/>
                  </a:cubicBezTo>
                  <a:cubicBezTo>
                    <a:pt x="171" y="51"/>
                    <a:pt x="171" y="51"/>
                    <a:pt x="171" y="51"/>
                  </a:cubicBezTo>
                  <a:cubicBezTo>
                    <a:pt x="168" y="51"/>
                    <a:pt x="166" y="52"/>
                    <a:pt x="164" y="52"/>
                  </a:cubicBezTo>
                  <a:cubicBezTo>
                    <a:pt x="164" y="56"/>
                    <a:pt x="164" y="56"/>
                    <a:pt x="164" y="56"/>
                  </a:cubicBezTo>
                  <a:cubicBezTo>
                    <a:pt x="183" y="56"/>
                    <a:pt x="183" y="56"/>
                    <a:pt x="183" y="56"/>
                  </a:cubicBezTo>
                  <a:cubicBezTo>
                    <a:pt x="183" y="52"/>
                    <a:pt x="183" y="52"/>
                    <a:pt x="183" y="52"/>
                  </a:cubicBezTo>
                  <a:cubicBezTo>
                    <a:pt x="182" y="52"/>
                    <a:pt x="179" y="51"/>
                    <a:pt x="177" y="51"/>
                  </a:cubicBezTo>
                  <a:cubicBezTo>
                    <a:pt x="177" y="34"/>
                    <a:pt x="177" y="34"/>
                    <a:pt x="177" y="34"/>
                  </a:cubicBezTo>
                  <a:cubicBezTo>
                    <a:pt x="177" y="30"/>
                    <a:pt x="177" y="27"/>
                    <a:pt x="177" y="25"/>
                  </a:cubicBezTo>
                  <a:cubicBezTo>
                    <a:pt x="177" y="25"/>
                    <a:pt x="177" y="25"/>
                    <a:pt x="177" y="25"/>
                  </a:cubicBezTo>
                  <a:cubicBezTo>
                    <a:pt x="178" y="27"/>
                    <a:pt x="180" y="30"/>
                    <a:pt x="181" y="32"/>
                  </a:cubicBezTo>
                  <a:cubicBezTo>
                    <a:pt x="197" y="56"/>
                    <a:pt x="197" y="56"/>
                    <a:pt x="197" y="56"/>
                  </a:cubicBezTo>
                  <a:cubicBezTo>
                    <a:pt x="206" y="56"/>
                    <a:pt x="206" y="56"/>
                    <a:pt x="206" y="56"/>
                  </a:cubicBezTo>
                  <a:cubicBezTo>
                    <a:pt x="206" y="21"/>
                    <a:pt x="206" y="21"/>
                    <a:pt x="206" y="21"/>
                  </a:cubicBezTo>
                  <a:cubicBezTo>
                    <a:pt x="208" y="21"/>
                    <a:pt x="210" y="21"/>
                    <a:pt x="211" y="20"/>
                  </a:cubicBezTo>
                  <a:moveTo>
                    <a:pt x="155" y="56"/>
                  </a:moveTo>
                  <a:cubicBezTo>
                    <a:pt x="155" y="45"/>
                    <a:pt x="155" y="45"/>
                    <a:pt x="155" y="45"/>
                  </a:cubicBezTo>
                  <a:cubicBezTo>
                    <a:pt x="150" y="45"/>
                    <a:pt x="150" y="45"/>
                    <a:pt x="150" y="45"/>
                  </a:cubicBezTo>
                  <a:cubicBezTo>
                    <a:pt x="150" y="47"/>
                    <a:pt x="149" y="49"/>
                    <a:pt x="149" y="51"/>
                  </a:cubicBezTo>
                  <a:cubicBezTo>
                    <a:pt x="138" y="51"/>
                    <a:pt x="138" y="51"/>
                    <a:pt x="138" y="51"/>
                  </a:cubicBezTo>
                  <a:cubicBezTo>
                    <a:pt x="138" y="38"/>
                    <a:pt x="138" y="38"/>
                    <a:pt x="138" y="38"/>
                  </a:cubicBezTo>
                  <a:cubicBezTo>
                    <a:pt x="145" y="38"/>
                    <a:pt x="145" y="38"/>
                    <a:pt x="145" y="38"/>
                  </a:cubicBezTo>
                  <a:cubicBezTo>
                    <a:pt x="145" y="40"/>
                    <a:pt x="146" y="41"/>
                    <a:pt x="146" y="42"/>
                  </a:cubicBezTo>
                  <a:cubicBezTo>
                    <a:pt x="151" y="42"/>
                    <a:pt x="151" y="42"/>
                    <a:pt x="151" y="42"/>
                  </a:cubicBezTo>
                  <a:cubicBezTo>
                    <a:pt x="151" y="29"/>
                    <a:pt x="151" y="29"/>
                    <a:pt x="151" y="29"/>
                  </a:cubicBezTo>
                  <a:cubicBezTo>
                    <a:pt x="146" y="29"/>
                    <a:pt x="146" y="29"/>
                    <a:pt x="146" y="29"/>
                  </a:cubicBezTo>
                  <a:cubicBezTo>
                    <a:pt x="146" y="30"/>
                    <a:pt x="146" y="32"/>
                    <a:pt x="145" y="33"/>
                  </a:cubicBezTo>
                  <a:cubicBezTo>
                    <a:pt x="138" y="33"/>
                    <a:pt x="138" y="33"/>
                    <a:pt x="138" y="33"/>
                  </a:cubicBezTo>
                  <a:cubicBezTo>
                    <a:pt x="138" y="21"/>
                    <a:pt x="138" y="21"/>
                    <a:pt x="138" y="21"/>
                  </a:cubicBezTo>
                  <a:cubicBezTo>
                    <a:pt x="149" y="21"/>
                    <a:pt x="149" y="21"/>
                    <a:pt x="149" y="21"/>
                  </a:cubicBezTo>
                  <a:cubicBezTo>
                    <a:pt x="149" y="23"/>
                    <a:pt x="150" y="25"/>
                    <a:pt x="150" y="27"/>
                  </a:cubicBezTo>
                  <a:cubicBezTo>
                    <a:pt x="155" y="27"/>
                    <a:pt x="155" y="27"/>
                    <a:pt x="155" y="27"/>
                  </a:cubicBezTo>
                  <a:cubicBezTo>
                    <a:pt x="155" y="17"/>
                    <a:pt x="155" y="17"/>
                    <a:pt x="155" y="17"/>
                  </a:cubicBezTo>
                  <a:cubicBezTo>
                    <a:pt x="125" y="17"/>
                    <a:pt x="125" y="17"/>
                    <a:pt x="125" y="17"/>
                  </a:cubicBezTo>
                  <a:cubicBezTo>
                    <a:pt x="125" y="20"/>
                    <a:pt x="125" y="20"/>
                    <a:pt x="125" y="20"/>
                  </a:cubicBezTo>
                  <a:cubicBezTo>
                    <a:pt x="127" y="21"/>
                    <a:pt x="129" y="21"/>
                    <a:pt x="131" y="21"/>
                  </a:cubicBezTo>
                  <a:cubicBezTo>
                    <a:pt x="131" y="51"/>
                    <a:pt x="131" y="51"/>
                    <a:pt x="131" y="51"/>
                  </a:cubicBezTo>
                  <a:cubicBezTo>
                    <a:pt x="129" y="51"/>
                    <a:pt x="127" y="52"/>
                    <a:pt x="125" y="52"/>
                  </a:cubicBezTo>
                  <a:cubicBezTo>
                    <a:pt x="125" y="56"/>
                    <a:pt x="125" y="56"/>
                    <a:pt x="125" y="56"/>
                  </a:cubicBezTo>
                  <a:lnTo>
                    <a:pt x="155" y="56"/>
                  </a:lnTo>
                  <a:close/>
                  <a:moveTo>
                    <a:pt x="120" y="39"/>
                  </a:moveTo>
                  <a:cubicBezTo>
                    <a:pt x="120" y="35"/>
                    <a:pt x="120" y="35"/>
                    <a:pt x="120" y="35"/>
                  </a:cubicBezTo>
                  <a:cubicBezTo>
                    <a:pt x="102" y="35"/>
                    <a:pt x="102" y="35"/>
                    <a:pt x="102" y="35"/>
                  </a:cubicBezTo>
                  <a:cubicBezTo>
                    <a:pt x="102" y="39"/>
                    <a:pt x="102" y="39"/>
                    <a:pt x="102" y="39"/>
                  </a:cubicBezTo>
                  <a:cubicBezTo>
                    <a:pt x="104" y="40"/>
                    <a:pt x="106" y="40"/>
                    <a:pt x="108" y="40"/>
                  </a:cubicBezTo>
                  <a:cubicBezTo>
                    <a:pt x="108" y="50"/>
                    <a:pt x="108" y="50"/>
                    <a:pt x="108" y="50"/>
                  </a:cubicBezTo>
                  <a:cubicBezTo>
                    <a:pt x="106" y="50"/>
                    <a:pt x="104" y="51"/>
                    <a:pt x="102" y="51"/>
                  </a:cubicBezTo>
                  <a:cubicBezTo>
                    <a:pt x="93" y="51"/>
                    <a:pt x="88" y="46"/>
                    <a:pt x="88" y="36"/>
                  </a:cubicBezTo>
                  <a:cubicBezTo>
                    <a:pt x="88" y="27"/>
                    <a:pt x="94" y="22"/>
                    <a:pt x="102" y="22"/>
                  </a:cubicBezTo>
                  <a:cubicBezTo>
                    <a:pt x="104" y="22"/>
                    <a:pt x="106" y="22"/>
                    <a:pt x="108" y="22"/>
                  </a:cubicBezTo>
                  <a:cubicBezTo>
                    <a:pt x="108" y="24"/>
                    <a:pt x="109" y="26"/>
                    <a:pt x="109" y="29"/>
                  </a:cubicBezTo>
                  <a:cubicBezTo>
                    <a:pt x="114" y="29"/>
                    <a:pt x="114" y="29"/>
                    <a:pt x="114" y="29"/>
                  </a:cubicBezTo>
                  <a:cubicBezTo>
                    <a:pt x="114" y="17"/>
                    <a:pt x="114" y="17"/>
                    <a:pt x="114" y="17"/>
                  </a:cubicBezTo>
                  <a:cubicBezTo>
                    <a:pt x="110" y="16"/>
                    <a:pt x="106" y="16"/>
                    <a:pt x="102" y="16"/>
                  </a:cubicBezTo>
                  <a:cubicBezTo>
                    <a:pt x="88" y="16"/>
                    <a:pt x="80" y="25"/>
                    <a:pt x="80" y="37"/>
                  </a:cubicBezTo>
                  <a:cubicBezTo>
                    <a:pt x="80" y="50"/>
                    <a:pt x="89" y="56"/>
                    <a:pt x="101" y="56"/>
                  </a:cubicBezTo>
                  <a:cubicBezTo>
                    <a:pt x="106" y="56"/>
                    <a:pt x="111" y="56"/>
                    <a:pt x="115" y="54"/>
                  </a:cubicBezTo>
                  <a:cubicBezTo>
                    <a:pt x="115" y="40"/>
                    <a:pt x="115" y="40"/>
                    <a:pt x="115" y="40"/>
                  </a:cubicBezTo>
                  <a:cubicBezTo>
                    <a:pt x="117" y="40"/>
                    <a:pt x="118" y="40"/>
                    <a:pt x="120" y="39"/>
                  </a:cubicBezTo>
                  <a:moveTo>
                    <a:pt x="74" y="20"/>
                  </a:moveTo>
                  <a:cubicBezTo>
                    <a:pt x="74" y="17"/>
                    <a:pt x="74" y="17"/>
                    <a:pt x="74" y="17"/>
                  </a:cubicBezTo>
                  <a:cubicBezTo>
                    <a:pt x="56" y="17"/>
                    <a:pt x="56" y="17"/>
                    <a:pt x="56" y="17"/>
                  </a:cubicBezTo>
                  <a:cubicBezTo>
                    <a:pt x="56" y="20"/>
                    <a:pt x="56" y="20"/>
                    <a:pt x="56" y="20"/>
                  </a:cubicBezTo>
                  <a:cubicBezTo>
                    <a:pt x="58" y="21"/>
                    <a:pt x="60" y="21"/>
                    <a:pt x="62" y="21"/>
                  </a:cubicBezTo>
                  <a:cubicBezTo>
                    <a:pt x="62" y="35"/>
                    <a:pt x="62" y="35"/>
                    <a:pt x="62" y="35"/>
                  </a:cubicBezTo>
                  <a:cubicBezTo>
                    <a:pt x="62" y="41"/>
                    <a:pt x="62" y="45"/>
                    <a:pt x="62" y="48"/>
                  </a:cubicBezTo>
                  <a:cubicBezTo>
                    <a:pt x="62" y="48"/>
                    <a:pt x="62" y="48"/>
                    <a:pt x="62" y="48"/>
                  </a:cubicBezTo>
                  <a:cubicBezTo>
                    <a:pt x="61" y="45"/>
                    <a:pt x="59" y="42"/>
                    <a:pt x="58" y="40"/>
                  </a:cubicBezTo>
                  <a:cubicBezTo>
                    <a:pt x="43" y="17"/>
                    <a:pt x="43" y="17"/>
                    <a:pt x="43" y="17"/>
                  </a:cubicBezTo>
                  <a:cubicBezTo>
                    <a:pt x="27" y="17"/>
                    <a:pt x="27" y="17"/>
                    <a:pt x="27" y="17"/>
                  </a:cubicBezTo>
                  <a:cubicBezTo>
                    <a:pt x="27" y="20"/>
                    <a:pt x="27" y="20"/>
                    <a:pt x="27" y="20"/>
                  </a:cubicBezTo>
                  <a:cubicBezTo>
                    <a:pt x="29" y="21"/>
                    <a:pt x="31" y="21"/>
                    <a:pt x="34" y="21"/>
                  </a:cubicBezTo>
                  <a:cubicBezTo>
                    <a:pt x="34" y="51"/>
                    <a:pt x="34" y="51"/>
                    <a:pt x="34" y="51"/>
                  </a:cubicBezTo>
                  <a:cubicBezTo>
                    <a:pt x="31" y="51"/>
                    <a:pt x="29" y="52"/>
                    <a:pt x="27" y="52"/>
                  </a:cubicBezTo>
                  <a:cubicBezTo>
                    <a:pt x="27" y="56"/>
                    <a:pt x="27" y="56"/>
                    <a:pt x="27" y="56"/>
                  </a:cubicBezTo>
                  <a:cubicBezTo>
                    <a:pt x="46" y="56"/>
                    <a:pt x="46" y="56"/>
                    <a:pt x="46" y="56"/>
                  </a:cubicBezTo>
                  <a:cubicBezTo>
                    <a:pt x="46" y="52"/>
                    <a:pt x="46" y="52"/>
                    <a:pt x="46" y="52"/>
                  </a:cubicBezTo>
                  <a:cubicBezTo>
                    <a:pt x="44" y="52"/>
                    <a:pt x="42" y="51"/>
                    <a:pt x="40" y="51"/>
                  </a:cubicBezTo>
                  <a:cubicBezTo>
                    <a:pt x="40" y="34"/>
                    <a:pt x="40" y="34"/>
                    <a:pt x="40" y="34"/>
                  </a:cubicBezTo>
                  <a:cubicBezTo>
                    <a:pt x="40" y="30"/>
                    <a:pt x="40" y="27"/>
                    <a:pt x="40" y="25"/>
                  </a:cubicBezTo>
                  <a:cubicBezTo>
                    <a:pt x="40" y="25"/>
                    <a:pt x="40" y="25"/>
                    <a:pt x="40" y="25"/>
                  </a:cubicBezTo>
                  <a:cubicBezTo>
                    <a:pt x="41" y="27"/>
                    <a:pt x="43" y="30"/>
                    <a:pt x="44" y="32"/>
                  </a:cubicBezTo>
                  <a:cubicBezTo>
                    <a:pt x="60" y="56"/>
                    <a:pt x="60" y="56"/>
                    <a:pt x="60" y="56"/>
                  </a:cubicBezTo>
                  <a:cubicBezTo>
                    <a:pt x="69" y="56"/>
                    <a:pt x="69" y="56"/>
                    <a:pt x="69" y="56"/>
                  </a:cubicBezTo>
                  <a:cubicBezTo>
                    <a:pt x="69" y="21"/>
                    <a:pt x="69" y="21"/>
                    <a:pt x="69" y="21"/>
                  </a:cubicBezTo>
                  <a:cubicBezTo>
                    <a:pt x="71" y="21"/>
                    <a:pt x="73" y="21"/>
                    <a:pt x="74" y="20"/>
                  </a:cubicBezTo>
                  <a:moveTo>
                    <a:pt x="20" y="56"/>
                  </a:moveTo>
                  <a:cubicBezTo>
                    <a:pt x="20" y="52"/>
                    <a:pt x="20" y="52"/>
                    <a:pt x="20" y="52"/>
                  </a:cubicBezTo>
                  <a:cubicBezTo>
                    <a:pt x="18" y="52"/>
                    <a:pt x="16" y="51"/>
                    <a:pt x="13" y="51"/>
                  </a:cubicBezTo>
                  <a:cubicBezTo>
                    <a:pt x="13" y="21"/>
                    <a:pt x="13" y="21"/>
                    <a:pt x="13" y="21"/>
                  </a:cubicBezTo>
                  <a:cubicBezTo>
                    <a:pt x="16" y="21"/>
                    <a:pt x="18" y="21"/>
                    <a:pt x="20" y="20"/>
                  </a:cubicBezTo>
                  <a:cubicBezTo>
                    <a:pt x="20" y="17"/>
                    <a:pt x="20" y="17"/>
                    <a:pt x="20" y="17"/>
                  </a:cubicBezTo>
                  <a:cubicBezTo>
                    <a:pt x="0" y="17"/>
                    <a:pt x="0" y="17"/>
                    <a:pt x="0" y="17"/>
                  </a:cubicBezTo>
                  <a:cubicBezTo>
                    <a:pt x="0" y="20"/>
                    <a:pt x="0" y="20"/>
                    <a:pt x="0" y="20"/>
                  </a:cubicBezTo>
                  <a:cubicBezTo>
                    <a:pt x="2" y="21"/>
                    <a:pt x="4" y="21"/>
                    <a:pt x="7" y="21"/>
                  </a:cubicBezTo>
                  <a:cubicBezTo>
                    <a:pt x="7" y="51"/>
                    <a:pt x="7" y="51"/>
                    <a:pt x="7" y="51"/>
                  </a:cubicBezTo>
                  <a:cubicBezTo>
                    <a:pt x="4" y="51"/>
                    <a:pt x="2" y="52"/>
                    <a:pt x="0" y="52"/>
                  </a:cubicBezTo>
                  <a:cubicBezTo>
                    <a:pt x="0" y="56"/>
                    <a:pt x="0" y="56"/>
                    <a:pt x="0" y="56"/>
                  </a:cubicBezTo>
                  <a:lnTo>
                    <a:pt x="20" y="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6" name="Freeform 38">
              <a:extLst>
                <a:ext uri="{FF2B5EF4-FFF2-40B4-BE49-F238E27FC236}">
                  <a16:creationId xmlns:a16="http://schemas.microsoft.com/office/drawing/2014/main" id="{68BBB12C-BC2A-42F0-9684-6D2A42C82076}"/>
                </a:ext>
              </a:extLst>
            </p:cNvPr>
            <p:cNvSpPr>
              <a:spLocks noEditPoints="1"/>
            </p:cNvSpPr>
            <p:nvPr/>
          </p:nvSpPr>
          <p:spPr bwMode="auto">
            <a:xfrm>
              <a:off x="3968750" y="2597150"/>
              <a:ext cx="908050" cy="88900"/>
            </a:xfrm>
            <a:custGeom>
              <a:avLst/>
              <a:gdLst>
                <a:gd name="T0" fmla="*/ 413 w 419"/>
                <a:gd name="T1" fmla="*/ 35 h 41"/>
                <a:gd name="T2" fmla="*/ 410 w 419"/>
                <a:gd name="T3" fmla="*/ 27 h 41"/>
                <a:gd name="T4" fmla="*/ 410 w 419"/>
                <a:gd name="T5" fmla="*/ 18 h 41"/>
                <a:gd name="T6" fmla="*/ 414 w 419"/>
                <a:gd name="T7" fmla="*/ 12 h 41"/>
                <a:gd name="T8" fmla="*/ 389 w 419"/>
                <a:gd name="T9" fmla="*/ 5 h 41"/>
                <a:gd name="T10" fmla="*/ 389 w 419"/>
                <a:gd name="T11" fmla="*/ 40 h 41"/>
                <a:gd name="T12" fmla="*/ 355 w 419"/>
                <a:gd name="T13" fmla="*/ 35 h 41"/>
                <a:gd name="T14" fmla="*/ 383 w 419"/>
                <a:gd name="T15" fmla="*/ 20 h 41"/>
                <a:gd name="T16" fmla="*/ 342 w 419"/>
                <a:gd name="T17" fmla="*/ 5 h 41"/>
                <a:gd name="T18" fmla="*/ 342 w 419"/>
                <a:gd name="T19" fmla="*/ 40 h 41"/>
                <a:gd name="T20" fmla="*/ 312 w 419"/>
                <a:gd name="T21" fmla="*/ 20 h 41"/>
                <a:gd name="T22" fmla="*/ 297 w 419"/>
                <a:gd name="T23" fmla="*/ 6 h 41"/>
                <a:gd name="T24" fmla="*/ 285 w 419"/>
                <a:gd name="T25" fmla="*/ 1 h 41"/>
                <a:gd name="T26" fmla="*/ 285 w 419"/>
                <a:gd name="T27" fmla="*/ 35 h 41"/>
                <a:gd name="T28" fmla="*/ 296 w 419"/>
                <a:gd name="T29" fmla="*/ 41 h 41"/>
                <a:gd name="T30" fmla="*/ 250 w 419"/>
                <a:gd name="T31" fmla="*/ 13 h 41"/>
                <a:gd name="T32" fmla="*/ 259 w 419"/>
                <a:gd name="T33" fmla="*/ 25 h 41"/>
                <a:gd name="T34" fmla="*/ 257 w 419"/>
                <a:gd name="T35" fmla="*/ 1 h 41"/>
                <a:gd name="T36" fmla="*/ 230 w 419"/>
                <a:gd name="T37" fmla="*/ 40 h 41"/>
                <a:gd name="T38" fmla="*/ 243 w 419"/>
                <a:gd name="T39" fmla="*/ 30 h 41"/>
                <a:gd name="T40" fmla="*/ 257 w 419"/>
                <a:gd name="T41" fmla="*/ 40 h 41"/>
                <a:gd name="T42" fmla="*/ 195 w 419"/>
                <a:gd name="T43" fmla="*/ 1 h 41"/>
                <a:gd name="T44" fmla="*/ 209 w 419"/>
                <a:gd name="T45" fmla="*/ 6 h 41"/>
                <a:gd name="T46" fmla="*/ 223 w 419"/>
                <a:gd name="T47" fmla="*/ 40 h 41"/>
                <a:gd name="T48" fmla="*/ 225 w 419"/>
                <a:gd name="T49" fmla="*/ 6 h 41"/>
                <a:gd name="T50" fmla="*/ 194 w 419"/>
                <a:gd name="T51" fmla="*/ 28 h 41"/>
                <a:gd name="T52" fmla="*/ 178 w 419"/>
                <a:gd name="T53" fmla="*/ 6 h 41"/>
                <a:gd name="T54" fmla="*/ 164 w 419"/>
                <a:gd name="T55" fmla="*/ 5 h 41"/>
                <a:gd name="T56" fmla="*/ 164 w 419"/>
                <a:gd name="T57" fmla="*/ 40 h 41"/>
                <a:gd name="T58" fmla="*/ 140 w 419"/>
                <a:gd name="T59" fmla="*/ 1 h 41"/>
                <a:gd name="T60" fmla="*/ 136 w 419"/>
                <a:gd name="T61" fmla="*/ 35 h 41"/>
                <a:gd name="T62" fmla="*/ 132 w 419"/>
                <a:gd name="T63" fmla="*/ 1 h 41"/>
                <a:gd name="T64" fmla="*/ 119 w 419"/>
                <a:gd name="T65" fmla="*/ 27 h 41"/>
                <a:gd name="T66" fmla="*/ 158 w 419"/>
                <a:gd name="T67" fmla="*/ 5 h 41"/>
                <a:gd name="T68" fmla="*/ 84 w 419"/>
                <a:gd name="T69" fmla="*/ 21 h 41"/>
                <a:gd name="T70" fmla="*/ 107 w 419"/>
                <a:gd name="T71" fmla="*/ 13 h 41"/>
                <a:gd name="T72" fmla="*/ 96 w 419"/>
                <a:gd name="T73" fmla="*/ 41 h 41"/>
                <a:gd name="T74" fmla="*/ 49 w 419"/>
                <a:gd name="T75" fmla="*/ 13 h 41"/>
                <a:gd name="T76" fmla="*/ 58 w 419"/>
                <a:gd name="T77" fmla="*/ 25 h 41"/>
                <a:gd name="T78" fmla="*/ 56 w 419"/>
                <a:gd name="T79" fmla="*/ 1 h 41"/>
                <a:gd name="T80" fmla="*/ 29 w 419"/>
                <a:gd name="T81" fmla="*/ 40 h 41"/>
                <a:gd name="T82" fmla="*/ 43 w 419"/>
                <a:gd name="T83" fmla="*/ 30 h 41"/>
                <a:gd name="T84" fmla="*/ 56 w 419"/>
                <a:gd name="T85" fmla="*/ 40 h 41"/>
                <a:gd name="T86" fmla="*/ 0 w 419"/>
                <a:gd name="T87" fmla="*/ 1 h 41"/>
                <a:gd name="T88" fmla="*/ 0 w 419"/>
                <a:gd name="T89" fmla="*/ 36 h 41"/>
                <a:gd name="T90" fmla="*/ 13 w 419"/>
                <a:gd name="T91" fmla="*/ 35 h 41"/>
                <a:gd name="T92" fmla="*/ 26 w 419"/>
                <a:gd name="T93" fmla="*/ 27 h 41"/>
                <a:gd name="T94" fmla="*/ 13 w 419"/>
                <a:gd name="T95" fmla="*/ 18 h 41"/>
                <a:gd name="T96" fmla="*/ 30 w 419"/>
                <a:gd name="T97"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19" h="41">
                  <a:moveTo>
                    <a:pt x="419" y="40"/>
                  </a:moveTo>
                  <a:cubicBezTo>
                    <a:pt x="419" y="29"/>
                    <a:pt x="419" y="29"/>
                    <a:pt x="419" y="29"/>
                  </a:cubicBezTo>
                  <a:cubicBezTo>
                    <a:pt x="414" y="29"/>
                    <a:pt x="414" y="29"/>
                    <a:pt x="414" y="29"/>
                  </a:cubicBezTo>
                  <a:cubicBezTo>
                    <a:pt x="414" y="31"/>
                    <a:pt x="414" y="34"/>
                    <a:pt x="413" y="35"/>
                  </a:cubicBezTo>
                  <a:cubicBezTo>
                    <a:pt x="402" y="35"/>
                    <a:pt x="402" y="35"/>
                    <a:pt x="402" y="35"/>
                  </a:cubicBezTo>
                  <a:cubicBezTo>
                    <a:pt x="402" y="22"/>
                    <a:pt x="402" y="22"/>
                    <a:pt x="402" y="22"/>
                  </a:cubicBezTo>
                  <a:cubicBezTo>
                    <a:pt x="410" y="22"/>
                    <a:pt x="410" y="22"/>
                    <a:pt x="410" y="22"/>
                  </a:cubicBezTo>
                  <a:cubicBezTo>
                    <a:pt x="410" y="24"/>
                    <a:pt x="410" y="25"/>
                    <a:pt x="410" y="27"/>
                  </a:cubicBezTo>
                  <a:cubicBezTo>
                    <a:pt x="415" y="27"/>
                    <a:pt x="415" y="27"/>
                    <a:pt x="415" y="27"/>
                  </a:cubicBezTo>
                  <a:cubicBezTo>
                    <a:pt x="415" y="14"/>
                    <a:pt x="415" y="14"/>
                    <a:pt x="415" y="14"/>
                  </a:cubicBezTo>
                  <a:cubicBezTo>
                    <a:pt x="410" y="14"/>
                    <a:pt x="410" y="14"/>
                    <a:pt x="410" y="14"/>
                  </a:cubicBezTo>
                  <a:cubicBezTo>
                    <a:pt x="410" y="15"/>
                    <a:pt x="410" y="16"/>
                    <a:pt x="410" y="18"/>
                  </a:cubicBezTo>
                  <a:cubicBezTo>
                    <a:pt x="402" y="18"/>
                    <a:pt x="402" y="18"/>
                    <a:pt x="402" y="18"/>
                  </a:cubicBezTo>
                  <a:cubicBezTo>
                    <a:pt x="402" y="6"/>
                    <a:pt x="402" y="6"/>
                    <a:pt x="402" y="6"/>
                  </a:cubicBezTo>
                  <a:cubicBezTo>
                    <a:pt x="413" y="6"/>
                    <a:pt x="413" y="6"/>
                    <a:pt x="413" y="6"/>
                  </a:cubicBezTo>
                  <a:cubicBezTo>
                    <a:pt x="413" y="7"/>
                    <a:pt x="414" y="10"/>
                    <a:pt x="414" y="12"/>
                  </a:cubicBezTo>
                  <a:cubicBezTo>
                    <a:pt x="419" y="12"/>
                    <a:pt x="419" y="12"/>
                    <a:pt x="419" y="12"/>
                  </a:cubicBezTo>
                  <a:cubicBezTo>
                    <a:pt x="419" y="1"/>
                    <a:pt x="419" y="1"/>
                    <a:pt x="419" y="1"/>
                  </a:cubicBezTo>
                  <a:cubicBezTo>
                    <a:pt x="389" y="1"/>
                    <a:pt x="389" y="1"/>
                    <a:pt x="389" y="1"/>
                  </a:cubicBezTo>
                  <a:cubicBezTo>
                    <a:pt x="389" y="5"/>
                    <a:pt x="389" y="5"/>
                    <a:pt x="389" y="5"/>
                  </a:cubicBezTo>
                  <a:cubicBezTo>
                    <a:pt x="391" y="5"/>
                    <a:pt x="393" y="6"/>
                    <a:pt x="396" y="6"/>
                  </a:cubicBezTo>
                  <a:cubicBezTo>
                    <a:pt x="396" y="35"/>
                    <a:pt x="396" y="35"/>
                    <a:pt x="396" y="35"/>
                  </a:cubicBezTo>
                  <a:cubicBezTo>
                    <a:pt x="393" y="36"/>
                    <a:pt x="391" y="36"/>
                    <a:pt x="389" y="36"/>
                  </a:cubicBezTo>
                  <a:cubicBezTo>
                    <a:pt x="389" y="40"/>
                    <a:pt x="389" y="40"/>
                    <a:pt x="389" y="40"/>
                  </a:cubicBezTo>
                  <a:lnTo>
                    <a:pt x="419" y="40"/>
                  </a:lnTo>
                  <a:close/>
                  <a:moveTo>
                    <a:pt x="376" y="20"/>
                  </a:moveTo>
                  <a:cubicBezTo>
                    <a:pt x="376" y="30"/>
                    <a:pt x="369" y="35"/>
                    <a:pt x="360" y="35"/>
                  </a:cubicBezTo>
                  <a:cubicBezTo>
                    <a:pt x="359" y="35"/>
                    <a:pt x="356" y="35"/>
                    <a:pt x="355" y="35"/>
                  </a:cubicBezTo>
                  <a:cubicBezTo>
                    <a:pt x="355" y="6"/>
                    <a:pt x="355" y="6"/>
                    <a:pt x="355" y="6"/>
                  </a:cubicBezTo>
                  <a:cubicBezTo>
                    <a:pt x="357" y="6"/>
                    <a:pt x="359" y="6"/>
                    <a:pt x="361" y="6"/>
                  </a:cubicBezTo>
                  <a:cubicBezTo>
                    <a:pt x="371" y="6"/>
                    <a:pt x="376" y="11"/>
                    <a:pt x="376" y="20"/>
                  </a:cubicBezTo>
                  <a:moveTo>
                    <a:pt x="383" y="20"/>
                  </a:moveTo>
                  <a:cubicBezTo>
                    <a:pt x="383" y="6"/>
                    <a:pt x="375" y="1"/>
                    <a:pt x="362" y="1"/>
                  </a:cubicBezTo>
                  <a:cubicBezTo>
                    <a:pt x="357" y="1"/>
                    <a:pt x="352" y="1"/>
                    <a:pt x="348" y="1"/>
                  </a:cubicBezTo>
                  <a:cubicBezTo>
                    <a:pt x="342" y="1"/>
                    <a:pt x="342" y="1"/>
                    <a:pt x="342" y="1"/>
                  </a:cubicBezTo>
                  <a:cubicBezTo>
                    <a:pt x="342" y="5"/>
                    <a:pt x="342" y="5"/>
                    <a:pt x="342" y="5"/>
                  </a:cubicBezTo>
                  <a:cubicBezTo>
                    <a:pt x="344" y="5"/>
                    <a:pt x="346" y="6"/>
                    <a:pt x="348" y="6"/>
                  </a:cubicBezTo>
                  <a:cubicBezTo>
                    <a:pt x="348" y="35"/>
                    <a:pt x="348" y="35"/>
                    <a:pt x="348" y="35"/>
                  </a:cubicBezTo>
                  <a:cubicBezTo>
                    <a:pt x="346" y="36"/>
                    <a:pt x="344" y="36"/>
                    <a:pt x="342" y="36"/>
                  </a:cubicBezTo>
                  <a:cubicBezTo>
                    <a:pt x="342" y="40"/>
                    <a:pt x="342" y="40"/>
                    <a:pt x="342" y="40"/>
                  </a:cubicBezTo>
                  <a:cubicBezTo>
                    <a:pt x="348" y="40"/>
                    <a:pt x="348" y="40"/>
                    <a:pt x="348" y="40"/>
                  </a:cubicBezTo>
                  <a:cubicBezTo>
                    <a:pt x="352" y="40"/>
                    <a:pt x="355" y="41"/>
                    <a:pt x="360" y="41"/>
                  </a:cubicBezTo>
                  <a:cubicBezTo>
                    <a:pt x="373" y="41"/>
                    <a:pt x="383" y="34"/>
                    <a:pt x="383" y="20"/>
                  </a:cubicBezTo>
                  <a:moveTo>
                    <a:pt x="312" y="20"/>
                  </a:moveTo>
                  <a:cubicBezTo>
                    <a:pt x="312" y="30"/>
                    <a:pt x="306" y="35"/>
                    <a:pt x="297" y="35"/>
                  </a:cubicBezTo>
                  <a:cubicBezTo>
                    <a:pt x="295" y="35"/>
                    <a:pt x="293" y="35"/>
                    <a:pt x="291" y="35"/>
                  </a:cubicBezTo>
                  <a:cubicBezTo>
                    <a:pt x="291" y="6"/>
                    <a:pt x="291" y="6"/>
                    <a:pt x="291" y="6"/>
                  </a:cubicBezTo>
                  <a:cubicBezTo>
                    <a:pt x="293" y="6"/>
                    <a:pt x="295" y="6"/>
                    <a:pt x="297" y="6"/>
                  </a:cubicBezTo>
                  <a:cubicBezTo>
                    <a:pt x="307" y="6"/>
                    <a:pt x="312" y="11"/>
                    <a:pt x="312" y="20"/>
                  </a:cubicBezTo>
                  <a:moveTo>
                    <a:pt x="319" y="20"/>
                  </a:moveTo>
                  <a:cubicBezTo>
                    <a:pt x="319" y="6"/>
                    <a:pt x="311" y="1"/>
                    <a:pt x="298" y="1"/>
                  </a:cubicBezTo>
                  <a:cubicBezTo>
                    <a:pt x="294" y="1"/>
                    <a:pt x="288" y="1"/>
                    <a:pt x="285" y="1"/>
                  </a:cubicBezTo>
                  <a:cubicBezTo>
                    <a:pt x="278" y="1"/>
                    <a:pt x="278" y="1"/>
                    <a:pt x="278" y="1"/>
                  </a:cubicBezTo>
                  <a:cubicBezTo>
                    <a:pt x="278" y="5"/>
                    <a:pt x="278" y="5"/>
                    <a:pt x="278" y="5"/>
                  </a:cubicBezTo>
                  <a:cubicBezTo>
                    <a:pt x="280" y="5"/>
                    <a:pt x="282" y="6"/>
                    <a:pt x="285" y="6"/>
                  </a:cubicBezTo>
                  <a:cubicBezTo>
                    <a:pt x="285" y="35"/>
                    <a:pt x="285" y="35"/>
                    <a:pt x="285" y="35"/>
                  </a:cubicBezTo>
                  <a:cubicBezTo>
                    <a:pt x="282" y="36"/>
                    <a:pt x="280" y="36"/>
                    <a:pt x="278" y="36"/>
                  </a:cubicBezTo>
                  <a:cubicBezTo>
                    <a:pt x="278" y="40"/>
                    <a:pt x="278" y="40"/>
                    <a:pt x="278" y="40"/>
                  </a:cubicBezTo>
                  <a:cubicBezTo>
                    <a:pt x="285" y="40"/>
                    <a:pt x="285" y="40"/>
                    <a:pt x="285" y="40"/>
                  </a:cubicBezTo>
                  <a:cubicBezTo>
                    <a:pt x="288" y="40"/>
                    <a:pt x="291" y="41"/>
                    <a:pt x="296" y="41"/>
                  </a:cubicBezTo>
                  <a:cubicBezTo>
                    <a:pt x="309" y="41"/>
                    <a:pt x="319" y="34"/>
                    <a:pt x="319" y="20"/>
                  </a:cubicBezTo>
                  <a:moveTo>
                    <a:pt x="259" y="25"/>
                  </a:moveTo>
                  <a:cubicBezTo>
                    <a:pt x="245" y="25"/>
                    <a:pt x="245" y="25"/>
                    <a:pt x="245" y="25"/>
                  </a:cubicBezTo>
                  <a:cubicBezTo>
                    <a:pt x="250" y="13"/>
                    <a:pt x="250" y="13"/>
                    <a:pt x="250" y="13"/>
                  </a:cubicBezTo>
                  <a:cubicBezTo>
                    <a:pt x="251" y="11"/>
                    <a:pt x="251" y="9"/>
                    <a:pt x="252" y="7"/>
                  </a:cubicBezTo>
                  <a:cubicBezTo>
                    <a:pt x="252" y="7"/>
                    <a:pt x="252" y="7"/>
                    <a:pt x="252" y="7"/>
                  </a:cubicBezTo>
                  <a:cubicBezTo>
                    <a:pt x="253" y="9"/>
                    <a:pt x="253" y="11"/>
                    <a:pt x="254" y="13"/>
                  </a:cubicBezTo>
                  <a:lnTo>
                    <a:pt x="259" y="25"/>
                  </a:lnTo>
                  <a:close/>
                  <a:moveTo>
                    <a:pt x="275" y="40"/>
                  </a:moveTo>
                  <a:cubicBezTo>
                    <a:pt x="275" y="36"/>
                    <a:pt x="275" y="36"/>
                    <a:pt x="275" y="36"/>
                  </a:cubicBezTo>
                  <a:cubicBezTo>
                    <a:pt x="273" y="36"/>
                    <a:pt x="271" y="36"/>
                    <a:pt x="270" y="36"/>
                  </a:cubicBezTo>
                  <a:cubicBezTo>
                    <a:pt x="257" y="1"/>
                    <a:pt x="257" y="1"/>
                    <a:pt x="257" y="1"/>
                  </a:cubicBezTo>
                  <a:cubicBezTo>
                    <a:pt x="248" y="1"/>
                    <a:pt x="248" y="1"/>
                    <a:pt x="248" y="1"/>
                  </a:cubicBezTo>
                  <a:cubicBezTo>
                    <a:pt x="234" y="36"/>
                    <a:pt x="234" y="36"/>
                    <a:pt x="234" y="36"/>
                  </a:cubicBezTo>
                  <a:cubicBezTo>
                    <a:pt x="233" y="36"/>
                    <a:pt x="231" y="36"/>
                    <a:pt x="230" y="36"/>
                  </a:cubicBezTo>
                  <a:cubicBezTo>
                    <a:pt x="230" y="40"/>
                    <a:pt x="230" y="40"/>
                    <a:pt x="230" y="40"/>
                  </a:cubicBezTo>
                  <a:cubicBezTo>
                    <a:pt x="247" y="40"/>
                    <a:pt x="247" y="40"/>
                    <a:pt x="247" y="40"/>
                  </a:cubicBezTo>
                  <a:cubicBezTo>
                    <a:pt x="247" y="36"/>
                    <a:pt x="247" y="36"/>
                    <a:pt x="247" y="36"/>
                  </a:cubicBezTo>
                  <a:cubicBezTo>
                    <a:pt x="246" y="36"/>
                    <a:pt x="243" y="36"/>
                    <a:pt x="241" y="36"/>
                  </a:cubicBezTo>
                  <a:cubicBezTo>
                    <a:pt x="243" y="30"/>
                    <a:pt x="243" y="30"/>
                    <a:pt x="243" y="30"/>
                  </a:cubicBezTo>
                  <a:cubicBezTo>
                    <a:pt x="261" y="30"/>
                    <a:pt x="261" y="30"/>
                    <a:pt x="261" y="30"/>
                  </a:cubicBezTo>
                  <a:cubicBezTo>
                    <a:pt x="262" y="36"/>
                    <a:pt x="262" y="36"/>
                    <a:pt x="262" y="36"/>
                  </a:cubicBezTo>
                  <a:cubicBezTo>
                    <a:pt x="261" y="36"/>
                    <a:pt x="258" y="36"/>
                    <a:pt x="257" y="36"/>
                  </a:cubicBezTo>
                  <a:cubicBezTo>
                    <a:pt x="257" y="40"/>
                    <a:pt x="257" y="40"/>
                    <a:pt x="257" y="40"/>
                  </a:cubicBezTo>
                  <a:lnTo>
                    <a:pt x="275" y="40"/>
                  </a:lnTo>
                  <a:close/>
                  <a:moveTo>
                    <a:pt x="231" y="14"/>
                  </a:moveTo>
                  <a:cubicBezTo>
                    <a:pt x="231" y="1"/>
                    <a:pt x="231" y="1"/>
                    <a:pt x="231" y="1"/>
                  </a:cubicBezTo>
                  <a:cubicBezTo>
                    <a:pt x="195" y="1"/>
                    <a:pt x="195" y="1"/>
                    <a:pt x="195" y="1"/>
                  </a:cubicBezTo>
                  <a:cubicBezTo>
                    <a:pt x="195" y="14"/>
                    <a:pt x="195" y="14"/>
                    <a:pt x="195" y="14"/>
                  </a:cubicBezTo>
                  <a:cubicBezTo>
                    <a:pt x="199" y="14"/>
                    <a:pt x="199" y="14"/>
                    <a:pt x="199" y="14"/>
                  </a:cubicBezTo>
                  <a:cubicBezTo>
                    <a:pt x="200" y="11"/>
                    <a:pt x="200" y="8"/>
                    <a:pt x="200" y="6"/>
                  </a:cubicBezTo>
                  <a:cubicBezTo>
                    <a:pt x="209" y="6"/>
                    <a:pt x="209" y="6"/>
                    <a:pt x="209" y="6"/>
                  </a:cubicBezTo>
                  <a:cubicBezTo>
                    <a:pt x="209" y="35"/>
                    <a:pt x="209" y="35"/>
                    <a:pt x="209" y="35"/>
                  </a:cubicBezTo>
                  <a:cubicBezTo>
                    <a:pt x="207" y="36"/>
                    <a:pt x="205" y="36"/>
                    <a:pt x="203" y="36"/>
                  </a:cubicBezTo>
                  <a:cubicBezTo>
                    <a:pt x="203" y="40"/>
                    <a:pt x="203" y="40"/>
                    <a:pt x="203" y="40"/>
                  </a:cubicBezTo>
                  <a:cubicBezTo>
                    <a:pt x="223" y="40"/>
                    <a:pt x="223" y="40"/>
                    <a:pt x="223" y="40"/>
                  </a:cubicBezTo>
                  <a:cubicBezTo>
                    <a:pt x="223" y="36"/>
                    <a:pt x="223" y="36"/>
                    <a:pt x="223" y="36"/>
                  </a:cubicBezTo>
                  <a:cubicBezTo>
                    <a:pt x="221" y="36"/>
                    <a:pt x="218" y="36"/>
                    <a:pt x="216" y="35"/>
                  </a:cubicBezTo>
                  <a:cubicBezTo>
                    <a:pt x="216" y="6"/>
                    <a:pt x="216" y="6"/>
                    <a:pt x="216" y="6"/>
                  </a:cubicBezTo>
                  <a:cubicBezTo>
                    <a:pt x="225" y="6"/>
                    <a:pt x="225" y="6"/>
                    <a:pt x="225" y="6"/>
                  </a:cubicBezTo>
                  <a:cubicBezTo>
                    <a:pt x="225" y="8"/>
                    <a:pt x="226" y="11"/>
                    <a:pt x="226" y="14"/>
                  </a:cubicBezTo>
                  <a:lnTo>
                    <a:pt x="231" y="14"/>
                  </a:lnTo>
                  <a:close/>
                  <a:moveTo>
                    <a:pt x="194" y="40"/>
                  </a:moveTo>
                  <a:cubicBezTo>
                    <a:pt x="194" y="28"/>
                    <a:pt x="194" y="28"/>
                    <a:pt x="194" y="28"/>
                  </a:cubicBezTo>
                  <a:cubicBezTo>
                    <a:pt x="189" y="28"/>
                    <a:pt x="189" y="28"/>
                    <a:pt x="189" y="28"/>
                  </a:cubicBezTo>
                  <a:cubicBezTo>
                    <a:pt x="189" y="30"/>
                    <a:pt x="189" y="33"/>
                    <a:pt x="188" y="35"/>
                  </a:cubicBezTo>
                  <a:cubicBezTo>
                    <a:pt x="178" y="35"/>
                    <a:pt x="178" y="35"/>
                    <a:pt x="178" y="35"/>
                  </a:cubicBezTo>
                  <a:cubicBezTo>
                    <a:pt x="178" y="6"/>
                    <a:pt x="178" y="6"/>
                    <a:pt x="178" y="6"/>
                  </a:cubicBezTo>
                  <a:cubicBezTo>
                    <a:pt x="180" y="6"/>
                    <a:pt x="182" y="5"/>
                    <a:pt x="184" y="5"/>
                  </a:cubicBezTo>
                  <a:cubicBezTo>
                    <a:pt x="184" y="1"/>
                    <a:pt x="184" y="1"/>
                    <a:pt x="184" y="1"/>
                  </a:cubicBezTo>
                  <a:cubicBezTo>
                    <a:pt x="164" y="1"/>
                    <a:pt x="164" y="1"/>
                    <a:pt x="164" y="1"/>
                  </a:cubicBezTo>
                  <a:cubicBezTo>
                    <a:pt x="164" y="5"/>
                    <a:pt x="164" y="5"/>
                    <a:pt x="164" y="5"/>
                  </a:cubicBezTo>
                  <a:cubicBezTo>
                    <a:pt x="166" y="5"/>
                    <a:pt x="169" y="6"/>
                    <a:pt x="171" y="6"/>
                  </a:cubicBezTo>
                  <a:cubicBezTo>
                    <a:pt x="171" y="35"/>
                    <a:pt x="171" y="35"/>
                    <a:pt x="171" y="35"/>
                  </a:cubicBezTo>
                  <a:cubicBezTo>
                    <a:pt x="169" y="36"/>
                    <a:pt x="166" y="36"/>
                    <a:pt x="164" y="36"/>
                  </a:cubicBezTo>
                  <a:cubicBezTo>
                    <a:pt x="164" y="40"/>
                    <a:pt x="164" y="40"/>
                    <a:pt x="164" y="40"/>
                  </a:cubicBezTo>
                  <a:lnTo>
                    <a:pt x="194" y="40"/>
                  </a:lnTo>
                  <a:close/>
                  <a:moveTo>
                    <a:pt x="158" y="5"/>
                  </a:moveTo>
                  <a:cubicBezTo>
                    <a:pt x="158" y="1"/>
                    <a:pt x="158" y="1"/>
                    <a:pt x="158" y="1"/>
                  </a:cubicBezTo>
                  <a:cubicBezTo>
                    <a:pt x="140" y="1"/>
                    <a:pt x="140" y="1"/>
                    <a:pt x="140" y="1"/>
                  </a:cubicBezTo>
                  <a:cubicBezTo>
                    <a:pt x="140" y="5"/>
                    <a:pt x="140" y="5"/>
                    <a:pt x="140" y="5"/>
                  </a:cubicBezTo>
                  <a:cubicBezTo>
                    <a:pt x="142" y="5"/>
                    <a:pt x="144" y="6"/>
                    <a:pt x="146" y="6"/>
                  </a:cubicBezTo>
                  <a:cubicBezTo>
                    <a:pt x="146" y="25"/>
                    <a:pt x="146" y="25"/>
                    <a:pt x="146" y="25"/>
                  </a:cubicBezTo>
                  <a:cubicBezTo>
                    <a:pt x="146" y="31"/>
                    <a:pt x="143" y="35"/>
                    <a:pt x="136" y="35"/>
                  </a:cubicBezTo>
                  <a:cubicBezTo>
                    <a:pt x="129" y="35"/>
                    <a:pt x="126" y="32"/>
                    <a:pt x="126" y="25"/>
                  </a:cubicBezTo>
                  <a:cubicBezTo>
                    <a:pt x="126" y="6"/>
                    <a:pt x="126" y="6"/>
                    <a:pt x="126" y="6"/>
                  </a:cubicBezTo>
                  <a:cubicBezTo>
                    <a:pt x="128" y="6"/>
                    <a:pt x="130" y="5"/>
                    <a:pt x="132" y="5"/>
                  </a:cubicBezTo>
                  <a:cubicBezTo>
                    <a:pt x="132" y="1"/>
                    <a:pt x="132" y="1"/>
                    <a:pt x="132" y="1"/>
                  </a:cubicBezTo>
                  <a:cubicBezTo>
                    <a:pt x="113" y="1"/>
                    <a:pt x="113" y="1"/>
                    <a:pt x="113" y="1"/>
                  </a:cubicBezTo>
                  <a:cubicBezTo>
                    <a:pt x="113" y="5"/>
                    <a:pt x="113" y="5"/>
                    <a:pt x="113" y="5"/>
                  </a:cubicBezTo>
                  <a:cubicBezTo>
                    <a:pt x="115" y="5"/>
                    <a:pt x="117" y="6"/>
                    <a:pt x="119" y="6"/>
                  </a:cubicBezTo>
                  <a:cubicBezTo>
                    <a:pt x="119" y="27"/>
                    <a:pt x="119" y="27"/>
                    <a:pt x="119" y="27"/>
                  </a:cubicBezTo>
                  <a:cubicBezTo>
                    <a:pt x="119" y="36"/>
                    <a:pt x="125" y="41"/>
                    <a:pt x="135" y="41"/>
                  </a:cubicBezTo>
                  <a:cubicBezTo>
                    <a:pt x="148" y="41"/>
                    <a:pt x="153" y="34"/>
                    <a:pt x="153" y="25"/>
                  </a:cubicBezTo>
                  <a:cubicBezTo>
                    <a:pt x="153" y="6"/>
                    <a:pt x="153" y="6"/>
                    <a:pt x="153" y="6"/>
                  </a:cubicBezTo>
                  <a:cubicBezTo>
                    <a:pt x="155" y="6"/>
                    <a:pt x="157" y="5"/>
                    <a:pt x="158" y="5"/>
                  </a:cubicBezTo>
                  <a:moveTo>
                    <a:pt x="107" y="39"/>
                  </a:moveTo>
                  <a:cubicBezTo>
                    <a:pt x="107" y="32"/>
                    <a:pt x="107" y="32"/>
                    <a:pt x="107" y="32"/>
                  </a:cubicBezTo>
                  <a:cubicBezTo>
                    <a:pt x="104" y="34"/>
                    <a:pt x="101" y="35"/>
                    <a:pt x="97" y="35"/>
                  </a:cubicBezTo>
                  <a:cubicBezTo>
                    <a:pt x="88" y="35"/>
                    <a:pt x="84" y="30"/>
                    <a:pt x="84" y="21"/>
                  </a:cubicBezTo>
                  <a:cubicBezTo>
                    <a:pt x="84" y="13"/>
                    <a:pt x="88" y="6"/>
                    <a:pt x="96" y="6"/>
                  </a:cubicBezTo>
                  <a:cubicBezTo>
                    <a:pt x="98" y="6"/>
                    <a:pt x="99" y="7"/>
                    <a:pt x="101" y="7"/>
                  </a:cubicBezTo>
                  <a:cubicBezTo>
                    <a:pt x="101" y="9"/>
                    <a:pt x="102" y="11"/>
                    <a:pt x="102" y="13"/>
                  </a:cubicBezTo>
                  <a:cubicBezTo>
                    <a:pt x="107" y="13"/>
                    <a:pt x="107" y="13"/>
                    <a:pt x="107" y="13"/>
                  </a:cubicBezTo>
                  <a:cubicBezTo>
                    <a:pt x="107" y="2"/>
                    <a:pt x="107" y="2"/>
                    <a:pt x="107" y="2"/>
                  </a:cubicBezTo>
                  <a:cubicBezTo>
                    <a:pt x="104" y="1"/>
                    <a:pt x="100" y="0"/>
                    <a:pt x="97" y="0"/>
                  </a:cubicBezTo>
                  <a:cubicBezTo>
                    <a:pt x="83" y="0"/>
                    <a:pt x="76" y="10"/>
                    <a:pt x="76" y="21"/>
                  </a:cubicBezTo>
                  <a:cubicBezTo>
                    <a:pt x="76" y="33"/>
                    <a:pt x="83" y="41"/>
                    <a:pt x="96" y="41"/>
                  </a:cubicBezTo>
                  <a:cubicBezTo>
                    <a:pt x="100" y="41"/>
                    <a:pt x="104" y="40"/>
                    <a:pt x="107" y="39"/>
                  </a:cubicBezTo>
                  <a:moveTo>
                    <a:pt x="58" y="25"/>
                  </a:moveTo>
                  <a:cubicBezTo>
                    <a:pt x="45" y="25"/>
                    <a:pt x="45" y="25"/>
                    <a:pt x="45" y="25"/>
                  </a:cubicBezTo>
                  <a:cubicBezTo>
                    <a:pt x="49" y="13"/>
                    <a:pt x="49" y="13"/>
                    <a:pt x="49" y="13"/>
                  </a:cubicBezTo>
                  <a:cubicBezTo>
                    <a:pt x="50" y="11"/>
                    <a:pt x="51" y="9"/>
                    <a:pt x="51" y="7"/>
                  </a:cubicBezTo>
                  <a:cubicBezTo>
                    <a:pt x="52" y="7"/>
                    <a:pt x="52" y="7"/>
                    <a:pt x="52" y="7"/>
                  </a:cubicBezTo>
                  <a:cubicBezTo>
                    <a:pt x="52" y="9"/>
                    <a:pt x="53" y="11"/>
                    <a:pt x="54" y="13"/>
                  </a:cubicBezTo>
                  <a:lnTo>
                    <a:pt x="58" y="25"/>
                  </a:lnTo>
                  <a:close/>
                  <a:moveTo>
                    <a:pt x="74" y="40"/>
                  </a:moveTo>
                  <a:cubicBezTo>
                    <a:pt x="74" y="36"/>
                    <a:pt x="74" y="36"/>
                    <a:pt x="74" y="36"/>
                  </a:cubicBezTo>
                  <a:cubicBezTo>
                    <a:pt x="73" y="36"/>
                    <a:pt x="71" y="36"/>
                    <a:pt x="69" y="36"/>
                  </a:cubicBezTo>
                  <a:cubicBezTo>
                    <a:pt x="56" y="1"/>
                    <a:pt x="56" y="1"/>
                    <a:pt x="56" y="1"/>
                  </a:cubicBezTo>
                  <a:cubicBezTo>
                    <a:pt x="47" y="1"/>
                    <a:pt x="47" y="1"/>
                    <a:pt x="47" y="1"/>
                  </a:cubicBezTo>
                  <a:cubicBezTo>
                    <a:pt x="34" y="36"/>
                    <a:pt x="34" y="36"/>
                    <a:pt x="34" y="36"/>
                  </a:cubicBezTo>
                  <a:cubicBezTo>
                    <a:pt x="33" y="36"/>
                    <a:pt x="31" y="36"/>
                    <a:pt x="29" y="36"/>
                  </a:cubicBezTo>
                  <a:cubicBezTo>
                    <a:pt x="29" y="40"/>
                    <a:pt x="29" y="40"/>
                    <a:pt x="29" y="40"/>
                  </a:cubicBezTo>
                  <a:cubicBezTo>
                    <a:pt x="47" y="40"/>
                    <a:pt x="47" y="40"/>
                    <a:pt x="47" y="40"/>
                  </a:cubicBezTo>
                  <a:cubicBezTo>
                    <a:pt x="47" y="36"/>
                    <a:pt x="47" y="36"/>
                    <a:pt x="47" y="36"/>
                  </a:cubicBezTo>
                  <a:cubicBezTo>
                    <a:pt x="45" y="36"/>
                    <a:pt x="43" y="36"/>
                    <a:pt x="41" y="36"/>
                  </a:cubicBezTo>
                  <a:cubicBezTo>
                    <a:pt x="43" y="30"/>
                    <a:pt x="43" y="30"/>
                    <a:pt x="43" y="30"/>
                  </a:cubicBezTo>
                  <a:cubicBezTo>
                    <a:pt x="60" y="30"/>
                    <a:pt x="60" y="30"/>
                    <a:pt x="60" y="30"/>
                  </a:cubicBezTo>
                  <a:cubicBezTo>
                    <a:pt x="62" y="36"/>
                    <a:pt x="62" y="36"/>
                    <a:pt x="62" y="36"/>
                  </a:cubicBezTo>
                  <a:cubicBezTo>
                    <a:pt x="60" y="36"/>
                    <a:pt x="58" y="36"/>
                    <a:pt x="56" y="36"/>
                  </a:cubicBezTo>
                  <a:cubicBezTo>
                    <a:pt x="56" y="40"/>
                    <a:pt x="56" y="40"/>
                    <a:pt x="56" y="40"/>
                  </a:cubicBezTo>
                  <a:lnTo>
                    <a:pt x="74" y="40"/>
                  </a:lnTo>
                  <a:close/>
                  <a:moveTo>
                    <a:pt x="30" y="12"/>
                  </a:moveTo>
                  <a:cubicBezTo>
                    <a:pt x="30" y="1"/>
                    <a:pt x="30" y="1"/>
                    <a:pt x="30" y="1"/>
                  </a:cubicBezTo>
                  <a:cubicBezTo>
                    <a:pt x="0" y="1"/>
                    <a:pt x="0" y="1"/>
                    <a:pt x="0" y="1"/>
                  </a:cubicBezTo>
                  <a:cubicBezTo>
                    <a:pt x="0" y="5"/>
                    <a:pt x="0" y="5"/>
                    <a:pt x="0" y="5"/>
                  </a:cubicBezTo>
                  <a:cubicBezTo>
                    <a:pt x="2" y="5"/>
                    <a:pt x="4" y="6"/>
                    <a:pt x="7" y="6"/>
                  </a:cubicBezTo>
                  <a:cubicBezTo>
                    <a:pt x="7" y="35"/>
                    <a:pt x="7" y="35"/>
                    <a:pt x="7" y="35"/>
                  </a:cubicBezTo>
                  <a:cubicBezTo>
                    <a:pt x="4" y="36"/>
                    <a:pt x="2" y="36"/>
                    <a:pt x="0" y="36"/>
                  </a:cubicBezTo>
                  <a:cubicBezTo>
                    <a:pt x="0" y="40"/>
                    <a:pt x="0" y="40"/>
                    <a:pt x="0" y="40"/>
                  </a:cubicBezTo>
                  <a:cubicBezTo>
                    <a:pt x="20" y="40"/>
                    <a:pt x="20" y="40"/>
                    <a:pt x="20" y="40"/>
                  </a:cubicBezTo>
                  <a:cubicBezTo>
                    <a:pt x="20" y="36"/>
                    <a:pt x="20" y="36"/>
                    <a:pt x="20" y="36"/>
                  </a:cubicBezTo>
                  <a:cubicBezTo>
                    <a:pt x="18" y="36"/>
                    <a:pt x="16" y="36"/>
                    <a:pt x="13" y="35"/>
                  </a:cubicBezTo>
                  <a:cubicBezTo>
                    <a:pt x="13" y="23"/>
                    <a:pt x="13" y="23"/>
                    <a:pt x="13" y="23"/>
                  </a:cubicBezTo>
                  <a:cubicBezTo>
                    <a:pt x="21" y="23"/>
                    <a:pt x="21" y="23"/>
                    <a:pt x="21" y="23"/>
                  </a:cubicBezTo>
                  <a:cubicBezTo>
                    <a:pt x="21" y="24"/>
                    <a:pt x="21" y="26"/>
                    <a:pt x="22" y="27"/>
                  </a:cubicBezTo>
                  <a:cubicBezTo>
                    <a:pt x="26" y="27"/>
                    <a:pt x="26" y="27"/>
                    <a:pt x="26" y="27"/>
                  </a:cubicBezTo>
                  <a:cubicBezTo>
                    <a:pt x="26" y="14"/>
                    <a:pt x="26" y="14"/>
                    <a:pt x="26" y="14"/>
                  </a:cubicBezTo>
                  <a:cubicBezTo>
                    <a:pt x="22" y="14"/>
                    <a:pt x="22" y="14"/>
                    <a:pt x="22" y="14"/>
                  </a:cubicBezTo>
                  <a:cubicBezTo>
                    <a:pt x="21" y="15"/>
                    <a:pt x="21" y="17"/>
                    <a:pt x="21" y="18"/>
                  </a:cubicBezTo>
                  <a:cubicBezTo>
                    <a:pt x="13" y="18"/>
                    <a:pt x="13" y="18"/>
                    <a:pt x="13" y="18"/>
                  </a:cubicBezTo>
                  <a:cubicBezTo>
                    <a:pt x="13" y="6"/>
                    <a:pt x="13" y="6"/>
                    <a:pt x="13" y="6"/>
                  </a:cubicBezTo>
                  <a:cubicBezTo>
                    <a:pt x="24" y="6"/>
                    <a:pt x="24" y="6"/>
                    <a:pt x="24" y="6"/>
                  </a:cubicBezTo>
                  <a:cubicBezTo>
                    <a:pt x="24" y="7"/>
                    <a:pt x="24" y="10"/>
                    <a:pt x="25" y="12"/>
                  </a:cubicBezTo>
                  <a:lnTo>
                    <a:pt x="30"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nvGrpSpPr>
          <p:cNvPr id="198" name="Grupo 197">
            <a:extLst>
              <a:ext uri="{FF2B5EF4-FFF2-40B4-BE49-F238E27FC236}">
                <a16:creationId xmlns:a16="http://schemas.microsoft.com/office/drawing/2014/main" id="{EE6603AC-AB47-4B29-B379-F603E331CC4D}"/>
              </a:ext>
            </a:extLst>
          </p:cNvPr>
          <p:cNvGrpSpPr/>
          <p:nvPr userDrawn="1"/>
        </p:nvGrpSpPr>
        <p:grpSpPr>
          <a:xfrm>
            <a:off x="260637" y="160236"/>
            <a:ext cx="1086071" cy="910924"/>
            <a:chOff x="137601" y="239283"/>
            <a:chExt cx="897579" cy="752830"/>
          </a:xfrm>
        </p:grpSpPr>
        <p:sp>
          <p:nvSpPr>
            <p:cNvPr id="199" name="Freeform 109">
              <a:extLst>
                <a:ext uri="{FF2B5EF4-FFF2-40B4-BE49-F238E27FC236}">
                  <a16:creationId xmlns:a16="http://schemas.microsoft.com/office/drawing/2014/main" id="{245007CF-6DC6-4102-8947-BF483A7673A7}"/>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s-CL"/>
            </a:p>
          </p:txBody>
        </p:sp>
        <p:sp>
          <p:nvSpPr>
            <p:cNvPr id="200" name="Freeform 110">
              <a:extLst>
                <a:ext uri="{FF2B5EF4-FFF2-40B4-BE49-F238E27FC236}">
                  <a16:creationId xmlns:a16="http://schemas.microsoft.com/office/drawing/2014/main" id="{EB7BAD8A-5A19-4046-9E1A-FECFD189EAF7}"/>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s-CL"/>
            </a:p>
          </p:txBody>
        </p:sp>
        <p:grpSp>
          <p:nvGrpSpPr>
            <p:cNvPr id="201" name="Grupo 200">
              <a:extLst>
                <a:ext uri="{FF2B5EF4-FFF2-40B4-BE49-F238E27FC236}">
                  <a16:creationId xmlns:a16="http://schemas.microsoft.com/office/drawing/2014/main" id="{621283A6-3CDE-4782-835D-B5F7C49E43C2}"/>
                </a:ext>
              </a:extLst>
            </p:cNvPr>
            <p:cNvGrpSpPr/>
            <p:nvPr userDrawn="1"/>
          </p:nvGrpSpPr>
          <p:grpSpPr>
            <a:xfrm>
              <a:off x="137601" y="474669"/>
              <a:ext cx="897579" cy="326700"/>
              <a:chOff x="137601" y="474669"/>
              <a:chExt cx="897579" cy="326700"/>
            </a:xfrm>
          </p:grpSpPr>
          <p:sp>
            <p:nvSpPr>
              <p:cNvPr id="212" name="Freeform 111">
                <a:extLst>
                  <a:ext uri="{FF2B5EF4-FFF2-40B4-BE49-F238E27FC236}">
                    <a16:creationId xmlns:a16="http://schemas.microsoft.com/office/drawing/2014/main" id="{BB6BDADD-00D2-4E08-98E7-62A42952E549}"/>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13" name="Freeform 112">
                <a:extLst>
                  <a:ext uri="{FF2B5EF4-FFF2-40B4-BE49-F238E27FC236}">
                    <a16:creationId xmlns:a16="http://schemas.microsoft.com/office/drawing/2014/main" id="{93A2BA46-C620-4491-9D52-806EC1B8397C}"/>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14" name="Freeform 113">
                <a:extLst>
                  <a:ext uri="{FF2B5EF4-FFF2-40B4-BE49-F238E27FC236}">
                    <a16:creationId xmlns:a16="http://schemas.microsoft.com/office/drawing/2014/main" id="{7AC779F9-A759-44E6-A41D-3740E1C28311}"/>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15" name="Freeform 114">
                <a:extLst>
                  <a:ext uri="{FF2B5EF4-FFF2-40B4-BE49-F238E27FC236}">
                    <a16:creationId xmlns:a16="http://schemas.microsoft.com/office/drawing/2014/main" id="{E2F90FDF-77E0-47BB-9190-CAA7FAD18D23}"/>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16" name="Freeform 115">
                <a:extLst>
                  <a:ext uri="{FF2B5EF4-FFF2-40B4-BE49-F238E27FC236}">
                    <a16:creationId xmlns:a16="http://schemas.microsoft.com/office/drawing/2014/main" id="{1CF39C91-BD22-456F-AF73-3AB98D8492DD}"/>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17" name="Freeform 116">
                <a:extLst>
                  <a:ext uri="{FF2B5EF4-FFF2-40B4-BE49-F238E27FC236}">
                    <a16:creationId xmlns:a16="http://schemas.microsoft.com/office/drawing/2014/main" id="{6DB5F3C3-1EC6-40EA-9225-2286DC14202C}"/>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18" name="Freeform 117">
                <a:extLst>
                  <a:ext uri="{FF2B5EF4-FFF2-40B4-BE49-F238E27FC236}">
                    <a16:creationId xmlns:a16="http://schemas.microsoft.com/office/drawing/2014/main" id="{0B3ED509-4775-4E0C-A10A-E046A526A84B}"/>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19" name="Freeform 118">
                <a:extLst>
                  <a:ext uri="{FF2B5EF4-FFF2-40B4-BE49-F238E27FC236}">
                    <a16:creationId xmlns:a16="http://schemas.microsoft.com/office/drawing/2014/main" id="{DF5E93A4-AC03-4D9E-8254-DE104865EA2D}"/>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20" name="Freeform 119">
                <a:extLst>
                  <a:ext uri="{FF2B5EF4-FFF2-40B4-BE49-F238E27FC236}">
                    <a16:creationId xmlns:a16="http://schemas.microsoft.com/office/drawing/2014/main" id="{E0F1DEC2-1822-40F7-901C-0E711FFC3CAD}"/>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21" name="Freeform 120">
                <a:extLst>
                  <a:ext uri="{FF2B5EF4-FFF2-40B4-BE49-F238E27FC236}">
                    <a16:creationId xmlns:a16="http://schemas.microsoft.com/office/drawing/2014/main" id="{8D840E56-8959-436A-B712-B47DE1520A49}"/>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22" name="Freeform 121">
                <a:extLst>
                  <a:ext uri="{FF2B5EF4-FFF2-40B4-BE49-F238E27FC236}">
                    <a16:creationId xmlns:a16="http://schemas.microsoft.com/office/drawing/2014/main" id="{D83C984A-B65E-413C-B962-56324FA32C4F}"/>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23" name="Freeform 122">
                <a:extLst>
                  <a:ext uri="{FF2B5EF4-FFF2-40B4-BE49-F238E27FC236}">
                    <a16:creationId xmlns:a16="http://schemas.microsoft.com/office/drawing/2014/main" id="{7F2E8CE2-2E55-47BD-870F-59B79C09BF04}"/>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24" name="Freeform 123">
                <a:extLst>
                  <a:ext uri="{FF2B5EF4-FFF2-40B4-BE49-F238E27FC236}">
                    <a16:creationId xmlns:a16="http://schemas.microsoft.com/office/drawing/2014/main" id="{3E414593-8649-4EBD-AF98-02BF077C6257}"/>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25" name="Freeform 124">
                <a:extLst>
                  <a:ext uri="{FF2B5EF4-FFF2-40B4-BE49-F238E27FC236}">
                    <a16:creationId xmlns:a16="http://schemas.microsoft.com/office/drawing/2014/main" id="{570554D6-D116-48DE-B28B-E4338C0A8D47}"/>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26" name="Freeform 125">
                <a:extLst>
                  <a:ext uri="{FF2B5EF4-FFF2-40B4-BE49-F238E27FC236}">
                    <a16:creationId xmlns:a16="http://schemas.microsoft.com/office/drawing/2014/main" id="{9F22ACCE-35A7-4082-9ABD-1F227DC399EF}"/>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27" name="Freeform 126">
                <a:extLst>
                  <a:ext uri="{FF2B5EF4-FFF2-40B4-BE49-F238E27FC236}">
                    <a16:creationId xmlns:a16="http://schemas.microsoft.com/office/drawing/2014/main" id="{4876B10C-2140-4D7E-980F-F06E11209052}"/>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CL"/>
              </a:p>
            </p:txBody>
          </p:sp>
          <p:sp>
            <p:nvSpPr>
              <p:cNvPr id="228" name="Freeform 127">
                <a:extLst>
                  <a:ext uri="{FF2B5EF4-FFF2-40B4-BE49-F238E27FC236}">
                    <a16:creationId xmlns:a16="http://schemas.microsoft.com/office/drawing/2014/main" id="{28430070-56F5-4E5E-9B58-9A005795CBFF}"/>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202" name="Freeform 128">
              <a:extLst>
                <a:ext uri="{FF2B5EF4-FFF2-40B4-BE49-F238E27FC236}">
                  <a16:creationId xmlns:a16="http://schemas.microsoft.com/office/drawing/2014/main" id="{BED7E100-E2A7-4576-9C09-7EC162D5FFD6}"/>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s-CL"/>
            </a:p>
          </p:txBody>
        </p:sp>
        <p:sp>
          <p:nvSpPr>
            <p:cNvPr id="203" name="Freeform 129">
              <a:extLst>
                <a:ext uri="{FF2B5EF4-FFF2-40B4-BE49-F238E27FC236}">
                  <a16:creationId xmlns:a16="http://schemas.microsoft.com/office/drawing/2014/main" id="{A787F0B4-1CDB-4947-A330-F5D733FEE898}"/>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s-CL"/>
            </a:p>
          </p:txBody>
        </p:sp>
        <p:sp>
          <p:nvSpPr>
            <p:cNvPr id="204" name="Freeform 130">
              <a:extLst>
                <a:ext uri="{FF2B5EF4-FFF2-40B4-BE49-F238E27FC236}">
                  <a16:creationId xmlns:a16="http://schemas.microsoft.com/office/drawing/2014/main" id="{F7A5B330-6B60-4BD7-B8A8-E2D06D9094CF}"/>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s-CL"/>
            </a:p>
          </p:txBody>
        </p:sp>
        <p:sp>
          <p:nvSpPr>
            <p:cNvPr id="205" name="Freeform 131">
              <a:extLst>
                <a:ext uri="{FF2B5EF4-FFF2-40B4-BE49-F238E27FC236}">
                  <a16:creationId xmlns:a16="http://schemas.microsoft.com/office/drawing/2014/main" id="{AE35F4B4-4BEB-4CCE-BA59-0CFBBE3B4901}"/>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s-CL"/>
            </a:p>
          </p:txBody>
        </p:sp>
        <p:sp>
          <p:nvSpPr>
            <p:cNvPr id="206" name="Freeform 132">
              <a:extLst>
                <a:ext uri="{FF2B5EF4-FFF2-40B4-BE49-F238E27FC236}">
                  <a16:creationId xmlns:a16="http://schemas.microsoft.com/office/drawing/2014/main" id="{04EEC533-D593-41FA-B48D-AC747FDE3788}"/>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s-CL"/>
            </a:p>
          </p:txBody>
        </p:sp>
        <p:sp>
          <p:nvSpPr>
            <p:cNvPr id="207" name="Freeform 133">
              <a:extLst>
                <a:ext uri="{FF2B5EF4-FFF2-40B4-BE49-F238E27FC236}">
                  <a16:creationId xmlns:a16="http://schemas.microsoft.com/office/drawing/2014/main" id="{7719BD16-FFA5-4837-B916-829B4B03D47B}"/>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s-CL"/>
            </a:p>
          </p:txBody>
        </p:sp>
        <p:sp>
          <p:nvSpPr>
            <p:cNvPr id="208" name="Freeform 134">
              <a:extLst>
                <a:ext uri="{FF2B5EF4-FFF2-40B4-BE49-F238E27FC236}">
                  <a16:creationId xmlns:a16="http://schemas.microsoft.com/office/drawing/2014/main" id="{E7F329FD-23AA-49DA-B4D1-82FD85D58EDE}"/>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s-CL"/>
            </a:p>
          </p:txBody>
        </p:sp>
        <p:sp>
          <p:nvSpPr>
            <p:cNvPr id="209" name="Freeform 135">
              <a:extLst>
                <a:ext uri="{FF2B5EF4-FFF2-40B4-BE49-F238E27FC236}">
                  <a16:creationId xmlns:a16="http://schemas.microsoft.com/office/drawing/2014/main" id="{C6CFD023-7157-4CB7-AEDD-37DFB1580BEF}"/>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s-CL"/>
            </a:p>
          </p:txBody>
        </p:sp>
        <p:sp>
          <p:nvSpPr>
            <p:cNvPr id="210" name="Freeform 136">
              <a:extLst>
                <a:ext uri="{FF2B5EF4-FFF2-40B4-BE49-F238E27FC236}">
                  <a16:creationId xmlns:a16="http://schemas.microsoft.com/office/drawing/2014/main" id="{E01809A6-966C-41E8-A276-62910141AE14}"/>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s-CL"/>
            </a:p>
          </p:txBody>
        </p:sp>
        <p:sp>
          <p:nvSpPr>
            <p:cNvPr id="211" name="Freeform 137">
              <a:extLst>
                <a:ext uri="{FF2B5EF4-FFF2-40B4-BE49-F238E27FC236}">
                  <a16:creationId xmlns:a16="http://schemas.microsoft.com/office/drawing/2014/main" id="{FF7A5D7D-38E9-4FE3-B84D-09FF25715EA6}"/>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s-CL"/>
            </a:p>
          </p:txBody>
        </p:sp>
      </p:grpSp>
      <p:sp>
        <p:nvSpPr>
          <p:cNvPr id="75" name="Marcador de número de diapositiva 70">
            <a:extLst>
              <a:ext uri="{FF2B5EF4-FFF2-40B4-BE49-F238E27FC236}">
                <a16:creationId xmlns:a16="http://schemas.microsoft.com/office/drawing/2014/main" id="{F5C5AE08-5AE1-4643-9207-8BC98EE6299D}"/>
              </a:ext>
            </a:extLst>
          </p:cNvPr>
          <p:cNvSpPr>
            <a:spLocks noGrp="1"/>
          </p:cNvSpPr>
          <p:nvPr>
            <p:ph type="sldNum" sz="quarter" idx="4"/>
          </p:nvPr>
        </p:nvSpPr>
        <p:spPr>
          <a:xfrm>
            <a:off x="11119391" y="6441808"/>
            <a:ext cx="593221" cy="365125"/>
          </a:xfrm>
          <a:prstGeom prst="rect">
            <a:avLst/>
          </a:prstGeom>
        </p:spPr>
        <p:txBody>
          <a:bodyPr vert="horz" lIns="0" tIns="45720" rIns="0" bIns="45720" rtlCol="0" anchor="ctr"/>
          <a:lstStyle>
            <a:lvl1pPr algn="r">
              <a:defRPr lang="es-CL" sz="1400" i="0" u="sng" baseline="0" smtClean="0">
                <a:solidFill>
                  <a:schemeClr val="tx2">
                    <a:lumMod val="60000"/>
                    <a:lumOff val="40000"/>
                  </a:schemeClr>
                </a:solidFill>
                <a:latin typeface="+mn-lt"/>
                <a:cs typeface="Segoe UI" panose="020B0502040204020203" pitchFamily="34" charset="0"/>
              </a:defRPr>
            </a:lvl1pPr>
          </a:lstStyle>
          <a:p>
            <a:fld id="{17D46556-FC13-40CA-B770-6C4B149AF5AA}" type="slidenum">
              <a:rPr lang="es-CL" smtClean="0"/>
              <a:pPr/>
              <a:t>‹Nº›</a:t>
            </a:fld>
            <a:endParaRPr lang="es-CL"/>
          </a:p>
        </p:txBody>
      </p:sp>
    </p:spTree>
    <p:extLst>
      <p:ext uri="{BB962C8B-B14F-4D97-AF65-F5344CB8AC3E}">
        <p14:creationId xmlns:p14="http://schemas.microsoft.com/office/powerpoint/2010/main" val="1872203149"/>
      </p:ext>
    </p:extLst>
  </p:cSld>
  <p:clrMap bg1="lt1" tx1="dk1" bg2="lt2" tx2="dk2" accent1="accent1" accent2="accent2" accent3="accent3" accent4="accent4" accent5="accent5" accent6="accent6" hlink="hlink" folHlink="folHlink"/>
  <p:sldLayoutIdLst>
    <p:sldLayoutId id="2147483653" r:id="rId1"/>
    <p:sldLayoutId id="2147483669" r:id="rId2"/>
    <p:sldLayoutId id="2147483670" r:id="rId3"/>
    <p:sldLayoutId id="2147483656" r:id="rId4"/>
    <p:sldLayoutId id="2147483676" r:id="rId5"/>
    <p:sldLayoutId id="2147483649" r:id="rId6"/>
    <p:sldLayoutId id="2147483661" r:id="rId7"/>
    <p:sldLayoutId id="2147483680" r:id="rId8"/>
    <p:sldLayoutId id="2147483677" r:id="rId9"/>
    <p:sldLayoutId id="2147483658" r:id="rId10"/>
    <p:sldLayoutId id="2147483654" r:id="rId11"/>
    <p:sldLayoutId id="2147483657" r:id="rId12"/>
    <p:sldLayoutId id="2147483663" r:id="rId13"/>
    <p:sldLayoutId id="2147483660" r:id="rId14"/>
    <p:sldLayoutId id="2147483683" r:id="rId15"/>
    <p:sldLayoutId id="2147483659" r:id="rId16"/>
    <p:sldLayoutId id="2147483681" r:id="rId17"/>
    <p:sldLayoutId id="2147483682" r:id="rId18"/>
    <p:sldLayoutId id="2147483678" r:id="rId19"/>
    <p:sldLayoutId id="2147483684" r:id="rId20"/>
    <p:sldLayoutId id="2147483650" r:id="rId21"/>
    <p:sldLayoutId id="2147483679" r:id="rId22"/>
    <p:sldLayoutId id="2147483667" r:id="rId23"/>
    <p:sldLayoutId id="2147483687" r:id="rId24"/>
    <p:sldLayoutId id="2147483694" r:id="rId25"/>
    <p:sldLayoutId id="2147483695" r:id="rId26"/>
    <p:sldLayoutId id="2147483668" r:id="rId27"/>
  </p:sldLayoutIdLst>
  <p:hf sldNum="0" hdr="0" ftr="0" dt="0"/>
  <p:txStyles>
    <p:titleStyle>
      <a:lvl1pPr algn="r" defTabSz="914400" rtl="0" eaLnBrk="1" latinLnBrk="0" hangingPunct="1">
        <a:lnSpc>
          <a:spcPct val="90000"/>
        </a:lnSpc>
        <a:spcBef>
          <a:spcPct val="0"/>
        </a:spcBef>
        <a:buNone/>
        <a:defRPr sz="1000" b="0" kern="1200" spc="3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78" userDrawn="1">
          <p15:clr>
            <a:srgbClr val="F26B43"/>
          </p15:clr>
        </p15:guide>
        <p15:guide id="2" orient="horz" pos="527" userDrawn="1">
          <p15:clr>
            <a:srgbClr val="F26B43"/>
          </p15:clr>
        </p15:guide>
        <p15:guide id="3" pos="3840" userDrawn="1">
          <p15:clr>
            <a:srgbClr val="F26B43"/>
          </p15:clr>
        </p15:guide>
        <p15:guide id="4" pos="1323" userDrawn="1">
          <p15:clr>
            <a:srgbClr val="F26B43"/>
          </p15:clr>
        </p15:guide>
        <p15:guide id="5" pos="166" userDrawn="1">
          <p15:clr>
            <a:srgbClr val="F26B43"/>
          </p15:clr>
        </p15:guide>
        <p15:guide id="6" pos="7378" userDrawn="1">
          <p15:clr>
            <a:srgbClr val="F26B43"/>
          </p15:clr>
        </p15:guide>
        <p15:guide id="7" pos="105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 Id="rId5" Type="http://schemas.openxmlformats.org/officeDocument/2006/relationships/hyperlink" Target="https://arxiv.org/pdf/1409.4842" TargetMode="Externa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hyperlink" Target="https://medium.com/coinmonks/paper-review-of-googlenet-inception-v1-winner-of-ilsvlc-2014-image-classification-c2b3565a64e7" TargetMode="Externa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hyperlink" Target="https://medium.com/coinmonks/paper-review-of-googlenet-inception-v1-winner-of-ilsvlc-2014-image-classification-c2b3565a64e7" TargetMode="External"/><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hyperlink" Target="https://medium.com/coinmonks/paper-review-of-googlenet-inception-v1-winner-of-ilsvlc-2014-image-classification-c2b3565a64e7" TargetMode="External"/><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hyperlink" Target="https://ai.plainenglish.io/googlenet-inceptionv1-with-tensorflow-9e7f3a161e87" TargetMode="External"/><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hyperlink" Target="https://doi.org/10.3390/fi13070164" TargetMode="External"/><Relationship Id="rId4" Type="http://schemas.openxmlformats.org/officeDocument/2006/relationships/hyperlink" Target="https://doi.org/10.48550/arXiv.1910.13348"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hyperlink" Target="https://medium.com/data-science/a-simple-guide-to-the-versions-of-the-inception-network-7fc52b863202" TargetMode="External"/><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hyperlink" Target="https://arxiv.org/abs/1610.02357" TargetMode="External"/><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3.jpg"/><Relationship Id="rId4" Type="http://schemas.openxmlformats.org/officeDocument/2006/relationships/image" Target="../media/image22.jp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hyperlink" Target="https://medium.com/data-science/understanding-depthwise-separable-convolutions-and-the-efficiency-of-mobilenets-6de3d6b62503" TargetMode="Externa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hyperlink" Target="https://ieeexplore.ieee.org/document/9551957"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hyperlink" Target="https://doi.org/10.1109/NTMS.2019.8763852"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doi.org/10.1186/s13007-021-00736-3" TargetMode="External"/><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CuadroTexto 37">
            <a:extLst>
              <a:ext uri="{FF2B5EF4-FFF2-40B4-BE49-F238E27FC236}">
                <a16:creationId xmlns:a16="http://schemas.microsoft.com/office/drawing/2014/main" id="{3EA85186-DB61-44DB-AC9B-36382C9DEAE5}"/>
              </a:ext>
            </a:extLst>
          </p:cNvPr>
          <p:cNvSpPr txBox="1"/>
          <p:nvPr/>
        </p:nvSpPr>
        <p:spPr>
          <a:xfrm>
            <a:off x="-247794" y="2230866"/>
            <a:ext cx="3143250" cy="3170099"/>
          </a:xfrm>
          <a:prstGeom prst="rect">
            <a:avLst/>
          </a:prstGeom>
          <a:noFill/>
        </p:spPr>
        <p:txBody>
          <a:bodyPr wrap="square" rtlCol="0">
            <a:spAutoFit/>
          </a:bodyPr>
          <a:lstStyle/>
          <a:p>
            <a:r>
              <a:rPr lang="es-CL" sz="20000" dirty="0">
                <a:solidFill>
                  <a:schemeClr val="bg2">
                    <a:alpha val="26000"/>
                  </a:schemeClr>
                </a:solidFill>
                <a:latin typeface="+mj-lt"/>
                <a:cs typeface="Segoe UI" panose="020B0502040204020203" pitchFamily="34" charset="0"/>
              </a:rPr>
              <a:t>20</a:t>
            </a:r>
          </a:p>
        </p:txBody>
      </p:sp>
      <p:sp>
        <p:nvSpPr>
          <p:cNvPr id="70" name="CuadroTexto 69">
            <a:extLst>
              <a:ext uri="{FF2B5EF4-FFF2-40B4-BE49-F238E27FC236}">
                <a16:creationId xmlns:a16="http://schemas.microsoft.com/office/drawing/2014/main" id="{FE4D25E6-1475-41EF-BF64-AD8F37820790}"/>
              </a:ext>
            </a:extLst>
          </p:cNvPr>
          <p:cNvSpPr txBox="1"/>
          <p:nvPr/>
        </p:nvSpPr>
        <p:spPr>
          <a:xfrm>
            <a:off x="-247794" y="4421616"/>
            <a:ext cx="3143250" cy="3170099"/>
          </a:xfrm>
          <a:prstGeom prst="rect">
            <a:avLst/>
          </a:prstGeom>
          <a:noFill/>
        </p:spPr>
        <p:txBody>
          <a:bodyPr wrap="square" rtlCol="0">
            <a:spAutoFit/>
          </a:bodyPr>
          <a:lstStyle/>
          <a:p>
            <a:r>
              <a:rPr lang="es-CL" sz="20000" dirty="0">
                <a:solidFill>
                  <a:schemeClr val="bg2">
                    <a:alpha val="26000"/>
                  </a:schemeClr>
                </a:solidFill>
                <a:latin typeface="+mj-lt"/>
                <a:cs typeface="Segoe UI" panose="020B0502040204020203" pitchFamily="34" charset="0"/>
              </a:rPr>
              <a:t>26</a:t>
            </a:r>
          </a:p>
        </p:txBody>
      </p:sp>
      <p:grpSp>
        <p:nvGrpSpPr>
          <p:cNvPr id="74" name="Grupo 73">
            <a:extLst>
              <a:ext uri="{FF2B5EF4-FFF2-40B4-BE49-F238E27FC236}">
                <a16:creationId xmlns:a16="http://schemas.microsoft.com/office/drawing/2014/main" id="{7EE8F19A-4B94-46D7-848B-682BCA26792F}"/>
              </a:ext>
            </a:extLst>
          </p:cNvPr>
          <p:cNvGrpSpPr/>
          <p:nvPr/>
        </p:nvGrpSpPr>
        <p:grpSpPr>
          <a:xfrm>
            <a:off x="4664487" y="2820152"/>
            <a:ext cx="2810041" cy="471179"/>
            <a:chOff x="4146859" y="3656362"/>
            <a:chExt cx="4114181" cy="689853"/>
          </a:xfrm>
        </p:grpSpPr>
        <p:sp>
          <p:nvSpPr>
            <p:cNvPr id="16" name="Freeform 84">
              <a:extLst>
                <a:ext uri="{FF2B5EF4-FFF2-40B4-BE49-F238E27FC236}">
                  <a16:creationId xmlns:a16="http://schemas.microsoft.com/office/drawing/2014/main" id="{DC30F01A-AFA6-4122-99C9-6AB759AD2F37}"/>
                </a:ext>
              </a:extLst>
            </p:cNvPr>
            <p:cNvSpPr>
              <a:spLocks/>
            </p:cNvSpPr>
            <p:nvPr/>
          </p:nvSpPr>
          <p:spPr bwMode="auto">
            <a:xfrm>
              <a:off x="4146859" y="3656362"/>
              <a:ext cx="362934" cy="66768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7" name="Freeform 85">
              <a:extLst>
                <a:ext uri="{FF2B5EF4-FFF2-40B4-BE49-F238E27FC236}">
                  <a16:creationId xmlns:a16="http://schemas.microsoft.com/office/drawing/2014/main" id="{27AC7932-D805-4175-AD4B-448F80B16DE8}"/>
                </a:ext>
              </a:extLst>
            </p:cNvPr>
            <p:cNvSpPr>
              <a:spLocks/>
            </p:cNvSpPr>
            <p:nvPr/>
          </p:nvSpPr>
          <p:spPr bwMode="auto">
            <a:xfrm>
              <a:off x="4567974" y="3670215"/>
              <a:ext cx="385097" cy="656607"/>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8" name="Freeform 86">
              <a:extLst>
                <a:ext uri="{FF2B5EF4-FFF2-40B4-BE49-F238E27FC236}">
                  <a16:creationId xmlns:a16="http://schemas.microsoft.com/office/drawing/2014/main" id="{61465C2B-7B9B-4B25-88DB-C2AA64659261}"/>
                </a:ext>
              </a:extLst>
            </p:cNvPr>
            <p:cNvSpPr>
              <a:spLocks/>
            </p:cNvSpPr>
            <p:nvPr/>
          </p:nvSpPr>
          <p:spPr bwMode="auto">
            <a:xfrm>
              <a:off x="4980778" y="3664674"/>
              <a:ext cx="362934" cy="664918"/>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9" name="Freeform 87">
              <a:extLst>
                <a:ext uri="{FF2B5EF4-FFF2-40B4-BE49-F238E27FC236}">
                  <a16:creationId xmlns:a16="http://schemas.microsoft.com/office/drawing/2014/main" id="{40948CE2-4865-4C3C-B1A7-288609C1A09D}"/>
                </a:ext>
              </a:extLst>
            </p:cNvPr>
            <p:cNvSpPr>
              <a:spLocks/>
            </p:cNvSpPr>
            <p:nvPr/>
          </p:nvSpPr>
          <p:spPr bwMode="auto">
            <a:xfrm>
              <a:off x="5410203" y="3675756"/>
              <a:ext cx="307524" cy="648295"/>
            </a:xfrm>
            <a:custGeom>
              <a:avLst/>
              <a:gdLst>
                <a:gd name="T0" fmla="*/ 108 w 111"/>
                <a:gd name="T1" fmla="*/ 15 h 234"/>
                <a:gd name="T2" fmla="*/ 69 w 111"/>
                <a:gd name="T3" fmla="*/ 15 h 234"/>
                <a:gd name="T4" fmla="*/ 17 w 111"/>
                <a:gd name="T5" fmla="*/ 234 h 234"/>
                <a:gd name="T6" fmla="*/ 0 w 111"/>
                <a:gd name="T7" fmla="*/ 234 h 234"/>
                <a:gd name="T8" fmla="*/ 52 w 111"/>
                <a:gd name="T9" fmla="*/ 15 h 234"/>
                <a:gd name="T10" fmla="*/ 13 w 111"/>
                <a:gd name="T11" fmla="*/ 15 h 234"/>
                <a:gd name="T12" fmla="*/ 17 w 111"/>
                <a:gd name="T13" fmla="*/ 0 h 234"/>
                <a:gd name="T14" fmla="*/ 111 w 111"/>
                <a:gd name="T15" fmla="*/ 1 h 234"/>
                <a:gd name="T16" fmla="*/ 108 w 111"/>
                <a:gd name="T17" fmla="*/ 15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234">
                  <a:moveTo>
                    <a:pt x="108" y="15"/>
                  </a:moveTo>
                  <a:lnTo>
                    <a:pt x="69" y="15"/>
                  </a:lnTo>
                  <a:lnTo>
                    <a:pt x="17" y="234"/>
                  </a:lnTo>
                  <a:lnTo>
                    <a:pt x="0" y="234"/>
                  </a:lnTo>
                  <a:lnTo>
                    <a:pt x="52" y="15"/>
                  </a:lnTo>
                  <a:lnTo>
                    <a:pt x="13" y="15"/>
                  </a:lnTo>
                  <a:lnTo>
                    <a:pt x="17" y="0"/>
                  </a:lnTo>
                  <a:lnTo>
                    <a:pt x="111" y="1"/>
                  </a:lnTo>
                  <a:lnTo>
                    <a:pt x="108" y="1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0" name="Freeform 88">
              <a:extLst>
                <a:ext uri="{FF2B5EF4-FFF2-40B4-BE49-F238E27FC236}">
                  <a16:creationId xmlns:a16="http://schemas.microsoft.com/office/drawing/2014/main" id="{A6DA7523-8198-43CA-A281-DFC5A6B7B5DA}"/>
                </a:ext>
              </a:extLst>
            </p:cNvPr>
            <p:cNvSpPr>
              <a:spLocks noEditPoints="1"/>
            </p:cNvSpPr>
            <p:nvPr/>
          </p:nvSpPr>
          <p:spPr bwMode="auto">
            <a:xfrm>
              <a:off x="5626302" y="3675756"/>
              <a:ext cx="335229" cy="651066"/>
            </a:xfrm>
            <a:custGeom>
              <a:avLst/>
              <a:gdLst>
                <a:gd name="T0" fmla="*/ 53 w 121"/>
                <a:gd name="T1" fmla="*/ 148 h 235"/>
                <a:gd name="T2" fmla="*/ 96 w 121"/>
                <a:gd name="T3" fmla="*/ 148 h 235"/>
                <a:gd name="T4" fmla="*/ 107 w 121"/>
                <a:gd name="T5" fmla="*/ 19 h 235"/>
                <a:gd name="T6" fmla="*/ 53 w 121"/>
                <a:gd name="T7" fmla="*/ 148 h 235"/>
                <a:gd name="T8" fmla="*/ 107 w 121"/>
                <a:gd name="T9" fmla="*/ 235 h 235"/>
                <a:gd name="T10" fmla="*/ 91 w 121"/>
                <a:gd name="T11" fmla="*/ 235 h 235"/>
                <a:gd name="T12" fmla="*/ 96 w 121"/>
                <a:gd name="T13" fmla="*/ 164 h 235"/>
                <a:gd name="T14" fmla="*/ 47 w 121"/>
                <a:gd name="T15" fmla="*/ 163 h 235"/>
                <a:gd name="T16" fmla="*/ 16 w 121"/>
                <a:gd name="T17" fmla="*/ 235 h 235"/>
                <a:gd name="T18" fmla="*/ 0 w 121"/>
                <a:gd name="T19" fmla="*/ 235 h 235"/>
                <a:gd name="T20" fmla="*/ 99 w 121"/>
                <a:gd name="T21" fmla="*/ 0 h 235"/>
                <a:gd name="T22" fmla="*/ 121 w 121"/>
                <a:gd name="T23" fmla="*/ 0 h 235"/>
                <a:gd name="T24" fmla="*/ 107 w 121"/>
                <a:gd name="T25" fmla="*/ 23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1" h="235">
                  <a:moveTo>
                    <a:pt x="53" y="148"/>
                  </a:moveTo>
                  <a:lnTo>
                    <a:pt x="96" y="148"/>
                  </a:lnTo>
                  <a:lnTo>
                    <a:pt x="107" y="19"/>
                  </a:lnTo>
                  <a:lnTo>
                    <a:pt x="53" y="148"/>
                  </a:lnTo>
                  <a:close/>
                  <a:moveTo>
                    <a:pt x="107" y="235"/>
                  </a:moveTo>
                  <a:lnTo>
                    <a:pt x="91" y="235"/>
                  </a:lnTo>
                  <a:lnTo>
                    <a:pt x="96" y="164"/>
                  </a:lnTo>
                  <a:lnTo>
                    <a:pt x="47" y="163"/>
                  </a:lnTo>
                  <a:lnTo>
                    <a:pt x="16" y="235"/>
                  </a:lnTo>
                  <a:lnTo>
                    <a:pt x="0" y="235"/>
                  </a:lnTo>
                  <a:lnTo>
                    <a:pt x="99" y="0"/>
                  </a:lnTo>
                  <a:lnTo>
                    <a:pt x="121" y="0"/>
                  </a:lnTo>
                  <a:lnTo>
                    <a:pt x="107" y="2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1" name="Freeform 89">
              <a:extLst>
                <a:ext uri="{FF2B5EF4-FFF2-40B4-BE49-F238E27FC236}">
                  <a16:creationId xmlns:a16="http://schemas.microsoft.com/office/drawing/2014/main" id="{DAA9A62C-8587-447A-AA3B-4F9C79773EFB}"/>
                </a:ext>
              </a:extLst>
            </p:cNvPr>
            <p:cNvSpPr>
              <a:spLocks/>
            </p:cNvSpPr>
            <p:nvPr/>
          </p:nvSpPr>
          <p:spPr bwMode="auto">
            <a:xfrm>
              <a:off x="6066811" y="3684067"/>
              <a:ext cx="196704" cy="642754"/>
            </a:xfrm>
            <a:custGeom>
              <a:avLst/>
              <a:gdLst>
                <a:gd name="T0" fmla="*/ 16 w 71"/>
                <a:gd name="T1" fmla="*/ 232 h 232"/>
                <a:gd name="T2" fmla="*/ 0 w 71"/>
                <a:gd name="T3" fmla="*/ 232 h 232"/>
                <a:gd name="T4" fmla="*/ 56 w 71"/>
                <a:gd name="T5" fmla="*/ 0 h 232"/>
                <a:gd name="T6" fmla="*/ 71 w 71"/>
                <a:gd name="T7" fmla="*/ 0 h 232"/>
                <a:gd name="T8" fmla="*/ 16 w 71"/>
                <a:gd name="T9" fmla="*/ 232 h 232"/>
              </a:gdLst>
              <a:ahLst/>
              <a:cxnLst>
                <a:cxn ang="0">
                  <a:pos x="T0" y="T1"/>
                </a:cxn>
                <a:cxn ang="0">
                  <a:pos x="T2" y="T3"/>
                </a:cxn>
                <a:cxn ang="0">
                  <a:pos x="T4" y="T5"/>
                </a:cxn>
                <a:cxn ang="0">
                  <a:pos x="T6" y="T7"/>
                </a:cxn>
                <a:cxn ang="0">
                  <a:pos x="T8" y="T9"/>
                </a:cxn>
              </a:cxnLst>
              <a:rect l="0" t="0" r="r" b="b"/>
              <a:pathLst>
                <a:path w="71" h="232">
                  <a:moveTo>
                    <a:pt x="16" y="232"/>
                  </a:moveTo>
                  <a:lnTo>
                    <a:pt x="0" y="232"/>
                  </a:lnTo>
                  <a:lnTo>
                    <a:pt x="56" y="0"/>
                  </a:lnTo>
                  <a:lnTo>
                    <a:pt x="71" y="0"/>
                  </a:lnTo>
                  <a:lnTo>
                    <a:pt x="16" y="23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2" name="Freeform 90">
              <a:extLst>
                <a:ext uri="{FF2B5EF4-FFF2-40B4-BE49-F238E27FC236}">
                  <a16:creationId xmlns:a16="http://schemas.microsoft.com/office/drawing/2014/main" id="{6503B5E5-5612-4DAA-A5A9-642D640E8174}"/>
                </a:ext>
              </a:extLst>
            </p:cNvPr>
            <p:cNvSpPr>
              <a:spLocks/>
            </p:cNvSpPr>
            <p:nvPr/>
          </p:nvSpPr>
          <p:spPr bwMode="auto">
            <a:xfrm>
              <a:off x="6282909" y="3684067"/>
              <a:ext cx="412802" cy="648295"/>
            </a:xfrm>
            <a:custGeom>
              <a:avLst/>
              <a:gdLst>
                <a:gd name="T0" fmla="*/ 93 w 149"/>
                <a:gd name="T1" fmla="*/ 234 h 234"/>
                <a:gd name="T2" fmla="*/ 68 w 149"/>
                <a:gd name="T3" fmla="*/ 234 h 234"/>
                <a:gd name="T4" fmla="*/ 66 w 149"/>
                <a:gd name="T5" fmla="*/ 17 h 234"/>
                <a:gd name="T6" fmla="*/ 16 w 149"/>
                <a:gd name="T7" fmla="*/ 233 h 234"/>
                <a:gd name="T8" fmla="*/ 0 w 149"/>
                <a:gd name="T9" fmla="*/ 233 h 234"/>
                <a:gd name="T10" fmla="*/ 56 w 149"/>
                <a:gd name="T11" fmla="*/ 0 h 234"/>
                <a:gd name="T12" fmla="*/ 80 w 149"/>
                <a:gd name="T13" fmla="*/ 1 h 234"/>
                <a:gd name="T14" fmla="*/ 83 w 149"/>
                <a:gd name="T15" fmla="*/ 224 h 234"/>
                <a:gd name="T16" fmla="*/ 134 w 149"/>
                <a:gd name="T17" fmla="*/ 1 h 234"/>
                <a:gd name="T18" fmla="*/ 149 w 149"/>
                <a:gd name="T19" fmla="*/ 1 h 234"/>
                <a:gd name="T20" fmla="*/ 93 w 149"/>
                <a:gd name="T21"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9" h="234">
                  <a:moveTo>
                    <a:pt x="93" y="234"/>
                  </a:moveTo>
                  <a:lnTo>
                    <a:pt x="68" y="234"/>
                  </a:lnTo>
                  <a:lnTo>
                    <a:pt x="66" y="17"/>
                  </a:lnTo>
                  <a:lnTo>
                    <a:pt x="16" y="233"/>
                  </a:lnTo>
                  <a:lnTo>
                    <a:pt x="0" y="233"/>
                  </a:lnTo>
                  <a:lnTo>
                    <a:pt x="56" y="0"/>
                  </a:lnTo>
                  <a:lnTo>
                    <a:pt x="80" y="1"/>
                  </a:lnTo>
                  <a:lnTo>
                    <a:pt x="83" y="224"/>
                  </a:lnTo>
                  <a:lnTo>
                    <a:pt x="134" y="1"/>
                  </a:lnTo>
                  <a:lnTo>
                    <a:pt x="149" y="1"/>
                  </a:lnTo>
                  <a:lnTo>
                    <a:pt x="93"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3" name="Freeform 91">
              <a:extLst>
                <a:ext uri="{FF2B5EF4-FFF2-40B4-BE49-F238E27FC236}">
                  <a16:creationId xmlns:a16="http://schemas.microsoft.com/office/drawing/2014/main" id="{E7F3BB04-B1BF-4565-BB5B-F1AE9CB242DD}"/>
                </a:ext>
              </a:extLst>
            </p:cNvPr>
            <p:cNvSpPr>
              <a:spLocks noEditPoints="1"/>
            </p:cNvSpPr>
            <p:nvPr/>
          </p:nvSpPr>
          <p:spPr bwMode="auto">
            <a:xfrm>
              <a:off x="6681860" y="3686838"/>
              <a:ext cx="340770" cy="651066"/>
            </a:xfrm>
            <a:custGeom>
              <a:avLst/>
              <a:gdLst>
                <a:gd name="T0" fmla="*/ 53 w 123"/>
                <a:gd name="T1" fmla="*/ 148 h 235"/>
                <a:gd name="T2" fmla="*/ 98 w 123"/>
                <a:gd name="T3" fmla="*/ 148 h 235"/>
                <a:gd name="T4" fmla="*/ 108 w 123"/>
                <a:gd name="T5" fmla="*/ 17 h 235"/>
                <a:gd name="T6" fmla="*/ 53 w 123"/>
                <a:gd name="T7" fmla="*/ 148 h 235"/>
                <a:gd name="T8" fmla="*/ 108 w 123"/>
                <a:gd name="T9" fmla="*/ 235 h 235"/>
                <a:gd name="T10" fmla="*/ 91 w 123"/>
                <a:gd name="T11" fmla="*/ 234 h 235"/>
                <a:gd name="T12" fmla="*/ 97 w 123"/>
                <a:gd name="T13" fmla="*/ 164 h 235"/>
                <a:gd name="T14" fmla="*/ 47 w 123"/>
                <a:gd name="T15" fmla="*/ 163 h 235"/>
                <a:gd name="T16" fmla="*/ 17 w 123"/>
                <a:gd name="T17" fmla="*/ 234 h 235"/>
                <a:gd name="T18" fmla="*/ 0 w 123"/>
                <a:gd name="T19" fmla="*/ 234 h 235"/>
                <a:gd name="T20" fmla="*/ 100 w 123"/>
                <a:gd name="T21" fmla="*/ 0 h 235"/>
                <a:gd name="T22" fmla="*/ 123 w 123"/>
                <a:gd name="T23" fmla="*/ 0 h 235"/>
                <a:gd name="T24" fmla="*/ 108 w 123"/>
                <a:gd name="T25" fmla="*/ 23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3" h="235">
                  <a:moveTo>
                    <a:pt x="53" y="148"/>
                  </a:moveTo>
                  <a:lnTo>
                    <a:pt x="98" y="148"/>
                  </a:lnTo>
                  <a:lnTo>
                    <a:pt x="108" y="17"/>
                  </a:lnTo>
                  <a:lnTo>
                    <a:pt x="53" y="148"/>
                  </a:lnTo>
                  <a:close/>
                  <a:moveTo>
                    <a:pt x="108" y="235"/>
                  </a:moveTo>
                  <a:lnTo>
                    <a:pt x="91" y="234"/>
                  </a:lnTo>
                  <a:lnTo>
                    <a:pt x="97" y="164"/>
                  </a:lnTo>
                  <a:lnTo>
                    <a:pt x="47" y="163"/>
                  </a:lnTo>
                  <a:lnTo>
                    <a:pt x="17" y="234"/>
                  </a:lnTo>
                  <a:lnTo>
                    <a:pt x="0" y="234"/>
                  </a:lnTo>
                  <a:lnTo>
                    <a:pt x="100" y="0"/>
                  </a:lnTo>
                  <a:lnTo>
                    <a:pt x="123" y="0"/>
                  </a:lnTo>
                  <a:lnTo>
                    <a:pt x="108" y="2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4" name="Freeform 92">
              <a:extLst>
                <a:ext uri="{FF2B5EF4-FFF2-40B4-BE49-F238E27FC236}">
                  <a16:creationId xmlns:a16="http://schemas.microsoft.com/office/drawing/2014/main" id="{4FA503D0-C63C-47F8-B45F-437E5B968BED}"/>
                </a:ext>
              </a:extLst>
            </p:cNvPr>
            <p:cNvSpPr>
              <a:spLocks noEditPoints="1"/>
            </p:cNvSpPr>
            <p:nvPr/>
          </p:nvSpPr>
          <p:spPr bwMode="auto">
            <a:xfrm>
              <a:off x="7125138" y="3692379"/>
              <a:ext cx="351852" cy="648295"/>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5" name="Freeform 93">
              <a:extLst>
                <a:ext uri="{FF2B5EF4-FFF2-40B4-BE49-F238E27FC236}">
                  <a16:creationId xmlns:a16="http://schemas.microsoft.com/office/drawing/2014/main" id="{561322BD-2030-49E1-BE63-C18DF90F4689}"/>
                </a:ext>
              </a:extLst>
            </p:cNvPr>
            <p:cNvSpPr>
              <a:spLocks/>
            </p:cNvSpPr>
            <p:nvPr/>
          </p:nvSpPr>
          <p:spPr bwMode="auto">
            <a:xfrm>
              <a:off x="7532400" y="3695149"/>
              <a:ext cx="224409" cy="648295"/>
            </a:xfrm>
            <a:custGeom>
              <a:avLst/>
              <a:gdLst>
                <a:gd name="T0" fmla="*/ 77 w 81"/>
                <a:gd name="T1" fmla="*/ 234 h 234"/>
                <a:gd name="T2" fmla="*/ 0 w 81"/>
                <a:gd name="T3" fmla="*/ 234 h 234"/>
                <a:gd name="T4" fmla="*/ 56 w 81"/>
                <a:gd name="T5" fmla="*/ 0 h 234"/>
                <a:gd name="T6" fmla="*/ 72 w 81"/>
                <a:gd name="T7" fmla="*/ 0 h 234"/>
                <a:gd name="T8" fmla="*/ 20 w 81"/>
                <a:gd name="T9" fmla="*/ 219 h 234"/>
                <a:gd name="T10" fmla="*/ 81 w 81"/>
                <a:gd name="T11" fmla="*/ 220 h 234"/>
                <a:gd name="T12" fmla="*/ 77 w 81"/>
                <a:gd name="T13" fmla="*/ 234 h 234"/>
              </a:gdLst>
              <a:ahLst/>
              <a:cxnLst>
                <a:cxn ang="0">
                  <a:pos x="T0" y="T1"/>
                </a:cxn>
                <a:cxn ang="0">
                  <a:pos x="T2" y="T3"/>
                </a:cxn>
                <a:cxn ang="0">
                  <a:pos x="T4" y="T5"/>
                </a:cxn>
                <a:cxn ang="0">
                  <a:pos x="T6" y="T7"/>
                </a:cxn>
                <a:cxn ang="0">
                  <a:pos x="T8" y="T9"/>
                </a:cxn>
                <a:cxn ang="0">
                  <a:pos x="T10" y="T11"/>
                </a:cxn>
                <a:cxn ang="0">
                  <a:pos x="T12" y="T13"/>
                </a:cxn>
              </a:cxnLst>
              <a:rect l="0" t="0" r="r" b="b"/>
              <a:pathLst>
                <a:path w="81" h="234">
                  <a:moveTo>
                    <a:pt x="77" y="234"/>
                  </a:moveTo>
                  <a:lnTo>
                    <a:pt x="0" y="234"/>
                  </a:lnTo>
                  <a:lnTo>
                    <a:pt x="56" y="0"/>
                  </a:lnTo>
                  <a:lnTo>
                    <a:pt x="72" y="0"/>
                  </a:lnTo>
                  <a:lnTo>
                    <a:pt x="20" y="219"/>
                  </a:lnTo>
                  <a:lnTo>
                    <a:pt x="81" y="220"/>
                  </a:lnTo>
                  <a:lnTo>
                    <a:pt x="77"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26" name="Freeform 94">
              <a:extLst>
                <a:ext uri="{FF2B5EF4-FFF2-40B4-BE49-F238E27FC236}">
                  <a16:creationId xmlns:a16="http://schemas.microsoft.com/office/drawing/2014/main" id="{068B0263-4BDA-4266-8231-46359A09B25B}"/>
                </a:ext>
              </a:extLst>
            </p:cNvPr>
            <p:cNvSpPr>
              <a:spLocks/>
            </p:cNvSpPr>
            <p:nvPr/>
          </p:nvSpPr>
          <p:spPr bwMode="auto">
            <a:xfrm>
              <a:off x="7884253" y="3697920"/>
              <a:ext cx="376787" cy="648295"/>
            </a:xfrm>
            <a:custGeom>
              <a:avLst/>
              <a:gdLst>
                <a:gd name="T0" fmla="*/ 0 w 136"/>
                <a:gd name="T1" fmla="*/ 234 h 234"/>
                <a:gd name="T2" fmla="*/ 82 w 136"/>
                <a:gd name="T3" fmla="*/ 234 h 234"/>
                <a:gd name="T4" fmla="*/ 86 w 136"/>
                <a:gd name="T5" fmla="*/ 220 h 234"/>
                <a:gd name="T6" fmla="*/ 19 w 136"/>
                <a:gd name="T7" fmla="*/ 219 h 234"/>
                <a:gd name="T8" fmla="*/ 43 w 136"/>
                <a:gd name="T9" fmla="*/ 119 h 234"/>
                <a:gd name="T10" fmla="*/ 97 w 136"/>
                <a:gd name="T11" fmla="*/ 120 h 234"/>
                <a:gd name="T12" fmla="*/ 101 w 136"/>
                <a:gd name="T13" fmla="*/ 106 h 234"/>
                <a:gd name="T14" fmla="*/ 47 w 136"/>
                <a:gd name="T15" fmla="*/ 105 h 234"/>
                <a:gd name="T16" fmla="*/ 68 w 136"/>
                <a:gd name="T17" fmla="*/ 15 h 234"/>
                <a:gd name="T18" fmla="*/ 133 w 136"/>
                <a:gd name="T19" fmla="*/ 16 h 234"/>
                <a:gd name="T20" fmla="*/ 136 w 136"/>
                <a:gd name="T21" fmla="*/ 1 h 234"/>
                <a:gd name="T22" fmla="*/ 55 w 136"/>
                <a:gd name="T23" fmla="*/ 0 h 234"/>
                <a:gd name="T24" fmla="*/ 0 w 136"/>
                <a:gd name="T25"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6" h="234">
                  <a:moveTo>
                    <a:pt x="0" y="234"/>
                  </a:moveTo>
                  <a:lnTo>
                    <a:pt x="82" y="234"/>
                  </a:lnTo>
                  <a:lnTo>
                    <a:pt x="86" y="220"/>
                  </a:lnTo>
                  <a:lnTo>
                    <a:pt x="19" y="219"/>
                  </a:lnTo>
                  <a:lnTo>
                    <a:pt x="43" y="119"/>
                  </a:lnTo>
                  <a:lnTo>
                    <a:pt x="97" y="120"/>
                  </a:lnTo>
                  <a:lnTo>
                    <a:pt x="101" y="106"/>
                  </a:lnTo>
                  <a:lnTo>
                    <a:pt x="47" y="105"/>
                  </a:lnTo>
                  <a:lnTo>
                    <a:pt x="68" y="15"/>
                  </a:lnTo>
                  <a:lnTo>
                    <a:pt x="133" y="16"/>
                  </a:lnTo>
                  <a:lnTo>
                    <a:pt x="136" y="1"/>
                  </a:lnTo>
                  <a:lnTo>
                    <a:pt x="55" y="0"/>
                  </a:lnTo>
                  <a:lnTo>
                    <a:pt x="0"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27" name="Freeform 95">
            <a:extLst>
              <a:ext uri="{FF2B5EF4-FFF2-40B4-BE49-F238E27FC236}">
                <a16:creationId xmlns:a16="http://schemas.microsoft.com/office/drawing/2014/main" id="{0D9202B9-F851-497E-96DB-D38290B25AE9}"/>
              </a:ext>
            </a:extLst>
          </p:cNvPr>
          <p:cNvSpPr>
            <a:spLocks/>
          </p:cNvSpPr>
          <p:nvPr/>
        </p:nvSpPr>
        <p:spPr bwMode="auto">
          <a:xfrm>
            <a:off x="6394033" y="2286528"/>
            <a:ext cx="389810" cy="399273"/>
          </a:xfrm>
          <a:custGeom>
            <a:avLst/>
            <a:gdLst>
              <a:gd name="T0" fmla="*/ 124 w 206"/>
              <a:gd name="T1" fmla="*/ 84 h 211"/>
              <a:gd name="T2" fmla="*/ 124 w 206"/>
              <a:gd name="T3" fmla="*/ 0 h 211"/>
              <a:gd name="T4" fmla="*/ 81 w 206"/>
              <a:gd name="T5" fmla="*/ 0 h 211"/>
              <a:gd name="T6" fmla="*/ 81 w 206"/>
              <a:gd name="T7" fmla="*/ 84 h 211"/>
              <a:gd name="T8" fmla="*/ 0 w 206"/>
              <a:gd name="T9" fmla="*/ 84 h 211"/>
              <a:gd name="T10" fmla="*/ 0 w 206"/>
              <a:gd name="T11" fmla="*/ 127 h 211"/>
              <a:gd name="T12" fmla="*/ 81 w 206"/>
              <a:gd name="T13" fmla="*/ 127 h 211"/>
              <a:gd name="T14" fmla="*/ 81 w 206"/>
              <a:gd name="T15" fmla="*/ 211 h 211"/>
              <a:gd name="T16" fmla="*/ 124 w 206"/>
              <a:gd name="T17" fmla="*/ 211 h 211"/>
              <a:gd name="T18" fmla="*/ 124 w 206"/>
              <a:gd name="T19" fmla="*/ 127 h 211"/>
              <a:gd name="T20" fmla="*/ 206 w 206"/>
              <a:gd name="T21" fmla="*/ 127 h 211"/>
              <a:gd name="T22" fmla="*/ 206 w 206"/>
              <a:gd name="T23" fmla="*/ 84 h 211"/>
              <a:gd name="T24" fmla="*/ 124 w 206"/>
              <a:gd name="T25" fmla="*/ 84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6" h="211">
                <a:moveTo>
                  <a:pt x="124" y="84"/>
                </a:moveTo>
                <a:lnTo>
                  <a:pt x="124" y="0"/>
                </a:lnTo>
                <a:lnTo>
                  <a:pt x="81" y="0"/>
                </a:lnTo>
                <a:lnTo>
                  <a:pt x="81" y="84"/>
                </a:lnTo>
                <a:lnTo>
                  <a:pt x="0" y="84"/>
                </a:lnTo>
                <a:lnTo>
                  <a:pt x="0" y="127"/>
                </a:lnTo>
                <a:lnTo>
                  <a:pt x="81" y="127"/>
                </a:lnTo>
                <a:lnTo>
                  <a:pt x="81" y="211"/>
                </a:lnTo>
                <a:lnTo>
                  <a:pt x="124" y="211"/>
                </a:lnTo>
                <a:lnTo>
                  <a:pt x="124" y="127"/>
                </a:lnTo>
                <a:lnTo>
                  <a:pt x="206" y="127"/>
                </a:lnTo>
                <a:lnTo>
                  <a:pt x="206" y="84"/>
                </a:lnTo>
                <a:lnTo>
                  <a:pt x="124" y="84"/>
                </a:ln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nvGrpSpPr>
          <p:cNvPr id="73" name="Grupo 72">
            <a:extLst>
              <a:ext uri="{FF2B5EF4-FFF2-40B4-BE49-F238E27FC236}">
                <a16:creationId xmlns:a16="http://schemas.microsoft.com/office/drawing/2014/main" id="{002F83BB-8FC6-4DDA-B771-A0F42907B01F}"/>
              </a:ext>
            </a:extLst>
          </p:cNvPr>
          <p:cNvGrpSpPr/>
          <p:nvPr/>
        </p:nvGrpSpPr>
        <p:grpSpPr>
          <a:xfrm>
            <a:off x="4748077" y="2271174"/>
            <a:ext cx="1494903" cy="437118"/>
            <a:chOff x="4254909" y="2850150"/>
            <a:chExt cx="2188688" cy="639984"/>
          </a:xfrm>
        </p:grpSpPr>
        <p:sp>
          <p:nvSpPr>
            <p:cNvPr id="11" name="Freeform 79">
              <a:extLst>
                <a:ext uri="{FF2B5EF4-FFF2-40B4-BE49-F238E27FC236}">
                  <a16:creationId xmlns:a16="http://schemas.microsoft.com/office/drawing/2014/main" id="{BCD3F546-2F0E-4B03-8564-B92C84AAC7F0}"/>
                </a:ext>
              </a:extLst>
            </p:cNvPr>
            <p:cNvSpPr>
              <a:spLocks/>
            </p:cNvSpPr>
            <p:nvPr/>
          </p:nvSpPr>
          <p:spPr bwMode="auto">
            <a:xfrm>
              <a:off x="4254909" y="2850150"/>
              <a:ext cx="293672" cy="63998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2" name="Freeform 80">
              <a:extLst>
                <a:ext uri="{FF2B5EF4-FFF2-40B4-BE49-F238E27FC236}">
                  <a16:creationId xmlns:a16="http://schemas.microsoft.com/office/drawing/2014/main" id="{E94C4097-2057-40B3-BF85-9C0443375E73}"/>
                </a:ext>
              </a:extLst>
            </p:cNvPr>
            <p:cNvSpPr>
              <a:spLocks/>
            </p:cNvSpPr>
            <p:nvPr/>
          </p:nvSpPr>
          <p:spPr bwMode="auto">
            <a:xfrm>
              <a:off x="4689875" y="2855691"/>
              <a:ext cx="412802" cy="628902"/>
            </a:xfrm>
            <a:custGeom>
              <a:avLst/>
              <a:gdLst>
                <a:gd name="T0" fmla="*/ 76 w 149"/>
                <a:gd name="T1" fmla="*/ 160 h 227"/>
                <a:gd name="T2" fmla="*/ 101 w 149"/>
                <a:gd name="T3" fmla="*/ 0 h 227"/>
                <a:gd name="T4" fmla="*/ 149 w 149"/>
                <a:gd name="T5" fmla="*/ 0 h 227"/>
                <a:gd name="T6" fmla="*/ 149 w 149"/>
                <a:gd name="T7" fmla="*/ 227 h 227"/>
                <a:gd name="T8" fmla="*/ 116 w 149"/>
                <a:gd name="T9" fmla="*/ 227 h 227"/>
                <a:gd name="T10" fmla="*/ 116 w 149"/>
                <a:gd name="T11" fmla="*/ 65 h 227"/>
                <a:gd name="T12" fmla="*/ 92 w 149"/>
                <a:gd name="T13" fmla="*/ 227 h 227"/>
                <a:gd name="T14" fmla="*/ 58 w 149"/>
                <a:gd name="T15" fmla="*/ 227 h 227"/>
                <a:gd name="T16" fmla="*/ 32 w 149"/>
                <a:gd name="T17" fmla="*/ 66 h 227"/>
                <a:gd name="T18" fmla="*/ 32 w 149"/>
                <a:gd name="T19" fmla="*/ 227 h 227"/>
                <a:gd name="T20" fmla="*/ 0 w 149"/>
                <a:gd name="T21" fmla="*/ 227 h 227"/>
                <a:gd name="T22" fmla="*/ 0 w 149"/>
                <a:gd name="T23" fmla="*/ 0 h 227"/>
                <a:gd name="T24" fmla="*/ 50 w 149"/>
                <a:gd name="T25" fmla="*/ 0 h 227"/>
                <a:gd name="T26" fmla="*/ 76 w 149"/>
                <a:gd name="T27" fmla="*/ 16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227">
                  <a:moveTo>
                    <a:pt x="76" y="160"/>
                  </a:moveTo>
                  <a:lnTo>
                    <a:pt x="101" y="0"/>
                  </a:lnTo>
                  <a:lnTo>
                    <a:pt x="149" y="0"/>
                  </a:lnTo>
                  <a:lnTo>
                    <a:pt x="149" y="227"/>
                  </a:lnTo>
                  <a:lnTo>
                    <a:pt x="116" y="227"/>
                  </a:lnTo>
                  <a:lnTo>
                    <a:pt x="116" y="65"/>
                  </a:lnTo>
                  <a:lnTo>
                    <a:pt x="92" y="227"/>
                  </a:lnTo>
                  <a:lnTo>
                    <a:pt x="58" y="227"/>
                  </a:lnTo>
                  <a:lnTo>
                    <a:pt x="32" y="66"/>
                  </a:lnTo>
                  <a:lnTo>
                    <a:pt x="32" y="227"/>
                  </a:lnTo>
                  <a:lnTo>
                    <a:pt x="0" y="227"/>
                  </a:lnTo>
                  <a:lnTo>
                    <a:pt x="0" y="0"/>
                  </a:lnTo>
                  <a:lnTo>
                    <a:pt x="50" y="0"/>
                  </a:lnTo>
                  <a:lnTo>
                    <a:pt x="76" y="16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3" name="Freeform 81">
              <a:extLst>
                <a:ext uri="{FF2B5EF4-FFF2-40B4-BE49-F238E27FC236}">
                  <a16:creationId xmlns:a16="http://schemas.microsoft.com/office/drawing/2014/main" id="{031ABB4A-9061-4D10-A8F5-EAA5B9E05BE5}"/>
                </a:ext>
              </a:extLst>
            </p:cNvPr>
            <p:cNvSpPr>
              <a:spLocks noEditPoints="1"/>
            </p:cNvSpPr>
            <p:nvPr/>
          </p:nvSpPr>
          <p:spPr bwMode="auto">
            <a:xfrm>
              <a:off x="5238433" y="2855691"/>
              <a:ext cx="346311" cy="628902"/>
            </a:xfrm>
            <a:custGeom>
              <a:avLst/>
              <a:gdLst>
                <a:gd name="T0" fmla="*/ 44 w 125"/>
                <a:gd name="T1" fmla="*/ 154 h 227"/>
                <a:gd name="T2" fmla="*/ 78 w 125"/>
                <a:gd name="T3" fmla="*/ 154 h 227"/>
                <a:gd name="T4" fmla="*/ 61 w 125"/>
                <a:gd name="T5" fmla="*/ 40 h 227"/>
                <a:gd name="T6" fmla="*/ 44 w 125"/>
                <a:gd name="T7" fmla="*/ 154 h 227"/>
                <a:gd name="T8" fmla="*/ 125 w 125"/>
                <a:gd name="T9" fmla="*/ 227 h 227"/>
                <a:gd name="T10" fmla="*/ 89 w 125"/>
                <a:gd name="T11" fmla="*/ 227 h 227"/>
                <a:gd name="T12" fmla="*/ 83 w 125"/>
                <a:gd name="T13" fmla="*/ 186 h 227"/>
                <a:gd name="T14" fmla="*/ 39 w 125"/>
                <a:gd name="T15" fmla="*/ 186 h 227"/>
                <a:gd name="T16" fmla="*/ 33 w 125"/>
                <a:gd name="T17" fmla="*/ 227 h 227"/>
                <a:gd name="T18" fmla="*/ 0 w 125"/>
                <a:gd name="T19" fmla="*/ 227 h 227"/>
                <a:gd name="T20" fmla="*/ 37 w 125"/>
                <a:gd name="T21" fmla="*/ 0 h 227"/>
                <a:gd name="T22" fmla="*/ 88 w 125"/>
                <a:gd name="T23" fmla="*/ 0 h 227"/>
                <a:gd name="T24" fmla="*/ 125 w 125"/>
                <a:gd name="T25" fmla="*/ 227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 h="227">
                  <a:moveTo>
                    <a:pt x="44" y="154"/>
                  </a:moveTo>
                  <a:lnTo>
                    <a:pt x="78" y="154"/>
                  </a:lnTo>
                  <a:lnTo>
                    <a:pt x="61" y="40"/>
                  </a:lnTo>
                  <a:lnTo>
                    <a:pt x="44" y="154"/>
                  </a:lnTo>
                  <a:close/>
                  <a:moveTo>
                    <a:pt x="125" y="227"/>
                  </a:moveTo>
                  <a:lnTo>
                    <a:pt x="89" y="227"/>
                  </a:lnTo>
                  <a:lnTo>
                    <a:pt x="83" y="186"/>
                  </a:lnTo>
                  <a:lnTo>
                    <a:pt x="39" y="186"/>
                  </a:lnTo>
                  <a:lnTo>
                    <a:pt x="33" y="227"/>
                  </a:lnTo>
                  <a:lnTo>
                    <a:pt x="0" y="227"/>
                  </a:lnTo>
                  <a:lnTo>
                    <a:pt x="37" y="0"/>
                  </a:lnTo>
                  <a:lnTo>
                    <a:pt x="88" y="0"/>
                  </a:lnTo>
                  <a:lnTo>
                    <a:pt x="125" y="22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4" name="Freeform 82">
              <a:extLst>
                <a:ext uri="{FF2B5EF4-FFF2-40B4-BE49-F238E27FC236}">
                  <a16:creationId xmlns:a16="http://schemas.microsoft.com/office/drawing/2014/main" id="{2CC0DAA0-EDF1-42D1-9615-60FC98E09EAD}"/>
                </a:ext>
              </a:extLst>
            </p:cNvPr>
            <p:cNvSpPr>
              <a:spLocks noEditPoints="1"/>
            </p:cNvSpPr>
            <p:nvPr/>
          </p:nvSpPr>
          <p:spPr bwMode="auto">
            <a:xfrm>
              <a:off x="5717729" y="2855691"/>
              <a:ext cx="307524" cy="628902"/>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15" name="Freeform 83">
              <a:extLst>
                <a:ext uri="{FF2B5EF4-FFF2-40B4-BE49-F238E27FC236}">
                  <a16:creationId xmlns:a16="http://schemas.microsoft.com/office/drawing/2014/main" id="{D529E29C-585E-49A1-B8B4-94425054CD22}"/>
                </a:ext>
              </a:extLst>
            </p:cNvPr>
            <p:cNvSpPr>
              <a:spLocks/>
            </p:cNvSpPr>
            <p:nvPr/>
          </p:nvSpPr>
          <p:spPr bwMode="auto">
            <a:xfrm>
              <a:off x="6138843" y="2855691"/>
              <a:ext cx="304754" cy="628902"/>
            </a:xfrm>
            <a:custGeom>
              <a:avLst/>
              <a:gdLst>
                <a:gd name="T0" fmla="*/ 0 w 110"/>
                <a:gd name="T1" fmla="*/ 0 h 227"/>
                <a:gd name="T2" fmla="*/ 110 w 110"/>
                <a:gd name="T3" fmla="*/ 0 h 227"/>
                <a:gd name="T4" fmla="*/ 110 w 110"/>
                <a:gd name="T5" fmla="*/ 32 h 227"/>
                <a:gd name="T6" fmla="*/ 72 w 110"/>
                <a:gd name="T7" fmla="*/ 32 h 227"/>
                <a:gd name="T8" fmla="*/ 72 w 110"/>
                <a:gd name="T9" fmla="*/ 227 h 227"/>
                <a:gd name="T10" fmla="*/ 37 w 110"/>
                <a:gd name="T11" fmla="*/ 227 h 227"/>
                <a:gd name="T12" fmla="*/ 37 w 110"/>
                <a:gd name="T13" fmla="*/ 32 h 227"/>
                <a:gd name="T14" fmla="*/ 0 w 110"/>
                <a:gd name="T15" fmla="*/ 32 h 227"/>
                <a:gd name="T16" fmla="*/ 0 w 110"/>
                <a:gd name="T17" fmla="*/ 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0" h="227">
                  <a:moveTo>
                    <a:pt x="0" y="0"/>
                  </a:moveTo>
                  <a:lnTo>
                    <a:pt x="110" y="0"/>
                  </a:lnTo>
                  <a:lnTo>
                    <a:pt x="110" y="32"/>
                  </a:lnTo>
                  <a:lnTo>
                    <a:pt x="72" y="32"/>
                  </a:lnTo>
                  <a:lnTo>
                    <a:pt x="72" y="227"/>
                  </a:lnTo>
                  <a:lnTo>
                    <a:pt x="37" y="227"/>
                  </a:lnTo>
                  <a:lnTo>
                    <a:pt x="37" y="32"/>
                  </a:lnTo>
                  <a:lnTo>
                    <a:pt x="0" y="32"/>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nvGrpSpPr>
          <p:cNvPr id="80" name="Grupo 79">
            <a:extLst>
              <a:ext uri="{FF2B5EF4-FFF2-40B4-BE49-F238E27FC236}">
                <a16:creationId xmlns:a16="http://schemas.microsoft.com/office/drawing/2014/main" id="{605F283D-3632-4966-A597-B02E54BCAB06}"/>
              </a:ext>
            </a:extLst>
          </p:cNvPr>
          <p:cNvGrpSpPr/>
          <p:nvPr/>
        </p:nvGrpSpPr>
        <p:grpSpPr>
          <a:xfrm>
            <a:off x="5148912" y="3397299"/>
            <a:ext cx="1894175" cy="493886"/>
            <a:chOff x="4856105" y="4501363"/>
            <a:chExt cx="2773261" cy="723099"/>
          </a:xfrm>
        </p:grpSpPr>
        <p:sp>
          <p:nvSpPr>
            <p:cNvPr id="9" name="Freeform 77">
              <a:extLst>
                <a:ext uri="{FF2B5EF4-FFF2-40B4-BE49-F238E27FC236}">
                  <a16:creationId xmlns:a16="http://schemas.microsoft.com/office/drawing/2014/main" id="{D7B01D51-0C5F-4EE3-B8D5-FD1D16E02054}"/>
                </a:ext>
              </a:extLst>
            </p:cNvPr>
            <p:cNvSpPr>
              <a:spLocks/>
            </p:cNvSpPr>
            <p:nvPr/>
          </p:nvSpPr>
          <p:spPr bwMode="auto">
            <a:xfrm>
              <a:off x="7438203" y="4501363"/>
              <a:ext cx="191163" cy="182852"/>
            </a:xfrm>
            <a:custGeom>
              <a:avLst/>
              <a:gdLst>
                <a:gd name="T0" fmla="*/ 69 w 69"/>
                <a:gd name="T1" fmla="*/ 65 h 66"/>
                <a:gd name="T2" fmla="*/ 59 w 69"/>
                <a:gd name="T3" fmla="*/ 66 h 66"/>
                <a:gd name="T4" fmla="*/ 54 w 69"/>
                <a:gd name="T5" fmla="*/ 12 h 66"/>
                <a:gd name="T6" fmla="*/ 2 w 69"/>
                <a:gd name="T7" fmla="*/ 20 h 66"/>
                <a:gd name="T8" fmla="*/ 0 w 69"/>
                <a:gd name="T9" fmla="*/ 10 h 66"/>
                <a:gd name="T10" fmla="*/ 64 w 69"/>
                <a:gd name="T11" fmla="*/ 0 h 66"/>
                <a:gd name="T12" fmla="*/ 69 w 69"/>
                <a:gd name="T13" fmla="*/ 65 h 66"/>
              </a:gdLst>
              <a:ahLst/>
              <a:cxnLst>
                <a:cxn ang="0">
                  <a:pos x="T0" y="T1"/>
                </a:cxn>
                <a:cxn ang="0">
                  <a:pos x="T2" y="T3"/>
                </a:cxn>
                <a:cxn ang="0">
                  <a:pos x="T4" y="T5"/>
                </a:cxn>
                <a:cxn ang="0">
                  <a:pos x="T6" y="T7"/>
                </a:cxn>
                <a:cxn ang="0">
                  <a:pos x="T8" y="T9"/>
                </a:cxn>
                <a:cxn ang="0">
                  <a:pos x="T10" y="T11"/>
                </a:cxn>
                <a:cxn ang="0">
                  <a:pos x="T12" y="T13"/>
                </a:cxn>
              </a:cxnLst>
              <a:rect l="0" t="0" r="r" b="b"/>
              <a:pathLst>
                <a:path w="69" h="66">
                  <a:moveTo>
                    <a:pt x="69" y="65"/>
                  </a:moveTo>
                  <a:lnTo>
                    <a:pt x="59" y="66"/>
                  </a:lnTo>
                  <a:lnTo>
                    <a:pt x="54" y="12"/>
                  </a:lnTo>
                  <a:lnTo>
                    <a:pt x="2" y="20"/>
                  </a:lnTo>
                  <a:lnTo>
                    <a:pt x="0" y="10"/>
                  </a:lnTo>
                  <a:lnTo>
                    <a:pt x="64" y="0"/>
                  </a:lnTo>
                  <a:lnTo>
                    <a:pt x="69" y="65"/>
                  </a:ln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6" name="Freeform 104">
              <a:extLst>
                <a:ext uri="{FF2B5EF4-FFF2-40B4-BE49-F238E27FC236}">
                  <a16:creationId xmlns:a16="http://schemas.microsoft.com/office/drawing/2014/main" id="{60AB9BED-2496-4B32-95F6-12715DEA6B74}"/>
                </a:ext>
              </a:extLst>
            </p:cNvPr>
            <p:cNvSpPr>
              <a:spLocks/>
            </p:cNvSpPr>
            <p:nvPr/>
          </p:nvSpPr>
          <p:spPr bwMode="auto">
            <a:xfrm>
              <a:off x="7579499" y="4501363"/>
              <a:ext cx="41557" cy="3878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nvGrpSpPr>
            <p:cNvPr id="78" name="Grupo 77">
              <a:extLst>
                <a:ext uri="{FF2B5EF4-FFF2-40B4-BE49-F238E27FC236}">
                  <a16:creationId xmlns:a16="http://schemas.microsoft.com/office/drawing/2014/main" id="{AE0E3A28-CCA9-43B9-9F82-773EF50511A3}"/>
                </a:ext>
              </a:extLst>
            </p:cNvPr>
            <p:cNvGrpSpPr/>
            <p:nvPr/>
          </p:nvGrpSpPr>
          <p:grpSpPr>
            <a:xfrm>
              <a:off x="4856105" y="4504132"/>
              <a:ext cx="2698458" cy="720330"/>
              <a:chOff x="4856105" y="4504132"/>
              <a:chExt cx="2698458" cy="720330"/>
            </a:xfrm>
          </p:grpSpPr>
          <p:sp>
            <p:nvSpPr>
              <p:cNvPr id="33" name="Freeform 101">
                <a:extLst>
                  <a:ext uri="{FF2B5EF4-FFF2-40B4-BE49-F238E27FC236}">
                    <a16:creationId xmlns:a16="http://schemas.microsoft.com/office/drawing/2014/main" id="{CED5016C-DECA-4CA4-84B1-DCFD3BEF19BC}"/>
                  </a:ext>
                </a:extLst>
              </p:cNvPr>
              <p:cNvSpPr>
                <a:spLocks/>
              </p:cNvSpPr>
              <p:nvPr/>
            </p:nvSpPr>
            <p:spPr bwMode="auto">
              <a:xfrm>
                <a:off x="6221958" y="5188445"/>
                <a:ext cx="36016" cy="36017"/>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nvGrpSpPr>
              <p:cNvPr id="77" name="Grupo 76">
                <a:extLst>
                  <a:ext uri="{FF2B5EF4-FFF2-40B4-BE49-F238E27FC236}">
                    <a16:creationId xmlns:a16="http://schemas.microsoft.com/office/drawing/2014/main" id="{36DCB76C-FDFA-4B38-9883-1B0A45F4813D}"/>
                  </a:ext>
                </a:extLst>
              </p:cNvPr>
              <p:cNvGrpSpPr/>
              <p:nvPr/>
            </p:nvGrpSpPr>
            <p:grpSpPr>
              <a:xfrm>
                <a:off x="4856105" y="4504132"/>
                <a:ext cx="2698458" cy="714789"/>
                <a:chOff x="4856105" y="4504132"/>
                <a:chExt cx="2698458" cy="714789"/>
              </a:xfrm>
            </p:grpSpPr>
            <p:grpSp>
              <p:nvGrpSpPr>
                <p:cNvPr id="72" name="Grupo 71">
                  <a:extLst>
                    <a:ext uri="{FF2B5EF4-FFF2-40B4-BE49-F238E27FC236}">
                      <a16:creationId xmlns:a16="http://schemas.microsoft.com/office/drawing/2014/main" id="{C50589C0-1DE6-41BA-9CEE-4E2076817B4F}"/>
                    </a:ext>
                  </a:extLst>
                </p:cNvPr>
                <p:cNvGrpSpPr/>
                <p:nvPr/>
              </p:nvGrpSpPr>
              <p:grpSpPr>
                <a:xfrm>
                  <a:off x="4919827" y="4587247"/>
                  <a:ext cx="2634736" cy="631674"/>
                  <a:chOff x="4919827" y="4587247"/>
                  <a:chExt cx="2634736" cy="631674"/>
                </a:xfrm>
              </p:grpSpPr>
              <p:sp>
                <p:nvSpPr>
                  <p:cNvPr id="30" name="Freeform 98">
                    <a:extLst>
                      <a:ext uri="{FF2B5EF4-FFF2-40B4-BE49-F238E27FC236}">
                        <a16:creationId xmlns:a16="http://schemas.microsoft.com/office/drawing/2014/main" id="{281CC44C-D8B9-4DB2-8D95-5FAFCA3743C8}"/>
                      </a:ext>
                    </a:extLst>
                  </p:cNvPr>
                  <p:cNvSpPr>
                    <a:spLocks noEditPoints="1"/>
                  </p:cNvSpPr>
                  <p:nvPr/>
                </p:nvSpPr>
                <p:spPr bwMode="auto">
                  <a:xfrm>
                    <a:off x="4919827" y="4590019"/>
                    <a:ext cx="1230098" cy="628902"/>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31" name="Freeform 99">
                    <a:extLst>
                      <a:ext uri="{FF2B5EF4-FFF2-40B4-BE49-F238E27FC236}">
                        <a16:creationId xmlns:a16="http://schemas.microsoft.com/office/drawing/2014/main" id="{81EA5ACD-824A-49DF-8932-FA2938E8C92A}"/>
                      </a:ext>
                    </a:extLst>
                  </p:cNvPr>
                  <p:cNvSpPr>
                    <a:spLocks noEditPoints="1"/>
                  </p:cNvSpPr>
                  <p:nvPr/>
                </p:nvSpPr>
                <p:spPr bwMode="auto">
                  <a:xfrm>
                    <a:off x="6324465" y="4587247"/>
                    <a:ext cx="1230098" cy="631672"/>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37" name="Freeform 105">
                  <a:extLst>
                    <a:ext uri="{FF2B5EF4-FFF2-40B4-BE49-F238E27FC236}">
                      <a16:creationId xmlns:a16="http://schemas.microsoft.com/office/drawing/2014/main" id="{8439197A-3810-4E1C-8DD4-29193B861E46}"/>
                    </a:ext>
                  </a:extLst>
                </p:cNvPr>
                <p:cNvSpPr>
                  <a:spLocks/>
                </p:cNvSpPr>
                <p:nvPr/>
              </p:nvSpPr>
              <p:spPr bwMode="auto">
                <a:xfrm>
                  <a:off x="4856105" y="4504132"/>
                  <a:ext cx="41557" cy="3878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grpSp>
      <p:grpSp>
        <p:nvGrpSpPr>
          <p:cNvPr id="81" name="Grupo 80">
            <a:extLst>
              <a:ext uri="{FF2B5EF4-FFF2-40B4-BE49-F238E27FC236}">
                <a16:creationId xmlns:a16="http://schemas.microsoft.com/office/drawing/2014/main" id="{38B46C47-D79D-427B-837A-85FAE788605D}"/>
              </a:ext>
            </a:extLst>
          </p:cNvPr>
          <p:cNvGrpSpPr/>
          <p:nvPr/>
        </p:nvGrpSpPr>
        <p:grpSpPr>
          <a:xfrm>
            <a:off x="5037268" y="1529615"/>
            <a:ext cx="2206401" cy="1124016"/>
            <a:chOff x="4692647" y="1766887"/>
            <a:chExt cx="3230392" cy="1645672"/>
          </a:xfrm>
        </p:grpSpPr>
        <p:sp>
          <p:nvSpPr>
            <p:cNvPr id="82" name="Freeform 78">
              <a:extLst>
                <a:ext uri="{FF2B5EF4-FFF2-40B4-BE49-F238E27FC236}">
                  <a16:creationId xmlns:a16="http://schemas.microsoft.com/office/drawing/2014/main" id="{B6E11CCB-33B1-45D5-AD4F-0F4EE6F76F1E}"/>
                </a:ext>
              </a:extLst>
            </p:cNvPr>
            <p:cNvSpPr>
              <a:spLocks/>
            </p:cNvSpPr>
            <p:nvPr/>
          </p:nvSpPr>
          <p:spPr bwMode="auto">
            <a:xfrm>
              <a:off x="4692647" y="2512150"/>
              <a:ext cx="210557" cy="180083"/>
            </a:xfrm>
            <a:custGeom>
              <a:avLst/>
              <a:gdLst>
                <a:gd name="T0" fmla="*/ 0 w 76"/>
                <a:gd name="T1" fmla="*/ 1 h 65"/>
                <a:gd name="T2" fmla="*/ 11 w 76"/>
                <a:gd name="T3" fmla="*/ 0 h 65"/>
                <a:gd name="T4" fmla="*/ 22 w 76"/>
                <a:gd name="T5" fmla="*/ 51 h 65"/>
                <a:gd name="T6" fmla="*/ 73 w 76"/>
                <a:gd name="T7" fmla="*/ 36 h 65"/>
                <a:gd name="T8" fmla="*/ 76 w 76"/>
                <a:gd name="T9" fmla="*/ 47 h 65"/>
                <a:gd name="T10" fmla="*/ 14 w 76"/>
                <a:gd name="T11" fmla="*/ 65 h 65"/>
                <a:gd name="T12" fmla="*/ 0 w 76"/>
                <a:gd name="T13" fmla="*/ 1 h 65"/>
              </a:gdLst>
              <a:ahLst/>
              <a:cxnLst>
                <a:cxn ang="0">
                  <a:pos x="T0" y="T1"/>
                </a:cxn>
                <a:cxn ang="0">
                  <a:pos x="T2" y="T3"/>
                </a:cxn>
                <a:cxn ang="0">
                  <a:pos x="T4" y="T5"/>
                </a:cxn>
                <a:cxn ang="0">
                  <a:pos x="T6" y="T7"/>
                </a:cxn>
                <a:cxn ang="0">
                  <a:pos x="T8" y="T9"/>
                </a:cxn>
                <a:cxn ang="0">
                  <a:pos x="T10" y="T11"/>
                </a:cxn>
                <a:cxn ang="0">
                  <a:pos x="T12" y="T13"/>
                </a:cxn>
              </a:cxnLst>
              <a:rect l="0" t="0" r="r" b="b"/>
              <a:pathLst>
                <a:path w="76" h="65">
                  <a:moveTo>
                    <a:pt x="0" y="1"/>
                  </a:moveTo>
                  <a:lnTo>
                    <a:pt x="11" y="0"/>
                  </a:lnTo>
                  <a:lnTo>
                    <a:pt x="22" y="51"/>
                  </a:lnTo>
                  <a:lnTo>
                    <a:pt x="73" y="36"/>
                  </a:lnTo>
                  <a:lnTo>
                    <a:pt x="76" y="47"/>
                  </a:lnTo>
                  <a:lnTo>
                    <a:pt x="14" y="65"/>
                  </a:lnTo>
                  <a:lnTo>
                    <a:pt x="0" y="1"/>
                  </a:ln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nvGrpSpPr>
            <p:cNvPr id="83" name="Grupo 82">
              <a:extLst>
                <a:ext uri="{FF2B5EF4-FFF2-40B4-BE49-F238E27FC236}">
                  <a16:creationId xmlns:a16="http://schemas.microsoft.com/office/drawing/2014/main" id="{9F2DCACC-34B1-4924-90BD-B34FA32866E4}"/>
                </a:ext>
              </a:extLst>
            </p:cNvPr>
            <p:cNvGrpSpPr/>
            <p:nvPr/>
          </p:nvGrpSpPr>
          <p:grpSpPr>
            <a:xfrm>
              <a:off x="4778531" y="1766887"/>
              <a:ext cx="3144508" cy="1645672"/>
              <a:chOff x="4778531" y="1766887"/>
              <a:chExt cx="3144508" cy="1645672"/>
            </a:xfrm>
          </p:grpSpPr>
          <p:grpSp>
            <p:nvGrpSpPr>
              <p:cNvPr id="84" name="Grupo 83">
                <a:extLst>
                  <a:ext uri="{FF2B5EF4-FFF2-40B4-BE49-F238E27FC236}">
                    <a16:creationId xmlns:a16="http://schemas.microsoft.com/office/drawing/2014/main" id="{BC92D2C5-3337-4334-A4F3-81370826EC26}"/>
                  </a:ext>
                </a:extLst>
              </p:cNvPr>
              <p:cNvGrpSpPr/>
              <p:nvPr/>
            </p:nvGrpSpPr>
            <p:grpSpPr>
              <a:xfrm>
                <a:off x="4778531" y="1766887"/>
                <a:ext cx="3136196" cy="1537623"/>
                <a:chOff x="4778531" y="1766887"/>
                <a:chExt cx="3136196" cy="1537623"/>
              </a:xfrm>
            </p:grpSpPr>
            <p:grpSp>
              <p:nvGrpSpPr>
                <p:cNvPr id="86" name="Grupo 85">
                  <a:extLst>
                    <a:ext uri="{FF2B5EF4-FFF2-40B4-BE49-F238E27FC236}">
                      <a16:creationId xmlns:a16="http://schemas.microsoft.com/office/drawing/2014/main" id="{4CE34E22-B103-4A8E-AD15-C5DCBDD19DDE}"/>
                    </a:ext>
                  </a:extLst>
                </p:cNvPr>
                <p:cNvGrpSpPr/>
                <p:nvPr/>
              </p:nvGrpSpPr>
              <p:grpSpPr>
                <a:xfrm>
                  <a:off x="4778531" y="1769658"/>
                  <a:ext cx="3136196" cy="1534852"/>
                  <a:chOff x="4778531" y="1769658"/>
                  <a:chExt cx="3136196" cy="1534852"/>
                </a:xfrm>
              </p:grpSpPr>
              <p:sp>
                <p:nvSpPr>
                  <p:cNvPr id="88" name="Freeform 96">
                    <a:extLst>
                      <a:ext uri="{FF2B5EF4-FFF2-40B4-BE49-F238E27FC236}">
                        <a16:creationId xmlns:a16="http://schemas.microsoft.com/office/drawing/2014/main" id="{14E3E661-D001-47B3-B59E-52BAE81BCB45}"/>
                      </a:ext>
                    </a:extLst>
                  </p:cNvPr>
                  <p:cNvSpPr>
                    <a:spLocks noEditPoints="1"/>
                  </p:cNvSpPr>
                  <p:nvPr/>
                </p:nvSpPr>
                <p:spPr bwMode="auto">
                  <a:xfrm>
                    <a:off x="6324465" y="1769658"/>
                    <a:ext cx="1590262" cy="1534852"/>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sp>
                <p:nvSpPr>
                  <p:cNvPr id="89" name="Freeform 97">
                    <a:extLst>
                      <a:ext uri="{FF2B5EF4-FFF2-40B4-BE49-F238E27FC236}">
                        <a16:creationId xmlns:a16="http://schemas.microsoft.com/office/drawing/2014/main" id="{A993C0FF-90A1-4CEE-B9AF-9DAA3063F7C1}"/>
                      </a:ext>
                    </a:extLst>
                  </p:cNvPr>
                  <p:cNvSpPr>
                    <a:spLocks noEditPoints="1"/>
                  </p:cNvSpPr>
                  <p:nvPr/>
                </p:nvSpPr>
                <p:spPr bwMode="auto">
                  <a:xfrm>
                    <a:off x="4778531" y="1769658"/>
                    <a:ext cx="1365852" cy="822837"/>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87" name="Freeform 100">
                  <a:extLst>
                    <a:ext uri="{FF2B5EF4-FFF2-40B4-BE49-F238E27FC236}">
                      <a16:creationId xmlns:a16="http://schemas.microsoft.com/office/drawing/2014/main" id="{D0EE88E0-9EFB-4EDE-A343-5B57C3AFFE46}"/>
                    </a:ext>
                  </a:extLst>
                </p:cNvPr>
                <p:cNvSpPr>
                  <a:spLocks/>
                </p:cNvSpPr>
                <p:nvPr/>
              </p:nvSpPr>
              <p:spPr bwMode="auto">
                <a:xfrm>
                  <a:off x="6221958" y="1766887"/>
                  <a:ext cx="36016" cy="36017"/>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sp>
            <p:nvSpPr>
              <p:cNvPr id="85" name="Freeform 103">
                <a:extLst>
                  <a:ext uri="{FF2B5EF4-FFF2-40B4-BE49-F238E27FC236}">
                    <a16:creationId xmlns:a16="http://schemas.microsoft.com/office/drawing/2014/main" id="{99289FFF-180A-45F5-BA85-73B6BD74B7D3}"/>
                  </a:ext>
                </a:extLst>
              </p:cNvPr>
              <p:cNvSpPr>
                <a:spLocks/>
              </p:cNvSpPr>
              <p:nvPr/>
            </p:nvSpPr>
            <p:spPr bwMode="auto">
              <a:xfrm>
                <a:off x="7881482" y="3373772"/>
                <a:ext cx="41557" cy="3878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solidFill>
                <a:srgbClr val="00B4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CL"/>
              </a:p>
            </p:txBody>
          </p:sp>
        </p:grpSp>
      </p:grpSp>
      <p:sp>
        <p:nvSpPr>
          <p:cNvPr id="45" name="CuadroTexto 44">
            <a:extLst>
              <a:ext uri="{FF2B5EF4-FFF2-40B4-BE49-F238E27FC236}">
                <a16:creationId xmlns:a16="http://schemas.microsoft.com/office/drawing/2014/main" id="{D85A39D0-6933-4F0F-9A8C-486BB010C249}"/>
              </a:ext>
            </a:extLst>
          </p:cNvPr>
          <p:cNvSpPr txBox="1"/>
          <p:nvPr/>
        </p:nvSpPr>
        <p:spPr>
          <a:xfrm>
            <a:off x="2957936" y="4124618"/>
            <a:ext cx="6276128" cy="400110"/>
          </a:xfrm>
          <a:prstGeom prst="rect">
            <a:avLst/>
          </a:prstGeom>
          <a:noFill/>
        </p:spPr>
        <p:txBody>
          <a:bodyPr wrap="square" rtlCol="0">
            <a:spAutoFit/>
          </a:bodyPr>
          <a:lstStyle/>
          <a:p>
            <a:pPr algn="ctr"/>
            <a:r>
              <a:rPr lang="es-MX" sz="2000" dirty="0">
                <a:solidFill>
                  <a:schemeClr val="accent1"/>
                </a:solidFill>
                <a:latin typeface="+mj-lt"/>
              </a:rPr>
              <a:t>Liderar la construcción </a:t>
            </a:r>
            <a:r>
              <a:rPr lang="es-MX" sz="20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de un mundo sostenible</a:t>
            </a:r>
            <a:endParaRPr lang="es-CL" sz="20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Marcador de texto 1"/>
          <p:cNvSpPr>
            <a:spLocks noGrp="1"/>
          </p:cNvSpPr>
          <p:nvPr>
            <p:ph type="body" sz="quarter" idx="10"/>
          </p:nvPr>
        </p:nvSpPr>
        <p:spPr>
          <a:xfrm>
            <a:off x="2803389" y="4700087"/>
            <a:ext cx="6585223" cy="829768"/>
          </a:xfrm>
        </p:spPr>
        <p:txBody>
          <a:bodyPr/>
          <a:lstStyle/>
          <a:p>
            <a:r>
              <a:rPr lang="es-ES" sz="2800" b="1" dirty="0"/>
              <a:t>Tópicos avanzados en Inteligencia Artificial</a:t>
            </a:r>
            <a:endParaRPr lang="es-CL" sz="2800" b="1" dirty="0"/>
          </a:p>
        </p:txBody>
      </p:sp>
      <p:sp>
        <p:nvSpPr>
          <p:cNvPr id="3" name="Marcador de texto 2"/>
          <p:cNvSpPr>
            <a:spLocks noGrp="1"/>
          </p:cNvSpPr>
          <p:nvPr>
            <p:ph type="body" sz="quarter" idx="11"/>
          </p:nvPr>
        </p:nvSpPr>
        <p:spPr>
          <a:xfrm>
            <a:off x="4052888" y="5791385"/>
            <a:ext cx="4086225" cy="834884"/>
          </a:xfrm>
        </p:spPr>
        <p:txBody>
          <a:bodyPr/>
          <a:lstStyle/>
          <a:p>
            <a:r>
              <a:rPr lang="es-CL" sz="1800" dirty="0"/>
              <a:t>Profesor: </a:t>
            </a:r>
            <a:r>
              <a:rPr lang="es-CL" sz="1800" b="0" dirty="0"/>
              <a:t>Anthony D. Cho</a:t>
            </a:r>
          </a:p>
          <a:p>
            <a:r>
              <a:rPr lang="es-CL" sz="1800" dirty="0"/>
              <a:t>Ayudante</a:t>
            </a:r>
            <a:r>
              <a:rPr lang="es-CL" sz="1800" b="0" dirty="0"/>
              <a:t>: Luis Oliveros</a:t>
            </a:r>
          </a:p>
        </p:txBody>
      </p:sp>
    </p:spTree>
    <p:extLst>
      <p:ext uri="{BB962C8B-B14F-4D97-AF65-F5344CB8AC3E}">
        <p14:creationId xmlns:p14="http://schemas.microsoft.com/office/powerpoint/2010/main" val="513681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wipe(left)">
                                      <p:cBhvr>
                                        <p:cTn id="7" dur="500"/>
                                        <p:tgtEl>
                                          <p:spTgt spid="73"/>
                                        </p:tgtEl>
                                      </p:cBhvr>
                                    </p:animEffect>
                                  </p:childTnLst>
                                </p:cTn>
                              </p:par>
                            </p:childTnLst>
                          </p:cTn>
                        </p:par>
                        <p:par>
                          <p:cTn id="8" fill="hold">
                            <p:stCondLst>
                              <p:cond delay="500"/>
                            </p:stCondLst>
                            <p:childTnLst>
                              <p:par>
                                <p:cTn id="9" presetID="17" presetClass="entr" presetSubtype="10"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p:cTn id="11" dur="500" fill="hold"/>
                                        <p:tgtEl>
                                          <p:spTgt spid="27"/>
                                        </p:tgtEl>
                                        <p:attrNameLst>
                                          <p:attrName>ppt_w</p:attrName>
                                        </p:attrNameLst>
                                      </p:cBhvr>
                                      <p:tavLst>
                                        <p:tav tm="0">
                                          <p:val>
                                            <p:fltVal val="0"/>
                                          </p:val>
                                        </p:tav>
                                        <p:tav tm="100000">
                                          <p:val>
                                            <p:strVal val="#ppt_w"/>
                                          </p:val>
                                        </p:tav>
                                      </p:tavLst>
                                    </p:anim>
                                    <p:anim calcmode="lin" valueType="num">
                                      <p:cBhvr>
                                        <p:cTn id="12" dur="500" fill="hold"/>
                                        <p:tgtEl>
                                          <p:spTgt spid="27"/>
                                        </p:tgtEl>
                                        <p:attrNameLst>
                                          <p:attrName>ppt_h</p:attrName>
                                        </p:attrNameLst>
                                      </p:cBhvr>
                                      <p:tavLst>
                                        <p:tav tm="0">
                                          <p:val>
                                            <p:strVal val="#ppt_h"/>
                                          </p:val>
                                        </p:tav>
                                        <p:tav tm="100000">
                                          <p:val>
                                            <p:strVal val="#ppt_h"/>
                                          </p:val>
                                        </p:tav>
                                      </p:tavLst>
                                    </p:anim>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74"/>
                                        </p:tgtEl>
                                        <p:attrNameLst>
                                          <p:attrName>style.visibility</p:attrName>
                                        </p:attrNameLst>
                                      </p:cBhvr>
                                      <p:to>
                                        <p:strVal val="visible"/>
                                      </p:to>
                                    </p:set>
                                    <p:animEffect transition="in" filter="wipe(left)">
                                      <p:cBhvr>
                                        <p:cTn id="16" dur="1000"/>
                                        <p:tgtEl>
                                          <p:spTgt spid="74"/>
                                        </p:tgtEl>
                                      </p:cBhvr>
                                    </p:animEffect>
                                  </p:childTnLst>
                                </p:cTn>
                              </p:par>
                            </p:childTnLst>
                          </p:cTn>
                        </p:par>
                        <p:par>
                          <p:cTn id="17" fill="hold">
                            <p:stCondLst>
                              <p:cond delay="2000"/>
                            </p:stCondLst>
                            <p:childTnLst>
                              <p:par>
                                <p:cTn id="18" presetID="22" presetClass="entr" presetSubtype="2" fill="hold" nodeType="afterEffect">
                                  <p:stCondLst>
                                    <p:cond delay="0"/>
                                  </p:stCondLst>
                                  <p:childTnLst>
                                    <p:set>
                                      <p:cBhvr>
                                        <p:cTn id="19" dur="1" fill="hold">
                                          <p:stCondLst>
                                            <p:cond delay="0"/>
                                          </p:stCondLst>
                                        </p:cTn>
                                        <p:tgtEl>
                                          <p:spTgt spid="81"/>
                                        </p:tgtEl>
                                        <p:attrNameLst>
                                          <p:attrName>style.visibility</p:attrName>
                                        </p:attrNameLst>
                                      </p:cBhvr>
                                      <p:to>
                                        <p:strVal val="visible"/>
                                      </p:to>
                                    </p:set>
                                    <p:animEffect transition="in" filter="wipe(right)">
                                      <p:cBhvr>
                                        <p:cTn id="20" dur="1000"/>
                                        <p:tgtEl>
                                          <p:spTgt spid="81"/>
                                        </p:tgtEl>
                                      </p:cBhvr>
                                    </p:animEffect>
                                  </p:childTnLst>
                                </p:cTn>
                              </p:par>
                            </p:childTnLst>
                          </p:cTn>
                        </p:par>
                        <p:par>
                          <p:cTn id="21" fill="hold">
                            <p:stCondLst>
                              <p:cond delay="3000"/>
                            </p:stCondLst>
                            <p:childTnLst>
                              <p:par>
                                <p:cTn id="22" presetID="22" presetClass="entr" presetSubtype="8" fill="hold" nodeType="afterEffect">
                                  <p:stCondLst>
                                    <p:cond delay="0"/>
                                  </p:stCondLst>
                                  <p:childTnLst>
                                    <p:set>
                                      <p:cBhvr>
                                        <p:cTn id="23" dur="1" fill="hold">
                                          <p:stCondLst>
                                            <p:cond delay="0"/>
                                          </p:stCondLst>
                                        </p:cTn>
                                        <p:tgtEl>
                                          <p:spTgt spid="80"/>
                                        </p:tgtEl>
                                        <p:attrNameLst>
                                          <p:attrName>style.visibility</p:attrName>
                                        </p:attrNameLst>
                                      </p:cBhvr>
                                      <p:to>
                                        <p:strVal val="visible"/>
                                      </p:to>
                                    </p:set>
                                    <p:animEffect transition="in" filter="wipe(left)">
                                      <p:cBhvr>
                                        <p:cTn id="24" dur="1000"/>
                                        <p:tgtEl>
                                          <p:spTgt spid="80"/>
                                        </p:tgtEl>
                                      </p:cBhvr>
                                    </p:animEffect>
                                  </p:childTnLst>
                                </p:cTn>
                              </p:par>
                            </p:childTnLst>
                          </p:cTn>
                        </p:par>
                        <p:par>
                          <p:cTn id="25" fill="hold">
                            <p:stCondLst>
                              <p:cond delay="4000"/>
                            </p:stCondLst>
                            <p:childTnLst>
                              <p:par>
                                <p:cTn id="26" presetID="10" presetClass="entr" presetSubtype="0" fill="hold" grpId="0" nodeType="after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fade">
                                      <p:cBhvr>
                                        <p:cTn id="28" dur="1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45"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0" name="Grupo 49">
            <a:extLst>
              <a:ext uri="{FF2B5EF4-FFF2-40B4-BE49-F238E27FC236}">
                <a16:creationId xmlns:a16="http://schemas.microsoft.com/office/drawing/2014/main" id="{C740D876-B94D-424E-8A11-18D9F91162F3}"/>
              </a:ext>
            </a:extLst>
          </p:cNvPr>
          <p:cNvGrpSpPr/>
          <p:nvPr/>
        </p:nvGrpSpPr>
        <p:grpSpPr>
          <a:xfrm>
            <a:off x="260637" y="160236"/>
            <a:ext cx="1086071" cy="910924"/>
            <a:chOff x="137601" y="239283"/>
            <a:chExt cx="897579" cy="752830"/>
          </a:xfrm>
          <a:solidFill>
            <a:schemeClr val="bg2"/>
          </a:solidFill>
        </p:grpSpPr>
        <p:sp>
          <p:nvSpPr>
            <p:cNvPr id="51" name="Freeform 109">
              <a:extLst>
                <a:ext uri="{FF2B5EF4-FFF2-40B4-BE49-F238E27FC236}">
                  <a16:creationId xmlns:a16="http://schemas.microsoft.com/office/drawing/2014/main" id="{470C0F80-0331-46D7-B818-9243E81DCB97}"/>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2" name="Freeform 110">
              <a:extLst>
                <a:ext uri="{FF2B5EF4-FFF2-40B4-BE49-F238E27FC236}">
                  <a16:creationId xmlns:a16="http://schemas.microsoft.com/office/drawing/2014/main" id="{9DB23735-CE8D-4C74-A10A-234FB2525844}"/>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grpSp>
          <p:nvGrpSpPr>
            <p:cNvPr id="53" name="Grupo 52">
              <a:extLst>
                <a:ext uri="{FF2B5EF4-FFF2-40B4-BE49-F238E27FC236}">
                  <a16:creationId xmlns:a16="http://schemas.microsoft.com/office/drawing/2014/main" id="{730B0509-3567-422F-B6E0-A275A3F07B43}"/>
                </a:ext>
              </a:extLst>
            </p:cNvPr>
            <p:cNvGrpSpPr/>
            <p:nvPr userDrawn="1"/>
          </p:nvGrpSpPr>
          <p:grpSpPr>
            <a:xfrm>
              <a:off x="137601" y="474669"/>
              <a:ext cx="897579" cy="326700"/>
              <a:chOff x="137601" y="474669"/>
              <a:chExt cx="897579" cy="326700"/>
            </a:xfrm>
            <a:grpFill/>
          </p:grpSpPr>
          <p:sp>
            <p:nvSpPr>
              <p:cNvPr id="64" name="Freeform 111">
                <a:extLst>
                  <a:ext uri="{FF2B5EF4-FFF2-40B4-BE49-F238E27FC236}">
                    <a16:creationId xmlns:a16="http://schemas.microsoft.com/office/drawing/2014/main" id="{2FD1D1AF-AD4C-4B13-9E16-025047593687}"/>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5" name="Freeform 112">
                <a:extLst>
                  <a:ext uri="{FF2B5EF4-FFF2-40B4-BE49-F238E27FC236}">
                    <a16:creationId xmlns:a16="http://schemas.microsoft.com/office/drawing/2014/main" id="{197ABE0F-317C-48B0-BBB0-B5989A353C0B}"/>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6" name="Freeform 113">
                <a:extLst>
                  <a:ext uri="{FF2B5EF4-FFF2-40B4-BE49-F238E27FC236}">
                    <a16:creationId xmlns:a16="http://schemas.microsoft.com/office/drawing/2014/main" id="{569562E5-AF4F-4F05-BF42-F9A27757D651}"/>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7" name="Freeform 114">
                <a:extLst>
                  <a:ext uri="{FF2B5EF4-FFF2-40B4-BE49-F238E27FC236}">
                    <a16:creationId xmlns:a16="http://schemas.microsoft.com/office/drawing/2014/main" id="{116CA304-E9A1-4AFB-864C-E1DCB5FC5791}"/>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8" name="Freeform 115">
                <a:extLst>
                  <a:ext uri="{FF2B5EF4-FFF2-40B4-BE49-F238E27FC236}">
                    <a16:creationId xmlns:a16="http://schemas.microsoft.com/office/drawing/2014/main" id="{4D224185-9B21-4303-B13C-BEE2477A360F}"/>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9" name="Freeform 116">
                <a:extLst>
                  <a:ext uri="{FF2B5EF4-FFF2-40B4-BE49-F238E27FC236}">
                    <a16:creationId xmlns:a16="http://schemas.microsoft.com/office/drawing/2014/main" id="{D5929AE0-C8D1-48ED-8B6A-E3E2EC800479}"/>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0" name="Freeform 117">
                <a:extLst>
                  <a:ext uri="{FF2B5EF4-FFF2-40B4-BE49-F238E27FC236}">
                    <a16:creationId xmlns:a16="http://schemas.microsoft.com/office/drawing/2014/main" id="{F8F6BAE8-6D9A-4824-8AF0-5BA327412A38}"/>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1" name="Freeform 118">
                <a:extLst>
                  <a:ext uri="{FF2B5EF4-FFF2-40B4-BE49-F238E27FC236}">
                    <a16:creationId xmlns:a16="http://schemas.microsoft.com/office/drawing/2014/main" id="{3B54259F-CC07-40F0-873C-716448533CFA}"/>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2" name="Freeform 119">
                <a:extLst>
                  <a:ext uri="{FF2B5EF4-FFF2-40B4-BE49-F238E27FC236}">
                    <a16:creationId xmlns:a16="http://schemas.microsoft.com/office/drawing/2014/main" id="{FE77BC7A-94C1-46FA-BB6A-D23DA1EBCFC1}"/>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3" name="Freeform 120">
                <a:extLst>
                  <a:ext uri="{FF2B5EF4-FFF2-40B4-BE49-F238E27FC236}">
                    <a16:creationId xmlns:a16="http://schemas.microsoft.com/office/drawing/2014/main" id="{31B65769-78FB-48B0-B0FA-C5EBB60EE6F8}"/>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4" name="Freeform 121">
                <a:extLst>
                  <a:ext uri="{FF2B5EF4-FFF2-40B4-BE49-F238E27FC236}">
                    <a16:creationId xmlns:a16="http://schemas.microsoft.com/office/drawing/2014/main" id="{0BFB3666-9C5A-4A75-9368-55B9DDA393DE}"/>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5" name="Freeform 122">
                <a:extLst>
                  <a:ext uri="{FF2B5EF4-FFF2-40B4-BE49-F238E27FC236}">
                    <a16:creationId xmlns:a16="http://schemas.microsoft.com/office/drawing/2014/main" id="{9B898E14-B4CC-4D96-8037-59D6F0AAADA9}"/>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6" name="Freeform 123">
                <a:extLst>
                  <a:ext uri="{FF2B5EF4-FFF2-40B4-BE49-F238E27FC236}">
                    <a16:creationId xmlns:a16="http://schemas.microsoft.com/office/drawing/2014/main" id="{7D3D0A72-2F64-40B7-800C-F4DD232B8B86}"/>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7" name="Freeform 124">
                <a:extLst>
                  <a:ext uri="{FF2B5EF4-FFF2-40B4-BE49-F238E27FC236}">
                    <a16:creationId xmlns:a16="http://schemas.microsoft.com/office/drawing/2014/main" id="{5C559395-B97E-47B2-8F4E-7BB073C7843A}"/>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8" name="Freeform 125">
                <a:extLst>
                  <a:ext uri="{FF2B5EF4-FFF2-40B4-BE49-F238E27FC236}">
                    <a16:creationId xmlns:a16="http://schemas.microsoft.com/office/drawing/2014/main" id="{11BBF15A-1B1A-4A6B-A7DE-52FBECAC7EFC}"/>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9" name="Freeform 126">
                <a:extLst>
                  <a:ext uri="{FF2B5EF4-FFF2-40B4-BE49-F238E27FC236}">
                    <a16:creationId xmlns:a16="http://schemas.microsoft.com/office/drawing/2014/main" id="{9F185879-3521-4F85-B4A7-1B1155619399}"/>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80" name="Freeform 127">
                <a:extLst>
                  <a:ext uri="{FF2B5EF4-FFF2-40B4-BE49-F238E27FC236}">
                    <a16:creationId xmlns:a16="http://schemas.microsoft.com/office/drawing/2014/main" id="{B0B7C366-F94A-4E57-9908-EED0C6D23656}"/>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grpSp>
        <p:sp>
          <p:nvSpPr>
            <p:cNvPr id="54" name="Freeform 128">
              <a:extLst>
                <a:ext uri="{FF2B5EF4-FFF2-40B4-BE49-F238E27FC236}">
                  <a16:creationId xmlns:a16="http://schemas.microsoft.com/office/drawing/2014/main" id="{62FC65E0-ECEE-40E9-AFC1-36987BAA14CB}"/>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5" name="Freeform 129">
              <a:extLst>
                <a:ext uri="{FF2B5EF4-FFF2-40B4-BE49-F238E27FC236}">
                  <a16:creationId xmlns:a16="http://schemas.microsoft.com/office/drawing/2014/main" id="{FCE62750-8BF3-4E57-BD73-B0DD977DAD17}"/>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6" name="Freeform 130">
              <a:extLst>
                <a:ext uri="{FF2B5EF4-FFF2-40B4-BE49-F238E27FC236}">
                  <a16:creationId xmlns:a16="http://schemas.microsoft.com/office/drawing/2014/main" id="{15EAD191-13BB-48D5-ABDB-33EB0912B042}"/>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7" name="Freeform 131">
              <a:extLst>
                <a:ext uri="{FF2B5EF4-FFF2-40B4-BE49-F238E27FC236}">
                  <a16:creationId xmlns:a16="http://schemas.microsoft.com/office/drawing/2014/main" id="{DE0C6C5A-6D2C-49D3-8F6F-5731F910C5B8}"/>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8" name="Freeform 132">
              <a:extLst>
                <a:ext uri="{FF2B5EF4-FFF2-40B4-BE49-F238E27FC236}">
                  <a16:creationId xmlns:a16="http://schemas.microsoft.com/office/drawing/2014/main" id="{33E6B738-16EF-437D-9CA8-E6CB8B1CB6A1}"/>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9" name="Freeform 133">
              <a:extLst>
                <a:ext uri="{FF2B5EF4-FFF2-40B4-BE49-F238E27FC236}">
                  <a16:creationId xmlns:a16="http://schemas.microsoft.com/office/drawing/2014/main" id="{38AA2D5B-76B0-4438-8818-3E9DA0C6250E}"/>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0" name="Freeform 134">
              <a:extLst>
                <a:ext uri="{FF2B5EF4-FFF2-40B4-BE49-F238E27FC236}">
                  <a16:creationId xmlns:a16="http://schemas.microsoft.com/office/drawing/2014/main" id="{33536571-001A-4D38-89E2-1B1B63EEC1F9}"/>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1" name="Freeform 135">
              <a:extLst>
                <a:ext uri="{FF2B5EF4-FFF2-40B4-BE49-F238E27FC236}">
                  <a16:creationId xmlns:a16="http://schemas.microsoft.com/office/drawing/2014/main" id="{4723B6EE-3015-469A-AD2C-55FE73C771BB}"/>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2" name="Freeform 136">
              <a:extLst>
                <a:ext uri="{FF2B5EF4-FFF2-40B4-BE49-F238E27FC236}">
                  <a16:creationId xmlns:a16="http://schemas.microsoft.com/office/drawing/2014/main" id="{E7809A50-6423-4318-A168-7A92EF73A376}"/>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3" name="Freeform 137">
              <a:extLst>
                <a:ext uri="{FF2B5EF4-FFF2-40B4-BE49-F238E27FC236}">
                  <a16:creationId xmlns:a16="http://schemas.microsoft.com/office/drawing/2014/main" id="{A445EF99-FEF8-490E-BE4E-157AB0CBA1DF}"/>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grpSp>
      <p:sp>
        <p:nvSpPr>
          <p:cNvPr id="6" name="Marcador de texto 5">
            <a:extLst>
              <a:ext uri="{FF2B5EF4-FFF2-40B4-BE49-F238E27FC236}">
                <a16:creationId xmlns:a16="http://schemas.microsoft.com/office/drawing/2014/main" id="{071CB003-D30A-49DF-866B-C95FE96ECE23}"/>
              </a:ext>
            </a:extLst>
          </p:cNvPr>
          <p:cNvSpPr>
            <a:spLocks noGrp="1"/>
          </p:cNvSpPr>
          <p:nvPr>
            <p:ph type="body" sz="quarter" idx="18"/>
          </p:nvPr>
        </p:nvSpPr>
        <p:spPr/>
        <p:txBody>
          <a:bodyPr/>
          <a:lstStyle/>
          <a:p>
            <a:r>
              <a:rPr lang="es-CL" dirty="0" err="1"/>
              <a:t>Inception</a:t>
            </a:r>
            <a:endParaRPr lang="es-CL" dirty="0"/>
          </a:p>
          <a:p>
            <a:r>
              <a:rPr lang="es-CL" dirty="0"/>
              <a:t>(</a:t>
            </a:r>
            <a:r>
              <a:rPr lang="es-CL" dirty="0" err="1"/>
              <a:t>GoogLeNet</a:t>
            </a:r>
            <a:r>
              <a:rPr lang="es-CL" dirty="0"/>
              <a:t>)</a:t>
            </a:r>
            <a:endParaRPr lang="en-US" dirty="0"/>
          </a:p>
        </p:txBody>
      </p:sp>
      <p:pic>
        <p:nvPicPr>
          <p:cNvPr id="3" name="Picture 2" descr="Two men in suits looking at each other&#10;&#10;AI-generated content may be incorrect.">
            <a:extLst>
              <a:ext uri="{FF2B5EF4-FFF2-40B4-BE49-F238E27FC236}">
                <a16:creationId xmlns:a16="http://schemas.microsoft.com/office/drawing/2014/main" id="{26F7E240-6D00-EE42-400F-BD36D0678B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8339" y="4434740"/>
            <a:ext cx="4024236" cy="227369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663389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Marcador de texto 24"/>
          <p:cNvSpPr>
            <a:spLocks noGrp="1"/>
          </p:cNvSpPr>
          <p:nvPr>
            <p:ph type="body" sz="quarter" idx="18"/>
          </p:nvPr>
        </p:nvSpPr>
        <p:spPr>
          <a:xfrm>
            <a:off x="1640377" y="419421"/>
            <a:ext cx="3316424" cy="391824"/>
          </a:xfrm>
        </p:spPr>
        <p:txBody>
          <a:bodyPr/>
          <a:lstStyle/>
          <a:p>
            <a:r>
              <a:rPr lang="es-CL" dirty="0" err="1"/>
              <a:t>Inception</a:t>
            </a:r>
            <a:endParaRPr lang="es-CL" dirty="0"/>
          </a:p>
        </p:txBody>
      </p:sp>
      <p:sp>
        <p:nvSpPr>
          <p:cNvPr id="5" name="TextBox 4">
            <a:extLst>
              <a:ext uri="{FF2B5EF4-FFF2-40B4-BE49-F238E27FC236}">
                <a16:creationId xmlns:a16="http://schemas.microsoft.com/office/drawing/2014/main" id="{CC2B2A01-15C2-2924-411E-86402CCA5537}"/>
              </a:ext>
            </a:extLst>
          </p:cNvPr>
          <p:cNvSpPr txBox="1"/>
          <p:nvPr/>
        </p:nvSpPr>
        <p:spPr>
          <a:xfrm>
            <a:off x="305920" y="1345631"/>
            <a:ext cx="11352680" cy="923330"/>
          </a:xfrm>
          <a:prstGeom prst="rect">
            <a:avLst/>
          </a:prstGeom>
          <a:noFill/>
        </p:spPr>
        <p:txBody>
          <a:bodyPr wrap="square">
            <a:spAutoFit/>
          </a:bodyPr>
          <a:lstStyle/>
          <a:p>
            <a:pPr algn="just"/>
            <a:r>
              <a:rPr lang="es-ES" dirty="0"/>
              <a:t>En el campo del </a:t>
            </a:r>
            <a:r>
              <a:rPr lang="es-ES" b="1" dirty="0"/>
              <a:t>aprendizaje profundo</a:t>
            </a:r>
            <a:r>
              <a:rPr lang="es-ES" dirty="0"/>
              <a:t> y la </a:t>
            </a:r>
            <a:r>
              <a:rPr lang="es-ES" b="1" dirty="0"/>
              <a:t>visión por computadora</a:t>
            </a:r>
            <a:r>
              <a:rPr lang="es-ES" dirty="0"/>
              <a:t>, uno de los avances más significativos en los últimos años ha sido la creación de modelos eficientes y de alto rendimiento para el procesamiento de imágenes.</a:t>
            </a:r>
            <a:endParaRPr lang="en-US" dirty="0"/>
          </a:p>
        </p:txBody>
      </p:sp>
      <p:sp>
        <p:nvSpPr>
          <p:cNvPr id="10" name="TextBox 9">
            <a:extLst>
              <a:ext uri="{FF2B5EF4-FFF2-40B4-BE49-F238E27FC236}">
                <a16:creationId xmlns:a16="http://schemas.microsoft.com/office/drawing/2014/main" id="{4EAF093D-51E9-4E9B-3009-0FE2F4EB26DF}"/>
              </a:ext>
            </a:extLst>
          </p:cNvPr>
          <p:cNvSpPr txBox="1"/>
          <p:nvPr/>
        </p:nvSpPr>
        <p:spPr>
          <a:xfrm>
            <a:off x="305920" y="2414346"/>
            <a:ext cx="5119968" cy="1754326"/>
          </a:xfrm>
          <a:prstGeom prst="rect">
            <a:avLst/>
          </a:prstGeom>
          <a:noFill/>
        </p:spPr>
        <p:txBody>
          <a:bodyPr wrap="square">
            <a:spAutoFit/>
          </a:bodyPr>
          <a:lstStyle/>
          <a:p>
            <a:pPr algn="just"/>
            <a:r>
              <a:rPr lang="es-ES" dirty="0"/>
              <a:t>Uno de los modelos más influyentes es el </a:t>
            </a:r>
            <a:r>
              <a:rPr lang="es-ES" b="1" dirty="0"/>
              <a:t>modelo </a:t>
            </a:r>
            <a:r>
              <a:rPr lang="es-ES" b="1" dirty="0" err="1"/>
              <a:t>Inception</a:t>
            </a:r>
            <a:r>
              <a:rPr lang="es-ES" dirty="0"/>
              <a:t>, desarrollado por Google en su red neuronal convolucional (CNN) </a:t>
            </a:r>
            <a:r>
              <a:rPr lang="es-ES" b="1" dirty="0" err="1"/>
              <a:t>GoogLeNet</a:t>
            </a:r>
            <a:r>
              <a:rPr lang="es-ES" dirty="0"/>
              <a:t> para la competencia </a:t>
            </a:r>
            <a:r>
              <a:rPr lang="es-ES" b="1" dirty="0"/>
              <a:t>ILSVRC 2014</a:t>
            </a:r>
            <a:r>
              <a:rPr lang="es-ES" dirty="0"/>
              <a:t> (</a:t>
            </a:r>
            <a:r>
              <a:rPr lang="es-ES" dirty="0" err="1"/>
              <a:t>Imagenet</a:t>
            </a:r>
            <a:r>
              <a:rPr lang="es-ES" dirty="0"/>
              <a:t> </a:t>
            </a:r>
            <a:r>
              <a:rPr lang="es-ES" dirty="0" err="1"/>
              <a:t>Large</a:t>
            </a:r>
            <a:r>
              <a:rPr lang="es-ES" dirty="0"/>
              <a:t> </a:t>
            </a:r>
            <a:r>
              <a:rPr lang="es-ES" dirty="0" err="1"/>
              <a:t>Scale</a:t>
            </a:r>
            <a:r>
              <a:rPr lang="es-ES" dirty="0"/>
              <a:t> Visual </a:t>
            </a:r>
            <a:r>
              <a:rPr lang="es-ES" dirty="0" err="1"/>
              <a:t>Recognition</a:t>
            </a:r>
            <a:r>
              <a:rPr lang="es-ES" dirty="0"/>
              <a:t> </a:t>
            </a:r>
            <a:r>
              <a:rPr lang="es-ES" dirty="0" err="1"/>
              <a:t>Challenge</a:t>
            </a:r>
            <a:r>
              <a:rPr lang="es-ES" dirty="0"/>
              <a:t>).</a:t>
            </a:r>
            <a:endParaRPr lang="en-US" dirty="0"/>
          </a:p>
        </p:txBody>
      </p:sp>
      <p:pic>
        <p:nvPicPr>
          <p:cNvPr id="12" name="Picture 11" descr="A collage of images&#10;&#10;AI-generated content may be incorrect.">
            <a:extLst>
              <a:ext uri="{FF2B5EF4-FFF2-40B4-BE49-F238E27FC236}">
                <a16:creationId xmlns:a16="http://schemas.microsoft.com/office/drawing/2014/main" id="{80578CE0-BCCE-03CD-E9CE-5BE7A46FA7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8980" y="4314057"/>
            <a:ext cx="4470091" cy="191575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Picture 2">
            <a:extLst>
              <a:ext uri="{FF2B5EF4-FFF2-40B4-BE49-F238E27FC236}">
                <a16:creationId xmlns:a16="http://schemas.microsoft.com/office/drawing/2014/main" id="{33FE4C10-10FE-64E6-2502-31F5BFF8C1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714" y="2583607"/>
            <a:ext cx="5864886" cy="3046992"/>
          </a:xfrm>
          <a:prstGeom prst="rect">
            <a:avLst/>
          </a:prstGeom>
          <a:solidFill>
            <a:srgbClr val="FFFFFF">
              <a:shade val="85000"/>
            </a:srgbClr>
          </a:solidFill>
          <a:ln w="47625"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0EA93070-436C-6F5E-F372-26B3A1140390}"/>
              </a:ext>
            </a:extLst>
          </p:cNvPr>
          <p:cNvSpPr txBox="1"/>
          <p:nvPr/>
        </p:nvSpPr>
        <p:spPr>
          <a:xfrm>
            <a:off x="0" y="6527194"/>
            <a:ext cx="11632018" cy="261610"/>
          </a:xfrm>
          <a:prstGeom prst="rect">
            <a:avLst/>
          </a:prstGeom>
          <a:noFill/>
        </p:spPr>
        <p:txBody>
          <a:bodyPr wrap="square" rtlCol="0">
            <a:spAutoFit/>
          </a:bodyPr>
          <a:lstStyle/>
          <a:p>
            <a:r>
              <a:rPr lang="en-US" sz="1100" dirty="0"/>
              <a:t>Christian Szegedy et al., Going deeper with convolutions (2014), </a:t>
            </a:r>
            <a:r>
              <a:rPr lang="en-US" sz="1100" dirty="0">
                <a:hlinkClick r:id="rId5"/>
              </a:rPr>
              <a:t>https://arxiv.org/pdf/1409.4842 </a:t>
            </a:r>
            <a:endParaRPr lang="en-US" sz="1100" dirty="0"/>
          </a:p>
        </p:txBody>
      </p:sp>
      <p:sp>
        <p:nvSpPr>
          <p:cNvPr id="2" name="Rectangle 1">
            <a:extLst>
              <a:ext uri="{FF2B5EF4-FFF2-40B4-BE49-F238E27FC236}">
                <a16:creationId xmlns:a16="http://schemas.microsoft.com/office/drawing/2014/main" id="{DDBB2B31-3D90-0816-8B0F-779423E854DA}"/>
              </a:ext>
            </a:extLst>
          </p:cNvPr>
          <p:cNvSpPr/>
          <p:nvPr/>
        </p:nvSpPr>
        <p:spPr>
          <a:xfrm>
            <a:off x="8812696" y="4550735"/>
            <a:ext cx="795130" cy="1254642"/>
          </a:xfrm>
          <a:prstGeom prst="rect">
            <a:avLst/>
          </a:prstGeom>
          <a:noFill/>
          <a:ln w="476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2430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27D31-204C-4AAB-9B6E-649C70238BF1}"/>
            </a:ext>
          </a:extLst>
        </p:cNvPr>
        <p:cNvGrpSpPr/>
        <p:nvPr/>
      </p:nvGrpSpPr>
      <p:grpSpPr>
        <a:xfrm>
          <a:off x="0" y="0"/>
          <a:ext cx="0" cy="0"/>
          <a:chOff x="0" y="0"/>
          <a:chExt cx="0" cy="0"/>
        </a:xfrm>
      </p:grpSpPr>
      <p:sp>
        <p:nvSpPr>
          <p:cNvPr id="25" name="Marcador de texto 24">
            <a:extLst>
              <a:ext uri="{FF2B5EF4-FFF2-40B4-BE49-F238E27FC236}">
                <a16:creationId xmlns:a16="http://schemas.microsoft.com/office/drawing/2014/main" id="{1D33A517-98F9-D4A4-4323-892D6F111996}"/>
              </a:ext>
            </a:extLst>
          </p:cNvPr>
          <p:cNvSpPr>
            <a:spLocks noGrp="1"/>
          </p:cNvSpPr>
          <p:nvPr>
            <p:ph type="body" sz="quarter" idx="18"/>
          </p:nvPr>
        </p:nvSpPr>
        <p:spPr>
          <a:xfrm>
            <a:off x="1640377" y="419421"/>
            <a:ext cx="3316424" cy="391824"/>
          </a:xfrm>
        </p:spPr>
        <p:txBody>
          <a:bodyPr/>
          <a:lstStyle/>
          <a:p>
            <a:r>
              <a:rPr lang="es-CL" dirty="0" err="1"/>
              <a:t>Inception</a:t>
            </a:r>
            <a:endParaRPr lang="es-CL" dirty="0"/>
          </a:p>
        </p:txBody>
      </p:sp>
      <p:sp>
        <p:nvSpPr>
          <p:cNvPr id="5" name="TextBox 4">
            <a:extLst>
              <a:ext uri="{FF2B5EF4-FFF2-40B4-BE49-F238E27FC236}">
                <a16:creationId xmlns:a16="http://schemas.microsoft.com/office/drawing/2014/main" id="{151F8CB4-CA9A-DF47-306E-A8B0F9E882A1}"/>
              </a:ext>
            </a:extLst>
          </p:cNvPr>
          <p:cNvSpPr txBox="1"/>
          <p:nvPr/>
        </p:nvSpPr>
        <p:spPr>
          <a:xfrm>
            <a:off x="305920" y="1345631"/>
            <a:ext cx="11352680" cy="2308324"/>
          </a:xfrm>
          <a:prstGeom prst="rect">
            <a:avLst/>
          </a:prstGeom>
          <a:noFill/>
        </p:spPr>
        <p:txBody>
          <a:bodyPr wrap="square">
            <a:spAutoFit/>
          </a:bodyPr>
          <a:lstStyle/>
          <a:p>
            <a:pPr algn="just"/>
            <a:r>
              <a:rPr lang="es-ES" dirty="0"/>
              <a:t>El </a:t>
            </a:r>
            <a:r>
              <a:rPr lang="es-ES" b="1" dirty="0"/>
              <a:t>modelo </a:t>
            </a:r>
            <a:r>
              <a:rPr lang="es-ES" b="1" dirty="0" err="1"/>
              <a:t>Inception</a:t>
            </a:r>
            <a:r>
              <a:rPr lang="es-ES" dirty="0"/>
              <a:t> se destaca por su capacidad para aprender características jerárquicas de las imágenes de manera eficiente, utilizando una arquitectura más compleja que las redes convolucionales tradicionales. </a:t>
            </a:r>
          </a:p>
          <a:p>
            <a:pPr algn="just"/>
            <a:endParaRPr lang="es-ES" dirty="0"/>
          </a:p>
          <a:p>
            <a:pPr algn="just"/>
            <a:endParaRPr lang="es-ES" dirty="0"/>
          </a:p>
          <a:p>
            <a:pPr algn="just"/>
            <a:r>
              <a:rPr lang="es-ES" dirty="0"/>
              <a:t>Este modelo no solo mejoró el desempeño en la clasificación de imágenes, sino que también </a:t>
            </a:r>
            <a:r>
              <a:rPr lang="es-ES" b="1" dirty="0"/>
              <a:t>optimizó el uso de los recursos computacionales</a:t>
            </a:r>
            <a:r>
              <a:rPr lang="es-ES" dirty="0"/>
              <a:t>, lo cual es fundamental cuando se trabaja con grandes volúmenes de datos y modelos profundos.</a:t>
            </a:r>
            <a:endParaRPr lang="en-US" dirty="0"/>
          </a:p>
        </p:txBody>
      </p:sp>
    </p:spTree>
    <p:extLst>
      <p:ext uri="{BB962C8B-B14F-4D97-AF65-F5344CB8AC3E}">
        <p14:creationId xmlns:p14="http://schemas.microsoft.com/office/powerpoint/2010/main" val="27359556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5E62E-F7DF-5256-1140-24A01F938538}"/>
            </a:ext>
          </a:extLst>
        </p:cNvPr>
        <p:cNvGrpSpPr/>
        <p:nvPr/>
      </p:nvGrpSpPr>
      <p:grpSpPr>
        <a:xfrm>
          <a:off x="0" y="0"/>
          <a:ext cx="0" cy="0"/>
          <a:chOff x="0" y="0"/>
          <a:chExt cx="0" cy="0"/>
        </a:xfrm>
      </p:grpSpPr>
      <p:sp>
        <p:nvSpPr>
          <p:cNvPr id="25" name="Marcador de texto 24">
            <a:extLst>
              <a:ext uri="{FF2B5EF4-FFF2-40B4-BE49-F238E27FC236}">
                <a16:creationId xmlns:a16="http://schemas.microsoft.com/office/drawing/2014/main" id="{FB5B7203-0C40-A0AA-907A-7D645363BB66}"/>
              </a:ext>
            </a:extLst>
          </p:cNvPr>
          <p:cNvSpPr>
            <a:spLocks noGrp="1"/>
          </p:cNvSpPr>
          <p:nvPr>
            <p:ph type="body" sz="quarter" idx="18"/>
          </p:nvPr>
        </p:nvSpPr>
        <p:spPr>
          <a:xfrm>
            <a:off x="1640376" y="419421"/>
            <a:ext cx="4753699" cy="391824"/>
          </a:xfrm>
        </p:spPr>
        <p:txBody>
          <a:bodyPr/>
          <a:lstStyle/>
          <a:p>
            <a:r>
              <a:rPr lang="es-CL" dirty="0" err="1"/>
              <a:t>Inception</a:t>
            </a:r>
            <a:r>
              <a:rPr lang="es-CL" dirty="0"/>
              <a:t> - Motivación</a:t>
            </a:r>
          </a:p>
        </p:txBody>
      </p:sp>
      <p:sp>
        <p:nvSpPr>
          <p:cNvPr id="5" name="TextBox 4">
            <a:extLst>
              <a:ext uri="{FF2B5EF4-FFF2-40B4-BE49-F238E27FC236}">
                <a16:creationId xmlns:a16="http://schemas.microsoft.com/office/drawing/2014/main" id="{51D583D6-A615-7081-83E9-04BB0160D019}"/>
              </a:ext>
            </a:extLst>
          </p:cNvPr>
          <p:cNvSpPr txBox="1"/>
          <p:nvPr/>
        </p:nvSpPr>
        <p:spPr>
          <a:xfrm>
            <a:off x="305920" y="1291843"/>
            <a:ext cx="11352680" cy="646331"/>
          </a:xfrm>
          <a:prstGeom prst="rect">
            <a:avLst/>
          </a:prstGeom>
          <a:noFill/>
        </p:spPr>
        <p:txBody>
          <a:bodyPr wrap="square">
            <a:spAutoFit/>
          </a:bodyPr>
          <a:lstStyle/>
          <a:p>
            <a:pPr algn="just"/>
            <a:r>
              <a:rPr lang="es-ES" dirty="0"/>
              <a:t>La principal motivación para el desarrollo del modelo </a:t>
            </a:r>
            <a:r>
              <a:rPr lang="es-ES" dirty="0" err="1"/>
              <a:t>Inception</a:t>
            </a:r>
            <a:r>
              <a:rPr lang="es-ES" dirty="0"/>
              <a:t> fue mejorar el desempeño de las redes neuronales en términos de </a:t>
            </a:r>
            <a:r>
              <a:rPr lang="es-ES" b="1" dirty="0"/>
              <a:t>precisión</a:t>
            </a:r>
            <a:r>
              <a:rPr lang="es-ES" dirty="0"/>
              <a:t> sin sacrificar la </a:t>
            </a:r>
            <a:r>
              <a:rPr lang="es-ES" b="1" dirty="0"/>
              <a:t>eficiencia computacional</a:t>
            </a:r>
            <a:r>
              <a:rPr lang="es-ES" dirty="0"/>
              <a:t>. </a:t>
            </a:r>
            <a:endParaRPr lang="en-US" dirty="0"/>
          </a:p>
        </p:txBody>
      </p:sp>
      <p:sp>
        <p:nvSpPr>
          <p:cNvPr id="3" name="TextBox 2">
            <a:extLst>
              <a:ext uri="{FF2B5EF4-FFF2-40B4-BE49-F238E27FC236}">
                <a16:creationId xmlns:a16="http://schemas.microsoft.com/office/drawing/2014/main" id="{B3966E71-8713-1387-9F11-C701C617637B}"/>
              </a:ext>
            </a:extLst>
          </p:cNvPr>
          <p:cNvSpPr txBox="1"/>
          <p:nvPr/>
        </p:nvSpPr>
        <p:spPr>
          <a:xfrm>
            <a:off x="305920" y="2197517"/>
            <a:ext cx="6002115" cy="2308324"/>
          </a:xfrm>
          <a:prstGeom prst="rect">
            <a:avLst/>
          </a:prstGeom>
          <a:noFill/>
        </p:spPr>
        <p:txBody>
          <a:bodyPr wrap="square">
            <a:spAutoFit/>
          </a:bodyPr>
          <a:lstStyle/>
          <a:p>
            <a:pPr algn="just"/>
            <a:r>
              <a:rPr lang="es-ES" dirty="0"/>
              <a:t>En los primeros modelos de redes neuronales convolucionales (como </a:t>
            </a:r>
            <a:r>
              <a:rPr lang="es-ES" dirty="0" err="1"/>
              <a:t>AlexNet</a:t>
            </a:r>
            <a:r>
              <a:rPr lang="es-ES" dirty="0"/>
              <a:t> y VGG), había un </a:t>
            </a:r>
            <a:r>
              <a:rPr lang="es-ES" b="1" dirty="0"/>
              <a:t>desbalance</a:t>
            </a:r>
            <a:r>
              <a:rPr lang="es-ES" dirty="0"/>
              <a:t> entre la </a:t>
            </a:r>
            <a:r>
              <a:rPr lang="es-ES" b="1" dirty="0"/>
              <a:t>profundidad</a:t>
            </a:r>
            <a:r>
              <a:rPr lang="es-ES" dirty="0"/>
              <a:t> del modelo (más capas) y el </a:t>
            </a:r>
            <a:r>
              <a:rPr lang="es-ES" b="1" dirty="0"/>
              <a:t>uso de recursos computacionales</a:t>
            </a:r>
            <a:r>
              <a:rPr lang="es-ES" dirty="0"/>
              <a:t>. </a:t>
            </a:r>
          </a:p>
          <a:p>
            <a:pPr algn="just"/>
            <a:endParaRPr lang="es-ES" dirty="0"/>
          </a:p>
          <a:p>
            <a:pPr algn="just"/>
            <a:r>
              <a:rPr lang="es-ES" dirty="0"/>
              <a:t>A medida que las redes se profundizaban, se requerían más recursos, lo cual hacía que entrenar estos modelos fuera costoso y a veces ineficiente.</a:t>
            </a:r>
            <a:endParaRPr lang="en-US" dirty="0"/>
          </a:p>
        </p:txBody>
      </p:sp>
      <p:cxnSp>
        <p:nvCxnSpPr>
          <p:cNvPr id="12" name="Straight Connector 11">
            <a:extLst>
              <a:ext uri="{FF2B5EF4-FFF2-40B4-BE49-F238E27FC236}">
                <a16:creationId xmlns:a16="http://schemas.microsoft.com/office/drawing/2014/main" id="{8341BEDF-547A-5FEC-2215-868BAA0A7F1B}"/>
              </a:ext>
            </a:extLst>
          </p:cNvPr>
          <p:cNvCxnSpPr>
            <a:cxnSpLocks/>
            <a:endCxn id="13" idx="2"/>
          </p:cNvCxnSpPr>
          <p:nvPr/>
        </p:nvCxnSpPr>
        <p:spPr>
          <a:xfrm>
            <a:off x="5592956" y="6515909"/>
            <a:ext cx="1172897" cy="0"/>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75A58AE8-CCAB-B896-701D-AA7C510B516D}"/>
              </a:ext>
            </a:extLst>
          </p:cNvPr>
          <p:cNvGrpSpPr/>
          <p:nvPr/>
        </p:nvGrpSpPr>
        <p:grpSpPr>
          <a:xfrm>
            <a:off x="458137" y="4765185"/>
            <a:ext cx="7363883" cy="1939839"/>
            <a:chOff x="458137" y="4765185"/>
            <a:chExt cx="7363883" cy="1939839"/>
          </a:xfrm>
        </p:grpSpPr>
        <p:pic>
          <p:nvPicPr>
            <p:cNvPr id="6" name="Picture 5" descr="A diagram of a number of cubes&#10;&#10;AI-generated content may be incorrect.">
              <a:extLst>
                <a:ext uri="{FF2B5EF4-FFF2-40B4-BE49-F238E27FC236}">
                  <a16:creationId xmlns:a16="http://schemas.microsoft.com/office/drawing/2014/main" id="{237ECC1F-F787-643B-D759-1AAF270A82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137" y="4765185"/>
              <a:ext cx="5069541" cy="193983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3" name="TextBox 12">
              <a:extLst>
                <a:ext uri="{FF2B5EF4-FFF2-40B4-BE49-F238E27FC236}">
                  <a16:creationId xmlns:a16="http://schemas.microsoft.com/office/drawing/2014/main" id="{C9BA4DC5-0BC6-449B-D88C-CD6432545FD5}"/>
                </a:ext>
              </a:extLst>
            </p:cNvPr>
            <p:cNvSpPr txBox="1"/>
            <p:nvPr/>
          </p:nvSpPr>
          <p:spPr>
            <a:xfrm>
              <a:off x="5709685" y="6146577"/>
              <a:ext cx="2112335" cy="369332"/>
            </a:xfrm>
            <a:prstGeom prst="rect">
              <a:avLst/>
            </a:prstGeom>
            <a:noFill/>
          </p:spPr>
          <p:txBody>
            <a:bodyPr wrap="square" rtlCol="0">
              <a:spAutoFit/>
            </a:bodyPr>
            <a:lstStyle/>
            <a:p>
              <a:r>
                <a:rPr lang="es-CL" dirty="0" err="1"/>
                <a:t>AlexNet</a:t>
              </a:r>
              <a:endParaRPr lang="en-US" dirty="0"/>
            </a:p>
          </p:txBody>
        </p:sp>
      </p:grpSp>
      <p:grpSp>
        <p:nvGrpSpPr>
          <p:cNvPr id="2" name="Group 1">
            <a:extLst>
              <a:ext uri="{FF2B5EF4-FFF2-40B4-BE49-F238E27FC236}">
                <a16:creationId xmlns:a16="http://schemas.microsoft.com/office/drawing/2014/main" id="{2A4C56E1-D5F3-9B44-0BB0-9AE7B8E635F6}"/>
              </a:ext>
            </a:extLst>
          </p:cNvPr>
          <p:cNvGrpSpPr/>
          <p:nvPr/>
        </p:nvGrpSpPr>
        <p:grpSpPr>
          <a:xfrm>
            <a:off x="6765852" y="2469820"/>
            <a:ext cx="5001366" cy="3365278"/>
            <a:chOff x="6664324" y="2200879"/>
            <a:chExt cx="5001366" cy="3365278"/>
          </a:xfrm>
        </p:grpSpPr>
        <p:cxnSp>
          <p:nvCxnSpPr>
            <p:cNvPr id="10" name="Straight Connector 9">
              <a:extLst>
                <a:ext uri="{FF2B5EF4-FFF2-40B4-BE49-F238E27FC236}">
                  <a16:creationId xmlns:a16="http://schemas.microsoft.com/office/drawing/2014/main" id="{1D41E30E-D450-C06E-FB8B-6154E55F94D4}"/>
                </a:ext>
              </a:extLst>
            </p:cNvPr>
            <p:cNvCxnSpPr>
              <a:cxnSpLocks/>
            </p:cNvCxnSpPr>
            <p:nvPr/>
          </p:nvCxnSpPr>
          <p:spPr>
            <a:xfrm>
              <a:off x="9299944" y="5512904"/>
              <a:ext cx="103490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9F60A16-2783-E718-1890-AEF49E093115}"/>
                </a:ext>
              </a:extLst>
            </p:cNvPr>
            <p:cNvSpPr txBox="1"/>
            <p:nvPr/>
          </p:nvSpPr>
          <p:spPr>
            <a:xfrm>
              <a:off x="9385005" y="5196825"/>
              <a:ext cx="949842" cy="369332"/>
            </a:xfrm>
            <a:prstGeom prst="rect">
              <a:avLst/>
            </a:prstGeom>
            <a:noFill/>
          </p:spPr>
          <p:txBody>
            <a:bodyPr wrap="square" rtlCol="0">
              <a:spAutoFit/>
            </a:bodyPr>
            <a:lstStyle/>
            <a:p>
              <a:r>
                <a:rPr lang="es-CL" dirty="0"/>
                <a:t>VGG16</a:t>
              </a:r>
              <a:endParaRPr lang="en-US" dirty="0"/>
            </a:p>
          </p:txBody>
        </p:sp>
        <p:cxnSp>
          <p:nvCxnSpPr>
            <p:cNvPr id="17" name="Straight Connector 16">
              <a:extLst>
                <a:ext uri="{FF2B5EF4-FFF2-40B4-BE49-F238E27FC236}">
                  <a16:creationId xmlns:a16="http://schemas.microsoft.com/office/drawing/2014/main" id="{F45C2C38-F9CC-4E74-7679-1125E7AF83FE}"/>
                </a:ext>
              </a:extLst>
            </p:cNvPr>
            <p:cNvCxnSpPr>
              <a:cxnSpLocks/>
            </p:cNvCxnSpPr>
            <p:nvPr/>
          </p:nvCxnSpPr>
          <p:spPr>
            <a:xfrm>
              <a:off x="9299944" y="5018315"/>
              <a:ext cx="0" cy="505744"/>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8" name="Picture 7" descr="A diagram of a box with numbers&#10;&#10;AI-generated content may be incorrect.">
              <a:extLst>
                <a:ext uri="{FF2B5EF4-FFF2-40B4-BE49-F238E27FC236}">
                  <a16:creationId xmlns:a16="http://schemas.microsoft.com/office/drawing/2014/main" id="{1DD55206-805B-0C7D-0B7D-0333D3B98B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64324" y="2200879"/>
              <a:ext cx="5001366" cy="28174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spTree>
    <p:extLst>
      <p:ext uri="{BB962C8B-B14F-4D97-AF65-F5344CB8AC3E}">
        <p14:creationId xmlns:p14="http://schemas.microsoft.com/office/powerpoint/2010/main" val="790736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62649-99E1-272A-5178-9A4819788CBD}"/>
            </a:ext>
          </a:extLst>
        </p:cNvPr>
        <p:cNvGrpSpPr/>
        <p:nvPr/>
      </p:nvGrpSpPr>
      <p:grpSpPr>
        <a:xfrm>
          <a:off x="0" y="0"/>
          <a:ext cx="0" cy="0"/>
          <a:chOff x="0" y="0"/>
          <a:chExt cx="0" cy="0"/>
        </a:xfrm>
      </p:grpSpPr>
      <p:sp>
        <p:nvSpPr>
          <p:cNvPr id="25" name="Marcador de texto 24">
            <a:extLst>
              <a:ext uri="{FF2B5EF4-FFF2-40B4-BE49-F238E27FC236}">
                <a16:creationId xmlns:a16="http://schemas.microsoft.com/office/drawing/2014/main" id="{5E17FC64-25A8-03E3-6510-1752ADA26BB5}"/>
              </a:ext>
            </a:extLst>
          </p:cNvPr>
          <p:cNvSpPr>
            <a:spLocks noGrp="1"/>
          </p:cNvSpPr>
          <p:nvPr>
            <p:ph type="body" sz="quarter" idx="18"/>
          </p:nvPr>
        </p:nvSpPr>
        <p:spPr>
          <a:xfrm>
            <a:off x="1640376" y="419421"/>
            <a:ext cx="4753699" cy="391824"/>
          </a:xfrm>
        </p:spPr>
        <p:txBody>
          <a:bodyPr/>
          <a:lstStyle/>
          <a:p>
            <a:r>
              <a:rPr lang="es-CL" dirty="0" err="1"/>
              <a:t>Inception</a:t>
            </a:r>
            <a:endParaRPr lang="es-CL" dirty="0"/>
          </a:p>
        </p:txBody>
      </p:sp>
      <p:sp>
        <p:nvSpPr>
          <p:cNvPr id="5" name="TextBox 4">
            <a:extLst>
              <a:ext uri="{FF2B5EF4-FFF2-40B4-BE49-F238E27FC236}">
                <a16:creationId xmlns:a16="http://schemas.microsoft.com/office/drawing/2014/main" id="{7CC358F8-FA12-70C9-ABC1-D8BB9EE89CD9}"/>
              </a:ext>
            </a:extLst>
          </p:cNvPr>
          <p:cNvSpPr txBox="1"/>
          <p:nvPr/>
        </p:nvSpPr>
        <p:spPr>
          <a:xfrm>
            <a:off x="305920" y="1582462"/>
            <a:ext cx="11352680" cy="923330"/>
          </a:xfrm>
          <a:prstGeom prst="rect">
            <a:avLst/>
          </a:prstGeom>
          <a:noFill/>
        </p:spPr>
        <p:txBody>
          <a:bodyPr wrap="square">
            <a:spAutoFit/>
          </a:bodyPr>
          <a:lstStyle/>
          <a:p>
            <a:pPr algn="just"/>
            <a:r>
              <a:rPr lang="es-ES" dirty="0"/>
              <a:t>El modelo </a:t>
            </a:r>
            <a:r>
              <a:rPr lang="es-ES" dirty="0" err="1"/>
              <a:t>Inception</a:t>
            </a:r>
            <a:r>
              <a:rPr lang="es-ES" dirty="0"/>
              <a:t> introduce una </a:t>
            </a:r>
            <a:r>
              <a:rPr lang="es-ES" b="1" dirty="0"/>
              <a:t>estrategia de "redes anchas" y "profundas"</a:t>
            </a:r>
            <a:r>
              <a:rPr lang="es-ES" dirty="0"/>
              <a:t> mediante el uso de una </a:t>
            </a:r>
            <a:r>
              <a:rPr lang="es-ES" b="1" dirty="0"/>
              <a:t>arquitectura multinivel</a:t>
            </a:r>
            <a:r>
              <a:rPr lang="es-ES" dirty="0"/>
              <a:t> que permite a la red aprender características de diferentes escalas y resoluciones al mismo tiempo, de forma eficiente.</a:t>
            </a:r>
            <a:endParaRPr lang="en-US" dirty="0"/>
          </a:p>
        </p:txBody>
      </p:sp>
      <p:sp>
        <p:nvSpPr>
          <p:cNvPr id="4" name="TextBox 3">
            <a:extLst>
              <a:ext uri="{FF2B5EF4-FFF2-40B4-BE49-F238E27FC236}">
                <a16:creationId xmlns:a16="http://schemas.microsoft.com/office/drawing/2014/main" id="{A129C4FC-9B79-6285-3D29-5C3785988E71}"/>
              </a:ext>
            </a:extLst>
          </p:cNvPr>
          <p:cNvSpPr txBox="1"/>
          <p:nvPr/>
        </p:nvSpPr>
        <p:spPr>
          <a:xfrm>
            <a:off x="305920" y="2986390"/>
            <a:ext cx="6758399" cy="2585323"/>
          </a:xfrm>
          <a:prstGeom prst="rect">
            <a:avLst/>
          </a:prstGeom>
          <a:noFill/>
        </p:spPr>
        <p:txBody>
          <a:bodyPr wrap="square">
            <a:spAutoFit/>
          </a:bodyPr>
          <a:lstStyle/>
          <a:p>
            <a:pPr algn="just"/>
            <a:r>
              <a:rPr lang="es-ES" dirty="0"/>
              <a:t>La arquitectura de </a:t>
            </a:r>
            <a:r>
              <a:rPr lang="es-ES" dirty="0" err="1"/>
              <a:t>Inception</a:t>
            </a:r>
            <a:r>
              <a:rPr lang="es-ES" dirty="0"/>
              <a:t> es conocida por su </a:t>
            </a:r>
            <a:r>
              <a:rPr lang="es-ES" b="1" dirty="0"/>
              <a:t>estructura modular</a:t>
            </a:r>
            <a:r>
              <a:rPr lang="es-ES" dirty="0"/>
              <a:t>, la cual está </a:t>
            </a:r>
            <a:r>
              <a:rPr lang="es-ES" dirty="0">
                <a:solidFill>
                  <a:srgbClr val="FF0000"/>
                </a:solidFill>
              </a:rPr>
              <a:t>compuesta por múltiples bloques</a:t>
            </a:r>
            <a:r>
              <a:rPr lang="es-ES" dirty="0"/>
              <a:t> de </a:t>
            </a:r>
            <a:r>
              <a:rPr lang="es-ES" dirty="0" err="1"/>
              <a:t>Inception</a:t>
            </a:r>
            <a:r>
              <a:rPr lang="es-ES" dirty="0"/>
              <a:t> (o "módulos"), que son </a:t>
            </a:r>
            <a:r>
              <a:rPr lang="es-ES" dirty="0">
                <a:solidFill>
                  <a:srgbClr val="0070C0"/>
                </a:solidFill>
              </a:rPr>
              <a:t>unidades que combinan varias operaciones convolucionales con diferentes tamaños de filtro en paralelo</a:t>
            </a:r>
            <a:r>
              <a:rPr lang="es-ES" dirty="0"/>
              <a:t>. </a:t>
            </a:r>
          </a:p>
          <a:p>
            <a:pPr algn="just"/>
            <a:endParaRPr lang="es-ES" dirty="0"/>
          </a:p>
          <a:p>
            <a:pPr algn="just"/>
            <a:r>
              <a:rPr lang="es-ES" dirty="0"/>
              <a:t>Los bloques permiten que la red aprenda patrones a </a:t>
            </a:r>
            <a:r>
              <a:rPr lang="es-ES" b="1" dirty="0"/>
              <a:t>diferentes escalas</a:t>
            </a:r>
            <a:r>
              <a:rPr lang="es-ES" dirty="0"/>
              <a:t> </a:t>
            </a:r>
            <a:r>
              <a:rPr lang="es-ES" dirty="0">
                <a:solidFill>
                  <a:srgbClr val="FF0000"/>
                </a:solidFill>
              </a:rPr>
              <a:t>sin incrementar demasiado el número de parámetros</a:t>
            </a:r>
            <a:r>
              <a:rPr lang="es-ES" dirty="0"/>
              <a:t>.</a:t>
            </a:r>
            <a:endParaRPr lang="en-US" dirty="0"/>
          </a:p>
        </p:txBody>
      </p:sp>
      <p:pic>
        <p:nvPicPr>
          <p:cNvPr id="9" name="Picture 8">
            <a:extLst>
              <a:ext uri="{FF2B5EF4-FFF2-40B4-BE49-F238E27FC236}">
                <a16:creationId xmlns:a16="http://schemas.microsoft.com/office/drawing/2014/main" id="{CFEC5AF4-D75B-E911-1D80-D8BAEBB5F83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314633" y="2821172"/>
            <a:ext cx="3000166" cy="3000166"/>
          </a:xfrm>
          <a:prstGeom prst="rect">
            <a:avLst/>
          </a:prstGeom>
          <a:noFill/>
        </p:spPr>
      </p:pic>
    </p:spTree>
    <p:extLst>
      <p:ext uri="{BB962C8B-B14F-4D97-AF65-F5344CB8AC3E}">
        <p14:creationId xmlns:p14="http://schemas.microsoft.com/office/powerpoint/2010/main" val="133091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BE697-1D5A-C8E2-2331-A522BC5961C4}"/>
            </a:ext>
          </a:extLst>
        </p:cNvPr>
        <p:cNvGrpSpPr/>
        <p:nvPr/>
      </p:nvGrpSpPr>
      <p:grpSpPr>
        <a:xfrm>
          <a:off x="0" y="0"/>
          <a:ext cx="0" cy="0"/>
          <a:chOff x="0" y="0"/>
          <a:chExt cx="0" cy="0"/>
        </a:xfrm>
      </p:grpSpPr>
      <p:sp>
        <p:nvSpPr>
          <p:cNvPr id="25" name="Marcador de texto 24">
            <a:extLst>
              <a:ext uri="{FF2B5EF4-FFF2-40B4-BE49-F238E27FC236}">
                <a16:creationId xmlns:a16="http://schemas.microsoft.com/office/drawing/2014/main" id="{C285785C-2FE6-FDBF-5E99-929797537817}"/>
              </a:ext>
            </a:extLst>
          </p:cNvPr>
          <p:cNvSpPr>
            <a:spLocks noGrp="1"/>
          </p:cNvSpPr>
          <p:nvPr>
            <p:ph type="body" sz="quarter" idx="18"/>
          </p:nvPr>
        </p:nvSpPr>
        <p:spPr>
          <a:xfrm>
            <a:off x="1640376" y="419421"/>
            <a:ext cx="4753699" cy="391824"/>
          </a:xfrm>
        </p:spPr>
        <p:txBody>
          <a:bodyPr/>
          <a:lstStyle/>
          <a:p>
            <a:r>
              <a:rPr lang="es-CL" dirty="0" err="1"/>
              <a:t>Inception</a:t>
            </a:r>
            <a:endParaRPr lang="es-CL" dirty="0"/>
          </a:p>
        </p:txBody>
      </p:sp>
      <p:sp>
        <p:nvSpPr>
          <p:cNvPr id="5" name="TextBox 4">
            <a:extLst>
              <a:ext uri="{FF2B5EF4-FFF2-40B4-BE49-F238E27FC236}">
                <a16:creationId xmlns:a16="http://schemas.microsoft.com/office/drawing/2014/main" id="{2F0902CA-33AA-01DE-C0D6-C5BB577FBFB8}"/>
              </a:ext>
            </a:extLst>
          </p:cNvPr>
          <p:cNvSpPr txBox="1"/>
          <p:nvPr/>
        </p:nvSpPr>
        <p:spPr>
          <a:xfrm>
            <a:off x="258159" y="1211037"/>
            <a:ext cx="11352680" cy="923330"/>
          </a:xfrm>
          <a:prstGeom prst="rect">
            <a:avLst/>
          </a:prstGeom>
          <a:noFill/>
        </p:spPr>
        <p:txBody>
          <a:bodyPr wrap="square">
            <a:spAutoFit/>
          </a:bodyPr>
          <a:lstStyle/>
          <a:p>
            <a:pPr algn="just"/>
            <a:r>
              <a:rPr lang="es-ES" dirty="0"/>
              <a:t>En lugar de usar un solo tamaño de filtro (como en redes tradicionales), los bloques </a:t>
            </a:r>
            <a:r>
              <a:rPr lang="es-ES" b="1" dirty="0" err="1"/>
              <a:t>Inception</a:t>
            </a:r>
            <a:r>
              <a:rPr lang="es-ES" b="1" dirty="0"/>
              <a:t> combinan filtros de diferentes tamaños en paralelo</a:t>
            </a:r>
            <a:r>
              <a:rPr lang="es-ES" dirty="0"/>
              <a:t>, permitiendo a la red </a:t>
            </a:r>
            <a:r>
              <a:rPr lang="es-ES" dirty="0">
                <a:solidFill>
                  <a:srgbClr val="FF0000"/>
                </a:solidFill>
              </a:rPr>
              <a:t>obtener representaciones más ricas y variadas de las imágenes.</a:t>
            </a:r>
            <a:endParaRPr lang="en-US" dirty="0">
              <a:solidFill>
                <a:srgbClr val="FF0000"/>
              </a:solidFill>
            </a:endParaRPr>
          </a:p>
        </p:txBody>
      </p:sp>
      <p:grpSp>
        <p:nvGrpSpPr>
          <p:cNvPr id="2" name="Group 1">
            <a:extLst>
              <a:ext uri="{FF2B5EF4-FFF2-40B4-BE49-F238E27FC236}">
                <a16:creationId xmlns:a16="http://schemas.microsoft.com/office/drawing/2014/main" id="{E8EF0CDD-573B-C79E-5D96-4FC33934172B}"/>
              </a:ext>
            </a:extLst>
          </p:cNvPr>
          <p:cNvGrpSpPr/>
          <p:nvPr/>
        </p:nvGrpSpPr>
        <p:grpSpPr>
          <a:xfrm>
            <a:off x="1459006" y="2458157"/>
            <a:ext cx="9742393" cy="4041971"/>
            <a:chOff x="96507" y="1308434"/>
            <a:chExt cx="9742393" cy="4041971"/>
          </a:xfrm>
        </p:grpSpPr>
        <p:grpSp>
          <p:nvGrpSpPr>
            <p:cNvPr id="4" name="Group 3">
              <a:extLst>
                <a:ext uri="{FF2B5EF4-FFF2-40B4-BE49-F238E27FC236}">
                  <a16:creationId xmlns:a16="http://schemas.microsoft.com/office/drawing/2014/main" id="{8109DC5E-F6BD-1715-D35E-82B358B4C792}"/>
                </a:ext>
              </a:extLst>
            </p:cNvPr>
            <p:cNvGrpSpPr/>
            <p:nvPr/>
          </p:nvGrpSpPr>
          <p:grpSpPr>
            <a:xfrm>
              <a:off x="5445628" y="3803482"/>
              <a:ext cx="1091865" cy="757989"/>
              <a:chOff x="5134476" y="2977815"/>
              <a:chExt cx="1091865" cy="757989"/>
            </a:xfrm>
          </p:grpSpPr>
          <p:sp>
            <p:nvSpPr>
              <p:cNvPr id="47" name="Rounded Rectangle 1">
                <a:extLst>
                  <a:ext uri="{FF2B5EF4-FFF2-40B4-BE49-F238E27FC236}">
                    <a16:creationId xmlns:a16="http://schemas.microsoft.com/office/drawing/2014/main" id="{21FD33BF-57F7-A097-DAA5-E9ACC6D31413}"/>
                  </a:ext>
                </a:extLst>
              </p:cNvPr>
              <p:cNvSpPr/>
              <p:nvPr/>
            </p:nvSpPr>
            <p:spPr>
              <a:xfrm>
                <a:off x="5468352" y="2977815"/>
                <a:ext cx="757989" cy="757989"/>
              </a:xfrm>
              <a:custGeom>
                <a:avLst/>
                <a:gdLst/>
                <a:ahLst/>
                <a:cxnLst/>
                <a:rect l="0" t="0" r="0" b="0"/>
                <a:pathLst>
                  <a:path w="757989" h="757989">
                    <a:moveTo>
                      <a:pt x="0" y="378994"/>
                    </a:moveTo>
                    <a:cubicBezTo>
                      <a:pt x="0" y="169681"/>
                      <a:pt x="169681" y="0"/>
                      <a:pt x="378994" y="0"/>
                    </a:cubicBezTo>
                    <a:cubicBezTo>
                      <a:pt x="588307" y="0"/>
                      <a:pt x="757989" y="169681"/>
                      <a:pt x="757989" y="378994"/>
                    </a:cubicBezTo>
                    <a:cubicBezTo>
                      <a:pt x="757989" y="588307"/>
                      <a:pt x="588307" y="757989"/>
                      <a:pt x="378994" y="757989"/>
                    </a:cubicBezTo>
                    <a:cubicBezTo>
                      <a:pt x="169681" y="757989"/>
                      <a:pt x="0" y="588307"/>
                      <a:pt x="0" y="378994"/>
                    </a:cubicBezTo>
                  </a:path>
                </a:pathLst>
              </a:custGeom>
              <a:solidFill>
                <a:srgbClr val="E0CB15"/>
              </a:solidFill>
              <a:ln>
                <a:noFill/>
              </a:ln>
            </p:spPr>
            <p:txBody>
              <a:bodyPr rtlCol="0" anchor="ctr"/>
              <a:lstStyle/>
              <a:p>
                <a:pPr algn="ctr"/>
                <a:endParaRPr/>
              </a:p>
            </p:txBody>
          </p:sp>
          <p:sp>
            <p:nvSpPr>
              <p:cNvPr id="48" name="Rounded Rectangle 2">
                <a:extLst>
                  <a:ext uri="{FF2B5EF4-FFF2-40B4-BE49-F238E27FC236}">
                    <a16:creationId xmlns:a16="http://schemas.microsoft.com/office/drawing/2014/main" id="{9366F67A-227B-BE34-FF6B-3A15BC5C293F}"/>
                  </a:ext>
                </a:extLst>
              </p:cNvPr>
              <p:cNvSpPr/>
              <p:nvPr/>
            </p:nvSpPr>
            <p:spPr>
              <a:xfrm>
                <a:off x="5134476" y="2977815"/>
                <a:ext cx="252663" cy="234615"/>
              </a:xfrm>
              <a:custGeom>
                <a:avLst/>
                <a:gdLst/>
                <a:ahLst/>
                <a:cxnLst/>
                <a:rect l="0" t="0" r="0" b="0"/>
                <a:pathLst>
                  <a:path w="252663" h="234615">
                    <a:moveTo>
                      <a:pt x="0" y="994"/>
                    </a:moveTo>
                    <a:lnTo>
                      <a:pt x="252663" y="0"/>
                    </a:lnTo>
                    <a:cubicBezTo>
                      <a:pt x="252663" y="0"/>
                      <a:pt x="211610" y="43409"/>
                      <a:pt x="176472" y="109084"/>
                    </a:cubicBezTo>
                    <a:cubicBezTo>
                      <a:pt x="141333" y="174759"/>
                      <a:pt x="127136" y="234615"/>
                      <a:pt x="127136" y="234615"/>
                    </a:cubicBezTo>
                    <a:close/>
                  </a:path>
                </a:pathLst>
              </a:custGeom>
              <a:solidFill>
                <a:srgbClr val="E0CB15"/>
              </a:solidFill>
              <a:ln>
                <a:noFill/>
              </a:ln>
            </p:spPr>
            <p:txBody>
              <a:bodyPr rtlCol="0" anchor="ctr"/>
              <a:lstStyle/>
              <a:p>
                <a:pPr algn="ctr"/>
                <a:endParaRPr/>
              </a:p>
            </p:txBody>
          </p:sp>
          <p:sp>
            <p:nvSpPr>
              <p:cNvPr id="49" name="Rounded Rectangle 3">
                <a:extLst>
                  <a:ext uri="{FF2B5EF4-FFF2-40B4-BE49-F238E27FC236}">
                    <a16:creationId xmlns:a16="http://schemas.microsoft.com/office/drawing/2014/main" id="{17B7B8B0-E815-9B3A-70FF-3E68F26186CC}"/>
                  </a:ext>
                </a:extLst>
              </p:cNvPr>
              <p:cNvSpPr/>
              <p:nvPr/>
            </p:nvSpPr>
            <p:spPr>
              <a:xfrm>
                <a:off x="5468352" y="2977815"/>
                <a:ext cx="757989" cy="757989"/>
              </a:xfrm>
              <a:custGeom>
                <a:avLst/>
                <a:gdLst/>
                <a:ahLst/>
                <a:cxnLst/>
                <a:rect l="0" t="0" r="0" b="0"/>
                <a:pathLst>
                  <a:path w="757989" h="757989">
                    <a:moveTo>
                      <a:pt x="0" y="378994"/>
                    </a:moveTo>
                    <a:cubicBezTo>
                      <a:pt x="0" y="169681"/>
                      <a:pt x="169681" y="0"/>
                      <a:pt x="378994" y="0"/>
                    </a:cubicBezTo>
                    <a:cubicBezTo>
                      <a:pt x="588307" y="0"/>
                      <a:pt x="757989" y="169681"/>
                      <a:pt x="757989" y="378994"/>
                    </a:cubicBezTo>
                    <a:cubicBezTo>
                      <a:pt x="757989" y="588307"/>
                      <a:pt x="588307" y="757989"/>
                      <a:pt x="378994" y="757989"/>
                    </a:cubicBezTo>
                    <a:cubicBezTo>
                      <a:pt x="169681" y="757989"/>
                      <a:pt x="0" y="588307"/>
                      <a:pt x="0" y="378994"/>
                    </a:cubicBezTo>
                  </a:path>
                </a:pathLst>
              </a:custGeom>
              <a:noFill/>
              <a:ln w="13535">
                <a:solidFill>
                  <a:srgbClr val="FFFFFF"/>
                </a:solidFill>
              </a:ln>
            </p:spPr>
            <p:txBody>
              <a:bodyPr rtlCol="0" anchor="ctr"/>
              <a:lstStyle/>
              <a:p>
                <a:pPr algn="ctr"/>
                <a:endParaRPr/>
              </a:p>
            </p:txBody>
          </p:sp>
          <p:sp>
            <p:nvSpPr>
              <p:cNvPr id="50" name="Rounded Rectangle 4">
                <a:extLst>
                  <a:ext uri="{FF2B5EF4-FFF2-40B4-BE49-F238E27FC236}">
                    <a16:creationId xmlns:a16="http://schemas.microsoft.com/office/drawing/2014/main" id="{F4BD71FA-CCAD-76C4-14FF-A749D1A2DAC9}"/>
                  </a:ext>
                </a:extLst>
              </p:cNvPr>
              <p:cNvSpPr/>
              <p:nvPr/>
            </p:nvSpPr>
            <p:spPr>
              <a:xfrm>
                <a:off x="5134476" y="2977815"/>
                <a:ext cx="252663" cy="234615"/>
              </a:xfrm>
              <a:custGeom>
                <a:avLst/>
                <a:gdLst/>
                <a:ahLst/>
                <a:cxnLst/>
                <a:rect l="0" t="0" r="0" b="0"/>
                <a:pathLst>
                  <a:path w="252663" h="234615">
                    <a:moveTo>
                      <a:pt x="0" y="994"/>
                    </a:moveTo>
                    <a:lnTo>
                      <a:pt x="252663" y="0"/>
                    </a:lnTo>
                    <a:cubicBezTo>
                      <a:pt x="252663" y="0"/>
                      <a:pt x="211610" y="43409"/>
                      <a:pt x="176472" y="109084"/>
                    </a:cubicBezTo>
                    <a:cubicBezTo>
                      <a:pt x="141333" y="174759"/>
                      <a:pt x="127136" y="234615"/>
                      <a:pt x="127136" y="234615"/>
                    </a:cubicBezTo>
                    <a:close/>
                  </a:path>
                </a:pathLst>
              </a:custGeom>
              <a:noFill/>
              <a:ln w="13535">
                <a:solidFill>
                  <a:srgbClr val="FFFFFF"/>
                </a:solidFill>
              </a:ln>
            </p:spPr>
            <p:txBody>
              <a:bodyPr rtlCol="0" anchor="ctr"/>
              <a:lstStyle/>
              <a:p>
                <a:pPr algn="ctr"/>
                <a:endParaRPr/>
              </a:p>
            </p:txBody>
          </p:sp>
        </p:grpSp>
        <p:grpSp>
          <p:nvGrpSpPr>
            <p:cNvPr id="6" name="Group 5">
              <a:extLst>
                <a:ext uri="{FF2B5EF4-FFF2-40B4-BE49-F238E27FC236}">
                  <a16:creationId xmlns:a16="http://schemas.microsoft.com/office/drawing/2014/main" id="{5FE12E6D-119A-AE93-17B8-383E2CEC1A62}"/>
                </a:ext>
              </a:extLst>
            </p:cNvPr>
            <p:cNvGrpSpPr/>
            <p:nvPr/>
          </p:nvGrpSpPr>
          <p:grpSpPr>
            <a:xfrm>
              <a:off x="5445628" y="2720640"/>
              <a:ext cx="1091865" cy="757989"/>
              <a:chOff x="5134476" y="1894973"/>
              <a:chExt cx="1091865" cy="757989"/>
            </a:xfrm>
          </p:grpSpPr>
          <p:sp>
            <p:nvSpPr>
              <p:cNvPr id="43" name="Rounded Rectangle 6">
                <a:extLst>
                  <a:ext uri="{FF2B5EF4-FFF2-40B4-BE49-F238E27FC236}">
                    <a16:creationId xmlns:a16="http://schemas.microsoft.com/office/drawing/2014/main" id="{6355DCC5-C2B6-3F5B-B125-5B9B072799F6}"/>
                  </a:ext>
                </a:extLst>
              </p:cNvPr>
              <p:cNvSpPr/>
              <p:nvPr/>
            </p:nvSpPr>
            <p:spPr>
              <a:xfrm>
                <a:off x="5468352" y="1894973"/>
                <a:ext cx="757989" cy="757989"/>
              </a:xfrm>
              <a:custGeom>
                <a:avLst/>
                <a:gdLst/>
                <a:ahLst/>
                <a:cxnLst/>
                <a:rect l="0" t="0" r="0" b="0"/>
                <a:pathLst>
                  <a:path w="757989" h="757989">
                    <a:moveTo>
                      <a:pt x="0" y="378994"/>
                    </a:moveTo>
                    <a:cubicBezTo>
                      <a:pt x="0" y="169681"/>
                      <a:pt x="169681" y="0"/>
                      <a:pt x="378994" y="0"/>
                    </a:cubicBezTo>
                    <a:cubicBezTo>
                      <a:pt x="588307" y="0"/>
                      <a:pt x="757989" y="169681"/>
                      <a:pt x="757989" y="378994"/>
                    </a:cubicBezTo>
                    <a:cubicBezTo>
                      <a:pt x="757989" y="588307"/>
                      <a:pt x="588307" y="757989"/>
                      <a:pt x="378994" y="757989"/>
                    </a:cubicBezTo>
                    <a:cubicBezTo>
                      <a:pt x="169681" y="757989"/>
                      <a:pt x="0" y="588307"/>
                      <a:pt x="0" y="378994"/>
                    </a:cubicBezTo>
                  </a:path>
                </a:pathLst>
              </a:custGeom>
              <a:solidFill>
                <a:srgbClr val="DE8431"/>
              </a:solidFill>
              <a:ln>
                <a:noFill/>
              </a:ln>
            </p:spPr>
            <p:txBody>
              <a:bodyPr rtlCol="0" anchor="ctr"/>
              <a:lstStyle/>
              <a:p>
                <a:pPr algn="ctr"/>
                <a:endParaRPr/>
              </a:p>
            </p:txBody>
          </p:sp>
          <p:sp>
            <p:nvSpPr>
              <p:cNvPr id="44" name="Rounded Rectangle 7">
                <a:extLst>
                  <a:ext uri="{FF2B5EF4-FFF2-40B4-BE49-F238E27FC236}">
                    <a16:creationId xmlns:a16="http://schemas.microsoft.com/office/drawing/2014/main" id="{17CED215-ECD8-7268-2BC2-FE3935BEAF19}"/>
                  </a:ext>
                </a:extLst>
              </p:cNvPr>
              <p:cNvSpPr/>
              <p:nvPr/>
            </p:nvSpPr>
            <p:spPr>
              <a:xfrm>
                <a:off x="5134476" y="2418347"/>
                <a:ext cx="252663" cy="234615"/>
              </a:xfrm>
              <a:custGeom>
                <a:avLst/>
                <a:gdLst/>
                <a:ahLst/>
                <a:cxnLst/>
                <a:rect l="0" t="0" r="0" b="0"/>
                <a:pathLst>
                  <a:path w="252663" h="234615">
                    <a:moveTo>
                      <a:pt x="127136" y="0"/>
                    </a:moveTo>
                    <a:cubicBezTo>
                      <a:pt x="127136" y="0"/>
                      <a:pt x="141333" y="59855"/>
                      <a:pt x="176472" y="125531"/>
                    </a:cubicBezTo>
                    <a:cubicBezTo>
                      <a:pt x="211610" y="191206"/>
                      <a:pt x="252663" y="234615"/>
                      <a:pt x="252663" y="234615"/>
                    </a:cubicBezTo>
                    <a:lnTo>
                      <a:pt x="0" y="233621"/>
                    </a:lnTo>
                    <a:close/>
                  </a:path>
                </a:pathLst>
              </a:custGeom>
              <a:solidFill>
                <a:srgbClr val="DE8431"/>
              </a:solidFill>
              <a:ln>
                <a:noFill/>
              </a:ln>
            </p:spPr>
            <p:txBody>
              <a:bodyPr rtlCol="0" anchor="ctr"/>
              <a:lstStyle/>
              <a:p>
                <a:pPr algn="ctr"/>
                <a:endParaRPr/>
              </a:p>
            </p:txBody>
          </p:sp>
          <p:sp>
            <p:nvSpPr>
              <p:cNvPr id="45" name="Rounded Rectangle 8">
                <a:extLst>
                  <a:ext uri="{FF2B5EF4-FFF2-40B4-BE49-F238E27FC236}">
                    <a16:creationId xmlns:a16="http://schemas.microsoft.com/office/drawing/2014/main" id="{129697DD-B145-CC8C-9DE6-145FA337949F}"/>
                  </a:ext>
                </a:extLst>
              </p:cNvPr>
              <p:cNvSpPr/>
              <p:nvPr/>
            </p:nvSpPr>
            <p:spPr>
              <a:xfrm>
                <a:off x="5468352" y="1894973"/>
                <a:ext cx="757989" cy="757989"/>
              </a:xfrm>
              <a:custGeom>
                <a:avLst/>
                <a:gdLst/>
                <a:ahLst/>
                <a:cxnLst/>
                <a:rect l="0" t="0" r="0" b="0"/>
                <a:pathLst>
                  <a:path w="757989" h="757989">
                    <a:moveTo>
                      <a:pt x="0" y="378994"/>
                    </a:moveTo>
                    <a:cubicBezTo>
                      <a:pt x="0" y="169681"/>
                      <a:pt x="169681" y="0"/>
                      <a:pt x="378994" y="0"/>
                    </a:cubicBezTo>
                    <a:cubicBezTo>
                      <a:pt x="588307" y="0"/>
                      <a:pt x="757989" y="169681"/>
                      <a:pt x="757989" y="378994"/>
                    </a:cubicBezTo>
                    <a:cubicBezTo>
                      <a:pt x="757989" y="588307"/>
                      <a:pt x="588307" y="757989"/>
                      <a:pt x="378994" y="757989"/>
                    </a:cubicBezTo>
                    <a:cubicBezTo>
                      <a:pt x="169681" y="757989"/>
                      <a:pt x="0" y="588307"/>
                      <a:pt x="0" y="378994"/>
                    </a:cubicBezTo>
                  </a:path>
                </a:pathLst>
              </a:custGeom>
              <a:noFill/>
              <a:ln w="13535">
                <a:solidFill>
                  <a:srgbClr val="FFFFFF"/>
                </a:solidFill>
              </a:ln>
            </p:spPr>
            <p:txBody>
              <a:bodyPr rtlCol="0" anchor="ctr"/>
              <a:lstStyle/>
              <a:p>
                <a:pPr algn="ctr"/>
                <a:endParaRPr/>
              </a:p>
            </p:txBody>
          </p:sp>
          <p:sp>
            <p:nvSpPr>
              <p:cNvPr id="46" name="Rounded Rectangle 9">
                <a:extLst>
                  <a:ext uri="{FF2B5EF4-FFF2-40B4-BE49-F238E27FC236}">
                    <a16:creationId xmlns:a16="http://schemas.microsoft.com/office/drawing/2014/main" id="{9620813F-C93B-CE1E-3C87-7AB2B8F21055}"/>
                  </a:ext>
                </a:extLst>
              </p:cNvPr>
              <p:cNvSpPr/>
              <p:nvPr/>
            </p:nvSpPr>
            <p:spPr>
              <a:xfrm>
                <a:off x="5134476" y="2418347"/>
                <a:ext cx="252663" cy="234615"/>
              </a:xfrm>
              <a:custGeom>
                <a:avLst/>
                <a:gdLst/>
                <a:ahLst/>
                <a:cxnLst/>
                <a:rect l="0" t="0" r="0" b="0"/>
                <a:pathLst>
                  <a:path w="252663" h="234615">
                    <a:moveTo>
                      <a:pt x="127136" y="0"/>
                    </a:moveTo>
                    <a:cubicBezTo>
                      <a:pt x="127136" y="0"/>
                      <a:pt x="141333" y="59855"/>
                      <a:pt x="176472" y="125531"/>
                    </a:cubicBezTo>
                    <a:cubicBezTo>
                      <a:pt x="211610" y="191206"/>
                      <a:pt x="252663" y="234615"/>
                      <a:pt x="252663" y="234615"/>
                    </a:cubicBezTo>
                    <a:lnTo>
                      <a:pt x="0" y="233621"/>
                    </a:lnTo>
                    <a:close/>
                  </a:path>
                </a:pathLst>
              </a:custGeom>
              <a:noFill/>
              <a:ln w="13535">
                <a:solidFill>
                  <a:srgbClr val="FFFFFF"/>
                </a:solidFill>
              </a:ln>
            </p:spPr>
            <p:txBody>
              <a:bodyPr rtlCol="0" anchor="ctr"/>
              <a:lstStyle/>
              <a:p>
                <a:pPr algn="ctr"/>
                <a:endParaRPr/>
              </a:p>
            </p:txBody>
          </p:sp>
        </p:grpSp>
        <p:grpSp>
          <p:nvGrpSpPr>
            <p:cNvPr id="7" name="Group 6">
              <a:extLst>
                <a:ext uri="{FF2B5EF4-FFF2-40B4-BE49-F238E27FC236}">
                  <a16:creationId xmlns:a16="http://schemas.microsoft.com/office/drawing/2014/main" id="{17F476B5-3D86-7567-5B37-705A4D438329}"/>
                </a:ext>
              </a:extLst>
            </p:cNvPr>
            <p:cNvGrpSpPr/>
            <p:nvPr/>
          </p:nvGrpSpPr>
          <p:grpSpPr>
            <a:xfrm>
              <a:off x="2612191" y="2332622"/>
              <a:ext cx="1091866" cy="757989"/>
              <a:chOff x="2301039" y="1506955"/>
              <a:chExt cx="1091866" cy="757989"/>
            </a:xfrm>
          </p:grpSpPr>
          <p:sp>
            <p:nvSpPr>
              <p:cNvPr id="39" name="Rounded Rectangle 11">
                <a:extLst>
                  <a:ext uri="{FF2B5EF4-FFF2-40B4-BE49-F238E27FC236}">
                    <a16:creationId xmlns:a16="http://schemas.microsoft.com/office/drawing/2014/main" id="{80D1544E-05DD-0CEA-7269-24AE47C90BD8}"/>
                  </a:ext>
                </a:extLst>
              </p:cNvPr>
              <p:cNvSpPr/>
              <p:nvPr/>
            </p:nvSpPr>
            <p:spPr>
              <a:xfrm>
                <a:off x="2301039" y="1506955"/>
                <a:ext cx="757989" cy="757989"/>
              </a:xfrm>
              <a:custGeom>
                <a:avLst/>
                <a:gdLst/>
                <a:ahLst/>
                <a:cxnLst/>
                <a:rect l="0" t="0" r="0" b="0"/>
                <a:pathLst>
                  <a:path w="757989" h="757989">
                    <a:moveTo>
                      <a:pt x="0" y="378994"/>
                    </a:moveTo>
                    <a:cubicBezTo>
                      <a:pt x="0" y="169681"/>
                      <a:pt x="169681" y="0"/>
                      <a:pt x="378994" y="0"/>
                    </a:cubicBezTo>
                    <a:cubicBezTo>
                      <a:pt x="588307" y="0"/>
                      <a:pt x="757989" y="169681"/>
                      <a:pt x="757989" y="378994"/>
                    </a:cubicBezTo>
                    <a:cubicBezTo>
                      <a:pt x="757989" y="588307"/>
                      <a:pt x="588307" y="757989"/>
                      <a:pt x="378994" y="757989"/>
                    </a:cubicBezTo>
                    <a:cubicBezTo>
                      <a:pt x="169681" y="757989"/>
                      <a:pt x="0" y="588307"/>
                      <a:pt x="0" y="378994"/>
                    </a:cubicBezTo>
                  </a:path>
                </a:pathLst>
              </a:custGeom>
              <a:solidFill>
                <a:srgbClr val="1EABDA"/>
              </a:solidFill>
              <a:ln>
                <a:noFill/>
              </a:ln>
            </p:spPr>
            <p:txBody>
              <a:bodyPr rtlCol="0" anchor="ctr"/>
              <a:lstStyle/>
              <a:p>
                <a:pPr algn="ctr"/>
                <a:endParaRPr/>
              </a:p>
            </p:txBody>
          </p:sp>
          <p:sp>
            <p:nvSpPr>
              <p:cNvPr id="40" name="Rounded Rectangle 12">
                <a:extLst>
                  <a:ext uri="{FF2B5EF4-FFF2-40B4-BE49-F238E27FC236}">
                    <a16:creationId xmlns:a16="http://schemas.microsoft.com/office/drawing/2014/main" id="{7EDE3F90-7371-A597-7756-EAFD8EE98BF0}"/>
                  </a:ext>
                </a:extLst>
              </p:cNvPr>
              <p:cNvSpPr/>
              <p:nvPr/>
            </p:nvSpPr>
            <p:spPr>
              <a:xfrm>
                <a:off x="3140242" y="2030328"/>
                <a:ext cx="252663" cy="234615"/>
              </a:xfrm>
              <a:custGeom>
                <a:avLst/>
                <a:gdLst/>
                <a:ahLst/>
                <a:cxnLst/>
                <a:rect l="0" t="0" r="0" b="0"/>
                <a:pathLst>
                  <a:path w="252663" h="234615">
                    <a:moveTo>
                      <a:pt x="252663" y="233621"/>
                    </a:moveTo>
                    <a:lnTo>
                      <a:pt x="0" y="234615"/>
                    </a:lnTo>
                    <a:cubicBezTo>
                      <a:pt x="0" y="234615"/>
                      <a:pt x="41052" y="191206"/>
                      <a:pt x="76190" y="125531"/>
                    </a:cubicBezTo>
                    <a:cubicBezTo>
                      <a:pt x="111329" y="59855"/>
                      <a:pt x="125526" y="0"/>
                      <a:pt x="125526" y="0"/>
                    </a:cubicBezTo>
                    <a:close/>
                  </a:path>
                </a:pathLst>
              </a:custGeom>
              <a:solidFill>
                <a:srgbClr val="1EABDA"/>
              </a:solidFill>
              <a:ln>
                <a:noFill/>
              </a:ln>
            </p:spPr>
            <p:txBody>
              <a:bodyPr rtlCol="0" anchor="ctr"/>
              <a:lstStyle/>
              <a:p>
                <a:pPr algn="ctr"/>
                <a:endParaRPr/>
              </a:p>
            </p:txBody>
          </p:sp>
          <p:sp>
            <p:nvSpPr>
              <p:cNvPr id="41" name="Rounded Rectangle 13">
                <a:extLst>
                  <a:ext uri="{FF2B5EF4-FFF2-40B4-BE49-F238E27FC236}">
                    <a16:creationId xmlns:a16="http://schemas.microsoft.com/office/drawing/2014/main" id="{425F0FCB-9C7A-23C5-2770-961A6B14982D}"/>
                  </a:ext>
                </a:extLst>
              </p:cNvPr>
              <p:cNvSpPr/>
              <p:nvPr/>
            </p:nvSpPr>
            <p:spPr>
              <a:xfrm>
                <a:off x="2301039" y="1506955"/>
                <a:ext cx="757989" cy="757989"/>
              </a:xfrm>
              <a:custGeom>
                <a:avLst/>
                <a:gdLst/>
                <a:ahLst/>
                <a:cxnLst/>
                <a:rect l="0" t="0" r="0" b="0"/>
                <a:pathLst>
                  <a:path w="757989" h="757989">
                    <a:moveTo>
                      <a:pt x="0" y="378994"/>
                    </a:moveTo>
                    <a:cubicBezTo>
                      <a:pt x="0" y="169681"/>
                      <a:pt x="169681" y="0"/>
                      <a:pt x="378994" y="0"/>
                    </a:cubicBezTo>
                    <a:cubicBezTo>
                      <a:pt x="588307" y="0"/>
                      <a:pt x="757989" y="169681"/>
                      <a:pt x="757989" y="378994"/>
                    </a:cubicBezTo>
                    <a:cubicBezTo>
                      <a:pt x="757989" y="588307"/>
                      <a:pt x="588307" y="757989"/>
                      <a:pt x="378994" y="757989"/>
                    </a:cubicBezTo>
                    <a:cubicBezTo>
                      <a:pt x="169681" y="757989"/>
                      <a:pt x="0" y="588307"/>
                      <a:pt x="0" y="378994"/>
                    </a:cubicBezTo>
                  </a:path>
                </a:pathLst>
              </a:custGeom>
              <a:noFill/>
              <a:ln w="13535">
                <a:solidFill>
                  <a:srgbClr val="FFFFFF"/>
                </a:solidFill>
              </a:ln>
            </p:spPr>
            <p:txBody>
              <a:bodyPr rtlCol="0" anchor="ctr"/>
              <a:lstStyle/>
              <a:p>
                <a:pPr algn="ctr"/>
                <a:endParaRPr/>
              </a:p>
            </p:txBody>
          </p:sp>
          <p:sp>
            <p:nvSpPr>
              <p:cNvPr id="42" name="Rounded Rectangle 14">
                <a:extLst>
                  <a:ext uri="{FF2B5EF4-FFF2-40B4-BE49-F238E27FC236}">
                    <a16:creationId xmlns:a16="http://schemas.microsoft.com/office/drawing/2014/main" id="{CECA5164-8347-EDFC-6F2F-755C213AAAF4}"/>
                  </a:ext>
                </a:extLst>
              </p:cNvPr>
              <p:cNvSpPr/>
              <p:nvPr/>
            </p:nvSpPr>
            <p:spPr>
              <a:xfrm>
                <a:off x="3140242" y="2030328"/>
                <a:ext cx="252663" cy="234615"/>
              </a:xfrm>
              <a:custGeom>
                <a:avLst/>
                <a:gdLst/>
                <a:ahLst/>
                <a:cxnLst/>
                <a:rect l="0" t="0" r="0" b="0"/>
                <a:pathLst>
                  <a:path w="252663" h="234615">
                    <a:moveTo>
                      <a:pt x="252663" y="233621"/>
                    </a:moveTo>
                    <a:lnTo>
                      <a:pt x="0" y="234615"/>
                    </a:lnTo>
                    <a:cubicBezTo>
                      <a:pt x="0" y="234615"/>
                      <a:pt x="41052" y="191206"/>
                      <a:pt x="76190" y="125531"/>
                    </a:cubicBezTo>
                    <a:cubicBezTo>
                      <a:pt x="111329" y="59855"/>
                      <a:pt x="125526" y="0"/>
                      <a:pt x="125526" y="0"/>
                    </a:cubicBezTo>
                    <a:close/>
                  </a:path>
                </a:pathLst>
              </a:custGeom>
              <a:noFill/>
              <a:ln w="13535">
                <a:solidFill>
                  <a:srgbClr val="FFFFFF"/>
                </a:solidFill>
              </a:ln>
            </p:spPr>
            <p:txBody>
              <a:bodyPr rtlCol="0" anchor="ctr"/>
              <a:lstStyle/>
              <a:p>
                <a:pPr algn="ctr"/>
                <a:endParaRPr/>
              </a:p>
            </p:txBody>
          </p:sp>
        </p:grpSp>
        <p:grpSp>
          <p:nvGrpSpPr>
            <p:cNvPr id="8" name="Group 7">
              <a:extLst>
                <a:ext uri="{FF2B5EF4-FFF2-40B4-BE49-F238E27FC236}">
                  <a16:creationId xmlns:a16="http://schemas.microsoft.com/office/drawing/2014/main" id="{B2A4E41C-8467-B753-D4EC-6AFC9A521184}"/>
                </a:ext>
              </a:extLst>
            </p:cNvPr>
            <p:cNvGrpSpPr/>
            <p:nvPr/>
          </p:nvGrpSpPr>
          <p:grpSpPr>
            <a:xfrm>
              <a:off x="2422694" y="3262061"/>
              <a:ext cx="1191126" cy="757989"/>
              <a:chOff x="2111542" y="2436394"/>
              <a:chExt cx="1191126" cy="757989"/>
            </a:xfrm>
          </p:grpSpPr>
          <p:sp>
            <p:nvSpPr>
              <p:cNvPr id="35" name="Rounded Rectangle 16">
                <a:extLst>
                  <a:ext uri="{FF2B5EF4-FFF2-40B4-BE49-F238E27FC236}">
                    <a16:creationId xmlns:a16="http://schemas.microsoft.com/office/drawing/2014/main" id="{F4D0CFFE-F7F6-DA4E-DE4B-0DCAFD43C48D}"/>
                  </a:ext>
                </a:extLst>
              </p:cNvPr>
              <p:cNvSpPr/>
              <p:nvPr/>
            </p:nvSpPr>
            <p:spPr>
              <a:xfrm>
                <a:off x="2111542" y="2436394"/>
                <a:ext cx="757989" cy="757989"/>
              </a:xfrm>
              <a:custGeom>
                <a:avLst/>
                <a:gdLst/>
                <a:ahLst/>
                <a:cxnLst/>
                <a:rect l="0" t="0" r="0" b="0"/>
                <a:pathLst>
                  <a:path w="757989" h="757989">
                    <a:moveTo>
                      <a:pt x="0" y="378994"/>
                    </a:moveTo>
                    <a:cubicBezTo>
                      <a:pt x="0" y="169681"/>
                      <a:pt x="169681" y="0"/>
                      <a:pt x="378994" y="0"/>
                    </a:cubicBezTo>
                    <a:cubicBezTo>
                      <a:pt x="588307" y="0"/>
                      <a:pt x="757989" y="169681"/>
                      <a:pt x="757989" y="378994"/>
                    </a:cubicBezTo>
                    <a:cubicBezTo>
                      <a:pt x="757989" y="588307"/>
                      <a:pt x="588307" y="757989"/>
                      <a:pt x="378994" y="757989"/>
                    </a:cubicBezTo>
                    <a:cubicBezTo>
                      <a:pt x="169681" y="757989"/>
                      <a:pt x="0" y="588307"/>
                      <a:pt x="0" y="378994"/>
                    </a:cubicBezTo>
                  </a:path>
                </a:pathLst>
              </a:custGeom>
              <a:solidFill>
                <a:srgbClr val="92BD39"/>
              </a:solidFill>
              <a:ln>
                <a:noFill/>
              </a:ln>
            </p:spPr>
            <p:txBody>
              <a:bodyPr rtlCol="0" anchor="ctr"/>
              <a:lstStyle/>
              <a:p>
                <a:pPr algn="ctr"/>
                <a:endParaRPr/>
              </a:p>
            </p:txBody>
          </p:sp>
          <p:sp>
            <p:nvSpPr>
              <p:cNvPr id="36" name="Rounded Rectangle 17">
                <a:extLst>
                  <a:ext uri="{FF2B5EF4-FFF2-40B4-BE49-F238E27FC236}">
                    <a16:creationId xmlns:a16="http://schemas.microsoft.com/office/drawing/2014/main" id="{68173C6C-01A5-85CB-D218-2DF77DAAA5C7}"/>
                  </a:ext>
                </a:extLst>
              </p:cNvPr>
              <p:cNvSpPr/>
              <p:nvPr/>
            </p:nvSpPr>
            <p:spPr>
              <a:xfrm>
                <a:off x="3050005" y="2698081"/>
                <a:ext cx="252663" cy="234615"/>
              </a:xfrm>
              <a:custGeom>
                <a:avLst/>
                <a:gdLst/>
                <a:ahLst/>
                <a:cxnLst/>
                <a:rect l="0" t="0" r="0" b="0"/>
                <a:pathLst>
                  <a:path w="252663" h="234615">
                    <a:moveTo>
                      <a:pt x="252663" y="116328"/>
                    </a:moveTo>
                    <a:lnTo>
                      <a:pt x="1401" y="234615"/>
                    </a:lnTo>
                    <a:cubicBezTo>
                      <a:pt x="1401" y="234615"/>
                      <a:pt x="18908" y="182912"/>
                      <a:pt x="18516" y="117237"/>
                    </a:cubicBezTo>
                    <a:cubicBezTo>
                      <a:pt x="18124" y="51562"/>
                      <a:pt x="0" y="0"/>
                      <a:pt x="0" y="0"/>
                    </a:cubicBezTo>
                    <a:close/>
                  </a:path>
                </a:pathLst>
              </a:custGeom>
              <a:solidFill>
                <a:srgbClr val="92BD39"/>
              </a:solidFill>
              <a:ln>
                <a:noFill/>
              </a:ln>
            </p:spPr>
            <p:txBody>
              <a:bodyPr rtlCol="0" anchor="ctr"/>
              <a:lstStyle/>
              <a:p>
                <a:pPr algn="ctr"/>
                <a:endParaRPr/>
              </a:p>
            </p:txBody>
          </p:sp>
          <p:sp>
            <p:nvSpPr>
              <p:cNvPr id="37" name="Rounded Rectangle 18">
                <a:extLst>
                  <a:ext uri="{FF2B5EF4-FFF2-40B4-BE49-F238E27FC236}">
                    <a16:creationId xmlns:a16="http://schemas.microsoft.com/office/drawing/2014/main" id="{D5446D39-5AE9-566C-8DFF-AD3D0F0905D5}"/>
                  </a:ext>
                </a:extLst>
              </p:cNvPr>
              <p:cNvSpPr/>
              <p:nvPr/>
            </p:nvSpPr>
            <p:spPr>
              <a:xfrm>
                <a:off x="2111542" y="2436394"/>
                <a:ext cx="757989" cy="757989"/>
              </a:xfrm>
              <a:custGeom>
                <a:avLst/>
                <a:gdLst/>
                <a:ahLst/>
                <a:cxnLst/>
                <a:rect l="0" t="0" r="0" b="0"/>
                <a:pathLst>
                  <a:path w="757989" h="757989">
                    <a:moveTo>
                      <a:pt x="0" y="378994"/>
                    </a:moveTo>
                    <a:cubicBezTo>
                      <a:pt x="0" y="169681"/>
                      <a:pt x="169681" y="0"/>
                      <a:pt x="378994" y="0"/>
                    </a:cubicBezTo>
                    <a:cubicBezTo>
                      <a:pt x="588307" y="0"/>
                      <a:pt x="757989" y="169681"/>
                      <a:pt x="757989" y="378994"/>
                    </a:cubicBezTo>
                    <a:cubicBezTo>
                      <a:pt x="757989" y="588307"/>
                      <a:pt x="588307" y="757989"/>
                      <a:pt x="378994" y="757989"/>
                    </a:cubicBezTo>
                    <a:cubicBezTo>
                      <a:pt x="169681" y="757989"/>
                      <a:pt x="0" y="588307"/>
                      <a:pt x="0" y="378994"/>
                    </a:cubicBezTo>
                  </a:path>
                </a:pathLst>
              </a:custGeom>
              <a:noFill/>
              <a:ln w="13535">
                <a:solidFill>
                  <a:srgbClr val="FFFFFF"/>
                </a:solidFill>
              </a:ln>
            </p:spPr>
            <p:txBody>
              <a:bodyPr rtlCol="0" anchor="ctr"/>
              <a:lstStyle/>
              <a:p>
                <a:pPr algn="ctr"/>
                <a:endParaRPr/>
              </a:p>
            </p:txBody>
          </p:sp>
          <p:sp>
            <p:nvSpPr>
              <p:cNvPr id="38" name="Rounded Rectangle 19">
                <a:extLst>
                  <a:ext uri="{FF2B5EF4-FFF2-40B4-BE49-F238E27FC236}">
                    <a16:creationId xmlns:a16="http://schemas.microsoft.com/office/drawing/2014/main" id="{7E786D46-A1ED-2694-51D0-3D5854FB5682}"/>
                  </a:ext>
                </a:extLst>
              </p:cNvPr>
              <p:cNvSpPr/>
              <p:nvPr/>
            </p:nvSpPr>
            <p:spPr>
              <a:xfrm>
                <a:off x="3050005" y="2698081"/>
                <a:ext cx="252663" cy="234615"/>
              </a:xfrm>
              <a:custGeom>
                <a:avLst/>
                <a:gdLst/>
                <a:ahLst/>
                <a:cxnLst/>
                <a:rect l="0" t="0" r="0" b="0"/>
                <a:pathLst>
                  <a:path w="252663" h="234615">
                    <a:moveTo>
                      <a:pt x="252663" y="116328"/>
                    </a:moveTo>
                    <a:lnTo>
                      <a:pt x="1401" y="234615"/>
                    </a:lnTo>
                    <a:cubicBezTo>
                      <a:pt x="1401" y="234615"/>
                      <a:pt x="18908" y="182912"/>
                      <a:pt x="18516" y="117237"/>
                    </a:cubicBezTo>
                    <a:cubicBezTo>
                      <a:pt x="18124" y="51562"/>
                      <a:pt x="0" y="0"/>
                      <a:pt x="0" y="0"/>
                    </a:cubicBezTo>
                    <a:close/>
                  </a:path>
                </a:pathLst>
              </a:custGeom>
              <a:noFill/>
              <a:ln w="13535">
                <a:solidFill>
                  <a:srgbClr val="FFFFFF"/>
                </a:solidFill>
              </a:ln>
            </p:spPr>
            <p:txBody>
              <a:bodyPr rtlCol="0" anchor="ctr"/>
              <a:lstStyle/>
              <a:p>
                <a:pPr algn="ctr"/>
                <a:endParaRPr/>
              </a:p>
            </p:txBody>
          </p:sp>
        </p:grpSp>
        <p:grpSp>
          <p:nvGrpSpPr>
            <p:cNvPr id="9" name="Group 8">
              <a:extLst>
                <a:ext uri="{FF2B5EF4-FFF2-40B4-BE49-F238E27FC236}">
                  <a16:creationId xmlns:a16="http://schemas.microsoft.com/office/drawing/2014/main" id="{6D062684-4AB3-436A-B666-D5C0A52C79F6}"/>
                </a:ext>
              </a:extLst>
            </p:cNvPr>
            <p:cNvGrpSpPr/>
            <p:nvPr/>
          </p:nvGrpSpPr>
          <p:grpSpPr>
            <a:xfrm>
              <a:off x="2612191" y="4182477"/>
              <a:ext cx="1091866" cy="757989"/>
              <a:chOff x="2301039" y="3356810"/>
              <a:chExt cx="1091866" cy="757989"/>
            </a:xfrm>
          </p:grpSpPr>
          <p:sp>
            <p:nvSpPr>
              <p:cNvPr id="31" name="Rounded Rectangle 21">
                <a:extLst>
                  <a:ext uri="{FF2B5EF4-FFF2-40B4-BE49-F238E27FC236}">
                    <a16:creationId xmlns:a16="http://schemas.microsoft.com/office/drawing/2014/main" id="{8515C1AA-8CF0-B153-2B3F-3CD9A3A72B7D}"/>
                  </a:ext>
                </a:extLst>
              </p:cNvPr>
              <p:cNvSpPr/>
              <p:nvPr/>
            </p:nvSpPr>
            <p:spPr>
              <a:xfrm>
                <a:off x="2301039" y="3356810"/>
                <a:ext cx="757989" cy="757989"/>
              </a:xfrm>
              <a:custGeom>
                <a:avLst/>
                <a:gdLst/>
                <a:ahLst/>
                <a:cxnLst/>
                <a:rect l="0" t="0" r="0" b="0"/>
                <a:pathLst>
                  <a:path w="757989" h="757989">
                    <a:moveTo>
                      <a:pt x="0" y="378994"/>
                    </a:moveTo>
                    <a:cubicBezTo>
                      <a:pt x="0" y="169681"/>
                      <a:pt x="169681" y="0"/>
                      <a:pt x="378994" y="0"/>
                    </a:cubicBezTo>
                    <a:cubicBezTo>
                      <a:pt x="588307" y="0"/>
                      <a:pt x="757989" y="169681"/>
                      <a:pt x="757989" y="378994"/>
                    </a:cubicBezTo>
                    <a:cubicBezTo>
                      <a:pt x="757989" y="588307"/>
                      <a:pt x="588307" y="757989"/>
                      <a:pt x="378994" y="757989"/>
                    </a:cubicBezTo>
                    <a:cubicBezTo>
                      <a:pt x="169681" y="757989"/>
                      <a:pt x="0" y="588307"/>
                      <a:pt x="0" y="378994"/>
                    </a:cubicBezTo>
                  </a:path>
                </a:pathLst>
              </a:custGeom>
              <a:solidFill>
                <a:srgbClr val="3CC583"/>
              </a:solidFill>
              <a:ln>
                <a:noFill/>
              </a:ln>
            </p:spPr>
            <p:txBody>
              <a:bodyPr rtlCol="0" anchor="ctr"/>
              <a:lstStyle/>
              <a:p>
                <a:pPr algn="ctr"/>
                <a:endParaRPr/>
              </a:p>
            </p:txBody>
          </p:sp>
          <p:sp>
            <p:nvSpPr>
              <p:cNvPr id="32" name="Rounded Rectangle 22">
                <a:extLst>
                  <a:ext uri="{FF2B5EF4-FFF2-40B4-BE49-F238E27FC236}">
                    <a16:creationId xmlns:a16="http://schemas.microsoft.com/office/drawing/2014/main" id="{74262C56-9A16-5C0A-6DD8-7C9019D38FBE}"/>
                  </a:ext>
                </a:extLst>
              </p:cNvPr>
              <p:cNvSpPr/>
              <p:nvPr/>
            </p:nvSpPr>
            <p:spPr>
              <a:xfrm>
                <a:off x="3140242" y="3356810"/>
                <a:ext cx="252663" cy="234615"/>
              </a:xfrm>
              <a:custGeom>
                <a:avLst/>
                <a:gdLst/>
                <a:ahLst/>
                <a:cxnLst/>
                <a:rect l="0" t="0" r="0" b="0"/>
                <a:pathLst>
                  <a:path w="252663" h="234615">
                    <a:moveTo>
                      <a:pt x="125526" y="234615"/>
                    </a:moveTo>
                    <a:cubicBezTo>
                      <a:pt x="125526" y="234615"/>
                      <a:pt x="111329" y="174759"/>
                      <a:pt x="76190" y="109084"/>
                    </a:cubicBezTo>
                    <a:cubicBezTo>
                      <a:pt x="41052" y="43409"/>
                      <a:pt x="0" y="0"/>
                      <a:pt x="0" y="0"/>
                    </a:cubicBezTo>
                    <a:lnTo>
                      <a:pt x="252663" y="994"/>
                    </a:lnTo>
                    <a:close/>
                  </a:path>
                </a:pathLst>
              </a:custGeom>
              <a:solidFill>
                <a:srgbClr val="3CC583"/>
              </a:solidFill>
              <a:ln>
                <a:noFill/>
              </a:ln>
            </p:spPr>
            <p:txBody>
              <a:bodyPr rtlCol="0" anchor="ctr"/>
              <a:lstStyle/>
              <a:p>
                <a:pPr algn="ctr"/>
                <a:endParaRPr/>
              </a:p>
            </p:txBody>
          </p:sp>
          <p:sp>
            <p:nvSpPr>
              <p:cNvPr id="33" name="Rounded Rectangle 23">
                <a:extLst>
                  <a:ext uri="{FF2B5EF4-FFF2-40B4-BE49-F238E27FC236}">
                    <a16:creationId xmlns:a16="http://schemas.microsoft.com/office/drawing/2014/main" id="{81B02379-AA92-6DBE-DC3C-AAD7E212E557}"/>
                  </a:ext>
                </a:extLst>
              </p:cNvPr>
              <p:cNvSpPr/>
              <p:nvPr/>
            </p:nvSpPr>
            <p:spPr>
              <a:xfrm>
                <a:off x="2301039" y="3356810"/>
                <a:ext cx="757989" cy="757989"/>
              </a:xfrm>
              <a:custGeom>
                <a:avLst/>
                <a:gdLst/>
                <a:ahLst/>
                <a:cxnLst/>
                <a:rect l="0" t="0" r="0" b="0"/>
                <a:pathLst>
                  <a:path w="757989" h="757989">
                    <a:moveTo>
                      <a:pt x="0" y="378994"/>
                    </a:moveTo>
                    <a:cubicBezTo>
                      <a:pt x="0" y="169681"/>
                      <a:pt x="169681" y="0"/>
                      <a:pt x="378994" y="0"/>
                    </a:cubicBezTo>
                    <a:cubicBezTo>
                      <a:pt x="588307" y="0"/>
                      <a:pt x="757989" y="169681"/>
                      <a:pt x="757989" y="378994"/>
                    </a:cubicBezTo>
                    <a:cubicBezTo>
                      <a:pt x="757989" y="588307"/>
                      <a:pt x="588307" y="757989"/>
                      <a:pt x="378994" y="757989"/>
                    </a:cubicBezTo>
                    <a:cubicBezTo>
                      <a:pt x="169681" y="757989"/>
                      <a:pt x="0" y="588307"/>
                      <a:pt x="0" y="378994"/>
                    </a:cubicBezTo>
                  </a:path>
                </a:pathLst>
              </a:custGeom>
              <a:noFill/>
              <a:ln w="13535">
                <a:solidFill>
                  <a:srgbClr val="FFFFFF"/>
                </a:solidFill>
              </a:ln>
            </p:spPr>
            <p:txBody>
              <a:bodyPr rtlCol="0" anchor="ctr"/>
              <a:lstStyle/>
              <a:p>
                <a:pPr algn="ctr"/>
                <a:endParaRPr/>
              </a:p>
            </p:txBody>
          </p:sp>
          <p:sp>
            <p:nvSpPr>
              <p:cNvPr id="34" name="Rounded Rectangle 24">
                <a:extLst>
                  <a:ext uri="{FF2B5EF4-FFF2-40B4-BE49-F238E27FC236}">
                    <a16:creationId xmlns:a16="http://schemas.microsoft.com/office/drawing/2014/main" id="{F75131A5-27D6-5F25-B37C-7AEA229C1BCD}"/>
                  </a:ext>
                </a:extLst>
              </p:cNvPr>
              <p:cNvSpPr/>
              <p:nvPr/>
            </p:nvSpPr>
            <p:spPr>
              <a:xfrm>
                <a:off x="3140242" y="3356810"/>
                <a:ext cx="252663" cy="234615"/>
              </a:xfrm>
              <a:custGeom>
                <a:avLst/>
                <a:gdLst/>
                <a:ahLst/>
                <a:cxnLst/>
                <a:rect l="0" t="0" r="0" b="0"/>
                <a:pathLst>
                  <a:path w="252663" h="234615">
                    <a:moveTo>
                      <a:pt x="125526" y="234615"/>
                    </a:moveTo>
                    <a:cubicBezTo>
                      <a:pt x="125526" y="234615"/>
                      <a:pt x="111329" y="174759"/>
                      <a:pt x="76190" y="109084"/>
                    </a:cubicBezTo>
                    <a:cubicBezTo>
                      <a:pt x="41052" y="43409"/>
                      <a:pt x="0" y="0"/>
                      <a:pt x="0" y="0"/>
                    </a:cubicBezTo>
                    <a:lnTo>
                      <a:pt x="252663" y="994"/>
                    </a:lnTo>
                    <a:close/>
                  </a:path>
                </a:pathLst>
              </a:custGeom>
              <a:noFill/>
              <a:ln w="13535">
                <a:solidFill>
                  <a:srgbClr val="FFFFFF"/>
                </a:solidFill>
              </a:ln>
            </p:spPr>
            <p:txBody>
              <a:bodyPr rtlCol="0" anchor="ctr"/>
              <a:lstStyle/>
              <a:p>
                <a:pPr algn="ctr"/>
                <a:endParaRPr/>
              </a:p>
            </p:txBody>
          </p:sp>
        </p:grpSp>
        <p:grpSp>
          <p:nvGrpSpPr>
            <p:cNvPr id="10" name="Group 9">
              <a:extLst>
                <a:ext uri="{FF2B5EF4-FFF2-40B4-BE49-F238E27FC236}">
                  <a16:creationId xmlns:a16="http://schemas.microsoft.com/office/drawing/2014/main" id="{EEBE3F77-E1D1-38DA-6F9E-EBDED10A4338}"/>
                </a:ext>
              </a:extLst>
            </p:cNvPr>
            <p:cNvGrpSpPr/>
            <p:nvPr/>
          </p:nvGrpSpPr>
          <p:grpSpPr>
            <a:xfrm>
              <a:off x="3776246" y="2874043"/>
              <a:ext cx="1515978" cy="1515978"/>
              <a:chOff x="3465094" y="2048376"/>
              <a:chExt cx="1515978" cy="1515978"/>
            </a:xfrm>
          </p:grpSpPr>
          <p:sp>
            <p:nvSpPr>
              <p:cNvPr id="29" name="Rounded Rectangle 26">
                <a:extLst>
                  <a:ext uri="{FF2B5EF4-FFF2-40B4-BE49-F238E27FC236}">
                    <a16:creationId xmlns:a16="http://schemas.microsoft.com/office/drawing/2014/main" id="{96953C8E-3718-AAB9-6B8B-90741791D54B}"/>
                  </a:ext>
                </a:extLst>
              </p:cNvPr>
              <p:cNvSpPr/>
              <p:nvPr/>
            </p:nvSpPr>
            <p:spPr>
              <a:xfrm>
                <a:off x="3465094" y="2048376"/>
                <a:ext cx="1515978" cy="1515978"/>
              </a:xfrm>
              <a:custGeom>
                <a:avLst/>
                <a:gdLst/>
                <a:ahLst/>
                <a:cxnLst/>
                <a:rect l="0" t="0" r="0" b="0"/>
                <a:pathLst>
                  <a:path w="1515978" h="1515978">
                    <a:moveTo>
                      <a:pt x="0" y="757989"/>
                    </a:moveTo>
                    <a:cubicBezTo>
                      <a:pt x="0" y="339363"/>
                      <a:pt x="339363" y="0"/>
                      <a:pt x="757989" y="0"/>
                    </a:cubicBezTo>
                    <a:cubicBezTo>
                      <a:pt x="1176615" y="0"/>
                      <a:pt x="1515978" y="339363"/>
                      <a:pt x="1515978" y="757989"/>
                    </a:cubicBezTo>
                    <a:cubicBezTo>
                      <a:pt x="1515978" y="1176615"/>
                      <a:pt x="1176615" y="1515978"/>
                      <a:pt x="757989" y="1515978"/>
                    </a:cubicBezTo>
                    <a:cubicBezTo>
                      <a:pt x="339363" y="1515978"/>
                      <a:pt x="0" y="1176615"/>
                      <a:pt x="0" y="757989"/>
                    </a:cubicBezTo>
                  </a:path>
                </a:pathLst>
              </a:custGeom>
              <a:solidFill>
                <a:srgbClr val="4F92FF"/>
              </a:solidFill>
              <a:ln>
                <a:noFill/>
              </a:ln>
            </p:spPr>
            <p:txBody>
              <a:bodyPr rtlCol="0" anchor="ctr"/>
              <a:lstStyle/>
              <a:p>
                <a:pPr algn="ctr"/>
                <a:endParaRPr/>
              </a:p>
            </p:txBody>
          </p:sp>
          <p:sp>
            <p:nvSpPr>
              <p:cNvPr id="30" name="Rounded Rectangle 27">
                <a:extLst>
                  <a:ext uri="{FF2B5EF4-FFF2-40B4-BE49-F238E27FC236}">
                    <a16:creationId xmlns:a16="http://schemas.microsoft.com/office/drawing/2014/main" id="{31553A79-4AB8-2CD2-A13C-DAA989C03035}"/>
                  </a:ext>
                </a:extLst>
              </p:cNvPr>
              <p:cNvSpPr/>
              <p:nvPr/>
            </p:nvSpPr>
            <p:spPr>
              <a:xfrm>
                <a:off x="3465094" y="2048376"/>
                <a:ext cx="1515978" cy="1515978"/>
              </a:xfrm>
              <a:custGeom>
                <a:avLst/>
                <a:gdLst/>
                <a:ahLst/>
                <a:cxnLst/>
                <a:rect l="0" t="0" r="0" b="0"/>
                <a:pathLst>
                  <a:path w="1515978" h="1515978">
                    <a:moveTo>
                      <a:pt x="0" y="757989"/>
                    </a:moveTo>
                    <a:cubicBezTo>
                      <a:pt x="0" y="339363"/>
                      <a:pt x="339363" y="0"/>
                      <a:pt x="757989" y="0"/>
                    </a:cubicBezTo>
                    <a:cubicBezTo>
                      <a:pt x="1176615" y="0"/>
                      <a:pt x="1515978" y="339363"/>
                      <a:pt x="1515978" y="757989"/>
                    </a:cubicBezTo>
                    <a:cubicBezTo>
                      <a:pt x="1515978" y="1176615"/>
                      <a:pt x="1176615" y="1515978"/>
                      <a:pt x="757989" y="1515978"/>
                    </a:cubicBezTo>
                    <a:cubicBezTo>
                      <a:pt x="339363" y="1515978"/>
                      <a:pt x="0" y="1176615"/>
                      <a:pt x="0" y="757989"/>
                    </a:cubicBezTo>
                  </a:path>
                </a:pathLst>
              </a:custGeom>
              <a:noFill/>
              <a:ln w="13535">
                <a:solidFill>
                  <a:srgbClr val="FFFFFF"/>
                </a:solidFill>
              </a:ln>
            </p:spPr>
            <p:txBody>
              <a:bodyPr rtlCol="0" anchor="ctr"/>
              <a:lstStyle/>
              <a:p>
                <a:pPr algn="ctr"/>
                <a:endParaRPr/>
              </a:p>
            </p:txBody>
          </p:sp>
        </p:grpSp>
        <p:sp>
          <p:nvSpPr>
            <p:cNvPr id="11" name="TextBox 10">
              <a:extLst>
                <a:ext uri="{FF2B5EF4-FFF2-40B4-BE49-F238E27FC236}">
                  <a16:creationId xmlns:a16="http://schemas.microsoft.com/office/drawing/2014/main" id="{1BC1DF2D-0EE9-C9FC-22F1-8871E4FC1143}"/>
                </a:ext>
              </a:extLst>
            </p:cNvPr>
            <p:cNvSpPr txBox="1"/>
            <p:nvPr/>
          </p:nvSpPr>
          <p:spPr>
            <a:xfrm>
              <a:off x="6934535" y="2490536"/>
              <a:ext cx="2279907" cy="553998"/>
            </a:xfrm>
            <a:prstGeom prst="rect">
              <a:avLst/>
            </a:prstGeom>
            <a:noFill/>
            <a:ln>
              <a:noFill/>
            </a:ln>
          </p:spPr>
          <p:txBody>
            <a:bodyPr wrap="square" lIns="0" tIns="0" rIns="0" bIns="0" anchor="t">
              <a:spAutoFit/>
            </a:bodyPr>
            <a:lstStyle/>
            <a:p>
              <a:pPr algn="l"/>
              <a:r>
                <a:rPr sz="1200" b="0" dirty="0">
                  <a:solidFill>
                    <a:srgbClr val="4C4034"/>
                  </a:solidFill>
                  <a:latin typeface="+mj-lt"/>
                </a:rPr>
                <a:t>Reduce la </a:t>
              </a:r>
              <a:r>
                <a:rPr sz="1200" b="0" dirty="0" err="1">
                  <a:solidFill>
                    <a:srgbClr val="4C4034"/>
                  </a:solidFill>
                  <a:latin typeface="+mj-lt"/>
                </a:rPr>
                <a:t>resolución</a:t>
              </a:r>
              <a:r>
                <a:rPr lang="es-CL" sz="1200" dirty="0">
                  <a:solidFill>
                    <a:srgbClr val="4C4034"/>
                  </a:solidFill>
                  <a:latin typeface="+mj-lt"/>
                </a:rPr>
                <a:t> </a:t>
              </a:r>
              <a:r>
                <a:rPr sz="1200" b="0" dirty="0" err="1">
                  <a:solidFill>
                    <a:srgbClr val="4C4034"/>
                  </a:solidFill>
                  <a:latin typeface="+mj-lt"/>
                </a:rPr>
                <a:t>espacial</a:t>
              </a:r>
              <a:r>
                <a:rPr sz="1200" b="0" dirty="0">
                  <a:solidFill>
                    <a:srgbClr val="4C4034"/>
                  </a:solidFill>
                  <a:latin typeface="+mj-lt"/>
                </a:rPr>
                <a:t> para</a:t>
              </a:r>
              <a:r>
                <a:rPr lang="es-CL" sz="1200" b="0" dirty="0">
                  <a:solidFill>
                    <a:srgbClr val="4C4034"/>
                  </a:solidFill>
                  <a:latin typeface="+mj-lt"/>
                </a:rPr>
                <a:t> </a:t>
              </a:r>
              <a:r>
                <a:rPr sz="1200" b="0" dirty="0" err="1">
                  <a:solidFill>
                    <a:srgbClr val="4C4034"/>
                  </a:solidFill>
                  <a:latin typeface="+mj-lt"/>
                </a:rPr>
                <a:t>enfocar</a:t>
              </a:r>
              <a:r>
                <a:rPr sz="1200" b="0" dirty="0">
                  <a:solidFill>
                    <a:srgbClr val="4C4034"/>
                  </a:solidFill>
                  <a:latin typeface="+mj-lt"/>
                </a:rPr>
                <a:t> las</a:t>
              </a:r>
              <a:r>
                <a:rPr lang="es-CL" sz="1200" b="0" dirty="0">
                  <a:solidFill>
                    <a:srgbClr val="4C4034"/>
                  </a:solidFill>
                  <a:latin typeface="+mj-lt"/>
                </a:rPr>
                <a:t> </a:t>
              </a:r>
              <a:r>
                <a:rPr sz="1200" b="0" dirty="0" err="1">
                  <a:solidFill>
                    <a:srgbClr val="4C4034"/>
                  </a:solidFill>
                  <a:latin typeface="+mj-lt"/>
                </a:rPr>
                <a:t>características</a:t>
              </a:r>
              <a:r>
                <a:rPr sz="1200" b="0" dirty="0">
                  <a:solidFill>
                    <a:srgbClr val="4C4034"/>
                  </a:solidFill>
                  <a:latin typeface="+mj-lt"/>
                </a:rPr>
                <a:t>
</a:t>
              </a:r>
              <a:r>
                <a:rPr sz="1200" b="0" dirty="0" err="1">
                  <a:solidFill>
                    <a:srgbClr val="4C4034"/>
                  </a:solidFill>
                  <a:latin typeface="+mj-lt"/>
                </a:rPr>
                <a:t>importantes</a:t>
              </a:r>
              <a:endParaRPr sz="1200" b="0" dirty="0">
                <a:solidFill>
                  <a:srgbClr val="4C4034"/>
                </a:solidFill>
                <a:latin typeface="+mj-lt"/>
              </a:endParaRPr>
            </a:p>
          </p:txBody>
        </p:sp>
        <p:sp>
          <p:nvSpPr>
            <p:cNvPr id="12" name="TextBox 11">
              <a:extLst>
                <a:ext uri="{FF2B5EF4-FFF2-40B4-BE49-F238E27FC236}">
                  <a16:creationId xmlns:a16="http://schemas.microsoft.com/office/drawing/2014/main" id="{C46F6B9C-F15E-E58A-D29D-309975B74D62}"/>
                </a:ext>
              </a:extLst>
            </p:cNvPr>
            <p:cNvSpPr txBox="1"/>
            <p:nvPr/>
          </p:nvSpPr>
          <p:spPr>
            <a:xfrm>
              <a:off x="2913492" y="2576261"/>
              <a:ext cx="175961" cy="378994"/>
            </a:xfrm>
            <a:prstGeom prst="rect">
              <a:avLst/>
            </a:prstGeom>
            <a:noFill/>
            <a:ln>
              <a:noFill/>
            </a:ln>
          </p:spPr>
          <p:txBody>
            <a:bodyPr wrap="none" lIns="0" tIns="0" rIns="0" bIns="0" anchor="t">
              <a:spAutoFit/>
            </a:bodyPr>
            <a:lstStyle/>
            <a:p>
              <a:pPr algn="ctr"/>
              <a:r>
                <a:rPr sz="2100" b="1" dirty="0">
                  <a:solidFill>
                    <a:srgbClr val="FFFFFF"/>
                  </a:solidFill>
                  <a:latin typeface="Roboto"/>
                </a:rPr>
                <a:t>3</a:t>
              </a:r>
            </a:p>
          </p:txBody>
        </p:sp>
        <p:sp>
          <p:nvSpPr>
            <p:cNvPr id="13" name="TextBox 12">
              <a:extLst>
                <a:ext uri="{FF2B5EF4-FFF2-40B4-BE49-F238E27FC236}">
                  <a16:creationId xmlns:a16="http://schemas.microsoft.com/office/drawing/2014/main" id="{37D7C0B3-248C-8070-3EC7-7D3E8274153E}"/>
                </a:ext>
              </a:extLst>
            </p:cNvPr>
            <p:cNvSpPr txBox="1"/>
            <p:nvPr/>
          </p:nvSpPr>
          <p:spPr>
            <a:xfrm>
              <a:off x="252559" y="2383422"/>
              <a:ext cx="2119331" cy="369332"/>
            </a:xfrm>
            <a:prstGeom prst="rect">
              <a:avLst/>
            </a:prstGeom>
            <a:noFill/>
            <a:ln>
              <a:noFill/>
            </a:ln>
          </p:spPr>
          <p:txBody>
            <a:bodyPr wrap="square" lIns="0" tIns="0" rIns="0" bIns="0" anchor="t">
              <a:spAutoFit/>
            </a:bodyPr>
            <a:lstStyle/>
            <a:p>
              <a:pPr algn="r"/>
              <a:r>
                <a:rPr sz="1200" b="0" dirty="0" err="1">
                  <a:solidFill>
                    <a:srgbClr val="32444A"/>
                  </a:solidFill>
                  <a:latin typeface="+mj-lt"/>
                </a:rPr>
                <a:t>Captura</a:t>
              </a:r>
              <a:r>
                <a:rPr lang="es-CL" sz="1200" dirty="0">
                  <a:solidFill>
                    <a:srgbClr val="32444A"/>
                  </a:solidFill>
                  <a:latin typeface="+mj-lt"/>
                </a:rPr>
                <a:t> </a:t>
              </a:r>
              <a:r>
                <a:rPr sz="1200" b="0" dirty="0" err="1">
                  <a:solidFill>
                    <a:srgbClr val="32444A"/>
                  </a:solidFill>
                  <a:latin typeface="+mj-lt"/>
                </a:rPr>
                <a:t>características</a:t>
              </a:r>
              <a:r>
                <a:rPr sz="1200" b="0" dirty="0">
                  <a:solidFill>
                    <a:srgbClr val="32444A"/>
                  </a:solidFill>
                  <a:latin typeface="+mj-lt"/>
                </a:rPr>
                <a:t> a la</a:t>
              </a:r>
              <a:r>
                <a:rPr lang="es-CL" sz="1200" b="0" dirty="0">
                  <a:solidFill>
                    <a:srgbClr val="32444A"/>
                  </a:solidFill>
                  <a:latin typeface="+mj-lt"/>
                </a:rPr>
                <a:t> </a:t>
              </a:r>
              <a:r>
                <a:rPr sz="1200" b="0" dirty="0" err="1">
                  <a:solidFill>
                    <a:srgbClr val="32444A"/>
                  </a:solidFill>
                  <a:latin typeface="+mj-lt"/>
                </a:rPr>
                <a:t>escala</a:t>
              </a:r>
              <a:r>
                <a:rPr sz="1200" b="0" dirty="0">
                  <a:solidFill>
                    <a:srgbClr val="32444A"/>
                  </a:solidFill>
                  <a:latin typeface="+mj-lt"/>
                </a:rPr>
                <a:t> </a:t>
              </a:r>
              <a:r>
                <a:rPr sz="1200" b="0" dirty="0" err="1">
                  <a:solidFill>
                    <a:srgbClr val="32444A"/>
                  </a:solidFill>
                  <a:latin typeface="+mj-lt"/>
                </a:rPr>
                <a:t>más</a:t>
              </a:r>
              <a:r>
                <a:rPr sz="1200" b="0" dirty="0">
                  <a:solidFill>
                    <a:srgbClr val="32444A"/>
                  </a:solidFill>
                  <a:latin typeface="+mj-lt"/>
                </a:rPr>
                <a:t> </a:t>
              </a:r>
              <a:r>
                <a:rPr sz="1200" b="0" dirty="0" err="1">
                  <a:solidFill>
                    <a:srgbClr val="32444A"/>
                  </a:solidFill>
                  <a:latin typeface="+mj-lt"/>
                </a:rPr>
                <a:t>grande</a:t>
              </a:r>
              <a:endParaRPr sz="1200" b="0" dirty="0">
                <a:solidFill>
                  <a:srgbClr val="32444A"/>
                </a:solidFill>
                <a:latin typeface="+mj-lt"/>
              </a:endParaRPr>
            </a:p>
          </p:txBody>
        </p:sp>
        <p:sp>
          <p:nvSpPr>
            <p:cNvPr id="14" name="TextBox 13">
              <a:extLst>
                <a:ext uri="{FF2B5EF4-FFF2-40B4-BE49-F238E27FC236}">
                  <a16:creationId xmlns:a16="http://schemas.microsoft.com/office/drawing/2014/main" id="{FECEEEF9-9FCA-07A8-5B94-1291A2D78A30}"/>
                </a:ext>
              </a:extLst>
            </p:cNvPr>
            <p:cNvSpPr txBox="1"/>
            <p:nvPr/>
          </p:nvSpPr>
          <p:spPr>
            <a:xfrm>
              <a:off x="6080805" y="2964280"/>
              <a:ext cx="175961" cy="378994"/>
            </a:xfrm>
            <a:prstGeom prst="rect">
              <a:avLst/>
            </a:prstGeom>
            <a:noFill/>
            <a:ln>
              <a:noFill/>
            </a:ln>
          </p:spPr>
          <p:txBody>
            <a:bodyPr wrap="none" lIns="0" tIns="0" rIns="0" bIns="0" anchor="t">
              <a:spAutoFit/>
            </a:bodyPr>
            <a:lstStyle/>
            <a:p>
              <a:pPr algn="ctr"/>
              <a:r>
                <a:rPr sz="2100" b="1">
                  <a:solidFill>
                    <a:srgbClr val="FFFFFF"/>
                  </a:solidFill>
                  <a:latin typeface="Roboto"/>
                </a:rPr>
                <a:t>4</a:t>
              </a:r>
            </a:p>
          </p:txBody>
        </p:sp>
        <p:sp>
          <p:nvSpPr>
            <p:cNvPr id="15" name="TextBox 14">
              <a:extLst>
                <a:ext uri="{FF2B5EF4-FFF2-40B4-BE49-F238E27FC236}">
                  <a16:creationId xmlns:a16="http://schemas.microsoft.com/office/drawing/2014/main" id="{4BE41B70-F045-8BDD-3D97-4714DFE2E98F}"/>
                </a:ext>
              </a:extLst>
            </p:cNvPr>
            <p:cNvSpPr txBox="1"/>
            <p:nvPr/>
          </p:nvSpPr>
          <p:spPr>
            <a:xfrm>
              <a:off x="624511" y="3128249"/>
              <a:ext cx="1487587" cy="492443"/>
            </a:xfrm>
            <a:prstGeom prst="rect">
              <a:avLst/>
            </a:prstGeom>
            <a:noFill/>
            <a:ln>
              <a:noFill/>
            </a:ln>
          </p:spPr>
          <p:txBody>
            <a:bodyPr wrap="none" lIns="0" tIns="0" rIns="0" bIns="0" anchor="t">
              <a:spAutoFit/>
            </a:bodyPr>
            <a:lstStyle/>
            <a:p>
              <a:pPr algn="r"/>
              <a:r>
                <a:rPr sz="1600" b="1" dirty="0" err="1">
                  <a:solidFill>
                    <a:srgbClr val="92BD39"/>
                  </a:solidFill>
                  <a:latin typeface="+mj-lt"/>
                </a:rPr>
                <a:t>Convoluciones</a:t>
              </a:r>
              <a:r>
                <a:rPr sz="1600" b="1" dirty="0">
                  <a:solidFill>
                    <a:srgbClr val="92BD39"/>
                  </a:solidFill>
                  <a:latin typeface="+mj-lt"/>
                </a:rPr>
                <a:t>
de 3x3</a:t>
              </a:r>
            </a:p>
          </p:txBody>
        </p:sp>
        <p:sp>
          <p:nvSpPr>
            <p:cNvPr id="16" name="TextBox 15">
              <a:extLst>
                <a:ext uri="{FF2B5EF4-FFF2-40B4-BE49-F238E27FC236}">
                  <a16:creationId xmlns:a16="http://schemas.microsoft.com/office/drawing/2014/main" id="{8C68B979-9716-176C-8511-DAF8BBE679E8}"/>
                </a:ext>
              </a:extLst>
            </p:cNvPr>
            <p:cNvSpPr txBox="1"/>
            <p:nvPr/>
          </p:nvSpPr>
          <p:spPr>
            <a:xfrm>
              <a:off x="6934536" y="2146102"/>
              <a:ext cx="1245534" cy="246221"/>
            </a:xfrm>
            <a:prstGeom prst="rect">
              <a:avLst/>
            </a:prstGeom>
            <a:noFill/>
            <a:ln>
              <a:noFill/>
            </a:ln>
          </p:spPr>
          <p:txBody>
            <a:bodyPr wrap="none" lIns="0" tIns="0" rIns="0" bIns="0" anchor="t">
              <a:spAutoFit/>
            </a:bodyPr>
            <a:lstStyle/>
            <a:p>
              <a:pPr algn="l"/>
              <a:r>
                <a:rPr sz="1600" b="1" dirty="0">
                  <a:solidFill>
                    <a:srgbClr val="DE8431"/>
                  </a:solidFill>
                  <a:latin typeface="+mj-lt"/>
                </a:rPr>
                <a:t>Max Pooling</a:t>
              </a:r>
            </a:p>
          </p:txBody>
        </p:sp>
        <p:sp>
          <p:nvSpPr>
            <p:cNvPr id="17" name="TextBox 16">
              <a:extLst>
                <a:ext uri="{FF2B5EF4-FFF2-40B4-BE49-F238E27FC236}">
                  <a16:creationId xmlns:a16="http://schemas.microsoft.com/office/drawing/2014/main" id="{1ED41C3F-9E09-4A6E-1574-4F32D52692F7}"/>
                </a:ext>
              </a:extLst>
            </p:cNvPr>
            <p:cNvSpPr txBox="1"/>
            <p:nvPr/>
          </p:nvSpPr>
          <p:spPr>
            <a:xfrm>
              <a:off x="170466" y="4981073"/>
              <a:ext cx="2288773" cy="369332"/>
            </a:xfrm>
            <a:prstGeom prst="rect">
              <a:avLst/>
            </a:prstGeom>
            <a:noFill/>
            <a:ln>
              <a:noFill/>
            </a:ln>
          </p:spPr>
          <p:txBody>
            <a:bodyPr wrap="square" lIns="0" tIns="0" rIns="0" bIns="0" anchor="t">
              <a:spAutoFit/>
            </a:bodyPr>
            <a:lstStyle/>
            <a:p>
              <a:pPr algn="r"/>
              <a:r>
                <a:rPr sz="1200" b="0" dirty="0" err="1">
                  <a:solidFill>
                    <a:srgbClr val="374840"/>
                  </a:solidFill>
                  <a:latin typeface="+mj-lt"/>
                </a:rPr>
                <a:t>Captura</a:t>
              </a:r>
              <a:r>
                <a:rPr lang="es-CL" sz="1200" dirty="0">
                  <a:solidFill>
                    <a:srgbClr val="374840"/>
                  </a:solidFill>
                  <a:latin typeface="+mj-lt"/>
                </a:rPr>
                <a:t> </a:t>
              </a:r>
              <a:r>
                <a:rPr sz="1200" b="0" dirty="0" err="1">
                  <a:solidFill>
                    <a:srgbClr val="374840"/>
                  </a:solidFill>
                  <a:latin typeface="+mj-lt"/>
                </a:rPr>
                <a:t>características</a:t>
              </a:r>
              <a:r>
                <a:rPr sz="1200" b="0" dirty="0">
                  <a:solidFill>
                    <a:srgbClr val="374840"/>
                  </a:solidFill>
                  <a:latin typeface="+mj-lt"/>
                </a:rPr>
                <a:t> a la</a:t>
              </a:r>
              <a:r>
                <a:rPr lang="es-CL" sz="1200" b="0" dirty="0">
                  <a:solidFill>
                    <a:srgbClr val="374840"/>
                  </a:solidFill>
                  <a:latin typeface="+mj-lt"/>
                </a:rPr>
                <a:t> </a:t>
              </a:r>
              <a:r>
                <a:rPr sz="1200" b="0" dirty="0" err="1">
                  <a:solidFill>
                    <a:srgbClr val="374840"/>
                  </a:solidFill>
                  <a:latin typeface="+mj-lt"/>
                </a:rPr>
                <a:t>escala</a:t>
              </a:r>
              <a:r>
                <a:rPr sz="1200" b="0" dirty="0">
                  <a:solidFill>
                    <a:srgbClr val="374840"/>
                  </a:solidFill>
                  <a:latin typeface="+mj-lt"/>
                </a:rPr>
                <a:t> </a:t>
              </a:r>
              <a:r>
                <a:rPr sz="1200" b="0" dirty="0" err="1">
                  <a:solidFill>
                    <a:srgbClr val="374840"/>
                  </a:solidFill>
                  <a:latin typeface="+mj-lt"/>
                </a:rPr>
                <a:t>más</a:t>
              </a:r>
              <a:r>
                <a:rPr sz="1200" b="0" dirty="0">
                  <a:solidFill>
                    <a:srgbClr val="374840"/>
                  </a:solidFill>
                  <a:latin typeface="+mj-lt"/>
                </a:rPr>
                <a:t> </a:t>
              </a:r>
              <a:r>
                <a:rPr sz="1200" b="0" dirty="0" err="1">
                  <a:solidFill>
                    <a:srgbClr val="374840"/>
                  </a:solidFill>
                  <a:latin typeface="+mj-lt"/>
                </a:rPr>
                <a:t>fina</a:t>
              </a:r>
              <a:endParaRPr sz="1200" b="0" dirty="0">
                <a:solidFill>
                  <a:srgbClr val="374840"/>
                </a:solidFill>
                <a:latin typeface="+mj-lt"/>
              </a:endParaRPr>
            </a:p>
          </p:txBody>
        </p:sp>
        <p:sp>
          <p:nvSpPr>
            <p:cNvPr id="18" name="TextBox 17">
              <a:extLst>
                <a:ext uri="{FF2B5EF4-FFF2-40B4-BE49-F238E27FC236}">
                  <a16:creationId xmlns:a16="http://schemas.microsoft.com/office/drawing/2014/main" id="{29F5BCF8-B6A0-5FC7-BF29-4506C52BE117}"/>
                </a:ext>
              </a:extLst>
            </p:cNvPr>
            <p:cNvSpPr txBox="1"/>
            <p:nvPr/>
          </p:nvSpPr>
          <p:spPr>
            <a:xfrm>
              <a:off x="3986008" y="3353224"/>
              <a:ext cx="1096454" cy="553998"/>
            </a:xfrm>
            <a:prstGeom prst="rect">
              <a:avLst/>
            </a:prstGeom>
            <a:noFill/>
            <a:ln>
              <a:noFill/>
            </a:ln>
          </p:spPr>
          <p:txBody>
            <a:bodyPr wrap="none" lIns="0" tIns="0" rIns="0" bIns="0" anchor="t">
              <a:spAutoFit/>
            </a:bodyPr>
            <a:lstStyle/>
            <a:p>
              <a:pPr algn="ctr"/>
              <a:r>
                <a:rPr b="1" dirty="0" err="1">
                  <a:solidFill>
                    <a:srgbClr val="FFFFFF"/>
                  </a:solidFill>
                  <a:latin typeface="+mj-lt"/>
                </a:rPr>
                <a:t>Módulo</a:t>
              </a:r>
              <a:r>
                <a:rPr b="1" dirty="0">
                  <a:solidFill>
                    <a:srgbClr val="FFFFFF"/>
                  </a:solidFill>
                  <a:latin typeface="+mj-lt"/>
                </a:rPr>
                <a:t>
Inception</a:t>
              </a:r>
            </a:p>
          </p:txBody>
        </p:sp>
        <p:sp>
          <p:nvSpPr>
            <p:cNvPr id="19" name="TextBox 18">
              <a:extLst>
                <a:ext uri="{FF2B5EF4-FFF2-40B4-BE49-F238E27FC236}">
                  <a16:creationId xmlns:a16="http://schemas.microsoft.com/office/drawing/2014/main" id="{325AC069-C286-C2EE-AD24-24FA8A260E6B}"/>
                </a:ext>
              </a:extLst>
            </p:cNvPr>
            <p:cNvSpPr txBox="1"/>
            <p:nvPr/>
          </p:nvSpPr>
          <p:spPr>
            <a:xfrm>
              <a:off x="96507" y="3681663"/>
              <a:ext cx="2015591" cy="369332"/>
            </a:xfrm>
            <a:prstGeom prst="rect">
              <a:avLst/>
            </a:prstGeom>
            <a:noFill/>
            <a:ln>
              <a:noFill/>
            </a:ln>
          </p:spPr>
          <p:txBody>
            <a:bodyPr wrap="square" lIns="0" tIns="0" rIns="0" bIns="0" anchor="t">
              <a:spAutoFit/>
            </a:bodyPr>
            <a:lstStyle/>
            <a:p>
              <a:pPr algn="r"/>
              <a:r>
                <a:rPr sz="1200" b="0" dirty="0" err="1">
                  <a:solidFill>
                    <a:srgbClr val="424736"/>
                  </a:solidFill>
                  <a:latin typeface="+mj-lt"/>
                </a:rPr>
                <a:t>Captura</a:t>
              </a:r>
              <a:r>
                <a:rPr lang="es-CL" sz="1200" dirty="0">
                  <a:solidFill>
                    <a:srgbClr val="424736"/>
                  </a:solidFill>
                  <a:latin typeface="+mj-lt"/>
                </a:rPr>
                <a:t> </a:t>
              </a:r>
              <a:r>
                <a:rPr sz="1200" b="0" dirty="0" err="1">
                  <a:solidFill>
                    <a:srgbClr val="424736"/>
                  </a:solidFill>
                  <a:latin typeface="+mj-lt"/>
                </a:rPr>
                <a:t>características</a:t>
              </a:r>
              <a:r>
                <a:rPr sz="1200" b="0" dirty="0">
                  <a:solidFill>
                    <a:srgbClr val="424736"/>
                  </a:solidFill>
                  <a:latin typeface="+mj-lt"/>
                </a:rPr>
                <a:t> a</a:t>
              </a:r>
              <a:r>
                <a:rPr lang="es-CL" sz="1200" b="0" dirty="0">
                  <a:solidFill>
                    <a:srgbClr val="424736"/>
                  </a:solidFill>
                  <a:latin typeface="+mj-lt"/>
                </a:rPr>
                <a:t> </a:t>
              </a:r>
              <a:r>
                <a:rPr sz="1200" b="0" dirty="0" err="1">
                  <a:solidFill>
                    <a:srgbClr val="424736"/>
                  </a:solidFill>
                  <a:latin typeface="+mj-lt"/>
                </a:rPr>
                <a:t>escala</a:t>
              </a:r>
              <a:r>
                <a:rPr sz="1200" b="0" dirty="0">
                  <a:solidFill>
                    <a:srgbClr val="424736"/>
                  </a:solidFill>
                  <a:latin typeface="+mj-lt"/>
                </a:rPr>
                <a:t> media</a:t>
              </a:r>
            </a:p>
          </p:txBody>
        </p:sp>
        <p:sp>
          <p:nvSpPr>
            <p:cNvPr id="20" name="TextBox 19">
              <a:extLst>
                <a:ext uri="{FF2B5EF4-FFF2-40B4-BE49-F238E27FC236}">
                  <a16:creationId xmlns:a16="http://schemas.microsoft.com/office/drawing/2014/main" id="{E7F0B338-B325-9D4A-66D2-B9DC23C2BC73}"/>
                </a:ext>
              </a:extLst>
            </p:cNvPr>
            <p:cNvSpPr txBox="1"/>
            <p:nvPr/>
          </p:nvSpPr>
          <p:spPr>
            <a:xfrm>
              <a:off x="884303" y="1821250"/>
              <a:ext cx="1487587" cy="492443"/>
            </a:xfrm>
            <a:prstGeom prst="rect">
              <a:avLst/>
            </a:prstGeom>
            <a:noFill/>
            <a:ln>
              <a:noFill/>
            </a:ln>
          </p:spPr>
          <p:txBody>
            <a:bodyPr wrap="none" lIns="0" tIns="0" rIns="0" bIns="0" anchor="t">
              <a:spAutoFit/>
            </a:bodyPr>
            <a:lstStyle/>
            <a:p>
              <a:pPr algn="r"/>
              <a:r>
                <a:rPr sz="1600" b="1" dirty="0" err="1">
                  <a:solidFill>
                    <a:srgbClr val="1EABDA"/>
                  </a:solidFill>
                  <a:latin typeface="+mj-lt"/>
                </a:rPr>
                <a:t>Convoluciones</a:t>
              </a:r>
              <a:r>
                <a:rPr sz="1600" b="1" dirty="0">
                  <a:solidFill>
                    <a:srgbClr val="1EABDA"/>
                  </a:solidFill>
                  <a:latin typeface="+mj-lt"/>
                </a:rPr>
                <a:t>
de 5x5</a:t>
              </a:r>
            </a:p>
          </p:txBody>
        </p:sp>
        <p:sp>
          <p:nvSpPr>
            <p:cNvPr id="21" name="TextBox 20">
              <a:extLst>
                <a:ext uri="{FF2B5EF4-FFF2-40B4-BE49-F238E27FC236}">
                  <a16:creationId xmlns:a16="http://schemas.microsoft.com/office/drawing/2014/main" id="{9AF51EBB-1B73-BCF4-F6E4-68C03A9EA832}"/>
                </a:ext>
              </a:extLst>
            </p:cNvPr>
            <p:cNvSpPr txBox="1"/>
            <p:nvPr/>
          </p:nvSpPr>
          <p:spPr>
            <a:xfrm>
              <a:off x="6080805" y="4047122"/>
              <a:ext cx="175961" cy="378994"/>
            </a:xfrm>
            <a:prstGeom prst="rect">
              <a:avLst/>
            </a:prstGeom>
            <a:noFill/>
            <a:ln>
              <a:noFill/>
            </a:ln>
          </p:spPr>
          <p:txBody>
            <a:bodyPr wrap="none" lIns="0" tIns="0" rIns="0" bIns="0" anchor="t">
              <a:spAutoFit/>
            </a:bodyPr>
            <a:lstStyle/>
            <a:p>
              <a:pPr algn="ctr"/>
              <a:r>
                <a:rPr sz="2100" b="1">
                  <a:solidFill>
                    <a:srgbClr val="FFFFFF"/>
                  </a:solidFill>
                  <a:latin typeface="Roboto"/>
                </a:rPr>
                <a:t>5</a:t>
              </a:r>
            </a:p>
          </p:txBody>
        </p:sp>
        <p:sp>
          <p:nvSpPr>
            <p:cNvPr id="22" name="TextBox 21">
              <a:extLst>
                <a:ext uri="{FF2B5EF4-FFF2-40B4-BE49-F238E27FC236}">
                  <a16:creationId xmlns:a16="http://schemas.microsoft.com/office/drawing/2014/main" id="{1F158279-93BF-7CFD-F151-0C9A56271F8A}"/>
                </a:ext>
              </a:extLst>
            </p:cNvPr>
            <p:cNvSpPr txBox="1"/>
            <p:nvPr/>
          </p:nvSpPr>
          <p:spPr>
            <a:xfrm>
              <a:off x="6934536" y="3986934"/>
              <a:ext cx="1263166" cy="492443"/>
            </a:xfrm>
            <a:prstGeom prst="rect">
              <a:avLst/>
            </a:prstGeom>
            <a:noFill/>
            <a:ln>
              <a:noFill/>
            </a:ln>
          </p:spPr>
          <p:txBody>
            <a:bodyPr wrap="none" lIns="0" tIns="0" rIns="0" bIns="0" anchor="t">
              <a:spAutoFit/>
            </a:bodyPr>
            <a:lstStyle/>
            <a:p>
              <a:pPr algn="l"/>
              <a:r>
                <a:rPr sz="1600" b="1" dirty="0" err="1">
                  <a:solidFill>
                    <a:srgbClr val="C7B613"/>
                  </a:solidFill>
                  <a:latin typeface="+mj-lt"/>
                </a:rPr>
                <a:t>Convolución</a:t>
              </a:r>
              <a:r>
                <a:rPr sz="1600" b="1" dirty="0">
                  <a:solidFill>
                    <a:srgbClr val="C7B613"/>
                  </a:solidFill>
                  <a:latin typeface="+mj-lt"/>
                </a:rPr>
                <a:t>
1x1</a:t>
              </a:r>
            </a:p>
          </p:txBody>
        </p:sp>
        <p:sp>
          <p:nvSpPr>
            <p:cNvPr id="23" name="TextBox 22">
              <a:extLst>
                <a:ext uri="{FF2B5EF4-FFF2-40B4-BE49-F238E27FC236}">
                  <a16:creationId xmlns:a16="http://schemas.microsoft.com/office/drawing/2014/main" id="{179136CD-FBE5-651C-4D59-709CEC9C0024}"/>
                </a:ext>
              </a:extLst>
            </p:cNvPr>
            <p:cNvSpPr txBox="1"/>
            <p:nvPr/>
          </p:nvSpPr>
          <p:spPr>
            <a:xfrm>
              <a:off x="2503726" y="1308434"/>
              <a:ext cx="4182477" cy="315828"/>
            </a:xfrm>
            <a:prstGeom prst="rect">
              <a:avLst/>
            </a:prstGeom>
            <a:noFill/>
            <a:ln>
              <a:noFill/>
            </a:ln>
          </p:spPr>
          <p:txBody>
            <a:bodyPr wrap="none" lIns="0" tIns="0" rIns="0" bIns="0" anchor="t">
              <a:spAutoFit/>
            </a:bodyPr>
            <a:lstStyle/>
            <a:p>
              <a:pPr algn="ctr"/>
              <a:r>
                <a:rPr sz="1700" b="1" dirty="0" err="1">
                  <a:solidFill>
                    <a:srgbClr val="484848"/>
                  </a:solidFill>
                  <a:latin typeface="Roboto"/>
                </a:rPr>
                <a:t>Elementos</a:t>
              </a:r>
              <a:r>
                <a:rPr sz="1700" b="1" dirty="0">
                  <a:solidFill>
                    <a:srgbClr val="484848"/>
                  </a:solidFill>
                  <a:latin typeface="Roboto"/>
                </a:rPr>
                <a:t> clave del </a:t>
              </a:r>
              <a:r>
                <a:rPr sz="1700" b="1" dirty="0" err="1">
                  <a:solidFill>
                    <a:srgbClr val="484848"/>
                  </a:solidFill>
                  <a:latin typeface="Roboto"/>
                </a:rPr>
                <a:t>módulo</a:t>
              </a:r>
              <a:r>
                <a:rPr sz="1700" b="1" dirty="0">
                  <a:solidFill>
                    <a:srgbClr val="484848"/>
                  </a:solidFill>
                  <a:latin typeface="Roboto"/>
                </a:rPr>
                <a:t> Inception</a:t>
              </a:r>
            </a:p>
          </p:txBody>
        </p:sp>
        <p:sp>
          <p:nvSpPr>
            <p:cNvPr id="24" name="TextBox 23">
              <a:extLst>
                <a:ext uri="{FF2B5EF4-FFF2-40B4-BE49-F238E27FC236}">
                  <a16:creationId xmlns:a16="http://schemas.microsoft.com/office/drawing/2014/main" id="{DF555EF1-27F2-95DC-87E5-1799B17B4AE7}"/>
                </a:ext>
              </a:extLst>
            </p:cNvPr>
            <p:cNvSpPr txBox="1"/>
            <p:nvPr/>
          </p:nvSpPr>
          <p:spPr>
            <a:xfrm>
              <a:off x="973953" y="4417092"/>
              <a:ext cx="1487587" cy="492443"/>
            </a:xfrm>
            <a:prstGeom prst="rect">
              <a:avLst/>
            </a:prstGeom>
            <a:noFill/>
            <a:ln>
              <a:noFill/>
            </a:ln>
          </p:spPr>
          <p:txBody>
            <a:bodyPr wrap="none" lIns="0" tIns="0" rIns="0" bIns="0" anchor="t">
              <a:spAutoFit/>
            </a:bodyPr>
            <a:lstStyle/>
            <a:p>
              <a:pPr algn="r"/>
              <a:r>
                <a:rPr sz="1600" b="1" dirty="0" err="1">
                  <a:solidFill>
                    <a:srgbClr val="3CC583"/>
                  </a:solidFill>
                  <a:latin typeface="+mj-lt"/>
                </a:rPr>
                <a:t>Convoluciones</a:t>
              </a:r>
              <a:r>
                <a:rPr sz="1600" b="1" dirty="0">
                  <a:solidFill>
                    <a:srgbClr val="3CC583"/>
                  </a:solidFill>
                  <a:latin typeface="+mj-lt"/>
                </a:rPr>
                <a:t>
de 1x1</a:t>
              </a:r>
            </a:p>
          </p:txBody>
        </p:sp>
        <p:sp>
          <p:nvSpPr>
            <p:cNvPr id="26" name="TextBox 25">
              <a:extLst>
                <a:ext uri="{FF2B5EF4-FFF2-40B4-BE49-F238E27FC236}">
                  <a16:creationId xmlns:a16="http://schemas.microsoft.com/office/drawing/2014/main" id="{53E1874A-4647-7FAB-54A8-993338408A6E}"/>
                </a:ext>
              </a:extLst>
            </p:cNvPr>
            <p:cNvSpPr txBox="1"/>
            <p:nvPr/>
          </p:nvSpPr>
          <p:spPr>
            <a:xfrm>
              <a:off x="2913492" y="4426117"/>
              <a:ext cx="175961" cy="378994"/>
            </a:xfrm>
            <a:prstGeom prst="rect">
              <a:avLst/>
            </a:prstGeom>
            <a:noFill/>
            <a:ln>
              <a:noFill/>
            </a:ln>
          </p:spPr>
          <p:txBody>
            <a:bodyPr wrap="none" lIns="0" tIns="0" rIns="0" bIns="0" anchor="t">
              <a:spAutoFit/>
            </a:bodyPr>
            <a:lstStyle/>
            <a:p>
              <a:pPr algn="ctr"/>
              <a:r>
                <a:rPr sz="2100" b="1">
                  <a:solidFill>
                    <a:srgbClr val="FFFFFF"/>
                  </a:solidFill>
                  <a:latin typeface="Roboto"/>
                </a:rPr>
                <a:t>1</a:t>
              </a:r>
            </a:p>
          </p:txBody>
        </p:sp>
        <p:sp>
          <p:nvSpPr>
            <p:cNvPr id="27" name="TextBox 26">
              <a:extLst>
                <a:ext uri="{FF2B5EF4-FFF2-40B4-BE49-F238E27FC236}">
                  <a16:creationId xmlns:a16="http://schemas.microsoft.com/office/drawing/2014/main" id="{F08A0776-A3D9-8B2E-4203-E7866C096CF3}"/>
                </a:ext>
              </a:extLst>
            </p:cNvPr>
            <p:cNvSpPr txBox="1"/>
            <p:nvPr/>
          </p:nvSpPr>
          <p:spPr>
            <a:xfrm>
              <a:off x="6934535" y="4520865"/>
              <a:ext cx="2904365" cy="369332"/>
            </a:xfrm>
            <a:prstGeom prst="rect">
              <a:avLst/>
            </a:prstGeom>
            <a:noFill/>
            <a:ln>
              <a:noFill/>
            </a:ln>
          </p:spPr>
          <p:txBody>
            <a:bodyPr wrap="square" lIns="0" tIns="0" rIns="0" bIns="0" anchor="t">
              <a:spAutoFit/>
            </a:bodyPr>
            <a:lstStyle/>
            <a:p>
              <a:pPr algn="l"/>
              <a:r>
                <a:rPr sz="1200" b="0" dirty="0">
                  <a:solidFill>
                    <a:srgbClr val="46432D"/>
                  </a:solidFill>
                  <a:latin typeface="+mj-lt"/>
                </a:rPr>
                <a:t>Reduce la</a:t>
              </a:r>
              <a:r>
                <a:rPr lang="es-CL" sz="1200" b="0" dirty="0">
                  <a:solidFill>
                    <a:srgbClr val="46432D"/>
                  </a:solidFill>
                  <a:latin typeface="+mj-lt"/>
                </a:rPr>
                <a:t> </a:t>
              </a:r>
              <a:r>
                <a:rPr sz="1200" b="0" dirty="0" err="1">
                  <a:solidFill>
                    <a:srgbClr val="46432D"/>
                  </a:solidFill>
                  <a:latin typeface="+mj-lt"/>
                </a:rPr>
                <a:t>dimensionalidad</a:t>
              </a:r>
              <a:r>
                <a:rPr lang="es-CL" sz="1200" dirty="0">
                  <a:solidFill>
                    <a:srgbClr val="46432D"/>
                  </a:solidFill>
                  <a:latin typeface="+mj-lt"/>
                </a:rPr>
                <a:t> </a:t>
              </a:r>
              <a:r>
                <a:rPr sz="1200" b="0" dirty="0">
                  <a:solidFill>
                    <a:srgbClr val="46432D"/>
                  </a:solidFill>
                  <a:latin typeface="+mj-lt"/>
                </a:rPr>
                <a:t>para </a:t>
              </a:r>
              <a:r>
                <a:rPr sz="1200" b="0" dirty="0" err="1">
                  <a:solidFill>
                    <a:srgbClr val="46432D"/>
                  </a:solidFill>
                  <a:latin typeface="+mj-lt"/>
                </a:rPr>
                <a:t>cálculos</a:t>
              </a:r>
              <a:r>
                <a:rPr sz="1200" b="0" dirty="0">
                  <a:solidFill>
                    <a:srgbClr val="46432D"/>
                  </a:solidFill>
                  <a:latin typeface="+mj-lt"/>
                </a:rPr>
                <a:t>
</a:t>
              </a:r>
              <a:r>
                <a:rPr sz="1200" b="0" dirty="0" err="1">
                  <a:solidFill>
                    <a:srgbClr val="46432D"/>
                  </a:solidFill>
                  <a:latin typeface="+mj-lt"/>
                </a:rPr>
                <a:t>eficientes</a:t>
              </a:r>
              <a:endParaRPr sz="1200" b="0" dirty="0">
                <a:solidFill>
                  <a:srgbClr val="46432D"/>
                </a:solidFill>
                <a:latin typeface="+mj-lt"/>
              </a:endParaRPr>
            </a:p>
          </p:txBody>
        </p:sp>
        <p:sp>
          <p:nvSpPr>
            <p:cNvPr id="28" name="TextBox 27">
              <a:extLst>
                <a:ext uri="{FF2B5EF4-FFF2-40B4-BE49-F238E27FC236}">
                  <a16:creationId xmlns:a16="http://schemas.microsoft.com/office/drawing/2014/main" id="{13632882-4AE8-4ACF-A817-3C1C8DB11164}"/>
                </a:ext>
              </a:extLst>
            </p:cNvPr>
            <p:cNvSpPr txBox="1"/>
            <p:nvPr/>
          </p:nvSpPr>
          <p:spPr>
            <a:xfrm>
              <a:off x="2723994" y="3505701"/>
              <a:ext cx="175961" cy="378994"/>
            </a:xfrm>
            <a:prstGeom prst="rect">
              <a:avLst/>
            </a:prstGeom>
            <a:noFill/>
            <a:ln>
              <a:noFill/>
            </a:ln>
          </p:spPr>
          <p:txBody>
            <a:bodyPr wrap="none" lIns="0" tIns="0" rIns="0" bIns="0" anchor="t">
              <a:spAutoFit/>
            </a:bodyPr>
            <a:lstStyle/>
            <a:p>
              <a:pPr algn="ctr"/>
              <a:r>
                <a:rPr sz="2100" b="1">
                  <a:solidFill>
                    <a:srgbClr val="FFFFFF"/>
                  </a:solidFill>
                  <a:latin typeface="Roboto"/>
                </a:rPr>
                <a:t>2</a:t>
              </a:r>
            </a:p>
          </p:txBody>
        </p:sp>
      </p:grpSp>
    </p:spTree>
    <p:extLst>
      <p:ext uri="{BB962C8B-B14F-4D97-AF65-F5344CB8AC3E}">
        <p14:creationId xmlns:p14="http://schemas.microsoft.com/office/powerpoint/2010/main" val="2723537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1B05E-FDEF-B806-0B46-EDCA96600165}"/>
            </a:ext>
          </a:extLst>
        </p:cNvPr>
        <p:cNvGrpSpPr/>
        <p:nvPr/>
      </p:nvGrpSpPr>
      <p:grpSpPr>
        <a:xfrm>
          <a:off x="0" y="0"/>
          <a:ext cx="0" cy="0"/>
          <a:chOff x="0" y="0"/>
          <a:chExt cx="0" cy="0"/>
        </a:xfrm>
      </p:grpSpPr>
      <p:sp>
        <p:nvSpPr>
          <p:cNvPr id="25" name="Marcador de texto 24">
            <a:extLst>
              <a:ext uri="{FF2B5EF4-FFF2-40B4-BE49-F238E27FC236}">
                <a16:creationId xmlns:a16="http://schemas.microsoft.com/office/drawing/2014/main" id="{80C24887-849A-FA2A-ACEE-6BCFB316BE59}"/>
              </a:ext>
            </a:extLst>
          </p:cNvPr>
          <p:cNvSpPr>
            <a:spLocks noGrp="1"/>
          </p:cNvSpPr>
          <p:nvPr>
            <p:ph type="body" sz="quarter" idx="18"/>
          </p:nvPr>
        </p:nvSpPr>
        <p:spPr>
          <a:xfrm>
            <a:off x="1640376" y="419421"/>
            <a:ext cx="4753699" cy="391824"/>
          </a:xfrm>
        </p:spPr>
        <p:txBody>
          <a:bodyPr/>
          <a:lstStyle/>
          <a:p>
            <a:r>
              <a:rPr lang="es-CL" dirty="0" err="1"/>
              <a:t>Inception</a:t>
            </a:r>
            <a:endParaRPr lang="es-CL" dirty="0"/>
          </a:p>
        </p:txBody>
      </p:sp>
      <p:sp>
        <p:nvSpPr>
          <p:cNvPr id="5" name="TextBox 4">
            <a:extLst>
              <a:ext uri="{FF2B5EF4-FFF2-40B4-BE49-F238E27FC236}">
                <a16:creationId xmlns:a16="http://schemas.microsoft.com/office/drawing/2014/main" id="{CCD73FB4-9540-9CDF-7DEE-D6D637DC5A9B}"/>
              </a:ext>
            </a:extLst>
          </p:cNvPr>
          <p:cNvSpPr txBox="1"/>
          <p:nvPr/>
        </p:nvSpPr>
        <p:spPr>
          <a:xfrm>
            <a:off x="305920" y="1582462"/>
            <a:ext cx="11352680" cy="1477328"/>
          </a:xfrm>
          <a:prstGeom prst="rect">
            <a:avLst/>
          </a:prstGeom>
          <a:noFill/>
        </p:spPr>
        <p:txBody>
          <a:bodyPr wrap="square">
            <a:spAutoFit/>
          </a:bodyPr>
          <a:lstStyle/>
          <a:p>
            <a:pPr algn="just"/>
            <a:r>
              <a:rPr lang="es-ES" dirty="0"/>
              <a:t>La idea detrás de usar diferentes tamaños de filtros (1x1, 3x3, 5x5) es que la imagen puede contener características a distintas escalas, por ejemplo, bordes finos, detalles pequeños y patrones más grandes. </a:t>
            </a:r>
          </a:p>
          <a:p>
            <a:pPr algn="just"/>
            <a:endParaRPr lang="es-ES" dirty="0"/>
          </a:p>
          <a:p>
            <a:pPr algn="just"/>
            <a:r>
              <a:rPr lang="es-ES" dirty="0"/>
              <a:t>Al combinar varias convoluciones, el modelo tiene la capacidad de captar patrones en diferentes niveles de granularidad.</a:t>
            </a:r>
            <a:endParaRPr lang="en-US" dirty="0">
              <a:solidFill>
                <a:srgbClr val="FF0000"/>
              </a:solidFill>
            </a:endParaRPr>
          </a:p>
        </p:txBody>
      </p:sp>
      <p:pic>
        <p:nvPicPr>
          <p:cNvPr id="3" name="Picture 2" descr="A diagram of a process&#10;&#10;AI-generated content may be incorrect.">
            <a:extLst>
              <a:ext uri="{FF2B5EF4-FFF2-40B4-BE49-F238E27FC236}">
                <a16:creationId xmlns:a16="http://schemas.microsoft.com/office/drawing/2014/main" id="{3F73BFB4-98B6-197D-6023-09404054F4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508" y="3314700"/>
            <a:ext cx="4709202" cy="25904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descr="A diagram of a conconvolutions&#10;&#10;AI-generated content may be incorrect.">
            <a:extLst>
              <a:ext uri="{FF2B5EF4-FFF2-40B4-BE49-F238E27FC236}">
                <a16:creationId xmlns:a16="http://schemas.microsoft.com/office/drawing/2014/main" id="{F2FECFEC-8A6D-D846-A8D0-57E79FE05C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30292" y="3314700"/>
            <a:ext cx="4605292" cy="259359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extBox 6">
            <a:extLst>
              <a:ext uri="{FF2B5EF4-FFF2-40B4-BE49-F238E27FC236}">
                <a16:creationId xmlns:a16="http://schemas.microsoft.com/office/drawing/2014/main" id="{D5433E48-E982-D34A-EF18-0D5AE8C911C1}"/>
              </a:ext>
            </a:extLst>
          </p:cNvPr>
          <p:cNvSpPr txBox="1"/>
          <p:nvPr/>
        </p:nvSpPr>
        <p:spPr>
          <a:xfrm>
            <a:off x="0" y="6527194"/>
            <a:ext cx="11632018" cy="261610"/>
          </a:xfrm>
          <a:prstGeom prst="rect">
            <a:avLst/>
          </a:prstGeom>
          <a:noFill/>
        </p:spPr>
        <p:txBody>
          <a:bodyPr wrap="square" rtlCol="0">
            <a:spAutoFit/>
          </a:bodyPr>
          <a:lstStyle/>
          <a:p>
            <a:r>
              <a:rPr lang="en-US" sz="1100" dirty="0"/>
              <a:t>Sik-Ho Tsang, </a:t>
            </a:r>
            <a:r>
              <a:rPr lang="en-US" sz="1100" dirty="0">
                <a:hlinkClick r:id="rId5"/>
              </a:rPr>
              <a:t>Review: </a:t>
            </a:r>
            <a:r>
              <a:rPr lang="en-US" sz="1100" dirty="0" err="1">
                <a:hlinkClick r:id="rId5"/>
              </a:rPr>
              <a:t>GoogLeNet</a:t>
            </a:r>
            <a:r>
              <a:rPr lang="en-US" sz="1100" dirty="0">
                <a:hlinkClick r:id="rId5"/>
              </a:rPr>
              <a:t> (Inception v1)— Winner of ILSVRC 2014 (Image Classification)</a:t>
            </a:r>
            <a:r>
              <a:rPr lang="en-US" sz="1100" dirty="0"/>
              <a:t>, Medium. [</a:t>
            </a:r>
            <a:r>
              <a:rPr lang="en-US" sz="1100" dirty="0" err="1"/>
              <a:t>Acceso</a:t>
            </a:r>
            <a:r>
              <a:rPr lang="en-US" sz="1100" dirty="0"/>
              <a:t>: 220.06.2025] </a:t>
            </a:r>
          </a:p>
        </p:txBody>
      </p:sp>
    </p:spTree>
    <p:extLst>
      <p:ext uri="{BB962C8B-B14F-4D97-AF65-F5344CB8AC3E}">
        <p14:creationId xmlns:p14="http://schemas.microsoft.com/office/powerpoint/2010/main" val="196459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181B9-E192-4D0B-D27D-5D22191EA76D}"/>
            </a:ext>
          </a:extLst>
        </p:cNvPr>
        <p:cNvGrpSpPr/>
        <p:nvPr/>
      </p:nvGrpSpPr>
      <p:grpSpPr>
        <a:xfrm>
          <a:off x="0" y="0"/>
          <a:ext cx="0" cy="0"/>
          <a:chOff x="0" y="0"/>
          <a:chExt cx="0" cy="0"/>
        </a:xfrm>
      </p:grpSpPr>
      <p:sp>
        <p:nvSpPr>
          <p:cNvPr id="25" name="Marcador de texto 24">
            <a:extLst>
              <a:ext uri="{FF2B5EF4-FFF2-40B4-BE49-F238E27FC236}">
                <a16:creationId xmlns:a16="http://schemas.microsoft.com/office/drawing/2014/main" id="{D3E9882B-2F4F-A118-C48F-1623C213DE0D}"/>
              </a:ext>
            </a:extLst>
          </p:cNvPr>
          <p:cNvSpPr>
            <a:spLocks noGrp="1"/>
          </p:cNvSpPr>
          <p:nvPr>
            <p:ph type="body" sz="quarter" idx="18"/>
          </p:nvPr>
        </p:nvSpPr>
        <p:spPr>
          <a:xfrm>
            <a:off x="1640376" y="419421"/>
            <a:ext cx="4753699" cy="391824"/>
          </a:xfrm>
        </p:spPr>
        <p:txBody>
          <a:bodyPr/>
          <a:lstStyle/>
          <a:p>
            <a:r>
              <a:rPr lang="es-CL" dirty="0" err="1"/>
              <a:t>Inception</a:t>
            </a:r>
            <a:endParaRPr lang="es-CL" dirty="0"/>
          </a:p>
        </p:txBody>
      </p:sp>
      <p:sp>
        <p:nvSpPr>
          <p:cNvPr id="7" name="TextBox 6">
            <a:extLst>
              <a:ext uri="{FF2B5EF4-FFF2-40B4-BE49-F238E27FC236}">
                <a16:creationId xmlns:a16="http://schemas.microsoft.com/office/drawing/2014/main" id="{D1B6A580-E39B-EFA6-467C-759BB061850D}"/>
              </a:ext>
            </a:extLst>
          </p:cNvPr>
          <p:cNvSpPr txBox="1"/>
          <p:nvPr/>
        </p:nvSpPr>
        <p:spPr>
          <a:xfrm>
            <a:off x="0" y="6527194"/>
            <a:ext cx="11632018" cy="261610"/>
          </a:xfrm>
          <a:prstGeom prst="rect">
            <a:avLst/>
          </a:prstGeom>
          <a:noFill/>
        </p:spPr>
        <p:txBody>
          <a:bodyPr wrap="square" rtlCol="0">
            <a:spAutoFit/>
          </a:bodyPr>
          <a:lstStyle/>
          <a:p>
            <a:r>
              <a:rPr lang="en-US" sz="1100" dirty="0"/>
              <a:t>Sik-Ho Tsang, </a:t>
            </a:r>
            <a:r>
              <a:rPr lang="en-US" sz="1100" dirty="0">
                <a:hlinkClick r:id="rId3"/>
              </a:rPr>
              <a:t>Review: </a:t>
            </a:r>
            <a:r>
              <a:rPr lang="en-US" sz="1100" dirty="0" err="1">
                <a:hlinkClick r:id="rId3"/>
              </a:rPr>
              <a:t>GoogLeNet</a:t>
            </a:r>
            <a:r>
              <a:rPr lang="en-US" sz="1100" dirty="0">
                <a:hlinkClick r:id="rId3"/>
              </a:rPr>
              <a:t> (Inception v1)— Winner of ILSVRC 2014 (Image Classification)</a:t>
            </a:r>
            <a:r>
              <a:rPr lang="en-US" sz="1100" dirty="0"/>
              <a:t>, Medium. [</a:t>
            </a:r>
            <a:r>
              <a:rPr lang="en-US" sz="1100" dirty="0" err="1"/>
              <a:t>Acceso</a:t>
            </a:r>
            <a:r>
              <a:rPr lang="en-US" sz="1100" dirty="0"/>
              <a:t>: 220.06.2025] </a:t>
            </a:r>
          </a:p>
        </p:txBody>
      </p:sp>
      <p:pic>
        <p:nvPicPr>
          <p:cNvPr id="4" name="Picture 3">
            <a:extLst>
              <a:ext uri="{FF2B5EF4-FFF2-40B4-BE49-F238E27FC236}">
                <a16:creationId xmlns:a16="http://schemas.microsoft.com/office/drawing/2014/main" id="{69FFE904-9DF6-6E9E-5A0B-9163AFAA30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8268" y="1502304"/>
            <a:ext cx="3969500" cy="1533243"/>
          </a:xfrm>
          <a:prstGeom prst="rect">
            <a:avLst/>
          </a:prstGeom>
        </p:spPr>
      </p:pic>
      <p:pic>
        <p:nvPicPr>
          <p:cNvPr id="11" name="Picture 10" descr="A white rectangular object with black text&#10;&#10;AI-generated content may be incorrect.">
            <a:extLst>
              <a:ext uri="{FF2B5EF4-FFF2-40B4-BE49-F238E27FC236}">
                <a16:creationId xmlns:a16="http://schemas.microsoft.com/office/drawing/2014/main" id="{3020C512-4208-B856-3E6E-D54A51D4C8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18213" y="4225065"/>
            <a:ext cx="5755129" cy="1373479"/>
          </a:xfrm>
          <a:prstGeom prst="rect">
            <a:avLst/>
          </a:prstGeom>
        </p:spPr>
      </p:pic>
      <p:sp>
        <p:nvSpPr>
          <p:cNvPr id="12" name="TextBox 11">
            <a:extLst>
              <a:ext uri="{FF2B5EF4-FFF2-40B4-BE49-F238E27FC236}">
                <a16:creationId xmlns:a16="http://schemas.microsoft.com/office/drawing/2014/main" id="{5FD728EE-05E7-61A9-9204-4757FE4776C8}"/>
              </a:ext>
            </a:extLst>
          </p:cNvPr>
          <p:cNvSpPr txBox="1"/>
          <p:nvPr/>
        </p:nvSpPr>
        <p:spPr>
          <a:xfrm>
            <a:off x="6762306" y="1540505"/>
            <a:ext cx="3827722" cy="1200329"/>
          </a:xfrm>
          <a:prstGeom prst="rect">
            <a:avLst/>
          </a:prstGeom>
          <a:noFill/>
          <a:ln w="12700">
            <a:solidFill>
              <a:schemeClr val="accent1">
                <a:shade val="15000"/>
              </a:schemeClr>
            </a:solidFill>
          </a:ln>
          <a:effectLst>
            <a:outerShdw blurRad="63500" sx="102000" sy="102000" algn="ctr" rotWithShape="0">
              <a:prstClr val="black">
                <a:alpha val="40000"/>
              </a:prstClr>
            </a:outerShdw>
          </a:effectLst>
        </p:spPr>
        <p:txBody>
          <a:bodyPr wrap="square" rtlCol="0">
            <a:spAutoFit/>
          </a:bodyPr>
          <a:lstStyle/>
          <a:p>
            <a:r>
              <a:rPr lang="es-CL" dirty="0"/>
              <a:t>Sin convolución 1x1.</a:t>
            </a:r>
          </a:p>
          <a:p>
            <a:endParaRPr lang="es-CL" dirty="0"/>
          </a:p>
          <a:p>
            <a:r>
              <a:rPr lang="es-CL" dirty="0"/>
              <a:t>Cantidad de operaciones:</a:t>
            </a:r>
            <a:br>
              <a:rPr lang="es-CL" dirty="0"/>
            </a:br>
            <a:r>
              <a:rPr lang="en-US" b="1" dirty="0"/>
              <a:t>(14×14×48)×(5×5×480) = 112.9M</a:t>
            </a:r>
            <a:endParaRPr lang="en-US" dirty="0"/>
          </a:p>
        </p:txBody>
      </p:sp>
      <p:sp>
        <p:nvSpPr>
          <p:cNvPr id="13" name="TextBox 12">
            <a:extLst>
              <a:ext uri="{FF2B5EF4-FFF2-40B4-BE49-F238E27FC236}">
                <a16:creationId xmlns:a16="http://schemas.microsoft.com/office/drawing/2014/main" id="{214C816F-DF9E-FE04-0AC5-A156FA5A2C1F}"/>
              </a:ext>
            </a:extLst>
          </p:cNvPr>
          <p:cNvSpPr txBox="1"/>
          <p:nvPr/>
        </p:nvSpPr>
        <p:spPr>
          <a:xfrm>
            <a:off x="65989" y="3796904"/>
            <a:ext cx="4969846" cy="2031325"/>
          </a:xfrm>
          <a:prstGeom prst="rect">
            <a:avLst/>
          </a:prstGeom>
          <a:noFill/>
          <a:ln w="12700">
            <a:solidFill>
              <a:schemeClr val="accent1">
                <a:shade val="15000"/>
              </a:schemeClr>
            </a:solidFill>
          </a:ln>
          <a:effectLst>
            <a:outerShdw blurRad="63500" sx="102000" sy="102000" algn="ctr" rotWithShape="0">
              <a:prstClr val="black">
                <a:alpha val="40000"/>
              </a:prstClr>
            </a:outerShdw>
          </a:effectLst>
        </p:spPr>
        <p:txBody>
          <a:bodyPr wrap="square" rtlCol="0">
            <a:spAutoFit/>
          </a:bodyPr>
          <a:lstStyle/>
          <a:p>
            <a:r>
              <a:rPr lang="es-CL" dirty="0"/>
              <a:t>Con convolución 1x1:</a:t>
            </a:r>
          </a:p>
          <a:p>
            <a:endParaRPr lang="es-CL" dirty="0"/>
          </a:p>
          <a:p>
            <a:r>
              <a:rPr lang="es-CL" dirty="0"/>
              <a:t>Cantidad de operaciones:</a:t>
            </a:r>
            <a:endParaRPr lang="es-CL" b="1" dirty="0"/>
          </a:p>
          <a:p>
            <a:pPr marL="285750" indent="-285750">
              <a:buFont typeface="Arial" panose="020B0604020202020204" pitchFamily="34" charset="0"/>
              <a:buChar char="•"/>
            </a:pPr>
            <a:r>
              <a:rPr lang="en-US" b="1" dirty="0"/>
              <a:t>Conv 1×1 = (14×14×16)×(1×1×480) = 1.5M</a:t>
            </a:r>
          </a:p>
          <a:p>
            <a:pPr marL="285750" indent="-285750">
              <a:buFont typeface="Arial" panose="020B0604020202020204" pitchFamily="34" charset="0"/>
              <a:buChar char="•"/>
            </a:pPr>
            <a:r>
              <a:rPr lang="en-US" b="1" dirty="0"/>
              <a:t>Conv 5×5 = (14×14×48)×(5×5×16) = 3.8M</a:t>
            </a:r>
          </a:p>
          <a:p>
            <a:endParaRPr lang="en-US" b="1" dirty="0"/>
          </a:p>
          <a:p>
            <a:r>
              <a:rPr lang="en-US" b="1" dirty="0"/>
              <a:t>Total </a:t>
            </a:r>
            <a:r>
              <a:rPr lang="en-US" b="1" dirty="0" err="1"/>
              <a:t>operaciones</a:t>
            </a:r>
            <a:r>
              <a:rPr lang="en-US" b="1" dirty="0"/>
              <a:t>: 1.5M + 3.8M = 5.3M</a:t>
            </a:r>
            <a:endParaRPr lang="en-US" dirty="0"/>
          </a:p>
        </p:txBody>
      </p:sp>
      <p:sp>
        <p:nvSpPr>
          <p:cNvPr id="14" name="Arrow: Right 13">
            <a:extLst>
              <a:ext uri="{FF2B5EF4-FFF2-40B4-BE49-F238E27FC236}">
                <a16:creationId xmlns:a16="http://schemas.microsoft.com/office/drawing/2014/main" id="{2B5D4C79-A4E6-437E-D563-FA7417AA5A0B}"/>
              </a:ext>
            </a:extLst>
          </p:cNvPr>
          <p:cNvSpPr/>
          <p:nvPr/>
        </p:nvSpPr>
        <p:spPr>
          <a:xfrm>
            <a:off x="5522204" y="1944758"/>
            <a:ext cx="935666" cy="3918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3DB5E1C1-54A8-1730-253C-38BEB0FAB0CF}"/>
              </a:ext>
            </a:extLst>
          </p:cNvPr>
          <p:cNvSpPr/>
          <p:nvPr/>
        </p:nvSpPr>
        <p:spPr>
          <a:xfrm flipH="1">
            <a:off x="5124892" y="4616655"/>
            <a:ext cx="935666" cy="3918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4552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07587-ABCD-436C-7DBF-BF8E310DE7E8}"/>
            </a:ext>
          </a:extLst>
        </p:cNvPr>
        <p:cNvGrpSpPr/>
        <p:nvPr/>
      </p:nvGrpSpPr>
      <p:grpSpPr>
        <a:xfrm>
          <a:off x="0" y="0"/>
          <a:ext cx="0" cy="0"/>
          <a:chOff x="0" y="0"/>
          <a:chExt cx="0" cy="0"/>
        </a:xfrm>
      </p:grpSpPr>
      <p:sp>
        <p:nvSpPr>
          <p:cNvPr id="25" name="Marcador de texto 24">
            <a:extLst>
              <a:ext uri="{FF2B5EF4-FFF2-40B4-BE49-F238E27FC236}">
                <a16:creationId xmlns:a16="http://schemas.microsoft.com/office/drawing/2014/main" id="{4A3DA628-A8E8-DBD7-B9D9-052A4FFB054A}"/>
              </a:ext>
            </a:extLst>
          </p:cNvPr>
          <p:cNvSpPr>
            <a:spLocks noGrp="1"/>
          </p:cNvSpPr>
          <p:nvPr>
            <p:ph type="body" sz="quarter" idx="18"/>
          </p:nvPr>
        </p:nvSpPr>
        <p:spPr>
          <a:xfrm>
            <a:off x="1640376" y="419421"/>
            <a:ext cx="4753699" cy="391824"/>
          </a:xfrm>
        </p:spPr>
        <p:txBody>
          <a:bodyPr/>
          <a:lstStyle/>
          <a:p>
            <a:r>
              <a:rPr lang="es-CL" dirty="0" err="1"/>
              <a:t>Inception</a:t>
            </a:r>
            <a:endParaRPr lang="es-CL" dirty="0"/>
          </a:p>
        </p:txBody>
      </p:sp>
      <p:sp>
        <p:nvSpPr>
          <p:cNvPr id="7" name="TextBox 6">
            <a:extLst>
              <a:ext uri="{FF2B5EF4-FFF2-40B4-BE49-F238E27FC236}">
                <a16:creationId xmlns:a16="http://schemas.microsoft.com/office/drawing/2014/main" id="{23C9DD6A-2A49-327E-8EB4-ABF0D49AB7AF}"/>
              </a:ext>
            </a:extLst>
          </p:cNvPr>
          <p:cNvSpPr txBox="1"/>
          <p:nvPr/>
        </p:nvSpPr>
        <p:spPr>
          <a:xfrm>
            <a:off x="0" y="6527194"/>
            <a:ext cx="11632018" cy="261610"/>
          </a:xfrm>
          <a:prstGeom prst="rect">
            <a:avLst/>
          </a:prstGeom>
          <a:noFill/>
        </p:spPr>
        <p:txBody>
          <a:bodyPr wrap="square" rtlCol="0">
            <a:spAutoFit/>
          </a:bodyPr>
          <a:lstStyle/>
          <a:p>
            <a:r>
              <a:rPr lang="en-US" sz="1100" dirty="0"/>
              <a:t>Sik-Ho Tsang, </a:t>
            </a:r>
            <a:r>
              <a:rPr lang="en-US" sz="1100" dirty="0">
                <a:hlinkClick r:id="rId3"/>
              </a:rPr>
              <a:t>Review: </a:t>
            </a:r>
            <a:r>
              <a:rPr lang="en-US" sz="1100" dirty="0" err="1">
                <a:hlinkClick r:id="rId3"/>
              </a:rPr>
              <a:t>GoogLeNet</a:t>
            </a:r>
            <a:r>
              <a:rPr lang="en-US" sz="1100" dirty="0">
                <a:hlinkClick r:id="rId3"/>
              </a:rPr>
              <a:t> (Inception v1)— Winner of ILSVRC 2014 (Image Classification)</a:t>
            </a:r>
            <a:r>
              <a:rPr lang="en-US" sz="1100" dirty="0"/>
              <a:t>, Medium. [</a:t>
            </a:r>
            <a:r>
              <a:rPr lang="en-US" sz="1100" dirty="0" err="1"/>
              <a:t>Acceso</a:t>
            </a:r>
            <a:r>
              <a:rPr lang="en-US" sz="1100" dirty="0"/>
              <a:t>: 220.06.2025] </a:t>
            </a:r>
          </a:p>
        </p:txBody>
      </p:sp>
      <p:sp>
        <p:nvSpPr>
          <p:cNvPr id="13" name="TextBox 12">
            <a:extLst>
              <a:ext uri="{FF2B5EF4-FFF2-40B4-BE49-F238E27FC236}">
                <a16:creationId xmlns:a16="http://schemas.microsoft.com/office/drawing/2014/main" id="{4BB6CAE9-AFB5-86A5-E566-2AA143120D43}"/>
              </a:ext>
            </a:extLst>
          </p:cNvPr>
          <p:cNvSpPr txBox="1"/>
          <p:nvPr/>
        </p:nvSpPr>
        <p:spPr>
          <a:xfrm>
            <a:off x="1830023" y="5299105"/>
            <a:ext cx="3074160" cy="646331"/>
          </a:xfrm>
          <a:prstGeom prst="rect">
            <a:avLst/>
          </a:prstGeom>
          <a:noFill/>
          <a:ln w="12700">
            <a:solidFill>
              <a:schemeClr val="accent1">
                <a:shade val="15000"/>
              </a:schemeClr>
            </a:solidFill>
          </a:ln>
          <a:effectLst>
            <a:outerShdw blurRad="63500" sx="102000" sy="102000" algn="ctr" rotWithShape="0">
              <a:prstClr val="black">
                <a:alpha val="40000"/>
              </a:prstClr>
            </a:outerShdw>
          </a:effectLst>
        </p:spPr>
        <p:txBody>
          <a:bodyPr wrap="square" rtlCol="0">
            <a:spAutoFit/>
          </a:bodyPr>
          <a:lstStyle/>
          <a:p>
            <a:r>
              <a:rPr lang="es-CL" dirty="0"/>
              <a:t>Número de pesos:</a:t>
            </a:r>
          </a:p>
          <a:p>
            <a:r>
              <a:rPr lang="en-US" b="1" dirty="0"/>
              <a:t>7×7×1024×1024 = 51.3M</a:t>
            </a:r>
            <a:endParaRPr lang="es-CL" dirty="0"/>
          </a:p>
        </p:txBody>
      </p:sp>
      <p:pic>
        <p:nvPicPr>
          <p:cNvPr id="3" name="Picture 2" descr="A graph showing the number of bars&#10;&#10;AI-generated content may be incorrect.">
            <a:extLst>
              <a:ext uri="{FF2B5EF4-FFF2-40B4-BE49-F238E27FC236}">
                <a16:creationId xmlns:a16="http://schemas.microsoft.com/office/drawing/2014/main" id="{3C560F50-8EE2-D85C-1D59-4E6481C208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39191" y="1192399"/>
            <a:ext cx="9685434" cy="3776549"/>
          </a:xfrm>
          <a:prstGeom prst="rect">
            <a:avLst/>
          </a:prstGeom>
        </p:spPr>
      </p:pic>
      <p:sp>
        <p:nvSpPr>
          <p:cNvPr id="5" name="TextBox 4">
            <a:extLst>
              <a:ext uri="{FF2B5EF4-FFF2-40B4-BE49-F238E27FC236}">
                <a16:creationId xmlns:a16="http://schemas.microsoft.com/office/drawing/2014/main" id="{056A6A96-1277-F731-2BC9-875DD9C41CDA}"/>
              </a:ext>
            </a:extLst>
          </p:cNvPr>
          <p:cNvSpPr txBox="1"/>
          <p:nvPr/>
        </p:nvSpPr>
        <p:spPr>
          <a:xfrm>
            <a:off x="6890261" y="5299105"/>
            <a:ext cx="3074160" cy="646331"/>
          </a:xfrm>
          <a:prstGeom prst="rect">
            <a:avLst/>
          </a:prstGeom>
          <a:noFill/>
          <a:ln w="12700">
            <a:solidFill>
              <a:schemeClr val="accent1">
                <a:shade val="15000"/>
              </a:schemeClr>
            </a:solidFill>
          </a:ln>
          <a:effectLst>
            <a:outerShdw blurRad="63500" sx="102000" sy="102000" algn="ctr" rotWithShape="0">
              <a:prstClr val="black">
                <a:alpha val="40000"/>
              </a:prstClr>
            </a:outerShdw>
          </a:effectLst>
        </p:spPr>
        <p:txBody>
          <a:bodyPr wrap="square" rtlCol="0">
            <a:spAutoFit/>
          </a:bodyPr>
          <a:lstStyle/>
          <a:p>
            <a:r>
              <a:rPr lang="es-CL" dirty="0"/>
              <a:t>Número de pesos:</a:t>
            </a:r>
          </a:p>
          <a:p>
            <a:r>
              <a:rPr lang="en-US" b="1" dirty="0"/>
              <a:t>0</a:t>
            </a:r>
            <a:endParaRPr lang="es-CL" dirty="0"/>
          </a:p>
        </p:txBody>
      </p:sp>
    </p:spTree>
    <p:extLst>
      <p:ext uri="{BB962C8B-B14F-4D97-AF65-F5344CB8AC3E}">
        <p14:creationId xmlns:p14="http://schemas.microsoft.com/office/powerpoint/2010/main" val="2183473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E16EA-E38D-C459-4182-2E6ACB7145A3}"/>
            </a:ext>
          </a:extLst>
        </p:cNvPr>
        <p:cNvGrpSpPr/>
        <p:nvPr/>
      </p:nvGrpSpPr>
      <p:grpSpPr>
        <a:xfrm>
          <a:off x="0" y="0"/>
          <a:ext cx="0" cy="0"/>
          <a:chOff x="0" y="0"/>
          <a:chExt cx="0" cy="0"/>
        </a:xfrm>
      </p:grpSpPr>
      <p:sp>
        <p:nvSpPr>
          <p:cNvPr id="25" name="Marcador de texto 24">
            <a:extLst>
              <a:ext uri="{FF2B5EF4-FFF2-40B4-BE49-F238E27FC236}">
                <a16:creationId xmlns:a16="http://schemas.microsoft.com/office/drawing/2014/main" id="{0C7609DB-5352-BDC6-1FE7-D3FDA239CA6C}"/>
              </a:ext>
            </a:extLst>
          </p:cNvPr>
          <p:cNvSpPr>
            <a:spLocks noGrp="1"/>
          </p:cNvSpPr>
          <p:nvPr>
            <p:ph type="body" sz="quarter" idx="18"/>
          </p:nvPr>
        </p:nvSpPr>
        <p:spPr>
          <a:xfrm>
            <a:off x="1640376" y="419421"/>
            <a:ext cx="4753699" cy="391824"/>
          </a:xfrm>
        </p:spPr>
        <p:txBody>
          <a:bodyPr/>
          <a:lstStyle/>
          <a:p>
            <a:r>
              <a:rPr lang="es-CL" dirty="0" err="1"/>
              <a:t>Inception</a:t>
            </a:r>
            <a:endParaRPr lang="es-CL" dirty="0"/>
          </a:p>
        </p:txBody>
      </p:sp>
      <p:sp>
        <p:nvSpPr>
          <p:cNvPr id="7" name="TextBox 6">
            <a:extLst>
              <a:ext uri="{FF2B5EF4-FFF2-40B4-BE49-F238E27FC236}">
                <a16:creationId xmlns:a16="http://schemas.microsoft.com/office/drawing/2014/main" id="{9AD8CC8F-A57B-13EB-8D02-960F439D0801}"/>
              </a:ext>
            </a:extLst>
          </p:cNvPr>
          <p:cNvSpPr txBox="1"/>
          <p:nvPr/>
        </p:nvSpPr>
        <p:spPr>
          <a:xfrm>
            <a:off x="0" y="6527194"/>
            <a:ext cx="11632018" cy="261610"/>
          </a:xfrm>
          <a:prstGeom prst="rect">
            <a:avLst/>
          </a:prstGeom>
          <a:noFill/>
        </p:spPr>
        <p:txBody>
          <a:bodyPr wrap="square" rtlCol="0">
            <a:spAutoFit/>
          </a:bodyPr>
          <a:lstStyle/>
          <a:p>
            <a:r>
              <a:rPr lang="en-US" sz="1100" dirty="0" err="1"/>
              <a:t>mrgrhn</a:t>
            </a:r>
            <a:r>
              <a:rPr lang="en-US" sz="1100" dirty="0"/>
              <a:t>, </a:t>
            </a:r>
            <a:r>
              <a:rPr lang="en-US" sz="1100" dirty="0" err="1">
                <a:hlinkClick r:id="rId3"/>
              </a:rPr>
              <a:t>GoogLeNet</a:t>
            </a:r>
            <a:r>
              <a:rPr lang="en-US" sz="1100" dirty="0">
                <a:hlinkClick r:id="rId3"/>
              </a:rPr>
              <a:t> (InceptionV1) with TensorFlow</a:t>
            </a:r>
            <a:r>
              <a:rPr lang="en-US" sz="1100" dirty="0"/>
              <a:t>, (2021) Medium. [</a:t>
            </a:r>
            <a:r>
              <a:rPr lang="en-US" sz="1100" dirty="0" err="1"/>
              <a:t>Acceso</a:t>
            </a:r>
            <a:r>
              <a:rPr lang="en-US" sz="1100" dirty="0"/>
              <a:t>: 220.06.2025] </a:t>
            </a:r>
          </a:p>
        </p:txBody>
      </p:sp>
      <p:pic>
        <p:nvPicPr>
          <p:cNvPr id="6" name="Picture 5" descr="A diagram of a diagram&#10;&#10;AI-generated content may be incorrect.">
            <a:extLst>
              <a:ext uri="{FF2B5EF4-FFF2-40B4-BE49-F238E27FC236}">
                <a16:creationId xmlns:a16="http://schemas.microsoft.com/office/drawing/2014/main" id="{A01CF610-9633-C9A2-62AD-C479BDCB9A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253" y="1531300"/>
            <a:ext cx="11819574" cy="4885424"/>
          </a:xfrm>
          <a:prstGeom prst="rect">
            <a:avLst/>
          </a:prstGeom>
        </p:spPr>
      </p:pic>
      <p:sp>
        <p:nvSpPr>
          <p:cNvPr id="8" name="Arrow: Left 7">
            <a:extLst>
              <a:ext uri="{FF2B5EF4-FFF2-40B4-BE49-F238E27FC236}">
                <a16:creationId xmlns:a16="http://schemas.microsoft.com/office/drawing/2014/main" id="{EB3593AA-EB50-34BF-634F-BAA08F1C4CEB}"/>
              </a:ext>
            </a:extLst>
          </p:cNvPr>
          <p:cNvSpPr/>
          <p:nvPr/>
        </p:nvSpPr>
        <p:spPr>
          <a:xfrm>
            <a:off x="11114567" y="1834406"/>
            <a:ext cx="701748" cy="233916"/>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3986437-5346-834C-CF7A-B4277839E734}"/>
              </a:ext>
            </a:extLst>
          </p:cNvPr>
          <p:cNvSpPr/>
          <p:nvPr/>
        </p:nvSpPr>
        <p:spPr>
          <a:xfrm>
            <a:off x="6433288" y="1583260"/>
            <a:ext cx="273050" cy="469900"/>
          </a:xfrm>
          <a:prstGeom prst="rect">
            <a:avLst/>
          </a:prstGeom>
          <a:noFill/>
          <a:ln w="476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A0FA9D-488F-F847-904B-3F7A24E3F047}"/>
              </a:ext>
            </a:extLst>
          </p:cNvPr>
          <p:cNvSpPr/>
          <p:nvPr/>
        </p:nvSpPr>
        <p:spPr>
          <a:xfrm>
            <a:off x="3819599" y="1989660"/>
            <a:ext cx="273050" cy="469900"/>
          </a:xfrm>
          <a:prstGeom prst="rect">
            <a:avLst/>
          </a:prstGeom>
          <a:noFill/>
          <a:ln w="476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C557C0C-615B-2763-FA3D-CB025E0585E2}"/>
              </a:ext>
            </a:extLst>
          </p:cNvPr>
          <p:cNvSpPr/>
          <p:nvPr/>
        </p:nvSpPr>
        <p:spPr>
          <a:xfrm>
            <a:off x="923999" y="3183460"/>
            <a:ext cx="273050" cy="469900"/>
          </a:xfrm>
          <a:prstGeom prst="rect">
            <a:avLst/>
          </a:prstGeom>
          <a:noFill/>
          <a:ln w="476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5084E17-BEC1-FEE8-FC60-055B5842C23E}"/>
              </a:ext>
            </a:extLst>
          </p:cNvPr>
          <p:cNvSpPr/>
          <p:nvPr/>
        </p:nvSpPr>
        <p:spPr>
          <a:xfrm>
            <a:off x="1343128" y="1116037"/>
            <a:ext cx="1137920" cy="782606"/>
          </a:xfrm>
          <a:prstGeom prst="rect">
            <a:avLst/>
          </a:prstGeom>
          <a:solidFill>
            <a:srgbClr val="FF0000"/>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1400" dirty="0"/>
              <a:t>Global </a:t>
            </a:r>
            <a:r>
              <a:rPr lang="es-CL" sz="1400" dirty="0" err="1"/>
              <a:t>Average</a:t>
            </a:r>
            <a:r>
              <a:rPr lang="es-CL" sz="1400" dirty="0"/>
              <a:t> </a:t>
            </a:r>
            <a:r>
              <a:rPr lang="es-CL" sz="1400" dirty="0" err="1"/>
              <a:t>pooling</a:t>
            </a:r>
            <a:endParaRPr lang="en-US" sz="1400" dirty="0"/>
          </a:p>
        </p:txBody>
      </p:sp>
      <p:cxnSp>
        <p:nvCxnSpPr>
          <p:cNvPr id="19" name="Connector: Elbow 18">
            <a:extLst>
              <a:ext uri="{FF2B5EF4-FFF2-40B4-BE49-F238E27FC236}">
                <a16:creationId xmlns:a16="http://schemas.microsoft.com/office/drawing/2014/main" id="{F7C27E11-599F-A346-B547-9C8BDCB04B9B}"/>
              </a:ext>
            </a:extLst>
          </p:cNvPr>
          <p:cNvCxnSpPr>
            <a:cxnSpLocks/>
            <a:stCxn id="9" idx="0"/>
            <a:endCxn id="17" idx="3"/>
          </p:cNvCxnSpPr>
          <p:nvPr/>
        </p:nvCxnSpPr>
        <p:spPr>
          <a:xfrm rot="16200000" flipV="1">
            <a:off x="4487471" y="-499083"/>
            <a:ext cx="75920" cy="4088765"/>
          </a:xfrm>
          <a:prstGeom prst="bentConnector2">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7DE19531-C44C-FE90-8E6B-AE9EB58F3CC5}"/>
              </a:ext>
            </a:extLst>
          </p:cNvPr>
          <p:cNvCxnSpPr>
            <a:stCxn id="10" idx="0"/>
          </p:cNvCxnSpPr>
          <p:nvPr/>
        </p:nvCxnSpPr>
        <p:spPr>
          <a:xfrm rot="16200000" flipV="1">
            <a:off x="3088524" y="1122060"/>
            <a:ext cx="260125" cy="1475076"/>
          </a:xfrm>
          <a:prstGeom prst="bentConnector2">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99855487-0FF8-9E01-47E4-CB5A4E117C56}"/>
              </a:ext>
            </a:extLst>
          </p:cNvPr>
          <p:cNvCxnSpPr>
            <a:cxnSpLocks/>
            <a:stCxn id="16" idx="0"/>
            <a:endCxn id="17" idx="1"/>
          </p:cNvCxnSpPr>
          <p:nvPr/>
        </p:nvCxnSpPr>
        <p:spPr>
          <a:xfrm rot="5400000" flipH="1" flipV="1">
            <a:off x="363766" y="2204098"/>
            <a:ext cx="1676120" cy="282604"/>
          </a:xfrm>
          <a:prstGeom prst="bentConnector2">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3887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6" grpId="0" animBg="1"/>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BE2293F-4903-76F3-E5B2-393D8D343967}"/>
              </a:ext>
            </a:extLst>
          </p:cNvPr>
          <p:cNvSpPr>
            <a:spLocks noGrp="1"/>
          </p:cNvSpPr>
          <p:nvPr>
            <p:ph type="body" sz="quarter" idx="18"/>
          </p:nvPr>
        </p:nvSpPr>
        <p:spPr>
          <a:xfrm>
            <a:off x="2106503" y="444789"/>
            <a:ext cx="5789944" cy="391824"/>
          </a:xfrm>
        </p:spPr>
        <p:txBody>
          <a:bodyPr/>
          <a:lstStyle/>
          <a:p>
            <a:r>
              <a:rPr lang="en-US" dirty="0" err="1"/>
              <a:t>Aplicaciones</a:t>
            </a:r>
            <a:r>
              <a:rPr lang="en-US" dirty="0"/>
              <a:t> de Inception</a:t>
            </a:r>
          </a:p>
        </p:txBody>
      </p:sp>
      <p:sp>
        <p:nvSpPr>
          <p:cNvPr id="4" name="TextBox 3">
            <a:extLst>
              <a:ext uri="{FF2B5EF4-FFF2-40B4-BE49-F238E27FC236}">
                <a16:creationId xmlns:a16="http://schemas.microsoft.com/office/drawing/2014/main" id="{A357629C-D96A-5D5D-E0BF-793CF7070D3E}"/>
              </a:ext>
            </a:extLst>
          </p:cNvPr>
          <p:cNvSpPr txBox="1"/>
          <p:nvPr/>
        </p:nvSpPr>
        <p:spPr>
          <a:xfrm>
            <a:off x="2106503" y="1162285"/>
            <a:ext cx="9477154" cy="646331"/>
          </a:xfrm>
          <a:prstGeom prst="rect">
            <a:avLst/>
          </a:prstGeom>
          <a:noFill/>
        </p:spPr>
        <p:txBody>
          <a:bodyPr wrap="square">
            <a:spAutoFit/>
          </a:bodyPr>
          <a:lstStyle/>
          <a:p>
            <a:pPr>
              <a:buNone/>
            </a:pPr>
            <a:r>
              <a:rPr lang="es-ES" dirty="0"/>
              <a:t>Debido a su eficiencia y rendimiento, los modelos </a:t>
            </a:r>
            <a:r>
              <a:rPr lang="es-ES" dirty="0" err="1"/>
              <a:t>Inception</a:t>
            </a:r>
            <a:r>
              <a:rPr lang="es-ES" dirty="0"/>
              <a:t> se utilizan ampliamente en tareas de visión por computadora, como:</a:t>
            </a:r>
          </a:p>
        </p:txBody>
      </p:sp>
      <p:pic>
        <p:nvPicPr>
          <p:cNvPr id="5" name="Picture 4" descr="A collage of a dog and a cat&#10;&#10;AI-generated content may be incorrect.">
            <a:extLst>
              <a:ext uri="{FF2B5EF4-FFF2-40B4-BE49-F238E27FC236}">
                <a16:creationId xmlns:a16="http://schemas.microsoft.com/office/drawing/2014/main" id="{A9A88E5A-EE23-E02D-F31F-E44A334940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8208" y="2659725"/>
            <a:ext cx="5858239" cy="229447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Box 5">
            <a:extLst>
              <a:ext uri="{FF2B5EF4-FFF2-40B4-BE49-F238E27FC236}">
                <a16:creationId xmlns:a16="http://schemas.microsoft.com/office/drawing/2014/main" id="{F4C78F37-3E51-0ED0-ECCA-14E76964701E}"/>
              </a:ext>
            </a:extLst>
          </p:cNvPr>
          <p:cNvSpPr txBox="1"/>
          <p:nvPr/>
        </p:nvSpPr>
        <p:spPr>
          <a:xfrm>
            <a:off x="1580709" y="6150114"/>
            <a:ext cx="10193078" cy="707886"/>
          </a:xfrm>
          <a:prstGeom prst="rect">
            <a:avLst/>
          </a:prstGeom>
          <a:noFill/>
        </p:spPr>
        <p:txBody>
          <a:bodyPr wrap="square" rtlCol="0">
            <a:spAutoFit/>
          </a:bodyPr>
          <a:lstStyle/>
          <a:p>
            <a:pPr marL="171450" indent="-171450" algn="just">
              <a:buFont typeface="Arial" panose="020B0604020202020204" pitchFamily="34" charset="0"/>
              <a:buChar char="•"/>
            </a:pPr>
            <a:r>
              <a:rPr lang="en-US" sz="1000" dirty="0"/>
              <a:t>Beril Kallfelz </a:t>
            </a:r>
            <a:r>
              <a:rPr lang="en-US" sz="1000" dirty="0" err="1"/>
              <a:t>Sirmacek</a:t>
            </a:r>
            <a:r>
              <a:rPr lang="en-US" sz="1000" dirty="0"/>
              <a:t> et al, Sequential image processing methods for improving semantic video segmentation algorithms, (2019), </a:t>
            </a:r>
            <a:r>
              <a:rPr lang="en-US" sz="1000" dirty="0">
                <a:hlinkClick r:id="rId4"/>
              </a:rPr>
              <a:t>https://doi.org/10.48550/arXiv.1910.13348</a:t>
            </a:r>
            <a:endParaRPr lang="en-US" sz="1000" dirty="0"/>
          </a:p>
          <a:p>
            <a:pPr marL="171450" indent="-171450" algn="just">
              <a:buFont typeface="Arial" panose="020B0604020202020204" pitchFamily="34" charset="0"/>
              <a:buChar char="•"/>
            </a:pPr>
            <a:r>
              <a:rPr lang="en-US" sz="1000" dirty="0"/>
              <a:t>Gwyn, T., Roy, K., &amp; Atay, M. (2021). Face Recognition Using Popular Deep Net Architectures: A Brief Comparative Study. Future Internet, 13(7), 164. </a:t>
            </a:r>
            <a:r>
              <a:rPr lang="en-US" sz="1000" dirty="0">
                <a:hlinkClick r:id="rId5"/>
              </a:rPr>
              <a:t>https://doi.org/10.3390/fi13070164 </a:t>
            </a:r>
            <a:endParaRPr lang="en-US" sz="1000" dirty="0"/>
          </a:p>
        </p:txBody>
      </p:sp>
      <p:pic>
        <p:nvPicPr>
          <p:cNvPr id="9" name="Picture 8">
            <a:extLst>
              <a:ext uri="{FF2B5EF4-FFF2-40B4-BE49-F238E27FC236}">
                <a16:creationId xmlns:a16="http://schemas.microsoft.com/office/drawing/2014/main" id="{F587E198-F54F-B883-2303-C8BB1C09D153}"/>
              </a:ext>
            </a:extLst>
          </p:cNvPr>
          <p:cNvPicPr>
            <a:picLocks noChangeAspect="1"/>
          </p:cNvPicPr>
          <p:nvPr/>
        </p:nvPicPr>
        <p:blipFill>
          <a:blip r:embed="rId6"/>
          <a:stretch>
            <a:fillRect/>
          </a:stretch>
        </p:blipFill>
        <p:spPr>
          <a:xfrm>
            <a:off x="8221348" y="1889100"/>
            <a:ext cx="3552439" cy="383572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742162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538BE12-692F-2517-F257-AC5BF84FD020}"/>
              </a:ext>
            </a:extLst>
          </p:cNvPr>
          <p:cNvSpPr>
            <a:spLocks noGrp="1"/>
          </p:cNvSpPr>
          <p:nvPr>
            <p:ph type="body" sz="quarter" idx="18"/>
          </p:nvPr>
        </p:nvSpPr>
        <p:spPr/>
        <p:txBody>
          <a:bodyPr/>
          <a:lstStyle/>
          <a:p>
            <a:r>
              <a:rPr lang="es-CL" dirty="0"/>
              <a:t>Ventajas</a:t>
            </a:r>
            <a:endParaRPr lang="en-US" dirty="0"/>
          </a:p>
        </p:txBody>
      </p:sp>
      <p:grpSp>
        <p:nvGrpSpPr>
          <p:cNvPr id="63" name="Group 62">
            <a:extLst>
              <a:ext uri="{FF2B5EF4-FFF2-40B4-BE49-F238E27FC236}">
                <a16:creationId xmlns:a16="http://schemas.microsoft.com/office/drawing/2014/main" id="{CB8DBDF0-EA20-D6E6-FF93-A88017857321}"/>
              </a:ext>
            </a:extLst>
          </p:cNvPr>
          <p:cNvGrpSpPr/>
          <p:nvPr/>
        </p:nvGrpSpPr>
        <p:grpSpPr>
          <a:xfrm>
            <a:off x="341223" y="1956392"/>
            <a:ext cx="10819244" cy="3568932"/>
            <a:chOff x="284516" y="1658680"/>
            <a:chExt cx="10819244" cy="3568932"/>
          </a:xfrm>
        </p:grpSpPr>
        <p:grpSp>
          <p:nvGrpSpPr>
            <p:cNvPr id="30" name="Group 29">
              <a:extLst>
                <a:ext uri="{FF2B5EF4-FFF2-40B4-BE49-F238E27FC236}">
                  <a16:creationId xmlns:a16="http://schemas.microsoft.com/office/drawing/2014/main" id="{9C1C886C-E655-CA67-5102-342C045CA502}"/>
                </a:ext>
              </a:extLst>
            </p:cNvPr>
            <p:cNvGrpSpPr/>
            <p:nvPr/>
          </p:nvGrpSpPr>
          <p:grpSpPr>
            <a:xfrm>
              <a:off x="6488350" y="3258652"/>
              <a:ext cx="1220642" cy="1541863"/>
              <a:chOff x="4511842" y="2436394"/>
              <a:chExt cx="685800" cy="866273"/>
            </a:xfrm>
          </p:grpSpPr>
          <p:sp>
            <p:nvSpPr>
              <p:cNvPr id="58" name="Rounded Rectangle 1">
                <a:extLst>
                  <a:ext uri="{FF2B5EF4-FFF2-40B4-BE49-F238E27FC236}">
                    <a16:creationId xmlns:a16="http://schemas.microsoft.com/office/drawing/2014/main" id="{FC20525A-0C82-3181-741C-9A36901C808D}"/>
                  </a:ext>
                </a:extLst>
              </p:cNvPr>
              <p:cNvSpPr/>
              <p:nvPr/>
            </p:nvSpPr>
            <p:spPr>
              <a:xfrm>
                <a:off x="4511842" y="2436394"/>
                <a:ext cx="685800" cy="866273"/>
              </a:xfrm>
              <a:custGeom>
                <a:avLst/>
                <a:gdLst/>
                <a:ahLst/>
                <a:cxnLst/>
                <a:rect l="0" t="0" r="0" b="0"/>
                <a:pathLst>
                  <a:path w="685800" h="866273">
                    <a:moveTo>
                      <a:pt x="644915" y="689983"/>
                    </a:moveTo>
                    <a:cubicBezTo>
                      <a:pt x="648039" y="701596"/>
                      <a:pt x="649705" y="713806"/>
                      <a:pt x="649705" y="726406"/>
                    </a:cubicBezTo>
                    <a:cubicBezTo>
                      <a:pt x="649705" y="803652"/>
                      <a:pt x="587084" y="866273"/>
                      <a:pt x="509838" y="866273"/>
                    </a:cubicBezTo>
                    <a:cubicBezTo>
                      <a:pt x="482166" y="866273"/>
                      <a:pt x="456371" y="858238"/>
                      <a:pt x="434660" y="844372"/>
                    </a:cubicBezTo>
                    <a:cubicBezTo>
                      <a:pt x="419563" y="852569"/>
                      <a:pt x="402106" y="857250"/>
                      <a:pt x="383506" y="857250"/>
                    </a:cubicBezTo>
                    <a:cubicBezTo>
                      <a:pt x="353839" y="857250"/>
                      <a:pt x="327079" y="845342"/>
                      <a:pt x="308166" y="826250"/>
                    </a:cubicBezTo>
                    <a:cubicBezTo>
                      <a:pt x="299106" y="828811"/>
                      <a:pt x="289573" y="830178"/>
                      <a:pt x="279734" y="830178"/>
                    </a:cubicBezTo>
                    <a:cubicBezTo>
                      <a:pt x="219930" y="830178"/>
                      <a:pt x="171450" y="779678"/>
                      <a:pt x="171450" y="717382"/>
                    </a:cubicBezTo>
                    <a:cubicBezTo>
                      <a:pt x="171450" y="707224"/>
                      <a:pt x="172739" y="697379"/>
                      <a:pt x="175156" y="688016"/>
                    </a:cubicBezTo>
                    <a:cubicBezTo>
                      <a:pt x="156240" y="670693"/>
                      <a:pt x="144378" y="645793"/>
                      <a:pt x="144378" y="618122"/>
                    </a:cubicBezTo>
                    <a:cubicBezTo>
                      <a:pt x="144378" y="585635"/>
                      <a:pt x="160728" y="556967"/>
                      <a:pt x="185649" y="539897"/>
                    </a:cubicBezTo>
                    <a:cubicBezTo>
                      <a:pt x="176586" y="522858"/>
                      <a:pt x="171450" y="503412"/>
                      <a:pt x="171450" y="482767"/>
                    </a:cubicBezTo>
                    <a:cubicBezTo>
                      <a:pt x="171450" y="415488"/>
                      <a:pt x="225990" y="360947"/>
                      <a:pt x="293269" y="360947"/>
                    </a:cubicBezTo>
                    <a:cubicBezTo>
                      <a:pt x="298110" y="360947"/>
                      <a:pt x="302885" y="361229"/>
                      <a:pt x="307579" y="361779"/>
                    </a:cubicBezTo>
                    <a:cubicBezTo>
                      <a:pt x="340305" y="338551"/>
                      <a:pt x="380572" y="324852"/>
                      <a:pt x="424113" y="324852"/>
                    </a:cubicBezTo>
                    <a:cubicBezTo>
                      <a:pt x="476062" y="324852"/>
                      <a:pt x="523351" y="344352"/>
                      <a:pt x="558732" y="376272"/>
                    </a:cubicBezTo>
                    <a:cubicBezTo>
                      <a:pt x="568706" y="372209"/>
                      <a:pt x="579617" y="369971"/>
                      <a:pt x="591051" y="369971"/>
                    </a:cubicBezTo>
                    <a:cubicBezTo>
                      <a:pt x="638395" y="369971"/>
                      <a:pt x="676776" y="408351"/>
                      <a:pt x="676776" y="455696"/>
                    </a:cubicBezTo>
                    <a:cubicBezTo>
                      <a:pt x="676776" y="477342"/>
                      <a:pt x="668752" y="497115"/>
                      <a:pt x="655517" y="512203"/>
                    </a:cubicBezTo>
                    <a:cubicBezTo>
                      <a:pt x="674368" y="534448"/>
                      <a:pt x="685800" y="563621"/>
                      <a:pt x="685800" y="595563"/>
                    </a:cubicBezTo>
                    <a:cubicBezTo>
                      <a:pt x="685800" y="633117"/>
                      <a:pt x="669999" y="666843"/>
                      <a:pt x="644915" y="689983"/>
                    </a:cubicBezTo>
                    <a:close/>
                    <a:moveTo>
                      <a:pt x="36094" y="72189"/>
                    </a:moveTo>
                    <a:cubicBezTo>
                      <a:pt x="16160" y="72189"/>
                      <a:pt x="0" y="56028"/>
                      <a:pt x="0" y="36094"/>
                    </a:cubicBezTo>
                    <a:cubicBezTo>
                      <a:pt x="0" y="16160"/>
                      <a:pt x="16160" y="0"/>
                      <a:pt x="36094" y="0"/>
                    </a:cubicBezTo>
                    <a:cubicBezTo>
                      <a:pt x="56028" y="0"/>
                      <a:pt x="72189" y="16160"/>
                      <a:pt x="72189" y="36094"/>
                    </a:cubicBezTo>
                    <a:cubicBezTo>
                      <a:pt x="72189" y="56028"/>
                      <a:pt x="56028" y="72189"/>
                      <a:pt x="36094" y="72189"/>
                    </a:cubicBezTo>
                    <a:close/>
                  </a:path>
                </a:pathLst>
              </a:custGeom>
              <a:solidFill>
                <a:srgbClr val="969696"/>
              </a:solidFill>
              <a:ln>
                <a:noFill/>
              </a:ln>
            </p:spPr>
            <p:txBody>
              <a:bodyPr rtlCol="0" anchor="ctr"/>
              <a:lstStyle/>
              <a:p>
                <a:pPr algn="ctr"/>
                <a:endParaRPr/>
              </a:p>
            </p:txBody>
          </p:sp>
          <p:sp>
            <p:nvSpPr>
              <p:cNvPr id="59" name="Rounded Rectangle 2">
                <a:extLst>
                  <a:ext uri="{FF2B5EF4-FFF2-40B4-BE49-F238E27FC236}">
                    <a16:creationId xmlns:a16="http://schemas.microsoft.com/office/drawing/2014/main" id="{2D7AB336-7E9E-A27D-A430-44FD6BA787F0}"/>
                  </a:ext>
                </a:extLst>
              </p:cNvPr>
              <p:cNvSpPr/>
              <p:nvPr/>
            </p:nvSpPr>
            <p:spPr>
              <a:xfrm>
                <a:off x="4584031" y="2580773"/>
                <a:ext cx="144378" cy="144378"/>
              </a:xfrm>
              <a:custGeom>
                <a:avLst/>
                <a:gdLst/>
                <a:ahLst/>
                <a:cxnLst/>
                <a:rect l="0" t="0" r="0" b="0"/>
                <a:pathLst>
                  <a:path w="144378" h="144378">
                    <a:moveTo>
                      <a:pt x="0" y="72189"/>
                    </a:moveTo>
                    <a:cubicBezTo>
                      <a:pt x="0" y="32320"/>
                      <a:pt x="32320" y="0"/>
                      <a:pt x="72189" y="0"/>
                    </a:cubicBezTo>
                    <a:cubicBezTo>
                      <a:pt x="112058" y="0"/>
                      <a:pt x="144378" y="32320"/>
                      <a:pt x="144378" y="72189"/>
                    </a:cubicBezTo>
                    <a:cubicBezTo>
                      <a:pt x="144378" y="112058"/>
                      <a:pt x="112058" y="144378"/>
                      <a:pt x="72189" y="144378"/>
                    </a:cubicBezTo>
                    <a:cubicBezTo>
                      <a:pt x="32320" y="144378"/>
                      <a:pt x="0" y="112058"/>
                      <a:pt x="0" y="72189"/>
                    </a:cubicBezTo>
                  </a:path>
                </a:pathLst>
              </a:custGeom>
              <a:solidFill>
                <a:srgbClr val="969696"/>
              </a:solidFill>
              <a:ln>
                <a:noFill/>
              </a:ln>
            </p:spPr>
            <p:txBody>
              <a:bodyPr rtlCol="0" anchor="ctr"/>
              <a:lstStyle/>
              <a:p>
                <a:pPr algn="ctr"/>
                <a:endParaRPr/>
              </a:p>
            </p:txBody>
          </p:sp>
          <p:sp>
            <p:nvSpPr>
              <p:cNvPr id="60" name="Rounded Rectangle 3">
                <a:extLst>
                  <a:ext uri="{FF2B5EF4-FFF2-40B4-BE49-F238E27FC236}">
                    <a16:creationId xmlns:a16="http://schemas.microsoft.com/office/drawing/2014/main" id="{46762BC0-B575-532A-5A2C-96FF0D172A57}"/>
                  </a:ext>
                </a:extLst>
              </p:cNvPr>
              <p:cNvSpPr/>
              <p:nvPr/>
            </p:nvSpPr>
            <p:spPr>
              <a:xfrm>
                <a:off x="4511842" y="2436394"/>
                <a:ext cx="685800" cy="866273"/>
              </a:xfrm>
              <a:custGeom>
                <a:avLst/>
                <a:gdLst/>
                <a:ahLst/>
                <a:cxnLst/>
                <a:rect l="0" t="0" r="0" b="0"/>
                <a:pathLst>
                  <a:path w="685800" h="866273">
                    <a:moveTo>
                      <a:pt x="644915" y="689983"/>
                    </a:moveTo>
                    <a:cubicBezTo>
                      <a:pt x="648039" y="701596"/>
                      <a:pt x="649705" y="713806"/>
                      <a:pt x="649705" y="726406"/>
                    </a:cubicBezTo>
                    <a:cubicBezTo>
                      <a:pt x="649705" y="803652"/>
                      <a:pt x="587084" y="866273"/>
                      <a:pt x="509838" y="866273"/>
                    </a:cubicBezTo>
                    <a:cubicBezTo>
                      <a:pt x="482166" y="866273"/>
                      <a:pt x="456371" y="858238"/>
                      <a:pt x="434660" y="844372"/>
                    </a:cubicBezTo>
                    <a:cubicBezTo>
                      <a:pt x="419563" y="852569"/>
                      <a:pt x="402106" y="857250"/>
                      <a:pt x="383506" y="857250"/>
                    </a:cubicBezTo>
                    <a:cubicBezTo>
                      <a:pt x="353839" y="857250"/>
                      <a:pt x="327079" y="845342"/>
                      <a:pt x="308166" y="826250"/>
                    </a:cubicBezTo>
                    <a:cubicBezTo>
                      <a:pt x="299106" y="828811"/>
                      <a:pt x="289573" y="830178"/>
                      <a:pt x="279734" y="830178"/>
                    </a:cubicBezTo>
                    <a:cubicBezTo>
                      <a:pt x="219930" y="830178"/>
                      <a:pt x="171450" y="779678"/>
                      <a:pt x="171450" y="717382"/>
                    </a:cubicBezTo>
                    <a:cubicBezTo>
                      <a:pt x="171450" y="707224"/>
                      <a:pt x="172739" y="697379"/>
                      <a:pt x="175156" y="688016"/>
                    </a:cubicBezTo>
                    <a:cubicBezTo>
                      <a:pt x="156240" y="670693"/>
                      <a:pt x="144378" y="645793"/>
                      <a:pt x="144378" y="618122"/>
                    </a:cubicBezTo>
                    <a:cubicBezTo>
                      <a:pt x="144378" y="585635"/>
                      <a:pt x="160728" y="556967"/>
                      <a:pt x="185649" y="539897"/>
                    </a:cubicBezTo>
                    <a:cubicBezTo>
                      <a:pt x="176586" y="522858"/>
                      <a:pt x="171450" y="503412"/>
                      <a:pt x="171450" y="482767"/>
                    </a:cubicBezTo>
                    <a:cubicBezTo>
                      <a:pt x="171450" y="415488"/>
                      <a:pt x="225990" y="360947"/>
                      <a:pt x="293269" y="360947"/>
                    </a:cubicBezTo>
                    <a:cubicBezTo>
                      <a:pt x="298110" y="360947"/>
                      <a:pt x="302885" y="361229"/>
                      <a:pt x="307579" y="361779"/>
                    </a:cubicBezTo>
                    <a:cubicBezTo>
                      <a:pt x="340305" y="338551"/>
                      <a:pt x="380572" y="324852"/>
                      <a:pt x="424113" y="324852"/>
                    </a:cubicBezTo>
                    <a:cubicBezTo>
                      <a:pt x="476062" y="324852"/>
                      <a:pt x="523351" y="344352"/>
                      <a:pt x="558732" y="376272"/>
                    </a:cubicBezTo>
                    <a:cubicBezTo>
                      <a:pt x="568706" y="372209"/>
                      <a:pt x="579617" y="369971"/>
                      <a:pt x="591051" y="369971"/>
                    </a:cubicBezTo>
                    <a:cubicBezTo>
                      <a:pt x="638395" y="369971"/>
                      <a:pt x="676776" y="408351"/>
                      <a:pt x="676776" y="455696"/>
                    </a:cubicBezTo>
                    <a:cubicBezTo>
                      <a:pt x="676776" y="477342"/>
                      <a:pt x="668752" y="497115"/>
                      <a:pt x="655517" y="512203"/>
                    </a:cubicBezTo>
                    <a:cubicBezTo>
                      <a:pt x="674368" y="534448"/>
                      <a:pt x="685800" y="563621"/>
                      <a:pt x="685800" y="595563"/>
                    </a:cubicBezTo>
                    <a:cubicBezTo>
                      <a:pt x="685800" y="633117"/>
                      <a:pt x="669999" y="666843"/>
                      <a:pt x="644915" y="689983"/>
                    </a:cubicBezTo>
                    <a:close/>
                    <a:moveTo>
                      <a:pt x="36094" y="72189"/>
                    </a:moveTo>
                    <a:cubicBezTo>
                      <a:pt x="16160" y="72189"/>
                      <a:pt x="0" y="56028"/>
                      <a:pt x="0" y="36094"/>
                    </a:cubicBezTo>
                    <a:cubicBezTo>
                      <a:pt x="0" y="16160"/>
                      <a:pt x="16160" y="0"/>
                      <a:pt x="36094" y="0"/>
                    </a:cubicBezTo>
                    <a:cubicBezTo>
                      <a:pt x="56028" y="0"/>
                      <a:pt x="72189" y="16160"/>
                      <a:pt x="72189" y="36094"/>
                    </a:cubicBezTo>
                    <a:cubicBezTo>
                      <a:pt x="72189" y="56028"/>
                      <a:pt x="56028" y="72189"/>
                      <a:pt x="36094" y="72189"/>
                    </a:cubicBezTo>
                    <a:close/>
                  </a:path>
                </a:pathLst>
              </a:custGeom>
              <a:noFill/>
              <a:ln w="13535">
                <a:solidFill>
                  <a:srgbClr val="FFFFFF"/>
                </a:solidFill>
              </a:ln>
            </p:spPr>
            <p:txBody>
              <a:bodyPr rtlCol="0" anchor="ctr"/>
              <a:lstStyle/>
              <a:p>
                <a:pPr algn="ctr"/>
                <a:endParaRPr/>
              </a:p>
            </p:txBody>
          </p:sp>
          <p:sp>
            <p:nvSpPr>
              <p:cNvPr id="61" name="Rounded Rectangle 4">
                <a:extLst>
                  <a:ext uri="{FF2B5EF4-FFF2-40B4-BE49-F238E27FC236}">
                    <a16:creationId xmlns:a16="http://schemas.microsoft.com/office/drawing/2014/main" id="{C6C7A822-8247-02E4-EC18-2F75404FE258}"/>
                  </a:ext>
                </a:extLst>
              </p:cNvPr>
              <p:cNvSpPr/>
              <p:nvPr/>
            </p:nvSpPr>
            <p:spPr>
              <a:xfrm>
                <a:off x="4584031" y="2580773"/>
                <a:ext cx="144378" cy="144378"/>
              </a:xfrm>
              <a:custGeom>
                <a:avLst/>
                <a:gdLst/>
                <a:ahLst/>
                <a:cxnLst/>
                <a:rect l="0" t="0" r="0" b="0"/>
                <a:pathLst>
                  <a:path w="144378" h="144378">
                    <a:moveTo>
                      <a:pt x="0" y="72189"/>
                    </a:moveTo>
                    <a:cubicBezTo>
                      <a:pt x="0" y="32320"/>
                      <a:pt x="32320" y="0"/>
                      <a:pt x="72189" y="0"/>
                    </a:cubicBezTo>
                    <a:cubicBezTo>
                      <a:pt x="112058" y="0"/>
                      <a:pt x="144378" y="32320"/>
                      <a:pt x="144378" y="72189"/>
                    </a:cubicBezTo>
                    <a:cubicBezTo>
                      <a:pt x="144378" y="112058"/>
                      <a:pt x="112058" y="144378"/>
                      <a:pt x="72189" y="144378"/>
                    </a:cubicBezTo>
                    <a:cubicBezTo>
                      <a:pt x="32320" y="144378"/>
                      <a:pt x="0" y="112058"/>
                      <a:pt x="0" y="72189"/>
                    </a:cubicBezTo>
                  </a:path>
                </a:pathLst>
              </a:custGeom>
              <a:noFill/>
              <a:ln w="13535">
                <a:solidFill>
                  <a:srgbClr val="FFFFFF"/>
                </a:solidFill>
              </a:ln>
            </p:spPr>
            <p:txBody>
              <a:bodyPr rtlCol="0" anchor="ctr"/>
              <a:lstStyle/>
              <a:p>
                <a:pPr algn="ctr"/>
                <a:endParaRPr/>
              </a:p>
            </p:txBody>
          </p:sp>
        </p:grpSp>
        <p:grpSp>
          <p:nvGrpSpPr>
            <p:cNvPr id="31" name="Group 30">
              <a:extLst>
                <a:ext uri="{FF2B5EF4-FFF2-40B4-BE49-F238E27FC236}">
                  <a16:creationId xmlns:a16="http://schemas.microsoft.com/office/drawing/2014/main" id="{04FAE037-755E-01D6-9440-7AEA98028351}"/>
                </a:ext>
              </a:extLst>
            </p:cNvPr>
            <p:cNvGrpSpPr/>
            <p:nvPr/>
          </p:nvGrpSpPr>
          <p:grpSpPr>
            <a:xfrm>
              <a:off x="4239798" y="3258652"/>
              <a:ext cx="1220642" cy="1541863"/>
              <a:chOff x="3248526" y="2436394"/>
              <a:chExt cx="685800" cy="866273"/>
            </a:xfrm>
          </p:grpSpPr>
          <p:sp>
            <p:nvSpPr>
              <p:cNvPr id="54" name="Rounded Rectangle 6">
                <a:extLst>
                  <a:ext uri="{FF2B5EF4-FFF2-40B4-BE49-F238E27FC236}">
                    <a16:creationId xmlns:a16="http://schemas.microsoft.com/office/drawing/2014/main" id="{A096E45E-702D-CF3C-AEE2-2DA1EF44F0BE}"/>
                  </a:ext>
                </a:extLst>
              </p:cNvPr>
              <p:cNvSpPr/>
              <p:nvPr/>
            </p:nvSpPr>
            <p:spPr>
              <a:xfrm>
                <a:off x="3248526" y="2436394"/>
                <a:ext cx="685800" cy="866273"/>
              </a:xfrm>
              <a:custGeom>
                <a:avLst/>
                <a:gdLst/>
                <a:ahLst/>
                <a:cxnLst/>
                <a:rect l="0" t="0" r="0" b="0"/>
                <a:pathLst>
                  <a:path w="685800" h="866273">
                    <a:moveTo>
                      <a:pt x="261686" y="324852"/>
                    </a:moveTo>
                    <a:cubicBezTo>
                      <a:pt x="287434" y="324852"/>
                      <a:pt x="311700" y="331009"/>
                      <a:pt x="333007" y="341888"/>
                    </a:cubicBezTo>
                    <a:cubicBezTo>
                      <a:pt x="347364" y="336703"/>
                      <a:pt x="362849" y="333876"/>
                      <a:pt x="378994" y="333876"/>
                    </a:cubicBezTo>
                    <a:cubicBezTo>
                      <a:pt x="453749" y="333876"/>
                      <a:pt x="514350" y="394476"/>
                      <a:pt x="514350" y="469231"/>
                    </a:cubicBezTo>
                    <a:cubicBezTo>
                      <a:pt x="514350" y="479175"/>
                      <a:pt x="513277" y="488869"/>
                      <a:pt x="511242" y="498203"/>
                    </a:cubicBezTo>
                    <a:cubicBezTo>
                      <a:pt x="530351" y="528953"/>
                      <a:pt x="541421" y="565447"/>
                      <a:pt x="541421" y="604586"/>
                    </a:cubicBezTo>
                    <a:cubicBezTo>
                      <a:pt x="541421" y="654790"/>
                      <a:pt x="523209" y="700641"/>
                      <a:pt x="493176" y="735599"/>
                    </a:cubicBezTo>
                    <a:cubicBezTo>
                      <a:pt x="495212" y="742711"/>
                      <a:pt x="496302" y="750223"/>
                      <a:pt x="496302" y="757989"/>
                    </a:cubicBezTo>
                    <a:cubicBezTo>
                      <a:pt x="496302" y="802842"/>
                      <a:pt x="459942" y="839202"/>
                      <a:pt x="415089" y="839202"/>
                    </a:cubicBezTo>
                    <a:cubicBezTo>
                      <a:pt x="394583" y="839202"/>
                      <a:pt x="375851" y="831601"/>
                      <a:pt x="361558" y="819064"/>
                    </a:cubicBezTo>
                    <a:cubicBezTo>
                      <a:pt x="338448" y="847787"/>
                      <a:pt x="302306" y="866273"/>
                      <a:pt x="261686" y="866273"/>
                    </a:cubicBezTo>
                    <a:cubicBezTo>
                      <a:pt x="225400" y="866273"/>
                      <a:pt x="192688" y="851521"/>
                      <a:pt x="169646" y="827898"/>
                    </a:cubicBezTo>
                    <a:cubicBezTo>
                      <a:pt x="162966" y="829391"/>
                      <a:pt x="156020" y="830178"/>
                      <a:pt x="148890" y="830178"/>
                    </a:cubicBezTo>
                    <a:cubicBezTo>
                      <a:pt x="96562" y="830178"/>
                      <a:pt x="54142" y="787758"/>
                      <a:pt x="54142" y="735430"/>
                    </a:cubicBezTo>
                    <a:cubicBezTo>
                      <a:pt x="54142" y="724567"/>
                      <a:pt x="55970" y="714131"/>
                      <a:pt x="59335" y="704414"/>
                    </a:cubicBezTo>
                    <a:cubicBezTo>
                      <a:pt x="23166" y="674649"/>
                      <a:pt x="0" y="628865"/>
                      <a:pt x="0" y="577515"/>
                    </a:cubicBezTo>
                    <a:cubicBezTo>
                      <a:pt x="0" y="536525"/>
                      <a:pt x="14761" y="499081"/>
                      <a:pt x="39116" y="470501"/>
                    </a:cubicBezTo>
                    <a:cubicBezTo>
                      <a:pt x="37144" y="462887"/>
                      <a:pt x="36094" y="454902"/>
                      <a:pt x="36094" y="446672"/>
                    </a:cubicBezTo>
                    <a:cubicBezTo>
                      <a:pt x="36094" y="394344"/>
                      <a:pt x="78515" y="351923"/>
                      <a:pt x="130843" y="351923"/>
                    </a:cubicBezTo>
                    <a:cubicBezTo>
                      <a:pt x="142845" y="351923"/>
                      <a:pt x="154326" y="354155"/>
                      <a:pt x="164894" y="358226"/>
                    </a:cubicBezTo>
                    <a:cubicBezTo>
                      <a:pt x="191295" y="337361"/>
                      <a:pt x="224986" y="324852"/>
                      <a:pt x="261686" y="324852"/>
                    </a:cubicBezTo>
                    <a:close/>
                    <a:moveTo>
                      <a:pt x="649705" y="72189"/>
                    </a:moveTo>
                    <a:cubicBezTo>
                      <a:pt x="629771" y="72189"/>
                      <a:pt x="613610" y="56028"/>
                      <a:pt x="613610" y="36094"/>
                    </a:cubicBezTo>
                    <a:cubicBezTo>
                      <a:pt x="613610" y="16160"/>
                      <a:pt x="629771" y="0"/>
                      <a:pt x="649705" y="0"/>
                    </a:cubicBezTo>
                    <a:cubicBezTo>
                      <a:pt x="669639" y="0"/>
                      <a:pt x="685800" y="16160"/>
                      <a:pt x="685800" y="36094"/>
                    </a:cubicBezTo>
                    <a:cubicBezTo>
                      <a:pt x="685800" y="56028"/>
                      <a:pt x="669639" y="72189"/>
                      <a:pt x="649705" y="72189"/>
                    </a:cubicBezTo>
                    <a:close/>
                  </a:path>
                </a:pathLst>
              </a:custGeom>
              <a:solidFill>
                <a:srgbClr val="969696"/>
              </a:solidFill>
              <a:ln>
                <a:noFill/>
              </a:ln>
            </p:spPr>
            <p:txBody>
              <a:bodyPr rtlCol="0" anchor="ctr"/>
              <a:lstStyle/>
              <a:p>
                <a:pPr algn="ctr"/>
                <a:endParaRPr/>
              </a:p>
            </p:txBody>
          </p:sp>
          <p:sp>
            <p:nvSpPr>
              <p:cNvPr id="55" name="Rounded Rectangle 7">
                <a:extLst>
                  <a:ext uri="{FF2B5EF4-FFF2-40B4-BE49-F238E27FC236}">
                    <a16:creationId xmlns:a16="http://schemas.microsoft.com/office/drawing/2014/main" id="{78D8D41A-0668-F966-8258-0C9FE0224841}"/>
                  </a:ext>
                </a:extLst>
              </p:cNvPr>
              <p:cNvSpPr/>
              <p:nvPr/>
            </p:nvSpPr>
            <p:spPr>
              <a:xfrm>
                <a:off x="3717757" y="2580773"/>
                <a:ext cx="144378" cy="144378"/>
              </a:xfrm>
              <a:custGeom>
                <a:avLst/>
                <a:gdLst/>
                <a:ahLst/>
                <a:cxnLst/>
                <a:rect l="0" t="0" r="0" b="0"/>
                <a:pathLst>
                  <a:path w="144378" h="144378">
                    <a:moveTo>
                      <a:pt x="0" y="72189"/>
                    </a:moveTo>
                    <a:cubicBezTo>
                      <a:pt x="0" y="32320"/>
                      <a:pt x="32320" y="0"/>
                      <a:pt x="72189" y="0"/>
                    </a:cubicBezTo>
                    <a:cubicBezTo>
                      <a:pt x="112058" y="0"/>
                      <a:pt x="144378" y="32320"/>
                      <a:pt x="144378" y="72189"/>
                    </a:cubicBezTo>
                    <a:cubicBezTo>
                      <a:pt x="144378" y="112058"/>
                      <a:pt x="112058" y="144378"/>
                      <a:pt x="72189" y="144378"/>
                    </a:cubicBezTo>
                    <a:cubicBezTo>
                      <a:pt x="32320" y="144378"/>
                      <a:pt x="0" y="112058"/>
                      <a:pt x="0" y="72189"/>
                    </a:cubicBezTo>
                  </a:path>
                </a:pathLst>
              </a:custGeom>
              <a:solidFill>
                <a:srgbClr val="969696"/>
              </a:solidFill>
              <a:ln>
                <a:noFill/>
              </a:ln>
            </p:spPr>
            <p:txBody>
              <a:bodyPr rtlCol="0" anchor="ctr"/>
              <a:lstStyle/>
              <a:p>
                <a:pPr algn="ctr"/>
                <a:endParaRPr/>
              </a:p>
            </p:txBody>
          </p:sp>
          <p:sp>
            <p:nvSpPr>
              <p:cNvPr id="56" name="Rounded Rectangle 8">
                <a:extLst>
                  <a:ext uri="{FF2B5EF4-FFF2-40B4-BE49-F238E27FC236}">
                    <a16:creationId xmlns:a16="http://schemas.microsoft.com/office/drawing/2014/main" id="{AAA4C815-4CA0-2ACE-49AD-600CB1962A7C}"/>
                  </a:ext>
                </a:extLst>
              </p:cNvPr>
              <p:cNvSpPr/>
              <p:nvPr/>
            </p:nvSpPr>
            <p:spPr>
              <a:xfrm>
                <a:off x="3248526" y="2436394"/>
                <a:ext cx="685800" cy="866273"/>
              </a:xfrm>
              <a:custGeom>
                <a:avLst/>
                <a:gdLst/>
                <a:ahLst/>
                <a:cxnLst/>
                <a:rect l="0" t="0" r="0" b="0"/>
                <a:pathLst>
                  <a:path w="685800" h="866273">
                    <a:moveTo>
                      <a:pt x="261686" y="324852"/>
                    </a:moveTo>
                    <a:cubicBezTo>
                      <a:pt x="287434" y="324852"/>
                      <a:pt x="311700" y="331009"/>
                      <a:pt x="333007" y="341888"/>
                    </a:cubicBezTo>
                    <a:cubicBezTo>
                      <a:pt x="347364" y="336703"/>
                      <a:pt x="362849" y="333876"/>
                      <a:pt x="378994" y="333876"/>
                    </a:cubicBezTo>
                    <a:cubicBezTo>
                      <a:pt x="453749" y="333876"/>
                      <a:pt x="514350" y="394476"/>
                      <a:pt x="514350" y="469231"/>
                    </a:cubicBezTo>
                    <a:cubicBezTo>
                      <a:pt x="514350" y="479175"/>
                      <a:pt x="513277" y="488869"/>
                      <a:pt x="511242" y="498203"/>
                    </a:cubicBezTo>
                    <a:cubicBezTo>
                      <a:pt x="530351" y="528953"/>
                      <a:pt x="541421" y="565447"/>
                      <a:pt x="541421" y="604586"/>
                    </a:cubicBezTo>
                    <a:cubicBezTo>
                      <a:pt x="541421" y="654790"/>
                      <a:pt x="523209" y="700641"/>
                      <a:pt x="493176" y="735599"/>
                    </a:cubicBezTo>
                    <a:cubicBezTo>
                      <a:pt x="495212" y="742711"/>
                      <a:pt x="496302" y="750223"/>
                      <a:pt x="496302" y="757989"/>
                    </a:cubicBezTo>
                    <a:cubicBezTo>
                      <a:pt x="496302" y="802842"/>
                      <a:pt x="459942" y="839202"/>
                      <a:pt x="415089" y="839202"/>
                    </a:cubicBezTo>
                    <a:cubicBezTo>
                      <a:pt x="394583" y="839202"/>
                      <a:pt x="375851" y="831601"/>
                      <a:pt x="361558" y="819064"/>
                    </a:cubicBezTo>
                    <a:cubicBezTo>
                      <a:pt x="338448" y="847787"/>
                      <a:pt x="302306" y="866273"/>
                      <a:pt x="261686" y="866273"/>
                    </a:cubicBezTo>
                    <a:cubicBezTo>
                      <a:pt x="225400" y="866273"/>
                      <a:pt x="192688" y="851521"/>
                      <a:pt x="169646" y="827898"/>
                    </a:cubicBezTo>
                    <a:cubicBezTo>
                      <a:pt x="162966" y="829391"/>
                      <a:pt x="156020" y="830178"/>
                      <a:pt x="148890" y="830178"/>
                    </a:cubicBezTo>
                    <a:cubicBezTo>
                      <a:pt x="96562" y="830178"/>
                      <a:pt x="54142" y="787758"/>
                      <a:pt x="54142" y="735430"/>
                    </a:cubicBezTo>
                    <a:cubicBezTo>
                      <a:pt x="54142" y="724567"/>
                      <a:pt x="55970" y="714131"/>
                      <a:pt x="59335" y="704414"/>
                    </a:cubicBezTo>
                    <a:cubicBezTo>
                      <a:pt x="23166" y="674649"/>
                      <a:pt x="0" y="628865"/>
                      <a:pt x="0" y="577515"/>
                    </a:cubicBezTo>
                    <a:cubicBezTo>
                      <a:pt x="0" y="536525"/>
                      <a:pt x="14761" y="499081"/>
                      <a:pt x="39116" y="470501"/>
                    </a:cubicBezTo>
                    <a:cubicBezTo>
                      <a:pt x="37144" y="462887"/>
                      <a:pt x="36094" y="454902"/>
                      <a:pt x="36094" y="446672"/>
                    </a:cubicBezTo>
                    <a:cubicBezTo>
                      <a:pt x="36094" y="394344"/>
                      <a:pt x="78515" y="351923"/>
                      <a:pt x="130843" y="351923"/>
                    </a:cubicBezTo>
                    <a:cubicBezTo>
                      <a:pt x="142845" y="351923"/>
                      <a:pt x="154326" y="354155"/>
                      <a:pt x="164894" y="358226"/>
                    </a:cubicBezTo>
                    <a:cubicBezTo>
                      <a:pt x="191295" y="337361"/>
                      <a:pt x="224986" y="324852"/>
                      <a:pt x="261686" y="324852"/>
                    </a:cubicBezTo>
                    <a:close/>
                    <a:moveTo>
                      <a:pt x="649705" y="72189"/>
                    </a:moveTo>
                    <a:cubicBezTo>
                      <a:pt x="629771" y="72189"/>
                      <a:pt x="613610" y="56028"/>
                      <a:pt x="613610" y="36094"/>
                    </a:cubicBezTo>
                    <a:cubicBezTo>
                      <a:pt x="613610" y="16160"/>
                      <a:pt x="629771" y="0"/>
                      <a:pt x="649705" y="0"/>
                    </a:cubicBezTo>
                    <a:cubicBezTo>
                      <a:pt x="669639" y="0"/>
                      <a:pt x="685800" y="16160"/>
                      <a:pt x="685800" y="36094"/>
                    </a:cubicBezTo>
                    <a:cubicBezTo>
                      <a:pt x="685800" y="56028"/>
                      <a:pt x="669639" y="72189"/>
                      <a:pt x="649705" y="72189"/>
                    </a:cubicBezTo>
                    <a:close/>
                  </a:path>
                </a:pathLst>
              </a:custGeom>
              <a:noFill/>
              <a:ln w="13535">
                <a:solidFill>
                  <a:srgbClr val="FFFFFF"/>
                </a:solidFill>
              </a:ln>
            </p:spPr>
            <p:txBody>
              <a:bodyPr rtlCol="0" anchor="ctr"/>
              <a:lstStyle/>
              <a:p>
                <a:pPr algn="ctr"/>
                <a:endParaRPr/>
              </a:p>
            </p:txBody>
          </p:sp>
          <p:sp>
            <p:nvSpPr>
              <p:cNvPr id="57" name="Rounded Rectangle 9">
                <a:extLst>
                  <a:ext uri="{FF2B5EF4-FFF2-40B4-BE49-F238E27FC236}">
                    <a16:creationId xmlns:a16="http://schemas.microsoft.com/office/drawing/2014/main" id="{0D9097AB-49E3-182D-67C2-3BB28A607963}"/>
                  </a:ext>
                </a:extLst>
              </p:cNvPr>
              <p:cNvSpPr/>
              <p:nvPr/>
            </p:nvSpPr>
            <p:spPr>
              <a:xfrm>
                <a:off x="3717757" y="2580773"/>
                <a:ext cx="144378" cy="144378"/>
              </a:xfrm>
              <a:custGeom>
                <a:avLst/>
                <a:gdLst/>
                <a:ahLst/>
                <a:cxnLst/>
                <a:rect l="0" t="0" r="0" b="0"/>
                <a:pathLst>
                  <a:path w="144378" h="144378">
                    <a:moveTo>
                      <a:pt x="0" y="72189"/>
                    </a:moveTo>
                    <a:cubicBezTo>
                      <a:pt x="0" y="32320"/>
                      <a:pt x="32320" y="0"/>
                      <a:pt x="72189" y="0"/>
                    </a:cubicBezTo>
                    <a:cubicBezTo>
                      <a:pt x="112058" y="0"/>
                      <a:pt x="144378" y="32320"/>
                      <a:pt x="144378" y="72189"/>
                    </a:cubicBezTo>
                    <a:cubicBezTo>
                      <a:pt x="144378" y="112058"/>
                      <a:pt x="112058" y="144378"/>
                      <a:pt x="72189" y="144378"/>
                    </a:cubicBezTo>
                    <a:cubicBezTo>
                      <a:pt x="32320" y="144378"/>
                      <a:pt x="0" y="112058"/>
                      <a:pt x="0" y="72189"/>
                    </a:cubicBezTo>
                  </a:path>
                </a:pathLst>
              </a:custGeom>
              <a:noFill/>
              <a:ln w="13535">
                <a:solidFill>
                  <a:srgbClr val="FFFFFF"/>
                </a:solidFill>
              </a:ln>
            </p:spPr>
            <p:txBody>
              <a:bodyPr rtlCol="0" anchor="ctr"/>
              <a:lstStyle/>
              <a:p>
                <a:pPr algn="ctr"/>
                <a:endParaRPr/>
              </a:p>
            </p:txBody>
          </p:sp>
        </p:grpSp>
        <p:grpSp>
          <p:nvGrpSpPr>
            <p:cNvPr id="32" name="Group 31">
              <a:extLst>
                <a:ext uri="{FF2B5EF4-FFF2-40B4-BE49-F238E27FC236}">
                  <a16:creationId xmlns:a16="http://schemas.microsoft.com/office/drawing/2014/main" id="{F6C160A6-87D1-DA51-52D4-5FFD2AEA01F0}"/>
                </a:ext>
              </a:extLst>
            </p:cNvPr>
            <p:cNvGrpSpPr/>
            <p:nvPr/>
          </p:nvGrpSpPr>
          <p:grpSpPr>
            <a:xfrm>
              <a:off x="7002305" y="1716790"/>
              <a:ext cx="1670352" cy="963665"/>
              <a:chOff x="4800600" y="1570121"/>
              <a:chExt cx="938463" cy="541421"/>
            </a:xfrm>
          </p:grpSpPr>
          <p:sp>
            <p:nvSpPr>
              <p:cNvPr id="50" name="Rounded Rectangle 11">
                <a:extLst>
                  <a:ext uri="{FF2B5EF4-FFF2-40B4-BE49-F238E27FC236}">
                    <a16:creationId xmlns:a16="http://schemas.microsoft.com/office/drawing/2014/main" id="{F7D4792C-320E-87F0-7B58-70BABF811BB6}"/>
                  </a:ext>
                </a:extLst>
              </p:cNvPr>
              <p:cNvSpPr/>
              <p:nvPr/>
            </p:nvSpPr>
            <p:spPr>
              <a:xfrm>
                <a:off x="4800600" y="1570121"/>
                <a:ext cx="938463" cy="541421"/>
              </a:xfrm>
              <a:custGeom>
                <a:avLst/>
                <a:gdLst/>
                <a:ahLst/>
                <a:cxnLst/>
                <a:rect l="0" t="0" r="0" b="0"/>
                <a:pathLst>
                  <a:path w="938463" h="541421">
                    <a:moveTo>
                      <a:pt x="560528" y="516061"/>
                    </a:moveTo>
                    <a:cubicBezTo>
                      <a:pt x="547530" y="520792"/>
                      <a:pt x="533497" y="523373"/>
                      <a:pt x="518861" y="523373"/>
                    </a:cubicBezTo>
                    <a:cubicBezTo>
                      <a:pt x="451583" y="523373"/>
                      <a:pt x="397042" y="468832"/>
                      <a:pt x="397042" y="401553"/>
                    </a:cubicBezTo>
                    <a:cubicBezTo>
                      <a:pt x="397042" y="369647"/>
                      <a:pt x="409308" y="340604"/>
                      <a:pt x="429383" y="318886"/>
                    </a:cubicBezTo>
                    <a:cubicBezTo>
                      <a:pt x="420278" y="301964"/>
                      <a:pt x="415089" y="282455"/>
                      <a:pt x="415089" y="261686"/>
                    </a:cubicBezTo>
                    <a:cubicBezTo>
                      <a:pt x="415089" y="235496"/>
                      <a:pt x="423341" y="211311"/>
                      <a:pt x="437289" y="191790"/>
                    </a:cubicBezTo>
                    <a:cubicBezTo>
                      <a:pt x="423435" y="175314"/>
                      <a:pt x="415089" y="154054"/>
                      <a:pt x="415089" y="130843"/>
                    </a:cubicBezTo>
                    <a:cubicBezTo>
                      <a:pt x="415089" y="78515"/>
                      <a:pt x="457509" y="36094"/>
                      <a:pt x="509838" y="36094"/>
                    </a:cubicBezTo>
                    <a:cubicBezTo>
                      <a:pt x="519767" y="36094"/>
                      <a:pt x="529341" y="37622"/>
                      <a:pt x="538334" y="40454"/>
                    </a:cubicBezTo>
                    <a:cubicBezTo>
                      <a:pt x="566455" y="15336"/>
                      <a:pt x="603980" y="0"/>
                      <a:pt x="645193" y="0"/>
                    </a:cubicBezTo>
                    <a:cubicBezTo>
                      <a:pt x="685345" y="0"/>
                      <a:pt x="721997" y="14557"/>
                      <a:pt x="749861" y="38535"/>
                    </a:cubicBezTo>
                    <a:cubicBezTo>
                      <a:pt x="758350" y="36932"/>
                      <a:pt x="767098" y="36094"/>
                      <a:pt x="776036" y="36094"/>
                    </a:cubicBezTo>
                    <a:cubicBezTo>
                      <a:pt x="855775" y="36094"/>
                      <a:pt x="920415" y="102755"/>
                      <a:pt x="920415" y="184985"/>
                    </a:cubicBezTo>
                    <a:cubicBezTo>
                      <a:pt x="920415" y="192892"/>
                      <a:pt x="919818" y="200656"/>
                      <a:pt x="918666" y="208230"/>
                    </a:cubicBezTo>
                    <a:cubicBezTo>
                      <a:pt x="931077" y="224252"/>
                      <a:pt x="938463" y="244363"/>
                      <a:pt x="938463" y="266198"/>
                    </a:cubicBezTo>
                    <a:cubicBezTo>
                      <a:pt x="938463" y="296394"/>
                      <a:pt x="924337" y="323291"/>
                      <a:pt x="902334" y="340642"/>
                    </a:cubicBezTo>
                    <a:cubicBezTo>
                      <a:pt x="919171" y="359088"/>
                      <a:pt x="929439" y="383633"/>
                      <a:pt x="929439" y="410577"/>
                    </a:cubicBezTo>
                    <a:cubicBezTo>
                      <a:pt x="929439" y="467889"/>
                      <a:pt x="882979" y="514350"/>
                      <a:pt x="825667" y="514350"/>
                    </a:cubicBezTo>
                    <a:cubicBezTo>
                      <a:pt x="808398" y="514350"/>
                      <a:pt x="792115" y="510132"/>
                      <a:pt x="777791" y="502670"/>
                    </a:cubicBezTo>
                    <a:cubicBezTo>
                      <a:pt x="744620" y="527003"/>
                      <a:pt x="703397" y="541421"/>
                      <a:pt x="658728" y="541421"/>
                    </a:cubicBezTo>
                    <a:cubicBezTo>
                      <a:pt x="623006" y="541421"/>
                      <a:pt x="589487" y="532200"/>
                      <a:pt x="560528" y="516061"/>
                    </a:cubicBezTo>
                    <a:close/>
                    <a:moveTo>
                      <a:pt x="36094" y="306805"/>
                    </a:moveTo>
                    <a:cubicBezTo>
                      <a:pt x="16160" y="306805"/>
                      <a:pt x="0" y="290644"/>
                      <a:pt x="0" y="270710"/>
                    </a:cubicBezTo>
                    <a:cubicBezTo>
                      <a:pt x="0" y="250776"/>
                      <a:pt x="16160" y="234615"/>
                      <a:pt x="36094" y="234615"/>
                    </a:cubicBezTo>
                    <a:cubicBezTo>
                      <a:pt x="56028" y="234615"/>
                      <a:pt x="72189" y="250776"/>
                      <a:pt x="72189" y="270710"/>
                    </a:cubicBezTo>
                    <a:cubicBezTo>
                      <a:pt x="72189" y="290644"/>
                      <a:pt x="56028" y="306805"/>
                      <a:pt x="36094" y="306805"/>
                    </a:cubicBezTo>
                    <a:close/>
                  </a:path>
                </a:pathLst>
              </a:custGeom>
              <a:solidFill>
                <a:srgbClr val="969696"/>
              </a:solidFill>
              <a:ln>
                <a:noFill/>
              </a:ln>
            </p:spPr>
            <p:txBody>
              <a:bodyPr rtlCol="0" anchor="ctr"/>
              <a:lstStyle/>
              <a:p>
                <a:pPr algn="ctr"/>
                <a:endParaRPr/>
              </a:p>
            </p:txBody>
          </p:sp>
          <p:sp>
            <p:nvSpPr>
              <p:cNvPr id="51" name="Rounded Rectangle 12">
                <a:extLst>
                  <a:ext uri="{FF2B5EF4-FFF2-40B4-BE49-F238E27FC236}">
                    <a16:creationId xmlns:a16="http://schemas.microsoft.com/office/drawing/2014/main" id="{BE01B7DD-A061-0813-C61C-A3A243538340}"/>
                  </a:ext>
                </a:extLst>
              </p:cNvPr>
              <p:cNvSpPr/>
              <p:nvPr/>
            </p:nvSpPr>
            <p:spPr>
              <a:xfrm>
                <a:off x="4963026" y="1768642"/>
                <a:ext cx="144378" cy="144378"/>
              </a:xfrm>
              <a:custGeom>
                <a:avLst/>
                <a:gdLst/>
                <a:ahLst/>
                <a:cxnLst/>
                <a:rect l="0" t="0" r="0" b="0"/>
                <a:pathLst>
                  <a:path w="144378" h="144378">
                    <a:moveTo>
                      <a:pt x="0" y="72189"/>
                    </a:moveTo>
                    <a:cubicBezTo>
                      <a:pt x="0" y="32320"/>
                      <a:pt x="32320" y="0"/>
                      <a:pt x="72189" y="0"/>
                    </a:cubicBezTo>
                    <a:cubicBezTo>
                      <a:pt x="112058" y="0"/>
                      <a:pt x="144378" y="32320"/>
                      <a:pt x="144378" y="72189"/>
                    </a:cubicBezTo>
                    <a:cubicBezTo>
                      <a:pt x="144378" y="112058"/>
                      <a:pt x="112058" y="144378"/>
                      <a:pt x="72189" y="144378"/>
                    </a:cubicBezTo>
                    <a:cubicBezTo>
                      <a:pt x="32320" y="144378"/>
                      <a:pt x="0" y="112058"/>
                      <a:pt x="0" y="72189"/>
                    </a:cubicBezTo>
                  </a:path>
                </a:pathLst>
              </a:custGeom>
              <a:solidFill>
                <a:srgbClr val="969696"/>
              </a:solidFill>
              <a:ln>
                <a:noFill/>
              </a:ln>
            </p:spPr>
            <p:txBody>
              <a:bodyPr rtlCol="0" anchor="ctr"/>
              <a:lstStyle/>
              <a:p>
                <a:pPr algn="ctr"/>
                <a:endParaRPr/>
              </a:p>
            </p:txBody>
          </p:sp>
          <p:sp>
            <p:nvSpPr>
              <p:cNvPr id="52" name="Rounded Rectangle 13">
                <a:extLst>
                  <a:ext uri="{FF2B5EF4-FFF2-40B4-BE49-F238E27FC236}">
                    <a16:creationId xmlns:a16="http://schemas.microsoft.com/office/drawing/2014/main" id="{71C13A93-E40F-E518-1CED-5FCC7CD7CA90}"/>
                  </a:ext>
                </a:extLst>
              </p:cNvPr>
              <p:cNvSpPr/>
              <p:nvPr/>
            </p:nvSpPr>
            <p:spPr>
              <a:xfrm>
                <a:off x="4800600" y="1570121"/>
                <a:ext cx="938463" cy="541421"/>
              </a:xfrm>
              <a:custGeom>
                <a:avLst/>
                <a:gdLst/>
                <a:ahLst/>
                <a:cxnLst/>
                <a:rect l="0" t="0" r="0" b="0"/>
                <a:pathLst>
                  <a:path w="938463" h="541421">
                    <a:moveTo>
                      <a:pt x="560528" y="516061"/>
                    </a:moveTo>
                    <a:cubicBezTo>
                      <a:pt x="547530" y="520792"/>
                      <a:pt x="533497" y="523373"/>
                      <a:pt x="518861" y="523373"/>
                    </a:cubicBezTo>
                    <a:cubicBezTo>
                      <a:pt x="451583" y="523373"/>
                      <a:pt x="397042" y="468832"/>
                      <a:pt x="397042" y="401553"/>
                    </a:cubicBezTo>
                    <a:cubicBezTo>
                      <a:pt x="397042" y="369647"/>
                      <a:pt x="409308" y="340604"/>
                      <a:pt x="429383" y="318886"/>
                    </a:cubicBezTo>
                    <a:cubicBezTo>
                      <a:pt x="420278" y="301964"/>
                      <a:pt x="415089" y="282455"/>
                      <a:pt x="415089" y="261686"/>
                    </a:cubicBezTo>
                    <a:cubicBezTo>
                      <a:pt x="415089" y="235496"/>
                      <a:pt x="423341" y="211311"/>
                      <a:pt x="437289" y="191790"/>
                    </a:cubicBezTo>
                    <a:cubicBezTo>
                      <a:pt x="423435" y="175314"/>
                      <a:pt x="415089" y="154054"/>
                      <a:pt x="415089" y="130843"/>
                    </a:cubicBezTo>
                    <a:cubicBezTo>
                      <a:pt x="415089" y="78515"/>
                      <a:pt x="457509" y="36094"/>
                      <a:pt x="509838" y="36094"/>
                    </a:cubicBezTo>
                    <a:cubicBezTo>
                      <a:pt x="519767" y="36094"/>
                      <a:pt x="529341" y="37622"/>
                      <a:pt x="538334" y="40454"/>
                    </a:cubicBezTo>
                    <a:cubicBezTo>
                      <a:pt x="566455" y="15336"/>
                      <a:pt x="603980" y="0"/>
                      <a:pt x="645193" y="0"/>
                    </a:cubicBezTo>
                    <a:cubicBezTo>
                      <a:pt x="685345" y="0"/>
                      <a:pt x="721997" y="14557"/>
                      <a:pt x="749861" y="38535"/>
                    </a:cubicBezTo>
                    <a:cubicBezTo>
                      <a:pt x="758350" y="36932"/>
                      <a:pt x="767098" y="36094"/>
                      <a:pt x="776036" y="36094"/>
                    </a:cubicBezTo>
                    <a:cubicBezTo>
                      <a:pt x="855775" y="36094"/>
                      <a:pt x="920415" y="102755"/>
                      <a:pt x="920415" y="184985"/>
                    </a:cubicBezTo>
                    <a:cubicBezTo>
                      <a:pt x="920415" y="192892"/>
                      <a:pt x="919818" y="200656"/>
                      <a:pt x="918666" y="208230"/>
                    </a:cubicBezTo>
                    <a:cubicBezTo>
                      <a:pt x="931077" y="224252"/>
                      <a:pt x="938463" y="244363"/>
                      <a:pt x="938463" y="266198"/>
                    </a:cubicBezTo>
                    <a:cubicBezTo>
                      <a:pt x="938463" y="296394"/>
                      <a:pt x="924337" y="323291"/>
                      <a:pt x="902334" y="340642"/>
                    </a:cubicBezTo>
                    <a:cubicBezTo>
                      <a:pt x="919171" y="359088"/>
                      <a:pt x="929439" y="383633"/>
                      <a:pt x="929439" y="410577"/>
                    </a:cubicBezTo>
                    <a:cubicBezTo>
                      <a:pt x="929439" y="467889"/>
                      <a:pt x="882979" y="514350"/>
                      <a:pt x="825667" y="514350"/>
                    </a:cubicBezTo>
                    <a:cubicBezTo>
                      <a:pt x="808398" y="514350"/>
                      <a:pt x="792115" y="510132"/>
                      <a:pt x="777791" y="502670"/>
                    </a:cubicBezTo>
                    <a:cubicBezTo>
                      <a:pt x="744620" y="527003"/>
                      <a:pt x="703397" y="541421"/>
                      <a:pt x="658728" y="541421"/>
                    </a:cubicBezTo>
                    <a:cubicBezTo>
                      <a:pt x="623006" y="541421"/>
                      <a:pt x="589487" y="532200"/>
                      <a:pt x="560528" y="516061"/>
                    </a:cubicBezTo>
                    <a:close/>
                    <a:moveTo>
                      <a:pt x="36094" y="306805"/>
                    </a:moveTo>
                    <a:cubicBezTo>
                      <a:pt x="16160" y="306805"/>
                      <a:pt x="0" y="290644"/>
                      <a:pt x="0" y="270710"/>
                    </a:cubicBezTo>
                    <a:cubicBezTo>
                      <a:pt x="0" y="250776"/>
                      <a:pt x="16160" y="234615"/>
                      <a:pt x="36094" y="234615"/>
                    </a:cubicBezTo>
                    <a:cubicBezTo>
                      <a:pt x="56028" y="234615"/>
                      <a:pt x="72189" y="250776"/>
                      <a:pt x="72189" y="270710"/>
                    </a:cubicBezTo>
                    <a:cubicBezTo>
                      <a:pt x="72189" y="290644"/>
                      <a:pt x="56028" y="306805"/>
                      <a:pt x="36094" y="306805"/>
                    </a:cubicBezTo>
                    <a:close/>
                  </a:path>
                </a:pathLst>
              </a:custGeom>
              <a:noFill/>
              <a:ln w="13535">
                <a:solidFill>
                  <a:srgbClr val="FFFFFF"/>
                </a:solidFill>
              </a:ln>
            </p:spPr>
            <p:txBody>
              <a:bodyPr rtlCol="0" anchor="ctr"/>
              <a:lstStyle/>
              <a:p>
                <a:pPr algn="ctr"/>
                <a:endParaRPr/>
              </a:p>
            </p:txBody>
          </p:sp>
          <p:sp>
            <p:nvSpPr>
              <p:cNvPr id="53" name="Rounded Rectangle 14">
                <a:extLst>
                  <a:ext uri="{FF2B5EF4-FFF2-40B4-BE49-F238E27FC236}">
                    <a16:creationId xmlns:a16="http://schemas.microsoft.com/office/drawing/2014/main" id="{B73DBB5B-3D89-C416-DC7E-6834E754D9B8}"/>
                  </a:ext>
                </a:extLst>
              </p:cNvPr>
              <p:cNvSpPr/>
              <p:nvPr/>
            </p:nvSpPr>
            <p:spPr>
              <a:xfrm>
                <a:off x="4963026" y="1768642"/>
                <a:ext cx="144378" cy="144378"/>
              </a:xfrm>
              <a:custGeom>
                <a:avLst/>
                <a:gdLst/>
                <a:ahLst/>
                <a:cxnLst/>
                <a:rect l="0" t="0" r="0" b="0"/>
                <a:pathLst>
                  <a:path w="144378" h="144378">
                    <a:moveTo>
                      <a:pt x="0" y="72189"/>
                    </a:moveTo>
                    <a:cubicBezTo>
                      <a:pt x="0" y="32320"/>
                      <a:pt x="32320" y="0"/>
                      <a:pt x="72189" y="0"/>
                    </a:cubicBezTo>
                    <a:cubicBezTo>
                      <a:pt x="112058" y="0"/>
                      <a:pt x="144378" y="32320"/>
                      <a:pt x="144378" y="72189"/>
                    </a:cubicBezTo>
                    <a:cubicBezTo>
                      <a:pt x="144378" y="112058"/>
                      <a:pt x="112058" y="144378"/>
                      <a:pt x="72189" y="144378"/>
                    </a:cubicBezTo>
                    <a:cubicBezTo>
                      <a:pt x="32320" y="144378"/>
                      <a:pt x="0" y="112058"/>
                      <a:pt x="0" y="72189"/>
                    </a:cubicBezTo>
                  </a:path>
                </a:pathLst>
              </a:custGeom>
              <a:noFill/>
              <a:ln w="13535">
                <a:solidFill>
                  <a:srgbClr val="FFFFFF"/>
                </a:solidFill>
              </a:ln>
            </p:spPr>
            <p:txBody>
              <a:bodyPr rtlCol="0" anchor="ctr"/>
              <a:lstStyle/>
              <a:p>
                <a:pPr algn="ctr"/>
                <a:endParaRPr/>
              </a:p>
            </p:txBody>
          </p:sp>
        </p:grpSp>
        <p:grpSp>
          <p:nvGrpSpPr>
            <p:cNvPr id="33" name="Group 32">
              <a:extLst>
                <a:ext uri="{FF2B5EF4-FFF2-40B4-BE49-F238E27FC236}">
                  <a16:creationId xmlns:a16="http://schemas.microsoft.com/office/drawing/2014/main" id="{C41514DB-3073-563A-F4E0-1A18864F1D20}"/>
                </a:ext>
              </a:extLst>
            </p:cNvPr>
            <p:cNvGrpSpPr/>
            <p:nvPr/>
          </p:nvGrpSpPr>
          <p:grpSpPr>
            <a:xfrm>
              <a:off x="3276134" y="1716790"/>
              <a:ext cx="1670352" cy="963665"/>
              <a:chOff x="2707105" y="1570121"/>
              <a:chExt cx="938463" cy="541421"/>
            </a:xfrm>
          </p:grpSpPr>
          <p:sp>
            <p:nvSpPr>
              <p:cNvPr id="46" name="Rounded Rectangle 16">
                <a:extLst>
                  <a:ext uri="{FF2B5EF4-FFF2-40B4-BE49-F238E27FC236}">
                    <a16:creationId xmlns:a16="http://schemas.microsoft.com/office/drawing/2014/main" id="{30457616-CDF2-62D1-8DBA-2C80AC477466}"/>
                  </a:ext>
                </a:extLst>
              </p:cNvPr>
              <p:cNvSpPr/>
              <p:nvPr/>
            </p:nvSpPr>
            <p:spPr>
              <a:xfrm>
                <a:off x="2707105" y="1570121"/>
                <a:ext cx="938463" cy="541421"/>
              </a:xfrm>
              <a:custGeom>
                <a:avLst/>
                <a:gdLst/>
                <a:ahLst/>
                <a:cxnLst/>
                <a:rect l="0" t="0" r="0" b="0"/>
                <a:pathLst>
                  <a:path w="938463" h="541421">
                    <a:moveTo>
                      <a:pt x="261686" y="0"/>
                    </a:moveTo>
                    <a:cubicBezTo>
                      <a:pt x="316910" y="0"/>
                      <a:pt x="367097" y="21099"/>
                      <a:pt x="404280" y="55507"/>
                    </a:cubicBezTo>
                    <a:cubicBezTo>
                      <a:pt x="409252" y="54610"/>
                      <a:pt x="414372" y="54142"/>
                      <a:pt x="419601" y="54142"/>
                    </a:cubicBezTo>
                    <a:cubicBezTo>
                      <a:pt x="466945" y="54142"/>
                      <a:pt x="505326" y="92522"/>
                      <a:pt x="505326" y="139867"/>
                    </a:cubicBezTo>
                    <a:cubicBezTo>
                      <a:pt x="505326" y="141228"/>
                      <a:pt x="505294" y="142583"/>
                      <a:pt x="505231" y="143930"/>
                    </a:cubicBezTo>
                    <a:cubicBezTo>
                      <a:pt x="527687" y="168896"/>
                      <a:pt x="541421" y="202354"/>
                      <a:pt x="541421" y="239127"/>
                    </a:cubicBezTo>
                    <a:cubicBezTo>
                      <a:pt x="541421" y="281831"/>
                      <a:pt x="522900" y="320064"/>
                      <a:pt x="493707" y="345719"/>
                    </a:cubicBezTo>
                    <a:cubicBezTo>
                      <a:pt x="511877" y="361439"/>
                      <a:pt x="523373" y="384666"/>
                      <a:pt x="523373" y="410577"/>
                    </a:cubicBezTo>
                    <a:cubicBezTo>
                      <a:pt x="523373" y="457922"/>
                      <a:pt x="484993" y="496302"/>
                      <a:pt x="437648" y="496302"/>
                    </a:cubicBezTo>
                    <a:cubicBezTo>
                      <a:pt x="424304" y="496302"/>
                      <a:pt x="411673" y="493253"/>
                      <a:pt x="400411" y="487814"/>
                    </a:cubicBezTo>
                    <a:cubicBezTo>
                      <a:pt x="367601" y="520870"/>
                      <a:pt x="321617" y="541421"/>
                      <a:pt x="270710" y="541421"/>
                    </a:cubicBezTo>
                    <a:cubicBezTo>
                      <a:pt x="219351" y="541421"/>
                      <a:pt x="173002" y="520503"/>
                      <a:pt x="140136" y="486929"/>
                    </a:cubicBezTo>
                    <a:cubicBezTo>
                      <a:pt x="137069" y="487160"/>
                      <a:pt x="133970" y="487278"/>
                      <a:pt x="130843" y="487278"/>
                    </a:cubicBezTo>
                    <a:cubicBezTo>
                      <a:pt x="63564" y="487278"/>
                      <a:pt x="9023" y="432737"/>
                      <a:pt x="9023" y="365459"/>
                    </a:cubicBezTo>
                    <a:cubicBezTo>
                      <a:pt x="9023" y="341173"/>
                      <a:pt x="16129" y="318547"/>
                      <a:pt x="28377" y="299547"/>
                    </a:cubicBezTo>
                    <a:cubicBezTo>
                      <a:pt x="27515" y="293070"/>
                      <a:pt x="27071" y="286455"/>
                      <a:pt x="27071" y="279734"/>
                    </a:cubicBezTo>
                    <a:cubicBezTo>
                      <a:pt x="27071" y="268110"/>
                      <a:pt x="28402" y="256808"/>
                      <a:pt x="30914" y="245980"/>
                    </a:cubicBezTo>
                    <a:cubicBezTo>
                      <a:pt x="11918" y="228652"/>
                      <a:pt x="0" y="203698"/>
                      <a:pt x="0" y="175961"/>
                    </a:cubicBezTo>
                    <a:cubicBezTo>
                      <a:pt x="0" y="123633"/>
                      <a:pt x="42420" y="81213"/>
                      <a:pt x="94748" y="81213"/>
                    </a:cubicBezTo>
                    <a:cubicBezTo>
                      <a:pt x="95043" y="81213"/>
                      <a:pt x="95337" y="81214"/>
                      <a:pt x="95633" y="81217"/>
                    </a:cubicBezTo>
                    <a:cubicBezTo>
                      <a:pt x="133497" y="31900"/>
                      <a:pt x="193783" y="0"/>
                      <a:pt x="261686" y="0"/>
                    </a:cubicBezTo>
                    <a:close/>
                    <a:moveTo>
                      <a:pt x="902368" y="306805"/>
                    </a:moveTo>
                    <a:cubicBezTo>
                      <a:pt x="882434" y="306805"/>
                      <a:pt x="866273" y="290644"/>
                      <a:pt x="866273" y="270710"/>
                    </a:cubicBezTo>
                    <a:cubicBezTo>
                      <a:pt x="866273" y="250776"/>
                      <a:pt x="882434" y="234615"/>
                      <a:pt x="902368" y="234615"/>
                    </a:cubicBezTo>
                    <a:cubicBezTo>
                      <a:pt x="922302" y="234615"/>
                      <a:pt x="938463" y="250776"/>
                      <a:pt x="938463" y="270710"/>
                    </a:cubicBezTo>
                    <a:cubicBezTo>
                      <a:pt x="938463" y="290644"/>
                      <a:pt x="922302" y="306805"/>
                      <a:pt x="902368" y="306805"/>
                    </a:cubicBezTo>
                    <a:close/>
                  </a:path>
                </a:pathLst>
              </a:custGeom>
              <a:solidFill>
                <a:srgbClr val="969696"/>
              </a:solidFill>
              <a:ln>
                <a:noFill/>
              </a:ln>
            </p:spPr>
            <p:txBody>
              <a:bodyPr rtlCol="0" anchor="ctr"/>
              <a:lstStyle/>
              <a:p>
                <a:pPr algn="ctr"/>
                <a:endParaRPr/>
              </a:p>
            </p:txBody>
          </p:sp>
          <p:sp>
            <p:nvSpPr>
              <p:cNvPr id="47" name="Rounded Rectangle 17">
                <a:extLst>
                  <a:ext uri="{FF2B5EF4-FFF2-40B4-BE49-F238E27FC236}">
                    <a16:creationId xmlns:a16="http://schemas.microsoft.com/office/drawing/2014/main" id="{225E2887-4F7A-9305-C13E-17F3A8970416}"/>
                  </a:ext>
                </a:extLst>
              </p:cNvPr>
              <p:cNvSpPr/>
              <p:nvPr/>
            </p:nvSpPr>
            <p:spPr>
              <a:xfrm>
                <a:off x="3338763" y="1768642"/>
                <a:ext cx="144378" cy="144378"/>
              </a:xfrm>
              <a:custGeom>
                <a:avLst/>
                <a:gdLst/>
                <a:ahLst/>
                <a:cxnLst/>
                <a:rect l="0" t="0" r="0" b="0"/>
                <a:pathLst>
                  <a:path w="144378" h="144378">
                    <a:moveTo>
                      <a:pt x="0" y="72189"/>
                    </a:moveTo>
                    <a:cubicBezTo>
                      <a:pt x="0" y="32320"/>
                      <a:pt x="32320" y="0"/>
                      <a:pt x="72189" y="0"/>
                    </a:cubicBezTo>
                    <a:cubicBezTo>
                      <a:pt x="112058" y="0"/>
                      <a:pt x="144378" y="32320"/>
                      <a:pt x="144378" y="72189"/>
                    </a:cubicBezTo>
                    <a:cubicBezTo>
                      <a:pt x="144378" y="112058"/>
                      <a:pt x="112058" y="144378"/>
                      <a:pt x="72189" y="144378"/>
                    </a:cubicBezTo>
                    <a:cubicBezTo>
                      <a:pt x="32320" y="144378"/>
                      <a:pt x="0" y="112058"/>
                      <a:pt x="0" y="72189"/>
                    </a:cubicBezTo>
                  </a:path>
                </a:pathLst>
              </a:custGeom>
              <a:solidFill>
                <a:srgbClr val="969696"/>
              </a:solidFill>
              <a:ln>
                <a:noFill/>
              </a:ln>
            </p:spPr>
            <p:txBody>
              <a:bodyPr rtlCol="0" anchor="ctr"/>
              <a:lstStyle/>
              <a:p>
                <a:pPr algn="ctr"/>
                <a:endParaRPr/>
              </a:p>
            </p:txBody>
          </p:sp>
          <p:sp>
            <p:nvSpPr>
              <p:cNvPr id="48" name="Rounded Rectangle 18">
                <a:extLst>
                  <a:ext uri="{FF2B5EF4-FFF2-40B4-BE49-F238E27FC236}">
                    <a16:creationId xmlns:a16="http://schemas.microsoft.com/office/drawing/2014/main" id="{030FEBF0-C624-1EE8-D008-5FC3FBBF99C2}"/>
                  </a:ext>
                </a:extLst>
              </p:cNvPr>
              <p:cNvSpPr/>
              <p:nvPr/>
            </p:nvSpPr>
            <p:spPr>
              <a:xfrm>
                <a:off x="2707105" y="1570121"/>
                <a:ext cx="938463" cy="541421"/>
              </a:xfrm>
              <a:custGeom>
                <a:avLst/>
                <a:gdLst/>
                <a:ahLst/>
                <a:cxnLst/>
                <a:rect l="0" t="0" r="0" b="0"/>
                <a:pathLst>
                  <a:path w="938463" h="541421">
                    <a:moveTo>
                      <a:pt x="261686" y="0"/>
                    </a:moveTo>
                    <a:cubicBezTo>
                      <a:pt x="316910" y="0"/>
                      <a:pt x="367097" y="21099"/>
                      <a:pt x="404280" y="55507"/>
                    </a:cubicBezTo>
                    <a:cubicBezTo>
                      <a:pt x="409252" y="54610"/>
                      <a:pt x="414372" y="54142"/>
                      <a:pt x="419601" y="54142"/>
                    </a:cubicBezTo>
                    <a:cubicBezTo>
                      <a:pt x="466945" y="54142"/>
                      <a:pt x="505326" y="92522"/>
                      <a:pt x="505326" y="139867"/>
                    </a:cubicBezTo>
                    <a:cubicBezTo>
                      <a:pt x="505326" y="141228"/>
                      <a:pt x="505294" y="142583"/>
                      <a:pt x="505231" y="143930"/>
                    </a:cubicBezTo>
                    <a:cubicBezTo>
                      <a:pt x="527687" y="168896"/>
                      <a:pt x="541421" y="202354"/>
                      <a:pt x="541421" y="239127"/>
                    </a:cubicBezTo>
                    <a:cubicBezTo>
                      <a:pt x="541421" y="281831"/>
                      <a:pt x="522900" y="320064"/>
                      <a:pt x="493707" y="345719"/>
                    </a:cubicBezTo>
                    <a:cubicBezTo>
                      <a:pt x="511877" y="361439"/>
                      <a:pt x="523373" y="384666"/>
                      <a:pt x="523373" y="410577"/>
                    </a:cubicBezTo>
                    <a:cubicBezTo>
                      <a:pt x="523373" y="457922"/>
                      <a:pt x="484993" y="496302"/>
                      <a:pt x="437648" y="496302"/>
                    </a:cubicBezTo>
                    <a:cubicBezTo>
                      <a:pt x="424304" y="496302"/>
                      <a:pt x="411673" y="493253"/>
                      <a:pt x="400411" y="487814"/>
                    </a:cubicBezTo>
                    <a:cubicBezTo>
                      <a:pt x="367601" y="520870"/>
                      <a:pt x="321617" y="541421"/>
                      <a:pt x="270710" y="541421"/>
                    </a:cubicBezTo>
                    <a:cubicBezTo>
                      <a:pt x="219351" y="541421"/>
                      <a:pt x="173002" y="520503"/>
                      <a:pt x="140136" y="486929"/>
                    </a:cubicBezTo>
                    <a:cubicBezTo>
                      <a:pt x="137069" y="487160"/>
                      <a:pt x="133970" y="487278"/>
                      <a:pt x="130843" y="487278"/>
                    </a:cubicBezTo>
                    <a:cubicBezTo>
                      <a:pt x="63564" y="487278"/>
                      <a:pt x="9023" y="432737"/>
                      <a:pt x="9023" y="365459"/>
                    </a:cubicBezTo>
                    <a:cubicBezTo>
                      <a:pt x="9023" y="341173"/>
                      <a:pt x="16129" y="318547"/>
                      <a:pt x="28377" y="299547"/>
                    </a:cubicBezTo>
                    <a:cubicBezTo>
                      <a:pt x="27515" y="293070"/>
                      <a:pt x="27071" y="286455"/>
                      <a:pt x="27071" y="279734"/>
                    </a:cubicBezTo>
                    <a:cubicBezTo>
                      <a:pt x="27071" y="268110"/>
                      <a:pt x="28402" y="256808"/>
                      <a:pt x="30914" y="245980"/>
                    </a:cubicBezTo>
                    <a:cubicBezTo>
                      <a:pt x="11918" y="228652"/>
                      <a:pt x="0" y="203698"/>
                      <a:pt x="0" y="175961"/>
                    </a:cubicBezTo>
                    <a:cubicBezTo>
                      <a:pt x="0" y="123633"/>
                      <a:pt x="42420" y="81213"/>
                      <a:pt x="94748" y="81213"/>
                    </a:cubicBezTo>
                    <a:cubicBezTo>
                      <a:pt x="95043" y="81213"/>
                      <a:pt x="95337" y="81214"/>
                      <a:pt x="95633" y="81217"/>
                    </a:cubicBezTo>
                    <a:cubicBezTo>
                      <a:pt x="133497" y="31900"/>
                      <a:pt x="193783" y="0"/>
                      <a:pt x="261686" y="0"/>
                    </a:cubicBezTo>
                    <a:close/>
                    <a:moveTo>
                      <a:pt x="902368" y="306805"/>
                    </a:moveTo>
                    <a:cubicBezTo>
                      <a:pt x="882434" y="306805"/>
                      <a:pt x="866273" y="290644"/>
                      <a:pt x="866273" y="270710"/>
                    </a:cubicBezTo>
                    <a:cubicBezTo>
                      <a:pt x="866273" y="250776"/>
                      <a:pt x="882434" y="234615"/>
                      <a:pt x="902368" y="234615"/>
                    </a:cubicBezTo>
                    <a:cubicBezTo>
                      <a:pt x="922302" y="234615"/>
                      <a:pt x="938463" y="250776"/>
                      <a:pt x="938463" y="270710"/>
                    </a:cubicBezTo>
                    <a:cubicBezTo>
                      <a:pt x="938463" y="290644"/>
                      <a:pt x="922302" y="306805"/>
                      <a:pt x="902368" y="306805"/>
                    </a:cubicBezTo>
                    <a:close/>
                  </a:path>
                </a:pathLst>
              </a:custGeom>
              <a:noFill/>
              <a:ln w="13535">
                <a:solidFill>
                  <a:srgbClr val="FFFFFF"/>
                </a:solidFill>
              </a:ln>
            </p:spPr>
            <p:txBody>
              <a:bodyPr rtlCol="0" anchor="ctr"/>
              <a:lstStyle/>
              <a:p>
                <a:pPr algn="ctr"/>
                <a:endParaRPr/>
              </a:p>
            </p:txBody>
          </p:sp>
          <p:sp>
            <p:nvSpPr>
              <p:cNvPr id="49" name="Rounded Rectangle 19">
                <a:extLst>
                  <a:ext uri="{FF2B5EF4-FFF2-40B4-BE49-F238E27FC236}">
                    <a16:creationId xmlns:a16="http://schemas.microsoft.com/office/drawing/2014/main" id="{5C38A135-D334-9ED6-D18D-18E4C43DCFF9}"/>
                  </a:ext>
                </a:extLst>
              </p:cNvPr>
              <p:cNvSpPr/>
              <p:nvPr/>
            </p:nvSpPr>
            <p:spPr>
              <a:xfrm>
                <a:off x="3338763" y="1768642"/>
                <a:ext cx="144378" cy="144378"/>
              </a:xfrm>
              <a:custGeom>
                <a:avLst/>
                <a:gdLst/>
                <a:ahLst/>
                <a:cxnLst/>
                <a:rect l="0" t="0" r="0" b="0"/>
                <a:pathLst>
                  <a:path w="144378" h="144378">
                    <a:moveTo>
                      <a:pt x="0" y="72189"/>
                    </a:moveTo>
                    <a:cubicBezTo>
                      <a:pt x="0" y="32320"/>
                      <a:pt x="32320" y="0"/>
                      <a:pt x="72189" y="0"/>
                    </a:cubicBezTo>
                    <a:cubicBezTo>
                      <a:pt x="112058" y="0"/>
                      <a:pt x="144378" y="32320"/>
                      <a:pt x="144378" y="72189"/>
                    </a:cubicBezTo>
                    <a:cubicBezTo>
                      <a:pt x="144378" y="112058"/>
                      <a:pt x="112058" y="144378"/>
                      <a:pt x="72189" y="144378"/>
                    </a:cubicBezTo>
                    <a:cubicBezTo>
                      <a:pt x="32320" y="144378"/>
                      <a:pt x="0" y="112058"/>
                      <a:pt x="0" y="72189"/>
                    </a:cubicBezTo>
                  </a:path>
                </a:pathLst>
              </a:custGeom>
              <a:noFill/>
              <a:ln w="13535">
                <a:solidFill>
                  <a:srgbClr val="FFFFFF"/>
                </a:solidFill>
              </a:ln>
            </p:spPr>
            <p:txBody>
              <a:bodyPr rtlCol="0" anchor="ctr"/>
              <a:lstStyle/>
              <a:p>
                <a:pPr algn="ctr"/>
                <a:endParaRPr/>
              </a:p>
            </p:txBody>
          </p:sp>
        </p:grpSp>
        <p:sp>
          <p:nvSpPr>
            <p:cNvPr id="34" name="TextBox 33">
              <a:extLst>
                <a:ext uri="{FF2B5EF4-FFF2-40B4-BE49-F238E27FC236}">
                  <a16:creationId xmlns:a16="http://schemas.microsoft.com/office/drawing/2014/main" id="{A20D42D4-4382-9693-393B-2076A4C66246}"/>
                </a:ext>
              </a:extLst>
            </p:cNvPr>
            <p:cNvSpPr txBox="1"/>
            <p:nvPr/>
          </p:nvSpPr>
          <p:spPr>
            <a:xfrm>
              <a:off x="284516" y="1860122"/>
              <a:ext cx="2773847" cy="615553"/>
            </a:xfrm>
            <a:prstGeom prst="rect">
              <a:avLst/>
            </a:prstGeom>
            <a:noFill/>
            <a:ln>
              <a:noFill/>
            </a:ln>
          </p:spPr>
          <p:txBody>
            <a:bodyPr wrap="square" lIns="0" tIns="0" rIns="0" bIns="0" anchor="t">
              <a:spAutoFit/>
            </a:bodyPr>
            <a:lstStyle/>
            <a:p>
              <a:pPr algn="r"/>
              <a:r>
                <a:rPr sz="2000" b="1" dirty="0" err="1">
                  <a:solidFill>
                    <a:srgbClr val="4E88E7"/>
                  </a:solidFill>
                  <a:latin typeface="+mj-lt"/>
                </a:rPr>
                <a:t>Eficiencia</a:t>
              </a:r>
              <a:r>
                <a:rPr sz="2000" b="1" dirty="0">
                  <a:solidFill>
                    <a:srgbClr val="4E88E7"/>
                  </a:solidFill>
                  <a:latin typeface="+mj-lt"/>
                </a:rPr>
                <a:t> </a:t>
              </a:r>
              <a:r>
                <a:rPr sz="2000" b="1" dirty="0" err="1">
                  <a:solidFill>
                    <a:srgbClr val="4E88E7"/>
                  </a:solidFill>
                  <a:latin typeface="+mj-lt"/>
                </a:rPr>
                <a:t>Computacional</a:t>
              </a:r>
              <a:endParaRPr sz="2000" b="1" dirty="0">
                <a:solidFill>
                  <a:srgbClr val="4E88E7"/>
                </a:solidFill>
                <a:latin typeface="+mj-lt"/>
              </a:endParaRPr>
            </a:p>
          </p:txBody>
        </p:sp>
        <p:sp>
          <p:nvSpPr>
            <p:cNvPr id="35" name="TextBox 34">
              <a:extLst>
                <a:ext uri="{FF2B5EF4-FFF2-40B4-BE49-F238E27FC236}">
                  <a16:creationId xmlns:a16="http://schemas.microsoft.com/office/drawing/2014/main" id="{C26F1854-462C-E921-6F67-57A9E28F33E3}"/>
                </a:ext>
              </a:extLst>
            </p:cNvPr>
            <p:cNvSpPr txBox="1"/>
            <p:nvPr/>
          </p:nvSpPr>
          <p:spPr>
            <a:xfrm>
              <a:off x="8897511" y="2043310"/>
              <a:ext cx="1670329" cy="307777"/>
            </a:xfrm>
            <a:prstGeom prst="rect">
              <a:avLst/>
            </a:prstGeom>
            <a:noFill/>
            <a:ln>
              <a:noFill/>
            </a:ln>
          </p:spPr>
          <p:txBody>
            <a:bodyPr wrap="none" lIns="0" tIns="0" rIns="0" bIns="0" anchor="t">
              <a:spAutoFit/>
            </a:bodyPr>
            <a:lstStyle/>
            <a:p>
              <a:pPr algn="l"/>
              <a:r>
                <a:rPr sz="2000" b="1" dirty="0" err="1">
                  <a:solidFill>
                    <a:srgbClr val="3CC583"/>
                  </a:solidFill>
                  <a:latin typeface="+mj-lt"/>
                </a:rPr>
                <a:t>Escalabilidad</a:t>
              </a:r>
              <a:endParaRPr sz="2000" b="1" dirty="0">
                <a:solidFill>
                  <a:srgbClr val="3CC583"/>
                </a:solidFill>
                <a:latin typeface="+mj-lt"/>
              </a:endParaRPr>
            </a:p>
          </p:txBody>
        </p:sp>
        <p:sp>
          <p:nvSpPr>
            <p:cNvPr id="36" name="TextBox 35">
              <a:extLst>
                <a:ext uri="{FF2B5EF4-FFF2-40B4-BE49-F238E27FC236}">
                  <a16:creationId xmlns:a16="http://schemas.microsoft.com/office/drawing/2014/main" id="{003B9DF3-4624-09FA-C2FD-2AC2D3076CF2}"/>
                </a:ext>
              </a:extLst>
            </p:cNvPr>
            <p:cNvSpPr txBox="1"/>
            <p:nvPr/>
          </p:nvSpPr>
          <p:spPr>
            <a:xfrm>
              <a:off x="8897511" y="2430406"/>
              <a:ext cx="2157257" cy="646331"/>
            </a:xfrm>
            <a:prstGeom prst="rect">
              <a:avLst/>
            </a:prstGeom>
            <a:noFill/>
            <a:ln>
              <a:noFill/>
            </a:ln>
          </p:spPr>
          <p:txBody>
            <a:bodyPr wrap="none" lIns="0" tIns="0" rIns="0" bIns="0" anchor="t">
              <a:spAutoFit/>
            </a:bodyPr>
            <a:lstStyle/>
            <a:p>
              <a:pPr algn="l"/>
              <a:r>
                <a:rPr sz="1400" b="0" dirty="0">
                  <a:solidFill>
                    <a:srgbClr val="374840"/>
                  </a:solidFill>
                  <a:latin typeface="+mj-lt"/>
                </a:rPr>
                <a:t>Se </a:t>
              </a:r>
              <a:r>
                <a:rPr sz="1400" b="0" dirty="0" err="1">
                  <a:solidFill>
                    <a:srgbClr val="374840"/>
                  </a:solidFill>
                  <a:latin typeface="+mj-lt"/>
                </a:rPr>
                <a:t>adapta</a:t>
              </a:r>
              <a:r>
                <a:rPr sz="1400" b="0" dirty="0">
                  <a:solidFill>
                    <a:srgbClr val="374840"/>
                  </a:solidFill>
                  <a:latin typeface="+mj-lt"/>
                </a:rPr>
                <a:t> a </a:t>
              </a:r>
              <a:r>
                <a:rPr sz="1400" b="0" dirty="0" err="1">
                  <a:solidFill>
                    <a:srgbClr val="374840"/>
                  </a:solidFill>
                  <a:latin typeface="+mj-lt"/>
                </a:rPr>
                <a:t>diferentes</a:t>
              </a:r>
              <a:r>
                <a:rPr sz="1400" b="0" dirty="0">
                  <a:solidFill>
                    <a:srgbClr val="374840"/>
                  </a:solidFill>
                  <a:latin typeface="+mj-lt"/>
                </a:rPr>
                <a:t>
</a:t>
              </a:r>
              <a:r>
                <a:rPr sz="1400" b="0" dirty="0" err="1">
                  <a:solidFill>
                    <a:srgbClr val="374840"/>
                  </a:solidFill>
                  <a:latin typeface="+mj-lt"/>
                </a:rPr>
                <a:t>tamaños</a:t>
              </a:r>
              <a:r>
                <a:rPr sz="1400" b="0" dirty="0">
                  <a:solidFill>
                    <a:srgbClr val="374840"/>
                  </a:solidFill>
                  <a:latin typeface="+mj-lt"/>
                </a:rPr>
                <a:t> de redes y </a:t>
              </a:r>
              <a:r>
                <a:rPr sz="1400" b="0" dirty="0" err="1">
                  <a:solidFill>
                    <a:srgbClr val="374840"/>
                  </a:solidFill>
                  <a:latin typeface="+mj-lt"/>
                </a:rPr>
                <a:t>datos</a:t>
              </a:r>
              <a:r>
                <a:rPr sz="1400" b="0" dirty="0">
                  <a:solidFill>
                    <a:srgbClr val="374840"/>
                  </a:solidFill>
                  <a:latin typeface="+mj-lt"/>
                </a:rPr>
                <a:t>
sin </a:t>
              </a:r>
              <a:r>
                <a:rPr sz="1400" b="0" dirty="0" err="1">
                  <a:solidFill>
                    <a:srgbClr val="374840"/>
                  </a:solidFill>
                  <a:latin typeface="+mj-lt"/>
                </a:rPr>
                <a:t>perder</a:t>
              </a:r>
              <a:r>
                <a:rPr sz="1400" b="0" dirty="0">
                  <a:solidFill>
                    <a:srgbClr val="374840"/>
                  </a:solidFill>
                  <a:latin typeface="+mj-lt"/>
                </a:rPr>
                <a:t> </a:t>
              </a:r>
              <a:r>
                <a:rPr sz="1400" b="0" dirty="0" err="1">
                  <a:solidFill>
                    <a:srgbClr val="374840"/>
                  </a:solidFill>
                  <a:latin typeface="+mj-lt"/>
                </a:rPr>
                <a:t>rendimiento</a:t>
              </a:r>
              <a:r>
                <a:rPr sz="1400" b="0" dirty="0">
                  <a:solidFill>
                    <a:srgbClr val="374840"/>
                  </a:solidFill>
                  <a:latin typeface="+mj-lt"/>
                </a:rPr>
                <a:t>.</a:t>
              </a:r>
            </a:p>
          </p:txBody>
        </p:sp>
        <p:sp>
          <p:nvSpPr>
            <p:cNvPr id="37" name="TextBox 36">
              <a:extLst>
                <a:ext uri="{FF2B5EF4-FFF2-40B4-BE49-F238E27FC236}">
                  <a16:creationId xmlns:a16="http://schemas.microsoft.com/office/drawing/2014/main" id="{2B7D9AC1-F3BE-5346-DD50-5EC90925D2EF}"/>
                </a:ext>
              </a:extLst>
            </p:cNvPr>
            <p:cNvSpPr txBox="1"/>
            <p:nvPr/>
          </p:nvSpPr>
          <p:spPr>
            <a:xfrm>
              <a:off x="1285717" y="4164794"/>
              <a:ext cx="2797241" cy="307777"/>
            </a:xfrm>
            <a:prstGeom prst="rect">
              <a:avLst/>
            </a:prstGeom>
            <a:noFill/>
            <a:ln>
              <a:noFill/>
            </a:ln>
          </p:spPr>
          <p:txBody>
            <a:bodyPr wrap="none" lIns="0" tIns="0" rIns="0" bIns="0" anchor="t">
              <a:spAutoFit/>
            </a:bodyPr>
            <a:lstStyle/>
            <a:p>
              <a:pPr algn="r"/>
              <a:r>
                <a:rPr sz="2000" b="1" dirty="0" err="1">
                  <a:solidFill>
                    <a:srgbClr val="DE8431"/>
                  </a:solidFill>
                  <a:latin typeface="+mj-lt"/>
                </a:rPr>
                <a:t>Manejo</a:t>
              </a:r>
              <a:r>
                <a:rPr sz="2000" b="1" dirty="0">
                  <a:solidFill>
                    <a:srgbClr val="DE8431"/>
                  </a:solidFill>
                  <a:latin typeface="+mj-lt"/>
                </a:rPr>
                <a:t> de </a:t>
              </a:r>
              <a:r>
                <a:rPr sz="2000" b="1" dirty="0" err="1">
                  <a:solidFill>
                    <a:srgbClr val="DE8431"/>
                  </a:solidFill>
                  <a:latin typeface="+mj-lt"/>
                </a:rPr>
                <a:t>Resolución</a:t>
              </a:r>
              <a:endParaRPr sz="2000" b="1" dirty="0">
                <a:solidFill>
                  <a:srgbClr val="DE8431"/>
                </a:solidFill>
                <a:latin typeface="+mj-lt"/>
              </a:endParaRPr>
            </a:p>
          </p:txBody>
        </p:sp>
        <p:sp>
          <p:nvSpPr>
            <p:cNvPr id="38" name="TextBox 37">
              <a:extLst>
                <a:ext uri="{FF2B5EF4-FFF2-40B4-BE49-F238E27FC236}">
                  <a16:creationId xmlns:a16="http://schemas.microsoft.com/office/drawing/2014/main" id="{A18B9C2F-8BD7-1B33-936B-64586DAD9E7B}"/>
                </a:ext>
              </a:extLst>
            </p:cNvPr>
            <p:cNvSpPr txBox="1"/>
            <p:nvPr/>
          </p:nvSpPr>
          <p:spPr>
            <a:xfrm>
              <a:off x="7837481" y="4188607"/>
              <a:ext cx="3266279" cy="307777"/>
            </a:xfrm>
            <a:prstGeom prst="rect">
              <a:avLst/>
            </a:prstGeom>
            <a:noFill/>
            <a:ln>
              <a:noFill/>
            </a:ln>
          </p:spPr>
          <p:txBody>
            <a:bodyPr wrap="none" lIns="0" tIns="0" rIns="0" bIns="0" anchor="t">
              <a:spAutoFit/>
            </a:bodyPr>
            <a:lstStyle/>
            <a:p>
              <a:pPr algn="l"/>
              <a:r>
                <a:rPr sz="2000" b="1" dirty="0" err="1">
                  <a:solidFill>
                    <a:srgbClr val="92BD39"/>
                  </a:solidFill>
                  <a:latin typeface="+mj-lt"/>
                </a:rPr>
                <a:t>Reducción</a:t>
              </a:r>
              <a:r>
                <a:rPr sz="2000" b="1" dirty="0">
                  <a:solidFill>
                    <a:srgbClr val="92BD39"/>
                  </a:solidFill>
                  <a:latin typeface="+mj-lt"/>
                </a:rPr>
                <a:t> de </a:t>
              </a:r>
              <a:r>
                <a:rPr sz="2000" b="1" dirty="0" err="1">
                  <a:solidFill>
                    <a:srgbClr val="92BD39"/>
                  </a:solidFill>
                  <a:latin typeface="+mj-lt"/>
                </a:rPr>
                <a:t>Parámetros</a:t>
              </a:r>
              <a:endParaRPr sz="2000" b="1" dirty="0">
                <a:solidFill>
                  <a:srgbClr val="92BD39"/>
                </a:solidFill>
                <a:latin typeface="+mj-lt"/>
              </a:endParaRPr>
            </a:p>
          </p:txBody>
        </p:sp>
        <p:sp>
          <p:nvSpPr>
            <p:cNvPr id="39" name="TextBox 38">
              <a:extLst>
                <a:ext uri="{FF2B5EF4-FFF2-40B4-BE49-F238E27FC236}">
                  <a16:creationId xmlns:a16="http://schemas.microsoft.com/office/drawing/2014/main" id="{4343A3C5-64CC-3849-5ACD-0C535F22BCA9}"/>
                </a:ext>
              </a:extLst>
            </p:cNvPr>
            <p:cNvSpPr txBox="1"/>
            <p:nvPr/>
          </p:nvSpPr>
          <p:spPr>
            <a:xfrm>
              <a:off x="859455" y="4581281"/>
              <a:ext cx="3223503" cy="646331"/>
            </a:xfrm>
            <a:prstGeom prst="rect">
              <a:avLst/>
            </a:prstGeom>
            <a:noFill/>
            <a:ln>
              <a:noFill/>
            </a:ln>
          </p:spPr>
          <p:txBody>
            <a:bodyPr wrap="square" lIns="0" tIns="0" rIns="0" bIns="0" anchor="t">
              <a:spAutoFit/>
            </a:bodyPr>
            <a:lstStyle/>
            <a:p>
              <a:pPr algn="r"/>
              <a:r>
                <a:rPr sz="1400" b="0" dirty="0" err="1">
                  <a:solidFill>
                    <a:srgbClr val="4C4034"/>
                  </a:solidFill>
                  <a:latin typeface="+mj-lt"/>
                </a:rPr>
                <a:t>Trabaja</a:t>
              </a:r>
              <a:r>
                <a:rPr sz="1400" b="0" dirty="0">
                  <a:solidFill>
                    <a:srgbClr val="4C4034"/>
                  </a:solidFill>
                  <a:latin typeface="+mj-lt"/>
                </a:rPr>
                <a:t> con </a:t>
              </a:r>
              <a:r>
                <a:rPr sz="1400" b="0" dirty="0" err="1">
                  <a:solidFill>
                    <a:srgbClr val="4C4034"/>
                  </a:solidFill>
                  <a:latin typeface="+mj-lt"/>
                </a:rPr>
                <a:t>diferentes</a:t>
              </a:r>
              <a:r>
                <a:rPr lang="es-CL" sz="1400" b="0" dirty="0">
                  <a:solidFill>
                    <a:srgbClr val="4C4034"/>
                  </a:solidFill>
                  <a:latin typeface="+mj-lt"/>
                </a:rPr>
                <a:t> </a:t>
              </a:r>
              <a:r>
                <a:rPr sz="1400" b="0" dirty="0" err="1">
                  <a:solidFill>
                    <a:srgbClr val="4C4034"/>
                  </a:solidFill>
                  <a:latin typeface="+mj-lt"/>
                </a:rPr>
                <a:t>resoluciones</a:t>
              </a:r>
              <a:r>
                <a:rPr sz="1400" b="0" dirty="0">
                  <a:solidFill>
                    <a:srgbClr val="4C4034"/>
                  </a:solidFill>
                  <a:latin typeface="+mj-lt"/>
                </a:rPr>
                <a:t> y</a:t>
              </a:r>
              <a:r>
                <a:rPr lang="es-CL" sz="1400" b="0" dirty="0">
                  <a:solidFill>
                    <a:srgbClr val="4C4034"/>
                  </a:solidFill>
                  <a:latin typeface="+mj-lt"/>
                </a:rPr>
                <a:t> </a:t>
              </a:r>
              <a:r>
                <a:rPr sz="1400" b="0" dirty="0" err="1">
                  <a:solidFill>
                    <a:srgbClr val="4C4034"/>
                  </a:solidFill>
                  <a:latin typeface="+mj-lt"/>
                </a:rPr>
                <a:t>profundidades</a:t>
              </a:r>
              <a:r>
                <a:rPr sz="1400" b="0" dirty="0">
                  <a:solidFill>
                    <a:srgbClr val="4C4034"/>
                  </a:solidFill>
                  <a:latin typeface="+mj-lt"/>
                </a:rPr>
                <a:t> de</a:t>
              </a:r>
              <a:r>
                <a:rPr lang="es-CL" sz="1400" b="0" dirty="0">
                  <a:solidFill>
                    <a:srgbClr val="4C4034"/>
                  </a:solidFill>
                  <a:latin typeface="+mj-lt"/>
                </a:rPr>
                <a:t> </a:t>
              </a:r>
              <a:r>
                <a:rPr sz="1400" b="0" dirty="0" err="1">
                  <a:solidFill>
                    <a:srgbClr val="4C4034"/>
                  </a:solidFill>
                  <a:latin typeface="+mj-lt"/>
                </a:rPr>
                <a:t>características</a:t>
              </a:r>
              <a:r>
                <a:rPr lang="es-CL" sz="1400" dirty="0">
                  <a:solidFill>
                    <a:srgbClr val="4C4034"/>
                  </a:solidFill>
                  <a:latin typeface="+mj-lt"/>
                </a:rPr>
                <a:t> </a:t>
              </a:r>
              <a:r>
                <a:rPr sz="1400" b="0" dirty="0" err="1">
                  <a:solidFill>
                    <a:srgbClr val="4C4034"/>
                  </a:solidFill>
                  <a:latin typeface="+mj-lt"/>
                </a:rPr>
                <a:t>simultáneamente</a:t>
              </a:r>
              <a:r>
                <a:rPr sz="1400" b="0" dirty="0">
                  <a:solidFill>
                    <a:srgbClr val="4C4034"/>
                  </a:solidFill>
                  <a:latin typeface="+mj-lt"/>
                </a:rPr>
                <a:t>.</a:t>
              </a:r>
            </a:p>
          </p:txBody>
        </p:sp>
        <p:sp>
          <p:nvSpPr>
            <p:cNvPr id="40" name="TextBox 39">
              <a:extLst>
                <a:ext uri="{FF2B5EF4-FFF2-40B4-BE49-F238E27FC236}">
                  <a16:creationId xmlns:a16="http://schemas.microsoft.com/office/drawing/2014/main" id="{AC110C2F-C2D1-48A3-28B2-A1F8C4A06D33}"/>
                </a:ext>
              </a:extLst>
            </p:cNvPr>
            <p:cNvSpPr txBox="1"/>
            <p:nvPr/>
          </p:nvSpPr>
          <p:spPr>
            <a:xfrm>
              <a:off x="7837480" y="4581280"/>
              <a:ext cx="3266279" cy="646331"/>
            </a:xfrm>
            <a:prstGeom prst="rect">
              <a:avLst/>
            </a:prstGeom>
            <a:noFill/>
            <a:ln>
              <a:noFill/>
            </a:ln>
          </p:spPr>
          <p:txBody>
            <a:bodyPr wrap="square" lIns="0" tIns="0" rIns="0" bIns="0" anchor="t">
              <a:spAutoFit/>
            </a:bodyPr>
            <a:lstStyle/>
            <a:p>
              <a:pPr algn="l"/>
              <a:r>
                <a:rPr sz="1400" b="0" dirty="0">
                  <a:solidFill>
                    <a:srgbClr val="424736"/>
                  </a:solidFill>
                  <a:latin typeface="+mj-lt"/>
                </a:rPr>
                <a:t>Reduce </a:t>
              </a:r>
              <a:r>
                <a:rPr sz="1400" b="0" dirty="0" err="1">
                  <a:solidFill>
                    <a:srgbClr val="424736"/>
                  </a:solidFill>
                  <a:latin typeface="+mj-lt"/>
                </a:rPr>
                <a:t>significativamente</a:t>
              </a:r>
              <a:r>
                <a:rPr sz="1400" b="0" dirty="0">
                  <a:solidFill>
                    <a:srgbClr val="424736"/>
                  </a:solidFill>
                  <a:latin typeface="+mj-lt"/>
                </a:rPr>
                <a:t> </a:t>
              </a:r>
              <a:r>
                <a:rPr sz="1400" b="0" dirty="0" err="1">
                  <a:solidFill>
                    <a:srgbClr val="424736"/>
                  </a:solidFill>
                  <a:latin typeface="+mj-lt"/>
                </a:rPr>
                <a:t>el</a:t>
              </a:r>
              <a:r>
                <a:rPr lang="es-CL" sz="1400" dirty="0">
                  <a:solidFill>
                    <a:srgbClr val="424736"/>
                  </a:solidFill>
                  <a:latin typeface="+mj-lt"/>
                </a:rPr>
                <a:t> </a:t>
              </a:r>
              <a:r>
                <a:rPr sz="1400" b="0" dirty="0" err="1">
                  <a:solidFill>
                    <a:srgbClr val="424736"/>
                  </a:solidFill>
                  <a:latin typeface="+mj-lt"/>
                </a:rPr>
                <a:t>número</a:t>
              </a:r>
              <a:r>
                <a:rPr sz="1400" b="0" dirty="0">
                  <a:solidFill>
                    <a:srgbClr val="424736"/>
                  </a:solidFill>
                  <a:latin typeface="+mj-lt"/>
                </a:rPr>
                <a:t> de </a:t>
              </a:r>
              <a:r>
                <a:rPr sz="1400" b="0" dirty="0" err="1">
                  <a:solidFill>
                    <a:srgbClr val="424736"/>
                  </a:solidFill>
                  <a:latin typeface="+mj-lt"/>
                </a:rPr>
                <a:t>parámetros</a:t>
              </a:r>
              <a:r>
                <a:rPr sz="1400" b="0" dirty="0">
                  <a:solidFill>
                    <a:srgbClr val="424736"/>
                  </a:solidFill>
                  <a:latin typeface="+mj-lt"/>
                </a:rPr>
                <a:t> </a:t>
              </a:r>
              <a:r>
                <a:rPr sz="1400" b="0" dirty="0" err="1">
                  <a:solidFill>
                    <a:srgbClr val="424736"/>
                  </a:solidFill>
                  <a:latin typeface="+mj-lt"/>
                </a:rPr>
                <a:t>en</a:t>
              </a:r>
              <a:r>
                <a:rPr lang="es-CL" sz="1400" dirty="0">
                  <a:solidFill>
                    <a:srgbClr val="424736"/>
                  </a:solidFill>
                  <a:latin typeface="+mj-lt"/>
                </a:rPr>
                <a:t> </a:t>
              </a:r>
              <a:r>
                <a:rPr sz="1400" b="0" dirty="0" err="1">
                  <a:solidFill>
                    <a:srgbClr val="424736"/>
                  </a:solidFill>
                  <a:latin typeface="+mj-lt"/>
                </a:rPr>
                <a:t>comparación</a:t>
              </a:r>
              <a:r>
                <a:rPr sz="1400" b="0" dirty="0">
                  <a:solidFill>
                    <a:srgbClr val="424736"/>
                  </a:solidFill>
                  <a:latin typeface="+mj-lt"/>
                </a:rPr>
                <a:t> con redes</a:t>
              </a:r>
              <a:r>
                <a:rPr lang="es-CL" sz="1400" b="0" dirty="0">
                  <a:solidFill>
                    <a:srgbClr val="424736"/>
                  </a:solidFill>
                  <a:latin typeface="+mj-lt"/>
                </a:rPr>
                <a:t> </a:t>
              </a:r>
              <a:r>
                <a:rPr sz="1400" b="0" dirty="0" err="1">
                  <a:solidFill>
                    <a:srgbClr val="424736"/>
                  </a:solidFill>
                  <a:latin typeface="+mj-lt"/>
                </a:rPr>
                <a:t>tradicionales</a:t>
              </a:r>
              <a:r>
                <a:rPr sz="1400" b="0" dirty="0">
                  <a:solidFill>
                    <a:srgbClr val="424736"/>
                  </a:solidFill>
                  <a:latin typeface="+mj-lt"/>
                </a:rPr>
                <a:t>.</a:t>
              </a:r>
            </a:p>
          </p:txBody>
        </p:sp>
        <p:sp>
          <p:nvSpPr>
            <p:cNvPr id="41" name="Rounded Rectangle 30">
              <a:extLst>
                <a:ext uri="{FF2B5EF4-FFF2-40B4-BE49-F238E27FC236}">
                  <a16:creationId xmlns:a16="http://schemas.microsoft.com/office/drawing/2014/main" id="{B39789A8-8A77-E417-981A-DC928157F8FE}"/>
                </a:ext>
              </a:extLst>
            </p:cNvPr>
            <p:cNvSpPr/>
            <p:nvPr/>
          </p:nvSpPr>
          <p:spPr>
            <a:xfrm>
              <a:off x="5502198" y="1658680"/>
              <a:ext cx="944390" cy="1103444"/>
            </a:xfrm>
            <a:custGeom>
              <a:avLst/>
              <a:gdLst/>
              <a:ahLst/>
              <a:cxnLst/>
              <a:rect l="0" t="0" r="0" b="0"/>
              <a:pathLst>
                <a:path w="530592" h="619954">
                  <a:moveTo>
                    <a:pt x="270710" y="246346"/>
                  </a:moveTo>
                  <a:cubicBezTo>
                    <a:pt x="243639" y="219275"/>
                    <a:pt x="189497" y="205740"/>
                    <a:pt x="162426" y="232811"/>
                  </a:cubicBezTo>
                  <a:moveTo>
                    <a:pt x="2707" y="300488"/>
                  </a:moveTo>
                  <a:cubicBezTo>
                    <a:pt x="0" y="289660"/>
                    <a:pt x="0" y="278831"/>
                    <a:pt x="0" y="265296"/>
                  </a:cubicBezTo>
                  <a:cubicBezTo>
                    <a:pt x="0" y="119112"/>
                    <a:pt x="119112" y="0"/>
                    <a:pt x="265296" y="0"/>
                  </a:cubicBezTo>
                  <a:cubicBezTo>
                    <a:pt x="411479" y="0"/>
                    <a:pt x="530592" y="119112"/>
                    <a:pt x="530592" y="265296"/>
                  </a:cubicBezTo>
                  <a:cubicBezTo>
                    <a:pt x="530592" y="362752"/>
                    <a:pt x="479157" y="446672"/>
                    <a:pt x="400651" y="492693"/>
                  </a:cubicBezTo>
                  <a:moveTo>
                    <a:pt x="173254" y="603711"/>
                  </a:moveTo>
                  <a:cubicBezTo>
                    <a:pt x="105577" y="619954"/>
                    <a:pt x="40606" y="568519"/>
                    <a:pt x="40606" y="498134"/>
                  </a:cubicBezTo>
                  <a:lnTo>
                    <a:pt x="40606" y="387413"/>
                  </a:lnTo>
                  <a:cubicBezTo>
                    <a:pt x="40614" y="368181"/>
                    <a:pt x="55085" y="352031"/>
                    <a:pt x="74201" y="349920"/>
                  </a:cubicBezTo>
                  <a:lnTo>
                    <a:pt x="74201" y="349920"/>
                  </a:lnTo>
                  <a:cubicBezTo>
                    <a:pt x="84593" y="348779"/>
                    <a:pt x="94992" y="351999"/>
                    <a:pt x="102920" y="358813"/>
                  </a:cubicBezTo>
                  <a:cubicBezTo>
                    <a:pt x="110848" y="365628"/>
                    <a:pt x="115594" y="375425"/>
                    <a:pt x="116026" y="385870"/>
                  </a:cubicBezTo>
                  <a:lnTo>
                    <a:pt x="117082" y="411507"/>
                  </a:lnTo>
                  <a:cubicBezTo>
                    <a:pt x="117082" y="425042"/>
                    <a:pt x="133324" y="435871"/>
                    <a:pt x="146860" y="430456"/>
                  </a:cubicBezTo>
                  <a:lnTo>
                    <a:pt x="305442" y="369005"/>
                  </a:lnTo>
                  <a:cubicBezTo>
                    <a:pt x="315775" y="365002"/>
                    <a:pt x="327299" y="365426"/>
                    <a:pt x="337310" y="370178"/>
                  </a:cubicBezTo>
                  <a:cubicBezTo>
                    <a:pt x="347320" y="374930"/>
                    <a:pt x="354935" y="383591"/>
                    <a:pt x="358366" y="394127"/>
                  </a:cubicBezTo>
                  <a:lnTo>
                    <a:pt x="358366" y="394127"/>
                  </a:lnTo>
                  <a:cubicBezTo>
                    <a:pt x="365001" y="414499"/>
                    <a:pt x="354552" y="436503"/>
                    <a:pt x="334571" y="444235"/>
                  </a:cubicBezTo>
                  <a:lnTo>
                    <a:pt x="248376" y="477614"/>
                  </a:lnTo>
                  <a:cubicBezTo>
                    <a:pt x="259205" y="520928"/>
                    <a:pt x="269356" y="568654"/>
                    <a:pt x="215214" y="590311"/>
                  </a:cubicBezTo>
                  <a:cubicBezTo>
                    <a:pt x="201679" y="595725"/>
                    <a:pt x="173254" y="603711"/>
                    <a:pt x="173254" y="603711"/>
                  </a:cubicBezTo>
                  <a:close/>
                  <a:moveTo>
                    <a:pt x="137385" y="117759"/>
                  </a:moveTo>
                  <a:cubicBezTo>
                    <a:pt x="131778" y="117759"/>
                    <a:pt x="127233" y="122304"/>
                    <a:pt x="127233" y="127910"/>
                  </a:cubicBezTo>
                  <a:cubicBezTo>
                    <a:pt x="127233" y="133517"/>
                    <a:pt x="131778" y="138062"/>
                    <a:pt x="137385" y="138062"/>
                  </a:cubicBezTo>
                  <a:moveTo>
                    <a:pt x="137385" y="138062"/>
                  </a:moveTo>
                  <a:cubicBezTo>
                    <a:pt x="142992" y="138062"/>
                    <a:pt x="147537" y="133517"/>
                    <a:pt x="147537" y="127910"/>
                  </a:cubicBezTo>
                  <a:cubicBezTo>
                    <a:pt x="147537" y="122304"/>
                    <a:pt x="142992" y="117759"/>
                    <a:pt x="137385" y="117759"/>
                  </a:cubicBezTo>
                  <a:moveTo>
                    <a:pt x="281538" y="117759"/>
                  </a:moveTo>
                  <a:cubicBezTo>
                    <a:pt x="275932" y="117759"/>
                    <a:pt x="271387" y="122304"/>
                    <a:pt x="271387" y="127910"/>
                  </a:cubicBezTo>
                  <a:cubicBezTo>
                    <a:pt x="271387" y="133517"/>
                    <a:pt x="275932" y="138062"/>
                    <a:pt x="281538" y="138062"/>
                  </a:cubicBezTo>
                  <a:moveTo>
                    <a:pt x="281538" y="138062"/>
                  </a:moveTo>
                  <a:cubicBezTo>
                    <a:pt x="287145" y="138062"/>
                    <a:pt x="291690" y="133517"/>
                    <a:pt x="291690" y="127910"/>
                  </a:cubicBezTo>
                  <a:cubicBezTo>
                    <a:pt x="291690" y="122304"/>
                    <a:pt x="287145" y="117759"/>
                    <a:pt x="281538" y="117759"/>
                  </a:cubicBezTo>
                </a:path>
              </a:pathLst>
            </a:custGeom>
            <a:noFill/>
            <a:ln w="25400">
              <a:solidFill>
                <a:srgbClr val="484848"/>
              </a:solidFill>
            </a:ln>
          </p:spPr>
          <p:txBody>
            <a:bodyPr rtlCol="0" anchor="ctr"/>
            <a:lstStyle/>
            <a:p>
              <a:pPr algn="ctr"/>
              <a:endParaRPr/>
            </a:p>
          </p:txBody>
        </p:sp>
        <p:sp>
          <p:nvSpPr>
            <p:cNvPr id="42" name="Rounded Rectangle 31">
              <a:extLst>
                <a:ext uri="{FF2B5EF4-FFF2-40B4-BE49-F238E27FC236}">
                  <a16:creationId xmlns:a16="http://schemas.microsoft.com/office/drawing/2014/main" id="{DD7BFA39-7C69-0656-31A2-4878D9A044A3}"/>
                </a:ext>
              </a:extLst>
            </p:cNvPr>
            <p:cNvSpPr/>
            <p:nvPr/>
          </p:nvSpPr>
          <p:spPr>
            <a:xfrm>
              <a:off x="3481016" y="1918907"/>
              <a:ext cx="553899" cy="562560"/>
            </a:xfrm>
            <a:custGeom>
              <a:avLst/>
              <a:gdLst/>
              <a:ahLst/>
              <a:cxnLst/>
              <a:rect l="0" t="0" r="0" b="0"/>
              <a:pathLst>
                <a:path w="311200" h="316066">
                  <a:moveTo>
                    <a:pt x="116875" y="260212"/>
                  </a:moveTo>
                  <a:cubicBezTo>
                    <a:pt x="130900" y="264895"/>
                    <a:pt x="138573" y="279966"/>
                    <a:pt x="134109" y="294062"/>
                  </a:cubicBezTo>
                  <a:cubicBezTo>
                    <a:pt x="129645" y="308159"/>
                    <a:pt x="114696" y="316066"/>
                    <a:pt x="100532" y="311822"/>
                  </a:cubicBezTo>
                  <a:cubicBezTo>
                    <a:pt x="86368" y="307579"/>
                    <a:pt x="78229" y="292755"/>
                    <a:pt x="82251" y="278526"/>
                  </a:cubicBezTo>
                  <a:cubicBezTo>
                    <a:pt x="80748" y="278661"/>
                    <a:pt x="79300" y="278973"/>
                    <a:pt x="77770" y="278973"/>
                  </a:cubicBezTo>
                  <a:cubicBezTo>
                    <a:pt x="58437" y="279067"/>
                    <a:pt x="40745" y="268118"/>
                    <a:pt x="32205" y="250772"/>
                  </a:cubicBezTo>
                  <a:cubicBezTo>
                    <a:pt x="23664" y="233426"/>
                    <a:pt x="25774" y="212728"/>
                    <a:pt x="37638" y="197462"/>
                  </a:cubicBezTo>
                  <a:cubicBezTo>
                    <a:pt x="16447" y="196008"/>
                    <a:pt x="0" y="178394"/>
                    <a:pt x="0" y="157153"/>
                  </a:cubicBezTo>
                  <a:cubicBezTo>
                    <a:pt x="0" y="135912"/>
                    <a:pt x="16447" y="118298"/>
                    <a:pt x="37638" y="116844"/>
                  </a:cubicBezTo>
                  <a:cubicBezTo>
                    <a:pt x="25774" y="101578"/>
                    <a:pt x="23664" y="80879"/>
                    <a:pt x="32205" y="63534"/>
                  </a:cubicBezTo>
                  <a:cubicBezTo>
                    <a:pt x="40745" y="46188"/>
                    <a:pt x="58437" y="35239"/>
                    <a:pt x="77770" y="35333"/>
                  </a:cubicBezTo>
                  <a:cubicBezTo>
                    <a:pt x="79300" y="35333"/>
                    <a:pt x="80748" y="35644"/>
                    <a:pt x="82251" y="35780"/>
                  </a:cubicBezTo>
                  <a:cubicBezTo>
                    <a:pt x="81560" y="33436"/>
                    <a:pt x="81191" y="31009"/>
                    <a:pt x="81154" y="28565"/>
                  </a:cubicBezTo>
                  <a:cubicBezTo>
                    <a:pt x="81091" y="14732"/>
                    <a:pt x="91467" y="3077"/>
                    <a:pt x="105214" y="1538"/>
                  </a:cubicBezTo>
                  <a:cubicBezTo>
                    <a:pt x="118961" y="0"/>
                    <a:pt x="131657" y="9073"/>
                    <a:pt x="134653" y="22578"/>
                  </a:cubicBezTo>
                  <a:cubicBezTo>
                    <a:pt x="137650" y="36082"/>
                    <a:pt x="129983" y="49674"/>
                    <a:pt x="116875" y="54093"/>
                  </a:cubicBezTo>
                  <a:moveTo>
                    <a:pt x="194325" y="54093"/>
                  </a:moveTo>
                  <a:cubicBezTo>
                    <a:pt x="181217" y="49673"/>
                    <a:pt x="173550" y="36082"/>
                    <a:pt x="176546" y="22577"/>
                  </a:cubicBezTo>
                  <a:cubicBezTo>
                    <a:pt x="179542" y="9073"/>
                    <a:pt x="192238" y="0"/>
                    <a:pt x="205986" y="1538"/>
                  </a:cubicBezTo>
                  <a:cubicBezTo>
                    <a:pt x="219733" y="3077"/>
                    <a:pt x="230109" y="14732"/>
                    <a:pt x="230045" y="28565"/>
                  </a:cubicBezTo>
                  <a:cubicBezTo>
                    <a:pt x="230009" y="31009"/>
                    <a:pt x="229640" y="33436"/>
                    <a:pt x="228949" y="35780"/>
                  </a:cubicBezTo>
                  <a:cubicBezTo>
                    <a:pt x="230451" y="35644"/>
                    <a:pt x="231900" y="35333"/>
                    <a:pt x="233429" y="35333"/>
                  </a:cubicBezTo>
                  <a:cubicBezTo>
                    <a:pt x="252763" y="35239"/>
                    <a:pt x="270455" y="46188"/>
                    <a:pt x="278995" y="63534"/>
                  </a:cubicBezTo>
                  <a:cubicBezTo>
                    <a:pt x="287535" y="80879"/>
                    <a:pt x="285426" y="101578"/>
                    <a:pt x="273562" y="116844"/>
                  </a:cubicBezTo>
                  <a:cubicBezTo>
                    <a:pt x="294753" y="118298"/>
                    <a:pt x="311200" y="135912"/>
                    <a:pt x="311200" y="157153"/>
                  </a:cubicBezTo>
                  <a:cubicBezTo>
                    <a:pt x="311200" y="178394"/>
                    <a:pt x="294753" y="196008"/>
                    <a:pt x="273562" y="197462"/>
                  </a:cubicBezTo>
                  <a:cubicBezTo>
                    <a:pt x="285426" y="212728"/>
                    <a:pt x="287535" y="233426"/>
                    <a:pt x="278995" y="250772"/>
                  </a:cubicBezTo>
                  <a:cubicBezTo>
                    <a:pt x="270455" y="268118"/>
                    <a:pt x="252763" y="279067"/>
                    <a:pt x="233429" y="278972"/>
                  </a:cubicBezTo>
                  <a:cubicBezTo>
                    <a:pt x="231900" y="278972"/>
                    <a:pt x="230451" y="278661"/>
                    <a:pt x="228949" y="278526"/>
                  </a:cubicBezTo>
                  <a:cubicBezTo>
                    <a:pt x="232971" y="292755"/>
                    <a:pt x="224832" y="307578"/>
                    <a:pt x="210668" y="311822"/>
                  </a:cubicBezTo>
                  <a:cubicBezTo>
                    <a:pt x="196503" y="316065"/>
                    <a:pt x="181554" y="308159"/>
                    <a:pt x="177091" y="294062"/>
                  </a:cubicBezTo>
                  <a:cubicBezTo>
                    <a:pt x="172627" y="279966"/>
                    <a:pt x="180300" y="264895"/>
                    <a:pt x="194325" y="260212"/>
                  </a:cubicBezTo>
                  <a:moveTo>
                    <a:pt x="135297" y="27212"/>
                  </a:moveTo>
                  <a:cubicBezTo>
                    <a:pt x="147860" y="19958"/>
                    <a:pt x="163339" y="19958"/>
                    <a:pt x="175903" y="27212"/>
                  </a:cubicBezTo>
                  <a:moveTo>
                    <a:pt x="175903" y="287094"/>
                  </a:moveTo>
                  <a:cubicBezTo>
                    <a:pt x="163339" y="294348"/>
                    <a:pt x="147860" y="294348"/>
                    <a:pt x="135297" y="287094"/>
                  </a:cubicBezTo>
                  <a:moveTo>
                    <a:pt x="114993" y="103011"/>
                  </a:moveTo>
                  <a:lnTo>
                    <a:pt x="196206" y="103011"/>
                  </a:lnTo>
                  <a:cubicBezTo>
                    <a:pt x="196206" y="103011"/>
                    <a:pt x="209742" y="103011"/>
                    <a:pt x="209742" y="116546"/>
                  </a:cubicBezTo>
                  <a:lnTo>
                    <a:pt x="209742" y="197759"/>
                  </a:lnTo>
                  <a:cubicBezTo>
                    <a:pt x="209742" y="197759"/>
                    <a:pt x="209742" y="211295"/>
                    <a:pt x="196206" y="211295"/>
                  </a:cubicBezTo>
                  <a:lnTo>
                    <a:pt x="114993" y="211295"/>
                  </a:lnTo>
                  <a:cubicBezTo>
                    <a:pt x="114993" y="211295"/>
                    <a:pt x="101458" y="211295"/>
                    <a:pt x="101458" y="197759"/>
                  </a:cubicBezTo>
                  <a:lnTo>
                    <a:pt x="101458" y="116546"/>
                  </a:lnTo>
                  <a:cubicBezTo>
                    <a:pt x="101458" y="116546"/>
                    <a:pt x="101458" y="103011"/>
                    <a:pt x="114993" y="103011"/>
                  </a:cubicBezTo>
                  <a:moveTo>
                    <a:pt x="128529" y="75940"/>
                  </a:moveTo>
                  <a:lnTo>
                    <a:pt x="128529" y="103011"/>
                  </a:lnTo>
                  <a:moveTo>
                    <a:pt x="182671" y="75940"/>
                  </a:moveTo>
                  <a:lnTo>
                    <a:pt x="182671" y="103011"/>
                  </a:lnTo>
                  <a:moveTo>
                    <a:pt x="74387" y="184224"/>
                  </a:moveTo>
                  <a:lnTo>
                    <a:pt x="101458" y="184224"/>
                  </a:lnTo>
                  <a:moveTo>
                    <a:pt x="74387" y="130082"/>
                  </a:moveTo>
                  <a:lnTo>
                    <a:pt x="101458" y="130082"/>
                  </a:lnTo>
                  <a:moveTo>
                    <a:pt x="182671" y="238366"/>
                  </a:moveTo>
                  <a:lnTo>
                    <a:pt x="182671" y="211295"/>
                  </a:lnTo>
                  <a:moveTo>
                    <a:pt x="128529" y="238366"/>
                  </a:moveTo>
                  <a:lnTo>
                    <a:pt x="128529" y="211295"/>
                  </a:lnTo>
                  <a:moveTo>
                    <a:pt x="209742" y="130082"/>
                  </a:moveTo>
                  <a:lnTo>
                    <a:pt x="236813" y="130082"/>
                  </a:lnTo>
                  <a:moveTo>
                    <a:pt x="209742" y="184224"/>
                  </a:moveTo>
                  <a:lnTo>
                    <a:pt x="236813" y="184224"/>
                  </a:lnTo>
                </a:path>
              </a:pathLst>
            </a:custGeom>
            <a:noFill/>
            <a:ln w="25400">
              <a:solidFill>
                <a:srgbClr val="FFFFFF"/>
              </a:solidFill>
            </a:ln>
          </p:spPr>
          <p:txBody>
            <a:bodyPr rtlCol="0" anchor="ctr"/>
            <a:lstStyle/>
            <a:p>
              <a:pPr algn="ctr"/>
              <a:endParaRPr/>
            </a:p>
          </p:txBody>
        </p:sp>
        <p:sp>
          <p:nvSpPr>
            <p:cNvPr id="43" name="Rounded Rectangle 32">
              <a:extLst>
                <a:ext uri="{FF2B5EF4-FFF2-40B4-BE49-F238E27FC236}">
                  <a16:creationId xmlns:a16="http://schemas.microsoft.com/office/drawing/2014/main" id="{5DB242AF-BC5F-EF0F-74FD-A492B180BDD9}"/>
                </a:ext>
              </a:extLst>
            </p:cNvPr>
            <p:cNvSpPr/>
            <p:nvPr/>
          </p:nvSpPr>
          <p:spPr>
            <a:xfrm>
              <a:off x="7925816" y="1921568"/>
              <a:ext cx="530015" cy="554107"/>
            </a:xfrm>
            <a:custGeom>
              <a:avLst/>
              <a:gdLst/>
              <a:ahLst/>
              <a:cxnLst/>
              <a:rect l="0" t="0" r="0" b="0"/>
              <a:pathLst>
                <a:path w="297781" h="311317">
                  <a:moveTo>
                    <a:pt x="0" y="311317"/>
                  </a:moveTo>
                  <a:lnTo>
                    <a:pt x="29426" y="236411"/>
                  </a:lnTo>
                  <a:moveTo>
                    <a:pt x="52693" y="243639"/>
                  </a:moveTo>
                  <a:lnTo>
                    <a:pt x="40606" y="311317"/>
                  </a:lnTo>
                  <a:moveTo>
                    <a:pt x="268355" y="236411"/>
                  </a:moveTo>
                  <a:lnTo>
                    <a:pt x="297781" y="311317"/>
                  </a:lnTo>
                  <a:moveTo>
                    <a:pt x="257175" y="311317"/>
                  </a:moveTo>
                  <a:lnTo>
                    <a:pt x="245087" y="243639"/>
                  </a:lnTo>
                  <a:moveTo>
                    <a:pt x="180455" y="160612"/>
                  </a:moveTo>
                  <a:lnTo>
                    <a:pt x="229291" y="199676"/>
                  </a:lnTo>
                  <a:moveTo>
                    <a:pt x="68489" y="199676"/>
                  </a:moveTo>
                  <a:lnTo>
                    <a:pt x="117312" y="160612"/>
                  </a:lnTo>
                  <a:moveTo>
                    <a:pt x="38305" y="121400"/>
                  </a:moveTo>
                  <a:lnTo>
                    <a:pt x="44816" y="189741"/>
                  </a:lnTo>
                  <a:moveTo>
                    <a:pt x="123146" y="251923"/>
                  </a:moveTo>
                  <a:lnTo>
                    <a:pt x="71833" y="227978"/>
                  </a:lnTo>
                  <a:moveTo>
                    <a:pt x="174635" y="251923"/>
                  </a:moveTo>
                  <a:lnTo>
                    <a:pt x="225935" y="227992"/>
                  </a:lnTo>
                  <a:moveTo>
                    <a:pt x="259435" y="121819"/>
                  </a:moveTo>
                  <a:lnTo>
                    <a:pt x="252965" y="189673"/>
                  </a:lnTo>
                  <a:moveTo>
                    <a:pt x="173917" y="37385"/>
                  </a:moveTo>
                  <a:lnTo>
                    <a:pt x="239673" y="64456"/>
                  </a:lnTo>
                  <a:moveTo>
                    <a:pt x="58094" y="64456"/>
                  </a:moveTo>
                  <a:lnTo>
                    <a:pt x="123877" y="37371"/>
                  </a:lnTo>
                  <a:moveTo>
                    <a:pt x="47374" y="189497"/>
                  </a:moveTo>
                  <a:cubicBezTo>
                    <a:pt x="62325" y="189497"/>
                    <a:pt x="74445" y="201617"/>
                    <a:pt x="74445" y="216568"/>
                  </a:cubicBezTo>
                  <a:cubicBezTo>
                    <a:pt x="74445" y="231519"/>
                    <a:pt x="62325" y="243639"/>
                    <a:pt x="47374" y="243639"/>
                  </a:cubicBezTo>
                  <a:cubicBezTo>
                    <a:pt x="32423" y="243639"/>
                    <a:pt x="20303" y="231519"/>
                    <a:pt x="20303" y="216568"/>
                  </a:cubicBezTo>
                  <a:cubicBezTo>
                    <a:pt x="20303" y="201617"/>
                    <a:pt x="32423" y="189497"/>
                    <a:pt x="47374" y="189497"/>
                  </a:cubicBezTo>
                  <a:close/>
                  <a:moveTo>
                    <a:pt x="148890" y="0"/>
                  </a:moveTo>
                  <a:cubicBezTo>
                    <a:pt x="163841" y="0"/>
                    <a:pt x="175961" y="12120"/>
                    <a:pt x="175961" y="27071"/>
                  </a:cubicBezTo>
                  <a:cubicBezTo>
                    <a:pt x="175961" y="42022"/>
                    <a:pt x="163841" y="54142"/>
                    <a:pt x="148890" y="54142"/>
                  </a:cubicBezTo>
                  <a:cubicBezTo>
                    <a:pt x="133939" y="54142"/>
                    <a:pt x="121819" y="42022"/>
                    <a:pt x="121819" y="27071"/>
                  </a:cubicBezTo>
                  <a:cubicBezTo>
                    <a:pt x="121819" y="12120"/>
                    <a:pt x="133939" y="0"/>
                    <a:pt x="148890" y="0"/>
                  </a:cubicBezTo>
                  <a:close/>
                  <a:moveTo>
                    <a:pt x="33838" y="54142"/>
                  </a:moveTo>
                  <a:cubicBezTo>
                    <a:pt x="52527" y="54142"/>
                    <a:pt x="67677" y="69292"/>
                    <a:pt x="67677" y="87980"/>
                  </a:cubicBezTo>
                  <a:cubicBezTo>
                    <a:pt x="67677" y="106669"/>
                    <a:pt x="52527" y="121819"/>
                    <a:pt x="33838" y="121819"/>
                  </a:cubicBezTo>
                  <a:cubicBezTo>
                    <a:pt x="15150" y="121819"/>
                    <a:pt x="0" y="106669"/>
                    <a:pt x="0" y="87980"/>
                  </a:cubicBezTo>
                  <a:cubicBezTo>
                    <a:pt x="0" y="69292"/>
                    <a:pt x="15150" y="54142"/>
                    <a:pt x="33838" y="54142"/>
                  </a:cubicBezTo>
                  <a:close/>
                  <a:moveTo>
                    <a:pt x="250407" y="189497"/>
                  </a:moveTo>
                  <a:cubicBezTo>
                    <a:pt x="265358" y="189497"/>
                    <a:pt x="277478" y="201617"/>
                    <a:pt x="277478" y="216568"/>
                  </a:cubicBezTo>
                  <a:cubicBezTo>
                    <a:pt x="277478" y="231519"/>
                    <a:pt x="265358" y="243639"/>
                    <a:pt x="250407" y="243639"/>
                  </a:cubicBezTo>
                  <a:cubicBezTo>
                    <a:pt x="235456" y="243639"/>
                    <a:pt x="223336" y="231519"/>
                    <a:pt x="223336" y="216568"/>
                  </a:cubicBezTo>
                  <a:cubicBezTo>
                    <a:pt x="223336" y="201617"/>
                    <a:pt x="235456" y="189497"/>
                    <a:pt x="250407" y="189497"/>
                  </a:cubicBezTo>
                  <a:close/>
                  <a:moveTo>
                    <a:pt x="263942" y="54142"/>
                  </a:moveTo>
                  <a:cubicBezTo>
                    <a:pt x="282631" y="54142"/>
                    <a:pt x="297781" y="69292"/>
                    <a:pt x="297781" y="87980"/>
                  </a:cubicBezTo>
                  <a:cubicBezTo>
                    <a:pt x="297781" y="106669"/>
                    <a:pt x="282631" y="121819"/>
                    <a:pt x="263942" y="121819"/>
                  </a:cubicBezTo>
                  <a:cubicBezTo>
                    <a:pt x="245254" y="121819"/>
                    <a:pt x="230103" y="106669"/>
                    <a:pt x="230103" y="87980"/>
                  </a:cubicBezTo>
                  <a:cubicBezTo>
                    <a:pt x="230103" y="69292"/>
                    <a:pt x="245254" y="54142"/>
                    <a:pt x="263942" y="54142"/>
                  </a:cubicBezTo>
                  <a:close/>
                  <a:moveTo>
                    <a:pt x="111194" y="120276"/>
                  </a:moveTo>
                  <a:lnTo>
                    <a:pt x="47374" y="94748"/>
                  </a:lnTo>
                  <a:moveTo>
                    <a:pt x="186560" y="120290"/>
                  </a:moveTo>
                  <a:lnTo>
                    <a:pt x="250407" y="94748"/>
                  </a:lnTo>
                  <a:moveTo>
                    <a:pt x="148890" y="54142"/>
                  </a:moveTo>
                  <a:lnTo>
                    <a:pt x="148890" y="94748"/>
                  </a:lnTo>
                  <a:moveTo>
                    <a:pt x="163874" y="173092"/>
                  </a:moveTo>
                  <a:lnTo>
                    <a:pt x="182729" y="311317"/>
                  </a:lnTo>
                  <a:moveTo>
                    <a:pt x="115051" y="311317"/>
                  </a:moveTo>
                  <a:lnTo>
                    <a:pt x="133906" y="173092"/>
                  </a:lnTo>
                  <a:moveTo>
                    <a:pt x="148890" y="94748"/>
                  </a:moveTo>
                  <a:cubicBezTo>
                    <a:pt x="171317" y="94748"/>
                    <a:pt x="189497" y="112928"/>
                    <a:pt x="189497" y="135355"/>
                  </a:cubicBezTo>
                  <a:cubicBezTo>
                    <a:pt x="189497" y="157781"/>
                    <a:pt x="171317" y="175961"/>
                    <a:pt x="148890" y="175961"/>
                  </a:cubicBezTo>
                  <a:cubicBezTo>
                    <a:pt x="126464" y="175961"/>
                    <a:pt x="108284" y="157781"/>
                    <a:pt x="108284" y="135355"/>
                  </a:cubicBezTo>
                  <a:cubicBezTo>
                    <a:pt x="108284" y="112928"/>
                    <a:pt x="126464" y="94748"/>
                    <a:pt x="148890" y="94748"/>
                  </a:cubicBezTo>
                  <a:close/>
                </a:path>
              </a:pathLst>
            </a:custGeom>
            <a:noFill/>
            <a:ln w="25400">
              <a:solidFill>
                <a:srgbClr val="FFFFFF"/>
              </a:solidFill>
            </a:ln>
          </p:spPr>
          <p:txBody>
            <a:bodyPr rtlCol="0" anchor="ctr"/>
            <a:lstStyle/>
            <a:p>
              <a:pPr algn="ctr"/>
              <a:endParaRPr/>
            </a:p>
          </p:txBody>
        </p:sp>
        <p:sp>
          <p:nvSpPr>
            <p:cNvPr id="44" name="Rounded Rectangle 33">
              <a:extLst>
                <a:ext uri="{FF2B5EF4-FFF2-40B4-BE49-F238E27FC236}">
                  <a16:creationId xmlns:a16="http://schemas.microsoft.com/office/drawing/2014/main" id="{880B5477-3BB5-F066-0658-5BB8A2B8871F}"/>
                </a:ext>
              </a:extLst>
            </p:cNvPr>
            <p:cNvSpPr/>
            <p:nvPr/>
          </p:nvSpPr>
          <p:spPr>
            <a:xfrm>
              <a:off x="4444577" y="4041630"/>
              <a:ext cx="554107" cy="554107"/>
            </a:xfrm>
            <a:custGeom>
              <a:avLst/>
              <a:gdLst/>
              <a:ahLst/>
              <a:cxnLst/>
              <a:rect l="0" t="0" r="0" b="0"/>
              <a:pathLst>
                <a:path w="311317" h="311317">
                  <a:moveTo>
                    <a:pt x="0" y="155658"/>
                  </a:moveTo>
                  <a:cubicBezTo>
                    <a:pt x="0" y="69690"/>
                    <a:pt x="69690" y="0"/>
                    <a:pt x="155658" y="0"/>
                  </a:cubicBezTo>
                  <a:cubicBezTo>
                    <a:pt x="241626" y="0"/>
                    <a:pt x="311317" y="69690"/>
                    <a:pt x="311317" y="155658"/>
                  </a:cubicBezTo>
                  <a:cubicBezTo>
                    <a:pt x="311317" y="241626"/>
                    <a:pt x="241626" y="311317"/>
                    <a:pt x="155658" y="311317"/>
                  </a:cubicBezTo>
                  <a:cubicBezTo>
                    <a:pt x="69690" y="311317"/>
                    <a:pt x="0" y="241626"/>
                    <a:pt x="0" y="155658"/>
                  </a:cubicBezTo>
                  <a:moveTo>
                    <a:pt x="125701" y="227977"/>
                  </a:moveTo>
                  <a:lnTo>
                    <a:pt x="227969" y="185616"/>
                  </a:lnTo>
                  <a:lnTo>
                    <a:pt x="185608" y="83349"/>
                  </a:lnTo>
                  <a:lnTo>
                    <a:pt x="83341" y="125709"/>
                  </a:lnTo>
                  <a:close/>
                  <a:moveTo>
                    <a:pt x="268869" y="48863"/>
                  </a:moveTo>
                  <a:lnTo>
                    <a:pt x="185612" y="83351"/>
                  </a:lnTo>
                  <a:moveTo>
                    <a:pt x="190905" y="96129"/>
                  </a:moveTo>
                  <a:lnTo>
                    <a:pt x="310992" y="145872"/>
                  </a:lnTo>
                  <a:moveTo>
                    <a:pt x="48863" y="42447"/>
                  </a:moveTo>
                  <a:lnTo>
                    <a:pt x="83351" y="125704"/>
                  </a:lnTo>
                  <a:moveTo>
                    <a:pt x="145872" y="311"/>
                  </a:moveTo>
                  <a:lnTo>
                    <a:pt x="96129" y="120412"/>
                  </a:lnTo>
                  <a:moveTo>
                    <a:pt x="42447" y="262453"/>
                  </a:moveTo>
                  <a:lnTo>
                    <a:pt x="125704" y="227965"/>
                  </a:lnTo>
                  <a:moveTo>
                    <a:pt x="324" y="165444"/>
                  </a:moveTo>
                  <a:lnTo>
                    <a:pt x="120412" y="215187"/>
                  </a:lnTo>
                  <a:moveTo>
                    <a:pt x="262453" y="268856"/>
                  </a:moveTo>
                  <a:lnTo>
                    <a:pt x="227965" y="185612"/>
                  </a:lnTo>
                  <a:moveTo>
                    <a:pt x="165431" y="311019"/>
                  </a:moveTo>
                  <a:lnTo>
                    <a:pt x="215187" y="190905"/>
                  </a:lnTo>
                </a:path>
              </a:pathLst>
            </a:custGeom>
            <a:noFill/>
            <a:ln w="25400">
              <a:solidFill>
                <a:srgbClr val="FFFFFF"/>
              </a:solidFill>
            </a:ln>
          </p:spPr>
          <p:txBody>
            <a:bodyPr rtlCol="0" anchor="ctr"/>
            <a:lstStyle/>
            <a:p>
              <a:pPr algn="ctr"/>
              <a:endParaRPr/>
            </a:p>
          </p:txBody>
        </p:sp>
        <p:sp>
          <p:nvSpPr>
            <p:cNvPr id="45" name="Rounded Rectangle 34">
              <a:extLst>
                <a:ext uri="{FF2B5EF4-FFF2-40B4-BE49-F238E27FC236}">
                  <a16:creationId xmlns:a16="http://schemas.microsoft.com/office/drawing/2014/main" id="{6D3C945A-EB14-4E68-99A2-C8F11CECA0F2}"/>
                </a:ext>
              </a:extLst>
            </p:cNvPr>
            <p:cNvSpPr/>
            <p:nvPr/>
          </p:nvSpPr>
          <p:spPr>
            <a:xfrm>
              <a:off x="6938060" y="4029584"/>
              <a:ext cx="560128" cy="551697"/>
            </a:xfrm>
            <a:custGeom>
              <a:avLst/>
              <a:gdLst/>
              <a:ahLst/>
              <a:cxnLst/>
              <a:rect l="0" t="0" r="0" b="0"/>
              <a:pathLst>
                <a:path w="314700" h="309963">
                  <a:moveTo>
                    <a:pt x="186113" y="13538"/>
                  </a:moveTo>
                  <a:cubicBezTo>
                    <a:pt x="201002" y="13538"/>
                    <a:pt x="213184" y="25720"/>
                    <a:pt x="213184" y="40609"/>
                  </a:cubicBezTo>
                  <a:lnTo>
                    <a:pt x="213184" y="74448"/>
                  </a:lnTo>
                  <a:lnTo>
                    <a:pt x="10151" y="74448"/>
                  </a:lnTo>
                  <a:lnTo>
                    <a:pt x="10151" y="40609"/>
                  </a:lnTo>
                  <a:cubicBezTo>
                    <a:pt x="10151" y="25720"/>
                    <a:pt x="22333" y="13538"/>
                    <a:pt x="37222" y="13538"/>
                  </a:cubicBezTo>
                  <a:close/>
                  <a:moveTo>
                    <a:pt x="77829" y="74447"/>
                  </a:moveTo>
                  <a:lnTo>
                    <a:pt x="77829" y="207094"/>
                  </a:lnTo>
                  <a:lnTo>
                    <a:pt x="37222" y="207094"/>
                  </a:lnTo>
                  <a:cubicBezTo>
                    <a:pt x="22333" y="207094"/>
                    <a:pt x="10151" y="194912"/>
                    <a:pt x="10151" y="180023"/>
                  </a:cubicBezTo>
                  <a:lnTo>
                    <a:pt x="10151" y="74447"/>
                  </a:lnTo>
                  <a:close/>
                  <a:moveTo>
                    <a:pt x="10151" y="142124"/>
                  </a:moveTo>
                  <a:lnTo>
                    <a:pt x="77829" y="142124"/>
                  </a:lnTo>
                  <a:moveTo>
                    <a:pt x="145506" y="207094"/>
                  </a:moveTo>
                  <a:lnTo>
                    <a:pt x="77829" y="207094"/>
                  </a:lnTo>
                  <a:lnTo>
                    <a:pt x="77829" y="74447"/>
                  </a:lnTo>
                  <a:lnTo>
                    <a:pt x="145506" y="74447"/>
                  </a:lnTo>
                  <a:close/>
                  <a:moveTo>
                    <a:pt x="145506" y="142124"/>
                  </a:moveTo>
                  <a:lnTo>
                    <a:pt x="77829" y="142124"/>
                  </a:lnTo>
                  <a:moveTo>
                    <a:pt x="213184" y="74447"/>
                  </a:moveTo>
                  <a:lnTo>
                    <a:pt x="213184" y="180023"/>
                  </a:lnTo>
                  <a:cubicBezTo>
                    <a:pt x="213184" y="194912"/>
                    <a:pt x="201002" y="207094"/>
                    <a:pt x="186113" y="207094"/>
                  </a:cubicBezTo>
                  <a:lnTo>
                    <a:pt x="145506" y="207094"/>
                  </a:lnTo>
                  <a:lnTo>
                    <a:pt x="145506" y="74447"/>
                  </a:lnTo>
                  <a:close/>
                  <a:moveTo>
                    <a:pt x="213184" y="142124"/>
                  </a:moveTo>
                  <a:lnTo>
                    <a:pt x="145506" y="142124"/>
                  </a:lnTo>
                  <a:moveTo>
                    <a:pt x="0" y="0"/>
                  </a:moveTo>
                  <a:moveTo>
                    <a:pt x="284922" y="47377"/>
                  </a:moveTo>
                  <a:lnTo>
                    <a:pt x="284922" y="169195"/>
                  </a:lnTo>
                  <a:moveTo>
                    <a:pt x="0" y="0"/>
                  </a:moveTo>
                  <a:moveTo>
                    <a:pt x="314700" y="169195"/>
                  </a:moveTo>
                  <a:lnTo>
                    <a:pt x="284922" y="200327"/>
                  </a:lnTo>
                  <a:lnTo>
                    <a:pt x="253791" y="169195"/>
                  </a:lnTo>
                  <a:moveTo>
                    <a:pt x="0" y="0"/>
                  </a:moveTo>
                  <a:moveTo>
                    <a:pt x="253791" y="47376"/>
                  </a:moveTo>
                  <a:lnTo>
                    <a:pt x="284922" y="16245"/>
                  </a:lnTo>
                  <a:lnTo>
                    <a:pt x="314700" y="47376"/>
                  </a:lnTo>
                  <a:moveTo>
                    <a:pt x="0" y="0"/>
                  </a:moveTo>
                  <a:moveTo>
                    <a:pt x="49404" y="278833"/>
                  </a:moveTo>
                  <a:lnTo>
                    <a:pt x="172577" y="278833"/>
                  </a:lnTo>
                  <a:moveTo>
                    <a:pt x="0" y="0"/>
                  </a:moveTo>
                  <a:moveTo>
                    <a:pt x="172577" y="247700"/>
                  </a:moveTo>
                  <a:lnTo>
                    <a:pt x="202356" y="278831"/>
                  </a:lnTo>
                  <a:lnTo>
                    <a:pt x="172577" y="309963"/>
                  </a:lnTo>
                  <a:moveTo>
                    <a:pt x="0" y="0"/>
                  </a:moveTo>
                  <a:moveTo>
                    <a:pt x="49404" y="309963"/>
                  </a:moveTo>
                  <a:lnTo>
                    <a:pt x="19626" y="278831"/>
                  </a:lnTo>
                  <a:lnTo>
                    <a:pt x="49404" y="247700"/>
                  </a:lnTo>
                </a:path>
              </a:pathLst>
            </a:custGeom>
            <a:noFill/>
            <a:ln w="25400">
              <a:solidFill>
                <a:srgbClr val="FFFFFF"/>
              </a:solidFill>
            </a:ln>
          </p:spPr>
          <p:txBody>
            <a:bodyPr rtlCol="0" anchor="ctr"/>
            <a:lstStyle/>
            <a:p>
              <a:pPr algn="ctr"/>
              <a:endParaRPr/>
            </a:p>
          </p:txBody>
        </p:sp>
        <p:sp>
          <p:nvSpPr>
            <p:cNvPr id="62" name="TextBox 61">
              <a:extLst>
                <a:ext uri="{FF2B5EF4-FFF2-40B4-BE49-F238E27FC236}">
                  <a16:creationId xmlns:a16="http://schemas.microsoft.com/office/drawing/2014/main" id="{3B9D8B4C-AF3D-3A27-4A78-65FCE2B9C36B}"/>
                </a:ext>
              </a:extLst>
            </p:cNvPr>
            <p:cNvSpPr txBox="1"/>
            <p:nvPr/>
          </p:nvSpPr>
          <p:spPr>
            <a:xfrm>
              <a:off x="673095" y="2581679"/>
              <a:ext cx="2385268" cy="646331"/>
            </a:xfrm>
            <a:prstGeom prst="rect">
              <a:avLst/>
            </a:prstGeom>
            <a:noFill/>
            <a:ln>
              <a:noFill/>
            </a:ln>
          </p:spPr>
          <p:txBody>
            <a:bodyPr wrap="none" lIns="0" tIns="0" rIns="0" bIns="0" anchor="t">
              <a:spAutoFit/>
            </a:bodyPr>
            <a:lstStyle/>
            <a:p>
              <a:pPr algn="r"/>
              <a:r>
                <a:rPr sz="1400" b="0" dirty="0">
                  <a:solidFill>
                    <a:srgbClr val="3A4455"/>
                  </a:solidFill>
                  <a:latin typeface="+mj-lt"/>
                </a:rPr>
                <a:t>Reduce la </a:t>
              </a:r>
              <a:r>
                <a:rPr sz="1400" b="0" dirty="0" err="1">
                  <a:solidFill>
                    <a:srgbClr val="3A4455"/>
                  </a:solidFill>
                  <a:latin typeface="+mj-lt"/>
                </a:rPr>
                <a:t>dimensionalidad</a:t>
              </a:r>
              <a:r>
                <a:rPr sz="1400" b="0" dirty="0">
                  <a:solidFill>
                    <a:srgbClr val="3A4455"/>
                  </a:solidFill>
                  <a:latin typeface="+mj-lt"/>
                </a:rPr>
                <a:t> y
</a:t>
              </a:r>
              <a:r>
                <a:rPr sz="1400" b="0" dirty="0" err="1">
                  <a:solidFill>
                    <a:srgbClr val="3A4455"/>
                  </a:solidFill>
                  <a:latin typeface="+mj-lt"/>
                </a:rPr>
                <a:t>acelera</a:t>
              </a:r>
              <a:r>
                <a:rPr sz="1400" b="0" dirty="0">
                  <a:solidFill>
                    <a:srgbClr val="3A4455"/>
                  </a:solidFill>
                  <a:latin typeface="+mj-lt"/>
                </a:rPr>
                <a:t> </a:t>
              </a:r>
              <a:r>
                <a:rPr sz="1400" b="0" dirty="0" err="1">
                  <a:solidFill>
                    <a:srgbClr val="3A4455"/>
                  </a:solidFill>
                  <a:latin typeface="+mj-lt"/>
                </a:rPr>
                <a:t>el</a:t>
              </a:r>
              <a:r>
                <a:rPr sz="1400" b="0" dirty="0">
                  <a:solidFill>
                    <a:srgbClr val="3A4455"/>
                  </a:solidFill>
                  <a:latin typeface="+mj-lt"/>
                </a:rPr>
                <a:t> </a:t>
              </a:r>
              <a:r>
                <a:rPr sz="1400" b="0" dirty="0" err="1">
                  <a:solidFill>
                    <a:srgbClr val="3A4455"/>
                  </a:solidFill>
                  <a:latin typeface="+mj-lt"/>
                </a:rPr>
                <a:t>entrenamiento</a:t>
              </a:r>
              <a:r>
                <a:rPr sz="1400" b="0" dirty="0">
                  <a:solidFill>
                    <a:srgbClr val="3A4455"/>
                  </a:solidFill>
                  <a:latin typeface="+mj-lt"/>
                </a:rPr>
                <a:t> sin
</a:t>
              </a:r>
              <a:r>
                <a:rPr sz="1400" b="0" dirty="0" err="1">
                  <a:solidFill>
                    <a:srgbClr val="3A4455"/>
                  </a:solidFill>
                  <a:latin typeface="+mj-lt"/>
                </a:rPr>
                <a:t>sacrificar</a:t>
              </a:r>
              <a:r>
                <a:rPr sz="1400" b="0" dirty="0">
                  <a:solidFill>
                    <a:srgbClr val="3A4455"/>
                  </a:solidFill>
                  <a:latin typeface="+mj-lt"/>
                </a:rPr>
                <a:t> la </a:t>
              </a:r>
              <a:r>
                <a:rPr sz="1400" b="0" dirty="0" err="1">
                  <a:solidFill>
                    <a:srgbClr val="3A4455"/>
                  </a:solidFill>
                  <a:latin typeface="+mj-lt"/>
                </a:rPr>
                <a:t>precisión</a:t>
              </a:r>
              <a:r>
                <a:rPr sz="1400" b="0" dirty="0">
                  <a:solidFill>
                    <a:srgbClr val="3A4455"/>
                  </a:solidFill>
                  <a:latin typeface="+mj-lt"/>
                </a:rPr>
                <a:t>.</a:t>
              </a:r>
            </a:p>
          </p:txBody>
        </p:sp>
      </p:grpSp>
    </p:spTree>
    <p:extLst>
      <p:ext uri="{BB962C8B-B14F-4D97-AF65-F5344CB8AC3E}">
        <p14:creationId xmlns:p14="http://schemas.microsoft.com/office/powerpoint/2010/main" val="1401682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449D7-A279-23C1-7374-32DF463DFA4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00C45DB-9F2A-5BC8-9512-54A34796E8FD}"/>
              </a:ext>
            </a:extLst>
          </p:cNvPr>
          <p:cNvSpPr>
            <a:spLocks noGrp="1"/>
          </p:cNvSpPr>
          <p:nvPr>
            <p:ph type="body" sz="quarter" idx="18"/>
          </p:nvPr>
        </p:nvSpPr>
        <p:spPr/>
        <p:txBody>
          <a:bodyPr/>
          <a:lstStyle/>
          <a:p>
            <a:r>
              <a:rPr lang="es-CL" dirty="0"/>
              <a:t>Limitaciones</a:t>
            </a:r>
            <a:endParaRPr lang="en-US" dirty="0"/>
          </a:p>
        </p:txBody>
      </p:sp>
      <p:grpSp>
        <p:nvGrpSpPr>
          <p:cNvPr id="2" name="Group 1">
            <a:extLst>
              <a:ext uri="{FF2B5EF4-FFF2-40B4-BE49-F238E27FC236}">
                <a16:creationId xmlns:a16="http://schemas.microsoft.com/office/drawing/2014/main" id="{6E5C919D-0AC0-6703-38B3-777414FD8315}"/>
              </a:ext>
            </a:extLst>
          </p:cNvPr>
          <p:cNvGrpSpPr>
            <a:grpSpLocks noChangeAspect="1"/>
          </p:cNvGrpSpPr>
          <p:nvPr/>
        </p:nvGrpSpPr>
        <p:grpSpPr>
          <a:xfrm>
            <a:off x="496182" y="1070888"/>
            <a:ext cx="10087865" cy="5643472"/>
            <a:chOff x="335784" y="1624013"/>
            <a:chExt cx="7355320" cy="4114800"/>
          </a:xfrm>
        </p:grpSpPr>
        <p:sp>
          <p:nvSpPr>
            <p:cNvPr id="4" name="Rounded Rectangle 1">
              <a:extLst>
                <a:ext uri="{FF2B5EF4-FFF2-40B4-BE49-F238E27FC236}">
                  <a16:creationId xmlns:a16="http://schemas.microsoft.com/office/drawing/2014/main" id="{3BEFECD9-7A27-9880-FF9D-BB94DB57FFB0}"/>
                </a:ext>
              </a:extLst>
            </p:cNvPr>
            <p:cNvSpPr/>
            <p:nvPr/>
          </p:nvSpPr>
          <p:spPr>
            <a:xfrm>
              <a:off x="1280779" y="1624013"/>
              <a:ext cx="6410325" cy="4114800"/>
            </a:xfrm>
            <a:custGeom>
              <a:avLst/>
              <a:gdLst/>
              <a:ahLst/>
              <a:cxnLst/>
              <a:rect l="0" t="0" r="0" b="0"/>
              <a:pathLst>
                <a:path w="6410325" h="4114800">
                  <a:moveTo>
                    <a:pt x="3209925" y="0"/>
                  </a:moveTo>
                  <a:lnTo>
                    <a:pt x="3209925" y="1028700"/>
                  </a:lnTo>
                  <a:moveTo>
                    <a:pt x="3209925" y="3086100"/>
                  </a:moveTo>
                  <a:lnTo>
                    <a:pt x="3209925" y="4114800"/>
                  </a:lnTo>
                  <a:moveTo>
                    <a:pt x="4238625" y="2057400"/>
                  </a:moveTo>
                  <a:lnTo>
                    <a:pt x="6410325" y="2057400"/>
                  </a:lnTo>
                  <a:moveTo>
                    <a:pt x="2181225" y="2057400"/>
                  </a:moveTo>
                  <a:lnTo>
                    <a:pt x="0" y="2057400"/>
                  </a:lnTo>
                </a:path>
              </a:pathLst>
            </a:custGeom>
            <a:noFill/>
            <a:ln w="14287">
              <a:solidFill>
                <a:srgbClr val="484848"/>
              </a:solidFill>
            </a:ln>
          </p:spPr>
          <p:txBody>
            <a:bodyPr rtlCol="0" anchor="ctr"/>
            <a:lstStyle/>
            <a:p>
              <a:pPr algn="ctr"/>
              <a:endParaRPr/>
            </a:p>
          </p:txBody>
        </p:sp>
        <p:grpSp>
          <p:nvGrpSpPr>
            <p:cNvPr id="5" name="Group 4">
              <a:extLst>
                <a:ext uri="{FF2B5EF4-FFF2-40B4-BE49-F238E27FC236}">
                  <a16:creationId xmlns:a16="http://schemas.microsoft.com/office/drawing/2014/main" id="{034CE688-A485-47FF-D001-A2DD979AB8AF}"/>
                </a:ext>
              </a:extLst>
            </p:cNvPr>
            <p:cNvGrpSpPr/>
            <p:nvPr/>
          </p:nvGrpSpPr>
          <p:grpSpPr>
            <a:xfrm>
              <a:off x="4468729" y="3532137"/>
              <a:ext cx="1279270" cy="1349424"/>
              <a:chOff x="3416550" y="2936824"/>
              <a:chExt cx="1279270" cy="1349424"/>
            </a:xfrm>
          </p:grpSpPr>
          <p:sp>
            <p:nvSpPr>
              <p:cNvPr id="28" name="Rounded Rectangle 2">
                <a:extLst>
                  <a:ext uri="{FF2B5EF4-FFF2-40B4-BE49-F238E27FC236}">
                    <a16:creationId xmlns:a16="http://schemas.microsoft.com/office/drawing/2014/main" id="{51B392E0-DB0D-5F44-9425-4C1125382640}"/>
                  </a:ext>
                </a:extLst>
              </p:cNvPr>
              <p:cNvSpPr/>
              <p:nvPr/>
            </p:nvSpPr>
            <p:spPr>
              <a:xfrm>
                <a:off x="3416550" y="2936824"/>
                <a:ext cx="1028690" cy="1197035"/>
              </a:xfrm>
              <a:custGeom>
                <a:avLst/>
                <a:gdLst/>
                <a:ahLst/>
                <a:cxnLst/>
                <a:rect l="0" t="0" r="0" b="0"/>
                <a:pathLst>
                  <a:path w="1028690" h="1197035">
                    <a:moveTo>
                      <a:pt x="180782" y="586034"/>
                    </a:moveTo>
                    <a:cubicBezTo>
                      <a:pt x="180782" y="424325"/>
                      <a:pt x="116651" y="277595"/>
                      <a:pt x="12435" y="169889"/>
                    </a:cubicBezTo>
                    <a:cubicBezTo>
                      <a:pt x="120285" y="64764"/>
                      <a:pt x="267663" y="0"/>
                      <a:pt x="430169" y="0"/>
                    </a:cubicBezTo>
                    <a:cubicBezTo>
                      <a:pt x="760720" y="0"/>
                      <a:pt x="1028690" y="267964"/>
                      <a:pt x="1028690" y="598516"/>
                    </a:cubicBezTo>
                    <a:cubicBezTo>
                      <a:pt x="1028690" y="929067"/>
                      <a:pt x="760720" y="1197035"/>
                      <a:pt x="430169" y="1197035"/>
                    </a:cubicBezTo>
                    <a:cubicBezTo>
                      <a:pt x="261326" y="1197035"/>
                      <a:pt x="108813" y="1127121"/>
                      <a:pt x="0" y="1014660"/>
                    </a:cubicBezTo>
                    <a:cubicBezTo>
                      <a:pt x="111527" y="905951"/>
                      <a:pt x="180782" y="754080"/>
                      <a:pt x="180782" y="586034"/>
                    </a:cubicBezTo>
                    <a:close/>
                  </a:path>
                </a:pathLst>
              </a:custGeom>
              <a:solidFill>
                <a:srgbClr val="92BD39"/>
              </a:solidFill>
              <a:ln>
                <a:noFill/>
              </a:ln>
            </p:spPr>
            <p:txBody>
              <a:bodyPr rtlCol="0" anchor="ctr"/>
              <a:lstStyle/>
              <a:p>
                <a:pPr algn="ctr"/>
                <a:endParaRPr/>
              </a:p>
            </p:txBody>
          </p:sp>
          <p:sp>
            <p:nvSpPr>
              <p:cNvPr id="29" name="Rounded Rectangle 3">
                <a:extLst>
                  <a:ext uri="{FF2B5EF4-FFF2-40B4-BE49-F238E27FC236}">
                    <a16:creationId xmlns:a16="http://schemas.microsoft.com/office/drawing/2014/main" id="{4FB0D3F1-3333-799F-2EBA-9DB7B251D102}"/>
                  </a:ext>
                </a:extLst>
              </p:cNvPr>
              <p:cNvSpPr/>
              <p:nvPr/>
            </p:nvSpPr>
            <p:spPr>
              <a:xfrm>
                <a:off x="3416550" y="2936824"/>
                <a:ext cx="1279270" cy="1349424"/>
              </a:xfrm>
              <a:custGeom>
                <a:avLst/>
                <a:gdLst/>
                <a:ahLst/>
                <a:cxnLst/>
                <a:rect l="0" t="0" r="0" b="0"/>
                <a:pathLst>
                  <a:path w="1279270" h="1349424">
                    <a:moveTo>
                      <a:pt x="180782" y="586034"/>
                    </a:moveTo>
                    <a:cubicBezTo>
                      <a:pt x="180782" y="424325"/>
                      <a:pt x="116651" y="277595"/>
                      <a:pt x="12435" y="169889"/>
                    </a:cubicBezTo>
                    <a:cubicBezTo>
                      <a:pt x="120285" y="64764"/>
                      <a:pt x="267663" y="0"/>
                      <a:pt x="430169" y="0"/>
                    </a:cubicBezTo>
                    <a:cubicBezTo>
                      <a:pt x="760720" y="0"/>
                      <a:pt x="1028685" y="267964"/>
                      <a:pt x="1028685" y="598516"/>
                    </a:cubicBezTo>
                    <a:cubicBezTo>
                      <a:pt x="1028685" y="929067"/>
                      <a:pt x="760720" y="1197032"/>
                      <a:pt x="430169" y="1197032"/>
                    </a:cubicBezTo>
                    <a:cubicBezTo>
                      <a:pt x="261326" y="1197032"/>
                      <a:pt x="108813" y="1127118"/>
                      <a:pt x="0" y="1014661"/>
                    </a:cubicBezTo>
                    <a:cubicBezTo>
                      <a:pt x="111527" y="905951"/>
                      <a:pt x="180782" y="754080"/>
                      <a:pt x="180782" y="586034"/>
                    </a:cubicBezTo>
                    <a:close/>
                    <a:moveTo>
                      <a:pt x="536320" y="1006524"/>
                    </a:moveTo>
                    <a:cubicBezTo>
                      <a:pt x="536320" y="974961"/>
                      <a:pt x="510733" y="949374"/>
                      <a:pt x="479170" y="949374"/>
                    </a:cubicBezTo>
                    <a:cubicBezTo>
                      <a:pt x="447607" y="949374"/>
                      <a:pt x="422020" y="974961"/>
                      <a:pt x="422020" y="1006524"/>
                    </a:cubicBezTo>
                    <a:cubicBezTo>
                      <a:pt x="422020" y="1038087"/>
                      <a:pt x="447607" y="1063674"/>
                      <a:pt x="479170" y="1063674"/>
                    </a:cubicBezTo>
                    <a:cubicBezTo>
                      <a:pt x="510733" y="1063674"/>
                      <a:pt x="536320" y="1038087"/>
                      <a:pt x="536320" y="1006524"/>
                    </a:cubicBezTo>
                    <a:close/>
                    <a:moveTo>
                      <a:pt x="1279270" y="1349424"/>
                    </a:moveTo>
                    <a:lnTo>
                      <a:pt x="593470" y="1349424"/>
                    </a:lnTo>
                    <a:lnTo>
                      <a:pt x="498220" y="1058912"/>
                    </a:lnTo>
                  </a:path>
                </a:pathLst>
              </a:custGeom>
              <a:noFill/>
              <a:ln w="14287">
                <a:solidFill>
                  <a:srgbClr val="484848"/>
                </a:solidFill>
              </a:ln>
            </p:spPr>
            <p:txBody>
              <a:bodyPr rtlCol="0" anchor="ctr"/>
              <a:lstStyle/>
              <a:p>
                <a:pPr algn="ctr"/>
                <a:endParaRPr/>
              </a:p>
            </p:txBody>
          </p:sp>
        </p:grpSp>
        <p:grpSp>
          <p:nvGrpSpPr>
            <p:cNvPr id="6" name="Group 5">
              <a:extLst>
                <a:ext uri="{FF2B5EF4-FFF2-40B4-BE49-F238E27FC236}">
                  <a16:creationId xmlns:a16="http://schemas.microsoft.com/office/drawing/2014/main" id="{9089DB9F-7D70-DAB5-521F-8E7D44B211DD}"/>
                </a:ext>
              </a:extLst>
            </p:cNvPr>
            <p:cNvGrpSpPr/>
            <p:nvPr/>
          </p:nvGrpSpPr>
          <p:grpSpPr>
            <a:xfrm>
              <a:off x="3119104" y="3688013"/>
              <a:ext cx="1530410" cy="1193545"/>
              <a:chOff x="2066925" y="3092700"/>
              <a:chExt cx="1530410" cy="1193545"/>
            </a:xfrm>
          </p:grpSpPr>
          <p:sp>
            <p:nvSpPr>
              <p:cNvPr id="26" name="Rounded Rectangle 5">
                <a:extLst>
                  <a:ext uri="{FF2B5EF4-FFF2-40B4-BE49-F238E27FC236}">
                    <a16:creationId xmlns:a16="http://schemas.microsoft.com/office/drawing/2014/main" id="{27FC20CB-A8DA-FFDC-616A-F572F26A98FA}"/>
                  </a:ext>
                </a:extLst>
              </p:cNvPr>
              <p:cNvSpPr/>
              <p:nvPr/>
            </p:nvSpPr>
            <p:spPr>
              <a:xfrm>
                <a:off x="2400300" y="3092700"/>
                <a:ext cx="1197035" cy="1028671"/>
              </a:xfrm>
              <a:custGeom>
                <a:avLst/>
                <a:gdLst/>
                <a:ahLst/>
                <a:cxnLst/>
                <a:rect l="0" t="0" r="0" b="0"/>
                <a:pathLst>
                  <a:path w="1197035" h="1028671">
                    <a:moveTo>
                      <a:pt x="182358" y="0"/>
                    </a:moveTo>
                    <a:cubicBezTo>
                      <a:pt x="291067" y="111524"/>
                      <a:pt x="442936" y="180778"/>
                      <a:pt x="610981" y="180778"/>
                    </a:cubicBezTo>
                    <a:cubicBezTo>
                      <a:pt x="772696" y="180778"/>
                      <a:pt x="919432" y="116642"/>
                      <a:pt x="1027137" y="12418"/>
                    </a:cubicBezTo>
                    <a:cubicBezTo>
                      <a:pt x="1132265" y="120269"/>
                      <a:pt x="1197035" y="267649"/>
                      <a:pt x="1197035" y="430156"/>
                    </a:cubicBezTo>
                    <a:cubicBezTo>
                      <a:pt x="1197035" y="760708"/>
                      <a:pt x="929067" y="1028671"/>
                      <a:pt x="598516" y="1028671"/>
                    </a:cubicBezTo>
                    <a:cubicBezTo>
                      <a:pt x="267964" y="1028671"/>
                      <a:pt x="0" y="760708"/>
                      <a:pt x="0" y="430156"/>
                    </a:cubicBezTo>
                    <a:cubicBezTo>
                      <a:pt x="0" y="261320"/>
                      <a:pt x="69908" y="108812"/>
                      <a:pt x="182358" y="0"/>
                    </a:cubicBezTo>
                    <a:close/>
                  </a:path>
                </a:pathLst>
              </a:custGeom>
              <a:solidFill>
                <a:srgbClr val="E0CB15"/>
              </a:solidFill>
              <a:ln>
                <a:noFill/>
              </a:ln>
            </p:spPr>
            <p:txBody>
              <a:bodyPr rtlCol="0" anchor="ctr"/>
              <a:lstStyle/>
              <a:p>
                <a:pPr algn="ctr"/>
                <a:endParaRPr/>
              </a:p>
            </p:txBody>
          </p:sp>
          <p:sp>
            <p:nvSpPr>
              <p:cNvPr id="27" name="Rounded Rectangle 6">
                <a:extLst>
                  <a:ext uri="{FF2B5EF4-FFF2-40B4-BE49-F238E27FC236}">
                    <a16:creationId xmlns:a16="http://schemas.microsoft.com/office/drawing/2014/main" id="{0C6C471A-2330-AE49-0B23-6E34B89D8710}"/>
                  </a:ext>
                </a:extLst>
              </p:cNvPr>
              <p:cNvSpPr/>
              <p:nvPr/>
            </p:nvSpPr>
            <p:spPr>
              <a:xfrm>
                <a:off x="2066925" y="3092700"/>
                <a:ext cx="1530407" cy="1193545"/>
              </a:xfrm>
              <a:custGeom>
                <a:avLst/>
                <a:gdLst/>
                <a:ahLst/>
                <a:cxnLst/>
                <a:rect l="0" t="0" r="0" b="0"/>
                <a:pathLst>
                  <a:path w="1530407" h="1193545">
                    <a:moveTo>
                      <a:pt x="515733" y="0"/>
                    </a:moveTo>
                    <a:cubicBezTo>
                      <a:pt x="624442" y="111524"/>
                      <a:pt x="776311" y="180778"/>
                      <a:pt x="944356" y="180778"/>
                    </a:cubicBezTo>
                    <a:cubicBezTo>
                      <a:pt x="1106071" y="180778"/>
                      <a:pt x="1252807" y="116642"/>
                      <a:pt x="1360513" y="12418"/>
                    </a:cubicBezTo>
                    <a:cubicBezTo>
                      <a:pt x="1465642" y="120269"/>
                      <a:pt x="1530407" y="267649"/>
                      <a:pt x="1530407" y="430156"/>
                    </a:cubicBezTo>
                    <a:cubicBezTo>
                      <a:pt x="1530407" y="760708"/>
                      <a:pt x="1262442" y="1028673"/>
                      <a:pt x="931891" y="1028673"/>
                    </a:cubicBezTo>
                    <a:cubicBezTo>
                      <a:pt x="601339" y="1028673"/>
                      <a:pt x="333374" y="760708"/>
                      <a:pt x="333374" y="430156"/>
                    </a:cubicBezTo>
                    <a:cubicBezTo>
                      <a:pt x="333374" y="261320"/>
                      <a:pt x="403283" y="108812"/>
                      <a:pt x="515733" y="0"/>
                    </a:cubicBezTo>
                    <a:close/>
                    <a:moveTo>
                      <a:pt x="800100" y="907795"/>
                    </a:moveTo>
                    <a:cubicBezTo>
                      <a:pt x="831662" y="907795"/>
                      <a:pt x="857250" y="882208"/>
                      <a:pt x="857250" y="850645"/>
                    </a:cubicBezTo>
                    <a:cubicBezTo>
                      <a:pt x="857250" y="819082"/>
                      <a:pt x="831662" y="793495"/>
                      <a:pt x="800100" y="793495"/>
                    </a:cubicBezTo>
                    <a:cubicBezTo>
                      <a:pt x="768537" y="793495"/>
                      <a:pt x="742950" y="819082"/>
                      <a:pt x="742950" y="850645"/>
                    </a:cubicBezTo>
                    <a:cubicBezTo>
                      <a:pt x="742950" y="882208"/>
                      <a:pt x="768537" y="907795"/>
                      <a:pt x="800100" y="907795"/>
                    </a:cubicBezTo>
                    <a:close/>
                    <a:moveTo>
                      <a:pt x="781050" y="903033"/>
                    </a:moveTo>
                    <a:lnTo>
                      <a:pt x="685800" y="1193545"/>
                    </a:lnTo>
                    <a:lnTo>
                      <a:pt x="0" y="1193545"/>
                    </a:lnTo>
                  </a:path>
                </a:pathLst>
              </a:custGeom>
              <a:noFill/>
              <a:ln w="14287">
                <a:solidFill>
                  <a:srgbClr val="484848"/>
                </a:solidFill>
              </a:ln>
            </p:spPr>
            <p:txBody>
              <a:bodyPr rtlCol="0" anchor="ctr"/>
              <a:lstStyle/>
              <a:p>
                <a:pPr algn="ctr"/>
                <a:endParaRPr/>
              </a:p>
            </p:txBody>
          </p:sp>
        </p:grpSp>
        <p:grpSp>
          <p:nvGrpSpPr>
            <p:cNvPr id="7" name="Group 6">
              <a:extLst>
                <a:ext uri="{FF2B5EF4-FFF2-40B4-BE49-F238E27FC236}">
                  <a16:creationId xmlns:a16="http://schemas.microsoft.com/office/drawing/2014/main" id="{58D4136F-0229-0B59-C5D4-3AC5461323DF}"/>
                </a:ext>
              </a:extLst>
            </p:cNvPr>
            <p:cNvGrpSpPr/>
            <p:nvPr/>
          </p:nvGrpSpPr>
          <p:grpSpPr>
            <a:xfrm>
              <a:off x="4312843" y="2481263"/>
              <a:ext cx="1435158" cy="1231640"/>
              <a:chOff x="3260664" y="1885950"/>
              <a:chExt cx="1435158" cy="1231640"/>
            </a:xfrm>
          </p:grpSpPr>
          <p:sp>
            <p:nvSpPr>
              <p:cNvPr id="24" name="Rounded Rectangle 8">
                <a:extLst>
                  <a:ext uri="{FF2B5EF4-FFF2-40B4-BE49-F238E27FC236}">
                    <a16:creationId xmlns:a16="http://schemas.microsoft.com/office/drawing/2014/main" id="{B0C0FEFC-C622-C5A6-1062-139E12CADB80}"/>
                  </a:ext>
                </a:extLst>
              </p:cNvPr>
              <p:cNvSpPr/>
              <p:nvPr/>
            </p:nvSpPr>
            <p:spPr>
              <a:xfrm>
                <a:off x="3260664" y="2088914"/>
                <a:ext cx="1197035" cy="1028671"/>
              </a:xfrm>
              <a:custGeom>
                <a:avLst/>
                <a:gdLst/>
                <a:ahLst/>
                <a:cxnLst/>
                <a:rect l="0" t="0" r="0" b="0"/>
                <a:pathLst>
                  <a:path w="1197035" h="1028671">
                    <a:moveTo>
                      <a:pt x="586043" y="847892"/>
                    </a:moveTo>
                    <a:cubicBezTo>
                      <a:pt x="424330" y="847892"/>
                      <a:pt x="277595" y="912027"/>
                      <a:pt x="169888" y="1016250"/>
                    </a:cubicBezTo>
                    <a:cubicBezTo>
                      <a:pt x="64764" y="908399"/>
                      <a:pt x="0" y="761020"/>
                      <a:pt x="0" y="598516"/>
                    </a:cubicBezTo>
                    <a:cubicBezTo>
                      <a:pt x="0" y="267964"/>
                      <a:pt x="267964" y="0"/>
                      <a:pt x="598516" y="0"/>
                    </a:cubicBezTo>
                    <a:cubicBezTo>
                      <a:pt x="929067" y="0"/>
                      <a:pt x="1197035" y="267964"/>
                      <a:pt x="1197035" y="598516"/>
                    </a:cubicBezTo>
                    <a:cubicBezTo>
                      <a:pt x="1197035" y="767354"/>
                      <a:pt x="1127121" y="919863"/>
                      <a:pt x="1014669" y="1028671"/>
                    </a:cubicBezTo>
                    <a:cubicBezTo>
                      <a:pt x="905961" y="917148"/>
                      <a:pt x="754090" y="847892"/>
                      <a:pt x="586043" y="847892"/>
                    </a:cubicBezTo>
                    <a:close/>
                  </a:path>
                </a:pathLst>
              </a:custGeom>
              <a:solidFill>
                <a:srgbClr val="E55753"/>
              </a:solidFill>
              <a:ln>
                <a:noFill/>
              </a:ln>
            </p:spPr>
            <p:txBody>
              <a:bodyPr rtlCol="0" anchor="ctr"/>
              <a:lstStyle/>
              <a:p>
                <a:pPr algn="ctr"/>
                <a:endParaRPr/>
              </a:p>
            </p:txBody>
          </p:sp>
          <p:sp>
            <p:nvSpPr>
              <p:cNvPr id="25" name="Rounded Rectangle 9">
                <a:extLst>
                  <a:ext uri="{FF2B5EF4-FFF2-40B4-BE49-F238E27FC236}">
                    <a16:creationId xmlns:a16="http://schemas.microsoft.com/office/drawing/2014/main" id="{409E4742-A0EF-539D-253D-9BD13B1A08F0}"/>
                  </a:ext>
                </a:extLst>
              </p:cNvPr>
              <p:cNvSpPr/>
              <p:nvPr/>
            </p:nvSpPr>
            <p:spPr>
              <a:xfrm>
                <a:off x="3260664" y="1885950"/>
                <a:ext cx="1435158" cy="1231640"/>
              </a:xfrm>
              <a:custGeom>
                <a:avLst/>
                <a:gdLst/>
                <a:ahLst/>
                <a:cxnLst/>
                <a:rect l="0" t="0" r="0" b="0"/>
                <a:pathLst>
                  <a:path w="1435158" h="1231640">
                    <a:moveTo>
                      <a:pt x="586043" y="1050856"/>
                    </a:moveTo>
                    <a:cubicBezTo>
                      <a:pt x="424330" y="1050856"/>
                      <a:pt x="277595" y="1114991"/>
                      <a:pt x="169888" y="1219213"/>
                    </a:cubicBezTo>
                    <a:cubicBezTo>
                      <a:pt x="64763" y="1111363"/>
                      <a:pt x="0" y="963985"/>
                      <a:pt x="0" y="801481"/>
                    </a:cubicBezTo>
                    <a:cubicBezTo>
                      <a:pt x="0" y="470929"/>
                      <a:pt x="267964" y="202964"/>
                      <a:pt x="598516" y="202964"/>
                    </a:cubicBezTo>
                    <a:cubicBezTo>
                      <a:pt x="929067" y="202964"/>
                      <a:pt x="1197032" y="470929"/>
                      <a:pt x="1197032" y="801481"/>
                    </a:cubicBezTo>
                    <a:cubicBezTo>
                      <a:pt x="1197032" y="970318"/>
                      <a:pt x="1127122" y="1122827"/>
                      <a:pt x="1014671" y="1231640"/>
                    </a:cubicBezTo>
                    <a:cubicBezTo>
                      <a:pt x="905961" y="1120113"/>
                      <a:pt x="754090" y="1050856"/>
                      <a:pt x="586043" y="1050856"/>
                    </a:cubicBezTo>
                    <a:close/>
                    <a:moveTo>
                      <a:pt x="635058" y="285750"/>
                    </a:moveTo>
                    <a:cubicBezTo>
                      <a:pt x="603495" y="285750"/>
                      <a:pt x="577908" y="311337"/>
                      <a:pt x="577908" y="342900"/>
                    </a:cubicBezTo>
                    <a:cubicBezTo>
                      <a:pt x="577908" y="374462"/>
                      <a:pt x="603495" y="400050"/>
                      <a:pt x="635058" y="400050"/>
                    </a:cubicBezTo>
                    <a:cubicBezTo>
                      <a:pt x="666621" y="400050"/>
                      <a:pt x="692208" y="374462"/>
                      <a:pt x="692208" y="342900"/>
                    </a:cubicBezTo>
                    <a:cubicBezTo>
                      <a:pt x="692208" y="311337"/>
                      <a:pt x="666621" y="285750"/>
                      <a:pt x="635058" y="285750"/>
                    </a:cubicBezTo>
                    <a:close/>
                    <a:moveTo>
                      <a:pt x="654108" y="290512"/>
                    </a:moveTo>
                    <a:lnTo>
                      <a:pt x="749358" y="0"/>
                    </a:lnTo>
                    <a:lnTo>
                      <a:pt x="1435158" y="0"/>
                    </a:lnTo>
                  </a:path>
                </a:pathLst>
              </a:custGeom>
              <a:noFill/>
              <a:ln w="14287">
                <a:solidFill>
                  <a:srgbClr val="484848"/>
                </a:solidFill>
              </a:ln>
            </p:spPr>
            <p:txBody>
              <a:bodyPr rtlCol="0" anchor="ctr"/>
              <a:lstStyle/>
              <a:p>
                <a:pPr algn="ctr"/>
                <a:endParaRPr/>
              </a:p>
            </p:txBody>
          </p:sp>
        </p:grpSp>
        <p:grpSp>
          <p:nvGrpSpPr>
            <p:cNvPr id="9" name="Group 8">
              <a:extLst>
                <a:ext uri="{FF2B5EF4-FFF2-40B4-BE49-F238E27FC236}">
                  <a16:creationId xmlns:a16="http://schemas.microsoft.com/office/drawing/2014/main" id="{A04A032F-BCA9-0F6C-8802-28851AB755B3}"/>
                </a:ext>
              </a:extLst>
            </p:cNvPr>
            <p:cNvGrpSpPr/>
            <p:nvPr/>
          </p:nvGrpSpPr>
          <p:grpSpPr>
            <a:xfrm>
              <a:off x="3119104" y="2481263"/>
              <a:ext cx="1374519" cy="1387535"/>
              <a:chOff x="2066925" y="1885950"/>
              <a:chExt cx="1374519" cy="1387535"/>
            </a:xfrm>
          </p:grpSpPr>
          <p:sp>
            <p:nvSpPr>
              <p:cNvPr id="22" name="Rounded Rectangle 11">
                <a:extLst>
                  <a:ext uri="{FF2B5EF4-FFF2-40B4-BE49-F238E27FC236}">
                    <a16:creationId xmlns:a16="http://schemas.microsoft.com/office/drawing/2014/main" id="{8C49970C-2E4C-0C81-F101-AF22600E6995}"/>
                  </a:ext>
                </a:extLst>
              </p:cNvPr>
              <p:cNvSpPr/>
              <p:nvPr/>
            </p:nvSpPr>
            <p:spPr>
              <a:xfrm>
                <a:off x="2412764" y="2076450"/>
                <a:ext cx="1028680" cy="1197035"/>
              </a:xfrm>
              <a:custGeom>
                <a:avLst/>
                <a:gdLst/>
                <a:ahLst/>
                <a:cxnLst/>
                <a:rect l="0" t="0" r="0" b="0"/>
                <a:pathLst>
                  <a:path w="1028680" h="1197035">
                    <a:moveTo>
                      <a:pt x="598516" y="0"/>
                    </a:moveTo>
                    <a:cubicBezTo>
                      <a:pt x="767354" y="0"/>
                      <a:pt x="919863" y="69909"/>
                      <a:pt x="1028680" y="182361"/>
                    </a:cubicBezTo>
                    <a:cubicBezTo>
                      <a:pt x="917154" y="291071"/>
                      <a:pt x="847902" y="442938"/>
                      <a:pt x="847902" y="610981"/>
                    </a:cubicBezTo>
                    <a:cubicBezTo>
                      <a:pt x="847902" y="772694"/>
                      <a:pt x="912036" y="919428"/>
                      <a:pt x="1016260" y="1027137"/>
                    </a:cubicBezTo>
                    <a:cubicBezTo>
                      <a:pt x="908407" y="1132265"/>
                      <a:pt x="761025" y="1197035"/>
                      <a:pt x="598516" y="1197035"/>
                    </a:cubicBezTo>
                    <a:cubicBezTo>
                      <a:pt x="267964" y="1197035"/>
                      <a:pt x="0" y="929067"/>
                      <a:pt x="0" y="598516"/>
                    </a:cubicBezTo>
                    <a:cubicBezTo>
                      <a:pt x="0" y="267964"/>
                      <a:pt x="267964" y="0"/>
                      <a:pt x="598516" y="0"/>
                    </a:cubicBezTo>
                    <a:close/>
                  </a:path>
                </a:pathLst>
              </a:custGeom>
              <a:solidFill>
                <a:srgbClr val="DE8431"/>
              </a:solidFill>
              <a:ln>
                <a:noFill/>
              </a:ln>
            </p:spPr>
            <p:txBody>
              <a:bodyPr rtlCol="0" anchor="ctr"/>
              <a:lstStyle/>
              <a:p>
                <a:pPr algn="ctr"/>
                <a:endParaRPr/>
              </a:p>
            </p:txBody>
          </p:sp>
          <p:sp>
            <p:nvSpPr>
              <p:cNvPr id="23" name="Rounded Rectangle 12">
                <a:extLst>
                  <a:ext uri="{FF2B5EF4-FFF2-40B4-BE49-F238E27FC236}">
                    <a16:creationId xmlns:a16="http://schemas.microsoft.com/office/drawing/2014/main" id="{4C9DF753-6C99-DDC0-1549-E3A6E028B97B}"/>
                  </a:ext>
                </a:extLst>
              </p:cNvPr>
              <p:cNvSpPr/>
              <p:nvPr/>
            </p:nvSpPr>
            <p:spPr>
              <a:xfrm>
                <a:off x="2066925" y="1885950"/>
                <a:ext cx="1374515" cy="1387532"/>
              </a:xfrm>
              <a:custGeom>
                <a:avLst/>
                <a:gdLst/>
                <a:ahLst/>
                <a:cxnLst/>
                <a:rect l="0" t="0" r="0" b="0"/>
                <a:pathLst>
                  <a:path w="1374515" h="1387532">
                    <a:moveTo>
                      <a:pt x="944356" y="190500"/>
                    </a:moveTo>
                    <a:cubicBezTo>
                      <a:pt x="1113193" y="190500"/>
                      <a:pt x="1265702" y="260409"/>
                      <a:pt x="1374515" y="372861"/>
                    </a:cubicBezTo>
                    <a:cubicBezTo>
                      <a:pt x="1262993" y="481571"/>
                      <a:pt x="1193741" y="633438"/>
                      <a:pt x="1193741" y="801481"/>
                    </a:cubicBezTo>
                    <a:cubicBezTo>
                      <a:pt x="1193741" y="963194"/>
                      <a:pt x="1257876" y="1109928"/>
                      <a:pt x="1362096" y="1217635"/>
                    </a:cubicBezTo>
                    <a:cubicBezTo>
                      <a:pt x="1254247" y="1322765"/>
                      <a:pt x="1106864" y="1387532"/>
                      <a:pt x="944356" y="1387532"/>
                    </a:cubicBezTo>
                    <a:cubicBezTo>
                      <a:pt x="613804" y="1387532"/>
                      <a:pt x="345839" y="1119567"/>
                      <a:pt x="345839" y="789016"/>
                    </a:cubicBezTo>
                    <a:cubicBezTo>
                      <a:pt x="345839" y="458464"/>
                      <a:pt x="613804" y="190499"/>
                      <a:pt x="944356" y="190499"/>
                    </a:cubicBezTo>
                    <a:close/>
                    <a:moveTo>
                      <a:pt x="742950" y="342900"/>
                    </a:moveTo>
                    <a:cubicBezTo>
                      <a:pt x="742950" y="374462"/>
                      <a:pt x="768537" y="400050"/>
                      <a:pt x="800100" y="400050"/>
                    </a:cubicBezTo>
                    <a:cubicBezTo>
                      <a:pt x="831662" y="400050"/>
                      <a:pt x="857250" y="374462"/>
                      <a:pt x="857250" y="342900"/>
                    </a:cubicBezTo>
                    <a:cubicBezTo>
                      <a:pt x="857250" y="311337"/>
                      <a:pt x="831662" y="285750"/>
                      <a:pt x="800100" y="285750"/>
                    </a:cubicBezTo>
                    <a:cubicBezTo>
                      <a:pt x="768537" y="285750"/>
                      <a:pt x="742950" y="311337"/>
                      <a:pt x="742950" y="342900"/>
                    </a:cubicBezTo>
                    <a:close/>
                    <a:moveTo>
                      <a:pt x="0" y="0"/>
                    </a:moveTo>
                    <a:lnTo>
                      <a:pt x="685800" y="0"/>
                    </a:lnTo>
                    <a:lnTo>
                      <a:pt x="781050" y="290512"/>
                    </a:lnTo>
                  </a:path>
                </a:pathLst>
              </a:custGeom>
              <a:noFill/>
              <a:ln w="14287">
                <a:solidFill>
                  <a:srgbClr val="484848"/>
                </a:solidFill>
              </a:ln>
            </p:spPr>
            <p:txBody>
              <a:bodyPr rtlCol="0" anchor="ctr"/>
              <a:lstStyle/>
              <a:p>
                <a:pPr algn="ctr"/>
                <a:endParaRPr/>
              </a:p>
            </p:txBody>
          </p:sp>
        </p:grpSp>
        <p:sp>
          <p:nvSpPr>
            <p:cNvPr id="10" name="TextBox 9">
              <a:extLst>
                <a:ext uri="{FF2B5EF4-FFF2-40B4-BE49-F238E27FC236}">
                  <a16:creationId xmlns:a16="http://schemas.microsoft.com/office/drawing/2014/main" id="{5306499E-0D6C-8724-4AB8-099E2FF2A4B6}"/>
                </a:ext>
              </a:extLst>
            </p:cNvPr>
            <p:cNvSpPr txBox="1"/>
            <p:nvPr/>
          </p:nvSpPr>
          <p:spPr>
            <a:xfrm>
              <a:off x="955060" y="1969301"/>
              <a:ext cx="2072604" cy="448815"/>
            </a:xfrm>
            <a:prstGeom prst="rect">
              <a:avLst/>
            </a:prstGeom>
            <a:noFill/>
            <a:ln>
              <a:noFill/>
            </a:ln>
          </p:spPr>
          <p:txBody>
            <a:bodyPr wrap="square" lIns="0" tIns="0" rIns="0" bIns="0" anchor="t">
              <a:spAutoFit/>
            </a:bodyPr>
            <a:lstStyle/>
            <a:p>
              <a:pPr algn="r"/>
              <a:r>
                <a:rPr sz="2000" b="1" dirty="0" err="1">
                  <a:solidFill>
                    <a:srgbClr val="DE8431"/>
                  </a:solidFill>
                  <a:latin typeface="+mj-lt"/>
                </a:rPr>
                <a:t>Tareas</a:t>
              </a:r>
              <a:r>
                <a:rPr sz="2000" b="1" dirty="0">
                  <a:solidFill>
                    <a:srgbClr val="DE8431"/>
                  </a:solidFill>
                  <a:latin typeface="+mj-lt"/>
                </a:rPr>
                <a:t> Fuera de</a:t>
              </a:r>
              <a:r>
                <a:rPr lang="es-CL" sz="2000" b="1" dirty="0">
                  <a:solidFill>
                    <a:srgbClr val="DE8431"/>
                  </a:solidFill>
                  <a:latin typeface="+mj-lt"/>
                </a:rPr>
                <a:t> </a:t>
              </a:r>
              <a:r>
                <a:rPr sz="2000" b="1" dirty="0">
                  <a:solidFill>
                    <a:srgbClr val="DE8431"/>
                  </a:solidFill>
                  <a:latin typeface="+mj-lt"/>
                </a:rPr>
                <a:t>Visión </a:t>
              </a:r>
              <a:r>
                <a:rPr sz="2000" b="1" dirty="0" err="1">
                  <a:solidFill>
                    <a:srgbClr val="DE8431"/>
                  </a:solidFill>
                  <a:latin typeface="+mj-lt"/>
                </a:rPr>
                <a:t>por</a:t>
              </a:r>
              <a:r>
                <a:rPr lang="es-CL" sz="2000" b="1" dirty="0">
                  <a:solidFill>
                    <a:srgbClr val="DE8431"/>
                  </a:solidFill>
                  <a:latin typeface="+mj-lt"/>
                </a:rPr>
                <a:t> </a:t>
              </a:r>
              <a:r>
                <a:rPr sz="2000" b="1" dirty="0" err="1">
                  <a:solidFill>
                    <a:srgbClr val="DE8431"/>
                  </a:solidFill>
                  <a:latin typeface="+mj-lt"/>
                </a:rPr>
                <a:t>Computadora</a:t>
              </a:r>
              <a:endParaRPr sz="2000" b="1" dirty="0">
                <a:solidFill>
                  <a:srgbClr val="DE8431"/>
                </a:solidFill>
                <a:latin typeface="+mj-lt"/>
              </a:endParaRPr>
            </a:p>
          </p:txBody>
        </p:sp>
        <p:sp>
          <p:nvSpPr>
            <p:cNvPr id="11" name="TextBox 10">
              <a:extLst>
                <a:ext uri="{FF2B5EF4-FFF2-40B4-BE49-F238E27FC236}">
                  <a16:creationId xmlns:a16="http://schemas.microsoft.com/office/drawing/2014/main" id="{20E78ED9-9951-C445-CA92-5736D1A5C52C}"/>
                </a:ext>
              </a:extLst>
            </p:cNvPr>
            <p:cNvSpPr txBox="1"/>
            <p:nvPr/>
          </p:nvSpPr>
          <p:spPr>
            <a:xfrm>
              <a:off x="5819338" y="1969301"/>
              <a:ext cx="1606619" cy="448815"/>
            </a:xfrm>
            <a:prstGeom prst="rect">
              <a:avLst/>
            </a:prstGeom>
            <a:noFill/>
            <a:ln>
              <a:noFill/>
            </a:ln>
          </p:spPr>
          <p:txBody>
            <a:bodyPr wrap="none" lIns="0" tIns="0" rIns="0" bIns="0" anchor="t">
              <a:spAutoFit/>
            </a:bodyPr>
            <a:lstStyle/>
            <a:p>
              <a:pPr algn="l"/>
              <a:r>
                <a:rPr sz="2000" b="1" dirty="0" err="1">
                  <a:solidFill>
                    <a:srgbClr val="E55753"/>
                  </a:solidFill>
                  <a:latin typeface="+mj-lt"/>
                </a:rPr>
                <a:t>Ajuste</a:t>
              </a:r>
              <a:r>
                <a:rPr sz="2000" b="1" dirty="0">
                  <a:solidFill>
                    <a:srgbClr val="E55753"/>
                  </a:solidFill>
                  <a:latin typeface="+mj-lt"/>
                </a:rPr>
                <a:t> de
</a:t>
              </a:r>
              <a:r>
                <a:rPr sz="2000" b="1" dirty="0" err="1">
                  <a:solidFill>
                    <a:srgbClr val="E55753"/>
                  </a:solidFill>
                  <a:latin typeface="+mj-lt"/>
                </a:rPr>
                <a:t>Hiperparámetros</a:t>
              </a:r>
              <a:endParaRPr sz="2000" b="1" dirty="0">
                <a:solidFill>
                  <a:srgbClr val="E55753"/>
                </a:solidFill>
                <a:latin typeface="+mj-lt"/>
              </a:endParaRPr>
            </a:p>
          </p:txBody>
        </p:sp>
        <p:sp>
          <p:nvSpPr>
            <p:cNvPr id="12" name="TextBox 11">
              <a:extLst>
                <a:ext uri="{FF2B5EF4-FFF2-40B4-BE49-F238E27FC236}">
                  <a16:creationId xmlns:a16="http://schemas.microsoft.com/office/drawing/2014/main" id="{26503E5C-915A-7E67-DB74-C37996E51984}"/>
                </a:ext>
              </a:extLst>
            </p:cNvPr>
            <p:cNvSpPr txBox="1"/>
            <p:nvPr/>
          </p:nvSpPr>
          <p:spPr>
            <a:xfrm>
              <a:off x="335785" y="2588505"/>
              <a:ext cx="2691879" cy="628341"/>
            </a:xfrm>
            <a:prstGeom prst="rect">
              <a:avLst/>
            </a:prstGeom>
            <a:noFill/>
            <a:ln>
              <a:noFill/>
            </a:ln>
          </p:spPr>
          <p:txBody>
            <a:bodyPr wrap="square" lIns="0" tIns="0" rIns="0" bIns="0" anchor="t">
              <a:spAutoFit/>
            </a:bodyPr>
            <a:lstStyle/>
            <a:p>
              <a:pPr algn="r"/>
              <a:r>
                <a:rPr lang="es-ES" sz="1400" dirty="0">
                  <a:solidFill>
                    <a:srgbClr val="484848"/>
                  </a:solidFill>
                  <a:latin typeface="+mj-lt"/>
                </a:rPr>
                <a:t>N</a:t>
              </a:r>
              <a:r>
                <a:rPr lang="es-ES" sz="1400" b="0" dirty="0">
                  <a:solidFill>
                    <a:srgbClr val="484848"/>
                  </a:solidFill>
                  <a:latin typeface="+mj-lt"/>
                </a:rPr>
                <a:t>o está optimizada para trabajar con datos que no sean imágenes, lo que puede limitar su aplicabilidad en otros dominios.</a:t>
              </a:r>
            </a:p>
            <a:p>
              <a:pPr algn="r"/>
              <a:r>
                <a:rPr sz="1400" b="0" dirty="0">
                  <a:solidFill>
                    <a:srgbClr val="484848"/>
                  </a:solidFill>
                  <a:latin typeface="+mj-lt"/>
                </a:rPr>
                <a:t>.</a:t>
              </a:r>
            </a:p>
          </p:txBody>
        </p:sp>
        <p:sp>
          <p:nvSpPr>
            <p:cNvPr id="13" name="TextBox 12">
              <a:extLst>
                <a:ext uri="{FF2B5EF4-FFF2-40B4-BE49-F238E27FC236}">
                  <a16:creationId xmlns:a16="http://schemas.microsoft.com/office/drawing/2014/main" id="{2A9B4250-BD2C-FFC6-4EC6-AFC99CE0EE00}"/>
                </a:ext>
              </a:extLst>
            </p:cNvPr>
            <p:cNvSpPr txBox="1"/>
            <p:nvPr/>
          </p:nvSpPr>
          <p:spPr>
            <a:xfrm>
              <a:off x="5819338" y="2588505"/>
              <a:ext cx="1757259" cy="471256"/>
            </a:xfrm>
            <a:prstGeom prst="rect">
              <a:avLst/>
            </a:prstGeom>
            <a:noFill/>
            <a:ln>
              <a:noFill/>
            </a:ln>
          </p:spPr>
          <p:txBody>
            <a:bodyPr wrap="square" lIns="0" tIns="0" rIns="0" bIns="0" anchor="t">
              <a:spAutoFit/>
            </a:bodyPr>
            <a:lstStyle/>
            <a:p>
              <a:pPr algn="l"/>
              <a:r>
                <a:rPr lang="es-CL" sz="1400" dirty="0">
                  <a:solidFill>
                    <a:srgbClr val="543A3A"/>
                  </a:solidFill>
                  <a:latin typeface="+mj-lt"/>
                </a:rPr>
                <a:t>El a</a:t>
              </a:r>
              <a:r>
                <a:rPr sz="1400" b="0" dirty="0" err="1">
                  <a:solidFill>
                    <a:srgbClr val="543A3A"/>
                  </a:solidFill>
                  <a:latin typeface="+mj-lt"/>
                </a:rPr>
                <a:t>juste</a:t>
              </a:r>
              <a:r>
                <a:rPr sz="1400" b="0" dirty="0">
                  <a:solidFill>
                    <a:srgbClr val="543A3A"/>
                  </a:solidFill>
                  <a:latin typeface="+mj-lt"/>
                </a:rPr>
                <a:t> de</a:t>
              </a:r>
              <a:r>
                <a:rPr lang="es-CL" sz="1400" b="0" dirty="0">
                  <a:solidFill>
                    <a:srgbClr val="543A3A"/>
                  </a:solidFill>
                  <a:latin typeface="+mj-lt"/>
                </a:rPr>
                <a:t> </a:t>
              </a:r>
              <a:r>
                <a:rPr sz="1400" b="0" dirty="0" err="1">
                  <a:solidFill>
                    <a:srgbClr val="543A3A"/>
                  </a:solidFill>
                  <a:latin typeface="+mj-lt"/>
                </a:rPr>
                <a:t>hiperparámetros</a:t>
              </a:r>
              <a:r>
                <a:rPr lang="es-CL" sz="1400" dirty="0">
                  <a:solidFill>
                    <a:srgbClr val="543A3A"/>
                  </a:solidFill>
                  <a:latin typeface="+mj-lt"/>
                </a:rPr>
                <a:t> </a:t>
              </a:r>
              <a:r>
                <a:rPr sz="1400" b="0" dirty="0" err="1">
                  <a:solidFill>
                    <a:srgbClr val="543A3A"/>
                  </a:solidFill>
                  <a:latin typeface="+mj-lt"/>
                </a:rPr>
                <a:t>requiere</a:t>
              </a:r>
              <a:r>
                <a:rPr sz="1400" b="0" dirty="0">
                  <a:solidFill>
                    <a:srgbClr val="543A3A"/>
                  </a:solidFill>
                  <a:latin typeface="+mj-lt"/>
                </a:rPr>
                <a:t> </a:t>
              </a:r>
              <a:r>
                <a:rPr sz="1400" b="0" dirty="0" err="1">
                  <a:solidFill>
                    <a:srgbClr val="543A3A"/>
                  </a:solidFill>
                  <a:latin typeface="+mj-lt"/>
                </a:rPr>
                <a:t>alta</a:t>
              </a:r>
              <a:r>
                <a:rPr lang="es-CL" sz="1400" dirty="0">
                  <a:solidFill>
                    <a:srgbClr val="543A3A"/>
                  </a:solidFill>
                  <a:latin typeface="+mj-lt"/>
                </a:rPr>
                <a:t> </a:t>
              </a:r>
              <a:r>
                <a:rPr sz="1400" b="0" dirty="0" err="1">
                  <a:solidFill>
                    <a:srgbClr val="543A3A"/>
                  </a:solidFill>
                  <a:latin typeface="+mj-lt"/>
                </a:rPr>
                <a:t>complejidad</a:t>
              </a:r>
              <a:r>
                <a:rPr sz="1400" b="0" dirty="0">
                  <a:solidFill>
                    <a:srgbClr val="543A3A"/>
                  </a:solidFill>
                  <a:latin typeface="+mj-lt"/>
                </a:rPr>
                <a:t> y</a:t>
              </a:r>
              <a:r>
                <a:rPr lang="es-CL" sz="1400" b="0" dirty="0">
                  <a:solidFill>
                    <a:srgbClr val="543A3A"/>
                  </a:solidFill>
                  <a:latin typeface="+mj-lt"/>
                </a:rPr>
                <a:t> </a:t>
              </a:r>
              <a:r>
                <a:rPr sz="1400" b="0" dirty="0" err="1">
                  <a:solidFill>
                    <a:srgbClr val="543A3A"/>
                  </a:solidFill>
                  <a:latin typeface="+mj-lt"/>
                </a:rPr>
                <a:t>computación</a:t>
              </a:r>
              <a:r>
                <a:rPr sz="1400" b="0" dirty="0">
                  <a:solidFill>
                    <a:srgbClr val="543A3A"/>
                  </a:solidFill>
                  <a:latin typeface="+mj-lt"/>
                </a:rPr>
                <a:t>.</a:t>
              </a:r>
            </a:p>
          </p:txBody>
        </p:sp>
        <p:sp>
          <p:nvSpPr>
            <p:cNvPr id="14" name="TextBox 13">
              <a:extLst>
                <a:ext uri="{FF2B5EF4-FFF2-40B4-BE49-F238E27FC236}">
                  <a16:creationId xmlns:a16="http://schemas.microsoft.com/office/drawing/2014/main" id="{0D0B5721-1277-49CE-CCC3-AB8AB10CCC05}"/>
                </a:ext>
              </a:extLst>
            </p:cNvPr>
            <p:cNvSpPr txBox="1"/>
            <p:nvPr/>
          </p:nvSpPr>
          <p:spPr>
            <a:xfrm>
              <a:off x="3894343" y="3081338"/>
              <a:ext cx="185737" cy="400050"/>
            </a:xfrm>
            <a:prstGeom prst="rect">
              <a:avLst/>
            </a:prstGeom>
            <a:noFill/>
            <a:ln>
              <a:noFill/>
            </a:ln>
          </p:spPr>
          <p:txBody>
            <a:bodyPr wrap="none" lIns="0" tIns="0" rIns="0" bIns="0" anchor="t">
              <a:spAutoFit/>
            </a:bodyPr>
            <a:lstStyle/>
            <a:p>
              <a:pPr algn="ctr"/>
              <a:r>
                <a:rPr sz="2200" b="1">
                  <a:solidFill>
                    <a:srgbClr val="FFFFFF"/>
                  </a:solidFill>
                  <a:latin typeface="Roboto"/>
                </a:rPr>
                <a:t>1</a:t>
              </a:r>
            </a:p>
          </p:txBody>
        </p:sp>
        <p:sp>
          <p:nvSpPr>
            <p:cNvPr id="15" name="TextBox 14">
              <a:extLst>
                <a:ext uri="{FF2B5EF4-FFF2-40B4-BE49-F238E27FC236}">
                  <a16:creationId xmlns:a16="http://schemas.microsoft.com/office/drawing/2014/main" id="{9A47F90C-350E-CBA2-30D2-DC77C39B0A7D}"/>
                </a:ext>
              </a:extLst>
            </p:cNvPr>
            <p:cNvSpPr txBox="1"/>
            <p:nvPr/>
          </p:nvSpPr>
          <p:spPr>
            <a:xfrm>
              <a:off x="4923043" y="3081338"/>
              <a:ext cx="185737" cy="400050"/>
            </a:xfrm>
            <a:prstGeom prst="rect">
              <a:avLst/>
            </a:prstGeom>
            <a:noFill/>
            <a:ln>
              <a:noFill/>
            </a:ln>
          </p:spPr>
          <p:txBody>
            <a:bodyPr wrap="none" lIns="0" tIns="0" rIns="0" bIns="0" anchor="t">
              <a:spAutoFit/>
            </a:bodyPr>
            <a:lstStyle/>
            <a:p>
              <a:pPr algn="ctr"/>
              <a:r>
                <a:rPr sz="2200" b="1">
                  <a:solidFill>
                    <a:srgbClr val="FFFFFF"/>
                  </a:solidFill>
                  <a:latin typeface="Roboto"/>
                </a:rPr>
                <a:t>2</a:t>
              </a:r>
            </a:p>
          </p:txBody>
        </p:sp>
        <p:sp>
          <p:nvSpPr>
            <p:cNvPr id="16" name="TextBox 15">
              <a:extLst>
                <a:ext uri="{FF2B5EF4-FFF2-40B4-BE49-F238E27FC236}">
                  <a16:creationId xmlns:a16="http://schemas.microsoft.com/office/drawing/2014/main" id="{B82DC5EB-7F21-6FCD-F1CE-D43E56E92127}"/>
                </a:ext>
              </a:extLst>
            </p:cNvPr>
            <p:cNvSpPr txBox="1"/>
            <p:nvPr/>
          </p:nvSpPr>
          <p:spPr>
            <a:xfrm>
              <a:off x="3894343" y="3995738"/>
              <a:ext cx="185737" cy="400050"/>
            </a:xfrm>
            <a:prstGeom prst="rect">
              <a:avLst/>
            </a:prstGeom>
            <a:noFill/>
            <a:ln>
              <a:noFill/>
            </a:ln>
          </p:spPr>
          <p:txBody>
            <a:bodyPr wrap="none" lIns="0" tIns="0" rIns="0" bIns="0" anchor="t">
              <a:spAutoFit/>
            </a:bodyPr>
            <a:lstStyle/>
            <a:p>
              <a:pPr algn="ctr"/>
              <a:r>
                <a:rPr sz="2200" b="1">
                  <a:solidFill>
                    <a:srgbClr val="FFFFFF"/>
                  </a:solidFill>
                  <a:latin typeface="Roboto"/>
                </a:rPr>
                <a:t>3</a:t>
              </a:r>
            </a:p>
          </p:txBody>
        </p:sp>
        <p:sp>
          <p:nvSpPr>
            <p:cNvPr id="17" name="TextBox 16">
              <a:extLst>
                <a:ext uri="{FF2B5EF4-FFF2-40B4-BE49-F238E27FC236}">
                  <a16:creationId xmlns:a16="http://schemas.microsoft.com/office/drawing/2014/main" id="{4BE6BC2F-73A3-53E4-AEB8-944F1429AAFE}"/>
                </a:ext>
              </a:extLst>
            </p:cNvPr>
            <p:cNvSpPr txBox="1"/>
            <p:nvPr/>
          </p:nvSpPr>
          <p:spPr>
            <a:xfrm>
              <a:off x="4923043" y="3995738"/>
              <a:ext cx="185737" cy="400050"/>
            </a:xfrm>
            <a:prstGeom prst="rect">
              <a:avLst/>
            </a:prstGeom>
            <a:noFill/>
            <a:ln>
              <a:noFill/>
            </a:ln>
          </p:spPr>
          <p:txBody>
            <a:bodyPr wrap="none" lIns="0" tIns="0" rIns="0" bIns="0" anchor="t">
              <a:spAutoFit/>
            </a:bodyPr>
            <a:lstStyle/>
            <a:p>
              <a:pPr algn="ctr"/>
              <a:r>
                <a:rPr sz="2200" b="1">
                  <a:solidFill>
                    <a:srgbClr val="FFFFFF"/>
                  </a:solidFill>
                  <a:latin typeface="Roboto"/>
                </a:rPr>
                <a:t>4</a:t>
              </a:r>
            </a:p>
          </p:txBody>
        </p:sp>
        <p:sp>
          <p:nvSpPr>
            <p:cNvPr id="18" name="TextBox 17">
              <a:extLst>
                <a:ext uri="{FF2B5EF4-FFF2-40B4-BE49-F238E27FC236}">
                  <a16:creationId xmlns:a16="http://schemas.microsoft.com/office/drawing/2014/main" id="{AEBCF939-047B-5DC6-F6D4-0193CF805DCC}"/>
                </a:ext>
              </a:extLst>
            </p:cNvPr>
            <p:cNvSpPr txBox="1"/>
            <p:nvPr/>
          </p:nvSpPr>
          <p:spPr>
            <a:xfrm>
              <a:off x="713072" y="4091293"/>
              <a:ext cx="2369850" cy="673224"/>
            </a:xfrm>
            <a:prstGeom prst="rect">
              <a:avLst/>
            </a:prstGeom>
            <a:noFill/>
            <a:ln>
              <a:noFill/>
            </a:ln>
          </p:spPr>
          <p:txBody>
            <a:bodyPr wrap="square" lIns="0" tIns="0" rIns="0" bIns="0" anchor="t">
              <a:spAutoFit/>
            </a:bodyPr>
            <a:lstStyle/>
            <a:p>
              <a:pPr algn="r"/>
              <a:r>
                <a:rPr lang="es-ES" sz="2000" b="1" dirty="0">
                  <a:solidFill>
                    <a:srgbClr val="E0CB15"/>
                  </a:solidFill>
                  <a:latin typeface="+mj-lt"/>
                </a:rPr>
                <a:t>Requiere mucha potencia computacional para entrenamiento</a:t>
              </a:r>
              <a:endParaRPr lang="en-US" sz="2000" b="1" dirty="0">
                <a:solidFill>
                  <a:srgbClr val="E0CB15"/>
                </a:solidFill>
                <a:latin typeface="+mj-lt"/>
              </a:endParaRPr>
            </a:p>
          </p:txBody>
        </p:sp>
        <p:sp>
          <p:nvSpPr>
            <p:cNvPr id="19" name="TextBox 18">
              <a:extLst>
                <a:ext uri="{FF2B5EF4-FFF2-40B4-BE49-F238E27FC236}">
                  <a16:creationId xmlns:a16="http://schemas.microsoft.com/office/drawing/2014/main" id="{60CFC761-4520-FF76-0388-78FAED2E283B}"/>
                </a:ext>
              </a:extLst>
            </p:cNvPr>
            <p:cNvSpPr txBox="1"/>
            <p:nvPr/>
          </p:nvSpPr>
          <p:spPr>
            <a:xfrm>
              <a:off x="5819338" y="4122304"/>
              <a:ext cx="1809750" cy="673224"/>
            </a:xfrm>
            <a:prstGeom prst="rect">
              <a:avLst/>
            </a:prstGeom>
            <a:noFill/>
            <a:ln>
              <a:noFill/>
            </a:ln>
          </p:spPr>
          <p:txBody>
            <a:bodyPr wrap="square" lIns="0" tIns="0" rIns="0" bIns="0" anchor="t">
              <a:spAutoFit/>
            </a:bodyPr>
            <a:lstStyle/>
            <a:p>
              <a:pPr algn="l"/>
              <a:r>
                <a:rPr lang="en-US" sz="2000" b="1" dirty="0" err="1">
                  <a:solidFill>
                    <a:srgbClr val="92BD39"/>
                  </a:solidFill>
                  <a:latin typeface="+mj-lt"/>
                </a:rPr>
                <a:t>Implementaciónen</a:t>
              </a:r>
              <a:r>
                <a:rPr lang="en-US" sz="2000" b="1" dirty="0">
                  <a:solidFill>
                    <a:srgbClr val="92BD39"/>
                  </a:solidFill>
                  <a:latin typeface="+mj-lt"/>
                </a:rPr>
                <a:t> </a:t>
              </a:r>
              <a:r>
                <a:rPr lang="en-US" sz="2000" b="1" dirty="0" err="1">
                  <a:solidFill>
                    <a:srgbClr val="92BD39"/>
                  </a:solidFill>
                  <a:latin typeface="+mj-lt"/>
                </a:rPr>
                <a:t>DispositivosLimitados</a:t>
              </a:r>
              <a:endParaRPr lang="en-US" sz="2000" b="1" dirty="0">
                <a:solidFill>
                  <a:srgbClr val="92BD39"/>
                </a:solidFill>
                <a:latin typeface="+mj-lt"/>
              </a:endParaRPr>
            </a:p>
          </p:txBody>
        </p:sp>
        <p:sp>
          <p:nvSpPr>
            <p:cNvPr id="20" name="TextBox 19">
              <a:extLst>
                <a:ext uri="{FF2B5EF4-FFF2-40B4-BE49-F238E27FC236}">
                  <a16:creationId xmlns:a16="http://schemas.microsoft.com/office/drawing/2014/main" id="{34EE50C9-D8CB-00A9-57AB-18FA3874C4DC}"/>
                </a:ext>
              </a:extLst>
            </p:cNvPr>
            <p:cNvSpPr txBox="1"/>
            <p:nvPr/>
          </p:nvSpPr>
          <p:spPr>
            <a:xfrm>
              <a:off x="335784" y="4959157"/>
              <a:ext cx="2747137" cy="628341"/>
            </a:xfrm>
            <a:prstGeom prst="rect">
              <a:avLst/>
            </a:prstGeom>
            <a:noFill/>
            <a:ln>
              <a:noFill/>
            </a:ln>
          </p:spPr>
          <p:txBody>
            <a:bodyPr wrap="square" lIns="0" tIns="0" rIns="0" bIns="0" anchor="t">
              <a:spAutoFit/>
            </a:bodyPr>
            <a:lstStyle/>
            <a:p>
              <a:pPr algn="r"/>
              <a:r>
                <a:rPr lang="es-ES" sz="1400" dirty="0">
                  <a:solidFill>
                    <a:srgbClr val="484848"/>
                  </a:solidFill>
                  <a:latin typeface="+mj-lt"/>
                </a:rPr>
                <a:t>Fue diseñado para ser más eficiente que otras arquitecturas profundas como VGG, sigue siendo un modelo computacionalmente intensivo</a:t>
              </a:r>
              <a:endParaRPr sz="1400" b="0" dirty="0">
                <a:solidFill>
                  <a:srgbClr val="484848"/>
                </a:solidFill>
                <a:latin typeface="+mj-lt"/>
              </a:endParaRPr>
            </a:p>
          </p:txBody>
        </p:sp>
        <p:sp>
          <p:nvSpPr>
            <p:cNvPr id="21" name="TextBox 20">
              <a:extLst>
                <a:ext uri="{FF2B5EF4-FFF2-40B4-BE49-F238E27FC236}">
                  <a16:creationId xmlns:a16="http://schemas.microsoft.com/office/drawing/2014/main" id="{1699AF7E-79C8-5255-DA30-3BA195BA072D}"/>
                </a:ext>
              </a:extLst>
            </p:cNvPr>
            <p:cNvSpPr txBox="1"/>
            <p:nvPr/>
          </p:nvSpPr>
          <p:spPr>
            <a:xfrm>
              <a:off x="5819338" y="4953000"/>
              <a:ext cx="1747734" cy="471256"/>
            </a:xfrm>
            <a:prstGeom prst="rect">
              <a:avLst/>
            </a:prstGeom>
            <a:noFill/>
            <a:ln>
              <a:noFill/>
            </a:ln>
          </p:spPr>
          <p:txBody>
            <a:bodyPr wrap="square" lIns="0" tIns="0" rIns="0" bIns="0" anchor="t">
              <a:spAutoFit/>
            </a:bodyPr>
            <a:lstStyle/>
            <a:p>
              <a:pPr algn="l"/>
              <a:r>
                <a:rPr lang="es-ES" sz="1400" b="0" dirty="0">
                  <a:solidFill>
                    <a:srgbClr val="484848"/>
                  </a:solidFill>
                  <a:latin typeface="+mj-lt"/>
                </a:rPr>
                <a:t>Muy pesado en términos de memoria y tiempo de cómputo</a:t>
              </a:r>
            </a:p>
          </p:txBody>
        </p:sp>
      </p:grpSp>
    </p:spTree>
    <p:extLst>
      <p:ext uri="{BB962C8B-B14F-4D97-AF65-F5344CB8AC3E}">
        <p14:creationId xmlns:p14="http://schemas.microsoft.com/office/powerpoint/2010/main" val="32345886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C4392-AB65-FF4F-2E78-5440E6B2069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2630A19-0248-9B32-7846-D5FD1048AC18}"/>
              </a:ext>
            </a:extLst>
          </p:cNvPr>
          <p:cNvSpPr>
            <a:spLocks noGrp="1"/>
          </p:cNvSpPr>
          <p:nvPr>
            <p:ph type="body" sz="quarter" idx="18"/>
          </p:nvPr>
        </p:nvSpPr>
        <p:spPr/>
        <p:txBody>
          <a:bodyPr/>
          <a:lstStyle/>
          <a:p>
            <a:r>
              <a:rPr lang="es-CL" dirty="0"/>
              <a:t>Versiones</a:t>
            </a:r>
            <a:endParaRPr lang="en-US" dirty="0"/>
          </a:p>
        </p:txBody>
      </p:sp>
      <p:sp>
        <p:nvSpPr>
          <p:cNvPr id="8" name="TextBox 7">
            <a:extLst>
              <a:ext uri="{FF2B5EF4-FFF2-40B4-BE49-F238E27FC236}">
                <a16:creationId xmlns:a16="http://schemas.microsoft.com/office/drawing/2014/main" id="{B4F9A403-717F-22E3-4218-2AE571103862}"/>
              </a:ext>
            </a:extLst>
          </p:cNvPr>
          <p:cNvSpPr txBox="1"/>
          <p:nvPr/>
        </p:nvSpPr>
        <p:spPr>
          <a:xfrm>
            <a:off x="283535" y="1650625"/>
            <a:ext cx="10745972" cy="4247317"/>
          </a:xfrm>
          <a:prstGeom prst="rect">
            <a:avLst/>
          </a:prstGeom>
          <a:noFill/>
        </p:spPr>
        <p:txBody>
          <a:bodyPr wrap="square">
            <a:spAutoFit/>
          </a:bodyPr>
          <a:lstStyle/>
          <a:p>
            <a:pPr algn="just">
              <a:buNone/>
            </a:pPr>
            <a:r>
              <a:rPr lang="es-ES" dirty="0"/>
              <a:t>A lo largo de los años, el modelo </a:t>
            </a:r>
            <a:r>
              <a:rPr lang="es-ES" dirty="0" err="1"/>
              <a:t>Inception</a:t>
            </a:r>
            <a:r>
              <a:rPr lang="es-ES" dirty="0"/>
              <a:t> ha evolucionado con nuevas versiones que mejoran aún más el rendimiento y la eficiencia. </a:t>
            </a:r>
          </a:p>
          <a:p>
            <a:pPr algn="just">
              <a:buNone/>
            </a:pPr>
            <a:endParaRPr lang="es-ES" dirty="0"/>
          </a:p>
          <a:p>
            <a:pPr algn="just">
              <a:buNone/>
            </a:pPr>
            <a:r>
              <a:rPr lang="es-ES" dirty="0"/>
              <a:t>Algunas de las versiones más destacadas incluyen:</a:t>
            </a:r>
          </a:p>
          <a:p>
            <a:pPr algn="just">
              <a:buNone/>
            </a:pPr>
            <a:endParaRPr lang="es-ES" dirty="0"/>
          </a:p>
          <a:p>
            <a:pPr marL="285750" indent="-285750" algn="just">
              <a:buFont typeface="Arial" panose="020B0604020202020204" pitchFamily="34" charset="0"/>
              <a:buChar char="•"/>
            </a:pPr>
            <a:r>
              <a:rPr lang="es-ES" b="1" dirty="0" err="1"/>
              <a:t>Inception</a:t>
            </a:r>
            <a:r>
              <a:rPr lang="es-ES" b="1" dirty="0"/>
              <a:t> v1 (</a:t>
            </a:r>
            <a:r>
              <a:rPr lang="es-ES" b="1" dirty="0" err="1"/>
              <a:t>GoogLeNet</a:t>
            </a:r>
            <a:r>
              <a:rPr lang="es-ES" b="1" dirty="0"/>
              <a:t>)</a:t>
            </a:r>
            <a:r>
              <a:rPr lang="es-ES" dirty="0"/>
              <a:t>: La versión original que introdujo los módulos </a:t>
            </a:r>
            <a:r>
              <a:rPr lang="es-ES" dirty="0" err="1"/>
              <a:t>Inception</a:t>
            </a:r>
            <a:r>
              <a:rPr lang="es-ES" dirty="0"/>
              <a:t> con filtros de diferentes tamaños.</a:t>
            </a:r>
          </a:p>
          <a:p>
            <a:pPr marL="285750" indent="-285750" algn="just">
              <a:buFont typeface="Arial" panose="020B0604020202020204" pitchFamily="34" charset="0"/>
              <a:buChar char="•"/>
            </a:pPr>
            <a:endParaRPr lang="es-ES" b="1" dirty="0"/>
          </a:p>
          <a:p>
            <a:pPr marL="285750" indent="-285750" algn="just">
              <a:buFont typeface="Arial" panose="020B0604020202020204" pitchFamily="34" charset="0"/>
              <a:buChar char="•"/>
            </a:pPr>
            <a:r>
              <a:rPr lang="es-ES" b="1" dirty="0" err="1"/>
              <a:t>Inception</a:t>
            </a:r>
            <a:r>
              <a:rPr lang="es-ES" b="1" dirty="0"/>
              <a:t> v2 y v3</a:t>
            </a:r>
            <a:r>
              <a:rPr lang="es-ES" dirty="0"/>
              <a:t>: Mejoras en la optimización de los filtros 1x1, la reducción de parámetros y el manejo de la red. </a:t>
            </a:r>
            <a:r>
              <a:rPr lang="es-ES" dirty="0" err="1"/>
              <a:t>Inception</a:t>
            </a:r>
            <a:r>
              <a:rPr lang="es-ES" dirty="0"/>
              <a:t> v3, en particular, introdujo la técnica de </a:t>
            </a:r>
            <a:r>
              <a:rPr lang="es-ES" b="1" dirty="0" err="1"/>
              <a:t>batch</a:t>
            </a:r>
            <a:r>
              <a:rPr lang="es-ES" b="1" dirty="0"/>
              <a:t> </a:t>
            </a:r>
            <a:r>
              <a:rPr lang="es-ES" b="1" dirty="0" err="1"/>
              <a:t>normalization</a:t>
            </a:r>
            <a:r>
              <a:rPr lang="es-ES" dirty="0"/>
              <a:t> y mejoras en el rendimiento computacional.</a:t>
            </a:r>
          </a:p>
          <a:p>
            <a:pPr marL="285750" indent="-285750" algn="just">
              <a:buFont typeface="Arial" panose="020B0604020202020204" pitchFamily="34" charset="0"/>
              <a:buChar char="•"/>
            </a:pPr>
            <a:endParaRPr lang="es-ES" b="1" dirty="0"/>
          </a:p>
          <a:p>
            <a:pPr marL="285750" indent="-285750" algn="just">
              <a:buFont typeface="Arial" panose="020B0604020202020204" pitchFamily="34" charset="0"/>
              <a:buChar char="•"/>
            </a:pPr>
            <a:r>
              <a:rPr lang="es-ES" b="1" dirty="0" err="1"/>
              <a:t>Inception</a:t>
            </a:r>
            <a:r>
              <a:rPr lang="es-ES" b="1" dirty="0"/>
              <a:t> v4 y </a:t>
            </a:r>
            <a:r>
              <a:rPr lang="es-ES" b="1" dirty="0" err="1"/>
              <a:t>Inception-ResNet</a:t>
            </a:r>
            <a:r>
              <a:rPr lang="es-ES" dirty="0"/>
              <a:t>: Versiones aún más avanzadas que combinaron los módulos </a:t>
            </a:r>
            <a:r>
              <a:rPr lang="es-ES" dirty="0" err="1"/>
              <a:t>Inception</a:t>
            </a:r>
            <a:r>
              <a:rPr lang="es-ES" dirty="0"/>
              <a:t> con </a:t>
            </a:r>
            <a:r>
              <a:rPr lang="es-ES" b="1" dirty="0"/>
              <a:t>redes residuales</a:t>
            </a:r>
            <a:r>
              <a:rPr lang="es-ES" dirty="0"/>
              <a:t> para mejorar el aprendizaje de características a mayor profundidad.</a:t>
            </a:r>
          </a:p>
        </p:txBody>
      </p:sp>
      <p:sp>
        <p:nvSpPr>
          <p:cNvPr id="2" name="TextBox 1">
            <a:extLst>
              <a:ext uri="{FF2B5EF4-FFF2-40B4-BE49-F238E27FC236}">
                <a16:creationId xmlns:a16="http://schemas.microsoft.com/office/drawing/2014/main" id="{09519D04-917D-0033-7736-C087B6E8392E}"/>
              </a:ext>
            </a:extLst>
          </p:cNvPr>
          <p:cNvSpPr txBox="1"/>
          <p:nvPr/>
        </p:nvSpPr>
        <p:spPr>
          <a:xfrm>
            <a:off x="0" y="6527194"/>
            <a:ext cx="11632018" cy="261610"/>
          </a:xfrm>
          <a:prstGeom prst="rect">
            <a:avLst/>
          </a:prstGeom>
          <a:noFill/>
        </p:spPr>
        <p:txBody>
          <a:bodyPr wrap="square" rtlCol="0">
            <a:spAutoFit/>
          </a:bodyPr>
          <a:lstStyle/>
          <a:p>
            <a:r>
              <a:rPr lang="en-US" sz="1100" dirty="0"/>
              <a:t>Bharath Raj, </a:t>
            </a:r>
            <a:r>
              <a:rPr lang="en-US" sz="1100" dirty="0">
                <a:hlinkClick r:id="rId3"/>
              </a:rPr>
              <a:t>A Simple Guide to the Versions of the Inception Network</a:t>
            </a:r>
            <a:r>
              <a:rPr lang="en-US" sz="1100" dirty="0"/>
              <a:t>, (2018) Medium. [</a:t>
            </a:r>
            <a:r>
              <a:rPr lang="en-US" sz="1100" dirty="0" err="1"/>
              <a:t>Acceso</a:t>
            </a:r>
            <a:r>
              <a:rPr lang="en-US" sz="1100" dirty="0"/>
              <a:t>: 220.06.2025] </a:t>
            </a:r>
          </a:p>
        </p:txBody>
      </p:sp>
    </p:spTree>
    <p:extLst>
      <p:ext uri="{BB962C8B-B14F-4D97-AF65-F5344CB8AC3E}">
        <p14:creationId xmlns:p14="http://schemas.microsoft.com/office/powerpoint/2010/main" val="1674124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omputer code and a square&#10;&#10;AI-generated content may be incorrect.">
            <a:extLst>
              <a:ext uri="{FF2B5EF4-FFF2-40B4-BE49-F238E27FC236}">
                <a16:creationId xmlns:a16="http://schemas.microsoft.com/office/drawing/2014/main" id="{BC7CEF28-6506-3127-8AB2-F02377489C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4102" y="1586023"/>
            <a:ext cx="3948223" cy="3948223"/>
          </a:xfrm>
          <a:prstGeom prst="rect">
            <a:avLst/>
          </a:prstGeom>
        </p:spPr>
      </p:pic>
      <p:sp>
        <p:nvSpPr>
          <p:cNvPr id="10" name="TextBox 9">
            <a:extLst>
              <a:ext uri="{FF2B5EF4-FFF2-40B4-BE49-F238E27FC236}">
                <a16:creationId xmlns:a16="http://schemas.microsoft.com/office/drawing/2014/main" id="{56C6096E-6F18-9FDF-6A7E-591FC5C6BA28}"/>
              </a:ext>
            </a:extLst>
          </p:cNvPr>
          <p:cNvSpPr txBox="1"/>
          <p:nvPr/>
        </p:nvSpPr>
        <p:spPr>
          <a:xfrm>
            <a:off x="6096000" y="3298524"/>
            <a:ext cx="4848447" cy="523220"/>
          </a:xfrm>
          <a:prstGeom prst="rect">
            <a:avLst/>
          </a:prstGeom>
          <a:noFill/>
        </p:spPr>
        <p:txBody>
          <a:bodyPr wrap="square" rtlCol="0">
            <a:spAutoFit/>
          </a:bodyPr>
          <a:lstStyle/>
          <a:p>
            <a:r>
              <a:rPr lang="es-CL" sz="2800" dirty="0"/>
              <a:t>Veamos cómo funciona…</a:t>
            </a:r>
            <a:endParaRPr lang="en-US" sz="2800" dirty="0"/>
          </a:p>
        </p:txBody>
      </p:sp>
    </p:spTree>
    <p:extLst>
      <p:ext uri="{BB962C8B-B14F-4D97-AF65-F5344CB8AC3E}">
        <p14:creationId xmlns:p14="http://schemas.microsoft.com/office/powerpoint/2010/main" val="3472403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5DFC0-1074-87BB-EFE0-2EC2CC7E4057}"/>
            </a:ext>
          </a:extLst>
        </p:cNvPr>
        <p:cNvGrpSpPr/>
        <p:nvPr/>
      </p:nvGrpSpPr>
      <p:grpSpPr>
        <a:xfrm>
          <a:off x="0" y="0"/>
          <a:ext cx="0" cy="0"/>
          <a:chOff x="0" y="0"/>
          <a:chExt cx="0" cy="0"/>
        </a:xfrm>
      </p:grpSpPr>
      <p:grpSp>
        <p:nvGrpSpPr>
          <p:cNvPr id="50" name="Grupo 49">
            <a:extLst>
              <a:ext uri="{FF2B5EF4-FFF2-40B4-BE49-F238E27FC236}">
                <a16:creationId xmlns:a16="http://schemas.microsoft.com/office/drawing/2014/main" id="{9EA6F3AE-48F8-306C-F470-AFF9C17FF63F}"/>
              </a:ext>
            </a:extLst>
          </p:cNvPr>
          <p:cNvGrpSpPr/>
          <p:nvPr/>
        </p:nvGrpSpPr>
        <p:grpSpPr>
          <a:xfrm>
            <a:off x="260637" y="160236"/>
            <a:ext cx="1086071" cy="910924"/>
            <a:chOff x="137601" y="239283"/>
            <a:chExt cx="897579" cy="752830"/>
          </a:xfrm>
          <a:solidFill>
            <a:schemeClr val="bg2"/>
          </a:solidFill>
        </p:grpSpPr>
        <p:sp>
          <p:nvSpPr>
            <p:cNvPr id="51" name="Freeform 109">
              <a:extLst>
                <a:ext uri="{FF2B5EF4-FFF2-40B4-BE49-F238E27FC236}">
                  <a16:creationId xmlns:a16="http://schemas.microsoft.com/office/drawing/2014/main" id="{2262A073-E31A-A369-645B-97942CD2EB23}"/>
                </a:ext>
              </a:extLst>
            </p:cNvPr>
            <p:cNvSpPr>
              <a:spLocks/>
            </p:cNvSpPr>
            <p:nvPr/>
          </p:nvSpPr>
          <p:spPr bwMode="auto">
            <a:xfrm>
              <a:off x="855935" y="835189"/>
              <a:ext cx="41261" cy="39231"/>
            </a:xfrm>
            <a:custGeom>
              <a:avLst/>
              <a:gdLst>
                <a:gd name="T0" fmla="*/ 61 w 61"/>
                <a:gd name="T1" fmla="*/ 57 h 58"/>
                <a:gd name="T2" fmla="*/ 52 w 61"/>
                <a:gd name="T3" fmla="*/ 58 h 58"/>
                <a:gd name="T4" fmla="*/ 48 w 61"/>
                <a:gd name="T5" fmla="*/ 11 h 58"/>
                <a:gd name="T6" fmla="*/ 1 w 61"/>
                <a:gd name="T7" fmla="*/ 18 h 58"/>
                <a:gd name="T8" fmla="*/ 0 w 61"/>
                <a:gd name="T9" fmla="*/ 8 h 58"/>
                <a:gd name="T10" fmla="*/ 56 w 61"/>
                <a:gd name="T11" fmla="*/ 0 h 58"/>
                <a:gd name="T12" fmla="*/ 61 w 61"/>
                <a:gd name="T13" fmla="*/ 57 h 58"/>
              </a:gdLst>
              <a:ahLst/>
              <a:cxnLst>
                <a:cxn ang="0">
                  <a:pos x="T0" y="T1"/>
                </a:cxn>
                <a:cxn ang="0">
                  <a:pos x="T2" y="T3"/>
                </a:cxn>
                <a:cxn ang="0">
                  <a:pos x="T4" y="T5"/>
                </a:cxn>
                <a:cxn ang="0">
                  <a:pos x="T6" y="T7"/>
                </a:cxn>
                <a:cxn ang="0">
                  <a:pos x="T8" y="T9"/>
                </a:cxn>
                <a:cxn ang="0">
                  <a:pos x="T10" y="T11"/>
                </a:cxn>
                <a:cxn ang="0">
                  <a:pos x="T12" y="T13"/>
                </a:cxn>
              </a:cxnLst>
              <a:rect l="0" t="0" r="r" b="b"/>
              <a:pathLst>
                <a:path w="61" h="58">
                  <a:moveTo>
                    <a:pt x="61" y="57"/>
                  </a:moveTo>
                  <a:lnTo>
                    <a:pt x="52" y="58"/>
                  </a:lnTo>
                  <a:lnTo>
                    <a:pt x="48" y="11"/>
                  </a:lnTo>
                  <a:lnTo>
                    <a:pt x="1" y="18"/>
                  </a:lnTo>
                  <a:lnTo>
                    <a:pt x="0" y="8"/>
                  </a:lnTo>
                  <a:lnTo>
                    <a:pt x="56" y="0"/>
                  </a:lnTo>
                  <a:lnTo>
                    <a:pt x="61" y="5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2" name="Freeform 110">
              <a:extLst>
                <a:ext uri="{FF2B5EF4-FFF2-40B4-BE49-F238E27FC236}">
                  <a16:creationId xmlns:a16="http://schemas.microsoft.com/office/drawing/2014/main" id="{CE4F4A1D-FCE9-130C-6923-31946C2EB0C3}"/>
                </a:ext>
              </a:extLst>
            </p:cNvPr>
            <p:cNvSpPr>
              <a:spLocks/>
            </p:cNvSpPr>
            <p:nvPr/>
          </p:nvSpPr>
          <p:spPr bwMode="auto">
            <a:xfrm>
              <a:off x="257324" y="400942"/>
              <a:ext cx="45319" cy="39908"/>
            </a:xfrm>
            <a:custGeom>
              <a:avLst/>
              <a:gdLst>
                <a:gd name="T0" fmla="*/ 0 w 67"/>
                <a:gd name="T1" fmla="*/ 2 h 59"/>
                <a:gd name="T2" fmla="*/ 9 w 67"/>
                <a:gd name="T3" fmla="*/ 0 h 59"/>
                <a:gd name="T4" fmla="*/ 19 w 67"/>
                <a:gd name="T5" fmla="*/ 46 h 59"/>
                <a:gd name="T6" fmla="*/ 64 w 67"/>
                <a:gd name="T7" fmla="*/ 33 h 59"/>
                <a:gd name="T8" fmla="*/ 67 w 67"/>
                <a:gd name="T9" fmla="*/ 42 h 59"/>
                <a:gd name="T10" fmla="*/ 12 w 67"/>
                <a:gd name="T11" fmla="*/ 59 h 59"/>
                <a:gd name="T12" fmla="*/ 0 w 67"/>
                <a:gd name="T13" fmla="*/ 2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0" y="2"/>
                  </a:moveTo>
                  <a:lnTo>
                    <a:pt x="9" y="0"/>
                  </a:lnTo>
                  <a:lnTo>
                    <a:pt x="19" y="46"/>
                  </a:lnTo>
                  <a:lnTo>
                    <a:pt x="64" y="33"/>
                  </a:lnTo>
                  <a:lnTo>
                    <a:pt x="67" y="42"/>
                  </a:lnTo>
                  <a:lnTo>
                    <a:pt x="12" y="59"/>
                  </a:lnTo>
                  <a:lnTo>
                    <a:pt x="0" y="2"/>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grpSp>
          <p:nvGrpSpPr>
            <p:cNvPr id="53" name="Grupo 52">
              <a:extLst>
                <a:ext uri="{FF2B5EF4-FFF2-40B4-BE49-F238E27FC236}">
                  <a16:creationId xmlns:a16="http://schemas.microsoft.com/office/drawing/2014/main" id="{033E0B8D-9505-149E-11C9-2E62A16C9146}"/>
                </a:ext>
              </a:extLst>
            </p:cNvPr>
            <p:cNvGrpSpPr/>
            <p:nvPr userDrawn="1"/>
          </p:nvGrpSpPr>
          <p:grpSpPr>
            <a:xfrm>
              <a:off x="137601" y="474669"/>
              <a:ext cx="897579" cy="326700"/>
              <a:chOff x="137601" y="474669"/>
              <a:chExt cx="897579" cy="326700"/>
            </a:xfrm>
            <a:grpFill/>
          </p:grpSpPr>
          <p:sp>
            <p:nvSpPr>
              <p:cNvPr id="64" name="Freeform 111">
                <a:extLst>
                  <a:ext uri="{FF2B5EF4-FFF2-40B4-BE49-F238E27FC236}">
                    <a16:creationId xmlns:a16="http://schemas.microsoft.com/office/drawing/2014/main" id="{66F293AE-7F0E-2C29-CCA5-A25FE9EF4696}"/>
                  </a:ext>
                </a:extLst>
              </p:cNvPr>
              <p:cNvSpPr>
                <a:spLocks/>
              </p:cNvSpPr>
              <p:nvPr/>
            </p:nvSpPr>
            <p:spPr bwMode="auto">
              <a:xfrm>
                <a:off x="161275" y="474669"/>
                <a:ext cx="64258" cy="140014"/>
              </a:xfrm>
              <a:custGeom>
                <a:avLst/>
                <a:gdLst>
                  <a:gd name="T0" fmla="*/ 61 w 122"/>
                  <a:gd name="T1" fmla="*/ 0 h 266"/>
                  <a:gd name="T2" fmla="*/ 121 w 122"/>
                  <a:gd name="T3" fmla="*/ 66 h 266"/>
                  <a:gd name="T4" fmla="*/ 121 w 122"/>
                  <a:gd name="T5" fmla="*/ 74 h 266"/>
                  <a:gd name="T6" fmla="*/ 83 w 122"/>
                  <a:gd name="T7" fmla="*/ 74 h 266"/>
                  <a:gd name="T8" fmla="*/ 83 w 122"/>
                  <a:gd name="T9" fmla="*/ 63 h 266"/>
                  <a:gd name="T10" fmla="*/ 62 w 122"/>
                  <a:gd name="T11" fmla="*/ 37 h 266"/>
                  <a:gd name="T12" fmla="*/ 42 w 122"/>
                  <a:gd name="T13" fmla="*/ 63 h 266"/>
                  <a:gd name="T14" fmla="*/ 122 w 122"/>
                  <a:gd name="T15" fmla="*/ 200 h 266"/>
                  <a:gd name="T16" fmla="*/ 61 w 122"/>
                  <a:gd name="T17" fmla="*/ 266 h 266"/>
                  <a:gd name="T18" fmla="*/ 0 w 122"/>
                  <a:gd name="T19" fmla="*/ 200 h 266"/>
                  <a:gd name="T20" fmla="*/ 0 w 122"/>
                  <a:gd name="T21" fmla="*/ 185 h 266"/>
                  <a:gd name="T22" fmla="*/ 39 w 122"/>
                  <a:gd name="T23" fmla="*/ 185 h 266"/>
                  <a:gd name="T24" fmla="*/ 39 w 122"/>
                  <a:gd name="T25" fmla="*/ 203 h 266"/>
                  <a:gd name="T26" fmla="*/ 60 w 122"/>
                  <a:gd name="T27" fmla="*/ 228 h 266"/>
                  <a:gd name="T28" fmla="*/ 81 w 122"/>
                  <a:gd name="T29" fmla="*/ 203 h 266"/>
                  <a:gd name="T30" fmla="*/ 1 w 122"/>
                  <a:gd name="T31" fmla="*/ 66 h 266"/>
                  <a:gd name="T32" fmla="*/ 61 w 122"/>
                  <a:gd name="T3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66">
                    <a:moveTo>
                      <a:pt x="61" y="0"/>
                    </a:moveTo>
                    <a:cubicBezTo>
                      <a:pt x="101" y="0"/>
                      <a:pt x="121" y="24"/>
                      <a:pt x="121" y="66"/>
                    </a:cubicBezTo>
                    <a:cubicBezTo>
                      <a:pt x="121" y="74"/>
                      <a:pt x="121" y="74"/>
                      <a:pt x="121" y="74"/>
                    </a:cubicBezTo>
                    <a:cubicBezTo>
                      <a:pt x="83" y="74"/>
                      <a:pt x="83" y="74"/>
                      <a:pt x="83" y="74"/>
                    </a:cubicBezTo>
                    <a:cubicBezTo>
                      <a:pt x="83" y="63"/>
                      <a:pt x="83" y="63"/>
                      <a:pt x="83" y="63"/>
                    </a:cubicBezTo>
                    <a:cubicBezTo>
                      <a:pt x="83" y="44"/>
                      <a:pt x="75" y="37"/>
                      <a:pt x="62" y="37"/>
                    </a:cubicBezTo>
                    <a:cubicBezTo>
                      <a:pt x="49" y="37"/>
                      <a:pt x="42" y="44"/>
                      <a:pt x="42" y="63"/>
                    </a:cubicBezTo>
                    <a:cubicBezTo>
                      <a:pt x="42" y="116"/>
                      <a:pt x="122" y="126"/>
                      <a:pt x="122" y="200"/>
                    </a:cubicBezTo>
                    <a:cubicBezTo>
                      <a:pt x="122" y="242"/>
                      <a:pt x="101" y="266"/>
                      <a:pt x="61" y="266"/>
                    </a:cubicBezTo>
                    <a:cubicBezTo>
                      <a:pt x="21" y="266"/>
                      <a:pt x="0" y="242"/>
                      <a:pt x="0" y="200"/>
                    </a:cubicBezTo>
                    <a:cubicBezTo>
                      <a:pt x="0" y="185"/>
                      <a:pt x="0" y="185"/>
                      <a:pt x="0" y="185"/>
                    </a:cubicBezTo>
                    <a:cubicBezTo>
                      <a:pt x="39" y="185"/>
                      <a:pt x="39" y="185"/>
                      <a:pt x="39" y="185"/>
                    </a:cubicBezTo>
                    <a:cubicBezTo>
                      <a:pt x="39" y="203"/>
                      <a:pt x="39" y="203"/>
                      <a:pt x="39" y="203"/>
                    </a:cubicBezTo>
                    <a:cubicBezTo>
                      <a:pt x="39" y="222"/>
                      <a:pt x="47" y="228"/>
                      <a:pt x="60" y="228"/>
                    </a:cubicBezTo>
                    <a:cubicBezTo>
                      <a:pt x="73" y="228"/>
                      <a:pt x="81" y="222"/>
                      <a:pt x="81" y="203"/>
                    </a:cubicBezTo>
                    <a:cubicBezTo>
                      <a:pt x="81" y="150"/>
                      <a:pt x="1" y="140"/>
                      <a:pt x="1" y="66"/>
                    </a:cubicBezTo>
                    <a:cubicBezTo>
                      <a:pt x="1" y="24"/>
                      <a:pt x="22" y="0"/>
                      <a:pt x="61" y="0"/>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5" name="Freeform 112">
                <a:extLst>
                  <a:ext uri="{FF2B5EF4-FFF2-40B4-BE49-F238E27FC236}">
                    <a16:creationId xmlns:a16="http://schemas.microsoft.com/office/drawing/2014/main" id="{D5F50FE9-1644-457F-4FC2-6DB1213A30E3}"/>
                  </a:ext>
                </a:extLst>
              </p:cNvPr>
              <p:cNvSpPr>
                <a:spLocks/>
              </p:cNvSpPr>
              <p:nvPr/>
            </p:nvSpPr>
            <p:spPr bwMode="auto">
              <a:xfrm>
                <a:off x="256647" y="476022"/>
                <a:ext cx="89961" cy="137309"/>
              </a:xfrm>
              <a:custGeom>
                <a:avLst/>
                <a:gdLst>
                  <a:gd name="T0" fmla="*/ 68 w 133"/>
                  <a:gd name="T1" fmla="*/ 144 h 203"/>
                  <a:gd name="T2" fmla="*/ 89 w 133"/>
                  <a:gd name="T3" fmla="*/ 0 h 203"/>
                  <a:gd name="T4" fmla="*/ 133 w 133"/>
                  <a:gd name="T5" fmla="*/ 0 h 203"/>
                  <a:gd name="T6" fmla="*/ 133 w 133"/>
                  <a:gd name="T7" fmla="*/ 203 h 203"/>
                  <a:gd name="T8" fmla="*/ 103 w 133"/>
                  <a:gd name="T9" fmla="*/ 203 h 203"/>
                  <a:gd name="T10" fmla="*/ 103 w 133"/>
                  <a:gd name="T11" fmla="*/ 58 h 203"/>
                  <a:gd name="T12" fmla="*/ 82 w 133"/>
                  <a:gd name="T13" fmla="*/ 203 h 203"/>
                  <a:gd name="T14" fmla="*/ 51 w 133"/>
                  <a:gd name="T15" fmla="*/ 203 h 203"/>
                  <a:gd name="T16" fmla="*/ 28 w 133"/>
                  <a:gd name="T17" fmla="*/ 60 h 203"/>
                  <a:gd name="T18" fmla="*/ 28 w 133"/>
                  <a:gd name="T19" fmla="*/ 203 h 203"/>
                  <a:gd name="T20" fmla="*/ 0 w 133"/>
                  <a:gd name="T21" fmla="*/ 203 h 203"/>
                  <a:gd name="T22" fmla="*/ 0 w 133"/>
                  <a:gd name="T23" fmla="*/ 0 h 203"/>
                  <a:gd name="T24" fmla="*/ 44 w 133"/>
                  <a:gd name="T25" fmla="*/ 0 h 203"/>
                  <a:gd name="T26" fmla="*/ 68 w 133"/>
                  <a:gd name="T27" fmla="*/ 14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03">
                    <a:moveTo>
                      <a:pt x="68" y="144"/>
                    </a:moveTo>
                    <a:lnTo>
                      <a:pt x="89" y="0"/>
                    </a:lnTo>
                    <a:lnTo>
                      <a:pt x="133" y="0"/>
                    </a:lnTo>
                    <a:lnTo>
                      <a:pt x="133" y="203"/>
                    </a:lnTo>
                    <a:lnTo>
                      <a:pt x="103" y="203"/>
                    </a:lnTo>
                    <a:lnTo>
                      <a:pt x="103" y="58"/>
                    </a:lnTo>
                    <a:lnTo>
                      <a:pt x="82" y="203"/>
                    </a:lnTo>
                    <a:lnTo>
                      <a:pt x="51" y="203"/>
                    </a:lnTo>
                    <a:lnTo>
                      <a:pt x="28" y="60"/>
                    </a:lnTo>
                    <a:lnTo>
                      <a:pt x="28" y="203"/>
                    </a:lnTo>
                    <a:lnTo>
                      <a:pt x="0" y="203"/>
                    </a:lnTo>
                    <a:lnTo>
                      <a:pt x="0" y="0"/>
                    </a:lnTo>
                    <a:lnTo>
                      <a:pt x="44" y="0"/>
                    </a:lnTo>
                    <a:lnTo>
                      <a:pt x="68" y="144"/>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6" name="Freeform 113">
                <a:extLst>
                  <a:ext uri="{FF2B5EF4-FFF2-40B4-BE49-F238E27FC236}">
                    <a16:creationId xmlns:a16="http://schemas.microsoft.com/office/drawing/2014/main" id="{D61303A9-DB0E-0A6C-879A-6C398C147EEF}"/>
                  </a:ext>
                </a:extLst>
              </p:cNvPr>
              <p:cNvSpPr>
                <a:spLocks noEditPoints="1"/>
              </p:cNvSpPr>
              <p:nvPr/>
            </p:nvSpPr>
            <p:spPr bwMode="auto">
              <a:xfrm>
                <a:off x="376369" y="476022"/>
                <a:ext cx="75080" cy="137309"/>
              </a:xfrm>
              <a:custGeom>
                <a:avLst/>
                <a:gdLst>
                  <a:gd name="T0" fmla="*/ 38 w 111"/>
                  <a:gd name="T1" fmla="*/ 138 h 203"/>
                  <a:gd name="T2" fmla="*/ 69 w 111"/>
                  <a:gd name="T3" fmla="*/ 138 h 203"/>
                  <a:gd name="T4" fmla="*/ 54 w 111"/>
                  <a:gd name="T5" fmla="*/ 36 h 203"/>
                  <a:gd name="T6" fmla="*/ 38 w 111"/>
                  <a:gd name="T7" fmla="*/ 138 h 203"/>
                  <a:gd name="T8" fmla="*/ 111 w 111"/>
                  <a:gd name="T9" fmla="*/ 203 h 203"/>
                  <a:gd name="T10" fmla="*/ 79 w 111"/>
                  <a:gd name="T11" fmla="*/ 203 h 203"/>
                  <a:gd name="T12" fmla="*/ 73 w 111"/>
                  <a:gd name="T13" fmla="*/ 166 h 203"/>
                  <a:gd name="T14" fmla="*/ 34 w 111"/>
                  <a:gd name="T15" fmla="*/ 166 h 203"/>
                  <a:gd name="T16" fmla="*/ 29 w 111"/>
                  <a:gd name="T17" fmla="*/ 203 h 203"/>
                  <a:gd name="T18" fmla="*/ 0 w 111"/>
                  <a:gd name="T19" fmla="*/ 203 h 203"/>
                  <a:gd name="T20" fmla="*/ 32 w 111"/>
                  <a:gd name="T21" fmla="*/ 0 h 203"/>
                  <a:gd name="T22" fmla="*/ 78 w 111"/>
                  <a:gd name="T23" fmla="*/ 0 h 203"/>
                  <a:gd name="T24" fmla="*/ 111 w 111"/>
                  <a:gd name="T25"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203">
                    <a:moveTo>
                      <a:pt x="38" y="138"/>
                    </a:moveTo>
                    <a:lnTo>
                      <a:pt x="69" y="138"/>
                    </a:lnTo>
                    <a:lnTo>
                      <a:pt x="54" y="36"/>
                    </a:lnTo>
                    <a:lnTo>
                      <a:pt x="38" y="138"/>
                    </a:lnTo>
                    <a:close/>
                    <a:moveTo>
                      <a:pt x="111" y="203"/>
                    </a:moveTo>
                    <a:lnTo>
                      <a:pt x="79" y="203"/>
                    </a:lnTo>
                    <a:lnTo>
                      <a:pt x="73" y="166"/>
                    </a:lnTo>
                    <a:lnTo>
                      <a:pt x="34" y="166"/>
                    </a:lnTo>
                    <a:lnTo>
                      <a:pt x="29" y="203"/>
                    </a:lnTo>
                    <a:lnTo>
                      <a:pt x="0" y="203"/>
                    </a:lnTo>
                    <a:lnTo>
                      <a:pt x="32" y="0"/>
                    </a:lnTo>
                    <a:lnTo>
                      <a:pt x="78" y="0"/>
                    </a:lnTo>
                    <a:lnTo>
                      <a:pt x="111" y="20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7" name="Freeform 114">
                <a:extLst>
                  <a:ext uri="{FF2B5EF4-FFF2-40B4-BE49-F238E27FC236}">
                    <a16:creationId xmlns:a16="http://schemas.microsoft.com/office/drawing/2014/main" id="{C322E331-292D-032B-E5EF-F9E01916CE42}"/>
                  </a:ext>
                </a:extLst>
              </p:cNvPr>
              <p:cNvSpPr>
                <a:spLocks noEditPoints="1"/>
              </p:cNvSpPr>
              <p:nvPr/>
            </p:nvSpPr>
            <p:spPr bwMode="auto">
              <a:xfrm>
                <a:off x="480534" y="476022"/>
                <a:ext cx="66963" cy="137309"/>
              </a:xfrm>
              <a:custGeom>
                <a:avLst/>
                <a:gdLst>
                  <a:gd name="T0" fmla="*/ 41 w 127"/>
                  <a:gd name="T1" fmla="*/ 37 h 260"/>
                  <a:gd name="T2" fmla="*/ 41 w 127"/>
                  <a:gd name="T3" fmla="*/ 117 h 260"/>
                  <a:gd name="T4" fmla="*/ 57 w 127"/>
                  <a:gd name="T5" fmla="*/ 117 h 260"/>
                  <a:gd name="T6" fmla="*/ 81 w 127"/>
                  <a:gd name="T7" fmla="*/ 90 h 260"/>
                  <a:gd name="T8" fmla="*/ 81 w 127"/>
                  <a:gd name="T9" fmla="*/ 64 h 260"/>
                  <a:gd name="T10" fmla="*/ 60 w 127"/>
                  <a:gd name="T11" fmla="*/ 37 h 260"/>
                  <a:gd name="T12" fmla="*/ 41 w 127"/>
                  <a:gd name="T13" fmla="*/ 37 h 260"/>
                  <a:gd name="T14" fmla="*/ 85 w 127"/>
                  <a:gd name="T15" fmla="*/ 260 h 260"/>
                  <a:gd name="T16" fmla="*/ 81 w 127"/>
                  <a:gd name="T17" fmla="*/ 228 h 260"/>
                  <a:gd name="T18" fmla="*/ 81 w 127"/>
                  <a:gd name="T19" fmla="*/ 187 h 260"/>
                  <a:gd name="T20" fmla="*/ 55 w 127"/>
                  <a:gd name="T21" fmla="*/ 154 h 260"/>
                  <a:gd name="T22" fmla="*/ 41 w 127"/>
                  <a:gd name="T23" fmla="*/ 154 h 260"/>
                  <a:gd name="T24" fmla="*/ 41 w 127"/>
                  <a:gd name="T25" fmla="*/ 260 h 260"/>
                  <a:gd name="T26" fmla="*/ 0 w 127"/>
                  <a:gd name="T27" fmla="*/ 260 h 260"/>
                  <a:gd name="T28" fmla="*/ 0 w 127"/>
                  <a:gd name="T29" fmla="*/ 0 h 260"/>
                  <a:gd name="T30" fmla="*/ 61 w 127"/>
                  <a:gd name="T31" fmla="*/ 0 h 260"/>
                  <a:gd name="T32" fmla="*/ 122 w 127"/>
                  <a:gd name="T33" fmla="*/ 60 h 260"/>
                  <a:gd name="T34" fmla="*/ 122 w 127"/>
                  <a:gd name="T35" fmla="*/ 80 h 260"/>
                  <a:gd name="T36" fmla="*/ 95 w 127"/>
                  <a:gd name="T37" fmla="*/ 133 h 260"/>
                  <a:gd name="T38" fmla="*/ 122 w 127"/>
                  <a:gd name="T39" fmla="*/ 188 h 260"/>
                  <a:gd name="T40" fmla="*/ 122 w 127"/>
                  <a:gd name="T41" fmla="*/ 228 h 260"/>
                  <a:gd name="T42" fmla="*/ 127 w 127"/>
                  <a:gd name="T43" fmla="*/ 260 h 260"/>
                  <a:gd name="T44" fmla="*/ 85 w 127"/>
                  <a:gd name="T45"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 h="260">
                    <a:moveTo>
                      <a:pt x="41" y="37"/>
                    </a:moveTo>
                    <a:cubicBezTo>
                      <a:pt x="41" y="117"/>
                      <a:pt x="41" y="117"/>
                      <a:pt x="41" y="117"/>
                    </a:cubicBezTo>
                    <a:cubicBezTo>
                      <a:pt x="57" y="117"/>
                      <a:pt x="57" y="117"/>
                      <a:pt x="57" y="117"/>
                    </a:cubicBezTo>
                    <a:cubicBezTo>
                      <a:pt x="72" y="117"/>
                      <a:pt x="81" y="110"/>
                      <a:pt x="81" y="90"/>
                    </a:cubicBezTo>
                    <a:cubicBezTo>
                      <a:pt x="81" y="64"/>
                      <a:pt x="81" y="64"/>
                      <a:pt x="81" y="64"/>
                    </a:cubicBezTo>
                    <a:cubicBezTo>
                      <a:pt x="81" y="46"/>
                      <a:pt x="75" y="37"/>
                      <a:pt x="60" y="37"/>
                    </a:cubicBezTo>
                    <a:lnTo>
                      <a:pt x="41" y="37"/>
                    </a:lnTo>
                    <a:close/>
                    <a:moveTo>
                      <a:pt x="85" y="260"/>
                    </a:moveTo>
                    <a:cubicBezTo>
                      <a:pt x="83" y="253"/>
                      <a:pt x="81" y="249"/>
                      <a:pt x="81" y="228"/>
                    </a:cubicBezTo>
                    <a:cubicBezTo>
                      <a:pt x="81" y="187"/>
                      <a:pt x="81" y="187"/>
                      <a:pt x="81" y="187"/>
                    </a:cubicBezTo>
                    <a:cubicBezTo>
                      <a:pt x="81" y="163"/>
                      <a:pt x="73" y="154"/>
                      <a:pt x="55" y="154"/>
                    </a:cubicBezTo>
                    <a:cubicBezTo>
                      <a:pt x="41" y="154"/>
                      <a:pt x="41" y="154"/>
                      <a:pt x="41" y="154"/>
                    </a:cubicBezTo>
                    <a:cubicBezTo>
                      <a:pt x="41" y="260"/>
                      <a:pt x="41" y="260"/>
                      <a:pt x="41" y="260"/>
                    </a:cubicBezTo>
                    <a:cubicBezTo>
                      <a:pt x="0" y="260"/>
                      <a:pt x="0" y="260"/>
                      <a:pt x="0" y="260"/>
                    </a:cubicBezTo>
                    <a:cubicBezTo>
                      <a:pt x="0" y="0"/>
                      <a:pt x="0" y="0"/>
                      <a:pt x="0" y="0"/>
                    </a:cubicBezTo>
                    <a:cubicBezTo>
                      <a:pt x="61" y="0"/>
                      <a:pt x="61" y="0"/>
                      <a:pt x="61" y="0"/>
                    </a:cubicBezTo>
                    <a:cubicBezTo>
                      <a:pt x="104" y="0"/>
                      <a:pt x="122" y="20"/>
                      <a:pt x="122" y="60"/>
                    </a:cubicBezTo>
                    <a:cubicBezTo>
                      <a:pt x="122" y="80"/>
                      <a:pt x="122" y="80"/>
                      <a:pt x="122" y="80"/>
                    </a:cubicBezTo>
                    <a:cubicBezTo>
                      <a:pt x="122" y="107"/>
                      <a:pt x="113" y="124"/>
                      <a:pt x="95" y="133"/>
                    </a:cubicBezTo>
                    <a:cubicBezTo>
                      <a:pt x="115" y="142"/>
                      <a:pt x="122" y="161"/>
                      <a:pt x="122" y="188"/>
                    </a:cubicBezTo>
                    <a:cubicBezTo>
                      <a:pt x="122" y="228"/>
                      <a:pt x="122" y="228"/>
                      <a:pt x="122" y="228"/>
                    </a:cubicBezTo>
                    <a:cubicBezTo>
                      <a:pt x="122" y="241"/>
                      <a:pt x="123" y="250"/>
                      <a:pt x="127" y="260"/>
                    </a:cubicBezTo>
                    <a:lnTo>
                      <a:pt x="85" y="26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8" name="Freeform 115">
                <a:extLst>
                  <a:ext uri="{FF2B5EF4-FFF2-40B4-BE49-F238E27FC236}">
                    <a16:creationId xmlns:a16="http://schemas.microsoft.com/office/drawing/2014/main" id="{D63D2591-012A-A154-1A2B-47779D5A9B6F}"/>
                  </a:ext>
                </a:extLst>
              </p:cNvPr>
              <p:cNvSpPr>
                <a:spLocks/>
              </p:cNvSpPr>
              <p:nvPr/>
            </p:nvSpPr>
            <p:spPr bwMode="auto">
              <a:xfrm>
                <a:off x="572524" y="476022"/>
                <a:ext cx="66287" cy="137309"/>
              </a:xfrm>
              <a:custGeom>
                <a:avLst/>
                <a:gdLst>
                  <a:gd name="T0" fmla="*/ 0 w 98"/>
                  <a:gd name="T1" fmla="*/ 0 h 203"/>
                  <a:gd name="T2" fmla="*/ 98 w 98"/>
                  <a:gd name="T3" fmla="*/ 0 h 203"/>
                  <a:gd name="T4" fmla="*/ 98 w 98"/>
                  <a:gd name="T5" fmla="*/ 29 h 203"/>
                  <a:gd name="T6" fmla="*/ 64 w 98"/>
                  <a:gd name="T7" fmla="*/ 29 h 203"/>
                  <a:gd name="T8" fmla="*/ 64 w 98"/>
                  <a:gd name="T9" fmla="*/ 203 h 203"/>
                  <a:gd name="T10" fmla="*/ 32 w 98"/>
                  <a:gd name="T11" fmla="*/ 203 h 203"/>
                  <a:gd name="T12" fmla="*/ 32 w 98"/>
                  <a:gd name="T13" fmla="*/ 29 h 203"/>
                  <a:gd name="T14" fmla="*/ 0 w 98"/>
                  <a:gd name="T15" fmla="*/ 29 h 203"/>
                  <a:gd name="T16" fmla="*/ 0 w 98"/>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203">
                    <a:moveTo>
                      <a:pt x="0" y="0"/>
                    </a:moveTo>
                    <a:lnTo>
                      <a:pt x="98" y="0"/>
                    </a:lnTo>
                    <a:lnTo>
                      <a:pt x="98" y="29"/>
                    </a:lnTo>
                    <a:lnTo>
                      <a:pt x="64" y="29"/>
                    </a:lnTo>
                    <a:lnTo>
                      <a:pt x="64" y="203"/>
                    </a:lnTo>
                    <a:lnTo>
                      <a:pt x="32" y="203"/>
                    </a:lnTo>
                    <a:lnTo>
                      <a:pt x="32" y="29"/>
                    </a:lnTo>
                    <a:lnTo>
                      <a:pt x="0" y="29"/>
                    </a:lnTo>
                    <a:lnTo>
                      <a:pt x="0"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9" name="Freeform 116">
                <a:extLst>
                  <a:ext uri="{FF2B5EF4-FFF2-40B4-BE49-F238E27FC236}">
                    <a16:creationId xmlns:a16="http://schemas.microsoft.com/office/drawing/2014/main" id="{71CA279A-6AF8-7FCD-CF35-365D447EF9A4}"/>
                  </a:ext>
                </a:extLst>
              </p:cNvPr>
              <p:cNvSpPr>
                <a:spLocks/>
              </p:cNvSpPr>
              <p:nvPr/>
            </p:nvSpPr>
            <p:spPr bwMode="auto">
              <a:xfrm>
                <a:off x="137601" y="651209"/>
                <a:ext cx="79815" cy="144749"/>
              </a:xfrm>
              <a:custGeom>
                <a:avLst/>
                <a:gdLst>
                  <a:gd name="T0" fmla="*/ 146 w 151"/>
                  <a:gd name="T1" fmla="*/ 63 h 276"/>
                  <a:gd name="T2" fmla="*/ 141 w 151"/>
                  <a:gd name="T3" fmla="*/ 82 h 276"/>
                  <a:gd name="T4" fmla="*/ 123 w 151"/>
                  <a:gd name="T5" fmla="*/ 82 h 276"/>
                  <a:gd name="T6" fmla="*/ 129 w 151"/>
                  <a:gd name="T7" fmla="*/ 58 h 276"/>
                  <a:gd name="T8" fmla="*/ 132 w 151"/>
                  <a:gd name="T9" fmla="*/ 41 h 276"/>
                  <a:gd name="T10" fmla="*/ 104 w 151"/>
                  <a:gd name="T11" fmla="*/ 16 h 276"/>
                  <a:gd name="T12" fmla="*/ 75 w 151"/>
                  <a:gd name="T13" fmla="*/ 32 h 276"/>
                  <a:gd name="T14" fmla="*/ 62 w 151"/>
                  <a:gd name="T15" fmla="*/ 77 h 276"/>
                  <a:gd name="T16" fmla="*/ 75 w 151"/>
                  <a:gd name="T17" fmla="*/ 112 h 276"/>
                  <a:gd name="T18" fmla="*/ 96 w 151"/>
                  <a:gd name="T19" fmla="*/ 142 h 276"/>
                  <a:gd name="T20" fmla="*/ 112 w 151"/>
                  <a:gd name="T21" fmla="*/ 170 h 276"/>
                  <a:gd name="T22" fmla="*/ 116 w 151"/>
                  <a:gd name="T23" fmla="*/ 195 h 276"/>
                  <a:gd name="T24" fmla="*/ 92 w 151"/>
                  <a:gd name="T25" fmla="*/ 262 h 276"/>
                  <a:gd name="T26" fmla="*/ 50 w 151"/>
                  <a:gd name="T27" fmla="*/ 276 h 276"/>
                  <a:gd name="T28" fmla="*/ 0 w 151"/>
                  <a:gd name="T29" fmla="*/ 233 h 276"/>
                  <a:gd name="T30" fmla="*/ 5 w 151"/>
                  <a:gd name="T31" fmla="*/ 202 h 276"/>
                  <a:gd name="T32" fmla="*/ 10 w 151"/>
                  <a:gd name="T33" fmla="*/ 184 h 276"/>
                  <a:gd name="T34" fmla="*/ 28 w 151"/>
                  <a:gd name="T35" fmla="*/ 184 h 276"/>
                  <a:gd name="T36" fmla="*/ 23 w 151"/>
                  <a:gd name="T37" fmla="*/ 205 h 276"/>
                  <a:gd name="T38" fmla="*/ 20 w 151"/>
                  <a:gd name="T39" fmla="*/ 217 h 276"/>
                  <a:gd name="T40" fmla="*/ 18 w 151"/>
                  <a:gd name="T41" fmla="*/ 231 h 276"/>
                  <a:gd name="T42" fmla="*/ 51 w 151"/>
                  <a:gd name="T43" fmla="*/ 260 h 276"/>
                  <a:gd name="T44" fmla="*/ 82 w 151"/>
                  <a:gd name="T45" fmla="*/ 249 h 276"/>
                  <a:gd name="T46" fmla="*/ 97 w 151"/>
                  <a:gd name="T47" fmla="*/ 196 h 276"/>
                  <a:gd name="T48" fmla="*/ 81 w 151"/>
                  <a:gd name="T49" fmla="*/ 153 h 276"/>
                  <a:gd name="T50" fmla="*/ 59 w 151"/>
                  <a:gd name="T51" fmla="*/ 123 h 276"/>
                  <a:gd name="T52" fmla="*/ 44 w 151"/>
                  <a:gd name="T53" fmla="*/ 76 h 276"/>
                  <a:gd name="T54" fmla="*/ 51 w 151"/>
                  <a:gd name="T55" fmla="*/ 39 h 276"/>
                  <a:gd name="T56" fmla="*/ 106 w 151"/>
                  <a:gd name="T57" fmla="*/ 0 h 276"/>
                  <a:gd name="T58" fmla="*/ 150 w 151"/>
                  <a:gd name="T59" fmla="*/ 36 h 276"/>
                  <a:gd name="T60" fmla="*/ 146 w 151"/>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1"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4" y="16"/>
                    </a:cubicBezTo>
                    <a:cubicBezTo>
                      <a:pt x="90" y="16"/>
                      <a:pt x="81" y="20"/>
                      <a:pt x="75" y="32"/>
                    </a:cubicBezTo>
                    <a:cubicBezTo>
                      <a:pt x="68" y="43"/>
                      <a:pt x="62" y="63"/>
                      <a:pt x="62" y="77"/>
                    </a:cubicBezTo>
                    <a:cubicBezTo>
                      <a:pt x="62" y="88"/>
                      <a:pt x="66" y="99"/>
                      <a:pt x="75" y="112"/>
                    </a:cubicBezTo>
                    <a:cubicBezTo>
                      <a:pt x="96" y="142"/>
                      <a:pt x="96" y="142"/>
                      <a:pt x="96" y="142"/>
                    </a:cubicBezTo>
                    <a:cubicBezTo>
                      <a:pt x="105" y="155"/>
                      <a:pt x="109" y="163"/>
                      <a:pt x="112" y="170"/>
                    </a:cubicBezTo>
                    <a:cubicBezTo>
                      <a:pt x="114" y="178"/>
                      <a:pt x="116" y="186"/>
                      <a:pt x="116" y="195"/>
                    </a:cubicBezTo>
                    <a:cubicBezTo>
                      <a:pt x="115" y="222"/>
                      <a:pt x="106" y="249"/>
                      <a:pt x="92" y="262"/>
                    </a:cubicBezTo>
                    <a:cubicBezTo>
                      <a:pt x="82" y="271"/>
                      <a:pt x="66" y="276"/>
                      <a:pt x="50" y="276"/>
                    </a:cubicBezTo>
                    <a:cubicBezTo>
                      <a:pt x="19" y="276"/>
                      <a:pt x="0" y="260"/>
                      <a:pt x="0" y="233"/>
                    </a:cubicBezTo>
                    <a:cubicBezTo>
                      <a:pt x="0" y="225"/>
                      <a:pt x="1" y="221"/>
                      <a:pt x="5" y="202"/>
                    </a:cubicBezTo>
                    <a:cubicBezTo>
                      <a:pt x="10" y="184"/>
                      <a:pt x="10" y="184"/>
                      <a:pt x="10" y="184"/>
                    </a:cubicBezTo>
                    <a:cubicBezTo>
                      <a:pt x="28" y="184"/>
                      <a:pt x="28" y="184"/>
                      <a:pt x="28" y="184"/>
                    </a:cubicBezTo>
                    <a:cubicBezTo>
                      <a:pt x="23" y="205"/>
                      <a:pt x="23" y="205"/>
                      <a:pt x="23" y="205"/>
                    </a:cubicBezTo>
                    <a:cubicBezTo>
                      <a:pt x="22" y="212"/>
                      <a:pt x="21" y="216"/>
                      <a:pt x="20" y="217"/>
                    </a:cubicBezTo>
                    <a:cubicBezTo>
                      <a:pt x="19" y="222"/>
                      <a:pt x="19" y="228"/>
                      <a:pt x="18" y="231"/>
                    </a:cubicBezTo>
                    <a:cubicBezTo>
                      <a:pt x="18" y="249"/>
                      <a:pt x="30" y="260"/>
                      <a:pt x="51" y="260"/>
                    </a:cubicBezTo>
                    <a:cubicBezTo>
                      <a:pt x="65" y="260"/>
                      <a:pt x="75" y="256"/>
                      <a:pt x="82" y="249"/>
                    </a:cubicBezTo>
                    <a:cubicBezTo>
                      <a:pt x="91" y="238"/>
                      <a:pt x="97" y="216"/>
                      <a:pt x="97" y="196"/>
                    </a:cubicBezTo>
                    <a:cubicBezTo>
                      <a:pt x="98" y="182"/>
                      <a:pt x="93" y="169"/>
                      <a:pt x="81" y="153"/>
                    </a:cubicBezTo>
                    <a:cubicBezTo>
                      <a:pt x="59" y="123"/>
                      <a:pt x="59" y="123"/>
                      <a:pt x="59" y="123"/>
                    </a:cubicBezTo>
                    <a:cubicBezTo>
                      <a:pt x="49" y="108"/>
                      <a:pt x="44" y="92"/>
                      <a:pt x="44" y="76"/>
                    </a:cubicBezTo>
                    <a:cubicBezTo>
                      <a:pt x="44" y="65"/>
                      <a:pt x="47" y="51"/>
                      <a:pt x="51" y="39"/>
                    </a:cubicBezTo>
                    <a:cubicBezTo>
                      <a:pt x="62" y="12"/>
                      <a:pt x="79" y="0"/>
                      <a:pt x="106" y="0"/>
                    </a:cubicBezTo>
                    <a:cubicBezTo>
                      <a:pt x="134" y="0"/>
                      <a:pt x="151" y="14"/>
                      <a:pt x="150" y="36"/>
                    </a:cubicBezTo>
                    <a:cubicBezTo>
                      <a:pt x="150" y="43"/>
                      <a:pt x="150" y="48"/>
                      <a:pt x="146" y="63"/>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0" name="Freeform 117">
                <a:extLst>
                  <a:ext uri="{FF2B5EF4-FFF2-40B4-BE49-F238E27FC236}">
                    <a16:creationId xmlns:a16="http://schemas.microsoft.com/office/drawing/2014/main" id="{C1D23F1A-F7CC-BD8F-E71D-9B612A36795B}"/>
                  </a:ext>
                </a:extLst>
              </p:cNvPr>
              <p:cNvSpPr>
                <a:spLocks/>
              </p:cNvSpPr>
              <p:nvPr/>
            </p:nvSpPr>
            <p:spPr bwMode="auto">
              <a:xfrm>
                <a:off x="229591" y="653914"/>
                <a:ext cx="84550" cy="142720"/>
              </a:xfrm>
              <a:custGeom>
                <a:avLst/>
                <a:gdLst>
                  <a:gd name="T0" fmla="*/ 109 w 160"/>
                  <a:gd name="T1" fmla="*/ 212 h 272"/>
                  <a:gd name="T2" fmla="*/ 96 w 160"/>
                  <a:gd name="T3" fmla="*/ 250 h 272"/>
                  <a:gd name="T4" fmla="*/ 49 w 160"/>
                  <a:gd name="T5" fmla="*/ 272 h 272"/>
                  <a:gd name="T6" fmla="*/ 0 w 160"/>
                  <a:gd name="T7" fmla="*/ 233 h 272"/>
                  <a:gd name="T8" fmla="*/ 4 w 160"/>
                  <a:gd name="T9" fmla="*/ 204 h 272"/>
                  <a:gd name="T10" fmla="*/ 54 w 160"/>
                  <a:gd name="T11" fmla="*/ 0 h 272"/>
                  <a:gd name="T12" fmla="*/ 72 w 160"/>
                  <a:gd name="T13" fmla="*/ 0 h 272"/>
                  <a:gd name="T14" fmla="*/ 22 w 160"/>
                  <a:gd name="T15" fmla="*/ 208 h 272"/>
                  <a:gd name="T16" fmla="*/ 19 w 160"/>
                  <a:gd name="T17" fmla="*/ 231 h 272"/>
                  <a:gd name="T18" fmla="*/ 50 w 160"/>
                  <a:gd name="T19" fmla="*/ 255 h 272"/>
                  <a:gd name="T20" fmla="*/ 72 w 160"/>
                  <a:gd name="T21" fmla="*/ 250 h 272"/>
                  <a:gd name="T22" fmla="*/ 92 w 160"/>
                  <a:gd name="T23" fmla="*/ 207 h 272"/>
                  <a:gd name="T24" fmla="*/ 142 w 160"/>
                  <a:gd name="T25" fmla="*/ 1 h 272"/>
                  <a:gd name="T26" fmla="*/ 160 w 160"/>
                  <a:gd name="T27" fmla="*/ 1 h 272"/>
                  <a:gd name="T28" fmla="*/ 109 w 160"/>
                  <a:gd name="T29" fmla="*/ 21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272">
                    <a:moveTo>
                      <a:pt x="109" y="212"/>
                    </a:moveTo>
                    <a:cubicBezTo>
                      <a:pt x="105" y="228"/>
                      <a:pt x="101" y="242"/>
                      <a:pt x="96" y="250"/>
                    </a:cubicBezTo>
                    <a:cubicBezTo>
                      <a:pt x="87" y="265"/>
                      <a:pt x="71" y="272"/>
                      <a:pt x="49" y="272"/>
                    </a:cubicBezTo>
                    <a:cubicBezTo>
                      <a:pt x="18" y="272"/>
                      <a:pt x="0" y="258"/>
                      <a:pt x="0" y="233"/>
                    </a:cubicBezTo>
                    <a:cubicBezTo>
                      <a:pt x="0" y="226"/>
                      <a:pt x="1" y="220"/>
                      <a:pt x="4" y="204"/>
                    </a:cubicBezTo>
                    <a:cubicBezTo>
                      <a:pt x="54" y="0"/>
                      <a:pt x="54" y="0"/>
                      <a:pt x="54" y="0"/>
                    </a:cubicBezTo>
                    <a:cubicBezTo>
                      <a:pt x="72" y="0"/>
                      <a:pt x="72" y="0"/>
                      <a:pt x="72" y="0"/>
                    </a:cubicBezTo>
                    <a:cubicBezTo>
                      <a:pt x="22" y="208"/>
                      <a:pt x="22" y="208"/>
                      <a:pt x="22" y="208"/>
                    </a:cubicBezTo>
                    <a:cubicBezTo>
                      <a:pt x="20" y="217"/>
                      <a:pt x="19" y="225"/>
                      <a:pt x="19" y="231"/>
                    </a:cubicBezTo>
                    <a:cubicBezTo>
                      <a:pt x="18" y="246"/>
                      <a:pt x="30" y="255"/>
                      <a:pt x="50" y="255"/>
                    </a:cubicBezTo>
                    <a:cubicBezTo>
                      <a:pt x="59" y="255"/>
                      <a:pt x="67" y="254"/>
                      <a:pt x="72" y="250"/>
                    </a:cubicBezTo>
                    <a:cubicBezTo>
                      <a:pt x="81" y="244"/>
                      <a:pt x="86" y="234"/>
                      <a:pt x="92" y="207"/>
                    </a:cubicBezTo>
                    <a:cubicBezTo>
                      <a:pt x="142" y="1"/>
                      <a:pt x="142" y="1"/>
                      <a:pt x="142" y="1"/>
                    </a:cubicBezTo>
                    <a:cubicBezTo>
                      <a:pt x="160" y="1"/>
                      <a:pt x="160" y="1"/>
                      <a:pt x="160" y="1"/>
                    </a:cubicBezTo>
                    <a:lnTo>
                      <a:pt x="109" y="212"/>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1" name="Freeform 118">
                <a:extLst>
                  <a:ext uri="{FF2B5EF4-FFF2-40B4-BE49-F238E27FC236}">
                    <a16:creationId xmlns:a16="http://schemas.microsoft.com/office/drawing/2014/main" id="{BF1F8FEE-651C-437F-6354-4E1DF26434CD}"/>
                  </a:ext>
                </a:extLst>
              </p:cNvPr>
              <p:cNvSpPr>
                <a:spLocks/>
              </p:cNvSpPr>
              <p:nvPr/>
            </p:nvSpPr>
            <p:spPr bwMode="auto">
              <a:xfrm>
                <a:off x="319552" y="652561"/>
                <a:ext cx="79139" cy="145425"/>
              </a:xfrm>
              <a:custGeom>
                <a:avLst/>
                <a:gdLst>
                  <a:gd name="T0" fmla="*/ 146 w 150"/>
                  <a:gd name="T1" fmla="*/ 63 h 276"/>
                  <a:gd name="T2" fmla="*/ 141 w 150"/>
                  <a:gd name="T3" fmla="*/ 82 h 276"/>
                  <a:gd name="T4" fmla="*/ 123 w 150"/>
                  <a:gd name="T5" fmla="*/ 82 h 276"/>
                  <a:gd name="T6" fmla="*/ 129 w 150"/>
                  <a:gd name="T7" fmla="*/ 58 h 276"/>
                  <a:gd name="T8" fmla="*/ 132 w 150"/>
                  <a:gd name="T9" fmla="*/ 41 h 276"/>
                  <a:gd name="T10" fmla="*/ 103 w 150"/>
                  <a:gd name="T11" fmla="*/ 16 h 276"/>
                  <a:gd name="T12" fmla="*/ 74 w 150"/>
                  <a:gd name="T13" fmla="*/ 32 h 276"/>
                  <a:gd name="T14" fmla="*/ 62 w 150"/>
                  <a:gd name="T15" fmla="*/ 77 h 276"/>
                  <a:gd name="T16" fmla="*/ 75 w 150"/>
                  <a:gd name="T17" fmla="*/ 112 h 276"/>
                  <a:gd name="T18" fmla="*/ 96 w 150"/>
                  <a:gd name="T19" fmla="*/ 142 h 276"/>
                  <a:gd name="T20" fmla="*/ 112 w 150"/>
                  <a:gd name="T21" fmla="*/ 171 h 276"/>
                  <a:gd name="T22" fmla="*/ 115 w 150"/>
                  <a:gd name="T23" fmla="*/ 195 h 276"/>
                  <a:gd name="T24" fmla="*/ 92 w 150"/>
                  <a:gd name="T25" fmla="*/ 262 h 276"/>
                  <a:gd name="T26" fmla="*/ 50 w 150"/>
                  <a:gd name="T27" fmla="*/ 276 h 276"/>
                  <a:gd name="T28" fmla="*/ 0 w 150"/>
                  <a:gd name="T29" fmla="*/ 233 h 276"/>
                  <a:gd name="T30" fmla="*/ 5 w 150"/>
                  <a:gd name="T31" fmla="*/ 202 h 276"/>
                  <a:gd name="T32" fmla="*/ 9 w 150"/>
                  <a:gd name="T33" fmla="*/ 184 h 276"/>
                  <a:gd name="T34" fmla="*/ 28 w 150"/>
                  <a:gd name="T35" fmla="*/ 184 h 276"/>
                  <a:gd name="T36" fmla="*/ 23 w 150"/>
                  <a:gd name="T37" fmla="*/ 205 h 276"/>
                  <a:gd name="T38" fmla="*/ 20 w 150"/>
                  <a:gd name="T39" fmla="*/ 217 h 276"/>
                  <a:gd name="T40" fmla="*/ 18 w 150"/>
                  <a:gd name="T41" fmla="*/ 231 h 276"/>
                  <a:gd name="T42" fmla="*/ 51 w 150"/>
                  <a:gd name="T43" fmla="*/ 260 h 276"/>
                  <a:gd name="T44" fmla="*/ 81 w 150"/>
                  <a:gd name="T45" fmla="*/ 249 h 276"/>
                  <a:gd name="T46" fmla="*/ 97 w 150"/>
                  <a:gd name="T47" fmla="*/ 196 h 276"/>
                  <a:gd name="T48" fmla="*/ 81 w 150"/>
                  <a:gd name="T49" fmla="*/ 153 h 276"/>
                  <a:gd name="T50" fmla="*/ 59 w 150"/>
                  <a:gd name="T51" fmla="*/ 123 h 276"/>
                  <a:gd name="T52" fmla="*/ 43 w 150"/>
                  <a:gd name="T53" fmla="*/ 76 h 276"/>
                  <a:gd name="T54" fmla="*/ 51 w 150"/>
                  <a:gd name="T55" fmla="*/ 39 h 276"/>
                  <a:gd name="T56" fmla="*/ 106 w 150"/>
                  <a:gd name="T57" fmla="*/ 0 h 276"/>
                  <a:gd name="T58" fmla="*/ 150 w 150"/>
                  <a:gd name="T59" fmla="*/ 36 h 276"/>
                  <a:gd name="T60" fmla="*/ 146 w 150"/>
                  <a:gd name="T61" fmla="*/ 6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0" h="276">
                    <a:moveTo>
                      <a:pt x="146" y="63"/>
                    </a:moveTo>
                    <a:cubicBezTo>
                      <a:pt x="141" y="82"/>
                      <a:pt x="141" y="82"/>
                      <a:pt x="141" y="82"/>
                    </a:cubicBezTo>
                    <a:cubicBezTo>
                      <a:pt x="123" y="82"/>
                      <a:pt x="123" y="82"/>
                      <a:pt x="123" y="82"/>
                    </a:cubicBezTo>
                    <a:cubicBezTo>
                      <a:pt x="129" y="58"/>
                      <a:pt x="129" y="58"/>
                      <a:pt x="129" y="58"/>
                    </a:cubicBezTo>
                    <a:cubicBezTo>
                      <a:pt x="131" y="49"/>
                      <a:pt x="132" y="46"/>
                      <a:pt x="132" y="41"/>
                    </a:cubicBezTo>
                    <a:cubicBezTo>
                      <a:pt x="132" y="24"/>
                      <a:pt x="123" y="16"/>
                      <a:pt x="103" y="16"/>
                    </a:cubicBezTo>
                    <a:cubicBezTo>
                      <a:pt x="90" y="16"/>
                      <a:pt x="81" y="20"/>
                      <a:pt x="74" y="32"/>
                    </a:cubicBezTo>
                    <a:cubicBezTo>
                      <a:pt x="67" y="43"/>
                      <a:pt x="62" y="63"/>
                      <a:pt x="62" y="77"/>
                    </a:cubicBezTo>
                    <a:cubicBezTo>
                      <a:pt x="62" y="88"/>
                      <a:pt x="66" y="99"/>
                      <a:pt x="75" y="112"/>
                    </a:cubicBezTo>
                    <a:cubicBezTo>
                      <a:pt x="96" y="142"/>
                      <a:pt x="96" y="142"/>
                      <a:pt x="96" y="142"/>
                    </a:cubicBezTo>
                    <a:cubicBezTo>
                      <a:pt x="105" y="155"/>
                      <a:pt x="109" y="163"/>
                      <a:pt x="112" y="171"/>
                    </a:cubicBezTo>
                    <a:cubicBezTo>
                      <a:pt x="114" y="178"/>
                      <a:pt x="115" y="186"/>
                      <a:pt x="115" y="195"/>
                    </a:cubicBezTo>
                    <a:cubicBezTo>
                      <a:pt x="115" y="222"/>
                      <a:pt x="105" y="249"/>
                      <a:pt x="92" y="262"/>
                    </a:cubicBezTo>
                    <a:cubicBezTo>
                      <a:pt x="81" y="271"/>
                      <a:pt x="66" y="276"/>
                      <a:pt x="50" y="276"/>
                    </a:cubicBezTo>
                    <a:cubicBezTo>
                      <a:pt x="19" y="276"/>
                      <a:pt x="0" y="260"/>
                      <a:pt x="0" y="233"/>
                    </a:cubicBezTo>
                    <a:cubicBezTo>
                      <a:pt x="0" y="225"/>
                      <a:pt x="0" y="221"/>
                      <a:pt x="5" y="202"/>
                    </a:cubicBezTo>
                    <a:cubicBezTo>
                      <a:pt x="9" y="184"/>
                      <a:pt x="9" y="184"/>
                      <a:pt x="9" y="184"/>
                    </a:cubicBezTo>
                    <a:cubicBezTo>
                      <a:pt x="28" y="184"/>
                      <a:pt x="28" y="184"/>
                      <a:pt x="28" y="184"/>
                    </a:cubicBezTo>
                    <a:cubicBezTo>
                      <a:pt x="23" y="205"/>
                      <a:pt x="23" y="205"/>
                      <a:pt x="23" y="205"/>
                    </a:cubicBezTo>
                    <a:cubicBezTo>
                      <a:pt x="21" y="212"/>
                      <a:pt x="21" y="216"/>
                      <a:pt x="20" y="217"/>
                    </a:cubicBezTo>
                    <a:cubicBezTo>
                      <a:pt x="19" y="222"/>
                      <a:pt x="18" y="228"/>
                      <a:pt x="18" y="231"/>
                    </a:cubicBezTo>
                    <a:cubicBezTo>
                      <a:pt x="18" y="249"/>
                      <a:pt x="30" y="260"/>
                      <a:pt x="51" y="260"/>
                    </a:cubicBezTo>
                    <a:cubicBezTo>
                      <a:pt x="65" y="260"/>
                      <a:pt x="75" y="256"/>
                      <a:pt x="81" y="249"/>
                    </a:cubicBezTo>
                    <a:cubicBezTo>
                      <a:pt x="90" y="238"/>
                      <a:pt x="97" y="216"/>
                      <a:pt x="97" y="196"/>
                    </a:cubicBezTo>
                    <a:cubicBezTo>
                      <a:pt x="97" y="182"/>
                      <a:pt x="92" y="169"/>
                      <a:pt x="81" y="153"/>
                    </a:cubicBezTo>
                    <a:cubicBezTo>
                      <a:pt x="59" y="123"/>
                      <a:pt x="59" y="123"/>
                      <a:pt x="59" y="123"/>
                    </a:cubicBezTo>
                    <a:cubicBezTo>
                      <a:pt x="49" y="108"/>
                      <a:pt x="43" y="92"/>
                      <a:pt x="43" y="76"/>
                    </a:cubicBezTo>
                    <a:cubicBezTo>
                      <a:pt x="44" y="65"/>
                      <a:pt x="46" y="51"/>
                      <a:pt x="51" y="39"/>
                    </a:cubicBezTo>
                    <a:cubicBezTo>
                      <a:pt x="62" y="12"/>
                      <a:pt x="79" y="0"/>
                      <a:pt x="106" y="0"/>
                    </a:cubicBezTo>
                    <a:cubicBezTo>
                      <a:pt x="134" y="0"/>
                      <a:pt x="150" y="14"/>
                      <a:pt x="150" y="36"/>
                    </a:cubicBezTo>
                    <a:cubicBezTo>
                      <a:pt x="150" y="43"/>
                      <a:pt x="149" y="48"/>
                      <a:pt x="146" y="63"/>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2" name="Freeform 119">
                <a:extLst>
                  <a:ext uri="{FF2B5EF4-FFF2-40B4-BE49-F238E27FC236}">
                    <a16:creationId xmlns:a16="http://schemas.microsoft.com/office/drawing/2014/main" id="{89B70AA2-0494-93B4-7581-F6C7CEA0EFBA}"/>
                  </a:ext>
                </a:extLst>
              </p:cNvPr>
              <p:cNvSpPr>
                <a:spLocks/>
              </p:cNvSpPr>
              <p:nvPr/>
            </p:nvSpPr>
            <p:spPr bwMode="auto">
              <a:xfrm>
                <a:off x="413571" y="655267"/>
                <a:ext cx="66963" cy="140691"/>
              </a:xfrm>
              <a:custGeom>
                <a:avLst/>
                <a:gdLst>
                  <a:gd name="T0" fmla="*/ 96 w 99"/>
                  <a:gd name="T1" fmla="*/ 13 h 208"/>
                  <a:gd name="T2" fmla="*/ 61 w 99"/>
                  <a:gd name="T3" fmla="*/ 13 h 208"/>
                  <a:gd name="T4" fmla="*/ 14 w 99"/>
                  <a:gd name="T5" fmla="*/ 208 h 208"/>
                  <a:gd name="T6" fmla="*/ 0 w 99"/>
                  <a:gd name="T7" fmla="*/ 208 h 208"/>
                  <a:gd name="T8" fmla="*/ 46 w 99"/>
                  <a:gd name="T9" fmla="*/ 13 h 208"/>
                  <a:gd name="T10" fmla="*/ 11 w 99"/>
                  <a:gd name="T11" fmla="*/ 13 h 208"/>
                  <a:gd name="T12" fmla="*/ 14 w 99"/>
                  <a:gd name="T13" fmla="*/ 0 h 208"/>
                  <a:gd name="T14" fmla="*/ 99 w 99"/>
                  <a:gd name="T15" fmla="*/ 1 h 208"/>
                  <a:gd name="T16" fmla="*/ 96 w 99"/>
                  <a:gd name="T17" fmla="*/ 13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208">
                    <a:moveTo>
                      <a:pt x="96" y="13"/>
                    </a:moveTo>
                    <a:lnTo>
                      <a:pt x="61" y="13"/>
                    </a:lnTo>
                    <a:lnTo>
                      <a:pt x="14" y="208"/>
                    </a:lnTo>
                    <a:lnTo>
                      <a:pt x="0" y="208"/>
                    </a:lnTo>
                    <a:lnTo>
                      <a:pt x="46" y="13"/>
                    </a:lnTo>
                    <a:lnTo>
                      <a:pt x="11" y="13"/>
                    </a:lnTo>
                    <a:lnTo>
                      <a:pt x="14" y="0"/>
                    </a:lnTo>
                    <a:lnTo>
                      <a:pt x="99" y="1"/>
                    </a:lnTo>
                    <a:lnTo>
                      <a:pt x="96" y="1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3" name="Freeform 120">
                <a:extLst>
                  <a:ext uri="{FF2B5EF4-FFF2-40B4-BE49-F238E27FC236}">
                    <a16:creationId xmlns:a16="http://schemas.microsoft.com/office/drawing/2014/main" id="{E38A8794-6CF9-810A-4D42-C6D840D415D4}"/>
                  </a:ext>
                </a:extLst>
              </p:cNvPr>
              <p:cNvSpPr>
                <a:spLocks noEditPoints="1"/>
              </p:cNvSpPr>
              <p:nvPr/>
            </p:nvSpPr>
            <p:spPr bwMode="auto">
              <a:xfrm>
                <a:off x="460243" y="655267"/>
                <a:ext cx="73728" cy="142044"/>
              </a:xfrm>
              <a:custGeom>
                <a:avLst/>
                <a:gdLst>
                  <a:gd name="T0" fmla="*/ 47 w 109"/>
                  <a:gd name="T1" fmla="*/ 132 h 210"/>
                  <a:gd name="T2" fmla="*/ 86 w 109"/>
                  <a:gd name="T3" fmla="*/ 132 h 210"/>
                  <a:gd name="T4" fmla="*/ 96 w 109"/>
                  <a:gd name="T5" fmla="*/ 16 h 210"/>
                  <a:gd name="T6" fmla="*/ 47 w 109"/>
                  <a:gd name="T7" fmla="*/ 132 h 210"/>
                  <a:gd name="T8" fmla="*/ 96 w 109"/>
                  <a:gd name="T9" fmla="*/ 210 h 210"/>
                  <a:gd name="T10" fmla="*/ 82 w 109"/>
                  <a:gd name="T11" fmla="*/ 210 h 210"/>
                  <a:gd name="T12" fmla="*/ 86 w 109"/>
                  <a:gd name="T13" fmla="*/ 146 h 210"/>
                  <a:gd name="T14" fmla="*/ 42 w 109"/>
                  <a:gd name="T15" fmla="*/ 145 h 210"/>
                  <a:gd name="T16" fmla="*/ 15 w 109"/>
                  <a:gd name="T17" fmla="*/ 209 h 210"/>
                  <a:gd name="T18" fmla="*/ 0 w 109"/>
                  <a:gd name="T19" fmla="*/ 209 h 210"/>
                  <a:gd name="T20" fmla="*/ 89 w 109"/>
                  <a:gd name="T21" fmla="*/ 0 h 210"/>
                  <a:gd name="T22" fmla="*/ 109 w 109"/>
                  <a:gd name="T23" fmla="*/ 0 h 210"/>
                  <a:gd name="T24" fmla="*/ 96 w 109"/>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210">
                    <a:moveTo>
                      <a:pt x="47" y="132"/>
                    </a:moveTo>
                    <a:lnTo>
                      <a:pt x="86" y="132"/>
                    </a:lnTo>
                    <a:lnTo>
                      <a:pt x="96" y="16"/>
                    </a:lnTo>
                    <a:lnTo>
                      <a:pt x="47" y="132"/>
                    </a:lnTo>
                    <a:close/>
                    <a:moveTo>
                      <a:pt x="96" y="210"/>
                    </a:moveTo>
                    <a:lnTo>
                      <a:pt x="82" y="210"/>
                    </a:lnTo>
                    <a:lnTo>
                      <a:pt x="86" y="146"/>
                    </a:lnTo>
                    <a:lnTo>
                      <a:pt x="42" y="145"/>
                    </a:lnTo>
                    <a:lnTo>
                      <a:pt x="15" y="209"/>
                    </a:lnTo>
                    <a:lnTo>
                      <a:pt x="0" y="209"/>
                    </a:lnTo>
                    <a:lnTo>
                      <a:pt x="89" y="0"/>
                    </a:lnTo>
                    <a:lnTo>
                      <a:pt x="109" y="0"/>
                    </a:lnTo>
                    <a:lnTo>
                      <a:pt x="96" y="21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4" name="Freeform 121">
                <a:extLst>
                  <a:ext uri="{FF2B5EF4-FFF2-40B4-BE49-F238E27FC236}">
                    <a16:creationId xmlns:a16="http://schemas.microsoft.com/office/drawing/2014/main" id="{60A90655-1533-4F05-EE23-23D91D8CE5E7}"/>
                  </a:ext>
                </a:extLst>
              </p:cNvPr>
              <p:cNvSpPr>
                <a:spLocks/>
              </p:cNvSpPr>
              <p:nvPr/>
            </p:nvSpPr>
            <p:spPr bwMode="auto">
              <a:xfrm>
                <a:off x="556291" y="656620"/>
                <a:ext cx="43289" cy="140691"/>
              </a:xfrm>
              <a:custGeom>
                <a:avLst/>
                <a:gdLst>
                  <a:gd name="T0" fmla="*/ 14 w 64"/>
                  <a:gd name="T1" fmla="*/ 208 h 208"/>
                  <a:gd name="T2" fmla="*/ 0 w 64"/>
                  <a:gd name="T3" fmla="*/ 208 h 208"/>
                  <a:gd name="T4" fmla="*/ 50 w 64"/>
                  <a:gd name="T5" fmla="*/ 0 h 208"/>
                  <a:gd name="T6" fmla="*/ 64 w 64"/>
                  <a:gd name="T7" fmla="*/ 0 h 208"/>
                  <a:gd name="T8" fmla="*/ 14 w 64"/>
                  <a:gd name="T9" fmla="*/ 208 h 208"/>
                </a:gdLst>
                <a:ahLst/>
                <a:cxnLst>
                  <a:cxn ang="0">
                    <a:pos x="T0" y="T1"/>
                  </a:cxn>
                  <a:cxn ang="0">
                    <a:pos x="T2" y="T3"/>
                  </a:cxn>
                  <a:cxn ang="0">
                    <a:pos x="T4" y="T5"/>
                  </a:cxn>
                  <a:cxn ang="0">
                    <a:pos x="T6" y="T7"/>
                  </a:cxn>
                  <a:cxn ang="0">
                    <a:pos x="T8" y="T9"/>
                  </a:cxn>
                </a:cxnLst>
                <a:rect l="0" t="0" r="r" b="b"/>
                <a:pathLst>
                  <a:path w="64" h="208">
                    <a:moveTo>
                      <a:pt x="14" y="208"/>
                    </a:moveTo>
                    <a:lnTo>
                      <a:pt x="0" y="208"/>
                    </a:lnTo>
                    <a:lnTo>
                      <a:pt x="50" y="0"/>
                    </a:lnTo>
                    <a:lnTo>
                      <a:pt x="64" y="0"/>
                    </a:lnTo>
                    <a:lnTo>
                      <a:pt x="14" y="20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5" name="Freeform 122">
                <a:extLst>
                  <a:ext uri="{FF2B5EF4-FFF2-40B4-BE49-F238E27FC236}">
                    <a16:creationId xmlns:a16="http://schemas.microsoft.com/office/drawing/2014/main" id="{3DC708A3-7012-9CB5-8771-E5026B9878D0}"/>
                  </a:ext>
                </a:extLst>
              </p:cNvPr>
              <p:cNvSpPr>
                <a:spLocks/>
              </p:cNvSpPr>
              <p:nvPr/>
            </p:nvSpPr>
            <p:spPr bwMode="auto">
              <a:xfrm>
                <a:off x="603639" y="656620"/>
                <a:ext cx="89961" cy="141367"/>
              </a:xfrm>
              <a:custGeom>
                <a:avLst/>
                <a:gdLst>
                  <a:gd name="T0" fmla="*/ 83 w 133"/>
                  <a:gd name="T1" fmla="*/ 209 h 209"/>
                  <a:gd name="T2" fmla="*/ 61 w 133"/>
                  <a:gd name="T3" fmla="*/ 209 h 209"/>
                  <a:gd name="T4" fmla="*/ 59 w 133"/>
                  <a:gd name="T5" fmla="*/ 16 h 209"/>
                  <a:gd name="T6" fmla="*/ 14 w 133"/>
                  <a:gd name="T7" fmla="*/ 209 h 209"/>
                  <a:gd name="T8" fmla="*/ 0 w 133"/>
                  <a:gd name="T9" fmla="*/ 209 h 209"/>
                  <a:gd name="T10" fmla="*/ 50 w 133"/>
                  <a:gd name="T11" fmla="*/ 0 h 209"/>
                  <a:gd name="T12" fmla="*/ 71 w 133"/>
                  <a:gd name="T13" fmla="*/ 1 h 209"/>
                  <a:gd name="T14" fmla="*/ 74 w 133"/>
                  <a:gd name="T15" fmla="*/ 200 h 209"/>
                  <a:gd name="T16" fmla="*/ 119 w 133"/>
                  <a:gd name="T17" fmla="*/ 1 h 209"/>
                  <a:gd name="T18" fmla="*/ 133 w 133"/>
                  <a:gd name="T19" fmla="*/ 1 h 209"/>
                  <a:gd name="T20" fmla="*/ 83 w 133"/>
                  <a:gd name="T21"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209">
                    <a:moveTo>
                      <a:pt x="83" y="209"/>
                    </a:moveTo>
                    <a:lnTo>
                      <a:pt x="61" y="209"/>
                    </a:lnTo>
                    <a:lnTo>
                      <a:pt x="59" y="16"/>
                    </a:lnTo>
                    <a:lnTo>
                      <a:pt x="14" y="209"/>
                    </a:lnTo>
                    <a:lnTo>
                      <a:pt x="0" y="209"/>
                    </a:lnTo>
                    <a:lnTo>
                      <a:pt x="50" y="0"/>
                    </a:lnTo>
                    <a:lnTo>
                      <a:pt x="71" y="1"/>
                    </a:lnTo>
                    <a:lnTo>
                      <a:pt x="74" y="200"/>
                    </a:lnTo>
                    <a:lnTo>
                      <a:pt x="119" y="1"/>
                    </a:lnTo>
                    <a:lnTo>
                      <a:pt x="133" y="1"/>
                    </a:lnTo>
                    <a:lnTo>
                      <a:pt x="83" y="2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6" name="Freeform 123">
                <a:extLst>
                  <a:ext uri="{FF2B5EF4-FFF2-40B4-BE49-F238E27FC236}">
                    <a16:creationId xmlns:a16="http://schemas.microsoft.com/office/drawing/2014/main" id="{F40122EF-BCBF-D310-F776-2414A58C3D72}"/>
                  </a:ext>
                </a:extLst>
              </p:cNvPr>
              <p:cNvSpPr>
                <a:spLocks noEditPoints="1"/>
              </p:cNvSpPr>
              <p:nvPr/>
            </p:nvSpPr>
            <p:spPr bwMode="auto">
              <a:xfrm>
                <a:off x="690218" y="657296"/>
                <a:ext cx="74403" cy="142044"/>
              </a:xfrm>
              <a:custGeom>
                <a:avLst/>
                <a:gdLst>
                  <a:gd name="T0" fmla="*/ 48 w 110"/>
                  <a:gd name="T1" fmla="*/ 132 h 210"/>
                  <a:gd name="T2" fmla="*/ 88 w 110"/>
                  <a:gd name="T3" fmla="*/ 132 h 210"/>
                  <a:gd name="T4" fmla="*/ 97 w 110"/>
                  <a:gd name="T5" fmla="*/ 16 h 210"/>
                  <a:gd name="T6" fmla="*/ 48 w 110"/>
                  <a:gd name="T7" fmla="*/ 132 h 210"/>
                  <a:gd name="T8" fmla="*/ 97 w 110"/>
                  <a:gd name="T9" fmla="*/ 210 h 210"/>
                  <a:gd name="T10" fmla="*/ 82 w 110"/>
                  <a:gd name="T11" fmla="*/ 209 h 210"/>
                  <a:gd name="T12" fmla="*/ 87 w 110"/>
                  <a:gd name="T13" fmla="*/ 146 h 210"/>
                  <a:gd name="T14" fmla="*/ 42 w 110"/>
                  <a:gd name="T15" fmla="*/ 145 h 210"/>
                  <a:gd name="T16" fmla="*/ 16 w 110"/>
                  <a:gd name="T17" fmla="*/ 209 h 210"/>
                  <a:gd name="T18" fmla="*/ 0 w 110"/>
                  <a:gd name="T19" fmla="*/ 209 h 210"/>
                  <a:gd name="T20" fmla="*/ 90 w 110"/>
                  <a:gd name="T21" fmla="*/ 0 h 210"/>
                  <a:gd name="T22" fmla="*/ 110 w 110"/>
                  <a:gd name="T23" fmla="*/ 0 h 210"/>
                  <a:gd name="T24" fmla="*/ 97 w 110"/>
                  <a:gd name="T2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 h="210">
                    <a:moveTo>
                      <a:pt x="48" y="132"/>
                    </a:moveTo>
                    <a:lnTo>
                      <a:pt x="88" y="132"/>
                    </a:lnTo>
                    <a:lnTo>
                      <a:pt x="97" y="16"/>
                    </a:lnTo>
                    <a:lnTo>
                      <a:pt x="48" y="132"/>
                    </a:lnTo>
                    <a:close/>
                    <a:moveTo>
                      <a:pt x="97" y="210"/>
                    </a:moveTo>
                    <a:lnTo>
                      <a:pt x="82" y="209"/>
                    </a:lnTo>
                    <a:lnTo>
                      <a:pt x="87" y="146"/>
                    </a:lnTo>
                    <a:lnTo>
                      <a:pt x="42" y="145"/>
                    </a:lnTo>
                    <a:lnTo>
                      <a:pt x="16" y="209"/>
                    </a:lnTo>
                    <a:lnTo>
                      <a:pt x="0" y="209"/>
                    </a:lnTo>
                    <a:lnTo>
                      <a:pt x="90" y="0"/>
                    </a:lnTo>
                    <a:lnTo>
                      <a:pt x="110" y="0"/>
                    </a:lnTo>
                    <a:lnTo>
                      <a:pt x="97" y="21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7" name="Freeform 124">
                <a:extLst>
                  <a:ext uri="{FF2B5EF4-FFF2-40B4-BE49-F238E27FC236}">
                    <a16:creationId xmlns:a16="http://schemas.microsoft.com/office/drawing/2014/main" id="{16F74DA4-F8D1-49AE-DFDE-4FB88EBDA432}"/>
                  </a:ext>
                </a:extLst>
              </p:cNvPr>
              <p:cNvSpPr>
                <a:spLocks noEditPoints="1"/>
              </p:cNvSpPr>
              <p:nvPr/>
            </p:nvSpPr>
            <p:spPr bwMode="auto">
              <a:xfrm>
                <a:off x="787619" y="658649"/>
                <a:ext cx="76433" cy="141367"/>
              </a:xfrm>
              <a:custGeom>
                <a:avLst/>
                <a:gdLst>
                  <a:gd name="T0" fmla="*/ 96 w 146"/>
                  <a:gd name="T1" fmla="*/ 17 h 269"/>
                  <a:gd name="T2" fmla="*/ 78 w 146"/>
                  <a:gd name="T3" fmla="*/ 17 h 269"/>
                  <a:gd name="T4" fmla="*/ 54 w 146"/>
                  <a:gd name="T5" fmla="*/ 116 h 269"/>
                  <a:gd name="T6" fmla="*/ 72 w 146"/>
                  <a:gd name="T7" fmla="*/ 116 h 269"/>
                  <a:gd name="T8" fmla="*/ 104 w 146"/>
                  <a:gd name="T9" fmla="*/ 109 h 269"/>
                  <a:gd name="T10" fmla="*/ 119 w 146"/>
                  <a:gd name="T11" fmla="*/ 83 h 269"/>
                  <a:gd name="T12" fmla="*/ 126 w 146"/>
                  <a:gd name="T13" fmla="*/ 54 h 269"/>
                  <a:gd name="T14" fmla="*/ 127 w 146"/>
                  <a:gd name="T15" fmla="*/ 42 h 269"/>
                  <a:gd name="T16" fmla="*/ 96 w 146"/>
                  <a:gd name="T17" fmla="*/ 17 h 269"/>
                  <a:gd name="T18" fmla="*/ 69 w 146"/>
                  <a:gd name="T19" fmla="*/ 132 h 269"/>
                  <a:gd name="T20" fmla="*/ 51 w 146"/>
                  <a:gd name="T21" fmla="*/ 132 h 269"/>
                  <a:gd name="T22" fmla="*/ 22 w 146"/>
                  <a:gd name="T23" fmla="*/ 252 h 269"/>
                  <a:gd name="T24" fmla="*/ 46 w 146"/>
                  <a:gd name="T25" fmla="*/ 252 h 269"/>
                  <a:gd name="T26" fmla="*/ 82 w 146"/>
                  <a:gd name="T27" fmla="*/ 245 h 269"/>
                  <a:gd name="T28" fmla="*/ 98 w 146"/>
                  <a:gd name="T29" fmla="*/ 211 h 269"/>
                  <a:gd name="T30" fmla="*/ 106 w 146"/>
                  <a:gd name="T31" fmla="*/ 179 h 269"/>
                  <a:gd name="T32" fmla="*/ 108 w 146"/>
                  <a:gd name="T33" fmla="*/ 163 h 269"/>
                  <a:gd name="T34" fmla="*/ 69 w 146"/>
                  <a:gd name="T35" fmla="*/ 132 h 269"/>
                  <a:gd name="T36" fmla="*/ 144 w 146"/>
                  <a:gd name="T37" fmla="*/ 54 h 269"/>
                  <a:gd name="T38" fmla="*/ 138 w 146"/>
                  <a:gd name="T39" fmla="*/ 81 h 269"/>
                  <a:gd name="T40" fmla="*/ 136 w 146"/>
                  <a:gd name="T41" fmla="*/ 90 h 269"/>
                  <a:gd name="T42" fmla="*/ 123 w 146"/>
                  <a:gd name="T43" fmla="*/ 114 h 269"/>
                  <a:gd name="T44" fmla="*/ 96 w 146"/>
                  <a:gd name="T45" fmla="*/ 123 h 269"/>
                  <a:gd name="T46" fmla="*/ 127 w 146"/>
                  <a:gd name="T47" fmla="*/ 160 h 269"/>
                  <a:gd name="T48" fmla="*/ 124 w 146"/>
                  <a:gd name="T49" fmla="*/ 181 h 269"/>
                  <a:gd name="T50" fmla="*/ 116 w 146"/>
                  <a:gd name="T51" fmla="*/ 213 h 269"/>
                  <a:gd name="T52" fmla="*/ 95 w 146"/>
                  <a:gd name="T53" fmla="*/ 257 h 269"/>
                  <a:gd name="T54" fmla="*/ 81 w 146"/>
                  <a:gd name="T55" fmla="*/ 265 h 269"/>
                  <a:gd name="T56" fmla="*/ 43 w 146"/>
                  <a:gd name="T57" fmla="*/ 268 h 269"/>
                  <a:gd name="T58" fmla="*/ 0 w 146"/>
                  <a:gd name="T59" fmla="*/ 268 h 269"/>
                  <a:gd name="T60" fmla="*/ 64 w 146"/>
                  <a:gd name="T61" fmla="*/ 0 h 269"/>
                  <a:gd name="T62" fmla="*/ 97 w 146"/>
                  <a:gd name="T63" fmla="*/ 1 h 269"/>
                  <a:gd name="T64" fmla="*/ 118 w 146"/>
                  <a:gd name="T65" fmla="*/ 2 h 269"/>
                  <a:gd name="T66" fmla="*/ 140 w 146"/>
                  <a:gd name="T67" fmla="*/ 16 h 269"/>
                  <a:gd name="T68" fmla="*/ 146 w 146"/>
                  <a:gd name="T69" fmla="*/ 38 h 269"/>
                  <a:gd name="T70" fmla="*/ 144 w 146"/>
                  <a:gd name="T71" fmla="*/ 5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269">
                    <a:moveTo>
                      <a:pt x="96" y="17"/>
                    </a:moveTo>
                    <a:cubicBezTo>
                      <a:pt x="78" y="17"/>
                      <a:pt x="78" y="17"/>
                      <a:pt x="78" y="17"/>
                    </a:cubicBezTo>
                    <a:cubicBezTo>
                      <a:pt x="54" y="116"/>
                      <a:pt x="54" y="116"/>
                      <a:pt x="54" y="116"/>
                    </a:cubicBezTo>
                    <a:cubicBezTo>
                      <a:pt x="72" y="116"/>
                      <a:pt x="72" y="116"/>
                      <a:pt x="72" y="116"/>
                    </a:cubicBezTo>
                    <a:cubicBezTo>
                      <a:pt x="85" y="116"/>
                      <a:pt x="97" y="114"/>
                      <a:pt x="104" y="109"/>
                    </a:cubicBezTo>
                    <a:cubicBezTo>
                      <a:pt x="112" y="105"/>
                      <a:pt x="115" y="98"/>
                      <a:pt x="119" y="83"/>
                    </a:cubicBezTo>
                    <a:cubicBezTo>
                      <a:pt x="126" y="54"/>
                      <a:pt x="126" y="54"/>
                      <a:pt x="126" y="54"/>
                    </a:cubicBezTo>
                    <a:cubicBezTo>
                      <a:pt x="127" y="50"/>
                      <a:pt x="127" y="46"/>
                      <a:pt x="127" y="42"/>
                    </a:cubicBezTo>
                    <a:cubicBezTo>
                      <a:pt x="128" y="23"/>
                      <a:pt x="120" y="17"/>
                      <a:pt x="96" y="17"/>
                    </a:cubicBezTo>
                    <a:moveTo>
                      <a:pt x="69" y="132"/>
                    </a:moveTo>
                    <a:cubicBezTo>
                      <a:pt x="51" y="132"/>
                      <a:pt x="51" y="132"/>
                      <a:pt x="51" y="132"/>
                    </a:cubicBezTo>
                    <a:cubicBezTo>
                      <a:pt x="22" y="252"/>
                      <a:pt x="22" y="252"/>
                      <a:pt x="22" y="252"/>
                    </a:cubicBezTo>
                    <a:cubicBezTo>
                      <a:pt x="46" y="252"/>
                      <a:pt x="46" y="252"/>
                      <a:pt x="46" y="252"/>
                    </a:cubicBezTo>
                    <a:cubicBezTo>
                      <a:pt x="64" y="252"/>
                      <a:pt x="74" y="250"/>
                      <a:pt x="82" y="245"/>
                    </a:cubicBezTo>
                    <a:cubicBezTo>
                      <a:pt x="89" y="240"/>
                      <a:pt x="93" y="233"/>
                      <a:pt x="98" y="211"/>
                    </a:cubicBezTo>
                    <a:cubicBezTo>
                      <a:pt x="106" y="179"/>
                      <a:pt x="106" y="179"/>
                      <a:pt x="106" y="179"/>
                    </a:cubicBezTo>
                    <a:cubicBezTo>
                      <a:pt x="107" y="173"/>
                      <a:pt x="108" y="168"/>
                      <a:pt x="108" y="163"/>
                    </a:cubicBezTo>
                    <a:cubicBezTo>
                      <a:pt x="108" y="143"/>
                      <a:pt x="95" y="133"/>
                      <a:pt x="69" y="132"/>
                    </a:cubicBezTo>
                    <a:moveTo>
                      <a:pt x="144" y="54"/>
                    </a:moveTo>
                    <a:cubicBezTo>
                      <a:pt x="138" y="81"/>
                      <a:pt x="138" y="81"/>
                      <a:pt x="138" y="81"/>
                    </a:cubicBezTo>
                    <a:cubicBezTo>
                      <a:pt x="138" y="84"/>
                      <a:pt x="137" y="87"/>
                      <a:pt x="136" y="90"/>
                    </a:cubicBezTo>
                    <a:cubicBezTo>
                      <a:pt x="131" y="104"/>
                      <a:pt x="129" y="108"/>
                      <a:pt x="123" y="114"/>
                    </a:cubicBezTo>
                    <a:cubicBezTo>
                      <a:pt x="116" y="120"/>
                      <a:pt x="109" y="122"/>
                      <a:pt x="96" y="123"/>
                    </a:cubicBezTo>
                    <a:cubicBezTo>
                      <a:pt x="115" y="125"/>
                      <a:pt x="127" y="140"/>
                      <a:pt x="127" y="160"/>
                    </a:cubicBezTo>
                    <a:cubicBezTo>
                      <a:pt x="127" y="167"/>
                      <a:pt x="126" y="174"/>
                      <a:pt x="124" y="181"/>
                    </a:cubicBezTo>
                    <a:cubicBezTo>
                      <a:pt x="116" y="213"/>
                      <a:pt x="116" y="213"/>
                      <a:pt x="116" y="213"/>
                    </a:cubicBezTo>
                    <a:cubicBezTo>
                      <a:pt x="110" y="238"/>
                      <a:pt x="105" y="249"/>
                      <a:pt x="95" y="257"/>
                    </a:cubicBezTo>
                    <a:cubicBezTo>
                      <a:pt x="91" y="260"/>
                      <a:pt x="86" y="263"/>
                      <a:pt x="81" y="265"/>
                    </a:cubicBezTo>
                    <a:cubicBezTo>
                      <a:pt x="71" y="268"/>
                      <a:pt x="67" y="269"/>
                      <a:pt x="43" y="268"/>
                    </a:cubicBezTo>
                    <a:cubicBezTo>
                      <a:pt x="0" y="268"/>
                      <a:pt x="0" y="268"/>
                      <a:pt x="0" y="268"/>
                    </a:cubicBezTo>
                    <a:cubicBezTo>
                      <a:pt x="64" y="0"/>
                      <a:pt x="64" y="0"/>
                      <a:pt x="64" y="0"/>
                    </a:cubicBezTo>
                    <a:cubicBezTo>
                      <a:pt x="97" y="1"/>
                      <a:pt x="97" y="1"/>
                      <a:pt x="97" y="1"/>
                    </a:cubicBezTo>
                    <a:cubicBezTo>
                      <a:pt x="105" y="1"/>
                      <a:pt x="113" y="1"/>
                      <a:pt x="118" y="2"/>
                    </a:cubicBezTo>
                    <a:cubicBezTo>
                      <a:pt x="127" y="3"/>
                      <a:pt x="135" y="9"/>
                      <a:pt x="140" y="16"/>
                    </a:cubicBezTo>
                    <a:cubicBezTo>
                      <a:pt x="145" y="22"/>
                      <a:pt x="146" y="29"/>
                      <a:pt x="146" y="38"/>
                    </a:cubicBezTo>
                    <a:cubicBezTo>
                      <a:pt x="146" y="44"/>
                      <a:pt x="145" y="49"/>
                      <a:pt x="144" y="54"/>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8" name="Freeform 125">
                <a:extLst>
                  <a:ext uri="{FF2B5EF4-FFF2-40B4-BE49-F238E27FC236}">
                    <a16:creationId xmlns:a16="http://schemas.microsoft.com/office/drawing/2014/main" id="{49179F63-CC71-C3A0-D765-E381C5A03AEC}"/>
                  </a:ext>
                </a:extLst>
              </p:cNvPr>
              <p:cNvSpPr>
                <a:spLocks/>
              </p:cNvSpPr>
              <p:nvPr/>
            </p:nvSpPr>
            <p:spPr bwMode="auto">
              <a:xfrm>
                <a:off x="875550" y="659325"/>
                <a:ext cx="49377" cy="140691"/>
              </a:xfrm>
              <a:custGeom>
                <a:avLst/>
                <a:gdLst>
                  <a:gd name="T0" fmla="*/ 69 w 73"/>
                  <a:gd name="T1" fmla="*/ 208 h 208"/>
                  <a:gd name="T2" fmla="*/ 0 w 73"/>
                  <a:gd name="T3" fmla="*/ 208 h 208"/>
                  <a:gd name="T4" fmla="*/ 51 w 73"/>
                  <a:gd name="T5" fmla="*/ 0 h 208"/>
                  <a:gd name="T6" fmla="*/ 65 w 73"/>
                  <a:gd name="T7" fmla="*/ 0 h 208"/>
                  <a:gd name="T8" fmla="*/ 18 w 73"/>
                  <a:gd name="T9" fmla="*/ 195 h 208"/>
                  <a:gd name="T10" fmla="*/ 73 w 73"/>
                  <a:gd name="T11" fmla="*/ 196 h 208"/>
                  <a:gd name="T12" fmla="*/ 69 w 73"/>
                  <a:gd name="T13" fmla="*/ 208 h 208"/>
                </a:gdLst>
                <a:ahLst/>
                <a:cxnLst>
                  <a:cxn ang="0">
                    <a:pos x="T0" y="T1"/>
                  </a:cxn>
                  <a:cxn ang="0">
                    <a:pos x="T2" y="T3"/>
                  </a:cxn>
                  <a:cxn ang="0">
                    <a:pos x="T4" y="T5"/>
                  </a:cxn>
                  <a:cxn ang="0">
                    <a:pos x="T6" y="T7"/>
                  </a:cxn>
                  <a:cxn ang="0">
                    <a:pos x="T8" y="T9"/>
                  </a:cxn>
                  <a:cxn ang="0">
                    <a:pos x="T10" y="T11"/>
                  </a:cxn>
                  <a:cxn ang="0">
                    <a:pos x="T12" y="T13"/>
                  </a:cxn>
                </a:cxnLst>
                <a:rect l="0" t="0" r="r" b="b"/>
                <a:pathLst>
                  <a:path w="73" h="208">
                    <a:moveTo>
                      <a:pt x="69" y="208"/>
                    </a:moveTo>
                    <a:lnTo>
                      <a:pt x="0" y="208"/>
                    </a:lnTo>
                    <a:lnTo>
                      <a:pt x="51" y="0"/>
                    </a:lnTo>
                    <a:lnTo>
                      <a:pt x="65" y="0"/>
                    </a:lnTo>
                    <a:lnTo>
                      <a:pt x="18" y="195"/>
                    </a:lnTo>
                    <a:lnTo>
                      <a:pt x="73" y="196"/>
                    </a:lnTo>
                    <a:lnTo>
                      <a:pt x="69" y="20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79" name="Freeform 126">
                <a:extLst>
                  <a:ext uri="{FF2B5EF4-FFF2-40B4-BE49-F238E27FC236}">
                    <a16:creationId xmlns:a16="http://schemas.microsoft.com/office/drawing/2014/main" id="{C062026B-0ED6-9980-FC40-DEC1109E82A9}"/>
                  </a:ext>
                </a:extLst>
              </p:cNvPr>
              <p:cNvSpPr>
                <a:spLocks/>
              </p:cNvSpPr>
              <p:nvPr/>
            </p:nvSpPr>
            <p:spPr bwMode="auto">
              <a:xfrm>
                <a:off x="952660" y="660002"/>
                <a:ext cx="82520" cy="141367"/>
              </a:xfrm>
              <a:custGeom>
                <a:avLst/>
                <a:gdLst>
                  <a:gd name="T0" fmla="*/ 0 w 122"/>
                  <a:gd name="T1" fmla="*/ 208 h 209"/>
                  <a:gd name="T2" fmla="*/ 74 w 122"/>
                  <a:gd name="T3" fmla="*/ 209 h 209"/>
                  <a:gd name="T4" fmla="*/ 77 w 122"/>
                  <a:gd name="T5" fmla="*/ 196 h 209"/>
                  <a:gd name="T6" fmla="*/ 17 w 122"/>
                  <a:gd name="T7" fmla="*/ 195 h 209"/>
                  <a:gd name="T8" fmla="*/ 39 w 122"/>
                  <a:gd name="T9" fmla="*/ 106 h 209"/>
                  <a:gd name="T10" fmla="*/ 87 w 122"/>
                  <a:gd name="T11" fmla="*/ 106 h 209"/>
                  <a:gd name="T12" fmla="*/ 90 w 122"/>
                  <a:gd name="T13" fmla="*/ 94 h 209"/>
                  <a:gd name="T14" fmla="*/ 42 w 122"/>
                  <a:gd name="T15" fmla="*/ 93 h 209"/>
                  <a:gd name="T16" fmla="*/ 61 w 122"/>
                  <a:gd name="T17" fmla="*/ 13 h 209"/>
                  <a:gd name="T18" fmla="*/ 119 w 122"/>
                  <a:gd name="T19" fmla="*/ 14 h 209"/>
                  <a:gd name="T20" fmla="*/ 122 w 122"/>
                  <a:gd name="T21" fmla="*/ 1 h 209"/>
                  <a:gd name="T22" fmla="*/ 49 w 122"/>
                  <a:gd name="T23" fmla="*/ 0 h 209"/>
                  <a:gd name="T24" fmla="*/ 0 w 122"/>
                  <a:gd name="T25" fmla="*/ 20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209">
                    <a:moveTo>
                      <a:pt x="0" y="208"/>
                    </a:moveTo>
                    <a:lnTo>
                      <a:pt x="74" y="209"/>
                    </a:lnTo>
                    <a:lnTo>
                      <a:pt x="77" y="196"/>
                    </a:lnTo>
                    <a:lnTo>
                      <a:pt x="17" y="195"/>
                    </a:lnTo>
                    <a:lnTo>
                      <a:pt x="39" y="106"/>
                    </a:lnTo>
                    <a:lnTo>
                      <a:pt x="87" y="106"/>
                    </a:lnTo>
                    <a:lnTo>
                      <a:pt x="90" y="94"/>
                    </a:lnTo>
                    <a:lnTo>
                      <a:pt x="42" y="93"/>
                    </a:lnTo>
                    <a:lnTo>
                      <a:pt x="61" y="13"/>
                    </a:lnTo>
                    <a:lnTo>
                      <a:pt x="119" y="14"/>
                    </a:lnTo>
                    <a:lnTo>
                      <a:pt x="122" y="1"/>
                    </a:lnTo>
                    <a:lnTo>
                      <a:pt x="49" y="0"/>
                    </a:lnTo>
                    <a:lnTo>
                      <a:pt x="0" y="20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80" name="Freeform 127">
                <a:extLst>
                  <a:ext uri="{FF2B5EF4-FFF2-40B4-BE49-F238E27FC236}">
                    <a16:creationId xmlns:a16="http://schemas.microsoft.com/office/drawing/2014/main" id="{55CB3292-C09C-CB37-7F33-8120D2EF5E1C}"/>
                  </a:ext>
                </a:extLst>
              </p:cNvPr>
              <p:cNvSpPr>
                <a:spLocks/>
              </p:cNvSpPr>
              <p:nvPr/>
            </p:nvSpPr>
            <p:spPr bwMode="auto">
              <a:xfrm>
                <a:off x="690218" y="480757"/>
                <a:ext cx="123781" cy="127163"/>
              </a:xfrm>
              <a:custGeom>
                <a:avLst/>
                <a:gdLst>
                  <a:gd name="T0" fmla="*/ 110 w 183"/>
                  <a:gd name="T1" fmla="*/ 74 h 188"/>
                  <a:gd name="T2" fmla="*/ 110 w 183"/>
                  <a:gd name="T3" fmla="*/ 0 h 188"/>
                  <a:gd name="T4" fmla="*/ 72 w 183"/>
                  <a:gd name="T5" fmla="*/ 0 h 188"/>
                  <a:gd name="T6" fmla="*/ 72 w 183"/>
                  <a:gd name="T7" fmla="*/ 74 h 188"/>
                  <a:gd name="T8" fmla="*/ 0 w 183"/>
                  <a:gd name="T9" fmla="*/ 74 h 188"/>
                  <a:gd name="T10" fmla="*/ 0 w 183"/>
                  <a:gd name="T11" fmla="*/ 113 h 188"/>
                  <a:gd name="T12" fmla="*/ 72 w 183"/>
                  <a:gd name="T13" fmla="*/ 113 h 188"/>
                  <a:gd name="T14" fmla="*/ 72 w 183"/>
                  <a:gd name="T15" fmla="*/ 188 h 188"/>
                  <a:gd name="T16" fmla="*/ 110 w 183"/>
                  <a:gd name="T17" fmla="*/ 188 h 188"/>
                  <a:gd name="T18" fmla="*/ 110 w 183"/>
                  <a:gd name="T19" fmla="*/ 113 h 188"/>
                  <a:gd name="T20" fmla="*/ 183 w 183"/>
                  <a:gd name="T21" fmla="*/ 113 h 188"/>
                  <a:gd name="T22" fmla="*/ 183 w 183"/>
                  <a:gd name="T23" fmla="*/ 74 h 188"/>
                  <a:gd name="T24" fmla="*/ 110 w 183"/>
                  <a:gd name="T25" fmla="*/ 7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3" h="188">
                    <a:moveTo>
                      <a:pt x="110" y="74"/>
                    </a:moveTo>
                    <a:lnTo>
                      <a:pt x="110" y="0"/>
                    </a:lnTo>
                    <a:lnTo>
                      <a:pt x="72" y="0"/>
                    </a:lnTo>
                    <a:lnTo>
                      <a:pt x="72" y="74"/>
                    </a:lnTo>
                    <a:lnTo>
                      <a:pt x="0" y="74"/>
                    </a:lnTo>
                    <a:lnTo>
                      <a:pt x="0" y="113"/>
                    </a:lnTo>
                    <a:lnTo>
                      <a:pt x="72" y="113"/>
                    </a:lnTo>
                    <a:lnTo>
                      <a:pt x="72" y="188"/>
                    </a:lnTo>
                    <a:lnTo>
                      <a:pt x="110" y="188"/>
                    </a:lnTo>
                    <a:lnTo>
                      <a:pt x="110" y="113"/>
                    </a:lnTo>
                    <a:lnTo>
                      <a:pt x="183" y="113"/>
                    </a:lnTo>
                    <a:lnTo>
                      <a:pt x="183" y="74"/>
                    </a:lnTo>
                    <a:lnTo>
                      <a:pt x="110"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grpSp>
        <p:sp>
          <p:nvSpPr>
            <p:cNvPr id="54" name="Freeform 128">
              <a:extLst>
                <a:ext uri="{FF2B5EF4-FFF2-40B4-BE49-F238E27FC236}">
                  <a16:creationId xmlns:a16="http://schemas.microsoft.com/office/drawing/2014/main" id="{AA2F3617-4B3E-9EC2-CAF3-BF98625C1C5A}"/>
                </a:ext>
              </a:extLst>
            </p:cNvPr>
            <p:cNvSpPr>
              <a:spLocks noEditPoints="1"/>
            </p:cNvSpPr>
            <p:nvPr/>
          </p:nvSpPr>
          <p:spPr bwMode="auto">
            <a:xfrm>
              <a:off x="612432" y="239959"/>
              <a:ext cx="346992" cy="334140"/>
            </a:xfrm>
            <a:custGeom>
              <a:avLst/>
              <a:gdLst>
                <a:gd name="T0" fmla="*/ 659 w 659"/>
                <a:gd name="T1" fmla="*/ 629 h 636"/>
                <a:gd name="T2" fmla="*/ 652 w 659"/>
                <a:gd name="T3" fmla="*/ 636 h 636"/>
                <a:gd name="T4" fmla="*/ 640 w 659"/>
                <a:gd name="T5" fmla="*/ 586 h 636"/>
                <a:gd name="T6" fmla="*/ 654 w 659"/>
                <a:gd name="T7" fmla="*/ 584 h 636"/>
                <a:gd name="T8" fmla="*/ 647 w 659"/>
                <a:gd name="T9" fmla="*/ 592 h 636"/>
                <a:gd name="T10" fmla="*/ 638 w 659"/>
                <a:gd name="T11" fmla="*/ 534 h 636"/>
                <a:gd name="T12" fmla="*/ 641 w 659"/>
                <a:gd name="T13" fmla="*/ 548 h 636"/>
                <a:gd name="T14" fmla="*/ 633 w 659"/>
                <a:gd name="T15" fmla="*/ 543 h 636"/>
                <a:gd name="T16" fmla="*/ 627 w 659"/>
                <a:gd name="T17" fmla="*/ 491 h 636"/>
                <a:gd name="T18" fmla="*/ 631 w 659"/>
                <a:gd name="T19" fmla="*/ 505 h 636"/>
                <a:gd name="T20" fmla="*/ 622 w 659"/>
                <a:gd name="T21" fmla="*/ 500 h 636"/>
                <a:gd name="T22" fmla="*/ 622 w 659"/>
                <a:gd name="T23" fmla="*/ 453 h 636"/>
                <a:gd name="T24" fmla="*/ 615 w 659"/>
                <a:gd name="T25" fmla="*/ 463 h 636"/>
                <a:gd name="T26" fmla="*/ 596 w 659"/>
                <a:gd name="T27" fmla="*/ 408 h 636"/>
                <a:gd name="T28" fmla="*/ 602 w 659"/>
                <a:gd name="T29" fmla="*/ 421 h 636"/>
                <a:gd name="T30" fmla="*/ 592 w 659"/>
                <a:gd name="T31" fmla="*/ 417 h 636"/>
                <a:gd name="T32" fmla="*/ 576 w 659"/>
                <a:gd name="T33" fmla="*/ 368 h 636"/>
                <a:gd name="T34" fmla="*/ 583 w 659"/>
                <a:gd name="T35" fmla="*/ 381 h 636"/>
                <a:gd name="T36" fmla="*/ 573 w 659"/>
                <a:gd name="T37" fmla="*/ 378 h 636"/>
                <a:gd name="T38" fmla="*/ 564 w 659"/>
                <a:gd name="T39" fmla="*/ 332 h 636"/>
                <a:gd name="T40" fmla="*/ 558 w 659"/>
                <a:gd name="T41" fmla="*/ 343 h 636"/>
                <a:gd name="T42" fmla="*/ 529 w 659"/>
                <a:gd name="T43" fmla="*/ 292 h 636"/>
                <a:gd name="T44" fmla="*/ 538 w 659"/>
                <a:gd name="T45" fmla="*/ 304 h 636"/>
                <a:gd name="T46" fmla="*/ 528 w 659"/>
                <a:gd name="T47" fmla="*/ 303 h 636"/>
                <a:gd name="T48" fmla="*/ 512 w 659"/>
                <a:gd name="T49" fmla="*/ 258 h 636"/>
                <a:gd name="T50" fmla="*/ 507 w 659"/>
                <a:gd name="T51" fmla="*/ 270 h 636"/>
                <a:gd name="T52" fmla="*/ 473 w 659"/>
                <a:gd name="T53" fmla="*/ 224 h 636"/>
                <a:gd name="T54" fmla="*/ 483 w 659"/>
                <a:gd name="T55" fmla="*/ 235 h 636"/>
                <a:gd name="T56" fmla="*/ 472 w 659"/>
                <a:gd name="T57" fmla="*/ 234 h 636"/>
                <a:gd name="T58" fmla="*/ 452 w 659"/>
                <a:gd name="T59" fmla="*/ 193 h 636"/>
                <a:gd name="T60" fmla="*/ 446 w 659"/>
                <a:gd name="T61" fmla="*/ 205 h 636"/>
                <a:gd name="T62" fmla="*/ 408 w 659"/>
                <a:gd name="T63" fmla="*/ 164 h 636"/>
                <a:gd name="T64" fmla="*/ 419 w 659"/>
                <a:gd name="T65" fmla="*/ 173 h 636"/>
                <a:gd name="T66" fmla="*/ 409 w 659"/>
                <a:gd name="T67" fmla="*/ 174 h 636"/>
                <a:gd name="T68" fmla="*/ 383 w 659"/>
                <a:gd name="T69" fmla="*/ 135 h 636"/>
                <a:gd name="T70" fmla="*/ 378 w 659"/>
                <a:gd name="T71" fmla="*/ 148 h 636"/>
                <a:gd name="T72" fmla="*/ 338 w 659"/>
                <a:gd name="T73" fmla="*/ 122 h 636"/>
                <a:gd name="T74" fmla="*/ 346 w 659"/>
                <a:gd name="T75" fmla="*/ 110 h 636"/>
                <a:gd name="T76" fmla="*/ 342 w 659"/>
                <a:gd name="T77" fmla="*/ 123 h 636"/>
                <a:gd name="T78" fmla="*/ 300 w 659"/>
                <a:gd name="T79" fmla="*/ 100 h 636"/>
                <a:gd name="T80" fmla="*/ 307 w 659"/>
                <a:gd name="T81" fmla="*/ 87 h 636"/>
                <a:gd name="T82" fmla="*/ 303 w 659"/>
                <a:gd name="T83" fmla="*/ 101 h 636"/>
                <a:gd name="T84" fmla="*/ 257 w 659"/>
                <a:gd name="T85" fmla="*/ 70 h 636"/>
                <a:gd name="T86" fmla="*/ 270 w 659"/>
                <a:gd name="T87" fmla="*/ 76 h 636"/>
                <a:gd name="T88" fmla="*/ 261 w 659"/>
                <a:gd name="T89" fmla="*/ 80 h 636"/>
                <a:gd name="T90" fmla="*/ 226 w 659"/>
                <a:gd name="T91" fmla="*/ 49 h 636"/>
                <a:gd name="T92" fmla="*/ 223 w 659"/>
                <a:gd name="T93" fmla="*/ 63 h 636"/>
                <a:gd name="T94" fmla="*/ 174 w 659"/>
                <a:gd name="T95" fmla="*/ 39 h 636"/>
                <a:gd name="T96" fmla="*/ 188 w 659"/>
                <a:gd name="T97" fmla="*/ 43 h 636"/>
                <a:gd name="T98" fmla="*/ 179 w 659"/>
                <a:gd name="T99" fmla="*/ 48 h 636"/>
                <a:gd name="T100" fmla="*/ 140 w 659"/>
                <a:gd name="T101" fmla="*/ 21 h 636"/>
                <a:gd name="T102" fmla="*/ 139 w 659"/>
                <a:gd name="T103" fmla="*/ 36 h 636"/>
                <a:gd name="T104" fmla="*/ 88 w 659"/>
                <a:gd name="T105" fmla="*/ 18 h 636"/>
                <a:gd name="T106" fmla="*/ 102 w 659"/>
                <a:gd name="T107" fmla="*/ 20 h 636"/>
                <a:gd name="T108" fmla="*/ 94 w 659"/>
                <a:gd name="T109" fmla="*/ 26 h 636"/>
                <a:gd name="T110" fmla="*/ 44 w 659"/>
                <a:gd name="T111" fmla="*/ 11 h 636"/>
                <a:gd name="T112" fmla="*/ 59 w 659"/>
                <a:gd name="T113" fmla="*/ 13 h 636"/>
                <a:gd name="T114" fmla="*/ 50 w 659"/>
                <a:gd name="T115" fmla="*/ 19 h 636"/>
                <a:gd name="T116" fmla="*/ 0 w 659"/>
                <a:gd name="T117" fmla="*/ 7 h 636"/>
                <a:gd name="T118" fmla="*/ 14 w 659"/>
                <a:gd name="T119" fmla="*/ 8 h 636"/>
                <a:gd name="T120" fmla="*/ 7 w 659"/>
                <a:gd name="T121" fmla="*/ 15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59" h="636">
                  <a:moveTo>
                    <a:pt x="644" y="630"/>
                  </a:moveTo>
                  <a:cubicBezTo>
                    <a:pt x="644" y="626"/>
                    <a:pt x="647" y="622"/>
                    <a:pt x="651" y="622"/>
                  </a:cubicBezTo>
                  <a:cubicBezTo>
                    <a:pt x="651" y="622"/>
                    <a:pt x="651" y="622"/>
                    <a:pt x="651" y="622"/>
                  </a:cubicBezTo>
                  <a:cubicBezTo>
                    <a:pt x="655" y="622"/>
                    <a:pt x="659" y="625"/>
                    <a:pt x="659" y="629"/>
                  </a:cubicBezTo>
                  <a:cubicBezTo>
                    <a:pt x="659" y="629"/>
                    <a:pt x="659" y="629"/>
                    <a:pt x="659" y="629"/>
                  </a:cubicBezTo>
                  <a:cubicBezTo>
                    <a:pt x="659" y="633"/>
                    <a:pt x="656" y="636"/>
                    <a:pt x="652" y="636"/>
                  </a:cubicBezTo>
                  <a:cubicBezTo>
                    <a:pt x="652" y="636"/>
                    <a:pt x="652" y="636"/>
                    <a:pt x="652" y="636"/>
                  </a:cubicBezTo>
                  <a:cubicBezTo>
                    <a:pt x="652" y="636"/>
                    <a:pt x="652" y="636"/>
                    <a:pt x="652" y="636"/>
                  </a:cubicBezTo>
                  <a:cubicBezTo>
                    <a:pt x="652" y="636"/>
                    <a:pt x="652" y="636"/>
                    <a:pt x="652" y="636"/>
                  </a:cubicBezTo>
                  <a:cubicBezTo>
                    <a:pt x="648" y="636"/>
                    <a:pt x="645" y="634"/>
                    <a:pt x="644" y="630"/>
                  </a:cubicBezTo>
                  <a:close/>
                  <a:moveTo>
                    <a:pt x="640" y="586"/>
                  </a:moveTo>
                  <a:cubicBezTo>
                    <a:pt x="640" y="586"/>
                    <a:pt x="640" y="586"/>
                    <a:pt x="640" y="586"/>
                  </a:cubicBezTo>
                  <a:cubicBezTo>
                    <a:pt x="640" y="586"/>
                    <a:pt x="640" y="586"/>
                    <a:pt x="640" y="586"/>
                  </a:cubicBezTo>
                  <a:cubicBezTo>
                    <a:pt x="639" y="582"/>
                    <a:pt x="642" y="578"/>
                    <a:pt x="646" y="578"/>
                  </a:cubicBezTo>
                  <a:cubicBezTo>
                    <a:pt x="646" y="578"/>
                    <a:pt x="646" y="578"/>
                    <a:pt x="646" y="578"/>
                  </a:cubicBezTo>
                  <a:cubicBezTo>
                    <a:pt x="650" y="577"/>
                    <a:pt x="654" y="580"/>
                    <a:pt x="654" y="584"/>
                  </a:cubicBezTo>
                  <a:cubicBezTo>
                    <a:pt x="654" y="584"/>
                    <a:pt x="654" y="584"/>
                    <a:pt x="654" y="584"/>
                  </a:cubicBezTo>
                  <a:cubicBezTo>
                    <a:pt x="655" y="588"/>
                    <a:pt x="652" y="592"/>
                    <a:pt x="648" y="592"/>
                  </a:cubicBezTo>
                  <a:cubicBezTo>
                    <a:pt x="648" y="592"/>
                    <a:pt x="648" y="592"/>
                    <a:pt x="648" y="592"/>
                  </a:cubicBezTo>
                  <a:cubicBezTo>
                    <a:pt x="648" y="592"/>
                    <a:pt x="647" y="592"/>
                    <a:pt x="647" y="592"/>
                  </a:cubicBezTo>
                  <a:cubicBezTo>
                    <a:pt x="647" y="592"/>
                    <a:pt x="647" y="592"/>
                    <a:pt x="647" y="592"/>
                  </a:cubicBezTo>
                  <a:cubicBezTo>
                    <a:pt x="643" y="592"/>
                    <a:pt x="640" y="590"/>
                    <a:pt x="640" y="586"/>
                  </a:cubicBezTo>
                  <a:close/>
                  <a:moveTo>
                    <a:pt x="633" y="543"/>
                  </a:moveTo>
                  <a:cubicBezTo>
                    <a:pt x="632" y="539"/>
                    <a:pt x="634" y="535"/>
                    <a:pt x="638" y="534"/>
                  </a:cubicBezTo>
                  <a:cubicBezTo>
                    <a:pt x="638" y="534"/>
                    <a:pt x="638" y="534"/>
                    <a:pt x="638" y="534"/>
                  </a:cubicBezTo>
                  <a:cubicBezTo>
                    <a:pt x="642" y="533"/>
                    <a:pt x="646" y="536"/>
                    <a:pt x="647" y="540"/>
                  </a:cubicBezTo>
                  <a:cubicBezTo>
                    <a:pt x="647" y="540"/>
                    <a:pt x="647" y="540"/>
                    <a:pt x="647" y="540"/>
                  </a:cubicBezTo>
                  <a:cubicBezTo>
                    <a:pt x="648" y="544"/>
                    <a:pt x="645" y="547"/>
                    <a:pt x="641" y="548"/>
                  </a:cubicBezTo>
                  <a:cubicBezTo>
                    <a:pt x="641" y="548"/>
                    <a:pt x="641" y="548"/>
                    <a:pt x="641" y="548"/>
                  </a:cubicBezTo>
                  <a:cubicBezTo>
                    <a:pt x="641" y="548"/>
                    <a:pt x="640" y="548"/>
                    <a:pt x="640" y="548"/>
                  </a:cubicBezTo>
                  <a:cubicBezTo>
                    <a:pt x="640" y="548"/>
                    <a:pt x="640" y="548"/>
                    <a:pt x="640" y="548"/>
                  </a:cubicBezTo>
                  <a:cubicBezTo>
                    <a:pt x="636" y="548"/>
                    <a:pt x="633" y="546"/>
                    <a:pt x="633" y="543"/>
                  </a:cubicBezTo>
                  <a:close/>
                  <a:moveTo>
                    <a:pt x="622" y="500"/>
                  </a:moveTo>
                  <a:cubicBezTo>
                    <a:pt x="622" y="500"/>
                    <a:pt x="622" y="500"/>
                    <a:pt x="622" y="500"/>
                  </a:cubicBezTo>
                  <a:cubicBezTo>
                    <a:pt x="622" y="500"/>
                    <a:pt x="622" y="500"/>
                    <a:pt x="622" y="500"/>
                  </a:cubicBezTo>
                  <a:cubicBezTo>
                    <a:pt x="621" y="496"/>
                    <a:pt x="623" y="492"/>
                    <a:pt x="627" y="491"/>
                  </a:cubicBezTo>
                  <a:cubicBezTo>
                    <a:pt x="627" y="491"/>
                    <a:pt x="627" y="491"/>
                    <a:pt x="627" y="491"/>
                  </a:cubicBezTo>
                  <a:cubicBezTo>
                    <a:pt x="631" y="490"/>
                    <a:pt x="635" y="492"/>
                    <a:pt x="636" y="496"/>
                  </a:cubicBezTo>
                  <a:cubicBezTo>
                    <a:pt x="636" y="496"/>
                    <a:pt x="636" y="496"/>
                    <a:pt x="636" y="496"/>
                  </a:cubicBezTo>
                  <a:cubicBezTo>
                    <a:pt x="637" y="500"/>
                    <a:pt x="635" y="504"/>
                    <a:pt x="631" y="505"/>
                  </a:cubicBezTo>
                  <a:cubicBezTo>
                    <a:pt x="631" y="505"/>
                    <a:pt x="631" y="505"/>
                    <a:pt x="631" y="505"/>
                  </a:cubicBezTo>
                  <a:cubicBezTo>
                    <a:pt x="630" y="505"/>
                    <a:pt x="630" y="505"/>
                    <a:pt x="629" y="505"/>
                  </a:cubicBezTo>
                  <a:cubicBezTo>
                    <a:pt x="629" y="505"/>
                    <a:pt x="629" y="505"/>
                    <a:pt x="629" y="505"/>
                  </a:cubicBezTo>
                  <a:cubicBezTo>
                    <a:pt x="626" y="505"/>
                    <a:pt x="623" y="503"/>
                    <a:pt x="622" y="500"/>
                  </a:cubicBezTo>
                  <a:close/>
                  <a:moveTo>
                    <a:pt x="609" y="458"/>
                  </a:moveTo>
                  <a:cubicBezTo>
                    <a:pt x="607" y="454"/>
                    <a:pt x="609" y="450"/>
                    <a:pt x="613" y="449"/>
                  </a:cubicBezTo>
                  <a:cubicBezTo>
                    <a:pt x="613" y="449"/>
                    <a:pt x="613" y="449"/>
                    <a:pt x="613" y="449"/>
                  </a:cubicBezTo>
                  <a:cubicBezTo>
                    <a:pt x="617" y="447"/>
                    <a:pt x="621" y="449"/>
                    <a:pt x="622" y="453"/>
                  </a:cubicBezTo>
                  <a:cubicBezTo>
                    <a:pt x="622" y="453"/>
                    <a:pt x="622" y="453"/>
                    <a:pt x="622" y="453"/>
                  </a:cubicBezTo>
                  <a:cubicBezTo>
                    <a:pt x="624" y="457"/>
                    <a:pt x="622" y="461"/>
                    <a:pt x="618" y="463"/>
                  </a:cubicBezTo>
                  <a:cubicBezTo>
                    <a:pt x="618" y="463"/>
                    <a:pt x="618" y="463"/>
                    <a:pt x="618" y="463"/>
                  </a:cubicBezTo>
                  <a:cubicBezTo>
                    <a:pt x="617" y="463"/>
                    <a:pt x="616" y="463"/>
                    <a:pt x="615" y="463"/>
                  </a:cubicBezTo>
                  <a:cubicBezTo>
                    <a:pt x="615" y="463"/>
                    <a:pt x="615" y="463"/>
                    <a:pt x="615" y="463"/>
                  </a:cubicBezTo>
                  <a:cubicBezTo>
                    <a:pt x="613" y="463"/>
                    <a:pt x="610" y="461"/>
                    <a:pt x="609" y="458"/>
                  </a:cubicBezTo>
                  <a:close/>
                  <a:moveTo>
                    <a:pt x="592" y="417"/>
                  </a:moveTo>
                  <a:cubicBezTo>
                    <a:pt x="591" y="414"/>
                    <a:pt x="593" y="409"/>
                    <a:pt x="596" y="408"/>
                  </a:cubicBezTo>
                  <a:cubicBezTo>
                    <a:pt x="596" y="408"/>
                    <a:pt x="596" y="408"/>
                    <a:pt x="596" y="408"/>
                  </a:cubicBezTo>
                  <a:cubicBezTo>
                    <a:pt x="600" y="406"/>
                    <a:pt x="604" y="408"/>
                    <a:pt x="606" y="411"/>
                  </a:cubicBezTo>
                  <a:cubicBezTo>
                    <a:pt x="606" y="411"/>
                    <a:pt x="606" y="411"/>
                    <a:pt x="606" y="411"/>
                  </a:cubicBezTo>
                  <a:cubicBezTo>
                    <a:pt x="607" y="415"/>
                    <a:pt x="606" y="420"/>
                    <a:pt x="602" y="421"/>
                  </a:cubicBezTo>
                  <a:cubicBezTo>
                    <a:pt x="602" y="421"/>
                    <a:pt x="602" y="421"/>
                    <a:pt x="602" y="421"/>
                  </a:cubicBezTo>
                  <a:cubicBezTo>
                    <a:pt x="601" y="421"/>
                    <a:pt x="600" y="422"/>
                    <a:pt x="599" y="422"/>
                  </a:cubicBezTo>
                  <a:cubicBezTo>
                    <a:pt x="599" y="422"/>
                    <a:pt x="599" y="422"/>
                    <a:pt x="599" y="422"/>
                  </a:cubicBezTo>
                  <a:cubicBezTo>
                    <a:pt x="596" y="422"/>
                    <a:pt x="594" y="420"/>
                    <a:pt x="592" y="417"/>
                  </a:cubicBezTo>
                  <a:close/>
                  <a:moveTo>
                    <a:pt x="573" y="378"/>
                  </a:moveTo>
                  <a:cubicBezTo>
                    <a:pt x="573" y="378"/>
                    <a:pt x="573" y="378"/>
                    <a:pt x="573" y="378"/>
                  </a:cubicBezTo>
                  <a:cubicBezTo>
                    <a:pt x="573" y="378"/>
                    <a:pt x="573" y="378"/>
                    <a:pt x="573" y="378"/>
                  </a:cubicBezTo>
                  <a:cubicBezTo>
                    <a:pt x="572" y="374"/>
                    <a:pt x="573" y="370"/>
                    <a:pt x="576" y="368"/>
                  </a:cubicBezTo>
                  <a:cubicBezTo>
                    <a:pt x="576" y="368"/>
                    <a:pt x="576" y="368"/>
                    <a:pt x="576" y="368"/>
                  </a:cubicBezTo>
                  <a:cubicBezTo>
                    <a:pt x="580" y="366"/>
                    <a:pt x="584" y="367"/>
                    <a:pt x="586" y="371"/>
                  </a:cubicBezTo>
                  <a:cubicBezTo>
                    <a:pt x="586" y="371"/>
                    <a:pt x="586" y="371"/>
                    <a:pt x="586" y="371"/>
                  </a:cubicBezTo>
                  <a:cubicBezTo>
                    <a:pt x="588" y="375"/>
                    <a:pt x="587" y="379"/>
                    <a:pt x="583" y="381"/>
                  </a:cubicBezTo>
                  <a:cubicBezTo>
                    <a:pt x="583" y="381"/>
                    <a:pt x="583" y="381"/>
                    <a:pt x="583" y="381"/>
                  </a:cubicBezTo>
                  <a:cubicBezTo>
                    <a:pt x="582" y="381"/>
                    <a:pt x="581" y="382"/>
                    <a:pt x="580" y="382"/>
                  </a:cubicBezTo>
                  <a:cubicBezTo>
                    <a:pt x="580" y="382"/>
                    <a:pt x="580" y="382"/>
                    <a:pt x="580" y="382"/>
                  </a:cubicBezTo>
                  <a:cubicBezTo>
                    <a:pt x="577" y="382"/>
                    <a:pt x="575" y="380"/>
                    <a:pt x="573" y="378"/>
                  </a:cubicBezTo>
                  <a:close/>
                  <a:moveTo>
                    <a:pt x="552" y="339"/>
                  </a:moveTo>
                  <a:cubicBezTo>
                    <a:pt x="550" y="336"/>
                    <a:pt x="551" y="331"/>
                    <a:pt x="554" y="329"/>
                  </a:cubicBezTo>
                  <a:cubicBezTo>
                    <a:pt x="554" y="329"/>
                    <a:pt x="554" y="329"/>
                    <a:pt x="554" y="329"/>
                  </a:cubicBezTo>
                  <a:cubicBezTo>
                    <a:pt x="558" y="327"/>
                    <a:pt x="562" y="328"/>
                    <a:pt x="564" y="332"/>
                  </a:cubicBezTo>
                  <a:cubicBezTo>
                    <a:pt x="564" y="332"/>
                    <a:pt x="564" y="332"/>
                    <a:pt x="564" y="332"/>
                  </a:cubicBezTo>
                  <a:cubicBezTo>
                    <a:pt x="566" y="335"/>
                    <a:pt x="565" y="340"/>
                    <a:pt x="562" y="342"/>
                  </a:cubicBezTo>
                  <a:cubicBezTo>
                    <a:pt x="562" y="342"/>
                    <a:pt x="562" y="342"/>
                    <a:pt x="562" y="342"/>
                  </a:cubicBezTo>
                  <a:cubicBezTo>
                    <a:pt x="561" y="343"/>
                    <a:pt x="559" y="343"/>
                    <a:pt x="558" y="343"/>
                  </a:cubicBezTo>
                  <a:cubicBezTo>
                    <a:pt x="558" y="343"/>
                    <a:pt x="558" y="343"/>
                    <a:pt x="558" y="343"/>
                  </a:cubicBezTo>
                  <a:cubicBezTo>
                    <a:pt x="556" y="343"/>
                    <a:pt x="553" y="342"/>
                    <a:pt x="552" y="339"/>
                  </a:cubicBezTo>
                  <a:close/>
                  <a:moveTo>
                    <a:pt x="528" y="303"/>
                  </a:moveTo>
                  <a:cubicBezTo>
                    <a:pt x="525" y="299"/>
                    <a:pt x="526" y="295"/>
                    <a:pt x="529" y="292"/>
                  </a:cubicBezTo>
                  <a:cubicBezTo>
                    <a:pt x="529" y="292"/>
                    <a:pt x="529" y="292"/>
                    <a:pt x="529" y="292"/>
                  </a:cubicBezTo>
                  <a:cubicBezTo>
                    <a:pt x="533" y="290"/>
                    <a:pt x="537" y="291"/>
                    <a:pt x="540" y="294"/>
                  </a:cubicBezTo>
                  <a:cubicBezTo>
                    <a:pt x="540" y="294"/>
                    <a:pt x="540" y="294"/>
                    <a:pt x="540" y="294"/>
                  </a:cubicBezTo>
                  <a:cubicBezTo>
                    <a:pt x="542" y="298"/>
                    <a:pt x="541" y="302"/>
                    <a:pt x="538" y="304"/>
                  </a:cubicBezTo>
                  <a:cubicBezTo>
                    <a:pt x="538" y="304"/>
                    <a:pt x="538" y="304"/>
                    <a:pt x="538" y="304"/>
                  </a:cubicBezTo>
                  <a:cubicBezTo>
                    <a:pt x="537" y="305"/>
                    <a:pt x="535" y="306"/>
                    <a:pt x="534" y="306"/>
                  </a:cubicBezTo>
                  <a:cubicBezTo>
                    <a:pt x="534" y="306"/>
                    <a:pt x="534" y="306"/>
                    <a:pt x="534" y="306"/>
                  </a:cubicBezTo>
                  <a:cubicBezTo>
                    <a:pt x="531" y="306"/>
                    <a:pt x="529" y="305"/>
                    <a:pt x="528" y="303"/>
                  </a:cubicBezTo>
                  <a:close/>
                  <a:moveTo>
                    <a:pt x="501" y="268"/>
                  </a:moveTo>
                  <a:cubicBezTo>
                    <a:pt x="499" y="265"/>
                    <a:pt x="499" y="260"/>
                    <a:pt x="502" y="257"/>
                  </a:cubicBezTo>
                  <a:cubicBezTo>
                    <a:pt x="502" y="257"/>
                    <a:pt x="502" y="257"/>
                    <a:pt x="502" y="257"/>
                  </a:cubicBezTo>
                  <a:cubicBezTo>
                    <a:pt x="505" y="255"/>
                    <a:pt x="510" y="255"/>
                    <a:pt x="512" y="258"/>
                  </a:cubicBezTo>
                  <a:cubicBezTo>
                    <a:pt x="512" y="258"/>
                    <a:pt x="512" y="258"/>
                    <a:pt x="512" y="258"/>
                  </a:cubicBezTo>
                  <a:cubicBezTo>
                    <a:pt x="515" y="262"/>
                    <a:pt x="514" y="266"/>
                    <a:pt x="511" y="269"/>
                  </a:cubicBezTo>
                  <a:cubicBezTo>
                    <a:pt x="511" y="269"/>
                    <a:pt x="511" y="269"/>
                    <a:pt x="511" y="269"/>
                  </a:cubicBezTo>
                  <a:cubicBezTo>
                    <a:pt x="510" y="270"/>
                    <a:pt x="508" y="270"/>
                    <a:pt x="507" y="270"/>
                  </a:cubicBezTo>
                  <a:cubicBezTo>
                    <a:pt x="507" y="270"/>
                    <a:pt x="507" y="270"/>
                    <a:pt x="507" y="270"/>
                  </a:cubicBezTo>
                  <a:cubicBezTo>
                    <a:pt x="505" y="270"/>
                    <a:pt x="503" y="269"/>
                    <a:pt x="501" y="268"/>
                  </a:cubicBezTo>
                  <a:close/>
                  <a:moveTo>
                    <a:pt x="472" y="234"/>
                  </a:moveTo>
                  <a:cubicBezTo>
                    <a:pt x="470" y="231"/>
                    <a:pt x="470" y="227"/>
                    <a:pt x="473" y="224"/>
                  </a:cubicBezTo>
                  <a:cubicBezTo>
                    <a:pt x="473" y="224"/>
                    <a:pt x="473" y="224"/>
                    <a:pt x="473" y="224"/>
                  </a:cubicBezTo>
                  <a:cubicBezTo>
                    <a:pt x="476" y="221"/>
                    <a:pt x="480" y="222"/>
                    <a:pt x="483" y="225"/>
                  </a:cubicBezTo>
                  <a:cubicBezTo>
                    <a:pt x="483" y="225"/>
                    <a:pt x="483" y="225"/>
                    <a:pt x="483" y="225"/>
                  </a:cubicBezTo>
                  <a:cubicBezTo>
                    <a:pt x="486" y="227"/>
                    <a:pt x="486" y="232"/>
                    <a:pt x="483" y="235"/>
                  </a:cubicBezTo>
                  <a:cubicBezTo>
                    <a:pt x="483" y="235"/>
                    <a:pt x="483" y="235"/>
                    <a:pt x="483" y="235"/>
                  </a:cubicBezTo>
                  <a:cubicBezTo>
                    <a:pt x="481" y="236"/>
                    <a:pt x="479" y="237"/>
                    <a:pt x="478" y="237"/>
                  </a:cubicBezTo>
                  <a:cubicBezTo>
                    <a:pt x="478" y="237"/>
                    <a:pt x="478" y="237"/>
                    <a:pt x="478" y="237"/>
                  </a:cubicBezTo>
                  <a:cubicBezTo>
                    <a:pt x="476" y="237"/>
                    <a:pt x="474" y="236"/>
                    <a:pt x="472" y="234"/>
                  </a:cubicBezTo>
                  <a:close/>
                  <a:moveTo>
                    <a:pt x="441" y="203"/>
                  </a:moveTo>
                  <a:cubicBezTo>
                    <a:pt x="439" y="200"/>
                    <a:pt x="438" y="196"/>
                    <a:pt x="441" y="193"/>
                  </a:cubicBezTo>
                  <a:cubicBezTo>
                    <a:pt x="441" y="193"/>
                    <a:pt x="441" y="193"/>
                    <a:pt x="441" y="193"/>
                  </a:cubicBezTo>
                  <a:cubicBezTo>
                    <a:pt x="444" y="190"/>
                    <a:pt x="449" y="190"/>
                    <a:pt x="452" y="193"/>
                  </a:cubicBezTo>
                  <a:cubicBezTo>
                    <a:pt x="452" y="193"/>
                    <a:pt x="452" y="193"/>
                    <a:pt x="452" y="193"/>
                  </a:cubicBezTo>
                  <a:cubicBezTo>
                    <a:pt x="454" y="195"/>
                    <a:pt x="455" y="200"/>
                    <a:pt x="452" y="203"/>
                  </a:cubicBezTo>
                  <a:cubicBezTo>
                    <a:pt x="452" y="203"/>
                    <a:pt x="452" y="203"/>
                    <a:pt x="452" y="203"/>
                  </a:cubicBezTo>
                  <a:cubicBezTo>
                    <a:pt x="450" y="204"/>
                    <a:pt x="448" y="205"/>
                    <a:pt x="446" y="205"/>
                  </a:cubicBezTo>
                  <a:cubicBezTo>
                    <a:pt x="446" y="205"/>
                    <a:pt x="446" y="205"/>
                    <a:pt x="446" y="205"/>
                  </a:cubicBezTo>
                  <a:cubicBezTo>
                    <a:pt x="445" y="205"/>
                    <a:pt x="443" y="205"/>
                    <a:pt x="441" y="203"/>
                  </a:cubicBezTo>
                  <a:close/>
                  <a:moveTo>
                    <a:pt x="409" y="174"/>
                  </a:moveTo>
                  <a:cubicBezTo>
                    <a:pt x="406" y="171"/>
                    <a:pt x="405" y="167"/>
                    <a:pt x="408" y="164"/>
                  </a:cubicBezTo>
                  <a:cubicBezTo>
                    <a:pt x="408" y="164"/>
                    <a:pt x="408" y="164"/>
                    <a:pt x="408" y="164"/>
                  </a:cubicBezTo>
                  <a:cubicBezTo>
                    <a:pt x="410" y="161"/>
                    <a:pt x="415" y="160"/>
                    <a:pt x="418" y="163"/>
                  </a:cubicBezTo>
                  <a:cubicBezTo>
                    <a:pt x="418" y="163"/>
                    <a:pt x="418" y="163"/>
                    <a:pt x="418" y="163"/>
                  </a:cubicBezTo>
                  <a:cubicBezTo>
                    <a:pt x="421" y="165"/>
                    <a:pt x="421" y="170"/>
                    <a:pt x="419" y="173"/>
                  </a:cubicBezTo>
                  <a:cubicBezTo>
                    <a:pt x="419" y="173"/>
                    <a:pt x="419" y="173"/>
                    <a:pt x="419" y="173"/>
                  </a:cubicBezTo>
                  <a:cubicBezTo>
                    <a:pt x="418" y="175"/>
                    <a:pt x="415" y="176"/>
                    <a:pt x="413" y="176"/>
                  </a:cubicBezTo>
                  <a:cubicBezTo>
                    <a:pt x="413" y="176"/>
                    <a:pt x="413" y="176"/>
                    <a:pt x="413" y="176"/>
                  </a:cubicBezTo>
                  <a:cubicBezTo>
                    <a:pt x="412" y="176"/>
                    <a:pt x="410" y="175"/>
                    <a:pt x="409" y="174"/>
                  </a:cubicBezTo>
                  <a:close/>
                  <a:moveTo>
                    <a:pt x="374" y="147"/>
                  </a:moveTo>
                  <a:cubicBezTo>
                    <a:pt x="371" y="145"/>
                    <a:pt x="370" y="140"/>
                    <a:pt x="372" y="137"/>
                  </a:cubicBezTo>
                  <a:cubicBezTo>
                    <a:pt x="372" y="137"/>
                    <a:pt x="372" y="137"/>
                    <a:pt x="372" y="137"/>
                  </a:cubicBezTo>
                  <a:cubicBezTo>
                    <a:pt x="375" y="134"/>
                    <a:pt x="379" y="133"/>
                    <a:pt x="383" y="135"/>
                  </a:cubicBezTo>
                  <a:cubicBezTo>
                    <a:pt x="383" y="135"/>
                    <a:pt x="383" y="135"/>
                    <a:pt x="383" y="135"/>
                  </a:cubicBezTo>
                  <a:cubicBezTo>
                    <a:pt x="386" y="137"/>
                    <a:pt x="387" y="142"/>
                    <a:pt x="384" y="145"/>
                  </a:cubicBezTo>
                  <a:cubicBezTo>
                    <a:pt x="384" y="145"/>
                    <a:pt x="384" y="145"/>
                    <a:pt x="384" y="145"/>
                  </a:cubicBezTo>
                  <a:cubicBezTo>
                    <a:pt x="383" y="147"/>
                    <a:pt x="381" y="148"/>
                    <a:pt x="378" y="148"/>
                  </a:cubicBezTo>
                  <a:cubicBezTo>
                    <a:pt x="378" y="148"/>
                    <a:pt x="378" y="148"/>
                    <a:pt x="378" y="148"/>
                  </a:cubicBezTo>
                  <a:cubicBezTo>
                    <a:pt x="377" y="148"/>
                    <a:pt x="375" y="148"/>
                    <a:pt x="374" y="147"/>
                  </a:cubicBezTo>
                  <a:close/>
                  <a:moveTo>
                    <a:pt x="338" y="122"/>
                  </a:moveTo>
                  <a:cubicBezTo>
                    <a:pt x="338" y="122"/>
                    <a:pt x="338" y="122"/>
                    <a:pt x="338" y="122"/>
                  </a:cubicBezTo>
                  <a:cubicBezTo>
                    <a:pt x="338" y="122"/>
                    <a:pt x="338" y="122"/>
                    <a:pt x="338" y="122"/>
                  </a:cubicBezTo>
                  <a:cubicBezTo>
                    <a:pt x="334" y="120"/>
                    <a:pt x="333" y="116"/>
                    <a:pt x="335" y="112"/>
                  </a:cubicBezTo>
                  <a:cubicBezTo>
                    <a:pt x="335" y="112"/>
                    <a:pt x="335" y="112"/>
                    <a:pt x="335" y="112"/>
                  </a:cubicBezTo>
                  <a:cubicBezTo>
                    <a:pt x="338" y="109"/>
                    <a:pt x="342" y="108"/>
                    <a:pt x="346" y="110"/>
                  </a:cubicBezTo>
                  <a:cubicBezTo>
                    <a:pt x="346" y="110"/>
                    <a:pt x="346" y="110"/>
                    <a:pt x="346" y="110"/>
                  </a:cubicBezTo>
                  <a:cubicBezTo>
                    <a:pt x="349" y="112"/>
                    <a:pt x="350" y="117"/>
                    <a:pt x="348" y="120"/>
                  </a:cubicBezTo>
                  <a:cubicBezTo>
                    <a:pt x="348" y="120"/>
                    <a:pt x="348" y="120"/>
                    <a:pt x="348" y="120"/>
                  </a:cubicBezTo>
                  <a:cubicBezTo>
                    <a:pt x="346" y="122"/>
                    <a:pt x="344" y="123"/>
                    <a:pt x="342" y="123"/>
                  </a:cubicBezTo>
                  <a:cubicBezTo>
                    <a:pt x="342" y="123"/>
                    <a:pt x="342" y="123"/>
                    <a:pt x="342" y="123"/>
                  </a:cubicBezTo>
                  <a:cubicBezTo>
                    <a:pt x="340" y="123"/>
                    <a:pt x="339" y="123"/>
                    <a:pt x="338" y="122"/>
                  </a:cubicBezTo>
                  <a:close/>
                  <a:moveTo>
                    <a:pt x="300" y="100"/>
                  </a:moveTo>
                  <a:cubicBezTo>
                    <a:pt x="300" y="100"/>
                    <a:pt x="300" y="100"/>
                    <a:pt x="300" y="100"/>
                  </a:cubicBezTo>
                  <a:cubicBezTo>
                    <a:pt x="300" y="100"/>
                    <a:pt x="300" y="100"/>
                    <a:pt x="300" y="100"/>
                  </a:cubicBezTo>
                  <a:cubicBezTo>
                    <a:pt x="296" y="98"/>
                    <a:pt x="295" y="93"/>
                    <a:pt x="297" y="90"/>
                  </a:cubicBezTo>
                  <a:cubicBezTo>
                    <a:pt x="297" y="90"/>
                    <a:pt x="297" y="90"/>
                    <a:pt x="297" y="90"/>
                  </a:cubicBezTo>
                  <a:cubicBezTo>
                    <a:pt x="299" y="86"/>
                    <a:pt x="303" y="85"/>
                    <a:pt x="307" y="87"/>
                  </a:cubicBezTo>
                  <a:cubicBezTo>
                    <a:pt x="307" y="87"/>
                    <a:pt x="307" y="87"/>
                    <a:pt x="307" y="87"/>
                  </a:cubicBezTo>
                  <a:cubicBezTo>
                    <a:pt x="310" y="89"/>
                    <a:pt x="312" y="93"/>
                    <a:pt x="310" y="97"/>
                  </a:cubicBezTo>
                  <a:cubicBezTo>
                    <a:pt x="310" y="97"/>
                    <a:pt x="310" y="97"/>
                    <a:pt x="310" y="97"/>
                  </a:cubicBezTo>
                  <a:cubicBezTo>
                    <a:pt x="309" y="99"/>
                    <a:pt x="306" y="101"/>
                    <a:pt x="303" y="101"/>
                  </a:cubicBezTo>
                  <a:cubicBezTo>
                    <a:pt x="303" y="101"/>
                    <a:pt x="303" y="101"/>
                    <a:pt x="303" y="101"/>
                  </a:cubicBezTo>
                  <a:cubicBezTo>
                    <a:pt x="302" y="101"/>
                    <a:pt x="301" y="101"/>
                    <a:pt x="300" y="100"/>
                  </a:cubicBezTo>
                  <a:close/>
                  <a:moveTo>
                    <a:pt x="261" y="80"/>
                  </a:moveTo>
                  <a:cubicBezTo>
                    <a:pt x="257" y="78"/>
                    <a:pt x="256" y="74"/>
                    <a:pt x="257" y="70"/>
                  </a:cubicBezTo>
                  <a:cubicBezTo>
                    <a:pt x="257" y="70"/>
                    <a:pt x="257" y="70"/>
                    <a:pt x="257" y="70"/>
                  </a:cubicBezTo>
                  <a:cubicBezTo>
                    <a:pt x="259" y="67"/>
                    <a:pt x="263" y="65"/>
                    <a:pt x="267" y="67"/>
                  </a:cubicBezTo>
                  <a:cubicBezTo>
                    <a:pt x="267" y="67"/>
                    <a:pt x="267" y="67"/>
                    <a:pt x="267" y="67"/>
                  </a:cubicBezTo>
                  <a:cubicBezTo>
                    <a:pt x="271" y="68"/>
                    <a:pt x="272" y="73"/>
                    <a:pt x="270" y="76"/>
                  </a:cubicBezTo>
                  <a:cubicBezTo>
                    <a:pt x="270" y="76"/>
                    <a:pt x="270" y="76"/>
                    <a:pt x="270" y="76"/>
                  </a:cubicBezTo>
                  <a:cubicBezTo>
                    <a:pt x="269" y="79"/>
                    <a:pt x="267" y="81"/>
                    <a:pt x="264" y="81"/>
                  </a:cubicBezTo>
                  <a:cubicBezTo>
                    <a:pt x="264" y="81"/>
                    <a:pt x="264" y="81"/>
                    <a:pt x="264" y="81"/>
                  </a:cubicBezTo>
                  <a:cubicBezTo>
                    <a:pt x="263" y="81"/>
                    <a:pt x="262" y="80"/>
                    <a:pt x="261" y="80"/>
                  </a:cubicBezTo>
                  <a:close/>
                  <a:moveTo>
                    <a:pt x="220" y="63"/>
                  </a:moveTo>
                  <a:cubicBezTo>
                    <a:pt x="217" y="61"/>
                    <a:pt x="215" y="57"/>
                    <a:pt x="216" y="53"/>
                  </a:cubicBezTo>
                  <a:cubicBezTo>
                    <a:pt x="216" y="53"/>
                    <a:pt x="216" y="53"/>
                    <a:pt x="216" y="53"/>
                  </a:cubicBezTo>
                  <a:cubicBezTo>
                    <a:pt x="218" y="49"/>
                    <a:pt x="222" y="47"/>
                    <a:pt x="226" y="49"/>
                  </a:cubicBezTo>
                  <a:cubicBezTo>
                    <a:pt x="226" y="49"/>
                    <a:pt x="226" y="49"/>
                    <a:pt x="226" y="49"/>
                  </a:cubicBezTo>
                  <a:cubicBezTo>
                    <a:pt x="230" y="50"/>
                    <a:pt x="231" y="55"/>
                    <a:pt x="230" y="58"/>
                  </a:cubicBezTo>
                  <a:cubicBezTo>
                    <a:pt x="230" y="58"/>
                    <a:pt x="230" y="58"/>
                    <a:pt x="230" y="58"/>
                  </a:cubicBezTo>
                  <a:cubicBezTo>
                    <a:pt x="229" y="61"/>
                    <a:pt x="226" y="63"/>
                    <a:pt x="223" y="63"/>
                  </a:cubicBezTo>
                  <a:cubicBezTo>
                    <a:pt x="223" y="63"/>
                    <a:pt x="223" y="63"/>
                    <a:pt x="223" y="63"/>
                  </a:cubicBezTo>
                  <a:cubicBezTo>
                    <a:pt x="222" y="63"/>
                    <a:pt x="221" y="63"/>
                    <a:pt x="220" y="63"/>
                  </a:cubicBezTo>
                  <a:close/>
                  <a:moveTo>
                    <a:pt x="179" y="48"/>
                  </a:moveTo>
                  <a:cubicBezTo>
                    <a:pt x="175" y="46"/>
                    <a:pt x="173" y="42"/>
                    <a:pt x="174" y="39"/>
                  </a:cubicBezTo>
                  <a:cubicBezTo>
                    <a:pt x="174" y="39"/>
                    <a:pt x="174" y="39"/>
                    <a:pt x="174" y="39"/>
                  </a:cubicBezTo>
                  <a:cubicBezTo>
                    <a:pt x="176" y="35"/>
                    <a:pt x="180" y="33"/>
                    <a:pt x="184" y="34"/>
                  </a:cubicBezTo>
                  <a:cubicBezTo>
                    <a:pt x="184" y="34"/>
                    <a:pt x="184" y="34"/>
                    <a:pt x="184" y="34"/>
                  </a:cubicBezTo>
                  <a:cubicBezTo>
                    <a:pt x="187" y="35"/>
                    <a:pt x="189" y="39"/>
                    <a:pt x="188" y="43"/>
                  </a:cubicBezTo>
                  <a:cubicBezTo>
                    <a:pt x="188" y="43"/>
                    <a:pt x="188" y="43"/>
                    <a:pt x="188" y="43"/>
                  </a:cubicBezTo>
                  <a:cubicBezTo>
                    <a:pt x="187" y="46"/>
                    <a:pt x="184" y="48"/>
                    <a:pt x="181" y="48"/>
                  </a:cubicBezTo>
                  <a:cubicBezTo>
                    <a:pt x="181" y="48"/>
                    <a:pt x="181" y="48"/>
                    <a:pt x="181" y="48"/>
                  </a:cubicBezTo>
                  <a:cubicBezTo>
                    <a:pt x="181" y="48"/>
                    <a:pt x="180" y="48"/>
                    <a:pt x="179" y="48"/>
                  </a:cubicBezTo>
                  <a:close/>
                  <a:moveTo>
                    <a:pt x="137" y="36"/>
                  </a:moveTo>
                  <a:cubicBezTo>
                    <a:pt x="133" y="35"/>
                    <a:pt x="130" y="31"/>
                    <a:pt x="132" y="27"/>
                  </a:cubicBezTo>
                  <a:cubicBezTo>
                    <a:pt x="132" y="27"/>
                    <a:pt x="132" y="27"/>
                    <a:pt x="132" y="27"/>
                  </a:cubicBezTo>
                  <a:cubicBezTo>
                    <a:pt x="133" y="23"/>
                    <a:pt x="136" y="20"/>
                    <a:pt x="140" y="21"/>
                  </a:cubicBezTo>
                  <a:cubicBezTo>
                    <a:pt x="140" y="21"/>
                    <a:pt x="140" y="21"/>
                    <a:pt x="140" y="21"/>
                  </a:cubicBezTo>
                  <a:cubicBezTo>
                    <a:pt x="144" y="22"/>
                    <a:pt x="147" y="26"/>
                    <a:pt x="146" y="30"/>
                  </a:cubicBezTo>
                  <a:cubicBezTo>
                    <a:pt x="146" y="30"/>
                    <a:pt x="146" y="30"/>
                    <a:pt x="146" y="30"/>
                  </a:cubicBezTo>
                  <a:cubicBezTo>
                    <a:pt x="145" y="34"/>
                    <a:pt x="142" y="36"/>
                    <a:pt x="139" y="36"/>
                  </a:cubicBezTo>
                  <a:cubicBezTo>
                    <a:pt x="139" y="36"/>
                    <a:pt x="139" y="36"/>
                    <a:pt x="139" y="36"/>
                  </a:cubicBezTo>
                  <a:cubicBezTo>
                    <a:pt x="138" y="36"/>
                    <a:pt x="137" y="36"/>
                    <a:pt x="137" y="36"/>
                  </a:cubicBezTo>
                  <a:close/>
                  <a:moveTo>
                    <a:pt x="94" y="26"/>
                  </a:moveTo>
                  <a:cubicBezTo>
                    <a:pt x="90" y="25"/>
                    <a:pt x="87" y="21"/>
                    <a:pt x="88" y="18"/>
                  </a:cubicBezTo>
                  <a:cubicBezTo>
                    <a:pt x="88" y="18"/>
                    <a:pt x="88" y="18"/>
                    <a:pt x="88" y="18"/>
                  </a:cubicBezTo>
                  <a:cubicBezTo>
                    <a:pt x="89" y="14"/>
                    <a:pt x="93" y="11"/>
                    <a:pt x="97" y="12"/>
                  </a:cubicBezTo>
                  <a:cubicBezTo>
                    <a:pt x="97" y="12"/>
                    <a:pt x="97" y="12"/>
                    <a:pt x="97" y="12"/>
                  </a:cubicBezTo>
                  <a:cubicBezTo>
                    <a:pt x="101" y="12"/>
                    <a:pt x="103" y="16"/>
                    <a:pt x="102" y="20"/>
                  </a:cubicBezTo>
                  <a:cubicBezTo>
                    <a:pt x="102" y="20"/>
                    <a:pt x="102" y="20"/>
                    <a:pt x="102" y="20"/>
                  </a:cubicBezTo>
                  <a:cubicBezTo>
                    <a:pt x="102" y="24"/>
                    <a:pt x="99" y="26"/>
                    <a:pt x="95" y="26"/>
                  </a:cubicBezTo>
                  <a:cubicBezTo>
                    <a:pt x="95" y="26"/>
                    <a:pt x="95" y="26"/>
                    <a:pt x="95" y="26"/>
                  </a:cubicBezTo>
                  <a:cubicBezTo>
                    <a:pt x="95" y="26"/>
                    <a:pt x="94" y="26"/>
                    <a:pt x="94" y="26"/>
                  </a:cubicBezTo>
                  <a:close/>
                  <a:moveTo>
                    <a:pt x="50" y="19"/>
                  </a:moveTo>
                  <a:cubicBezTo>
                    <a:pt x="50" y="19"/>
                    <a:pt x="50" y="19"/>
                    <a:pt x="50" y="19"/>
                  </a:cubicBezTo>
                  <a:cubicBezTo>
                    <a:pt x="50" y="19"/>
                    <a:pt x="50" y="19"/>
                    <a:pt x="50" y="19"/>
                  </a:cubicBezTo>
                  <a:cubicBezTo>
                    <a:pt x="46" y="19"/>
                    <a:pt x="44" y="15"/>
                    <a:pt x="44" y="11"/>
                  </a:cubicBezTo>
                  <a:cubicBezTo>
                    <a:pt x="44" y="11"/>
                    <a:pt x="44" y="11"/>
                    <a:pt x="44" y="11"/>
                  </a:cubicBezTo>
                  <a:cubicBezTo>
                    <a:pt x="45" y="7"/>
                    <a:pt x="48" y="4"/>
                    <a:pt x="52" y="5"/>
                  </a:cubicBezTo>
                  <a:cubicBezTo>
                    <a:pt x="52" y="5"/>
                    <a:pt x="52" y="5"/>
                    <a:pt x="52" y="5"/>
                  </a:cubicBezTo>
                  <a:cubicBezTo>
                    <a:pt x="56" y="5"/>
                    <a:pt x="59" y="9"/>
                    <a:pt x="59" y="13"/>
                  </a:cubicBezTo>
                  <a:cubicBezTo>
                    <a:pt x="59" y="13"/>
                    <a:pt x="59" y="13"/>
                    <a:pt x="59" y="13"/>
                  </a:cubicBezTo>
                  <a:cubicBezTo>
                    <a:pt x="58" y="17"/>
                    <a:pt x="55" y="19"/>
                    <a:pt x="51" y="19"/>
                  </a:cubicBezTo>
                  <a:cubicBezTo>
                    <a:pt x="51" y="19"/>
                    <a:pt x="51" y="19"/>
                    <a:pt x="51" y="19"/>
                  </a:cubicBezTo>
                  <a:cubicBezTo>
                    <a:pt x="51" y="19"/>
                    <a:pt x="51" y="19"/>
                    <a:pt x="50" y="19"/>
                  </a:cubicBezTo>
                  <a:close/>
                  <a:moveTo>
                    <a:pt x="7" y="15"/>
                  </a:moveTo>
                  <a:cubicBezTo>
                    <a:pt x="7" y="15"/>
                    <a:pt x="7" y="15"/>
                    <a:pt x="7" y="15"/>
                  </a:cubicBezTo>
                  <a:cubicBezTo>
                    <a:pt x="7" y="15"/>
                    <a:pt x="7" y="15"/>
                    <a:pt x="7" y="15"/>
                  </a:cubicBezTo>
                  <a:cubicBezTo>
                    <a:pt x="3" y="15"/>
                    <a:pt x="0" y="12"/>
                    <a:pt x="0" y="7"/>
                  </a:cubicBezTo>
                  <a:cubicBezTo>
                    <a:pt x="0" y="7"/>
                    <a:pt x="0" y="7"/>
                    <a:pt x="0" y="7"/>
                  </a:cubicBezTo>
                  <a:cubicBezTo>
                    <a:pt x="0" y="3"/>
                    <a:pt x="4" y="0"/>
                    <a:pt x="8" y="1"/>
                  </a:cubicBezTo>
                  <a:cubicBezTo>
                    <a:pt x="8" y="1"/>
                    <a:pt x="8" y="1"/>
                    <a:pt x="8" y="1"/>
                  </a:cubicBezTo>
                  <a:cubicBezTo>
                    <a:pt x="12" y="1"/>
                    <a:pt x="15" y="4"/>
                    <a:pt x="14" y="8"/>
                  </a:cubicBezTo>
                  <a:cubicBezTo>
                    <a:pt x="14" y="8"/>
                    <a:pt x="14" y="8"/>
                    <a:pt x="14" y="8"/>
                  </a:cubicBezTo>
                  <a:cubicBezTo>
                    <a:pt x="14" y="12"/>
                    <a:pt x="11" y="15"/>
                    <a:pt x="7" y="15"/>
                  </a:cubicBezTo>
                  <a:cubicBezTo>
                    <a:pt x="7" y="15"/>
                    <a:pt x="7" y="15"/>
                    <a:pt x="7" y="15"/>
                  </a:cubicBezTo>
                  <a:cubicBezTo>
                    <a:pt x="7" y="15"/>
                    <a:pt x="7" y="15"/>
                    <a:pt x="7"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5" name="Freeform 129">
              <a:extLst>
                <a:ext uri="{FF2B5EF4-FFF2-40B4-BE49-F238E27FC236}">
                  <a16:creationId xmlns:a16="http://schemas.microsoft.com/office/drawing/2014/main" id="{76DA90E2-0439-723F-F9D6-C9A40852A8AB}"/>
                </a:ext>
              </a:extLst>
            </p:cNvPr>
            <p:cNvSpPr>
              <a:spLocks noEditPoints="1"/>
            </p:cNvSpPr>
            <p:nvPr/>
          </p:nvSpPr>
          <p:spPr bwMode="auto">
            <a:xfrm>
              <a:off x="275586" y="239959"/>
              <a:ext cx="297615" cy="179245"/>
            </a:xfrm>
            <a:custGeom>
              <a:avLst/>
              <a:gdLst>
                <a:gd name="T0" fmla="*/ 2 w 566"/>
                <a:gd name="T1" fmla="*/ 330 h 341"/>
                <a:gd name="T2" fmla="*/ 15 w 566"/>
                <a:gd name="T3" fmla="*/ 337 h 341"/>
                <a:gd name="T4" fmla="*/ 8 w 566"/>
                <a:gd name="T5" fmla="*/ 341 h 341"/>
                <a:gd name="T6" fmla="*/ 27 w 566"/>
                <a:gd name="T7" fmla="*/ 292 h 341"/>
                <a:gd name="T8" fmla="*/ 37 w 566"/>
                <a:gd name="T9" fmla="*/ 291 h 341"/>
                <a:gd name="T10" fmla="*/ 33 w 566"/>
                <a:gd name="T11" fmla="*/ 304 h 341"/>
                <a:gd name="T12" fmla="*/ 55 w 566"/>
                <a:gd name="T13" fmla="*/ 267 h 341"/>
                <a:gd name="T14" fmla="*/ 64 w 566"/>
                <a:gd name="T15" fmla="*/ 256 h 341"/>
                <a:gd name="T16" fmla="*/ 65 w 566"/>
                <a:gd name="T17" fmla="*/ 266 h 341"/>
                <a:gd name="T18" fmla="*/ 55 w 566"/>
                <a:gd name="T19" fmla="*/ 267 h 341"/>
                <a:gd name="T20" fmla="*/ 83 w 566"/>
                <a:gd name="T21" fmla="*/ 223 h 341"/>
                <a:gd name="T22" fmla="*/ 94 w 566"/>
                <a:gd name="T23" fmla="*/ 233 h 341"/>
                <a:gd name="T24" fmla="*/ 89 w 566"/>
                <a:gd name="T25" fmla="*/ 235 h 341"/>
                <a:gd name="T26" fmla="*/ 115 w 566"/>
                <a:gd name="T27" fmla="*/ 191 h 341"/>
                <a:gd name="T28" fmla="*/ 125 w 566"/>
                <a:gd name="T29" fmla="*/ 192 h 341"/>
                <a:gd name="T30" fmla="*/ 120 w 566"/>
                <a:gd name="T31" fmla="*/ 204 h 341"/>
                <a:gd name="T32" fmla="*/ 148 w 566"/>
                <a:gd name="T33" fmla="*/ 172 h 341"/>
                <a:gd name="T34" fmla="*/ 159 w 566"/>
                <a:gd name="T35" fmla="*/ 163 h 341"/>
                <a:gd name="T36" fmla="*/ 158 w 566"/>
                <a:gd name="T37" fmla="*/ 173 h 341"/>
                <a:gd name="T38" fmla="*/ 148 w 566"/>
                <a:gd name="T39" fmla="*/ 172 h 341"/>
                <a:gd name="T40" fmla="*/ 184 w 566"/>
                <a:gd name="T41" fmla="*/ 134 h 341"/>
                <a:gd name="T42" fmla="*/ 192 w 566"/>
                <a:gd name="T43" fmla="*/ 146 h 341"/>
                <a:gd name="T44" fmla="*/ 192 w 566"/>
                <a:gd name="T45" fmla="*/ 146 h 341"/>
                <a:gd name="T46" fmla="*/ 182 w 566"/>
                <a:gd name="T47" fmla="*/ 144 h 341"/>
                <a:gd name="T48" fmla="*/ 221 w 566"/>
                <a:gd name="T49" fmla="*/ 109 h 341"/>
                <a:gd name="T50" fmla="*/ 229 w 566"/>
                <a:gd name="T51" fmla="*/ 121 h 341"/>
                <a:gd name="T52" fmla="*/ 229 w 566"/>
                <a:gd name="T53" fmla="*/ 121 h 341"/>
                <a:gd name="T54" fmla="*/ 219 w 566"/>
                <a:gd name="T55" fmla="*/ 119 h 341"/>
                <a:gd name="T56" fmla="*/ 260 w 566"/>
                <a:gd name="T57" fmla="*/ 86 h 341"/>
                <a:gd name="T58" fmla="*/ 267 w 566"/>
                <a:gd name="T59" fmla="*/ 99 h 341"/>
                <a:gd name="T60" fmla="*/ 267 w 566"/>
                <a:gd name="T61" fmla="*/ 99 h 341"/>
                <a:gd name="T62" fmla="*/ 257 w 566"/>
                <a:gd name="T63" fmla="*/ 96 h 341"/>
                <a:gd name="T64" fmla="*/ 300 w 566"/>
                <a:gd name="T65" fmla="*/ 66 h 341"/>
                <a:gd name="T66" fmla="*/ 306 w 566"/>
                <a:gd name="T67" fmla="*/ 79 h 341"/>
                <a:gd name="T68" fmla="*/ 303 w 566"/>
                <a:gd name="T69" fmla="*/ 80 h 341"/>
                <a:gd name="T70" fmla="*/ 341 w 566"/>
                <a:gd name="T71" fmla="*/ 48 h 341"/>
                <a:gd name="T72" fmla="*/ 350 w 566"/>
                <a:gd name="T73" fmla="*/ 53 h 341"/>
                <a:gd name="T74" fmla="*/ 346 w 566"/>
                <a:gd name="T75" fmla="*/ 62 h 341"/>
                <a:gd name="T76" fmla="*/ 343 w 566"/>
                <a:gd name="T77" fmla="*/ 63 h 341"/>
                <a:gd name="T78" fmla="*/ 383 w 566"/>
                <a:gd name="T79" fmla="*/ 33 h 341"/>
                <a:gd name="T80" fmla="*/ 392 w 566"/>
                <a:gd name="T81" fmla="*/ 38 h 341"/>
                <a:gd name="T82" fmla="*/ 387 w 566"/>
                <a:gd name="T83" fmla="*/ 47 h 341"/>
                <a:gd name="T84" fmla="*/ 385 w 566"/>
                <a:gd name="T85" fmla="*/ 48 h 341"/>
                <a:gd name="T86" fmla="*/ 426 w 566"/>
                <a:gd name="T87" fmla="*/ 21 h 341"/>
                <a:gd name="T88" fmla="*/ 435 w 566"/>
                <a:gd name="T89" fmla="*/ 26 h 341"/>
                <a:gd name="T90" fmla="*/ 428 w 566"/>
                <a:gd name="T91" fmla="*/ 36 h 341"/>
                <a:gd name="T92" fmla="*/ 464 w 566"/>
                <a:gd name="T93" fmla="*/ 20 h 341"/>
                <a:gd name="T94" fmla="*/ 478 w 566"/>
                <a:gd name="T95" fmla="*/ 17 h 341"/>
                <a:gd name="T96" fmla="*/ 472 w 566"/>
                <a:gd name="T97" fmla="*/ 26 h 341"/>
                <a:gd name="T98" fmla="*/ 471 w 566"/>
                <a:gd name="T99" fmla="*/ 26 h 341"/>
                <a:gd name="T100" fmla="*/ 507 w 566"/>
                <a:gd name="T101" fmla="*/ 13 h 341"/>
                <a:gd name="T102" fmla="*/ 522 w 566"/>
                <a:gd name="T103" fmla="*/ 11 h 341"/>
                <a:gd name="T104" fmla="*/ 516 w 566"/>
                <a:gd name="T105" fmla="*/ 19 h 341"/>
                <a:gd name="T106" fmla="*/ 507 w 566"/>
                <a:gd name="T107" fmla="*/ 13 h 341"/>
                <a:gd name="T108" fmla="*/ 558 w 566"/>
                <a:gd name="T109" fmla="*/ 1 h 341"/>
                <a:gd name="T110" fmla="*/ 559 w 566"/>
                <a:gd name="T111" fmla="*/ 15 h 341"/>
                <a:gd name="T112" fmla="*/ 559 w 566"/>
                <a:gd name="T113" fmla="*/ 15 h 341"/>
                <a:gd name="T114" fmla="*/ 552 w 566"/>
                <a:gd name="T11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66" h="341">
                  <a:moveTo>
                    <a:pt x="5" y="340"/>
                  </a:moveTo>
                  <a:cubicBezTo>
                    <a:pt x="1" y="338"/>
                    <a:pt x="0" y="333"/>
                    <a:pt x="2" y="330"/>
                  </a:cubicBezTo>
                  <a:cubicBezTo>
                    <a:pt x="2" y="330"/>
                    <a:pt x="2" y="330"/>
                    <a:pt x="2" y="330"/>
                  </a:cubicBezTo>
                  <a:cubicBezTo>
                    <a:pt x="4" y="326"/>
                    <a:pt x="9" y="325"/>
                    <a:pt x="12" y="327"/>
                  </a:cubicBezTo>
                  <a:cubicBezTo>
                    <a:pt x="12" y="327"/>
                    <a:pt x="12" y="327"/>
                    <a:pt x="12" y="327"/>
                  </a:cubicBezTo>
                  <a:cubicBezTo>
                    <a:pt x="16" y="330"/>
                    <a:pt x="17" y="334"/>
                    <a:pt x="15" y="337"/>
                  </a:cubicBezTo>
                  <a:cubicBezTo>
                    <a:pt x="15" y="337"/>
                    <a:pt x="15" y="337"/>
                    <a:pt x="15" y="337"/>
                  </a:cubicBezTo>
                  <a:cubicBezTo>
                    <a:pt x="13" y="340"/>
                    <a:pt x="11" y="341"/>
                    <a:pt x="8" y="341"/>
                  </a:cubicBezTo>
                  <a:cubicBezTo>
                    <a:pt x="8" y="341"/>
                    <a:pt x="8" y="341"/>
                    <a:pt x="8" y="341"/>
                  </a:cubicBezTo>
                  <a:cubicBezTo>
                    <a:pt x="7" y="341"/>
                    <a:pt x="6" y="341"/>
                    <a:pt x="5" y="340"/>
                  </a:cubicBezTo>
                  <a:close/>
                  <a:moveTo>
                    <a:pt x="29" y="303"/>
                  </a:moveTo>
                  <a:cubicBezTo>
                    <a:pt x="25" y="300"/>
                    <a:pt x="25" y="296"/>
                    <a:pt x="27" y="292"/>
                  </a:cubicBezTo>
                  <a:cubicBezTo>
                    <a:pt x="27" y="292"/>
                    <a:pt x="27" y="292"/>
                    <a:pt x="27" y="292"/>
                  </a:cubicBezTo>
                  <a:cubicBezTo>
                    <a:pt x="29" y="289"/>
                    <a:pt x="34" y="288"/>
                    <a:pt x="37" y="291"/>
                  </a:cubicBezTo>
                  <a:cubicBezTo>
                    <a:pt x="37" y="291"/>
                    <a:pt x="37" y="291"/>
                    <a:pt x="37" y="291"/>
                  </a:cubicBezTo>
                  <a:cubicBezTo>
                    <a:pt x="40" y="293"/>
                    <a:pt x="41" y="298"/>
                    <a:pt x="39" y="301"/>
                  </a:cubicBezTo>
                  <a:cubicBezTo>
                    <a:pt x="39" y="301"/>
                    <a:pt x="39" y="301"/>
                    <a:pt x="39" y="301"/>
                  </a:cubicBezTo>
                  <a:cubicBezTo>
                    <a:pt x="37" y="303"/>
                    <a:pt x="35" y="304"/>
                    <a:pt x="33" y="304"/>
                  </a:cubicBezTo>
                  <a:cubicBezTo>
                    <a:pt x="33" y="304"/>
                    <a:pt x="33" y="304"/>
                    <a:pt x="33" y="304"/>
                  </a:cubicBezTo>
                  <a:cubicBezTo>
                    <a:pt x="31" y="304"/>
                    <a:pt x="30" y="304"/>
                    <a:pt x="29" y="303"/>
                  </a:cubicBezTo>
                  <a:close/>
                  <a:moveTo>
                    <a:pt x="55" y="267"/>
                  </a:moveTo>
                  <a:cubicBezTo>
                    <a:pt x="52" y="265"/>
                    <a:pt x="52" y="260"/>
                    <a:pt x="54" y="257"/>
                  </a:cubicBezTo>
                  <a:cubicBezTo>
                    <a:pt x="54" y="257"/>
                    <a:pt x="54" y="257"/>
                    <a:pt x="54" y="257"/>
                  </a:cubicBezTo>
                  <a:cubicBezTo>
                    <a:pt x="57" y="254"/>
                    <a:pt x="61" y="253"/>
                    <a:pt x="64" y="256"/>
                  </a:cubicBezTo>
                  <a:cubicBezTo>
                    <a:pt x="64" y="256"/>
                    <a:pt x="64" y="256"/>
                    <a:pt x="64" y="256"/>
                  </a:cubicBezTo>
                  <a:cubicBezTo>
                    <a:pt x="67" y="258"/>
                    <a:pt x="68" y="263"/>
                    <a:pt x="65" y="266"/>
                  </a:cubicBezTo>
                  <a:cubicBezTo>
                    <a:pt x="65" y="266"/>
                    <a:pt x="65" y="266"/>
                    <a:pt x="65" y="266"/>
                  </a:cubicBezTo>
                  <a:cubicBezTo>
                    <a:pt x="64" y="268"/>
                    <a:pt x="62" y="269"/>
                    <a:pt x="60" y="269"/>
                  </a:cubicBezTo>
                  <a:cubicBezTo>
                    <a:pt x="60" y="269"/>
                    <a:pt x="60" y="269"/>
                    <a:pt x="60" y="269"/>
                  </a:cubicBezTo>
                  <a:cubicBezTo>
                    <a:pt x="58" y="269"/>
                    <a:pt x="56" y="268"/>
                    <a:pt x="55" y="267"/>
                  </a:cubicBezTo>
                  <a:close/>
                  <a:moveTo>
                    <a:pt x="84" y="233"/>
                  </a:moveTo>
                  <a:cubicBezTo>
                    <a:pt x="81" y="231"/>
                    <a:pt x="81" y="226"/>
                    <a:pt x="83" y="223"/>
                  </a:cubicBezTo>
                  <a:cubicBezTo>
                    <a:pt x="83" y="223"/>
                    <a:pt x="83" y="223"/>
                    <a:pt x="83" y="223"/>
                  </a:cubicBezTo>
                  <a:cubicBezTo>
                    <a:pt x="86" y="220"/>
                    <a:pt x="91" y="220"/>
                    <a:pt x="94" y="223"/>
                  </a:cubicBezTo>
                  <a:cubicBezTo>
                    <a:pt x="94" y="223"/>
                    <a:pt x="94" y="223"/>
                    <a:pt x="94" y="223"/>
                  </a:cubicBezTo>
                  <a:cubicBezTo>
                    <a:pt x="97" y="225"/>
                    <a:pt x="97" y="230"/>
                    <a:pt x="94" y="233"/>
                  </a:cubicBezTo>
                  <a:cubicBezTo>
                    <a:pt x="94" y="233"/>
                    <a:pt x="94" y="233"/>
                    <a:pt x="94" y="233"/>
                  </a:cubicBezTo>
                  <a:cubicBezTo>
                    <a:pt x="93" y="235"/>
                    <a:pt x="91" y="235"/>
                    <a:pt x="89" y="235"/>
                  </a:cubicBezTo>
                  <a:cubicBezTo>
                    <a:pt x="89" y="235"/>
                    <a:pt x="89" y="235"/>
                    <a:pt x="89" y="235"/>
                  </a:cubicBezTo>
                  <a:cubicBezTo>
                    <a:pt x="87" y="235"/>
                    <a:pt x="85" y="235"/>
                    <a:pt x="84" y="233"/>
                  </a:cubicBezTo>
                  <a:close/>
                  <a:moveTo>
                    <a:pt x="115" y="202"/>
                  </a:moveTo>
                  <a:cubicBezTo>
                    <a:pt x="112" y="199"/>
                    <a:pt x="112" y="194"/>
                    <a:pt x="115" y="191"/>
                  </a:cubicBezTo>
                  <a:cubicBezTo>
                    <a:pt x="115" y="191"/>
                    <a:pt x="115" y="191"/>
                    <a:pt x="115" y="191"/>
                  </a:cubicBezTo>
                  <a:cubicBezTo>
                    <a:pt x="118" y="189"/>
                    <a:pt x="123" y="189"/>
                    <a:pt x="125" y="192"/>
                  </a:cubicBezTo>
                  <a:cubicBezTo>
                    <a:pt x="125" y="192"/>
                    <a:pt x="125" y="192"/>
                    <a:pt x="125" y="192"/>
                  </a:cubicBezTo>
                  <a:cubicBezTo>
                    <a:pt x="128" y="195"/>
                    <a:pt x="128" y="199"/>
                    <a:pt x="125" y="202"/>
                  </a:cubicBezTo>
                  <a:cubicBezTo>
                    <a:pt x="125" y="202"/>
                    <a:pt x="125" y="202"/>
                    <a:pt x="125" y="202"/>
                  </a:cubicBezTo>
                  <a:cubicBezTo>
                    <a:pt x="124" y="203"/>
                    <a:pt x="122" y="204"/>
                    <a:pt x="120" y="204"/>
                  </a:cubicBezTo>
                  <a:cubicBezTo>
                    <a:pt x="120" y="204"/>
                    <a:pt x="120" y="204"/>
                    <a:pt x="120" y="204"/>
                  </a:cubicBezTo>
                  <a:cubicBezTo>
                    <a:pt x="118" y="204"/>
                    <a:pt x="116" y="203"/>
                    <a:pt x="115" y="202"/>
                  </a:cubicBezTo>
                  <a:close/>
                  <a:moveTo>
                    <a:pt x="148" y="172"/>
                  </a:moveTo>
                  <a:cubicBezTo>
                    <a:pt x="145" y="169"/>
                    <a:pt x="145" y="164"/>
                    <a:pt x="149" y="162"/>
                  </a:cubicBezTo>
                  <a:cubicBezTo>
                    <a:pt x="149" y="162"/>
                    <a:pt x="149" y="162"/>
                    <a:pt x="149" y="162"/>
                  </a:cubicBezTo>
                  <a:cubicBezTo>
                    <a:pt x="152" y="159"/>
                    <a:pt x="156" y="160"/>
                    <a:pt x="159" y="163"/>
                  </a:cubicBezTo>
                  <a:cubicBezTo>
                    <a:pt x="159" y="163"/>
                    <a:pt x="159" y="163"/>
                    <a:pt x="159" y="163"/>
                  </a:cubicBezTo>
                  <a:cubicBezTo>
                    <a:pt x="161" y="166"/>
                    <a:pt x="161" y="170"/>
                    <a:pt x="158" y="173"/>
                  </a:cubicBezTo>
                  <a:cubicBezTo>
                    <a:pt x="158" y="173"/>
                    <a:pt x="158" y="173"/>
                    <a:pt x="158" y="173"/>
                  </a:cubicBezTo>
                  <a:cubicBezTo>
                    <a:pt x="157" y="174"/>
                    <a:pt x="155" y="175"/>
                    <a:pt x="153" y="175"/>
                  </a:cubicBezTo>
                  <a:cubicBezTo>
                    <a:pt x="153" y="175"/>
                    <a:pt x="153" y="175"/>
                    <a:pt x="153" y="175"/>
                  </a:cubicBezTo>
                  <a:cubicBezTo>
                    <a:pt x="151" y="175"/>
                    <a:pt x="149" y="174"/>
                    <a:pt x="148" y="172"/>
                  </a:cubicBezTo>
                  <a:close/>
                  <a:moveTo>
                    <a:pt x="182" y="144"/>
                  </a:moveTo>
                  <a:cubicBezTo>
                    <a:pt x="180" y="141"/>
                    <a:pt x="181" y="137"/>
                    <a:pt x="184" y="134"/>
                  </a:cubicBezTo>
                  <a:cubicBezTo>
                    <a:pt x="184" y="134"/>
                    <a:pt x="184" y="134"/>
                    <a:pt x="184" y="134"/>
                  </a:cubicBezTo>
                  <a:cubicBezTo>
                    <a:pt x="187" y="132"/>
                    <a:pt x="192" y="132"/>
                    <a:pt x="194" y="136"/>
                  </a:cubicBezTo>
                  <a:cubicBezTo>
                    <a:pt x="194" y="136"/>
                    <a:pt x="194" y="136"/>
                    <a:pt x="194" y="136"/>
                  </a:cubicBezTo>
                  <a:cubicBezTo>
                    <a:pt x="196" y="139"/>
                    <a:pt x="196" y="144"/>
                    <a:pt x="192" y="146"/>
                  </a:cubicBezTo>
                  <a:cubicBezTo>
                    <a:pt x="192" y="146"/>
                    <a:pt x="192" y="146"/>
                    <a:pt x="192" y="146"/>
                  </a:cubicBezTo>
                  <a:cubicBezTo>
                    <a:pt x="192" y="146"/>
                    <a:pt x="192" y="146"/>
                    <a:pt x="192" y="146"/>
                  </a:cubicBezTo>
                  <a:cubicBezTo>
                    <a:pt x="192" y="146"/>
                    <a:pt x="192" y="146"/>
                    <a:pt x="192" y="146"/>
                  </a:cubicBezTo>
                  <a:cubicBezTo>
                    <a:pt x="191" y="147"/>
                    <a:pt x="190" y="147"/>
                    <a:pt x="188" y="147"/>
                  </a:cubicBezTo>
                  <a:cubicBezTo>
                    <a:pt x="188" y="147"/>
                    <a:pt x="188" y="147"/>
                    <a:pt x="188" y="147"/>
                  </a:cubicBezTo>
                  <a:cubicBezTo>
                    <a:pt x="186" y="147"/>
                    <a:pt x="184" y="146"/>
                    <a:pt x="182" y="144"/>
                  </a:cubicBezTo>
                  <a:close/>
                  <a:moveTo>
                    <a:pt x="219" y="119"/>
                  </a:moveTo>
                  <a:cubicBezTo>
                    <a:pt x="217" y="116"/>
                    <a:pt x="218" y="111"/>
                    <a:pt x="221" y="109"/>
                  </a:cubicBezTo>
                  <a:cubicBezTo>
                    <a:pt x="221" y="109"/>
                    <a:pt x="221" y="109"/>
                    <a:pt x="221" y="109"/>
                  </a:cubicBezTo>
                  <a:cubicBezTo>
                    <a:pt x="224" y="107"/>
                    <a:pt x="229" y="108"/>
                    <a:pt x="231" y="111"/>
                  </a:cubicBezTo>
                  <a:cubicBezTo>
                    <a:pt x="231" y="111"/>
                    <a:pt x="231" y="111"/>
                    <a:pt x="231" y="111"/>
                  </a:cubicBezTo>
                  <a:cubicBezTo>
                    <a:pt x="233" y="115"/>
                    <a:pt x="232" y="119"/>
                    <a:pt x="229" y="121"/>
                  </a:cubicBezTo>
                  <a:cubicBezTo>
                    <a:pt x="229" y="121"/>
                    <a:pt x="229" y="121"/>
                    <a:pt x="229" y="121"/>
                  </a:cubicBezTo>
                  <a:cubicBezTo>
                    <a:pt x="229" y="121"/>
                    <a:pt x="229" y="121"/>
                    <a:pt x="229" y="121"/>
                  </a:cubicBezTo>
                  <a:cubicBezTo>
                    <a:pt x="229" y="121"/>
                    <a:pt x="229" y="121"/>
                    <a:pt x="229" y="121"/>
                  </a:cubicBezTo>
                  <a:cubicBezTo>
                    <a:pt x="228" y="122"/>
                    <a:pt x="226" y="123"/>
                    <a:pt x="225" y="123"/>
                  </a:cubicBezTo>
                  <a:cubicBezTo>
                    <a:pt x="225" y="123"/>
                    <a:pt x="225" y="123"/>
                    <a:pt x="225" y="123"/>
                  </a:cubicBezTo>
                  <a:cubicBezTo>
                    <a:pt x="222" y="123"/>
                    <a:pt x="220" y="121"/>
                    <a:pt x="219" y="119"/>
                  </a:cubicBezTo>
                  <a:close/>
                  <a:moveTo>
                    <a:pt x="257" y="96"/>
                  </a:moveTo>
                  <a:cubicBezTo>
                    <a:pt x="255" y="93"/>
                    <a:pt x="256" y="88"/>
                    <a:pt x="260" y="86"/>
                  </a:cubicBezTo>
                  <a:cubicBezTo>
                    <a:pt x="260" y="86"/>
                    <a:pt x="260" y="86"/>
                    <a:pt x="260" y="86"/>
                  </a:cubicBezTo>
                  <a:cubicBezTo>
                    <a:pt x="263" y="84"/>
                    <a:pt x="268" y="86"/>
                    <a:pt x="269" y="89"/>
                  </a:cubicBezTo>
                  <a:cubicBezTo>
                    <a:pt x="269" y="89"/>
                    <a:pt x="269" y="89"/>
                    <a:pt x="269" y="89"/>
                  </a:cubicBezTo>
                  <a:cubicBezTo>
                    <a:pt x="271" y="93"/>
                    <a:pt x="270" y="97"/>
                    <a:pt x="267" y="99"/>
                  </a:cubicBezTo>
                  <a:cubicBezTo>
                    <a:pt x="267" y="99"/>
                    <a:pt x="267" y="99"/>
                    <a:pt x="267" y="99"/>
                  </a:cubicBezTo>
                  <a:cubicBezTo>
                    <a:pt x="267" y="99"/>
                    <a:pt x="267" y="99"/>
                    <a:pt x="267" y="99"/>
                  </a:cubicBezTo>
                  <a:cubicBezTo>
                    <a:pt x="267" y="99"/>
                    <a:pt x="267" y="99"/>
                    <a:pt x="267" y="99"/>
                  </a:cubicBezTo>
                  <a:cubicBezTo>
                    <a:pt x="266" y="100"/>
                    <a:pt x="264" y="100"/>
                    <a:pt x="263" y="100"/>
                  </a:cubicBezTo>
                  <a:cubicBezTo>
                    <a:pt x="263" y="100"/>
                    <a:pt x="263" y="100"/>
                    <a:pt x="263" y="100"/>
                  </a:cubicBezTo>
                  <a:cubicBezTo>
                    <a:pt x="261" y="100"/>
                    <a:pt x="258" y="99"/>
                    <a:pt x="257" y="96"/>
                  </a:cubicBezTo>
                  <a:close/>
                  <a:moveTo>
                    <a:pt x="296" y="76"/>
                  </a:moveTo>
                  <a:cubicBezTo>
                    <a:pt x="294" y="72"/>
                    <a:pt x="296" y="68"/>
                    <a:pt x="300" y="66"/>
                  </a:cubicBezTo>
                  <a:cubicBezTo>
                    <a:pt x="300" y="66"/>
                    <a:pt x="300" y="66"/>
                    <a:pt x="300" y="66"/>
                  </a:cubicBezTo>
                  <a:cubicBezTo>
                    <a:pt x="303" y="64"/>
                    <a:pt x="307" y="66"/>
                    <a:pt x="309" y="70"/>
                  </a:cubicBezTo>
                  <a:cubicBezTo>
                    <a:pt x="309" y="70"/>
                    <a:pt x="309" y="70"/>
                    <a:pt x="309" y="70"/>
                  </a:cubicBezTo>
                  <a:cubicBezTo>
                    <a:pt x="311" y="73"/>
                    <a:pt x="309" y="78"/>
                    <a:pt x="306" y="79"/>
                  </a:cubicBezTo>
                  <a:cubicBezTo>
                    <a:pt x="306" y="79"/>
                    <a:pt x="306" y="79"/>
                    <a:pt x="306" y="79"/>
                  </a:cubicBezTo>
                  <a:cubicBezTo>
                    <a:pt x="305" y="80"/>
                    <a:pt x="304" y="80"/>
                    <a:pt x="303" y="80"/>
                  </a:cubicBezTo>
                  <a:cubicBezTo>
                    <a:pt x="303" y="80"/>
                    <a:pt x="303" y="80"/>
                    <a:pt x="303" y="80"/>
                  </a:cubicBezTo>
                  <a:cubicBezTo>
                    <a:pt x="300" y="80"/>
                    <a:pt x="297" y="78"/>
                    <a:pt x="296" y="76"/>
                  </a:cubicBezTo>
                  <a:close/>
                  <a:moveTo>
                    <a:pt x="337" y="58"/>
                  </a:moveTo>
                  <a:cubicBezTo>
                    <a:pt x="335" y="54"/>
                    <a:pt x="337" y="50"/>
                    <a:pt x="341" y="48"/>
                  </a:cubicBezTo>
                  <a:cubicBezTo>
                    <a:pt x="341" y="48"/>
                    <a:pt x="341" y="48"/>
                    <a:pt x="341" y="48"/>
                  </a:cubicBezTo>
                  <a:cubicBezTo>
                    <a:pt x="344" y="47"/>
                    <a:pt x="349" y="49"/>
                    <a:pt x="350" y="53"/>
                  </a:cubicBezTo>
                  <a:cubicBezTo>
                    <a:pt x="350" y="53"/>
                    <a:pt x="350" y="53"/>
                    <a:pt x="350" y="53"/>
                  </a:cubicBezTo>
                  <a:cubicBezTo>
                    <a:pt x="352" y="56"/>
                    <a:pt x="350" y="61"/>
                    <a:pt x="346" y="62"/>
                  </a:cubicBezTo>
                  <a:cubicBezTo>
                    <a:pt x="346" y="62"/>
                    <a:pt x="346" y="62"/>
                    <a:pt x="346" y="62"/>
                  </a:cubicBezTo>
                  <a:cubicBezTo>
                    <a:pt x="346" y="62"/>
                    <a:pt x="346" y="62"/>
                    <a:pt x="346" y="62"/>
                  </a:cubicBezTo>
                  <a:cubicBezTo>
                    <a:pt x="346" y="62"/>
                    <a:pt x="346" y="62"/>
                    <a:pt x="346" y="62"/>
                  </a:cubicBezTo>
                  <a:cubicBezTo>
                    <a:pt x="345" y="62"/>
                    <a:pt x="344" y="63"/>
                    <a:pt x="343" y="63"/>
                  </a:cubicBezTo>
                  <a:cubicBezTo>
                    <a:pt x="343" y="63"/>
                    <a:pt x="343" y="63"/>
                    <a:pt x="343" y="63"/>
                  </a:cubicBezTo>
                  <a:cubicBezTo>
                    <a:pt x="340" y="63"/>
                    <a:pt x="338" y="61"/>
                    <a:pt x="337" y="58"/>
                  </a:cubicBezTo>
                  <a:close/>
                  <a:moveTo>
                    <a:pt x="378" y="43"/>
                  </a:moveTo>
                  <a:cubicBezTo>
                    <a:pt x="377" y="39"/>
                    <a:pt x="379" y="35"/>
                    <a:pt x="383" y="33"/>
                  </a:cubicBezTo>
                  <a:cubicBezTo>
                    <a:pt x="383" y="33"/>
                    <a:pt x="383" y="33"/>
                    <a:pt x="383" y="33"/>
                  </a:cubicBezTo>
                  <a:cubicBezTo>
                    <a:pt x="387" y="32"/>
                    <a:pt x="391" y="34"/>
                    <a:pt x="392" y="38"/>
                  </a:cubicBezTo>
                  <a:cubicBezTo>
                    <a:pt x="392" y="38"/>
                    <a:pt x="392" y="38"/>
                    <a:pt x="392" y="38"/>
                  </a:cubicBezTo>
                  <a:cubicBezTo>
                    <a:pt x="393" y="42"/>
                    <a:pt x="391" y="46"/>
                    <a:pt x="387" y="47"/>
                  </a:cubicBezTo>
                  <a:cubicBezTo>
                    <a:pt x="387" y="47"/>
                    <a:pt x="387" y="47"/>
                    <a:pt x="387" y="47"/>
                  </a:cubicBezTo>
                  <a:cubicBezTo>
                    <a:pt x="387" y="47"/>
                    <a:pt x="387" y="47"/>
                    <a:pt x="387" y="47"/>
                  </a:cubicBezTo>
                  <a:cubicBezTo>
                    <a:pt x="387" y="47"/>
                    <a:pt x="387" y="47"/>
                    <a:pt x="387" y="47"/>
                  </a:cubicBezTo>
                  <a:cubicBezTo>
                    <a:pt x="387" y="48"/>
                    <a:pt x="386" y="48"/>
                    <a:pt x="385" y="48"/>
                  </a:cubicBezTo>
                  <a:cubicBezTo>
                    <a:pt x="385" y="48"/>
                    <a:pt x="385" y="48"/>
                    <a:pt x="385" y="48"/>
                  </a:cubicBezTo>
                  <a:cubicBezTo>
                    <a:pt x="382" y="48"/>
                    <a:pt x="379" y="46"/>
                    <a:pt x="378" y="43"/>
                  </a:cubicBezTo>
                  <a:close/>
                  <a:moveTo>
                    <a:pt x="421" y="30"/>
                  </a:moveTo>
                  <a:cubicBezTo>
                    <a:pt x="420" y="26"/>
                    <a:pt x="422" y="22"/>
                    <a:pt x="426" y="21"/>
                  </a:cubicBezTo>
                  <a:cubicBezTo>
                    <a:pt x="426" y="21"/>
                    <a:pt x="426" y="21"/>
                    <a:pt x="426" y="21"/>
                  </a:cubicBezTo>
                  <a:cubicBezTo>
                    <a:pt x="430" y="20"/>
                    <a:pt x="434" y="23"/>
                    <a:pt x="435" y="26"/>
                  </a:cubicBezTo>
                  <a:cubicBezTo>
                    <a:pt x="435" y="26"/>
                    <a:pt x="435" y="26"/>
                    <a:pt x="435" y="26"/>
                  </a:cubicBezTo>
                  <a:cubicBezTo>
                    <a:pt x="436" y="30"/>
                    <a:pt x="433" y="34"/>
                    <a:pt x="429" y="35"/>
                  </a:cubicBezTo>
                  <a:cubicBezTo>
                    <a:pt x="429" y="35"/>
                    <a:pt x="429" y="35"/>
                    <a:pt x="429" y="35"/>
                  </a:cubicBezTo>
                  <a:cubicBezTo>
                    <a:pt x="429" y="36"/>
                    <a:pt x="428" y="36"/>
                    <a:pt x="428" y="36"/>
                  </a:cubicBezTo>
                  <a:cubicBezTo>
                    <a:pt x="428" y="36"/>
                    <a:pt x="428" y="36"/>
                    <a:pt x="428" y="36"/>
                  </a:cubicBezTo>
                  <a:cubicBezTo>
                    <a:pt x="424" y="36"/>
                    <a:pt x="421" y="33"/>
                    <a:pt x="421" y="30"/>
                  </a:cubicBezTo>
                  <a:close/>
                  <a:moveTo>
                    <a:pt x="464" y="20"/>
                  </a:moveTo>
                  <a:cubicBezTo>
                    <a:pt x="463" y="16"/>
                    <a:pt x="466" y="12"/>
                    <a:pt x="470" y="12"/>
                  </a:cubicBezTo>
                  <a:cubicBezTo>
                    <a:pt x="470" y="12"/>
                    <a:pt x="470" y="12"/>
                    <a:pt x="470" y="12"/>
                  </a:cubicBezTo>
                  <a:cubicBezTo>
                    <a:pt x="474" y="11"/>
                    <a:pt x="477" y="13"/>
                    <a:pt x="478" y="17"/>
                  </a:cubicBezTo>
                  <a:cubicBezTo>
                    <a:pt x="478" y="17"/>
                    <a:pt x="478" y="17"/>
                    <a:pt x="478" y="17"/>
                  </a:cubicBezTo>
                  <a:cubicBezTo>
                    <a:pt x="479" y="21"/>
                    <a:pt x="476" y="25"/>
                    <a:pt x="472" y="26"/>
                  </a:cubicBezTo>
                  <a:cubicBezTo>
                    <a:pt x="472" y="26"/>
                    <a:pt x="472" y="26"/>
                    <a:pt x="472" y="26"/>
                  </a:cubicBezTo>
                  <a:cubicBezTo>
                    <a:pt x="472" y="26"/>
                    <a:pt x="472" y="26"/>
                    <a:pt x="472" y="26"/>
                  </a:cubicBezTo>
                  <a:cubicBezTo>
                    <a:pt x="472" y="26"/>
                    <a:pt x="472" y="26"/>
                    <a:pt x="472" y="26"/>
                  </a:cubicBezTo>
                  <a:cubicBezTo>
                    <a:pt x="472" y="26"/>
                    <a:pt x="471" y="26"/>
                    <a:pt x="471" y="26"/>
                  </a:cubicBezTo>
                  <a:cubicBezTo>
                    <a:pt x="471" y="26"/>
                    <a:pt x="471" y="26"/>
                    <a:pt x="471" y="26"/>
                  </a:cubicBezTo>
                  <a:cubicBezTo>
                    <a:pt x="468" y="26"/>
                    <a:pt x="464" y="24"/>
                    <a:pt x="464" y="20"/>
                  </a:cubicBezTo>
                  <a:close/>
                  <a:moveTo>
                    <a:pt x="507" y="13"/>
                  </a:moveTo>
                  <a:cubicBezTo>
                    <a:pt x="507" y="9"/>
                    <a:pt x="510" y="5"/>
                    <a:pt x="514" y="5"/>
                  </a:cubicBezTo>
                  <a:cubicBezTo>
                    <a:pt x="514" y="5"/>
                    <a:pt x="514" y="5"/>
                    <a:pt x="514" y="5"/>
                  </a:cubicBezTo>
                  <a:cubicBezTo>
                    <a:pt x="518" y="4"/>
                    <a:pt x="521" y="7"/>
                    <a:pt x="522" y="11"/>
                  </a:cubicBezTo>
                  <a:cubicBezTo>
                    <a:pt x="522" y="11"/>
                    <a:pt x="522" y="11"/>
                    <a:pt x="522" y="11"/>
                  </a:cubicBezTo>
                  <a:cubicBezTo>
                    <a:pt x="522" y="15"/>
                    <a:pt x="520" y="19"/>
                    <a:pt x="516" y="19"/>
                  </a:cubicBezTo>
                  <a:cubicBezTo>
                    <a:pt x="516" y="19"/>
                    <a:pt x="516" y="19"/>
                    <a:pt x="516" y="19"/>
                  </a:cubicBezTo>
                  <a:cubicBezTo>
                    <a:pt x="515" y="19"/>
                    <a:pt x="515" y="19"/>
                    <a:pt x="515" y="19"/>
                  </a:cubicBezTo>
                  <a:cubicBezTo>
                    <a:pt x="515" y="19"/>
                    <a:pt x="515" y="19"/>
                    <a:pt x="515" y="19"/>
                  </a:cubicBezTo>
                  <a:cubicBezTo>
                    <a:pt x="511" y="19"/>
                    <a:pt x="508" y="17"/>
                    <a:pt x="507" y="13"/>
                  </a:cubicBezTo>
                  <a:close/>
                  <a:moveTo>
                    <a:pt x="552" y="8"/>
                  </a:moveTo>
                  <a:cubicBezTo>
                    <a:pt x="551" y="4"/>
                    <a:pt x="554" y="1"/>
                    <a:pt x="558" y="1"/>
                  </a:cubicBezTo>
                  <a:cubicBezTo>
                    <a:pt x="558" y="1"/>
                    <a:pt x="558" y="1"/>
                    <a:pt x="558" y="1"/>
                  </a:cubicBezTo>
                  <a:cubicBezTo>
                    <a:pt x="562" y="0"/>
                    <a:pt x="566" y="3"/>
                    <a:pt x="566" y="7"/>
                  </a:cubicBezTo>
                  <a:cubicBezTo>
                    <a:pt x="566" y="7"/>
                    <a:pt x="566" y="7"/>
                    <a:pt x="566" y="7"/>
                  </a:cubicBezTo>
                  <a:cubicBezTo>
                    <a:pt x="566" y="11"/>
                    <a:pt x="563"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9" y="15"/>
                    <a:pt x="559" y="15"/>
                    <a:pt x="559" y="15"/>
                  </a:cubicBezTo>
                  <a:cubicBezTo>
                    <a:pt x="555" y="15"/>
                    <a:pt x="552" y="12"/>
                    <a:pt x="552"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6" name="Freeform 130">
              <a:extLst>
                <a:ext uri="{FF2B5EF4-FFF2-40B4-BE49-F238E27FC236}">
                  <a16:creationId xmlns:a16="http://schemas.microsoft.com/office/drawing/2014/main" id="{435D2F60-DFAC-ED50-3E0C-381B689B1769}"/>
                </a:ext>
              </a:extLst>
            </p:cNvPr>
            <p:cNvSpPr>
              <a:spLocks noEditPoints="1"/>
            </p:cNvSpPr>
            <p:nvPr/>
          </p:nvSpPr>
          <p:spPr bwMode="auto">
            <a:xfrm>
              <a:off x="306701" y="854128"/>
              <a:ext cx="267853" cy="137309"/>
            </a:xfrm>
            <a:custGeom>
              <a:avLst/>
              <a:gdLst>
                <a:gd name="T0" fmla="*/ 495 w 509"/>
                <a:gd name="T1" fmla="*/ 254 h 261"/>
                <a:gd name="T2" fmla="*/ 502 w 509"/>
                <a:gd name="T3" fmla="*/ 247 h 261"/>
                <a:gd name="T4" fmla="*/ 509 w 509"/>
                <a:gd name="T5" fmla="*/ 254 h 261"/>
                <a:gd name="T6" fmla="*/ 501 w 509"/>
                <a:gd name="T7" fmla="*/ 261 h 261"/>
                <a:gd name="T8" fmla="*/ 451 w 509"/>
                <a:gd name="T9" fmla="*/ 249 h 261"/>
                <a:gd name="T10" fmla="*/ 459 w 509"/>
                <a:gd name="T11" fmla="*/ 243 h 261"/>
                <a:gd name="T12" fmla="*/ 466 w 509"/>
                <a:gd name="T13" fmla="*/ 251 h 261"/>
                <a:gd name="T14" fmla="*/ 457 w 509"/>
                <a:gd name="T15" fmla="*/ 257 h 261"/>
                <a:gd name="T16" fmla="*/ 408 w 509"/>
                <a:gd name="T17" fmla="*/ 242 h 261"/>
                <a:gd name="T18" fmla="*/ 417 w 509"/>
                <a:gd name="T19" fmla="*/ 236 h 261"/>
                <a:gd name="T20" fmla="*/ 415 w 509"/>
                <a:gd name="T21" fmla="*/ 251 h 261"/>
                <a:gd name="T22" fmla="*/ 371 w 509"/>
                <a:gd name="T23" fmla="*/ 241 h 261"/>
                <a:gd name="T24" fmla="*/ 366 w 509"/>
                <a:gd name="T25" fmla="*/ 232 h 261"/>
                <a:gd name="T26" fmla="*/ 374 w 509"/>
                <a:gd name="T27" fmla="*/ 227 h 261"/>
                <a:gd name="T28" fmla="*/ 380 w 509"/>
                <a:gd name="T29" fmla="*/ 236 h 261"/>
                <a:gd name="T30" fmla="*/ 371 w 509"/>
                <a:gd name="T31" fmla="*/ 241 h 261"/>
                <a:gd name="T32" fmla="*/ 324 w 509"/>
                <a:gd name="T33" fmla="*/ 220 h 261"/>
                <a:gd name="T34" fmla="*/ 338 w 509"/>
                <a:gd name="T35" fmla="*/ 225 h 261"/>
                <a:gd name="T36" fmla="*/ 331 w 509"/>
                <a:gd name="T37" fmla="*/ 230 h 261"/>
                <a:gd name="T38" fmla="*/ 283 w 509"/>
                <a:gd name="T39" fmla="*/ 205 h 261"/>
                <a:gd name="T40" fmla="*/ 292 w 509"/>
                <a:gd name="T41" fmla="*/ 201 h 261"/>
                <a:gd name="T42" fmla="*/ 289 w 509"/>
                <a:gd name="T43" fmla="*/ 215 h 261"/>
                <a:gd name="T44" fmla="*/ 246 w 509"/>
                <a:gd name="T45" fmla="*/ 198 h 261"/>
                <a:gd name="T46" fmla="*/ 252 w 509"/>
                <a:gd name="T47" fmla="*/ 184 h 261"/>
                <a:gd name="T48" fmla="*/ 256 w 509"/>
                <a:gd name="T49" fmla="*/ 194 h 261"/>
                <a:gd name="T50" fmla="*/ 246 w 509"/>
                <a:gd name="T51" fmla="*/ 198 h 261"/>
                <a:gd name="T52" fmla="*/ 204 w 509"/>
                <a:gd name="T53" fmla="*/ 168 h 261"/>
                <a:gd name="T54" fmla="*/ 214 w 509"/>
                <a:gd name="T55" fmla="*/ 165 h 261"/>
                <a:gd name="T56" fmla="*/ 217 w 509"/>
                <a:gd name="T57" fmla="*/ 175 h 261"/>
                <a:gd name="T58" fmla="*/ 207 w 509"/>
                <a:gd name="T59" fmla="*/ 178 h 261"/>
                <a:gd name="T60" fmla="*/ 166 w 509"/>
                <a:gd name="T61" fmla="*/ 146 h 261"/>
                <a:gd name="T62" fmla="*/ 179 w 509"/>
                <a:gd name="T63" fmla="*/ 154 h 261"/>
                <a:gd name="T64" fmla="*/ 172 w 509"/>
                <a:gd name="T65" fmla="*/ 157 h 261"/>
                <a:gd name="T66" fmla="*/ 130 w 509"/>
                <a:gd name="T67" fmla="*/ 121 h 261"/>
                <a:gd name="T68" fmla="*/ 140 w 509"/>
                <a:gd name="T69" fmla="*/ 120 h 261"/>
                <a:gd name="T70" fmla="*/ 136 w 509"/>
                <a:gd name="T71" fmla="*/ 133 h 261"/>
                <a:gd name="T72" fmla="*/ 97 w 509"/>
                <a:gd name="T73" fmla="*/ 105 h 261"/>
                <a:gd name="T74" fmla="*/ 106 w 509"/>
                <a:gd name="T75" fmla="*/ 94 h 261"/>
                <a:gd name="T76" fmla="*/ 106 w 509"/>
                <a:gd name="T77" fmla="*/ 94 h 261"/>
                <a:gd name="T78" fmla="*/ 101 w 509"/>
                <a:gd name="T79" fmla="*/ 107 h 261"/>
                <a:gd name="T80" fmla="*/ 64 w 509"/>
                <a:gd name="T81" fmla="*/ 76 h 261"/>
                <a:gd name="T82" fmla="*/ 73 w 509"/>
                <a:gd name="T83" fmla="*/ 65 h 261"/>
                <a:gd name="T84" fmla="*/ 74 w 509"/>
                <a:gd name="T85" fmla="*/ 76 h 261"/>
                <a:gd name="T86" fmla="*/ 64 w 509"/>
                <a:gd name="T87" fmla="*/ 76 h 261"/>
                <a:gd name="T88" fmla="*/ 32 w 509"/>
                <a:gd name="T89" fmla="*/ 35 h 261"/>
                <a:gd name="T90" fmla="*/ 42 w 509"/>
                <a:gd name="T91" fmla="*/ 35 h 261"/>
                <a:gd name="T92" fmla="*/ 37 w 509"/>
                <a:gd name="T93" fmla="*/ 47 h 261"/>
                <a:gd name="T94" fmla="*/ 3 w 509"/>
                <a:gd name="T95" fmla="*/ 12 h 261"/>
                <a:gd name="T96" fmla="*/ 3 w 509"/>
                <a:gd name="T97" fmla="*/ 2 h 261"/>
                <a:gd name="T98" fmla="*/ 14 w 509"/>
                <a:gd name="T99" fmla="*/ 3 h 261"/>
                <a:gd name="T100" fmla="*/ 13 w 509"/>
                <a:gd name="T101" fmla="*/ 13 h 261"/>
                <a:gd name="T102" fmla="*/ 3 w 509"/>
                <a:gd name="T103" fmla="*/ 12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9" h="261">
                  <a:moveTo>
                    <a:pt x="501" y="261"/>
                  </a:moveTo>
                  <a:cubicBezTo>
                    <a:pt x="497" y="261"/>
                    <a:pt x="494" y="258"/>
                    <a:pt x="495" y="254"/>
                  </a:cubicBezTo>
                  <a:cubicBezTo>
                    <a:pt x="495" y="254"/>
                    <a:pt x="495" y="254"/>
                    <a:pt x="495" y="254"/>
                  </a:cubicBezTo>
                  <a:cubicBezTo>
                    <a:pt x="495" y="250"/>
                    <a:pt x="498" y="247"/>
                    <a:pt x="502" y="247"/>
                  </a:cubicBezTo>
                  <a:cubicBezTo>
                    <a:pt x="502" y="247"/>
                    <a:pt x="502" y="247"/>
                    <a:pt x="502" y="247"/>
                  </a:cubicBezTo>
                  <a:cubicBezTo>
                    <a:pt x="502" y="247"/>
                    <a:pt x="502" y="247"/>
                    <a:pt x="502" y="247"/>
                  </a:cubicBezTo>
                  <a:cubicBezTo>
                    <a:pt x="502" y="247"/>
                    <a:pt x="502" y="247"/>
                    <a:pt x="502" y="247"/>
                  </a:cubicBezTo>
                  <a:cubicBezTo>
                    <a:pt x="506" y="247"/>
                    <a:pt x="509" y="250"/>
                    <a:pt x="509" y="254"/>
                  </a:cubicBezTo>
                  <a:cubicBezTo>
                    <a:pt x="509" y="254"/>
                    <a:pt x="509" y="254"/>
                    <a:pt x="509" y="254"/>
                  </a:cubicBezTo>
                  <a:cubicBezTo>
                    <a:pt x="509" y="258"/>
                    <a:pt x="506" y="261"/>
                    <a:pt x="502" y="261"/>
                  </a:cubicBezTo>
                  <a:cubicBezTo>
                    <a:pt x="502" y="261"/>
                    <a:pt x="502" y="261"/>
                    <a:pt x="502" y="261"/>
                  </a:cubicBezTo>
                  <a:cubicBezTo>
                    <a:pt x="502" y="261"/>
                    <a:pt x="502" y="261"/>
                    <a:pt x="501" y="261"/>
                  </a:cubicBezTo>
                  <a:close/>
                  <a:moveTo>
                    <a:pt x="457" y="257"/>
                  </a:moveTo>
                  <a:cubicBezTo>
                    <a:pt x="454" y="257"/>
                    <a:pt x="451" y="253"/>
                    <a:pt x="451" y="249"/>
                  </a:cubicBezTo>
                  <a:cubicBezTo>
                    <a:pt x="451" y="249"/>
                    <a:pt x="451" y="249"/>
                    <a:pt x="451" y="249"/>
                  </a:cubicBezTo>
                  <a:cubicBezTo>
                    <a:pt x="452" y="245"/>
                    <a:pt x="455" y="242"/>
                    <a:pt x="459" y="243"/>
                  </a:cubicBezTo>
                  <a:cubicBezTo>
                    <a:pt x="459" y="243"/>
                    <a:pt x="459" y="243"/>
                    <a:pt x="459" y="243"/>
                  </a:cubicBezTo>
                  <a:cubicBezTo>
                    <a:pt x="459" y="243"/>
                    <a:pt x="459" y="243"/>
                    <a:pt x="459" y="243"/>
                  </a:cubicBezTo>
                  <a:cubicBezTo>
                    <a:pt x="459" y="243"/>
                    <a:pt x="459" y="243"/>
                    <a:pt x="459" y="243"/>
                  </a:cubicBezTo>
                  <a:cubicBezTo>
                    <a:pt x="463" y="243"/>
                    <a:pt x="466" y="247"/>
                    <a:pt x="466" y="251"/>
                  </a:cubicBezTo>
                  <a:cubicBezTo>
                    <a:pt x="466" y="251"/>
                    <a:pt x="466" y="251"/>
                    <a:pt x="466" y="251"/>
                  </a:cubicBezTo>
                  <a:cubicBezTo>
                    <a:pt x="465" y="255"/>
                    <a:pt x="462" y="257"/>
                    <a:pt x="458" y="257"/>
                  </a:cubicBezTo>
                  <a:cubicBezTo>
                    <a:pt x="458" y="257"/>
                    <a:pt x="458" y="257"/>
                    <a:pt x="458" y="257"/>
                  </a:cubicBezTo>
                  <a:cubicBezTo>
                    <a:pt x="458" y="257"/>
                    <a:pt x="458" y="257"/>
                    <a:pt x="457" y="257"/>
                  </a:cubicBezTo>
                  <a:close/>
                  <a:moveTo>
                    <a:pt x="414" y="251"/>
                  </a:moveTo>
                  <a:cubicBezTo>
                    <a:pt x="414" y="251"/>
                    <a:pt x="414" y="251"/>
                    <a:pt x="414" y="251"/>
                  </a:cubicBezTo>
                  <a:cubicBezTo>
                    <a:pt x="410" y="250"/>
                    <a:pt x="407" y="246"/>
                    <a:pt x="408" y="242"/>
                  </a:cubicBezTo>
                  <a:cubicBezTo>
                    <a:pt x="408" y="242"/>
                    <a:pt x="408" y="242"/>
                    <a:pt x="408" y="242"/>
                  </a:cubicBezTo>
                  <a:cubicBezTo>
                    <a:pt x="409" y="238"/>
                    <a:pt x="413" y="236"/>
                    <a:pt x="417" y="236"/>
                  </a:cubicBezTo>
                  <a:cubicBezTo>
                    <a:pt x="417" y="236"/>
                    <a:pt x="417" y="236"/>
                    <a:pt x="417" y="236"/>
                  </a:cubicBezTo>
                  <a:cubicBezTo>
                    <a:pt x="421" y="237"/>
                    <a:pt x="423" y="241"/>
                    <a:pt x="422" y="245"/>
                  </a:cubicBezTo>
                  <a:cubicBezTo>
                    <a:pt x="422" y="245"/>
                    <a:pt x="422" y="245"/>
                    <a:pt x="422" y="245"/>
                  </a:cubicBezTo>
                  <a:cubicBezTo>
                    <a:pt x="422" y="248"/>
                    <a:pt x="419" y="251"/>
                    <a:pt x="415" y="251"/>
                  </a:cubicBezTo>
                  <a:cubicBezTo>
                    <a:pt x="415" y="251"/>
                    <a:pt x="415" y="251"/>
                    <a:pt x="415" y="251"/>
                  </a:cubicBezTo>
                  <a:cubicBezTo>
                    <a:pt x="415" y="251"/>
                    <a:pt x="414" y="251"/>
                    <a:pt x="414" y="251"/>
                  </a:cubicBezTo>
                  <a:close/>
                  <a:moveTo>
                    <a:pt x="371" y="241"/>
                  </a:moveTo>
                  <a:cubicBezTo>
                    <a:pt x="371" y="241"/>
                    <a:pt x="371" y="241"/>
                    <a:pt x="371" y="241"/>
                  </a:cubicBezTo>
                  <a:cubicBezTo>
                    <a:pt x="367" y="240"/>
                    <a:pt x="365" y="236"/>
                    <a:pt x="366" y="232"/>
                  </a:cubicBezTo>
                  <a:cubicBezTo>
                    <a:pt x="366" y="232"/>
                    <a:pt x="366" y="232"/>
                    <a:pt x="366" y="232"/>
                  </a:cubicBezTo>
                  <a:cubicBezTo>
                    <a:pt x="366" y="229"/>
                    <a:pt x="371" y="226"/>
                    <a:pt x="374" y="227"/>
                  </a:cubicBezTo>
                  <a:cubicBezTo>
                    <a:pt x="374" y="227"/>
                    <a:pt x="374" y="227"/>
                    <a:pt x="374" y="227"/>
                  </a:cubicBezTo>
                  <a:cubicBezTo>
                    <a:pt x="374" y="227"/>
                    <a:pt x="374" y="227"/>
                    <a:pt x="374" y="227"/>
                  </a:cubicBezTo>
                  <a:cubicBezTo>
                    <a:pt x="374" y="227"/>
                    <a:pt x="374" y="227"/>
                    <a:pt x="374" y="227"/>
                  </a:cubicBezTo>
                  <a:cubicBezTo>
                    <a:pt x="378" y="228"/>
                    <a:pt x="381" y="232"/>
                    <a:pt x="380" y="236"/>
                  </a:cubicBezTo>
                  <a:cubicBezTo>
                    <a:pt x="380" y="236"/>
                    <a:pt x="380" y="236"/>
                    <a:pt x="380" y="236"/>
                  </a:cubicBezTo>
                  <a:cubicBezTo>
                    <a:pt x="379" y="239"/>
                    <a:pt x="376" y="242"/>
                    <a:pt x="373" y="242"/>
                  </a:cubicBezTo>
                  <a:cubicBezTo>
                    <a:pt x="373" y="242"/>
                    <a:pt x="373" y="242"/>
                    <a:pt x="373" y="242"/>
                  </a:cubicBezTo>
                  <a:cubicBezTo>
                    <a:pt x="372" y="242"/>
                    <a:pt x="371" y="242"/>
                    <a:pt x="371" y="241"/>
                  </a:cubicBezTo>
                  <a:close/>
                  <a:moveTo>
                    <a:pt x="328" y="229"/>
                  </a:moveTo>
                  <a:cubicBezTo>
                    <a:pt x="325" y="228"/>
                    <a:pt x="322" y="224"/>
                    <a:pt x="324" y="220"/>
                  </a:cubicBezTo>
                  <a:cubicBezTo>
                    <a:pt x="324" y="220"/>
                    <a:pt x="324" y="220"/>
                    <a:pt x="324" y="220"/>
                  </a:cubicBezTo>
                  <a:cubicBezTo>
                    <a:pt x="325" y="216"/>
                    <a:pt x="329" y="214"/>
                    <a:pt x="333" y="215"/>
                  </a:cubicBezTo>
                  <a:cubicBezTo>
                    <a:pt x="333" y="215"/>
                    <a:pt x="333" y="215"/>
                    <a:pt x="333" y="215"/>
                  </a:cubicBezTo>
                  <a:cubicBezTo>
                    <a:pt x="337" y="217"/>
                    <a:pt x="339" y="221"/>
                    <a:pt x="338" y="225"/>
                  </a:cubicBezTo>
                  <a:cubicBezTo>
                    <a:pt x="338" y="225"/>
                    <a:pt x="338" y="225"/>
                    <a:pt x="338" y="225"/>
                  </a:cubicBezTo>
                  <a:cubicBezTo>
                    <a:pt x="337" y="228"/>
                    <a:pt x="334" y="230"/>
                    <a:pt x="331" y="230"/>
                  </a:cubicBezTo>
                  <a:cubicBezTo>
                    <a:pt x="331" y="230"/>
                    <a:pt x="331" y="230"/>
                    <a:pt x="331" y="230"/>
                  </a:cubicBezTo>
                  <a:cubicBezTo>
                    <a:pt x="330" y="230"/>
                    <a:pt x="329" y="230"/>
                    <a:pt x="328" y="229"/>
                  </a:cubicBezTo>
                  <a:close/>
                  <a:moveTo>
                    <a:pt x="287" y="215"/>
                  </a:moveTo>
                  <a:cubicBezTo>
                    <a:pt x="283" y="213"/>
                    <a:pt x="281" y="209"/>
                    <a:pt x="283" y="205"/>
                  </a:cubicBezTo>
                  <a:cubicBezTo>
                    <a:pt x="283" y="205"/>
                    <a:pt x="283" y="205"/>
                    <a:pt x="283" y="205"/>
                  </a:cubicBezTo>
                  <a:cubicBezTo>
                    <a:pt x="284" y="202"/>
                    <a:pt x="288" y="200"/>
                    <a:pt x="292" y="201"/>
                  </a:cubicBezTo>
                  <a:cubicBezTo>
                    <a:pt x="292" y="201"/>
                    <a:pt x="292" y="201"/>
                    <a:pt x="292" y="201"/>
                  </a:cubicBezTo>
                  <a:cubicBezTo>
                    <a:pt x="296" y="203"/>
                    <a:pt x="298" y="207"/>
                    <a:pt x="296" y="211"/>
                  </a:cubicBezTo>
                  <a:cubicBezTo>
                    <a:pt x="296" y="211"/>
                    <a:pt x="296" y="211"/>
                    <a:pt x="296" y="211"/>
                  </a:cubicBezTo>
                  <a:cubicBezTo>
                    <a:pt x="295" y="214"/>
                    <a:pt x="292" y="215"/>
                    <a:pt x="289" y="215"/>
                  </a:cubicBezTo>
                  <a:cubicBezTo>
                    <a:pt x="289" y="215"/>
                    <a:pt x="289" y="215"/>
                    <a:pt x="289" y="215"/>
                  </a:cubicBezTo>
                  <a:cubicBezTo>
                    <a:pt x="289" y="215"/>
                    <a:pt x="288" y="215"/>
                    <a:pt x="287" y="215"/>
                  </a:cubicBezTo>
                  <a:close/>
                  <a:moveTo>
                    <a:pt x="246" y="198"/>
                  </a:moveTo>
                  <a:cubicBezTo>
                    <a:pt x="243" y="196"/>
                    <a:pt x="241" y="192"/>
                    <a:pt x="243" y="188"/>
                  </a:cubicBezTo>
                  <a:cubicBezTo>
                    <a:pt x="243" y="188"/>
                    <a:pt x="243" y="188"/>
                    <a:pt x="243" y="188"/>
                  </a:cubicBezTo>
                  <a:cubicBezTo>
                    <a:pt x="244" y="184"/>
                    <a:pt x="249" y="183"/>
                    <a:pt x="252" y="184"/>
                  </a:cubicBezTo>
                  <a:cubicBezTo>
                    <a:pt x="252" y="184"/>
                    <a:pt x="252" y="184"/>
                    <a:pt x="252" y="184"/>
                  </a:cubicBezTo>
                  <a:cubicBezTo>
                    <a:pt x="256" y="186"/>
                    <a:pt x="258" y="190"/>
                    <a:pt x="256" y="194"/>
                  </a:cubicBezTo>
                  <a:cubicBezTo>
                    <a:pt x="256" y="194"/>
                    <a:pt x="256" y="194"/>
                    <a:pt x="256" y="194"/>
                  </a:cubicBezTo>
                  <a:cubicBezTo>
                    <a:pt x="255" y="197"/>
                    <a:pt x="252" y="198"/>
                    <a:pt x="249" y="198"/>
                  </a:cubicBezTo>
                  <a:cubicBezTo>
                    <a:pt x="249" y="198"/>
                    <a:pt x="249" y="198"/>
                    <a:pt x="249" y="198"/>
                  </a:cubicBezTo>
                  <a:cubicBezTo>
                    <a:pt x="248" y="198"/>
                    <a:pt x="247" y="198"/>
                    <a:pt x="246" y="198"/>
                  </a:cubicBezTo>
                  <a:close/>
                  <a:moveTo>
                    <a:pt x="207" y="178"/>
                  </a:moveTo>
                  <a:cubicBezTo>
                    <a:pt x="203" y="176"/>
                    <a:pt x="202" y="172"/>
                    <a:pt x="204" y="168"/>
                  </a:cubicBezTo>
                  <a:cubicBezTo>
                    <a:pt x="204" y="168"/>
                    <a:pt x="204" y="168"/>
                    <a:pt x="204" y="168"/>
                  </a:cubicBezTo>
                  <a:cubicBezTo>
                    <a:pt x="206" y="165"/>
                    <a:pt x="210" y="163"/>
                    <a:pt x="214" y="165"/>
                  </a:cubicBezTo>
                  <a:cubicBezTo>
                    <a:pt x="214" y="165"/>
                    <a:pt x="214" y="165"/>
                    <a:pt x="214" y="165"/>
                  </a:cubicBezTo>
                  <a:cubicBezTo>
                    <a:pt x="214" y="165"/>
                    <a:pt x="214" y="165"/>
                    <a:pt x="214" y="165"/>
                  </a:cubicBezTo>
                  <a:cubicBezTo>
                    <a:pt x="214" y="165"/>
                    <a:pt x="214" y="165"/>
                    <a:pt x="214" y="165"/>
                  </a:cubicBezTo>
                  <a:cubicBezTo>
                    <a:pt x="217" y="167"/>
                    <a:pt x="218" y="172"/>
                    <a:pt x="217" y="175"/>
                  </a:cubicBezTo>
                  <a:cubicBezTo>
                    <a:pt x="217" y="175"/>
                    <a:pt x="217" y="175"/>
                    <a:pt x="217" y="175"/>
                  </a:cubicBezTo>
                  <a:cubicBezTo>
                    <a:pt x="215" y="178"/>
                    <a:pt x="213" y="179"/>
                    <a:pt x="210" y="179"/>
                  </a:cubicBezTo>
                  <a:cubicBezTo>
                    <a:pt x="210" y="179"/>
                    <a:pt x="210" y="179"/>
                    <a:pt x="210" y="179"/>
                  </a:cubicBezTo>
                  <a:cubicBezTo>
                    <a:pt x="209" y="179"/>
                    <a:pt x="208" y="179"/>
                    <a:pt x="207" y="178"/>
                  </a:cubicBezTo>
                  <a:close/>
                  <a:moveTo>
                    <a:pt x="169" y="156"/>
                  </a:moveTo>
                  <a:cubicBezTo>
                    <a:pt x="165" y="154"/>
                    <a:pt x="164" y="149"/>
                    <a:pt x="166" y="146"/>
                  </a:cubicBezTo>
                  <a:cubicBezTo>
                    <a:pt x="166" y="146"/>
                    <a:pt x="166" y="146"/>
                    <a:pt x="166" y="146"/>
                  </a:cubicBezTo>
                  <a:cubicBezTo>
                    <a:pt x="168" y="143"/>
                    <a:pt x="173" y="141"/>
                    <a:pt x="176" y="144"/>
                  </a:cubicBezTo>
                  <a:cubicBezTo>
                    <a:pt x="176" y="144"/>
                    <a:pt x="176" y="144"/>
                    <a:pt x="176" y="144"/>
                  </a:cubicBezTo>
                  <a:cubicBezTo>
                    <a:pt x="180" y="146"/>
                    <a:pt x="181" y="150"/>
                    <a:pt x="179" y="154"/>
                  </a:cubicBezTo>
                  <a:cubicBezTo>
                    <a:pt x="179" y="154"/>
                    <a:pt x="179" y="154"/>
                    <a:pt x="179" y="154"/>
                  </a:cubicBezTo>
                  <a:cubicBezTo>
                    <a:pt x="177" y="156"/>
                    <a:pt x="175" y="157"/>
                    <a:pt x="172" y="157"/>
                  </a:cubicBezTo>
                  <a:cubicBezTo>
                    <a:pt x="172" y="157"/>
                    <a:pt x="172" y="157"/>
                    <a:pt x="172" y="157"/>
                  </a:cubicBezTo>
                  <a:cubicBezTo>
                    <a:pt x="171" y="157"/>
                    <a:pt x="170" y="157"/>
                    <a:pt x="169" y="156"/>
                  </a:cubicBezTo>
                  <a:close/>
                  <a:moveTo>
                    <a:pt x="132" y="132"/>
                  </a:moveTo>
                  <a:cubicBezTo>
                    <a:pt x="129" y="129"/>
                    <a:pt x="128" y="125"/>
                    <a:pt x="130" y="121"/>
                  </a:cubicBezTo>
                  <a:cubicBezTo>
                    <a:pt x="130" y="121"/>
                    <a:pt x="130" y="121"/>
                    <a:pt x="130" y="121"/>
                  </a:cubicBezTo>
                  <a:cubicBezTo>
                    <a:pt x="133" y="118"/>
                    <a:pt x="137" y="117"/>
                    <a:pt x="140" y="120"/>
                  </a:cubicBezTo>
                  <a:cubicBezTo>
                    <a:pt x="140" y="120"/>
                    <a:pt x="140" y="120"/>
                    <a:pt x="140" y="120"/>
                  </a:cubicBezTo>
                  <a:cubicBezTo>
                    <a:pt x="144" y="122"/>
                    <a:pt x="144" y="127"/>
                    <a:pt x="142" y="130"/>
                  </a:cubicBezTo>
                  <a:cubicBezTo>
                    <a:pt x="142" y="130"/>
                    <a:pt x="142" y="130"/>
                    <a:pt x="142" y="130"/>
                  </a:cubicBezTo>
                  <a:cubicBezTo>
                    <a:pt x="141" y="132"/>
                    <a:pt x="138" y="133"/>
                    <a:pt x="136" y="133"/>
                  </a:cubicBezTo>
                  <a:cubicBezTo>
                    <a:pt x="136" y="133"/>
                    <a:pt x="136" y="133"/>
                    <a:pt x="136" y="133"/>
                  </a:cubicBezTo>
                  <a:cubicBezTo>
                    <a:pt x="135" y="133"/>
                    <a:pt x="133" y="133"/>
                    <a:pt x="132" y="132"/>
                  </a:cubicBezTo>
                  <a:close/>
                  <a:moveTo>
                    <a:pt x="97" y="105"/>
                  </a:moveTo>
                  <a:cubicBezTo>
                    <a:pt x="94" y="102"/>
                    <a:pt x="93" y="98"/>
                    <a:pt x="96" y="95"/>
                  </a:cubicBezTo>
                  <a:cubicBezTo>
                    <a:pt x="96" y="95"/>
                    <a:pt x="96" y="95"/>
                    <a:pt x="96" y="95"/>
                  </a:cubicBezTo>
                  <a:cubicBezTo>
                    <a:pt x="98" y="92"/>
                    <a:pt x="103" y="91"/>
                    <a:pt x="106" y="94"/>
                  </a:cubicBezTo>
                  <a:cubicBezTo>
                    <a:pt x="106" y="94"/>
                    <a:pt x="106" y="94"/>
                    <a:pt x="106" y="94"/>
                  </a:cubicBezTo>
                  <a:cubicBezTo>
                    <a:pt x="106" y="94"/>
                    <a:pt x="106" y="94"/>
                    <a:pt x="106" y="94"/>
                  </a:cubicBezTo>
                  <a:cubicBezTo>
                    <a:pt x="106" y="94"/>
                    <a:pt x="106" y="94"/>
                    <a:pt x="106" y="94"/>
                  </a:cubicBezTo>
                  <a:cubicBezTo>
                    <a:pt x="109" y="96"/>
                    <a:pt x="110" y="101"/>
                    <a:pt x="107" y="104"/>
                  </a:cubicBezTo>
                  <a:cubicBezTo>
                    <a:pt x="107" y="104"/>
                    <a:pt x="107" y="104"/>
                    <a:pt x="107" y="104"/>
                  </a:cubicBezTo>
                  <a:cubicBezTo>
                    <a:pt x="106" y="106"/>
                    <a:pt x="104" y="107"/>
                    <a:pt x="101" y="107"/>
                  </a:cubicBezTo>
                  <a:cubicBezTo>
                    <a:pt x="101" y="107"/>
                    <a:pt x="101" y="107"/>
                    <a:pt x="101" y="107"/>
                  </a:cubicBezTo>
                  <a:cubicBezTo>
                    <a:pt x="100" y="107"/>
                    <a:pt x="98" y="106"/>
                    <a:pt x="97" y="105"/>
                  </a:cubicBezTo>
                  <a:close/>
                  <a:moveTo>
                    <a:pt x="64" y="76"/>
                  </a:moveTo>
                  <a:cubicBezTo>
                    <a:pt x="60" y="73"/>
                    <a:pt x="60" y="69"/>
                    <a:pt x="63" y="66"/>
                  </a:cubicBezTo>
                  <a:cubicBezTo>
                    <a:pt x="63" y="66"/>
                    <a:pt x="63" y="66"/>
                    <a:pt x="63" y="66"/>
                  </a:cubicBezTo>
                  <a:cubicBezTo>
                    <a:pt x="66" y="63"/>
                    <a:pt x="70" y="63"/>
                    <a:pt x="73" y="65"/>
                  </a:cubicBezTo>
                  <a:cubicBezTo>
                    <a:pt x="73" y="65"/>
                    <a:pt x="73" y="65"/>
                    <a:pt x="73" y="65"/>
                  </a:cubicBezTo>
                  <a:cubicBezTo>
                    <a:pt x="76" y="68"/>
                    <a:pt x="77" y="73"/>
                    <a:pt x="74" y="76"/>
                  </a:cubicBezTo>
                  <a:cubicBezTo>
                    <a:pt x="74" y="76"/>
                    <a:pt x="74" y="76"/>
                    <a:pt x="74" y="76"/>
                  </a:cubicBezTo>
                  <a:cubicBezTo>
                    <a:pt x="72" y="77"/>
                    <a:pt x="70" y="78"/>
                    <a:pt x="68" y="78"/>
                  </a:cubicBezTo>
                  <a:cubicBezTo>
                    <a:pt x="68" y="78"/>
                    <a:pt x="68" y="78"/>
                    <a:pt x="68" y="78"/>
                  </a:cubicBezTo>
                  <a:cubicBezTo>
                    <a:pt x="67" y="78"/>
                    <a:pt x="65" y="77"/>
                    <a:pt x="64" y="76"/>
                  </a:cubicBezTo>
                  <a:close/>
                  <a:moveTo>
                    <a:pt x="32" y="45"/>
                  </a:moveTo>
                  <a:cubicBezTo>
                    <a:pt x="32" y="45"/>
                    <a:pt x="32" y="45"/>
                    <a:pt x="32" y="45"/>
                  </a:cubicBezTo>
                  <a:cubicBezTo>
                    <a:pt x="29" y="42"/>
                    <a:pt x="29" y="38"/>
                    <a:pt x="32" y="35"/>
                  </a:cubicBezTo>
                  <a:cubicBezTo>
                    <a:pt x="32" y="35"/>
                    <a:pt x="32" y="35"/>
                    <a:pt x="32" y="35"/>
                  </a:cubicBezTo>
                  <a:cubicBezTo>
                    <a:pt x="35" y="32"/>
                    <a:pt x="40" y="32"/>
                    <a:pt x="42" y="35"/>
                  </a:cubicBezTo>
                  <a:cubicBezTo>
                    <a:pt x="42" y="35"/>
                    <a:pt x="42" y="35"/>
                    <a:pt x="42" y="35"/>
                  </a:cubicBezTo>
                  <a:cubicBezTo>
                    <a:pt x="45" y="38"/>
                    <a:pt x="45" y="43"/>
                    <a:pt x="42" y="45"/>
                  </a:cubicBezTo>
                  <a:cubicBezTo>
                    <a:pt x="42" y="45"/>
                    <a:pt x="42" y="45"/>
                    <a:pt x="42" y="45"/>
                  </a:cubicBezTo>
                  <a:cubicBezTo>
                    <a:pt x="41" y="47"/>
                    <a:pt x="39" y="47"/>
                    <a:pt x="37" y="47"/>
                  </a:cubicBezTo>
                  <a:cubicBezTo>
                    <a:pt x="37" y="47"/>
                    <a:pt x="37" y="47"/>
                    <a:pt x="37" y="47"/>
                  </a:cubicBezTo>
                  <a:cubicBezTo>
                    <a:pt x="35" y="47"/>
                    <a:pt x="33" y="47"/>
                    <a:pt x="32" y="45"/>
                  </a:cubicBezTo>
                  <a:close/>
                  <a:moveTo>
                    <a:pt x="3" y="12"/>
                  </a:moveTo>
                  <a:cubicBezTo>
                    <a:pt x="3" y="12"/>
                    <a:pt x="3" y="12"/>
                    <a:pt x="3" y="12"/>
                  </a:cubicBezTo>
                  <a:cubicBezTo>
                    <a:pt x="0" y="9"/>
                    <a:pt x="0" y="5"/>
                    <a:pt x="3" y="2"/>
                  </a:cubicBezTo>
                  <a:cubicBezTo>
                    <a:pt x="3" y="2"/>
                    <a:pt x="3" y="2"/>
                    <a:pt x="3" y="2"/>
                  </a:cubicBezTo>
                  <a:cubicBezTo>
                    <a:pt x="7" y="0"/>
                    <a:pt x="11" y="0"/>
                    <a:pt x="14" y="3"/>
                  </a:cubicBezTo>
                  <a:cubicBezTo>
                    <a:pt x="14" y="3"/>
                    <a:pt x="14" y="3"/>
                    <a:pt x="14" y="3"/>
                  </a:cubicBezTo>
                  <a:cubicBezTo>
                    <a:pt x="14" y="3"/>
                    <a:pt x="14" y="3"/>
                    <a:pt x="14" y="3"/>
                  </a:cubicBezTo>
                  <a:cubicBezTo>
                    <a:pt x="14" y="3"/>
                    <a:pt x="14" y="3"/>
                    <a:pt x="14" y="3"/>
                  </a:cubicBezTo>
                  <a:cubicBezTo>
                    <a:pt x="16" y="6"/>
                    <a:pt x="16" y="11"/>
                    <a:pt x="13" y="13"/>
                  </a:cubicBezTo>
                  <a:cubicBezTo>
                    <a:pt x="13" y="13"/>
                    <a:pt x="13" y="13"/>
                    <a:pt x="13" y="13"/>
                  </a:cubicBezTo>
                  <a:cubicBezTo>
                    <a:pt x="12" y="14"/>
                    <a:pt x="10" y="15"/>
                    <a:pt x="8" y="15"/>
                  </a:cubicBezTo>
                  <a:cubicBezTo>
                    <a:pt x="8" y="15"/>
                    <a:pt x="8" y="15"/>
                    <a:pt x="8" y="15"/>
                  </a:cubicBezTo>
                  <a:cubicBezTo>
                    <a:pt x="6" y="15"/>
                    <a:pt x="4" y="14"/>
                    <a:pt x="3" y="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7" name="Freeform 131">
              <a:extLst>
                <a:ext uri="{FF2B5EF4-FFF2-40B4-BE49-F238E27FC236}">
                  <a16:creationId xmlns:a16="http://schemas.microsoft.com/office/drawing/2014/main" id="{D639F056-F53D-E9B2-7E85-17407AC92C3E}"/>
                </a:ext>
              </a:extLst>
            </p:cNvPr>
            <p:cNvSpPr>
              <a:spLocks noEditPoints="1"/>
            </p:cNvSpPr>
            <p:nvPr/>
          </p:nvSpPr>
          <p:spPr bwMode="auto">
            <a:xfrm>
              <a:off x="612432" y="853451"/>
              <a:ext cx="268530" cy="137985"/>
            </a:xfrm>
            <a:custGeom>
              <a:avLst/>
              <a:gdLst>
                <a:gd name="T0" fmla="*/ 7 w 510"/>
                <a:gd name="T1" fmla="*/ 248 h 262"/>
                <a:gd name="T2" fmla="*/ 15 w 510"/>
                <a:gd name="T3" fmla="*/ 255 h 262"/>
                <a:gd name="T4" fmla="*/ 8 w 510"/>
                <a:gd name="T5" fmla="*/ 262 h 262"/>
                <a:gd name="T6" fmla="*/ 0 w 510"/>
                <a:gd name="T7" fmla="*/ 256 h 262"/>
                <a:gd name="T8" fmla="*/ 50 w 510"/>
                <a:gd name="T9" fmla="*/ 244 h 262"/>
                <a:gd name="T10" fmla="*/ 58 w 510"/>
                <a:gd name="T11" fmla="*/ 250 h 262"/>
                <a:gd name="T12" fmla="*/ 52 w 510"/>
                <a:gd name="T13" fmla="*/ 258 h 262"/>
                <a:gd name="T14" fmla="*/ 44 w 510"/>
                <a:gd name="T15" fmla="*/ 252 h 262"/>
                <a:gd name="T16" fmla="*/ 93 w 510"/>
                <a:gd name="T17" fmla="*/ 237 h 262"/>
                <a:gd name="T18" fmla="*/ 101 w 510"/>
                <a:gd name="T19" fmla="*/ 243 h 262"/>
                <a:gd name="T20" fmla="*/ 95 w 510"/>
                <a:gd name="T21" fmla="*/ 252 h 262"/>
                <a:gd name="T22" fmla="*/ 87 w 510"/>
                <a:gd name="T23" fmla="*/ 246 h 262"/>
                <a:gd name="T24" fmla="*/ 135 w 510"/>
                <a:gd name="T25" fmla="*/ 228 h 262"/>
                <a:gd name="T26" fmla="*/ 144 w 510"/>
                <a:gd name="T27" fmla="*/ 233 h 262"/>
                <a:gd name="T28" fmla="*/ 139 w 510"/>
                <a:gd name="T29" fmla="*/ 242 h 262"/>
                <a:gd name="T30" fmla="*/ 130 w 510"/>
                <a:gd name="T31" fmla="*/ 237 h 262"/>
                <a:gd name="T32" fmla="*/ 177 w 510"/>
                <a:gd name="T33" fmla="*/ 216 h 262"/>
                <a:gd name="T34" fmla="*/ 181 w 510"/>
                <a:gd name="T35" fmla="*/ 230 h 262"/>
                <a:gd name="T36" fmla="*/ 179 w 510"/>
                <a:gd name="T37" fmla="*/ 231 h 262"/>
                <a:gd name="T38" fmla="*/ 217 w 510"/>
                <a:gd name="T39" fmla="*/ 202 h 262"/>
                <a:gd name="T40" fmla="*/ 227 w 510"/>
                <a:gd name="T41" fmla="*/ 206 h 262"/>
                <a:gd name="T42" fmla="*/ 220 w 510"/>
                <a:gd name="T43" fmla="*/ 216 h 262"/>
                <a:gd name="T44" fmla="*/ 254 w 510"/>
                <a:gd name="T45" fmla="*/ 195 h 262"/>
                <a:gd name="T46" fmla="*/ 267 w 510"/>
                <a:gd name="T47" fmla="*/ 189 h 262"/>
                <a:gd name="T48" fmla="*/ 263 w 510"/>
                <a:gd name="T49" fmla="*/ 199 h 262"/>
                <a:gd name="T50" fmla="*/ 254 w 510"/>
                <a:gd name="T51" fmla="*/ 195 h 262"/>
                <a:gd name="T52" fmla="*/ 296 w 510"/>
                <a:gd name="T53" fmla="*/ 166 h 262"/>
                <a:gd name="T54" fmla="*/ 303 w 510"/>
                <a:gd name="T55" fmla="*/ 179 h 262"/>
                <a:gd name="T56" fmla="*/ 299 w 510"/>
                <a:gd name="T57" fmla="*/ 180 h 262"/>
                <a:gd name="T58" fmla="*/ 333 w 510"/>
                <a:gd name="T59" fmla="*/ 144 h 262"/>
                <a:gd name="T60" fmla="*/ 333 w 510"/>
                <a:gd name="T61" fmla="*/ 144 h 262"/>
                <a:gd name="T62" fmla="*/ 341 w 510"/>
                <a:gd name="T63" fmla="*/ 157 h 262"/>
                <a:gd name="T64" fmla="*/ 337 w 510"/>
                <a:gd name="T65" fmla="*/ 158 h 262"/>
                <a:gd name="T66" fmla="*/ 369 w 510"/>
                <a:gd name="T67" fmla="*/ 120 h 262"/>
                <a:gd name="T68" fmla="*/ 369 w 510"/>
                <a:gd name="T69" fmla="*/ 120 h 262"/>
                <a:gd name="T70" fmla="*/ 378 w 510"/>
                <a:gd name="T71" fmla="*/ 132 h 262"/>
                <a:gd name="T72" fmla="*/ 374 w 510"/>
                <a:gd name="T73" fmla="*/ 134 h 262"/>
                <a:gd name="T74" fmla="*/ 404 w 510"/>
                <a:gd name="T75" fmla="*/ 94 h 262"/>
                <a:gd name="T76" fmla="*/ 414 w 510"/>
                <a:gd name="T77" fmla="*/ 95 h 262"/>
                <a:gd name="T78" fmla="*/ 408 w 510"/>
                <a:gd name="T79" fmla="*/ 107 h 262"/>
                <a:gd name="T80" fmla="*/ 436 w 510"/>
                <a:gd name="T81" fmla="*/ 76 h 262"/>
                <a:gd name="T82" fmla="*/ 447 w 510"/>
                <a:gd name="T83" fmla="*/ 66 h 262"/>
                <a:gd name="T84" fmla="*/ 446 w 510"/>
                <a:gd name="T85" fmla="*/ 77 h 262"/>
                <a:gd name="T86" fmla="*/ 436 w 510"/>
                <a:gd name="T87" fmla="*/ 76 h 262"/>
                <a:gd name="T88" fmla="*/ 467 w 510"/>
                <a:gd name="T89" fmla="*/ 36 h 262"/>
                <a:gd name="T90" fmla="*/ 478 w 510"/>
                <a:gd name="T91" fmla="*/ 46 h 262"/>
                <a:gd name="T92" fmla="*/ 473 w 510"/>
                <a:gd name="T93" fmla="*/ 48 h 262"/>
                <a:gd name="T94" fmla="*/ 496 w 510"/>
                <a:gd name="T95" fmla="*/ 3 h 262"/>
                <a:gd name="T96" fmla="*/ 506 w 510"/>
                <a:gd name="T97" fmla="*/ 3 h 262"/>
                <a:gd name="T98" fmla="*/ 502 w 510"/>
                <a:gd name="T99" fmla="*/ 1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0" h="262">
                  <a:moveTo>
                    <a:pt x="0" y="256"/>
                  </a:moveTo>
                  <a:cubicBezTo>
                    <a:pt x="0" y="251"/>
                    <a:pt x="3" y="248"/>
                    <a:pt x="7" y="248"/>
                  </a:cubicBezTo>
                  <a:cubicBezTo>
                    <a:pt x="7" y="248"/>
                    <a:pt x="7" y="248"/>
                    <a:pt x="7" y="248"/>
                  </a:cubicBezTo>
                  <a:cubicBezTo>
                    <a:pt x="7" y="248"/>
                    <a:pt x="7" y="248"/>
                    <a:pt x="7" y="248"/>
                  </a:cubicBezTo>
                  <a:cubicBezTo>
                    <a:pt x="7" y="248"/>
                    <a:pt x="7" y="248"/>
                    <a:pt x="7" y="248"/>
                  </a:cubicBezTo>
                  <a:cubicBezTo>
                    <a:pt x="11" y="248"/>
                    <a:pt x="14" y="251"/>
                    <a:pt x="15" y="255"/>
                  </a:cubicBezTo>
                  <a:cubicBezTo>
                    <a:pt x="15" y="255"/>
                    <a:pt x="15" y="255"/>
                    <a:pt x="15" y="255"/>
                  </a:cubicBezTo>
                  <a:cubicBezTo>
                    <a:pt x="15" y="259"/>
                    <a:pt x="12" y="262"/>
                    <a:pt x="8" y="262"/>
                  </a:cubicBezTo>
                  <a:cubicBezTo>
                    <a:pt x="8" y="262"/>
                    <a:pt x="8" y="262"/>
                    <a:pt x="8" y="262"/>
                  </a:cubicBezTo>
                  <a:cubicBezTo>
                    <a:pt x="8" y="262"/>
                    <a:pt x="8" y="262"/>
                    <a:pt x="7" y="262"/>
                  </a:cubicBezTo>
                  <a:cubicBezTo>
                    <a:pt x="7" y="262"/>
                    <a:pt x="7" y="262"/>
                    <a:pt x="7" y="262"/>
                  </a:cubicBezTo>
                  <a:cubicBezTo>
                    <a:pt x="4" y="262"/>
                    <a:pt x="0" y="259"/>
                    <a:pt x="0" y="256"/>
                  </a:cubicBezTo>
                  <a:close/>
                  <a:moveTo>
                    <a:pt x="44" y="252"/>
                  </a:moveTo>
                  <a:cubicBezTo>
                    <a:pt x="43" y="248"/>
                    <a:pt x="46" y="244"/>
                    <a:pt x="50" y="244"/>
                  </a:cubicBezTo>
                  <a:cubicBezTo>
                    <a:pt x="50" y="244"/>
                    <a:pt x="50" y="244"/>
                    <a:pt x="50" y="244"/>
                  </a:cubicBezTo>
                  <a:cubicBezTo>
                    <a:pt x="50" y="244"/>
                    <a:pt x="50" y="244"/>
                    <a:pt x="50" y="244"/>
                  </a:cubicBezTo>
                  <a:cubicBezTo>
                    <a:pt x="50" y="244"/>
                    <a:pt x="50" y="244"/>
                    <a:pt x="50" y="244"/>
                  </a:cubicBezTo>
                  <a:cubicBezTo>
                    <a:pt x="54" y="243"/>
                    <a:pt x="58" y="246"/>
                    <a:pt x="58" y="250"/>
                  </a:cubicBezTo>
                  <a:cubicBezTo>
                    <a:pt x="58" y="250"/>
                    <a:pt x="58" y="250"/>
                    <a:pt x="58" y="250"/>
                  </a:cubicBezTo>
                  <a:cubicBezTo>
                    <a:pt x="59" y="254"/>
                    <a:pt x="56" y="258"/>
                    <a:pt x="52" y="258"/>
                  </a:cubicBezTo>
                  <a:cubicBezTo>
                    <a:pt x="52" y="258"/>
                    <a:pt x="52" y="258"/>
                    <a:pt x="52" y="258"/>
                  </a:cubicBezTo>
                  <a:cubicBezTo>
                    <a:pt x="51" y="258"/>
                    <a:pt x="51" y="258"/>
                    <a:pt x="51" y="258"/>
                  </a:cubicBezTo>
                  <a:cubicBezTo>
                    <a:pt x="51" y="258"/>
                    <a:pt x="51" y="258"/>
                    <a:pt x="51" y="258"/>
                  </a:cubicBezTo>
                  <a:cubicBezTo>
                    <a:pt x="47" y="258"/>
                    <a:pt x="44" y="256"/>
                    <a:pt x="44" y="252"/>
                  </a:cubicBezTo>
                  <a:close/>
                  <a:moveTo>
                    <a:pt x="87" y="246"/>
                  </a:moveTo>
                  <a:cubicBezTo>
                    <a:pt x="86" y="242"/>
                    <a:pt x="89" y="238"/>
                    <a:pt x="93" y="237"/>
                  </a:cubicBezTo>
                  <a:cubicBezTo>
                    <a:pt x="93" y="237"/>
                    <a:pt x="93" y="237"/>
                    <a:pt x="93" y="237"/>
                  </a:cubicBezTo>
                  <a:cubicBezTo>
                    <a:pt x="93" y="237"/>
                    <a:pt x="93" y="237"/>
                    <a:pt x="93" y="237"/>
                  </a:cubicBezTo>
                  <a:cubicBezTo>
                    <a:pt x="93" y="237"/>
                    <a:pt x="93" y="237"/>
                    <a:pt x="93" y="237"/>
                  </a:cubicBezTo>
                  <a:cubicBezTo>
                    <a:pt x="97" y="237"/>
                    <a:pt x="101" y="239"/>
                    <a:pt x="101" y="243"/>
                  </a:cubicBezTo>
                  <a:cubicBezTo>
                    <a:pt x="101" y="243"/>
                    <a:pt x="101" y="243"/>
                    <a:pt x="101" y="243"/>
                  </a:cubicBezTo>
                  <a:cubicBezTo>
                    <a:pt x="102" y="247"/>
                    <a:pt x="99" y="251"/>
                    <a:pt x="95" y="252"/>
                  </a:cubicBezTo>
                  <a:cubicBezTo>
                    <a:pt x="95" y="252"/>
                    <a:pt x="95" y="252"/>
                    <a:pt x="95" y="252"/>
                  </a:cubicBezTo>
                  <a:cubicBezTo>
                    <a:pt x="95" y="252"/>
                    <a:pt x="95" y="252"/>
                    <a:pt x="94" y="252"/>
                  </a:cubicBezTo>
                  <a:cubicBezTo>
                    <a:pt x="94" y="252"/>
                    <a:pt x="94" y="252"/>
                    <a:pt x="94" y="252"/>
                  </a:cubicBezTo>
                  <a:cubicBezTo>
                    <a:pt x="91" y="252"/>
                    <a:pt x="88" y="249"/>
                    <a:pt x="87" y="246"/>
                  </a:cubicBezTo>
                  <a:close/>
                  <a:moveTo>
                    <a:pt x="130" y="237"/>
                  </a:moveTo>
                  <a:cubicBezTo>
                    <a:pt x="129" y="233"/>
                    <a:pt x="131" y="229"/>
                    <a:pt x="135" y="228"/>
                  </a:cubicBezTo>
                  <a:cubicBezTo>
                    <a:pt x="135" y="228"/>
                    <a:pt x="135" y="228"/>
                    <a:pt x="135" y="228"/>
                  </a:cubicBezTo>
                  <a:cubicBezTo>
                    <a:pt x="135" y="228"/>
                    <a:pt x="135" y="228"/>
                    <a:pt x="135" y="228"/>
                  </a:cubicBezTo>
                  <a:cubicBezTo>
                    <a:pt x="135" y="228"/>
                    <a:pt x="135" y="228"/>
                    <a:pt x="135" y="228"/>
                  </a:cubicBezTo>
                  <a:cubicBezTo>
                    <a:pt x="139" y="227"/>
                    <a:pt x="143" y="230"/>
                    <a:pt x="144" y="233"/>
                  </a:cubicBezTo>
                  <a:cubicBezTo>
                    <a:pt x="144" y="233"/>
                    <a:pt x="144" y="233"/>
                    <a:pt x="144" y="233"/>
                  </a:cubicBezTo>
                  <a:cubicBezTo>
                    <a:pt x="145" y="237"/>
                    <a:pt x="142" y="241"/>
                    <a:pt x="139" y="242"/>
                  </a:cubicBezTo>
                  <a:cubicBezTo>
                    <a:pt x="139" y="242"/>
                    <a:pt x="139" y="242"/>
                    <a:pt x="139" y="242"/>
                  </a:cubicBezTo>
                  <a:cubicBezTo>
                    <a:pt x="138" y="243"/>
                    <a:pt x="137" y="243"/>
                    <a:pt x="137" y="243"/>
                  </a:cubicBezTo>
                  <a:cubicBezTo>
                    <a:pt x="137" y="243"/>
                    <a:pt x="137" y="243"/>
                    <a:pt x="137" y="243"/>
                  </a:cubicBezTo>
                  <a:cubicBezTo>
                    <a:pt x="133" y="243"/>
                    <a:pt x="130" y="240"/>
                    <a:pt x="130" y="237"/>
                  </a:cubicBezTo>
                  <a:close/>
                  <a:moveTo>
                    <a:pt x="172" y="226"/>
                  </a:moveTo>
                  <a:cubicBezTo>
                    <a:pt x="171" y="222"/>
                    <a:pt x="173" y="218"/>
                    <a:pt x="177" y="216"/>
                  </a:cubicBezTo>
                  <a:cubicBezTo>
                    <a:pt x="177" y="216"/>
                    <a:pt x="177" y="216"/>
                    <a:pt x="177" y="216"/>
                  </a:cubicBezTo>
                  <a:cubicBezTo>
                    <a:pt x="180" y="215"/>
                    <a:pt x="185" y="217"/>
                    <a:pt x="186" y="221"/>
                  </a:cubicBezTo>
                  <a:cubicBezTo>
                    <a:pt x="186" y="221"/>
                    <a:pt x="186" y="221"/>
                    <a:pt x="186" y="221"/>
                  </a:cubicBezTo>
                  <a:cubicBezTo>
                    <a:pt x="187" y="225"/>
                    <a:pt x="185" y="229"/>
                    <a:pt x="181" y="230"/>
                  </a:cubicBezTo>
                  <a:cubicBezTo>
                    <a:pt x="181" y="230"/>
                    <a:pt x="181" y="230"/>
                    <a:pt x="181" y="230"/>
                  </a:cubicBezTo>
                  <a:cubicBezTo>
                    <a:pt x="180" y="231"/>
                    <a:pt x="180" y="231"/>
                    <a:pt x="179" y="231"/>
                  </a:cubicBezTo>
                  <a:cubicBezTo>
                    <a:pt x="179" y="231"/>
                    <a:pt x="179" y="231"/>
                    <a:pt x="179" y="231"/>
                  </a:cubicBezTo>
                  <a:cubicBezTo>
                    <a:pt x="176" y="231"/>
                    <a:pt x="173" y="229"/>
                    <a:pt x="172" y="226"/>
                  </a:cubicBezTo>
                  <a:close/>
                  <a:moveTo>
                    <a:pt x="213" y="212"/>
                  </a:moveTo>
                  <a:cubicBezTo>
                    <a:pt x="212" y="208"/>
                    <a:pt x="214" y="204"/>
                    <a:pt x="217" y="202"/>
                  </a:cubicBezTo>
                  <a:cubicBezTo>
                    <a:pt x="217" y="202"/>
                    <a:pt x="217" y="202"/>
                    <a:pt x="217" y="202"/>
                  </a:cubicBezTo>
                  <a:cubicBezTo>
                    <a:pt x="221" y="201"/>
                    <a:pt x="225" y="203"/>
                    <a:pt x="227" y="206"/>
                  </a:cubicBezTo>
                  <a:cubicBezTo>
                    <a:pt x="227" y="206"/>
                    <a:pt x="227" y="206"/>
                    <a:pt x="227" y="206"/>
                  </a:cubicBezTo>
                  <a:cubicBezTo>
                    <a:pt x="228" y="210"/>
                    <a:pt x="226" y="214"/>
                    <a:pt x="223" y="216"/>
                  </a:cubicBezTo>
                  <a:cubicBezTo>
                    <a:pt x="223" y="216"/>
                    <a:pt x="223" y="216"/>
                    <a:pt x="223" y="216"/>
                  </a:cubicBezTo>
                  <a:cubicBezTo>
                    <a:pt x="222" y="216"/>
                    <a:pt x="221" y="216"/>
                    <a:pt x="220" y="216"/>
                  </a:cubicBezTo>
                  <a:cubicBezTo>
                    <a:pt x="220" y="216"/>
                    <a:pt x="220" y="216"/>
                    <a:pt x="220" y="216"/>
                  </a:cubicBezTo>
                  <a:cubicBezTo>
                    <a:pt x="217" y="216"/>
                    <a:pt x="214" y="215"/>
                    <a:pt x="213" y="212"/>
                  </a:cubicBezTo>
                  <a:close/>
                  <a:moveTo>
                    <a:pt x="254" y="195"/>
                  </a:moveTo>
                  <a:cubicBezTo>
                    <a:pt x="252" y="191"/>
                    <a:pt x="254" y="187"/>
                    <a:pt x="257" y="185"/>
                  </a:cubicBezTo>
                  <a:cubicBezTo>
                    <a:pt x="257" y="185"/>
                    <a:pt x="257" y="185"/>
                    <a:pt x="257" y="185"/>
                  </a:cubicBezTo>
                  <a:cubicBezTo>
                    <a:pt x="261" y="184"/>
                    <a:pt x="265" y="185"/>
                    <a:pt x="267" y="189"/>
                  </a:cubicBezTo>
                  <a:cubicBezTo>
                    <a:pt x="267" y="189"/>
                    <a:pt x="267" y="189"/>
                    <a:pt x="267" y="189"/>
                  </a:cubicBezTo>
                  <a:cubicBezTo>
                    <a:pt x="269" y="193"/>
                    <a:pt x="267" y="197"/>
                    <a:pt x="263" y="199"/>
                  </a:cubicBezTo>
                  <a:cubicBezTo>
                    <a:pt x="263" y="199"/>
                    <a:pt x="263" y="199"/>
                    <a:pt x="263" y="199"/>
                  </a:cubicBezTo>
                  <a:cubicBezTo>
                    <a:pt x="262" y="199"/>
                    <a:pt x="261" y="199"/>
                    <a:pt x="260" y="199"/>
                  </a:cubicBezTo>
                  <a:cubicBezTo>
                    <a:pt x="260" y="199"/>
                    <a:pt x="260" y="199"/>
                    <a:pt x="260" y="199"/>
                  </a:cubicBezTo>
                  <a:cubicBezTo>
                    <a:pt x="258" y="199"/>
                    <a:pt x="255" y="198"/>
                    <a:pt x="254" y="195"/>
                  </a:cubicBezTo>
                  <a:close/>
                  <a:moveTo>
                    <a:pt x="293" y="176"/>
                  </a:moveTo>
                  <a:cubicBezTo>
                    <a:pt x="291" y="172"/>
                    <a:pt x="292" y="168"/>
                    <a:pt x="296" y="166"/>
                  </a:cubicBezTo>
                  <a:cubicBezTo>
                    <a:pt x="296" y="166"/>
                    <a:pt x="296" y="166"/>
                    <a:pt x="296" y="166"/>
                  </a:cubicBezTo>
                  <a:cubicBezTo>
                    <a:pt x="299" y="164"/>
                    <a:pt x="304" y="165"/>
                    <a:pt x="306" y="169"/>
                  </a:cubicBezTo>
                  <a:cubicBezTo>
                    <a:pt x="306" y="169"/>
                    <a:pt x="306" y="169"/>
                    <a:pt x="306" y="169"/>
                  </a:cubicBezTo>
                  <a:cubicBezTo>
                    <a:pt x="308" y="173"/>
                    <a:pt x="307" y="177"/>
                    <a:pt x="303" y="179"/>
                  </a:cubicBezTo>
                  <a:cubicBezTo>
                    <a:pt x="303" y="179"/>
                    <a:pt x="303" y="179"/>
                    <a:pt x="303" y="179"/>
                  </a:cubicBezTo>
                  <a:cubicBezTo>
                    <a:pt x="302" y="179"/>
                    <a:pt x="301" y="180"/>
                    <a:pt x="299" y="180"/>
                  </a:cubicBezTo>
                  <a:cubicBezTo>
                    <a:pt x="299" y="180"/>
                    <a:pt x="299" y="180"/>
                    <a:pt x="299" y="180"/>
                  </a:cubicBezTo>
                  <a:cubicBezTo>
                    <a:pt x="297" y="180"/>
                    <a:pt x="294" y="178"/>
                    <a:pt x="293" y="176"/>
                  </a:cubicBezTo>
                  <a:close/>
                  <a:moveTo>
                    <a:pt x="331" y="154"/>
                  </a:moveTo>
                  <a:cubicBezTo>
                    <a:pt x="329" y="151"/>
                    <a:pt x="330" y="147"/>
                    <a:pt x="333" y="144"/>
                  </a:cubicBezTo>
                  <a:cubicBezTo>
                    <a:pt x="333" y="144"/>
                    <a:pt x="333" y="144"/>
                    <a:pt x="333" y="144"/>
                  </a:cubicBezTo>
                  <a:cubicBezTo>
                    <a:pt x="333" y="144"/>
                    <a:pt x="333" y="144"/>
                    <a:pt x="333" y="144"/>
                  </a:cubicBezTo>
                  <a:cubicBezTo>
                    <a:pt x="333" y="144"/>
                    <a:pt x="333" y="144"/>
                    <a:pt x="333" y="144"/>
                  </a:cubicBezTo>
                  <a:cubicBezTo>
                    <a:pt x="337" y="142"/>
                    <a:pt x="341" y="143"/>
                    <a:pt x="343" y="147"/>
                  </a:cubicBezTo>
                  <a:cubicBezTo>
                    <a:pt x="343" y="147"/>
                    <a:pt x="343" y="147"/>
                    <a:pt x="343" y="147"/>
                  </a:cubicBezTo>
                  <a:cubicBezTo>
                    <a:pt x="346" y="150"/>
                    <a:pt x="344" y="155"/>
                    <a:pt x="341" y="157"/>
                  </a:cubicBezTo>
                  <a:cubicBezTo>
                    <a:pt x="341" y="157"/>
                    <a:pt x="341" y="157"/>
                    <a:pt x="341" y="157"/>
                  </a:cubicBezTo>
                  <a:cubicBezTo>
                    <a:pt x="340" y="158"/>
                    <a:pt x="339" y="158"/>
                    <a:pt x="337" y="158"/>
                  </a:cubicBezTo>
                  <a:cubicBezTo>
                    <a:pt x="337" y="158"/>
                    <a:pt x="337" y="158"/>
                    <a:pt x="337" y="158"/>
                  </a:cubicBezTo>
                  <a:cubicBezTo>
                    <a:pt x="335" y="158"/>
                    <a:pt x="332" y="157"/>
                    <a:pt x="331" y="154"/>
                  </a:cubicBezTo>
                  <a:close/>
                  <a:moveTo>
                    <a:pt x="368" y="131"/>
                  </a:moveTo>
                  <a:cubicBezTo>
                    <a:pt x="365" y="127"/>
                    <a:pt x="366" y="123"/>
                    <a:pt x="369" y="120"/>
                  </a:cubicBezTo>
                  <a:cubicBezTo>
                    <a:pt x="369" y="120"/>
                    <a:pt x="369" y="120"/>
                    <a:pt x="369" y="120"/>
                  </a:cubicBezTo>
                  <a:cubicBezTo>
                    <a:pt x="369" y="120"/>
                    <a:pt x="369" y="120"/>
                    <a:pt x="369" y="120"/>
                  </a:cubicBezTo>
                  <a:cubicBezTo>
                    <a:pt x="369" y="120"/>
                    <a:pt x="369" y="120"/>
                    <a:pt x="369" y="120"/>
                  </a:cubicBezTo>
                  <a:cubicBezTo>
                    <a:pt x="373" y="118"/>
                    <a:pt x="377" y="119"/>
                    <a:pt x="380" y="122"/>
                  </a:cubicBezTo>
                  <a:cubicBezTo>
                    <a:pt x="380" y="122"/>
                    <a:pt x="380" y="122"/>
                    <a:pt x="380" y="122"/>
                  </a:cubicBezTo>
                  <a:cubicBezTo>
                    <a:pt x="382" y="125"/>
                    <a:pt x="381" y="130"/>
                    <a:pt x="378" y="132"/>
                  </a:cubicBezTo>
                  <a:cubicBezTo>
                    <a:pt x="378" y="132"/>
                    <a:pt x="378" y="132"/>
                    <a:pt x="378" y="132"/>
                  </a:cubicBezTo>
                  <a:cubicBezTo>
                    <a:pt x="377" y="133"/>
                    <a:pt x="375" y="134"/>
                    <a:pt x="374" y="134"/>
                  </a:cubicBezTo>
                  <a:cubicBezTo>
                    <a:pt x="374" y="134"/>
                    <a:pt x="374" y="134"/>
                    <a:pt x="374" y="134"/>
                  </a:cubicBezTo>
                  <a:cubicBezTo>
                    <a:pt x="371" y="134"/>
                    <a:pt x="369" y="133"/>
                    <a:pt x="368" y="131"/>
                  </a:cubicBezTo>
                  <a:close/>
                  <a:moveTo>
                    <a:pt x="403" y="105"/>
                  </a:moveTo>
                  <a:cubicBezTo>
                    <a:pt x="400" y="101"/>
                    <a:pt x="401" y="97"/>
                    <a:pt x="404" y="94"/>
                  </a:cubicBezTo>
                  <a:cubicBezTo>
                    <a:pt x="404" y="94"/>
                    <a:pt x="404" y="94"/>
                    <a:pt x="404" y="94"/>
                  </a:cubicBezTo>
                  <a:cubicBezTo>
                    <a:pt x="407" y="92"/>
                    <a:pt x="412" y="92"/>
                    <a:pt x="414" y="95"/>
                  </a:cubicBezTo>
                  <a:cubicBezTo>
                    <a:pt x="414" y="95"/>
                    <a:pt x="414" y="95"/>
                    <a:pt x="414" y="95"/>
                  </a:cubicBezTo>
                  <a:cubicBezTo>
                    <a:pt x="417" y="99"/>
                    <a:pt x="416" y="103"/>
                    <a:pt x="413" y="106"/>
                  </a:cubicBezTo>
                  <a:cubicBezTo>
                    <a:pt x="413" y="106"/>
                    <a:pt x="413" y="106"/>
                    <a:pt x="413" y="106"/>
                  </a:cubicBezTo>
                  <a:cubicBezTo>
                    <a:pt x="412" y="107"/>
                    <a:pt x="410" y="107"/>
                    <a:pt x="408" y="107"/>
                  </a:cubicBezTo>
                  <a:cubicBezTo>
                    <a:pt x="408" y="107"/>
                    <a:pt x="408" y="107"/>
                    <a:pt x="408" y="107"/>
                  </a:cubicBezTo>
                  <a:cubicBezTo>
                    <a:pt x="406" y="107"/>
                    <a:pt x="404" y="106"/>
                    <a:pt x="403" y="105"/>
                  </a:cubicBezTo>
                  <a:close/>
                  <a:moveTo>
                    <a:pt x="436" y="76"/>
                  </a:moveTo>
                  <a:cubicBezTo>
                    <a:pt x="433" y="73"/>
                    <a:pt x="433" y="69"/>
                    <a:pt x="437" y="66"/>
                  </a:cubicBezTo>
                  <a:cubicBezTo>
                    <a:pt x="437" y="66"/>
                    <a:pt x="437" y="66"/>
                    <a:pt x="437" y="66"/>
                  </a:cubicBezTo>
                  <a:cubicBezTo>
                    <a:pt x="439" y="63"/>
                    <a:pt x="444" y="63"/>
                    <a:pt x="447" y="66"/>
                  </a:cubicBezTo>
                  <a:cubicBezTo>
                    <a:pt x="447" y="66"/>
                    <a:pt x="447" y="66"/>
                    <a:pt x="447" y="66"/>
                  </a:cubicBezTo>
                  <a:cubicBezTo>
                    <a:pt x="450" y="69"/>
                    <a:pt x="449" y="74"/>
                    <a:pt x="446" y="77"/>
                  </a:cubicBezTo>
                  <a:cubicBezTo>
                    <a:pt x="446" y="77"/>
                    <a:pt x="446" y="77"/>
                    <a:pt x="446" y="77"/>
                  </a:cubicBezTo>
                  <a:cubicBezTo>
                    <a:pt x="445" y="78"/>
                    <a:pt x="443" y="79"/>
                    <a:pt x="441" y="79"/>
                  </a:cubicBezTo>
                  <a:cubicBezTo>
                    <a:pt x="441" y="79"/>
                    <a:pt x="441" y="79"/>
                    <a:pt x="441" y="79"/>
                  </a:cubicBezTo>
                  <a:cubicBezTo>
                    <a:pt x="439" y="79"/>
                    <a:pt x="438" y="78"/>
                    <a:pt x="436" y="76"/>
                  </a:cubicBezTo>
                  <a:close/>
                  <a:moveTo>
                    <a:pt x="467" y="46"/>
                  </a:moveTo>
                  <a:cubicBezTo>
                    <a:pt x="465" y="43"/>
                    <a:pt x="464" y="38"/>
                    <a:pt x="467" y="36"/>
                  </a:cubicBezTo>
                  <a:cubicBezTo>
                    <a:pt x="467" y="36"/>
                    <a:pt x="467" y="36"/>
                    <a:pt x="467" y="36"/>
                  </a:cubicBezTo>
                  <a:cubicBezTo>
                    <a:pt x="470" y="33"/>
                    <a:pt x="475" y="33"/>
                    <a:pt x="478" y="35"/>
                  </a:cubicBezTo>
                  <a:cubicBezTo>
                    <a:pt x="478" y="35"/>
                    <a:pt x="478" y="35"/>
                    <a:pt x="478" y="35"/>
                  </a:cubicBezTo>
                  <a:cubicBezTo>
                    <a:pt x="480" y="38"/>
                    <a:pt x="481" y="43"/>
                    <a:pt x="478" y="46"/>
                  </a:cubicBezTo>
                  <a:cubicBezTo>
                    <a:pt x="478" y="46"/>
                    <a:pt x="478" y="46"/>
                    <a:pt x="478" y="46"/>
                  </a:cubicBezTo>
                  <a:cubicBezTo>
                    <a:pt x="476" y="47"/>
                    <a:pt x="474" y="48"/>
                    <a:pt x="473" y="48"/>
                  </a:cubicBezTo>
                  <a:cubicBezTo>
                    <a:pt x="473" y="48"/>
                    <a:pt x="473" y="48"/>
                    <a:pt x="473" y="48"/>
                  </a:cubicBezTo>
                  <a:cubicBezTo>
                    <a:pt x="471" y="48"/>
                    <a:pt x="469" y="47"/>
                    <a:pt x="467" y="46"/>
                  </a:cubicBezTo>
                  <a:close/>
                  <a:moveTo>
                    <a:pt x="497" y="14"/>
                  </a:moveTo>
                  <a:cubicBezTo>
                    <a:pt x="494" y="11"/>
                    <a:pt x="493" y="7"/>
                    <a:pt x="496" y="3"/>
                  </a:cubicBezTo>
                  <a:cubicBezTo>
                    <a:pt x="496" y="3"/>
                    <a:pt x="496" y="3"/>
                    <a:pt x="496" y="3"/>
                  </a:cubicBezTo>
                  <a:cubicBezTo>
                    <a:pt x="499" y="0"/>
                    <a:pt x="503" y="0"/>
                    <a:pt x="506" y="3"/>
                  </a:cubicBezTo>
                  <a:cubicBezTo>
                    <a:pt x="506" y="3"/>
                    <a:pt x="506" y="3"/>
                    <a:pt x="506" y="3"/>
                  </a:cubicBezTo>
                  <a:cubicBezTo>
                    <a:pt x="509" y="5"/>
                    <a:pt x="510" y="10"/>
                    <a:pt x="507" y="13"/>
                  </a:cubicBezTo>
                  <a:cubicBezTo>
                    <a:pt x="507" y="13"/>
                    <a:pt x="507" y="13"/>
                    <a:pt x="507" y="13"/>
                  </a:cubicBezTo>
                  <a:cubicBezTo>
                    <a:pt x="506" y="15"/>
                    <a:pt x="504" y="15"/>
                    <a:pt x="502" y="15"/>
                  </a:cubicBezTo>
                  <a:cubicBezTo>
                    <a:pt x="502" y="15"/>
                    <a:pt x="502" y="15"/>
                    <a:pt x="502" y="15"/>
                  </a:cubicBezTo>
                  <a:cubicBezTo>
                    <a:pt x="500" y="15"/>
                    <a:pt x="498" y="15"/>
                    <a:pt x="497" y="1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8" name="Freeform 132">
              <a:extLst>
                <a:ext uri="{FF2B5EF4-FFF2-40B4-BE49-F238E27FC236}">
                  <a16:creationId xmlns:a16="http://schemas.microsoft.com/office/drawing/2014/main" id="{08B0C77D-29A0-29E3-C3E7-E44A648CB97D}"/>
                </a:ext>
              </a:extLst>
            </p:cNvPr>
            <p:cNvSpPr>
              <a:spLocks/>
            </p:cNvSpPr>
            <p:nvPr/>
          </p:nvSpPr>
          <p:spPr bwMode="auto">
            <a:xfrm>
              <a:off x="590111" y="239283"/>
              <a:ext cx="8117" cy="7440"/>
            </a:xfrm>
            <a:custGeom>
              <a:avLst/>
              <a:gdLst>
                <a:gd name="T0" fmla="*/ 0 w 15"/>
                <a:gd name="T1" fmla="*/ 8 h 14"/>
                <a:gd name="T2" fmla="*/ 7 w 15"/>
                <a:gd name="T3" fmla="*/ 0 h 14"/>
                <a:gd name="T4" fmla="*/ 7 w 15"/>
                <a:gd name="T5" fmla="*/ 0 h 14"/>
                <a:gd name="T6" fmla="*/ 15 w 15"/>
                <a:gd name="T7" fmla="*/ 7 h 14"/>
                <a:gd name="T8" fmla="*/ 15 w 15"/>
                <a:gd name="T9" fmla="*/ 7 h 14"/>
                <a:gd name="T10" fmla="*/ 8 w 15"/>
                <a:gd name="T11" fmla="*/ 14 h 14"/>
                <a:gd name="T12" fmla="*/ 8 w 15"/>
                <a:gd name="T13" fmla="*/ 14 h 14"/>
                <a:gd name="T14" fmla="*/ 8 w 15"/>
                <a:gd name="T15" fmla="*/ 14 h 14"/>
                <a:gd name="T16" fmla="*/ 8 w 15"/>
                <a:gd name="T17" fmla="*/ 14 h 14"/>
                <a:gd name="T18" fmla="*/ 8 w 15"/>
                <a:gd name="T19" fmla="*/ 14 h 14"/>
                <a:gd name="T20" fmla="*/ 8 w 15"/>
                <a:gd name="T21" fmla="*/ 14 h 14"/>
                <a:gd name="T22" fmla="*/ 0 w 15"/>
                <a:gd name="T23"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4">
                  <a:moveTo>
                    <a:pt x="0" y="8"/>
                  </a:moveTo>
                  <a:cubicBezTo>
                    <a:pt x="0" y="3"/>
                    <a:pt x="3" y="0"/>
                    <a:pt x="7" y="0"/>
                  </a:cubicBezTo>
                  <a:cubicBezTo>
                    <a:pt x="7" y="0"/>
                    <a:pt x="7" y="0"/>
                    <a:pt x="7" y="0"/>
                  </a:cubicBezTo>
                  <a:cubicBezTo>
                    <a:pt x="11" y="0"/>
                    <a:pt x="15" y="3"/>
                    <a:pt x="15" y="7"/>
                  </a:cubicBezTo>
                  <a:cubicBezTo>
                    <a:pt x="15" y="7"/>
                    <a:pt x="15" y="7"/>
                    <a:pt x="15" y="7"/>
                  </a:cubicBezTo>
                  <a:cubicBezTo>
                    <a:pt x="15" y="11"/>
                    <a:pt x="12"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4" y="14"/>
                    <a:pt x="1" y="11"/>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59" name="Freeform 133">
              <a:extLst>
                <a:ext uri="{FF2B5EF4-FFF2-40B4-BE49-F238E27FC236}">
                  <a16:creationId xmlns:a16="http://schemas.microsoft.com/office/drawing/2014/main" id="{D01F9A7C-592D-7B08-0A8F-FFF571EAA1C4}"/>
                </a:ext>
              </a:extLst>
            </p:cNvPr>
            <p:cNvSpPr>
              <a:spLocks/>
            </p:cNvSpPr>
            <p:nvPr/>
          </p:nvSpPr>
          <p:spPr bwMode="auto">
            <a:xfrm>
              <a:off x="590111" y="984673"/>
              <a:ext cx="8117" cy="7440"/>
            </a:xfrm>
            <a:custGeom>
              <a:avLst/>
              <a:gdLst>
                <a:gd name="T0" fmla="*/ 0 w 15"/>
                <a:gd name="T1" fmla="*/ 8 h 15"/>
                <a:gd name="T2" fmla="*/ 7 w 15"/>
                <a:gd name="T3" fmla="*/ 0 h 15"/>
                <a:gd name="T4" fmla="*/ 7 w 15"/>
                <a:gd name="T5" fmla="*/ 0 h 15"/>
                <a:gd name="T6" fmla="*/ 15 w 15"/>
                <a:gd name="T7" fmla="*/ 7 h 15"/>
                <a:gd name="T8" fmla="*/ 15 w 15"/>
                <a:gd name="T9" fmla="*/ 7 h 15"/>
                <a:gd name="T10" fmla="*/ 8 w 15"/>
                <a:gd name="T11" fmla="*/ 15 h 15"/>
                <a:gd name="T12" fmla="*/ 8 w 15"/>
                <a:gd name="T13" fmla="*/ 15 h 15"/>
                <a:gd name="T14" fmla="*/ 8 w 15"/>
                <a:gd name="T15" fmla="*/ 15 h 15"/>
                <a:gd name="T16" fmla="*/ 8 w 15"/>
                <a:gd name="T17" fmla="*/ 15 h 15"/>
                <a:gd name="T18" fmla="*/ 7 w 15"/>
                <a:gd name="T19" fmla="*/ 15 h 15"/>
                <a:gd name="T20" fmla="*/ 7 w 15"/>
                <a:gd name="T21" fmla="*/ 15 h 15"/>
                <a:gd name="T22" fmla="*/ 0 w 15"/>
                <a:gd name="T2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0" y="8"/>
                  </a:moveTo>
                  <a:cubicBezTo>
                    <a:pt x="0" y="4"/>
                    <a:pt x="3" y="1"/>
                    <a:pt x="7" y="0"/>
                  </a:cubicBezTo>
                  <a:cubicBezTo>
                    <a:pt x="7" y="0"/>
                    <a:pt x="7" y="0"/>
                    <a:pt x="7" y="0"/>
                  </a:cubicBezTo>
                  <a:cubicBezTo>
                    <a:pt x="11" y="0"/>
                    <a:pt x="14" y="3"/>
                    <a:pt x="15" y="7"/>
                  </a:cubicBezTo>
                  <a:cubicBezTo>
                    <a:pt x="15" y="7"/>
                    <a:pt x="15" y="7"/>
                    <a:pt x="15" y="7"/>
                  </a:cubicBezTo>
                  <a:cubicBezTo>
                    <a:pt x="15" y="11"/>
                    <a:pt x="12"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3" y="15"/>
                    <a:pt x="0" y="12"/>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0" name="Freeform 134">
              <a:extLst>
                <a:ext uri="{FF2B5EF4-FFF2-40B4-BE49-F238E27FC236}">
                  <a16:creationId xmlns:a16="http://schemas.microsoft.com/office/drawing/2014/main" id="{C90E149E-65A5-55C2-DB8A-1BBD16EF9476}"/>
                </a:ext>
              </a:extLst>
            </p:cNvPr>
            <p:cNvSpPr>
              <a:spLocks/>
            </p:cNvSpPr>
            <p:nvPr/>
          </p:nvSpPr>
          <p:spPr bwMode="auto">
            <a:xfrm>
              <a:off x="264087" y="431380"/>
              <a:ext cx="8793" cy="7440"/>
            </a:xfrm>
            <a:custGeom>
              <a:avLst/>
              <a:gdLst>
                <a:gd name="T0" fmla="*/ 5 w 17"/>
                <a:gd name="T1" fmla="*/ 14 h 15"/>
                <a:gd name="T2" fmla="*/ 2 w 17"/>
                <a:gd name="T3" fmla="*/ 4 h 15"/>
                <a:gd name="T4" fmla="*/ 2 w 17"/>
                <a:gd name="T5" fmla="*/ 4 h 15"/>
                <a:gd name="T6" fmla="*/ 12 w 17"/>
                <a:gd name="T7" fmla="*/ 2 h 15"/>
                <a:gd name="T8" fmla="*/ 12 w 17"/>
                <a:gd name="T9" fmla="*/ 2 h 15"/>
                <a:gd name="T10" fmla="*/ 15 w 17"/>
                <a:gd name="T11" fmla="*/ 12 h 15"/>
                <a:gd name="T12" fmla="*/ 15 w 17"/>
                <a:gd name="T13" fmla="*/ 12 h 15"/>
                <a:gd name="T14" fmla="*/ 9 w 17"/>
                <a:gd name="T15" fmla="*/ 15 h 15"/>
                <a:gd name="T16" fmla="*/ 9 w 17"/>
                <a:gd name="T17" fmla="*/ 15 h 15"/>
                <a:gd name="T18" fmla="*/ 5 w 17"/>
                <a:gd name="T19"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5">
                  <a:moveTo>
                    <a:pt x="5" y="14"/>
                  </a:moveTo>
                  <a:cubicBezTo>
                    <a:pt x="1" y="12"/>
                    <a:pt x="0" y="8"/>
                    <a:pt x="2" y="4"/>
                  </a:cubicBezTo>
                  <a:cubicBezTo>
                    <a:pt x="2" y="4"/>
                    <a:pt x="2" y="4"/>
                    <a:pt x="2" y="4"/>
                  </a:cubicBezTo>
                  <a:cubicBezTo>
                    <a:pt x="4" y="1"/>
                    <a:pt x="9" y="0"/>
                    <a:pt x="12" y="2"/>
                  </a:cubicBezTo>
                  <a:cubicBezTo>
                    <a:pt x="12" y="2"/>
                    <a:pt x="12" y="2"/>
                    <a:pt x="12" y="2"/>
                  </a:cubicBezTo>
                  <a:cubicBezTo>
                    <a:pt x="16" y="4"/>
                    <a:pt x="17" y="9"/>
                    <a:pt x="15" y="12"/>
                  </a:cubicBezTo>
                  <a:cubicBezTo>
                    <a:pt x="15" y="12"/>
                    <a:pt x="15" y="12"/>
                    <a:pt x="15" y="12"/>
                  </a:cubicBezTo>
                  <a:cubicBezTo>
                    <a:pt x="13" y="14"/>
                    <a:pt x="11" y="15"/>
                    <a:pt x="9" y="15"/>
                  </a:cubicBezTo>
                  <a:cubicBezTo>
                    <a:pt x="9" y="15"/>
                    <a:pt x="9" y="15"/>
                    <a:pt x="9" y="15"/>
                  </a:cubicBezTo>
                  <a:cubicBezTo>
                    <a:pt x="7" y="15"/>
                    <a:pt x="6" y="15"/>
                    <a:pt x="5" y="1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1" name="Freeform 135">
              <a:extLst>
                <a:ext uri="{FF2B5EF4-FFF2-40B4-BE49-F238E27FC236}">
                  <a16:creationId xmlns:a16="http://schemas.microsoft.com/office/drawing/2014/main" id="{D9325F04-9BC9-078C-B865-3DA5CE74D931}"/>
                </a:ext>
              </a:extLst>
            </p:cNvPr>
            <p:cNvSpPr>
              <a:spLocks/>
            </p:cNvSpPr>
            <p:nvPr/>
          </p:nvSpPr>
          <p:spPr bwMode="auto">
            <a:xfrm>
              <a:off x="951983" y="589657"/>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1"/>
                    <a:pt x="9" y="0"/>
                    <a:pt x="12" y="2"/>
                  </a:cubicBezTo>
                  <a:cubicBezTo>
                    <a:pt x="12" y="2"/>
                    <a:pt x="12" y="2"/>
                    <a:pt x="12" y="2"/>
                  </a:cubicBezTo>
                  <a:cubicBezTo>
                    <a:pt x="16" y="5"/>
                    <a:pt x="17" y="9"/>
                    <a:pt x="15" y="12"/>
                  </a:cubicBezTo>
                  <a:cubicBezTo>
                    <a:pt x="15" y="12"/>
                    <a:pt x="15" y="12"/>
                    <a:pt x="15" y="12"/>
                  </a:cubicBezTo>
                  <a:cubicBezTo>
                    <a:pt x="13" y="15"/>
                    <a:pt x="11" y="16"/>
                    <a:pt x="8" y="16"/>
                  </a:cubicBezTo>
                  <a:cubicBezTo>
                    <a:pt x="8" y="16"/>
                    <a:pt x="8" y="16"/>
                    <a:pt x="8"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2" name="Freeform 136">
              <a:extLst>
                <a:ext uri="{FF2B5EF4-FFF2-40B4-BE49-F238E27FC236}">
                  <a16:creationId xmlns:a16="http://schemas.microsoft.com/office/drawing/2014/main" id="{30E31EA9-35DF-EB54-BA2F-CC11F834F18C}"/>
                </a:ext>
              </a:extLst>
            </p:cNvPr>
            <p:cNvSpPr>
              <a:spLocks/>
            </p:cNvSpPr>
            <p:nvPr/>
          </p:nvSpPr>
          <p:spPr bwMode="auto">
            <a:xfrm>
              <a:off x="886373" y="835189"/>
              <a:ext cx="8793" cy="8117"/>
            </a:xfrm>
            <a:custGeom>
              <a:avLst/>
              <a:gdLst>
                <a:gd name="T0" fmla="*/ 5 w 17"/>
                <a:gd name="T1" fmla="*/ 15 h 16"/>
                <a:gd name="T2" fmla="*/ 2 w 17"/>
                <a:gd name="T3" fmla="*/ 5 h 16"/>
                <a:gd name="T4" fmla="*/ 2 w 17"/>
                <a:gd name="T5" fmla="*/ 5 h 16"/>
                <a:gd name="T6" fmla="*/ 12 w 17"/>
                <a:gd name="T7" fmla="*/ 3 h 16"/>
                <a:gd name="T8" fmla="*/ 12 w 17"/>
                <a:gd name="T9" fmla="*/ 3 h 16"/>
                <a:gd name="T10" fmla="*/ 15 w 17"/>
                <a:gd name="T11" fmla="*/ 13 h 16"/>
                <a:gd name="T12" fmla="*/ 15 w 17"/>
                <a:gd name="T13" fmla="*/ 13 h 16"/>
                <a:gd name="T14" fmla="*/ 9 w 17"/>
                <a:gd name="T15" fmla="*/ 16 h 16"/>
                <a:gd name="T16" fmla="*/ 9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3"/>
                    <a:pt x="0" y="8"/>
                    <a:pt x="2" y="5"/>
                  </a:cubicBezTo>
                  <a:cubicBezTo>
                    <a:pt x="2" y="5"/>
                    <a:pt x="2" y="5"/>
                    <a:pt x="2" y="5"/>
                  </a:cubicBezTo>
                  <a:cubicBezTo>
                    <a:pt x="4" y="2"/>
                    <a:pt x="9" y="0"/>
                    <a:pt x="12" y="3"/>
                  </a:cubicBezTo>
                  <a:cubicBezTo>
                    <a:pt x="12" y="3"/>
                    <a:pt x="12" y="3"/>
                    <a:pt x="12" y="3"/>
                  </a:cubicBezTo>
                  <a:cubicBezTo>
                    <a:pt x="16" y="5"/>
                    <a:pt x="17" y="9"/>
                    <a:pt x="15" y="13"/>
                  </a:cubicBezTo>
                  <a:cubicBezTo>
                    <a:pt x="15" y="13"/>
                    <a:pt x="15" y="13"/>
                    <a:pt x="15" y="13"/>
                  </a:cubicBezTo>
                  <a:cubicBezTo>
                    <a:pt x="13" y="15"/>
                    <a:pt x="11" y="16"/>
                    <a:pt x="9" y="16"/>
                  </a:cubicBezTo>
                  <a:cubicBezTo>
                    <a:pt x="9" y="16"/>
                    <a:pt x="9" y="16"/>
                    <a:pt x="9" y="16"/>
                  </a:cubicBezTo>
                  <a:cubicBezTo>
                    <a:pt x="7" y="16"/>
                    <a:pt x="6" y="16"/>
                    <a:pt x="5"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sp>
          <p:nvSpPr>
            <p:cNvPr id="63" name="Freeform 137">
              <a:extLst>
                <a:ext uri="{FF2B5EF4-FFF2-40B4-BE49-F238E27FC236}">
                  <a16:creationId xmlns:a16="http://schemas.microsoft.com/office/drawing/2014/main" id="{24051907-ED7A-B58A-699E-8D17B25F2080}"/>
                </a:ext>
              </a:extLst>
            </p:cNvPr>
            <p:cNvSpPr>
              <a:spLocks/>
            </p:cNvSpPr>
            <p:nvPr/>
          </p:nvSpPr>
          <p:spPr bwMode="auto">
            <a:xfrm>
              <a:off x="292496" y="835865"/>
              <a:ext cx="8793" cy="8117"/>
            </a:xfrm>
            <a:custGeom>
              <a:avLst/>
              <a:gdLst>
                <a:gd name="T0" fmla="*/ 5 w 17"/>
                <a:gd name="T1" fmla="*/ 15 h 16"/>
                <a:gd name="T2" fmla="*/ 2 w 17"/>
                <a:gd name="T3" fmla="*/ 5 h 16"/>
                <a:gd name="T4" fmla="*/ 2 w 17"/>
                <a:gd name="T5" fmla="*/ 5 h 16"/>
                <a:gd name="T6" fmla="*/ 12 w 17"/>
                <a:gd name="T7" fmla="*/ 2 h 16"/>
                <a:gd name="T8" fmla="*/ 12 w 17"/>
                <a:gd name="T9" fmla="*/ 2 h 16"/>
                <a:gd name="T10" fmla="*/ 15 w 17"/>
                <a:gd name="T11" fmla="*/ 12 h 16"/>
                <a:gd name="T12" fmla="*/ 15 w 17"/>
                <a:gd name="T13" fmla="*/ 12 h 16"/>
                <a:gd name="T14" fmla="*/ 8 w 17"/>
                <a:gd name="T15" fmla="*/ 16 h 16"/>
                <a:gd name="T16" fmla="*/ 8 w 17"/>
                <a:gd name="T17" fmla="*/ 16 h 16"/>
                <a:gd name="T18" fmla="*/ 5 w 17"/>
                <a:gd name="T1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5" y="15"/>
                  </a:moveTo>
                  <a:cubicBezTo>
                    <a:pt x="1" y="12"/>
                    <a:pt x="0" y="8"/>
                    <a:pt x="2" y="5"/>
                  </a:cubicBezTo>
                  <a:cubicBezTo>
                    <a:pt x="2" y="5"/>
                    <a:pt x="2" y="5"/>
                    <a:pt x="2" y="5"/>
                  </a:cubicBezTo>
                  <a:cubicBezTo>
                    <a:pt x="4" y="1"/>
                    <a:pt x="9" y="0"/>
                    <a:pt x="12" y="2"/>
                  </a:cubicBezTo>
                  <a:cubicBezTo>
                    <a:pt x="12" y="2"/>
                    <a:pt x="12" y="2"/>
                    <a:pt x="12" y="2"/>
                  </a:cubicBezTo>
                  <a:cubicBezTo>
                    <a:pt x="16" y="4"/>
                    <a:pt x="17" y="9"/>
                    <a:pt x="15" y="12"/>
                  </a:cubicBezTo>
                  <a:cubicBezTo>
                    <a:pt x="15" y="12"/>
                    <a:pt x="15" y="12"/>
                    <a:pt x="15" y="12"/>
                  </a:cubicBezTo>
                  <a:cubicBezTo>
                    <a:pt x="13" y="14"/>
                    <a:pt x="11" y="16"/>
                    <a:pt x="8" y="16"/>
                  </a:cubicBezTo>
                  <a:cubicBezTo>
                    <a:pt x="8" y="16"/>
                    <a:pt x="8" y="16"/>
                    <a:pt x="8" y="16"/>
                  </a:cubicBezTo>
                  <a:cubicBezTo>
                    <a:pt x="7" y="16"/>
                    <a:pt x="6" y="15"/>
                    <a:pt x="5"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14171A"/>
                </a:solidFill>
                <a:effectLst/>
                <a:uLnTx/>
                <a:uFillTx/>
                <a:latin typeface="Open Sans"/>
                <a:ea typeface="+mn-ea"/>
                <a:cs typeface="+mn-cs"/>
              </a:endParaRPr>
            </a:p>
          </p:txBody>
        </p:sp>
      </p:grpSp>
      <p:sp>
        <p:nvSpPr>
          <p:cNvPr id="6" name="Marcador de texto 5">
            <a:extLst>
              <a:ext uri="{FF2B5EF4-FFF2-40B4-BE49-F238E27FC236}">
                <a16:creationId xmlns:a16="http://schemas.microsoft.com/office/drawing/2014/main" id="{04E539C9-AE3D-2BC8-0CAF-9832B9CAEAEC}"/>
              </a:ext>
            </a:extLst>
          </p:cNvPr>
          <p:cNvSpPr>
            <a:spLocks noGrp="1"/>
          </p:cNvSpPr>
          <p:nvPr>
            <p:ph type="body" sz="quarter" idx="18"/>
          </p:nvPr>
        </p:nvSpPr>
        <p:spPr/>
        <p:txBody>
          <a:bodyPr/>
          <a:lstStyle/>
          <a:p>
            <a:r>
              <a:rPr lang="es-CL" dirty="0" err="1"/>
              <a:t>Xception</a:t>
            </a:r>
            <a:endParaRPr lang="en-US" dirty="0"/>
          </a:p>
        </p:txBody>
      </p:sp>
    </p:spTree>
    <p:extLst>
      <p:ext uri="{BB962C8B-B14F-4D97-AF65-F5344CB8AC3E}">
        <p14:creationId xmlns:p14="http://schemas.microsoft.com/office/powerpoint/2010/main" val="8887334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5B122-7629-01C4-9E79-C101311E64EE}"/>
            </a:ext>
          </a:extLst>
        </p:cNvPr>
        <p:cNvGrpSpPr/>
        <p:nvPr/>
      </p:nvGrpSpPr>
      <p:grpSpPr>
        <a:xfrm>
          <a:off x="0" y="0"/>
          <a:ext cx="0" cy="0"/>
          <a:chOff x="0" y="0"/>
          <a:chExt cx="0" cy="0"/>
        </a:xfrm>
      </p:grpSpPr>
      <p:sp>
        <p:nvSpPr>
          <p:cNvPr id="25" name="Marcador de texto 24">
            <a:extLst>
              <a:ext uri="{FF2B5EF4-FFF2-40B4-BE49-F238E27FC236}">
                <a16:creationId xmlns:a16="http://schemas.microsoft.com/office/drawing/2014/main" id="{64425842-76F6-F938-4994-5BC7F7DFA20D}"/>
              </a:ext>
            </a:extLst>
          </p:cNvPr>
          <p:cNvSpPr>
            <a:spLocks noGrp="1"/>
          </p:cNvSpPr>
          <p:nvPr>
            <p:ph type="body" sz="quarter" idx="18"/>
          </p:nvPr>
        </p:nvSpPr>
        <p:spPr>
          <a:xfrm>
            <a:off x="1640376" y="419421"/>
            <a:ext cx="5249521" cy="391824"/>
          </a:xfrm>
        </p:spPr>
        <p:txBody>
          <a:bodyPr/>
          <a:lstStyle/>
          <a:p>
            <a:r>
              <a:rPr lang="es-CL" dirty="0" err="1"/>
              <a:t>Xception</a:t>
            </a:r>
            <a:endParaRPr lang="es-CL" dirty="0"/>
          </a:p>
        </p:txBody>
      </p:sp>
      <p:sp>
        <p:nvSpPr>
          <p:cNvPr id="3" name="TextBox 2">
            <a:extLst>
              <a:ext uri="{FF2B5EF4-FFF2-40B4-BE49-F238E27FC236}">
                <a16:creationId xmlns:a16="http://schemas.microsoft.com/office/drawing/2014/main" id="{EF8D83FD-9AA1-5999-4EDC-C6EB31049530}"/>
              </a:ext>
            </a:extLst>
          </p:cNvPr>
          <p:cNvSpPr txBox="1"/>
          <p:nvPr/>
        </p:nvSpPr>
        <p:spPr>
          <a:xfrm>
            <a:off x="376358" y="1348242"/>
            <a:ext cx="11077355" cy="923330"/>
          </a:xfrm>
          <a:prstGeom prst="rect">
            <a:avLst/>
          </a:prstGeom>
          <a:noFill/>
        </p:spPr>
        <p:txBody>
          <a:bodyPr wrap="square">
            <a:spAutoFit/>
          </a:bodyPr>
          <a:lstStyle/>
          <a:p>
            <a:pPr algn="just"/>
            <a:r>
              <a:rPr lang="es-ES" dirty="0"/>
              <a:t>El modelo </a:t>
            </a:r>
            <a:r>
              <a:rPr lang="es-ES" b="1" dirty="0" err="1"/>
              <a:t>Xception</a:t>
            </a:r>
            <a:r>
              <a:rPr lang="es-ES" dirty="0"/>
              <a:t> (Extreme </a:t>
            </a:r>
            <a:r>
              <a:rPr lang="es-ES" dirty="0" err="1"/>
              <a:t>Inception</a:t>
            </a:r>
            <a:r>
              <a:rPr lang="es-ES" dirty="0"/>
              <a:t>) es una arquitectura de redes neuronales convolucionales propuesta por </a:t>
            </a:r>
            <a:r>
              <a:rPr lang="es-ES" b="1" dirty="0"/>
              <a:t>François </a:t>
            </a:r>
            <a:r>
              <a:rPr lang="es-ES" b="1" dirty="0" err="1"/>
              <a:t>Chollet</a:t>
            </a:r>
            <a:r>
              <a:rPr lang="es-ES" dirty="0"/>
              <a:t> en 2017 — creador de </a:t>
            </a:r>
            <a:r>
              <a:rPr lang="es-ES" dirty="0" err="1"/>
              <a:t>Keras</a:t>
            </a:r>
            <a:r>
              <a:rPr lang="es-ES" dirty="0"/>
              <a:t> — </a:t>
            </a:r>
            <a:r>
              <a:rPr lang="en-US" dirty="0" err="1"/>
              <a:t>en</a:t>
            </a:r>
            <a:r>
              <a:rPr lang="en-US" dirty="0"/>
              <a:t> </a:t>
            </a:r>
            <a:r>
              <a:rPr lang="en-US" dirty="0" err="1"/>
              <a:t>su</a:t>
            </a:r>
            <a:r>
              <a:rPr lang="en-US" dirty="0"/>
              <a:t> </a:t>
            </a:r>
            <a:r>
              <a:rPr lang="en-US" dirty="0" err="1"/>
              <a:t>artículo</a:t>
            </a:r>
            <a:r>
              <a:rPr lang="en-US" dirty="0"/>
              <a:t> </a:t>
            </a:r>
            <a:r>
              <a:rPr lang="en-US" dirty="0" err="1"/>
              <a:t>titulado</a:t>
            </a:r>
            <a:r>
              <a:rPr lang="en-US" dirty="0"/>
              <a:t> </a:t>
            </a:r>
            <a:r>
              <a:rPr lang="en-US" i="1" dirty="0"/>
              <a:t>"</a:t>
            </a:r>
            <a:r>
              <a:rPr lang="en-US" i="1" dirty="0" err="1"/>
              <a:t>Xception</a:t>
            </a:r>
            <a:r>
              <a:rPr lang="en-US" i="1" dirty="0"/>
              <a:t>: Deep Learning with </a:t>
            </a:r>
            <a:r>
              <a:rPr lang="en-US" i="1" dirty="0" err="1"/>
              <a:t>Depthwise</a:t>
            </a:r>
            <a:r>
              <a:rPr lang="en-US" i="1" dirty="0"/>
              <a:t> Separable Convolutions"</a:t>
            </a:r>
            <a:r>
              <a:rPr lang="en-US" dirty="0"/>
              <a:t>.</a:t>
            </a:r>
            <a:endParaRPr lang="es-ES" dirty="0"/>
          </a:p>
        </p:txBody>
      </p:sp>
      <p:sp>
        <p:nvSpPr>
          <p:cNvPr id="6" name="TextBox 5">
            <a:extLst>
              <a:ext uri="{FF2B5EF4-FFF2-40B4-BE49-F238E27FC236}">
                <a16:creationId xmlns:a16="http://schemas.microsoft.com/office/drawing/2014/main" id="{82B290D1-A07D-9C1C-16CA-BB107AB95021}"/>
              </a:ext>
            </a:extLst>
          </p:cNvPr>
          <p:cNvSpPr txBox="1"/>
          <p:nvPr/>
        </p:nvSpPr>
        <p:spPr>
          <a:xfrm>
            <a:off x="0" y="6527194"/>
            <a:ext cx="11632018" cy="261610"/>
          </a:xfrm>
          <a:prstGeom prst="rect">
            <a:avLst/>
          </a:prstGeom>
          <a:noFill/>
        </p:spPr>
        <p:txBody>
          <a:bodyPr wrap="square" rtlCol="0">
            <a:spAutoFit/>
          </a:bodyPr>
          <a:lstStyle/>
          <a:p>
            <a:r>
              <a:rPr lang="en-US" sz="1100" dirty="0"/>
              <a:t>François Chollet, </a:t>
            </a:r>
            <a:r>
              <a:rPr lang="en-US" sz="1100" dirty="0" err="1"/>
              <a:t>Xception</a:t>
            </a:r>
            <a:r>
              <a:rPr lang="en-US" sz="1100" dirty="0"/>
              <a:t>: Deep Learning with </a:t>
            </a:r>
            <a:r>
              <a:rPr lang="en-US" sz="1100" dirty="0" err="1"/>
              <a:t>Depthwise</a:t>
            </a:r>
            <a:r>
              <a:rPr lang="en-US" sz="1100" dirty="0"/>
              <a:t> Separable Convolutions, 2017, </a:t>
            </a:r>
            <a:r>
              <a:rPr lang="en-US" sz="1100" dirty="0" err="1"/>
              <a:t>arXiv</a:t>
            </a:r>
            <a:r>
              <a:rPr lang="en-US" sz="1100" dirty="0"/>
              <a:t>. </a:t>
            </a:r>
            <a:r>
              <a:rPr lang="en-US" sz="1100" dirty="0" err="1"/>
              <a:t>doi</a:t>
            </a:r>
            <a:r>
              <a:rPr lang="en-US" sz="1100" dirty="0"/>
              <a:t>:  </a:t>
            </a:r>
            <a:r>
              <a:rPr lang="en-US" sz="1100" dirty="0">
                <a:hlinkClick r:id="rId3"/>
              </a:rPr>
              <a:t>arXiv:1610.02357</a:t>
            </a:r>
            <a:r>
              <a:rPr lang="en-US" sz="1100" dirty="0"/>
              <a:t>. </a:t>
            </a:r>
          </a:p>
        </p:txBody>
      </p:sp>
      <p:sp>
        <p:nvSpPr>
          <p:cNvPr id="2" name="TextBox 1">
            <a:extLst>
              <a:ext uri="{FF2B5EF4-FFF2-40B4-BE49-F238E27FC236}">
                <a16:creationId xmlns:a16="http://schemas.microsoft.com/office/drawing/2014/main" id="{55AC932E-CFDD-EB31-D203-667D89DE6026}"/>
              </a:ext>
            </a:extLst>
          </p:cNvPr>
          <p:cNvSpPr txBox="1"/>
          <p:nvPr/>
        </p:nvSpPr>
        <p:spPr>
          <a:xfrm>
            <a:off x="376357" y="4361320"/>
            <a:ext cx="8214750" cy="923330"/>
          </a:xfrm>
          <a:prstGeom prst="rect">
            <a:avLst/>
          </a:prstGeom>
          <a:noFill/>
        </p:spPr>
        <p:txBody>
          <a:bodyPr wrap="square" rtlCol="0">
            <a:spAutoFit/>
          </a:bodyPr>
          <a:lstStyle/>
          <a:p>
            <a:pPr algn="just"/>
            <a:r>
              <a:rPr lang="es-ES" dirty="0"/>
              <a:t>Es una arquitectura más simple pero más poderosa al reemplazar los módulos </a:t>
            </a:r>
            <a:r>
              <a:rPr lang="es-ES" dirty="0" err="1"/>
              <a:t>Inception</a:t>
            </a:r>
            <a:r>
              <a:rPr lang="es-ES" dirty="0"/>
              <a:t> por </a:t>
            </a:r>
            <a:r>
              <a:rPr lang="es-ES" b="1" dirty="0"/>
              <a:t>bloques de una variante de operaciones de convoluciones</a:t>
            </a:r>
            <a:r>
              <a:rPr lang="es-ES" dirty="0"/>
              <a:t>.</a:t>
            </a:r>
            <a:endParaRPr lang="en-US" dirty="0"/>
          </a:p>
        </p:txBody>
      </p:sp>
      <p:pic>
        <p:nvPicPr>
          <p:cNvPr id="4" name="Picture 3" descr="A person in a suit and glasses&#10;&#10;AI-generated content may be incorrect.">
            <a:extLst>
              <a:ext uri="{FF2B5EF4-FFF2-40B4-BE49-F238E27FC236}">
                <a16:creationId xmlns:a16="http://schemas.microsoft.com/office/drawing/2014/main" id="{EC5F4842-7D41-B8FA-E058-96CE7DE2A1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55472" y="2371459"/>
            <a:ext cx="1998241" cy="19932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descr="A red square with a white letter in it&#10;&#10;AI-generated content may be incorrect.">
            <a:extLst>
              <a:ext uri="{FF2B5EF4-FFF2-40B4-BE49-F238E27FC236}">
                <a16:creationId xmlns:a16="http://schemas.microsoft.com/office/drawing/2014/main" id="{E5EF2436-A96E-5C42-4E6E-73904509BC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55472" y="4538944"/>
            <a:ext cx="1998241" cy="1988250"/>
          </a:xfrm>
          <a:prstGeom prst="rect">
            <a:avLst/>
          </a:prstGeom>
        </p:spPr>
      </p:pic>
      <p:sp>
        <p:nvSpPr>
          <p:cNvPr id="9" name="TextBox 8">
            <a:extLst>
              <a:ext uri="{FF2B5EF4-FFF2-40B4-BE49-F238E27FC236}">
                <a16:creationId xmlns:a16="http://schemas.microsoft.com/office/drawing/2014/main" id="{ADA5DD8E-8233-302F-EFA8-79A21AF9B653}"/>
              </a:ext>
            </a:extLst>
          </p:cNvPr>
          <p:cNvSpPr txBox="1"/>
          <p:nvPr/>
        </p:nvSpPr>
        <p:spPr>
          <a:xfrm>
            <a:off x="376358" y="2854781"/>
            <a:ext cx="8214749" cy="923330"/>
          </a:xfrm>
          <a:prstGeom prst="rect">
            <a:avLst/>
          </a:prstGeom>
          <a:noFill/>
        </p:spPr>
        <p:txBody>
          <a:bodyPr wrap="square">
            <a:spAutoFit/>
          </a:bodyPr>
          <a:lstStyle/>
          <a:p>
            <a:pPr algn="just"/>
            <a:r>
              <a:rPr lang="es-ES" dirty="0"/>
              <a:t>Esta arquitectura se presenta como una </a:t>
            </a:r>
            <a:r>
              <a:rPr lang="es-ES" dirty="0">
                <a:solidFill>
                  <a:srgbClr val="FF0000"/>
                </a:solidFill>
              </a:rPr>
              <a:t>evolución natural de la familia de modelos </a:t>
            </a:r>
            <a:r>
              <a:rPr lang="es-ES" b="1" dirty="0" err="1">
                <a:solidFill>
                  <a:srgbClr val="FF0000"/>
                </a:solidFill>
              </a:rPr>
              <a:t>Inception</a:t>
            </a:r>
            <a:r>
              <a:rPr lang="es-ES" dirty="0"/>
              <a:t>, destacándose por su sencillez estructural y su rendimiento superior en diversas tareas de clasificación de imágenes.</a:t>
            </a:r>
            <a:endParaRPr lang="en-US" dirty="0"/>
          </a:p>
        </p:txBody>
      </p:sp>
    </p:spTree>
    <p:extLst>
      <p:ext uri="{BB962C8B-B14F-4D97-AF65-F5344CB8AC3E}">
        <p14:creationId xmlns:p14="http://schemas.microsoft.com/office/powerpoint/2010/main" val="1988195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196C0-FDF7-22B3-47EE-047F0C42482E}"/>
            </a:ext>
          </a:extLst>
        </p:cNvPr>
        <p:cNvGrpSpPr/>
        <p:nvPr/>
      </p:nvGrpSpPr>
      <p:grpSpPr>
        <a:xfrm>
          <a:off x="0" y="0"/>
          <a:ext cx="0" cy="0"/>
          <a:chOff x="0" y="0"/>
          <a:chExt cx="0" cy="0"/>
        </a:xfrm>
      </p:grpSpPr>
      <p:sp>
        <p:nvSpPr>
          <p:cNvPr id="25" name="Marcador de texto 24">
            <a:extLst>
              <a:ext uri="{FF2B5EF4-FFF2-40B4-BE49-F238E27FC236}">
                <a16:creationId xmlns:a16="http://schemas.microsoft.com/office/drawing/2014/main" id="{771DD4B1-BCFD-250E-A307-01638B7FC01D}"/>
              </a:ext>
            </a:extLst>
          </p:cNvPr>
          <p:cNvSpPr>
            <a:spLocks noGrp="1"/>
          </p:cNvSpPr>
          <p:nvPr>
            <p:ph type="body" sz="quarter" idx="18"/>
          </p:nvPr>
        </p:nvSpPr>
        <p:spPr>
          <a:xfrm>
            <a:off x="1640376" y="419421"/>
            <a:ext cx="5249521" cy="391824"/>
          </a:xfrm>
        </p:spPr>
        <p:txBody>
          <a:bodyPr/>
          <a:lstStyle/>
          <a:p>
            <a:r>
              <a:rPr lang="es-CL" dirty="0" err="1"/>
              <a:t>Xception</a:t>
            </a:r>
            <a:endParaRPr lang="es-CL" dirty="0"/>
          </a:p>
        </p:txBody>
      </p:sp>
      <p:sp>
        <p:nvSpPr>
          <p:cNvPr id="3" name="TextBox 2">
            <a:extLst>
              <a:ext uri="{FF2B5EF4-FFF2-40B4-BE49-F238E27FC236}">
                <a16:creationId xmlns:a16="http://schemas.microsoft.com/office/drawing/2014/main" id="{90EF9B1D-E766-3307-B85B-E5287B7EBDA4}"/>
              </a:ext>
            </a:extLst>
          </p:cNvPr>
          <p:cNvSpPr txBox="1"/>
          <p:nvPr/>
        </p:nvSpPr>
        <p:spPr>
          <a:xfrm>
            <a:off x="376358" y="1348242"/>
            <a:ext cx="11077355" cy="1200329"/>
          </a:xfrm>
          <a:prstGeom prst="rect">
            <a:avLst/>
          </a:prstGeom>
          <a:noFill/>
        </p:spPr>
        <p:txBody>
          <a:bodyPr wrap="square">
            <a:spAutoFit/>
          </a:bodyPr>
          <a:lstStyle/>
          <a:p>
            <a:pPr algn="just"/>
            <a:r>
              <a:rPr lang="es-ES" dirty="0"/>
              <a:t>Antes del surgimiento de </a:t>
            </a:r>
            <a:r>
              <a:rPr lang="es-ES" dirty="0" err="1"/>
              <a:t>Xception</a:t>
            </a:r>
            <a:r>
              <a:rPr lang="es-ES" dirty="0"/>
              <a:t>, los modelos </a:t>
            </a:r>
            <a:r>
              <a:rPr lang="es-ES" dirty="0" err="1"/>
              <a:t>Inception</a:t>
            </a:r>
            <a:r>
              <a:rPr lang="es-ES" dirty="0"/>
              <a:t> intentaban optimizar el uso de los recursos computacionales mediante módulos que combinaban varias convoluciones de diferentes tamaños dentro de un mismo bloque. Estos módulos eran efectivos, pero relativamente complejos de diseñar y ajustar.</a:t>
            </a:r>
          </a:p>
        </p:txBody>
      </p:sp>
      <p:sp>
        <p:nvSpPr>
          <p:cNvPr id="8" name="TextBox 7">
            <a:extLst>
              <a:ext uri="{FF2B5EF4-FFF2-40B4-BE49-F238E27FC236}">
                <a16:creationId xmlns:a16="http://schemas.microsoft.com/office/drawing/2014/main" id="{0C5BAA1C-0328-CB8B-0E30-2D1233248032}"/>
              </a:ext>
            </a:extLst>
          </p:cNvPr>
          <p:cNvSpPr txBox="1"/>
          <p:nvPr/>
        </p:nvSpPr>
        <p:spPr>
          <a:xfrm>
            <a:off x="376358" y="4361320"/>
            <a:ext cx="7513000" cy="2031325"/>
          </a:xfrm>
          <a:prstGeom prst="rect">
            <a:avLst/>
          </a:prstGeom>
          <a:noFill/>
        </p:spPr>
        <p:txBody>
          <a:bodyPr wrap="square">
            <a:spAutoFit/>
          </a:bodyPr>
          <a:lstStyle/>
          <a:p>
            <a:pPr algn="just"/>
            <a:r>
              <a:rPr lang="es-ES" dirty="0"/>
              <a:t>De esta pregunta surge </a:t>
            </a:r>
            <a:r>
              <a:rPr lang="es-ES" dirty="0" err="1"/>
              <a:t>Xception</a:t>
            </a:r>
            <a:r>
              <a:rPr lang="es-ES" dirty="0"/>
              <a:t>, cuyo principio básico es reemplazar por completo los módulos </a:t>
            </a:r>
            <a:r>
              <a:rPr lang="es-ES" dirty="0" err="1"/>
              <a:t>Inception</a:t>
            </a:r>
            <a:r>
              <a:rPr lang="es-ES" dirty="0"/>
              <a:t> con un tipo de operación mucho más simple pero sorprendentemente poderosa conocida como: </a:t>
            </a:r>
          </a:p>
          <a:p>
            <a:pPr algn="just"/>
            <a:endParaRPr lang="es-ES" b="1" dirty="0"/>
          </a:p>
          <a:p>
            <a:pPr algn="ctr"/>
            <a:r>
              <a:rPr lang="es-ES" b="1" dirty="0"/>
              <a:t>las convoluciones separables en profundidad </a:t>
            </a:r>
          </a:p>
          <a:p>
            <a:pPr algn="ctr"/>
            <a:r>
              <a:rPr lang="es-ES" b="1" dirty="0"/>
              <a:t>(</a:t>
            </a:r>
            <a:r>
              <a:rPr lang="es-ES" b="1" dirty="0" err="1"/>
              <a:t>depthwise</a:t>
            </a:r>
            <a:r>
              <a:rPr lang="es-ES" b="1" dirty="0"/>
              <a:t> separable </a:t>
            </a:r>
            <a:r>
              <a:rPr lang="es-ES" b="1" dirty="0" err="1"/>
              <a:t>convolutions</a:t>
            </a:r>
            <a:r>
              <a:rPr lang="es-ES" b="1" dirty="0"/>
              <a:t>)</a:t>
            </a:r>
            <a:r>
              <a:rPr lang="es-ES" dirty="0"/>
              <a:t>.</a:t>
            </a:r>
            <a:endParaRPr lang="en-US" dirty="0"/>
          </a:p>
        </p:txBody>
      </p:sp>
      <p:pic>
        <p:nvPicPr>
          <p:cNvPr id="10" name="Picture 9" descr="A person in a suit&#10;&#10;AI-generated content may be incorrect.">
            <a:extLst>
              <a:ext uri="{FF2B5EF4-FFF2-40B4-BE49-F238E27FC236}">
                <a16:creationId xmlns:a16="http://schemas.microsoft.com/office/drawing/2014/main" id="{4288CDD3-ED34-7DED-AB49-CB091E29214F}"/>
              </a:ext>
            </a:extLst>
          </p:cNvPr>
          <p:cNvPicPr>
            <a:picLocks noChangeAspect="1"/>
          </p:cNvPicPr>
          <p:nvPr/>
        </p:nvPicPr>
        <p:blipFill>
          <a:blip r:embed="rId3">
            <a:extLst>
              <a:ext uri="{28A0092B-C50C-407E-A947-70E740481C1C}">
                <a14:useLocalDpi xmlns:a14="http://schemas.microsoft.com/office/drawing/2010/main" val="0"/>
              </a:ext>
            </a:extLst>
          </a:blip>
          <a:srcRect l="20213" t="3123" r="11924"/>
          <a:stretch>
            <a:fillRect/>
          </a:stretch>
        </p:blipFill>
        <p:spPr>
          <a:xfrm flipH="1">
            <a:off x="9748077" y="3778102"/>
            <a:ext cx="2146207" cy="3086986"/>
          </a:xfrm>
          <a:prstGeom prst="rect">
            <a:avLst/>
          </a:prstGeom>
        </p:spPr>
      </p:pic>
      <p:sp>
        <p:nvSpPr>
          <p:cNvPr id="9" name="TextBox 8">
            <a:extLst>
              <a:ext uri="{FF2B5EF4-FFF2-40B4-BE49-F238E27FC236}">
                <a16:creationId xmlns:a16="http://schemas.microsoft.com/office/drawing/2014/main" id="{0467B44D-4F72-D1E1-B16C-B02C163A8584}"/>
              </a:ext>
            </a:extLst>
          </p:cNvPr>
          <p:cNvSpPr txBox="1"/>
          <p:nvPr/>
        </p:nvSpPr>
        <p:spPr>
          <a:xfrm>
            <a:off x="376358" y="2854781"/>
            <a:ext cx="11007568" cy="1200329"/>
          </a:xfrm>
          <a:prstGeom prst="rect">
            <a:avLst/>
          </a:prstGeom>
          <a:noFill/>
        </p:spPr>
        <p:txBody>
          <a:bodyPr wrap="square">
            <a:spAutoFit/>
          </a:bodyPr>
          <a:lstStyle/>
          <a:p>
            <a:pPr algn="just"/>
            <a:r>
              <a:rPr lang="es-ES" dirty="0"/>
              <a:t>François </a:t>
            </a:r>
            <a:r>
              <a:rPr lang="es-ES" dirty="0" err="1"/>
              <a:t>Chollet</a:t>
            </a:r>
            <a:r>
              <a:rPr lang="es-ES" dirty="0"/>
              <a:t> planteó una hipótesis interesante: </a:t>
            </a:r>
          </a:p>
          <a:p>
            <a:pPr algn="just"/>
            <a:endParaRPr lang="es-ES" b="1" dirty="0"/>
          </a:p>
          <a:p>
            <a:pPr algn="ctr"/>
            <a:r>
              <a:rPr lang="es-ES" b="1" dirty="0"/>
              <a:t>¿qué pasaría si llevamos la idea de factorizar convoluciones al extremo?</a:t>
            </a:r>
            <a:r>
              <a:rPr lang="es-ES" dirty="0"/>
              <a:t> </a:t>
            </a:r>
          </a:p>
          <a:p>
            <a:pPr algn="just"/>
            <a:endParaRPr lang="es-ES" dirty="0"/>
          </a:p>
        </p:txBody>
      </p:sp>
    </p:spTree>
    <p:extLst>
      <p:ext uri="{BB962C8B-B14F-4D97-AF65-F5344CB8AC3E}">
        <p14:creationId xmlns:p14="http://schemas.microsoft.com/office/powerpoint/2010/main" val="24273083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erson in a suit&#10;&#10;AI-generated content may be incorrect.">
            <a:extLst>
              <a:ext uri="{FF2B5EF4-FFF2-40B4-BE49-F238E27FC236}">
                <a16:creationId xmlns:a16="http://schemas.microsoft.com/office/drawing/2014/main" id="{ACFF7985-8903-DC54-9422-E7EF0F51730A}"/>
              </a:ext>
            </a:extLst>
          </p:cNvPr>
          <p:cNvPicPr>
            <a:picLocks noChangeAspect="1"/>
          </p:cNvPicPr>
          <p:nvPr/>
        </p:nvPicPr>
        <p:blipFill>
          <a:blip r:embed="rId2">
            <a:extLst>
              <a:ext uri="{28A0092B-C50C-407E-A947-70E740481C1C}">
                <a14:useLocalDpi xmlns:a14="http://schemas.microsoft.com/office/drawing/2010/main" val="0"/>
              </a:ext>
            </a:extLst>
          </a:blip>
          <a:srcRect l="18588" t="3495" r="11796"/>
          <a:stretch>
            <a:fillRect/>
          </a:stretch>
        </p:blipFill>
        <p:spPr>
          <a:xfrm>
            <a:off x="0" y="2927498"/>
            <a:ext cx="2814084" cy="3930502"/>
          </a:xfrm>
          <a:prstGeom prst="rect">
            <a:avLst/>
          </a:prstGeom>
        </p:spPr>
      </p:pic>
      <p:sp>
        <p:nvSpPr>
          <p:cNvPr id="7" name="TextBox 6">
            <a:extLst>
              <a:ext uri="{FF2B5EF4-FFF2-40B4-BE49-F238E27FC236}">
                <a16:creationId xmlns:a16="http://schemas.microsoft.com/office/drawing/2014/main" id="{353DE519-D1DA-D344-26A7-482C2DEC550F}"/>
              </a:ext>
            </a:extLst>
          </p:cNvPr>
          <p:cNvSpPr txBox="1"/>
          <p:nvPr/>
        </p:nvSpPr>
        <p:spPr>
          <a:xfrm>
            <a:off x="2250558" y="1959205"/>
            <a:ext cx="8229600" cy="1323439"/>
          </a:xfrm>
          <a:prstGeom prst="rect">
            <a:avLst/>
          </a:prstGeom>
          <a:noFill/>
        </p:spPr>
        <p:txBody>
          <a:bodyPr wrap="square" rtlCol="0">
            <a:spAutoFit/>
          </a:bodyPr>
          <a:lstStyle/>
          <a:p>
            <a:pPr algn="ctr"/>
            <a:r>
              <a:rPr lang="es-ES" sz="4000" dirty="0"/>
              <a:t>¿Qué es una convolución separable en profundidad?</a:t>
            </a:r>
            <a:endParaRPr lang="en-US" sz="4000" dirty="0"/>
          </a:p>
        </p:txBody>
      </p:sp>
    </p:spTree>
    <p:extLst>
      <p:ext uri="{BB962C8B-B14F-4D97-AF65-F5344CB8AC3E}">
        <p14:creationId xmlns:p14="http://schemas.microsoft.com/office/powerpoint/2010/main" val="13906668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EAAF56A-57F8-160B-19EA-C2D794B7B31F}"/>
              </a:ext>
            </a:extLst>
          </p:cNvPr>
          <p:cNvSpPr>
            <a:spLocks noGrp="1"/>
          </p:cNvSpPr>
          <p:nvPr>
            <p:ph type="body" sz="quarter" idx="18"/>
          </p:nvPr>
        </p:nvSpPr>
        <p:spPr>
          <a:xfrm>
            <a:off x="2106504" y="444789"/>
            <a:ext cx="5662352" cy="391824"/>
          </a:xfrm>
        </p:spPr>
        <p:txBody>
          <a:bodyPr/>
          <a:lstStyle/>
          <a:p>
            <a:r>
              <a:rPr lang="es-ES" dirty="0" err="1"/>
              <a:t>Depthwise</a:t>
            </a:r>
            <a:r>
              <a:rPr lang="es-ES" dirty="0"/>
              <a:t> separable </a:t>
            </a:r>
            <a:r>
              <a:rPr lang="es-ES" dirty="0" err="1"/>
              <a:t>convolutions</a:t>
            </a:r>
            <a:endParaRPr lang="en-US" dirty="0"/>
          </a:p>
        </p:txBody>
      </p:sp>
      <p:sp>
        <p:nvSpPr>
          <p:cNvPr id="8" name="TextBox 7">
            <a:extLst>
              <a:ext uri="{FF2B5EF4-FFF2-40B4-BE49-F238E27FC236}">
                <a16:creationId xmlns:a16="http://schemas.microsoft.com/office/drawing/2014/main" id="{89E568BD-E787-4910-3969-9BD1EB53DE7A}"/>
              </a:ext>
            </a:extLst>
          </p:cNvPr>
          <p:cNvSpPr txBox="1"/>
          <p:nvPr/>
        </p:nvSpPr>
        <p:spPr>
          <a:xfrm>
            <a:off x="455427" y="1298718"/>
            <a:ext cx="11141150" cy="923330"/>
          </a:xfrm>
          <a:prstGeom prst="rect">
            <a:avLst/>
          </a:prstGeom>
          <a:noFill/>
        </p:spPr>
        <p:txBody>
          <a:bodyPr wrap="square">
            <a:spAutoFit/>
          </a:bodyPr>
          <a:lstStyle/>
          <a:p>
            <a:pPr algn="just"/>
            <a:r>
              <a:rPr lang="es-ES" dirty="0"/>
              <a:t>En una </a:t>
            </a:r>
            <a:r>
              <a:rPr lang="es-ES" b="1" dirty="0"/>
              <a:t>convolución tradicional</a:t>
            </a:r>
            <a:r>
              <a:rPr lang="es-ES" dirty="0"/>
              <a:t>, se aplican filtros 3D (por ejemplo, 3x3xC) directamente sobre el volumen de entrada (donde C es el número de canales), lo que mezcla simultáneamente la información espacial y la de canales.</a:t>
            </a:r>
            <a:endParaRPr lang="en-US" dirty="0"/>
          </a:p>
        </p:txBody>
      </p:sp>
      <p:sp>
        <p:nvSpPr>
          <p:cNvPr id="4" name="TextBox 3">
            <a:extLst>
              <a:ext uri="{FF2B5EF4-FFF2-40B4-BE49-F238E27FC236}">
                <a16:creationId xmlns:a16="http://schemas.microsoft.com/office/drawing/2014/main" id="{341EE4C8-9334-516A-2F69-7D6617094D11}"/>
              </a:ext>
            </a:extLst>
          </p:cNvPr>
          <p:cNvSpPr txBox="1"/>
          <p:nvPr/>
        </p:nvSpPr>
        <p:spPr>
          <a:xfrm>
            <a:off x="455427" y="2365838"/>
            <a:ext cx="11141149" cy="369332"/>
          </a:xfrm>
          <a:prstGeom prst="rect">
            <a:avLst/>
          </a:prstGeom>
          <a:noFill/>
        </p:spPr>
        <p:txBody>
          <a:bodyPr wrap="square">
            <a:spAutoFit/>
          </a:bodyPr>
          <a:lstStyle/>
          <a:p>
            <a:pPr>
              <a:buNone/>
            </a:pPr>
            <a:r>
              <a:rPr lang="es-ES" dirty="0"/>
              <a:t>En cambio, una </a:t>
            </a:r>
            <a:r>
              <a:rPr lang="es-ES" b="1" dirty="0"/>
              <a:t>convolución separable en profundidad</a:t>
            </a:r>
            <a:r>
              <a:rPr lang="es-ES" dirty="0"/>
              <a:t> divide este proceso en dos etapas:</a:t>
            </a:r>
          </a:p>
        </p:txBody>
      </p:sp>
      <p:grpSp>
        <p:nvGrpSpPr>
          <p:cNvPr id="5" name="Group 4">
            <a:extLst>
              <a:ext uri="{FF2B5EF4-FFF2-40B4-BE49-F238E27FC236}">
                <a16:creationId xmlns:a16="http://schemas.microsoft.com/office/drawing/2014/main" id="{BE9E34F7-3A27-9A1B-5777-88C731911AFB}"/>
              </a:ext>
            </a:extLst>
          </p:cNvPr>
          <p:cNvGrpSpPr>
            <a:grpSpLocks noChangeAspect="1"/>
          </p:cNvGrpSpPr>
          <p:nvPr/>
        </p:nvGrpSpPr>
        <p:grpSpPr>
          <a:xfrm>
            <a:off x="455427" y="2937794"/>
            <a:ext cx="8288017" cy="3366976"/>
            <a:chOff x="2017137" y="2655904"/>
            <a:chExt cx="5017521" cy="2038349"/>
          </a:xfrm>
        </p:grpSpPr>
        <p:grpSp>
          <p:nvGrpSpPr>
            <p:cNvPr id="6" name="Group 5">
              <a:extLst>
                <a:ext uri="{FF2B5EF4-FFF2-40B4-BE49-F238E27FC236}">
                  <a16:creationId xmlns:a16="http://schemas.microsoft.com/office/drawing/2014/main" id="{0D4EB86F-D164-A8C2-C754-715F90C6FC9C}"/>
                </a:ext>
              </a:extLst>
            </p:cNvPr>
            <p:cNvGrpSpPr/>
            <p:nvPr/>
          </p:nvGrpSpPr>
          <p:grpSpPr>
            <a:xfrm>
              <a:off x="5670561" y="3541728"/>
              <a:ext cx="1059301" cy="1152525"/>
              <a:chOff x="4227076" y="1857374"/>
              <a:chExt cx="1059301" cy="1152525"/>
            </a:xfrm>
          </p:grpSpPr>
          <p:sp>
            <p:nvSpPr>
              <p:cNvPr id="24" name="Rounded Rectangle 1">
                <a:extLst>
                  <a:ext uri="{FF2B5EF4-FFF2-40B4-BE49-F238E27FC236}">
                    <a16:creationId xmlns:a16="http://schemas.microsoft.com/office/drawing/2014/main" id="{9B5831D0-9750-B618-1F25-2E9DAB07A81A}"/>
                  </a:ext>
                </a:extLst>
              </p:cNvPr>
              <p:cNvSpPr/>
              <p:nvPr/>
            </p:nvSpPr>
            <p:spPr>
              <a:xfrm>
                <a:off x="4686763" y="2554245"/>
                <a:ext cx="322255" cy="455654"/>
              </a:xfrm>
              <a:custGeom>
                <a:avLst/>
                <a:gdLst/>
                <a:ahLst/>
                <a:cxnLst/>
                <a:rect l="0" t="0" r="0" b="0"/>
                <a:pathLst>
                  <a:path w="322255" h="455654">
                    <a:moveTo>
                      <a:pt x="0" y="80546"/>
                    </a:moveTo>
                    <a:cubicBezTo>
                      <a:pt x="31542" y="76402"/>
                      <a:pt x="66784" y="70133"/>
                      <a:pt x="106613" y="61100"/>
                    </a:cubicBezTo>
                    <a:cubicBezTo>
                      <a:pt x="182732" y="43993"/>
                      <a:pt x="256677" y="29435"/>
                      <a:pt x="311473" y="0"/>
                    </a:cubicBezTo>
                    <a:cubicBezTo>
                      <a:pt x="322255" y="68539"/>
                      <a:pt x="320967" y="130596"/>
                      <a:pt x="306162" y="175333"/>
                    </a:cubicBezTo>
                    <a:lnTo>
                      <a:pt x="208963" y="455654"/>
                    </a:lnTo>
                    <a:cubicBezTo>
                      <a:pt x="155857" y="271394"/>
                      <a:pt x="82072" y="148448"/>
                      <a:pt x="80" y="80546"/>
                    </a:cubicBezTo>
                    <a:close/>
                  </a:path>
                </a:pathLst>
              </a:custGeom>
              <a:solidFill>
                <a:srgbClr val="3CC583"/>
              </a:solidFill>
              <a:ln>
                <a:noFill/>
              </a:ln>
            </p:spPr>
            <p:txBody>
              <a:bodyPr rtlCol="0" anchor="ctr"/>
              <a:lstStyle/>
              <a:p>
                <a:pPr algn="ctr"/>
                <a:endParaRPr/>
              </a:p>
            </p:txBody>
          </p:sp>
          <p:sp>
            <p:nvSpPr>
              <p:cNvPr id="25" name="Rounded Rectangle 2">
                <a:extLst>
                  <a:ext uri="{FF2B5EF4-FFF2-40B4-BE49-F238E27FC236}">
                    <a16:creationId xmlns:a16="http://schemas.microsoft.com/office/drawing/2014/main" id="{2663CB00-9307-9CB7-2428-F7742CE42E08}"/>
                  </a:ext>
                </a:extLst>
              </p:cNvPr>
              <p:cNvSpPr/>
              <p:nvPr/>
            </p:nvSpPr>
            <p:spPr>
              <a:xfrm>
                <a:off x="4227076" y="1956836"/>
                <a:ext cx="567507" cy="240153"/>
              </a:xfrm>
              <a:custGeom>
                <a:avLst/>
                <a:gdLst/>
                <a:ahLst/>
                <a:cxnLst/>
                <a:rect l="0" t="0" r="0" b="0"/>
                <a:pathLst>
                  <a:path w="567507" h="240153">
                    <a:moveTo>
                      <a:pt x="62520" y="136759"/>
                    </a:moveTo>
                    <a:cubicBezTo>
                      <a:pt x="62520" y="136759"/>
                      <a:pt x="0" y="0"/>
                      <a:pt x="415351" y="99887"/>
                    </a:cubicBezTo>
                    <a:cubicBezTo>
                      <a:pt x="471676" y="113382"/>
                      <a:pt x="522689" y="144411"/>
                      <a:pt x="567507" y="186385"/>
                    </a:cubicBezTo>
                    <a:cubicBezTo>
                      <a:pt x="296748" y="240153"/>
                      <a:pt x="83762" y="198923"/>
                      <a:pt x="62520" y="136759"/>
                    </a:cubicBezTo>
                    <a:close/>
                  </a:path>
                </a:pathLst>
              </a:custGeom>
              <a:solidFill>
                <a:srgbClr val="3CC583"/>
              </a:solidFill>
              <a:ln>
                <a:noFill/>
              </a:ln>
            </p:spPr>
            <p:txBody>
              <a:bodyPr rtlCol="0" anchor="ctr"/>
              <a:lstStyle/>
              <a:p>
                <a:pPr algn="ctr"/>
                <a:endParaRPr/>
              </a:p>
            </p:txBody>
          </p:sp>
          <p:sp>
            <p:nvSpPr>
              <p:cNvPr id="26" name="Rounded Rectangle 3">
                <a:extLst>
                  <a:ext uri="{FF2B5EF4-FFF2-40B4-BE49-F238E27FC236}">
                    <a16:creationId xmlns:a16="http://schemas.microsoft.com/office/drawing/2014/main" id="{646C90D6-513A-8FD6-9528-DE340016BB13}"/>
                  </a:ext>
                </a:extLst>
              </p:cNvPr>
              <p:cNvSpPr/>
              <p:nvPr/>
            </p:nvSpPr>
            <p:spPr>
              <a:xfrm>
                <a:off x="4289596" y="1857374"/>
                <a:ext cx="996781" cy="795907"/>
              </a:xfrm>
              <a:custGeom>
                <a:avLst/>
                <a:gdLst/>
                <a:ahLst/>
                <a:cxnLst/>
                <a:rect l="0" t="0" r="0" b="0"/>
                <a:pathLst>
                  <a:path w="996781" h="795907">
                    <a:moveTo>
                      <a:pt x="782182" y="625355"/>
                    </a:moveTo>
                    <a:cubicBezTo>
                      <a:pt x="740503" y="710152"/>
                      <a:pt x="624877" y="730661"/>
                      <a:pt x="503861" y="757971"/>
                    </a:cubicBezTo>
                    <a:cubicBezTo>
                      <a:pt x="335612" y="795907"/>
                      <a:pt x="248390" y="786874"/>
                      <a:pt x="180720" y="765728"/>
                    </a:cubicBezTo>
                    <a:cubicBezTo>
                      <a:pt x="122947" y="641295"/>
                      <a:pt x="0" y="236221"/>
                      <a:pt x="0" y="236221"/>
                    </a:cubicBezTo>
                    <a:cubicBezTo>
                      <a:pt x="21403" y="298916"/>
                      <a:pt x="237446" y="340358"/>
                      <a:pt x="511262" y="284677"/>
                    </a:cubicBezTo>
                    <a:cubicBezTo>
                      <a:pt x="785079" y="228995"/>
                      <a:pt x="977465" y="56531"/>
                      <a:pt x="996781" y="0"/>
                    </a:cubicBezTo>
                    <a:cubicBezTo>
                      <a:pt x="996781" y="0"/>
                      <a:pt x="823862" y="540558"/>
                      <a:pt x="782182" y="625355"/>
                    </a:cubicBezTo>
                    <a:close/>
                  </a:path>
                </a:pathLst>
              </a:custGeom>
              <a:solidFill>
                <a:srgbClr val="3CC583"/>
              </a:solidFill>
              <a:ln>
                <a:noFill/>
              </a:ln>
            </p:spPr>
            <p:txBody>
              <a:bodyPr rtlCol="0" anchor="ctr"/>
              <a:lstStyle/>
              <a:p>
                <a:pPr algn="ctr"/>
                <a:endParaRPr/>
              </a:p>
            </p:txBody>
          </p:sp>
          <p:sp>
            <p:nvSpPr>
              <p:cNvPr id="27" name="Rounded Rectangle 4">
                <a:extLst>
                  <a:ext uri="{FF2B5EF4-FFF2-40B4-BE49-F238E27FC236}">
                    <a16:creationId xmlns:a16="http://schemas.microsoft.com/office/drawing/2014/main" id="{499287A3-DB22-4033-0B65-554925B8377A}"/>
                  </a:ext>
                </a:extLst>
              </p:cNvPr>
              <p:cNvSpPr/>
              <p:nvPr/>
            </p:nvSpPr>
            <p:spPr>
              <a:xfrm>
                <a:off x="4686763" y="2554245"/>
                <a:ext cx="322255" cy="455654"/>
              </a:xfrm>
              <a:custGeom>
                <a:avLst/>
                <a:gdLst/>
                <a:ahLst/>
                <a:cxnLst/>
                <a:rect l="0" t="0" r="0" b="0"/>
                <a:pathLst>
                  <a:path w="322255" h="455654">
                    <a:moveTo>
                      <a:pt x="0" y="80546"/>
                    </a:moveTo>
                    <a:cubicBezTo>
                      <a:pt x="31542" y="76401"/>
                      <a:pt x="66784" y="70133"/>
                      <a:pt x="106613" y="61100"/>
                    </a:cubicBezTo>
                    <a:cubicBezTo>
                      <a:pt x="182732" y="43993"/>
                      <a:pt x="256677" y="29435"/>
                      <a:pt x="311473" y="0"/>
                    </a:cubicBezTo>
                    <a:cubicBezTo>
                      <a:pt x="322255" y="68539"/>
                      <a:pt x="320967" y="130596"/>
                      <a:pt x="306162" y="175333"/>
                    </a:cubicBezTo>
                    <a:lnTo>
                      <a:pt x="208963" y="455654"/>
                    </a:lnTo>
                    <a:cubicBezTo>
                      <a:pt x="155857" y="271394"/>
                      <a:pt x="82072" y="148448"/>
                      <a:pt x="80" y="80546"/>
                    </a:cubicBezTo>
                    <a:close/>
                  </a:path>
                </a:pathLst>
              </a:custGeom>
              <a:noFill/>
              <a:ln w="14287">
                <a:solidFill>
                  <a:srgbClr val="FFFFFF"/>
                </a:solidFill>
              </a:ln>
            </p:spPr>
            <p:txBody>
              <a:bodyPr rtlCol="0" anchor="ctr"/>
              <a:lstStyle/>
              <a:p>
                <a:pPr algn="ctr"/>
                <a:endParaRPr/>
              </a:p>
            </p:txBody>
          </p:sp>
          <p:sp>
            <p:nvSpPr>
              <p:cNvPr id="28" name="Rounded Rectangle 5">
                <a:extLst>
                  <a:ext uri="{FF2B5EF4-FFF2-40B4-BE49-F238E27FC236}">
                    <a16:creationId xmlns:a16="http://schemas.microsoft.com/office/drawing/2014/main" id="{A8D6C4CA-F5F4-786B-370B-7AF259F04840}"/>
                  </a:ext>
                </a:extLst>
              </p:cNvPr>
              <p:cNvSpPr/>
              <p:nvPr/>
            </p:nvSpPr>
            <p:spPr>
              <a:xfrm>
                <a:off x="4227077" y="1956836"/>
                <a:ext cx="567506" cy="240153"/>
              </a:xfrm>
              <a:custGeom>
                <a:avLst/>
                <a:gdLst/>
                <a:ahLst/>
                <a:cxnLst/>
                <a:rect l="0" t="0" r="0" b="0"/>
                <a:pathLst>
                  <a:path w="567506" h="240153">
                    <a:moveTo>
                      <a:pt x="62519" y="136759"/>
                    </a:moveTo>
                    <a:cubicBezTo>
                      <a:pt x="62519" y="136759"/>
                      <a:pt x="0" y="0"/>
                      <a:pt x="415350" y="99887"/>
                    </a:cubicBezTo>
                    <a:cubicBezTo>
                      <a:pt x="471675" y="113382"/>
                      <a:pt x="522688" y="144411"/>
                      <a:pt x="567506" y="186385"/>
                    </a:cubicBezTo>
                    <a:cubicBezTo>
                      <a:pt x="296747" y="240153"/>
                      <a:pt x="83761" y="198923"/>
                      <a:pt x="62519" y="136759"/>
                    </a:cubicBezTo>
                    <a:close/>
                  </a:path>
                </a:pathLst>
              </a:custGeom>
              <a:noFill/>
              <a:ln w="14287">
                <a:solidFill>
                  <a:srgbClr val="FFFFFF"/>
                </a:solidFill>
              </a:ln>
            </p:spPr>
            <p:txBody>
              <a:bodyPr rtlCol="0" anchor="ctr"/>
              <a:lstStyle/>
              <a:p>
                <a:pPr algn="ctr"/>
                <a:endParaRPr/>
              </a:p>
            </p:txBody>
          </p:sp>
          <p:sp>
            <p:nvSpPr>
              <p:cNvPr id="29" name="Rounded Rectangle 6">
                <a:extLst>
                  <a:ext uri="{FF2B5EF4-FFF2-40B4-BE49-F238E27FC236}">
                    <a16:creationId xmlns:a16="http://schemas.microsoft.com/office/drawing/2014/main" id="{0362F6DB-2300-F7FF-CA4C-3274CA52CD5E}"/>
                  </a:ext>
                </a:extLst>
              </p:cNvPr>
              <p:cNvSpPr/>
              <p:nvPr/>
            </p:nvSpPr>
            <p:spPr>
              <a:xfrm>
                <a:off x="4289596" y="1857374"/>
                <a:ext cx="996777" cy="795907"/>
              </a:xfrm>
              <a:custGeom>
                <a:avLst/>
                <a:gdLst/>
                <a:ahLst/>
                <a:cxnLst/>
                <a:rect l="0" t="0" r="0" b="0"/>
                <a:pathLst>
                  <a:path w="996777" h="795907">
                    <a:moveTo>
                      <a:pt x="782182" y="625355"/>
                    </a:moveTo>
                    <a:cubicBezTo>
                      <a:pt x="740503" y="710152"/>
                      <a:pt x="624877" y="730661"/>
                      <a:pt x="503861" y="757971"/>
                    </a:cubicBezTo>
                    <a:cubicBezTo>
                      <a:pt x="335612" y="795907"/>
                      <a:pt x="248390" y="786874"/>
                      <a:pt x="180720" y="765728"/>
                    </a:cubicBezTo>
                    <a:cubicBezTo>
                      <a:pt x="122947" y="641295"/>
                      <a:pt x="0" y="236221"/>
                      <a:pt x="0" y="236221"/>
                    </a:cubicBezTo>
                    <a:cubicBezTo>
                      <a:pt x="21403" y="298916"/>
                      <a:pt x="237446" y="340358"/>
                      <a:pt x="511262" y="284677"/>
                    </a:cubicBezTo>
                    <a:cubicBezTo>
                      <a:pt x="785079" y="228995"/>
                      <a:pt x="977466" y="56531"/>
                      <a:pt x="996777" y="0"/>
                    </a:cubicBezTo>
                    <a:cubicBezTo>
                      <a:pt x="996777" y="0"/>
                      <a:pt x="823862" y="540558"/>
                      <a:pt x="782182" y="625355"/>
                    </a:cubicBezTo>
                    <a:close/>
                  </a:path>
                </a:pathLst>
              </a:custGeom>
              <a:noFill/>
              <a:ln w="14287">
                <a:solidFill>
                  <a:srgbClr val="FFFFFF"/>
                </a:solidFill>
              </a:ln>
            </p:spPr>
            <p:txBody>
              <a:bodyPr rtlCol="0" anchor="ctr"/>
              <a:lstStyle/>
              <a:p>
                <a:pPr algn="ctr"/>
                <a:endParaRPr/>
              </a:p>
            </p:txBody>
          </p:sp>
        </p:grpSp>
        <p:grpSp>
          <p:nvGrpSpPr>
            <p:cNvPr id="7" name="Group 6">
              <a:extLst>
                <a:ext uri="{FF2B5EF4-FFF2-40B4-BE49-F238E27FC236}">
                  <a16:creationId xmlns:a16="http://schemas.microsoft.com/office/drawing/2014/main" id="{4108D432-8244-8423-4F00-47A8BF535040}"/>
                </a:ext>
              </a:extLst>
            </p:cNvPr>
            <p:cNvGrpSpPr/>
            <p:nvPr/>
          </p:nvGrpSpPr>
          <p:grpSpPr>
            <a:xfrm>
              <a:off x="5395879" y="2655904"/>
              <a:ext cx="1638779" cy="1095374"/>
              <a:chOff x="3952394" y="971550"/>
              <a:chExt cx="1638779" cy="1095374"/>
            </a:xfrm>
          </p:grpSpPr>
          <p:sp>
            <p:nvSpPr>
              <p:cNvPr id="18" name="Rounded Rectangle 8">
                <a:extLst>
                  <a:ext uri="{FF2B5EF4-FFF2-40B4-BE49-F238E27FC236}">
                    <a16:creationId xmlns:a16="http://schemas.microsoft.com/office/drawing/2014/main" id="{EE96FE17-9CA8-D8A4-6A47-0E56EC28E91F}"/>
                  </a:ext>
                </a:extLst>
              </p:cNvPr>
              <p:cNvSpPr/>
              <p:nvPr/>
            </p:nvSpPr>
            <p:spPr>
              <a:xfrm>
                <a:off x="4826765" y="1672113"/>
                <a:ext cx="486469" cy="394811"/>
              </a:xfrm>
              <a:custGeom>
                <a:avLst/>
                <a:gdLst/>
                <a:ahLst/>
                <a:cxnLst/>
                <a:rect l="0" t="0" r="0" b="0"/>
                <a:pathLst>
                  <a:path w="486469" h="394811">
                    <a:moveTo>
                      <a:pt x="204757" y="394811"/>
                    </a:moveTo>
                    <a:cubicBezTo>
                      <a:pt x="159612" y="308812"/>
                      <a:pt x="87236" y="230738"/>
                      <a:pt x="0" y="170201"/>
                    </a:cubicBezTo>
                    <a:cubicBezTo>
                      <a:pt x="207327" y="133751"/>
                      <a:pt x="383407" y="70679"/>
                      <a:pt x="479158" y="0"/>
                    </a:cubicBezTo>
                    <a:cubicBezTo>
                      <a:pt x="486469" y="57684"/>
                      <a:pt x="481327" y="120017"/>
                      <a:pt x="461165" y="187105"/>
                    </a:cubicBezTo>
                    <a:lnTo>
                      <a:pt x="454257" y="202847"/>
                    </a:lnTo>
                    <a:cubicBezTo>
                      <a:pt x="456586" y="195556"/>
                      <a:pt x="457872" y="191542"/>
                      <a:pt x="457872" y="191542"/>
                    </a:cubicBezTo>
                    <a:cubicBezTo>
                      <a:pt x="444698" y="229998"/>
                      <a:pt x="350473" y="322546"/>
                      <a:pt x="204677" y="394811"/>
                    </a:cubicBezTo>
                    <a:close/>
                  </a:path>
                </a:pathLst>
              </a:custGeom>
              <a:solidFill>
                <a:srgbClr val="1EABDA"/>
              </a:solidFill>
              <a:ln>
                <a:noFill/>
              </a:ln>
            </p:spPr>
            <p:txBody>
              <a:bodyPr rtlCol="0" anchor="ctr"/>
              <a:lstStyle/>
              <a:p>
                <a:pPr algn="ctr"/>
                <a:endParaRPr/>
              </a:p>
            </p:txBody>
          </p:sp>
          <p:sp>
            <p:nvSpPr>
              <p:cNvPr id="19" name="Rounded Rectangle 9">
                <a:extLst>
                  <a:ext uri="{FF2B5EF4-FFF2-40B4-BE49-F238E27FC236}">
                    <a16:creationId xmlns:a16="http://schemas.microsoft.com/office/drawing/2014/main" id="{D1BD59D0-08A2-D2AA-4EA1-B859AC5E8862}"/>
                  </a:ext>
                </a:extLst>
              </p:cNvPr>
              <p:cNvSpPr/>
              <p:nvPr/>
            </p:nvSpPr>
            <p:spPr>
              <a:xfrm>
                <a:off x="3952394" y="1122313"/>
                <a:ext cx="1070461" cy="307967"/>
              </a:xfrm>
              <a:custGeom>
                <a:avLst/>
                <a:gdLst/>
                <a:ahLst/>
                <a:cxnLst/>
                <a:rect l="0" t="0" r="0" b="0"/>
                <a:pathLst>
                  <a:path w="1070461" h="307967">
                    <a:moveTo>
                      <a:pt x="859595" y="235703"/>
                    </a:moveTo>
                    <a:cubicBezTo>
                      <a:pt x="424695" y="307967"/>
                      <a:pt x="81935" y="226512"/>
                      <a:pt x="50848" y="135758"/>
                    </a:cubicBezTo>
                    <a:cubicBezTo>
                      <a:pt x="50848" y="135758"/>
                      <a:pt x="0" y="0"/>
                      <a:pt x="336174" y="5176"/>
                    </a:cubicBezTo>
                    <a:cubicBezTo>
                      <a:pt x="413289" y="6338"/>
                      <a:pt x="502535" y="16269"/>
                      <a:pt x="604953" y="32856"/>
                    </a:cubicBezTo>
                    <a:cubicBezTo>
                      <a:pt x="773643" y="60114"/>
                      <a:pt x="938397" y="111353"/>
                      <a:pt x="1070461" y="186893"/>
                    </a:cubicBezTo>
                    <a:cubicBezTo>
                      <a:pt x="1004262" y="206543"/>
                      <a:pt x="933737" y="223236"/>
                      <a:pt x="859675" y="235598"/>
                    </a:cubicBezTo>
                    <a:close/>
                  </a:path>
                </a:pathLst>
              </a:custGeom>
              <a:solidFill>
                <a:srgbClr val="1EABDA"/>
              </a:solidFill>
              <a:ln>
                <a:noFill/>
              </a:ln>
            </p:spPr>
            <p:txBody>
              <a:bodyPr rtlCol="0" anchor="ctr"/>
              <a:lstStyle/>
              <a:p>
                <a:pPr algn="ctr"/>
                <a:endParaRPr/>
              </a:p>
            </p:txBody>
          </p:sp>
          <p:sp>
            <p:nvSpPr>
              <p:cNvPr id="20" name="Rounded Rectangle 10">
                <a:extLst>
                  <a:ext uri="{FF2B5EF4-FFF2-40B4-BE49-F238E27FC236}">
                    <a16:creationId xmlns:a16="http://schemas.microsoft.com/office/drawing/2014/main" id="{4C2A19A7-DB4E-A414-20BB-7420EF37571D}"/>
                  </a:ext>
                </a:extLst>
              </p:cNvPr>
              <p:cNvSpPr/>
              <p:nvPr/>
            </p:nvSpPr>
            <p:spPr>
              <a:xfrm>
                <a:off x="4003318" y="971550"/>
                <a:ext cx="1587855" cy="928975"/>
              </a:xfrm>
              <a:custGeom>
                <a:avLst/>
                <a:gdLst/>
                <a:ahLst/>
                <a:cxnLst/>
                <a:rect l="0" t="0" r="0" b="0"/>
                <a:pathLst>
                  <a:path w="1587855" h="928975">
                    <a:moveTo>
                      <a:pt x="1587855" y="0"/>
                    </a:moveTo>
                    <a:cubicBezTo>
                      <a:pt x="1587855" y="0"/>
                      <a:pt x="1418596" y="524126"/>
                      <a:pt x="1370809" y="625761"/>
                    </a:cubicBezTo>
                    <a:cubicBezTo>
                      <a:pt x="1322927" y="727395"/>
                      <a:pt x="1090060" y="827023"/>
                      <a:pt x="801196" y="874671"/>
                    </a:cubicBezTo>
                    <a:cubicBezTo>
                      <a:pt x="471608" y="928975"/>
                      <a:pt x="256248" y="873720"/>
                      <a:pt x="185880" y="829664"/>
                    </a:cubicBezTo>
                    <a:cubicBezTo>
                      <a:pt x="123946" y="697497"/>
                      <a:pt x="0" y="286414"/>
                      <a:pt x="0" y="286414"/>
                    </a:cubicBezTo>
                    <a:cubicBezTo>
                      <a:pt x="31086" y="377168"/>
                      <a:pt x="373848" y="458623"/>
                      <a:pt x="808746" y="386359"/>
                    </a:cubicBezTo>
                    <a:cubicBezTo>
                      <a:pt x="1243641" y="314095"/>
                      <a:pt x="1556927" y="90224"/>
                      <a:pt x="1587855" y="0"/>
                    </a:cubicBezTo>
                    <a:close/>
                  </a:path>
                </a:pathLst>
              </a:custGeom>
              <a:solidFill>
                <a:srgbClr val="1EABDA"/>
              </a:solidFill>
              <a:ln>
                <a:noFill/>
              </a:ln>
            </p:spPr>
            <p:txBody>
              <a:bodyPr rtlCol="0" anchor="ctr"/>
              <a:lstStyle/>
              <a:p>
                <a:pPr algn="ctr"/>
                <a:endParaRPr/>
              </a:p>
            </p:txBody>
          </p:sp>
          <p:sp>
            <p:nvSpPr>
              <p:cNvPr id="21" name="Rounded Rectangle 11">
                <a:extLst>
                  <a:ext uri="{FF2B5EF4-FFF2-40B4-BE49-F238E27FC236}">
                    <a16:creationId xmlns:a16="http://schemas.microsoft.com/office/drawing/2014/main" id="{4AD00ADC-1525-F79D-6032-A34F0751B473}"/>
                  </a:ext>
                </a:extLst>
              </p:cNvPr>
              <p:cNvSpPr/>
              <p:nvPr/>
            </p:nvSpPr>
            <p:spPr>
              <a:xfrm>
                <a:off x="4826765" y="1672113"/>
                <a:ext cx="486469" cy="394811"/>
              </a:xfrm>
              <a:custGeom>
                <a:avLst/>
                <a:gdLst/>
                <a:ahLst/>
                <a:cxnLst/>
                <a:rect l="0" t="0" r="0" b="0"/>
                <a:pathLst>
                  <a:path w="486469" h="394811">
                    <a:moveTo>
                      <a:pt x="204757" y="394811"/>
                    </a:moveTo>
                    <a:cubicBezTo>
                      <a:pt x="159613" y="308812"/>
                      <a:pt x="87236" y="230738"/>
                      <a:pt x="0" y="170201"/>
                    </a:cubicBezTo>
                    <a:cubicBezTo>
                      <a:pt x="207327" y="133751"/>
                      <a:pt x="383407" y="70679"/>
                      <a:pt x="479158" y="0"/>
                    </a:cubicBezTo>
                    <a:cubicBezTo>
                      <a:pt x="486469" y="57684"/>
                      <a:pt x="481327" y="120017"/>
                      <a:pt x="461165" y="187105"/>
                    </a:cubicBezTo>
                    <a:lnTo>
                      <a:pt x="454257" y="202847"/>
                    </a:lnTo>
                    <a:cubicBezTo>
                      <a:pt x="456586" y="195556"/>
                      <a:pt x="457872" y="191542"/>
                      <a:pt x="457872" y="191542"/>
                    </a:cubicBezTo>
                    <a:cubicBezTo>
                      <a:pt x="444698" y="229998"/>
                      <a:pt x="350473" y="322546"/>
                      <a:pt x="204677" y="394811"/>
                    </a:cubicBezTo>
                    <a:close/>
                  </a:path>
                </a:pathLst>
              </a:custGeom>
              <a:noFill/>
              <a:ln w="14287">
                <a:solidFill>
                  <a:srgbClr val="FFFFFF"/>
                </a:solidFill>
              </a:ln>
            </p:spPr>
            <p:txBody>
              <a:bodyPr rtlCol="0" anchor="ctr"/>
              <a:lstStyle/>
              <a:p>
                <a:pPr algn="ctr"/>
                <a:endParaRPr/>
              </a:p>
            </p:txBody>
          </p:sp>
          <p:sp>
            <p:nvSpPr>
              <p:cNvPr id="22" name="Rounded Rectangle 12">
                <a:extLst>
                  <a:ext uri="{FF2B5EF4-FFF2-40B4-BE49-F238E27FC236}">
                    <a16:creationId xmlns:a16="http://schemas.microsoft.com/office/drawing/2014/main" id="{12B0424A-FC74-DCD8-1D68-74D59E1117B4}"/>
                  </a:ext>
                </a:extLst>
              </p:cNvPr>
              <p:cNvSpPr/>
              <p:nvPr/>
            </p:nvSpPr>
            <p:spPr>
              <a:xfrm>
                <a:off x="3952394" y="1122313"/>
                <a:ext cx="1070456" cy="307967"/>
              </a:xfrm>
              <a:custGeom>
                <a:avLst/>
                <a:gdLst/>
                <a:ahLst/>
                <a:cxnLst/>
                <a:rect l="0" t="0" r="0" b="0"/>
                <a:pathLst>
                  <a:path w="1070456" h="307967">
                    <a:moveTo>
                      <a:pt x="859595" y="235703"/>
                    </a:moveTo>
                    <a:cubicBezTo>
                      <a:pt x="424695" y="307967"/>
                      <a:pt x="81935" y="226511"/>
                      <a:pt x="50848" y="135758"/>
                    </a:cubicBezTo>
                    <a:cubicBezTo>
                      <a:pt x="50848" y="135758"/>
                      <a:pt x="0" y="0"/>
                      <a:pt x="336174" y="5176"/>
                    </a:cubicBezTo>
                    <a:cubicBezTo>
                      <a:pt x="413289" y="6338"/>
                      <a:pt x="502535" y="16269"/>
                      <a:pt x="604953" y="32856"/>
                    </a:cubicBezTo>
                    <a:cubicBezTo>
                      <a:pt x="773643" y="60114"/>
                      <a:pt x="938397" y="111353"/>
                      <a:pt x="1070456" y="186893"/>
                    </a:cubicBezTo>
                    <a:cubicBezTo>
                      <a:pt x="1004266" y="206543"/>
                      <a:pt x="933737" y="223236"/>
                      <a:pt x="859675" y="235598"/>
                    </a:cubicBezTo>
                    <a:close/>
                  </a:path>
                </a:pathLst>
              </a:custGeom>
              <a:noFill/>
              <a:ln w="14287">
                <a:solidFill>
                  <a:srgbClr val="FFFFFF"/>
                </a:solidFill>
              </a:ln>
            </p:spPr>
            <p:txBody>
              <a:bodyPr rtlCol="0" anchor="ctr"/>
              <a:lstStyle/>
              <a:p>
                <a:pPr algn="ctr"/>
                <a:endParaRPr/>
              </a:p>
            </p:txBody>
          </p:sp>
          <p:sp>
            <p:nvSpPr>
              <p:cNvPr id="23" name="Rounded Rectangle 13">
                <a:extLst>
                  <a:ext uri="{FF2B5EF4-FFF2-40B4-BE49-F238E27FC236}">
                    <a16:creationId xmlns:a16="http://schemas.microsoft.com/office/drawing/2014/main" id="{2AD97C83-ECD8-6CE8-1BA2-EC4C614C91F8}"/>
                  </a:ext>
                </a:extLst>
              </p:cNvPr>
              <p:cNvSpPr/>
              <p:nvPr/>
            </p:nvSpPr>
            <p:spPr>
              <a:xfrm>
                <a:off x="4003318" y="971550"/>
                <a:ext cx="1587852" cy="928975"/>
              </a:xfrm>
              <a:custGeom>
                <a:avLst/>
                <a:gdLst/>
                <a:ahLst/>
                <a:cxnLst/>
                <a:rect l="0" t="0" r="0" b="0"/>
                <a:pathLst>
                  <a:path w="1587852" h="928975">
                    <a:moveTo>
                      <a:pt x="1587852" y="0"/>
                    </a:moveTo>
                    <a:cubicBezTo>
                      <a:pt x="1587852" y="0"/>
                      <a:pt x="1418600" y="524126"/>
                      <a:pt x="1370804" y="625761"/>
                    </a:cubicBezTo>
                    <a:cubicBezTo>
                      <a:pt x="1322929" y="727395"/>
                      <a:pt x="1090057" y="827023"/>
                      <a:pt x="801196" y="874671"/>
                    </a:cubicBezTo>
                    <a:cubicBezTo>
                      <a:pt x="471608" y="928975"/>
                      <a:pt x="256248" y="873720"/>
                      <a:pt x="185880" y="829664"/>
                    </a:cubicBezTo>
                    <a:cubicBezTo>
                      <a:pt x="123946" y="697497"/>
                      <a:pt x="0" y="286414"/>
                      <a:pt x="0" y="286414"/>
                    </a:cubicBezTo>
                    <a:cubicBezTo>
                      <a:pt x="31086" y="377168"/>
                      <a:pt x="373848" y="458623"/>
                      <a:pt x="808746" y="386359"/>
                    </a:cubicBezTo>
                    <a:cubicBezTo>
                      <a:pt x="1243644" y="314095"/>
                      <a:pt x="1556926" y="90224"/>
                      <a:pt x="1587852" y="0"/>
                    </a:cubicBezTo>
                    <a:close/>
                  </a:path>
                </a:pathLst>
              </a:custGeom>
              <a:noFill/>
              <a:ln w="14287">
                <a:solidFill>
                  <a:srgbClr val="FFFFFF"/>
                </a:solidFill>
              </a:ln>
            </p:spPr>
            <p:txBody>
              <a:bodyPr rtlCol="0" anchor="ctr"/>
              <a:lstStyle/>
              <a:p>
                <a:pPr algn="ctr"/>
                <a:endParaRPr/>
              </a:p>
            </p:txBody>
          </p:sp>
        </p:grpSp>
        <p:sp>
          <p:nvSpPr>
            <p:cNvPr id="9" name="Rounded Rectangle 15">
              <a:extLst>
                <a:ext uri="{FF2B5EF4-FFF2-40B4-BE49-F238E27FC236}">
                  <a16:creationId xmlns:a16="http://schemas.microsoft.com/office/drawing/2014/main" id="{3023721A-A357-3F99-444D-557478AE74F6}"/>
                </a:ext>
              </a:extLst>
            </p:cNvPr>
            <p:cNvSpPr/>
            <p:nvPr/>
          </p:nvSpPr>
          <p:spPr>
            <a:xfrm>
              <a:off x="2017760" y="2893695"/>
              <a:ext cx="342277" cy="336179"/>
            </a:xfrm>
            <a:custGeom>
              <a:avLst/>
              <a:gdLst/>
              <a:ahLst/>
              <a:cxnLst/>
              <a:rect l="0" t="0" r="0" b="0"/>
              <a:pathLst>
                <a:path w="342277" h="336179">
                  <a:moveTo>
                    <a:pt x="41990" y="28575"/>
                  </a:moveTo>
                  <a:cubicBezTo>
                    <a:pt x="34600" y="28621"/>
                    <a:pt x="28621" y="34600"/>
                    <a:pt x="28574" y="41990"/>
                  </a:cubicBezTo>
                  <a:lnTo>
                    <a:pt x="28574" y="60950"/>
                  </a:lnTo>
                  <a:lnTo>
                    <a:pt x="207768" y="60950"/>
                  </a:lnTo>
                  <a:lnTo>
                    <a:pt x="207768" y="41990"/>
                  </a:lnTo>
                  <a:cubicBezTo>
                    <a:pt x="207722" y="34600"/>
                    <a:pt x="201742" y="28621"/>
                    <a:pt x="194352" y="28575"/>
                  </a:cubicBezTo>
                  <a:close/>
                  <a:moveTo>
                    <a:pt x="97826" y="130201"/>
                  </a:moveTo>
                  <a:lnTo>
                    <a:pt x="138517" y="130201"/>
                  </a:lnTo>
                  <a:lnTo>
                    <a:pt x="138517" y="90911"/>
                  </a:lnTo>
                  <a:lnTo>
                    <a:pt x="97826" y="90911"/>
                  </a:lnTo>
                  <a:close/>
                  <a:moveTo>
                    <a:pt x="97826" y="158791"/>
                  </a:moveTo>
                  <a:lnTo>
                    <a:pt x="97826" y="196681"/>
                  </a:lnTo>
                  <a:lnTo>
                    <a:pt x="138517" y="196681"/>
                  </a:lnTo>
                  <a:lnTo>
                    <a:pt x="138517" y="158776"/>
                  </a:lnTo>
                  <a:lnTo>
                    <a:pt x="97826" y="158776"/>
                  </a:lnTo>
                  <a:close/>
                  <a:moveTo>
                    <a:pt x="83539" y="225271"/>
                  </a:moveTo>
                  <a:lnTo>
                    <a:pt x="41990" y="225271"/>
                  </a:lnTo>
                  <a:cubicBezTo>
                    <a:pt x="18813" y="225223"/>
                    <a:pt x="39" y="206442"/>
                    <a:pt x="0" y="183265"/>
                  </a:cubicBezTo>
                  <a:lnTo>
                    <a:pt x="0" y="41990"/>
                  </a:lnTo>
                  <a:cubicBezTo>
                    <a:pt x="47" y="18819"/>
                    <a:pt x="18819" y="47"/>
                    <a:pt x="41990" y="0"/>
                  </a:cubicBezTo>
                  <a:lnTo>
                    <a:pt x="194352" y="0"/>
                  </a:lnTo>
                  <a:cubicBezTo>
                    <a:pt x="217524" y="47"/>
                    <a:pt x="236296" y="18819"/>
                    <a:pt x="236343" y="41990"/>
                  </a:cubicBezTo>
                  <a:lnTo>
                    <a:pt x="236343" y="75180"/>
                  </a:lnTo>
                  <a:lnTo>
                    <a:pt x="236343" y="75237"/>
                  </a:lnTo>
                  <a:lnTo>
                    <a:pt x="236343" y="183265"/>
                  </a:lnTo>
                  <a:cubicBezTo>
                    <a:pt x="236296" y="206437"/>
                    <a:pt x="217524" y="225209"/>
                    <a:pt x="194352" y="225256"/>
                  </a:cubicBezTo>
                  <a:lnTo>
                    <a:pt x="83539" y="225256"/>
                  </a:lnTo>
                  <a:close/>
                  <a:moveTo>
                    <a:pt x="207768" y="130201"/>
                  </a:moveTo>
                  <a:lnTo>
                    <a:pt x="207768" y="90911"/>
                  </a:lnTo>
                  <a:lnTo>
                    <a:pt x="167092" y="90911"/>
                  </a:lnTo>
                  <a:lnTo>
                    <a:pt x="167092" y="130201"/>
                  </a:lnTo>
                  <a:close/>
                  <a:moveTo>
                    <a:pt x="167092" y="196696"/>
                  </a:moveTo>
                  <a:lnTo>
                    <a:pt x="194352" y="196696"/>
                  </a:lnTo>
                  <a:cubicBezTo>
                    <a:pt x="201748" y="196649"/>
                    <a:pt x="207729" y="190661"/>
                    <a:pt x="207768" y="183265"/>
                  </a:cubicBezTo>
                  <a:lnTo>
                    <a:pt x="207768" y="158776"/>
                  </a:lnTo>
                  <a:lnTo>
                    <a:pt x="167092" y="158776"/>
                  </a:lnTo>
                  <a:close/>
                  <a:moveTo>
                    <a:pt x="69251" y="130201"/>
                  </a:moveTo>
                  <a:lnTo>
                    <a:pt x="69251" y="90911"/>
                  </a:lnTo>
                  <a:lnTo>
                    <a:pt x="28575" y="90911"/>
                  </a:lnTo>
                  <a:lnTo>
                    <a:pt x="28575" y="130201"/>
                  </a:lnTo>
                  <a:close/>
                  <a:moveTo>
                    <a:pt x="28574" y="158791"/>
                  </a:moveTo>
                  <a:lnTo>
                    <a:pt x="28574" y="183265"/>
                  </a:lnTo>
                  <a:cubicBezTo>
                    <a:pt x="28621" y="190655"/>
                    <a:pt x="34600" y="196634"/>
                    <a:pt x="41990" y="196681"/>
                  </a:cubicBezTo>
                  <a:lnTo>
                    <a:pt x="69251" y="196681"/>
                  </a:lnTo>
                  <a:lnTo>
                    <a:pt x="69251" y="158776"/>
                  </a:lnTo>
                  <a:lnTo>
                    <a:pt x="28574" y="158776"/>
                  </a:lnTo>
                  <a:close/>
                  <a:moveTo>
                    <a:pt x="274091" y="56564"/>
                  </a:moveTo>
                  <a:cubicBezTo>
                    <a:pt x="268310" y="56568"/>
                    <a:pt x="263097" y="53089"/>
                    <a:pt x="260882" y="47750"/>
                  </a:cubicBezTo>
                  <a:cubicBezTo>
                    <a:pt x="258668" y="42411"/>
                    <a:pt x="259889" y="36263"/>
                    <a:pt x="263975" y="32175"/>
                  </a:cubicBezTo>
                  <a:lnTo>
                    <a:pt x="290607" y="5557"/>
                  </a:lnTo>
                  <a:cubicBezTo>
                    <a:pt x="293326" y="2838"/>
                    <a:pt x="297026" y="1329"/>
                    <a:pt x="300871" y="1372"/>
                  </a:cubicBezTo>
                  <a:cubicBezTo>
                    <a:pt x="304716" y="1415"/>
                    <a:pt x="308381" y="3006"/>
                    <a:pt x="311038" y="5786"/>
                  </a:cubicBezTo>
                  <a:lnTo>
                    <a:pt x="336499" y="32432"/>
                  </a:lnTo>
                  <a:cubicBezTo>
                    <a:pt x="340440" y="36566"/>
                    <a:pt x="341540" y="42651"/>
                    <a:pt x="339296" y="47904"/>
                  </a:cubicBezTo>
                  <a:cubicBezTo>
                    <a:pt x="337052" y="53156"/>
                    <a:pt x="331895" y="56568"/>
                    <a:pt x="326183" y="56578"/>
                  </a:cubicBezTo>
                  <a:lnTo>
                    <a:pt x="315110" y="56578"/>
                  </a:lnTo>
                  <a:lnTo>
                    <a:pt x="315110" y="150661"/>
                  </a:lnTo>
                  <a:lnTo>
                    <a:pt x="326869" y="150661"/>
                  </a:lnTo>
                  <a:cubicBezTo>
                    <a:pt x="332647" y="150662"/>
                    <a:pt x="337855" y="154143"/>
                    <a:pt x="340066" y="159481"/>
                  </a:cubicBezTo>
                  <a:cubicBezTo>
                    <a:pt x="342277" y="164820"/>
                    <a:pt x="341055" y="170964"/>
                    <a:pt x="336970" y="175050"/>
                  </a:cubicBezTo>
                  <a:lnTo>
                    <a:pt x="310353" y="201682"/>
                  </a:lnTo>
                  <a:cubicBezTo>
                    <a:pt x="307634" y="204401"/>
                    <a:pt x="303934" y="205910"/>
                    <a:pt x="300089" y="205867"/>
                  </a:cubicBezTo>
                  <a:cubicBezTo>
                    <a:pt x="296244" y="205824"/>
                    <a:pt x="292579" y="204233"/>
                    <a:pt x="289921" y="201453"/>
                  </a:cubicBezTo>
                  <a:lnTo>
                    <a:pt x="264447" y="174821"/>
                  </a:lnTo>
                  <a:cubicBezTo>
                    <a:pt x="260494" y="170686"/>
                    <a:pt x="259389" y="164592"/>
                    <a:pt x="261638" y="159332"/>
                  </a:cubicBezTo>
                  <a:cubicBezTo>
                    <a:pt x="263886" y="154072"/>
                    <a:pt x="269056" y="150660"/>
                    <a:pt x="274777" y="150661"/>
                  </a:cubicBezTo>
                  <a:lnTo>
                    <a:pt x="286535" y="150661"/>
                  </a:lnTo>
                  <a:lnTo>
                    <a:pt x="286535" y="56578"/>
                  </a:lnTo>
                  <a:lnTo>
                    <a:pt x="274091" y="56578"/>
                  </a:lnTo>
                  <a:close/>
                  <a:moveTo>
                    <a:pt x="165220" y="280420"/>
                  </a:moveTo>
                  <a:lnTo>
                    <a:pt x="165220" y="267976"/>
                  </a:lnTo>
                  <a:cubicBezTo>
                    <a:pt x="165221" y="262198"/>
                    <a:pt x="168702" y="256990"/>
                    <a:pt x="174040" y="254779"/>
                  </a:cubicBezTo>
                  <a:cubicBezTo>
                    <a:pt x="179379" y="252568"/>
                    <a:pt x="185523" y="253790"/>
                    <a:pt x="189609" y="257875"/>
                  </a:cubicBezTo>
                  <a:lnTo>
                    <a:pt x="216227" y="284492"/>
                  </a:lnTo>
                  <a:cubicBezTo>
                    <a:pt x="218946" y="287211"/>
                    <a:pt x="220454" y="290911"/>
                    <a:pt x="220411" y="294756"/>
                  </a:cubicBezTo>
                  <a:cubicBezTo>
                    <a:pt x="220368" y="298601"/>
                    <a:pt x="218777" y="302266"/>
                    <a:pt x="215998" y="304923"/>
                  </a:cubicBezTo>
                  <a:lnTo>
                    <a:pt x="189380" y="330398"/>
                  </a:lnTo>
                  <a:cubicBezTo>
                    <a:pt x="185246" y="334361"/>
                    <a:pt x="179145" y="335472"/>
                    <a:pt x="173879" y="333222"/>
                  </a:cubicBezTo>
                  <a:cubicBezTo>
                    <a:pt x="168613" y="330972"/>
                    <a:pt x="165199" y="325795"/>
                    <a:pt x="165206" y="320068"/>
                  </a:cubicBezTo>
                  <a:lnTo>
                    <a:pt x="165206" y="308995"/>
                  </a:lnTo>
                  <a:lnTo>
                    <a:pt x="71137" y="308995"/>
                  </a:lnTo>
                  <a:lnTo>
                    <a:pt x="71137" y="320754"/>
                  </a:lnTo>
                  <a:cubicBezTo>
                    <a:pt x="71141" y="326538"/>
                    <a:pt x="67658" y="331754"/>
                    <a:pt x="62314" y="333966"/>
                  </a:cubicBezTo>
                  <a:cubicBezTo>
                    <a:pt x="56969" y="336179"/>
                    <a:pt x="50819" y="334950"/>
                    <a:pt x="46734" y="330855"/>
                  </a:cubicBezTo>
                  <a:lnTo>
                    <a:pt x="20130" y="304238"/>
                  </a:lnTo>
                  <a:cubicBezTo>
                    <a:pt x="17411" y="301519"/>
                    <a:pt x="15903" y="297819"/>
                    <a:pt x="15946" y="293974"/>
                  </a:cubicBezTo>
                  <a:cubicBezTo>
                    <a:pt x="15989" y="290129"/>
                    <a:pt x="17580" y="286464"/>
                    <a:pt x="20359" y="283806"/>
                  </a:cubicBezTo>
                  <a:lnTo>
                    <a:pt x="46977" y="258346"/>
                  </a:lnTo>
                  <a:cubicBezTo>
                    <a:pt x="51109" y="254385"/>
                    <a:pt x="57206" y="253273"/>
                    <a:pt x="62471" y="255519"/>
                  </a:cubicBezTo>
                  <a:cubicBezTo>
                    <a:pt x="67736" y="257766"/>
                    <a:pt x="71152" y="262938"/>
                    <a:pt x="71151" y="268662"/>
                  </a:cubicBezTo>
                  <a:lnTo>
                    <a:pt x="71151" y="280420"/>
                  </a:lnTo>
                  <a:close/>
                </a:path>
              </a:pathLst>
            </a:custGeom>
            <a:solidFill>
              <a:srgbClr val="1EABDA"/>
            </a:solidFill>
            <a:ln>
              <a:noFill/>
            </a:ln>
          </p:spPr>
          <p:txBody>
            <a:bodyPr rtlCol="0" anchor="ctr"/>
            <a:lstStyle/>
            <a:p>
              <a:pPr algn="ctr"/>
              <a:endParaRPr/>
            </a:p>
          </p:txBody>
        </p:sp>
        <p:sp>
          <p:nvSpPr>
            <p:cNvPr id="11" name="Rounded Rectangle 16">
              <a:extLst>
                <a:ext uri="{FF2B5EF4-FFF2-40B4-BE49-F238E27FC236}">
                  <a16:creationId xmlns:a16="http://schemas.microsoft.com/office/drawing/2014/main" id="{7B91B54C-6086-2095-12C5-E7AED0EE90C0}"/>
                </a:ext>
              </a:extLst>
            </p:cNvPr>
            <p:cNvSpPr/>
            <p:nvPr/>
          </p:nvSpPr>
          <p:spPr>
            <a:xfrm>
              <a:off x="2017137" y="3798063"/>
              <a:ext cx="342900" cy="343740"/>
            </a:xfrm>
            <a:custGeom>
              <a:avLst/>
              <a:gdLst/>
              <a:ahLst/>
              <a:cxnLst/>
              <a:rect l="0" t="0" r="0" b="0"/>
              <a:pathLst>
                <a:path w="342900" h="343740">
                  <a:moveTo>
                    <a:pt x="103584" y="158002"/>
                  </a:moveTo>
                  <a:cubicBezTo>
                    <a:pt x="117393" y="158002"/>
                    <a:pt x="128587" y="169196"/>
                    <a:pt x="128587" y="183005"/>
                  </a:cubicBezTo>
                  <a:lnTo>
                    <a:pt x="128587" y="318736"/>
                  </a:lnTo>
                  <a:cubicBezTo>
                    <a:pt x="128587" y="332545"/>
                    <a:pt x="117393" y="343740"/>
                    <a:pt x="103584" y="343740"/>
                  </a:cubicBezTo>
                  <a:lnTo>
                    <a:pt x="25003" y="343740"/>
                  </a:lnTo>
                  <a:cubicBezTo>
                    <a:pt x="11226" y="343662"/>
                    <a:pt x="78" y="332513"/>
                    <a:pt x="0" y="318736"/>
                  </a:cubicBezTo>
                  <a:lnTo>
                    <a:pt x="0" y="183005"/>
                  </a:lnTo>
                  <a:cubicBezTo>
                    <a:pt x="78" y="169229"/>
                    <a:pt x="11226" y="158080"/>
                    <a:pt x="25003" y="158002"/>
                  </a:cubicBezTo>
                  <a:lnTo>
                    <a:pt x="103584" y="158002"/>
                  </a:lnTo>
                  <a:close/>
                  <a:moveTo>
                    <a:pt x="22186" y="180718"/>
                  </a:moveTo>
                  <a:cubicBezTo>
                    <a:pt x="21492" y="181552"/>
                    <a:pt x="21213" y="182656"/>
                    <a:pt x="21431" y="183720"/>
                  </a:cubicBezTo>
                  <a:lnTo>
                    <a:pt x="21431" y="286590"/>
                  </a:lnTo>
                  <a:lnTo>
                    <a:pt x="107156" y="286590"/>
                  </a:lnTo>
                  <a:lnTo>
                    <a:pt x="107156" y="183005"/>
                  </a:lnTo>
                  <a:cubicBezTo>
                    <a:pt x="107156" y="181032"/>
                    <a:pt x="105557" y="179433"/>
                    <a:pt x="103584" y="179433"/>
                  </a:cubicBezTo>
                  <a:lnTo>
                    <a:pt x="25003" y="179433"/>
                  </a:lnTo>
                  <a:cubicBezTo>
                    <a:pt x="23917" y="179411"/>
                    <a:pt x="22881" y="179884"/>
                    <a:pt x="22186" y="180718"/>
                  </a:cubicBezTo>
                  <a:close/>
                  <a:moveTo>
                    <a:pt x="342900" y="25843"/>
                  </a:moveTo>
                  <a:lnTo>
                    <a:pt x="342900" y="125855"/>
                  </a:lnTo>
                  <a:cubicBezTo>
                    <a:pt x="342821" y="139632"/>
                    <a:pt x="331673" y="150780"/>
                    <a:pt x="317896" y="150858"/>
                  </a:cubicBezTo>
                  <a:lnTo>
                    <a:pt x="210740" y="150858"/>
                  </a:lnTo>
                  <a:cubicBezTo>
                    <a:pt x="196964" y="150780"/>
                    <a:pt x="185815" y="139632"/>
                    <a:pt x="185737" y="125855"/>
                  </a:cubicBezTo>
                  <a:lnTo>
                    <a:pt x="185737" y="25843"/>
                  </a:lnTo>
                  <a:cubicBezTo>
                    <a:pt x="185815" y="12066"/>
                    <a:pt x="196964" y="918"/>
                    <a:pt x="210740" y="840"/>
                  </a:cubicBezTo>
                  <a:lnTo>
                    <a:pt x="317896" y="840"/>
                  </a:lnTo>
                  <a:cubicBezTo>
                    <a:pt x="331673" y="918"/>
                    <a:pt x="342821" y="12066"/>
                    <a:pt x="342900" y="25843"/>
                  </a:cubicBezTo>
                  <a:close/>
                  <a:moveTo>
                    <a:pt x="207168" y="51846"/>
                  </a:moveTo>
                  <a:lnTo>
                    <a:pt x="207168" y="80421"/>
                  </a:lnTo>
                  <a:lnTo>
                    <a:pt x="271462" y="80421"/>
                  </a:lnTo>
                  <a:lnTo>
                    <a:pt x="271462" y="51846"/>
                  </a:lnTo>
                  <a:close/>
                  <a:moveTo>
                    <a:pt x="292893" y="80421"/>
                  </a:moveTo>
                  <a:lnTo>
                    <a:pt x="321468" y="80421"/>
                  </a:lnTo>
                  <a:lnTo>
                    <a:pt x="321468" y="51846"/>
                  </a:lnTo>
                  <a:lnTo>
                    <a:pt x="292893" y="51846"/>
                  </a:lnTo>
                  <a:close/>
                  <a:moveTo>
                    <a:pt x="210740" y="129427"/>
                  </a:moveTo>
                  <a:lnTo>
                    <a:pt x="271462" y="129427"/>
                  </a:lnTo>
                  <a:lnTo>
                    <a:pt x="271462" y="101566"/>
                  </a:lnTo>
                  <a:lnTo>
                    <a:pt x="207168" y="101566"/>
                  </a:lnTo>
                  <a:lnTo>
                    <a:pt x="207168" y="125855"/>
                  </a:lnTo>
                  <a:cubicBezTo>
                    <a:pt x="207168" y="127828"/>
                    <a:pt x="208767" y="129427"/>
                    <a:pt x="210740" y="129427"/>
                  </a:cubicBezTo>
                  <a:close/>
                  <a:moveTo>
                    <a:pt x="320609" y="128487"/>
                  </a:moveTo>
                  <a:cubicBezTo>
                    <a:pt x="321342" y="127809"/>
                    <a:pt x="321757" y="126854"/>
                    <a:pt x="321754" y="125855"/>
                  </a:cubicBezTo>
                  <a:lnTo>
                    <a:pt x="321754" y="101566"/>
                  </a:lnTo>
                  <a:lnTo>
                    <a:pt x="293179" y="101566"/>
                  </a:lnTo>
                  <a:lnTo>
                    <a:pt x="293179" y="129427"/>
                  </a:lnTo>
                  <a:lnTo>
                    <a:pt x="317896" y="129427"/>
                  </a:lnTo>
                  <a:cubicBezTo>
                    <a:pt x="318892" y="129507"/>
                    <a:pt x="319876" y="129166"/>
                    <a:pt x="320609" y="128487"/>
                  </a:cubicBezTo>
                  <a:close/>
                  <a:moveTo>
                    <a:pt x="171796" y="42540"/>
                  </a:moveTo>
                  <a:cubicBezTo>
                    <a:pt x="171688" y="45464"/>
                    <a:pt x="170373" y="48213"/>
                    <a:pt x="168163" y="50131"/>
                  </a:cubicBezTo>
                  <a:lnTo>
                    <a:pt x="136017" y="80992"/>
                  </a:lnTo>
                  <a:cubicBezTo>
                    <a:pt x="134038" y="82942"/>
                    <a:pt x="131364" y="84022"/>
                    <a:pt x="128587" y="83993"/>
                  </a:cubicBezTo>
                  <a:cubicBezTo>
                    <a:pt x="127355" y="83924"/>
                    <a:pt x="126145" y="83633"/>
                    <a:pt x="125015" y="83136"/>
                  </a:cubicBezTo>
                  <a:cubicBezTo>
                    <a:pt x="121042" y="81470"/>
                    <a:pt x="118452" y="77586"/>
                    <a:pt x="118443" y="73277"/>
                  </a:cubicBezTo>
                  <a:lnTo>
                    <a:pt x="118443" y="53132"/>
                  </a:lnTo>
                  <a:lnTo>
                    <a:pt x="107727" y="53132"/>
                  </a:lnTo>
                  <a:cubicBezTo>
                    <a:pt x="90474" y="52731"/>
                    <a:pt x="76125" y="66315"/>
                    <a:pt x="75580" y="83564"/>
                  </a:cubicBezTo>
                  <a:lnTo>
                    <a:pt x="75580" y="88279"/>
                  </a:lnTo>
                  <a:lnTo>
                    <a:pt x="97012" y="88279"/>
                  </a:lnTo>
                  <a:cubicBezTo>
                    <a:pt x="101380" y="88282"/>
                    <a:pt x="105310" y="90936"/>
                    <a:pt x="106943" y="94988"/>
                  </a:cubicBezTo>
                  <a:cubicBezTo>
                    <a:pt x="108577" y="99040"/>
                    <a:pt x="107587" y="103678"/>
                    <a:pt x="104441" y="106710"/>
                  </a:cubicBezTo>
                  <a:lnTo>
                    <a:pt x="72294" y="137571"/>
                  </a:lnTo>
                  <a:cubicBezTo>
                    <a:pt x="68111" y="141749"/>
                    <a:pt x="61333" y="141749"/>
                    <a:pt x="57150" y="137571"/>
                  </a:cubicBezTo>
                  <a:lnTo>
                    <a:pt x="25288" y="106710"/>
                  </a:lnTo>
                  <a:cubicBezTo>
                    <a:pt x="22143" y="103678"/>
                    <a:pt x="21153" y="99040"/>
                    <a:pt x="22786" y="94988"/>
                  </a:cubicBezTo>
                  <a:cubicBezTo>
                    <a:pt x="24420" y="90936"/>
                    <a:pt x="28349" y="88282"/>
                    <a:pt x="32718" y="88279"/>
                  </a:cubicBezTo>
                  <a:lnTo>
                    <a:pt x="54149" y="88279"/>
                  </a:lnTo>
                  <a:lnTo>
                    <a:pt x="54149" y="83564"/>
                  </a:lnTo>
                  <a:cubicBezTo>
                    <a:pt x="54697" y="54479"/>
                    <a:pt x="78640" y="31302"/>
                    <a:pt x="107727" y="31701"/>
                  </a:cubicBezTo>
                  <a:lnTo>
                    <a:pt x="118443" y="31701"/>
                  </a:lnTo>
                  <a:lnTo>
                    <a:pt x="118443" y="11555"/>
                  </a:lnTo>
                  <a:cubicBezTo>
                    <a:pt x="118452" y="7247"/>
                    <a:pt x="121042" y="3363"/>
                    <a:pt x="125015" y="1697"/>
                  </a:cubicBezTo>
                  <a:cubicBezTo>
                    <a:pt x="128951" y="0"/>
                    <a:pt x="133521" y="846"/>
                    <a:pt x="136588" y="3840"/>
                  </a:cubicBezTo>
                  <a:lnTo>
                    <a:pt x="168735" y="34701"/>
                  </a:lnTo>
                  <a:cubicBezTo>
                    <a:pt x="170796" y="36778"/>
                    <a:pt x="171905" y="39616"/>
                    <a:pt x="171796" y="42540"/>
                  </a:cubicBezTo>
                  <a:close/>
                </a:path>
              </a:pathLst>
            </a:custGeom>
            <a:solidFill>
              <a:srgbClr val="3CC583"/>
            </a:solidFill>
            <a:ln>
              <a:noFill/>
            </a:ln>
          </p:spPr>
          <p:txBody>
            <a:bodyPr rtlCol="0" anchor="ctr"/>
            <a:lstStyle/>
            <a:p>
              <a:pPr algn="ctr"/>
              <a:endParaRPr/>
            </a:p>
          </p:txBody>
        </p:sp>
        <p:sp>
          <p:nvSpPr>
            <p:cNvPr id="13" name="TextBox 12">
              <a:extLst>
                <a:ext uri="{FF2B5EF4-FFF2-40B4-BE49-F238E27FC236}">
                  <a16:creationId xmlns:a16="http://schemas.microsoft.com/office/drawing/2014/main" id="{5E4880EC-A351-9211-15DB-25361A3D6051}"/>
                </a:ext>
              </a:extLst>
            </p:cNvPr>
            <p:cNvSpPr txBox="1"/>
            <p:nvPr/>
          </p:nvSpPr>
          <p:spPr>
            <a:xfrm>
              <a:off x="2491235" y="2963847"/>
              <a:ext cx="3007233" cy="307777"/>
            </a:xfrm>
            <a:prstGeom prst="rect">
              <a:avLst/>
            </a:prstGeom>
            <a:noFill/>
            <a:ln>
              <a:noFill/>
            </a:ln>
          </p:spPr>
          <p:txBody>
            <a:bodyPr wrap="none" lIns="0" tIns="0" rIns="0" bIns="0" anchor="t">
              <a:spAutoFit/>
            </a:bodyPr>
            <a:lstStyle/>
            <a:p>
              <a:pPr algn="l"/>
              <a:r>
                <a:rPr sz="2000" b="1" dirty="0" err="1">
                  <a:solidFill>
                    <a:srgbClr val="32444A"/>
                  </a:solidFill>
                  <a:latin typeface="Open Sans" panose="020B0606030504020204" pitchFamily="34" charset="0"/>
                  <a:ea typeface="Open Sans" panose="020B0606030504020204" pitchFamily="34" charset="0"/>
                  <a:cs typeface="Open Sans" panose="020B0606030504020204" pitchFamily="34" charset="0"/>
                </a:rPr>
                <a:t>Convolución</a:t>
              </a:r>
              <a:r>
                <a:rPr sz="2000" b="1" dirty="0">
                  <a:solidFill>
                    <a:srgbClr val="32444A"/>
                  </a:solidFill>
                  <a:latin typeface="Open Sans" panose="020B0606030504020204" pitchFamily="34" charset="0"/>
                  <a:ea typeface="Open Sans" panose="020B0606030504020204" pitchFamily="34" charset="0"/>
                  <a:cs typeface="Open Sans" panose="020B0606030504020204" pitchFamily="34" charset="0"/>
                </a:rPr>
                <a:t> </a:t>
              </a:r>
              <a:r>
                <a:rPr sz="2000" b="1" dirty="0" err="1">
                  <a:solidFill>
                    <a:srgbClr val="32444A"/>
                  </a:solidFill>
                  <a:latin typeface="Open Sans" panose="020B0606030504020204" pitchFamily="34" charset="0"/>
                  <a:ea typeface="Open Sans" panose="020B0606030504020204" pitchFamily="34" charset="0"/>
                  <a:cs typeface="Open Sans" panose="020B0606030504020204" pitchFamily="34" charset="0"/>
                </a:rPr>
                <a:t>Depthwise</a:t>
              </a:r>
              <a:endParaRPr sz="2000" b="1" dirty="0">
                <a:solidFill>
                  <a:srgbClr val="32444A"/>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extBox 14">
              <a:extLst>
                <a:ext uri="{FF2B5EF4-FFF2-40B4-BE49-F238E27FC236}">
                  <a16:creationId xmlns:a16="http://schemas.microsoft.com/office/drawing/2014/main" id="{5FADA94F-9B51-4141-FC15-C9C5EF178CAA}"/>
                </a:ext>
              </a:extLst>
            </p:cNvPr>
            <p:cNvSpPr txBox="1"/>
            <p:nvPr/>
          </p:nvSpPr>
          <p:spPr>
            <a:xfrm>
              <a:off x="2491235" y="3218114"/>
              <a:ext cx="2901435" cy="260857"/>
            </a:xfrm>
            <a:prstGeom prst="rect">
              <a:avLst/>
            </a:prstGeom>
            <a:noFill/>
            <a:ln>
              <a:noFill/>
            </a:ln>
          </p:spPr>
          <p:txBody>
            <a:bodyPr wrap="square" lIns="0" tIns="0" rIns="0" bIns="0" anchor="t">
              <a:spAutoFit/>
            </a:bodyPr>
            <a:lstStyle/>
            <a:p>
              <a:pPr algn="l"/>
              <a:r>
                <a:rPr lang="es-ES" sz="1400" b="0" dirty="0">
                  <a:solidFill>
                    <a:srgbClr val="32444A"/>
                  </a:solidFill>
                  <a:latin typeface="Open Sans" panose="020B0606030504020204" pitchFamily="34" charset="0"/>
                  <a:ea typeface="Open Sans" panose="020B0606030504020204" pitchFamily="34" charset="0"/>
                  <a:cs typeface="Open Sans" panose="020B0606030504020204" pitchFamily="34" charset="0"/>
                </a:rPr>
                <a:t>Aplica un filtro espacial 2D (por ejemplo, 3x3) por separado a cada canal de entrada.</a:t>
              </a:r>
            </a:p>
          </p:txBody>
        </p:sp>
        <p:sp>
          <p:nvSpPr>
            <p:cNvPr id="16" name="TextBox 15">
              <a:extLst>
                <a:ext uri="{FF2B5EF4-FFF2-40B4-BE49-F238E27FC236}">
                  <a16:creationId xmlns:a16="http://schemas.microsoft.com/office/drawing/2014/main" id="{E6FECEAE-2AC7-DC4F-FB50-C6540D5F3D8E}"/>
                </a:ext>
              </a:extLst>
            </p:cNvPr>
            <p:cNvSpPr txBox="1"/>
            <p:nvPr/>
          </p:nvSpPr>
          <p:spPr>
            <a:xfrm>
              <a:off x="2491235" y="3878247"/>
              <a:ext cx="2901435" cy="307777"/>
            </a:xfrm>
            <a:prstGeom prst="rect">
              <a:avLst/>
            </a:prstGeom>
            <a:noFill/>
            <a:ln>
              <a:noFill/>
            </a:ln>
          </p:spPr>
          <p:txBody>
            <a:bodyPr wrap="none" lIns="0" tIns="0" rIns="0" bIns="0" anchor="t">
              <a:spAutoFit/>
            </a:bodyPr>
            <a:lstStyle/>
            <a:p>
              <a:pPr algn="l"/>
              <a:r>
                <a:rPr sz="2000" b="1" dirty="0" err="1">
                  <a:solidFill>
                    <a:srgbClr val="374840"/>
                  </a:solidFill>
                  <a:latin typeface="Open Sans" panose="020B0606030504020204" pitchFamily="34" charset="0"/>
                  <a:ea typeface="Open Sans" panose="020B0606030504020204" pitchFamily="34" charset="0"/>
                  <a:cs typeface="Open Sans" panose="020B0606030504020204" pitchFamily="34" charset="0"/>
                </a:rPr>
                <a:t>Convolución</a:t>
              </a:r>
              <a:r>
                <a:rPr sz="2000" b="1" dirty="0">
                  <a:solidFill>
                    <a:srgbClr val="374840"/>
                  </a:solidFill>
                  <a:latin typeface="Open Sans" panose="020B0606030504020204" pitchFamily="34" charset="0"/>
                  <a:ea typeface="Open Sans" panose="020B0606030504020204" pitchFamily="34" charset="0"/>
                  <a:cs typeface="Open Sans" panose="020B0606030504020204" pitchFamily="34" charset="0"/>
                </a:rPr>
                <a:t> Pointwise</a:t>
              </a:r>
            </a:p>
          </p:txBody>
        </p:sp>
        <p:sp>
          <p:nvSpPr>
            <p:cNvPr id="17" name="TextBox 16">
              <a:extLst>
                <a:ext uri="{FF2B5EF4-FFF2-40B4-BE49-F238E27FC236}">
                  <a16:creationId xmlns:a16="http://schemas.microsoft.com/office/drawing/2014/main" id="{D12CFD25-0F09-FCBE-19DD-EAF6C5D1D4D6}"/>
                </a:ext>
              </a:extLst>
            </p:cNvPr>
            <p:cNvSpPr txBox="1"/>
            <p:nvPr/>
          </p:nvSpPr>
          <p:spPr>
            <a:xfrm>
              <a:off x="2491235" y="4132441"/>
              <a:ext cx="2901435" cy="260857"/>
            </a:xfrm>
            <a:prstGeom prst="rect">
              <a:avLst/>
            </a:prstGeom>
            <a:noFill/>
            <a:ln>
              <a:noFill/>
            </a:ln>
          </p:spPr>
          <p:txBody>
            <a:bodyPr wrap="square" lIns="0" tIns="0" rIns="0" bIns="0" anchor="t">
              <a:spAutoFit/>
            </a:bodyPr>
            <a:lstStyle/>
            <a:p>
              <a:pPr algn="l"/>
              <a:r>
                <a:rPr lang="es-ES" sz="1400" b="0" dirty="0">
                  <a:solidFill>
                    <a:srgbClr val="374840"/>
                  </a:solidFill>
                  <a:latin typeface="Open Sans" panose="020B0606030504020204" pitchFamily="34" charset="0"/>
                  <a:ea typeface="Open Sans" panose="020B0606030504020204" pitchFamily="34" charset="0"/>
                  <a:cs typeface="Open Sans" panose="020B0606030504020204" pitchFamily="34" charset="0"/>
                </a:rPr>
                <a:t>Aplica una convolución 1x1 para combinar las salidas generadas por la etapa anterior a través de los canales.</a:t>
              </a:r>
            </a:p>
          </p:txBody>
        </p:sp>
      </p:grpSp>
      <p:sp>
        <p:nvSpPr>
          <p:cNvPr id="31" name="TextBox 30">
            <a:extLst>
              <a:ext uri="{FF2B5EF4-FFF2-40B4-BE49-F238E27FC236}">
                <a16:creationId xmlns:a16="http://schemas.microsoft.com/office/drawing/2014/main" id="{611FF3C1-8A90-67A3-6C24-7AE082D15AAA}"/>
              </a:ext>
            </a:extLst>
          </p:cNvPr>
          <p:cNvSpPr txBox="1"/>
          <p:nvPr/>
        </p:nvSpPr>
        <p:spPr>
          <a:xfrm>
            <a:off x="8712848" y="4395434"/>
            <a:ext cx="3225152" cy="2308324"/>
          </a:xfrm>
          <a:prstGeom prst="rect">
            <a:avLst/>
          </a:prstGeom>
          <a:noFill/>
        </p:spPr>
        <p:txBody>
          <a:bodyPr wrap="square">
            <a:spAutoFit/>
          </a:bodyPr>
          <a:lstStyle/>
          <a:p>
            <a:r>
              <a:rPr lang="es-ES" dirty="0"/>
              <a:t>Este enfoque permite una </a:t>
            </a:r>
            <a:r>
              <a:rPr lang="es-ES" b="1" dirty="0"/>
              <a:t>reducción significativa en el número de parámetros</a:t>
            </a:r>
            <a:r>
              <a:rPr lang="es-ES" dirty="0"/>
              <a:t> y operaciones, manteniendo — e incluso mejorando — la capacidad del modelo para aprender características discriminativas.</a:t>
            </a:r>
            <a:endParaRPr lang="en-US" dirty="0"/>
          </a:p>
        </p:txBody>
      </p:sp>
    </p:spTree>
    <p:extLst>
      <p:ext uri="{BB962C8B-B14F-4D97-AF65-F5344CB8AC3E}">
        <p14:creationId xmlns:p14="http://schemas.microsoft.com/office/powerpoint/2010/main" val="41828362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2A213-2529-82CE-20BB-8823C040927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CA6D6B3-4774-3A1C-E090-F3D4E5BDBC25}"/>
              </a:ext>
            </a:extLst>
          </p:cNvPr>
          <p:cNvSpPr>
            <a:spLocks noGrp="1"/>
          </p:cNvSpPr>
          <p:nvPr>
            <p:ph type="body" sz="quarter" idx="18"/>
          </p:nvPr>
        </p:nvSpPr>
        <p:spPr>
          <a:xfrm>
            <a:off x="2106504" y="444789"/>
            <a:ext cx="5662352" cy="391824"/>
          </a:xfrm>
        </p:spPr>
        <p:txBody>
          <a:bodyPr/>
          <a:lstStyle/>
          <a:p>
            <a:r>
              <a:rPr lang="es-ES" dirty="0" err="1"/>
              <a:t>Depthwise</a:t>
            </a:r>
            <a:r>
              <a:rPr lang="es-ES" dirty="0"/>
              <a:t> separable </a:t>
            </a:r>
            <a:r>
              <a:rPr lang="es-ES" dirty="0" err="1"/>
              <a:t>convolutions</a:t>
            </a:r>
            <a:endParaRPr lang="en-US" dirty="0"/>
          </a:p>
        </p:txBody>
      </p:sp>
      <p:sp>
        <p:nvSpPr>
          <p:cNvPr id="12" name="TextBox 11">
            <a:extLst>
              <a:ext uri="{FF2B5EF4-FFF2-40B4-BE49-F238E27FC236}">
                <a16:creationId xmlns:a16="http://schemas.microsoft.com/office/drawing/2014/main" id="{8273624F-CC0F-12FF-553B-6F806E6D687D}"/>
              </a:ext>
            </a:extLst>
          </p:cNvPr>
          <p:cNvSpPr txBox="1"/>
          <p:nvPr/>
        </p:nvSpPr>
        <p:spPr>
          <a:xfrm>
            <a:off x="207333" y="1140863"/>
            <a:ext cx="11545187" cy="646331"/>
          </a:xfrm>
          <a:prstGeom prst="rect">
            <a:avLst/>
          </a:prstGeom>
          <a:noFill/>
        </p:spPr>
        <p:txBody>
          <a:bodyPr wrap="square">
            <a:spAutoFit/>
          </a:bodyPr>
          <a:lstStyle/>
          <a:p>
            <a:pPr algn="just"/>
            <a:r>
              <a:rPr lang="en-US" dirty="0" err="1"/>
              <a:t>Depthwise</a:t>
            </a:r>
            <a:r>
              <a:rPr lang="en-US" dirty="0"/>
              <a:t> Separable Convolutions </a:t>
            </a:r>
            <a:r>
              <a:rPr lang="es-ES" dirty="0"/>
              <a:t>son </a:t>
            </a:r>
            <a:r>
              <a:rPr lang="es-ES" b="1" dirty="0"/>
              <a:t>alternativas a las convoluciones clásicas </a:t>
            </a:r>
            <a:r>
              <a:rPr lang="es-ES" dirty="0"/>
              <a:t>que se supone que son mucho más eficientes en términos de tiempo de cálculo.</a:t>
            </a:r>
            <a:endParaRPr lang="en-US" dirty="0"/>
          </a:p>
        </p:txBody>
      </p:sp>
      <p:pic>
        <p:nvPicPr>
          <p:cNvPr id="30" name="Picture 29">
            <a:extLst>
              <a:ext uri="{FF2B5EF4-FFF2-40B4-BE49-F238E27FC236}">
                <a16:creationId xmlns:a16="http://schemas.microsoft.com/office/drawing/2014/main" id="{4F928209-98AE-6902-916F-3D487F63FFDB}"/>
              </a:ext>
            </a:extLst>
          </p:cNvPr>
          <p:cNvPicPr>
            <a:picLocks noChangeAspect="1"/>
          </p:cNvPicPr>
          <p:nvPr/>
        </p:nvPicPr>
        <p:blipFill>
          <a:blip r:embed="rId3"/>
          <a:stretch>
            <a:fillRect/>
          </a:stretch>
        </p:blipFill>
        <p:spPr>
          <a:xfrm>
            <a:off x="643150" y="1850284"/>
            <a:ext cx="4144348" cy="4695830"/>
          </a:xfrm>
          <a:prstGeom prst="rect">
            <a:avLst/>
          </a:prstGeom>
        </p:spPr>
      </p:pic>
      <p:pic>
        <p:nvPicPr>
          <p:cNvPr id="33" name="Picture 32">
            <a:extLst>
              <a:ext uri="{FF2B5EF4-FFF2-40B4-BE49-F238E27FC236}">
                <a16:creationId xmlns:a16="http://schemas.microsoft.com/office/drawing/2014/main" id="{A9FBC820-1553-D7D1-8903-9EEAA895A4DA}"/>
              </a:ext>
            </a:extLst>
          </p:cNvPr>
          <p:cNvPicPr>
            <a:picLocks noChangeAspect="1"/>
          </p:cNvPicPr>
          <p:nvPr/>
        </p:nvPicPr>
        <p:blipFill>
          <a:blip r:embed="rId4"/>
          <a:stretch>
            <a:fillRect/>
          </a:stretch>
        </p:blipFill>
        <p:spPr>
          <a:xfrm>
            <a:off x="7182095" y="2255222"/>
            <a:ext cx="4237881" cy="4039811"/>
          </a:xfrm>
          <a:prstGeom prst="rect">
            <a:avLst/>
          </a:prstGeom>
        </p:spPr>
      </p:pic>
      <p:sp>
        <p:nvSpPr>
          <p:cNvPr id="38" name="Oval 37">
            <a:extLst>
              <a:ext uri="{FF2B5EF4-FFF2-40B4-BE49-F238E27FC236}">
                <a16:creationId xmlns:a16="http://schemas.microsoft.com/office/drawing/2014/main" id="{24855E85-2660-F28F-D648-04E782D42D9B}"/>
              </a:ext>
            </a:extLst>
          </p:cNvPr>
          <p:cNvSpPr/>
          <p:nvPr/>
        </p:nvSpPr>
        <p:spPr>
          <a:xfrm>
            <a:off x="7044267" y="2587259"/>
            <a:ext cx="72000" cy="7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319C55B4-C039-EE15-3F91-FCD7E6DB29DA}"/>
              </a:ext>
            </a:extLst>
          </p:cNvPr>
          <p:cNvSpPr/>
          <p:nvPr/>
        </p:nvSpPr>
        <p:spPr>
          <a:xfrm>
            <a:off x="4487333" y="6037425"/>
            <a:ext cx="72000" cy="7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Connector: Elbow 40">
            <a:extLst>
              <a:ext uri="{FF2B5EF4-FFF2-40B4-BE49-F238E27FC236}">
                <a16:creationId xmlns:a16="http://schemas.microsoft.com/office/drawing/2014/main" id="{AAC8B073-687F-2073-5B34-A0A354A6F967}"/>
              </a:ext>
            </a:extLst>
          </p:cNvPr>
          <p:cNvCxnSpPr>
            <a:stCxn id="39" idx="6"/>
            <a:endCxn id="38" idx="2"/>
          </p:cNvCxnSpPr>
          <p:nvPr/>
        </p:nvCxnSpPr>
        <p:spPr>
          <a:xfrm flipV="1">
            <a:off x="4559333" y="2623259"/>
            <a:ext cx="2484934" cy="3450166"/>
          </a:xfrm>
          <a:prstGeom prst="bentConnector3">
            <a:avLst/>
          </a:prstGeom>
          <a:ln w="38100">
            <a:prstDash val="sysDot"/>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6D7FC3C-A008-5FBC-1440-655E48144A9C}"/>
              </a:ext>
            </a:extLst>
          </p:cNvPr>
          <p:cNvSpPr txBox="1"/>
          <p:nvPr/>
        </p:nvSpPr>
        <p:spPr>
          <a:xfrm>
            <a:off x="5418364" y="6446290"/>
            <a:ext cx="7128055" cy="400110"/>
          </a:xfrm>
          <a:prstGeom prst="rect">
            <a:avLst/>
          </a:prstGeom>
          <a:noFill/>
        </p:spPr>
        <p:txBody>
          <a:bodyPr wrap="square" rtlCol="0">
            <a:spAutoFit/>
          </a:bodyPr>
          <a:lstStyle/>
          <a:p>
            <a:r>
              <a:rPr lang="en-US" sz="1000" dirty="0"/>
              <a:t>Arjun Sarkar, </a:t>
            </a:r>
            <a:r>
              <a:rPr lang="en-US" sz="1000" dirty="0">
                <a:hlinkClick r:id="rId5"/>
              </a:rPr>
              <a:t>Understanding </a:t>
            </a:r>
            <a:r>
              <a:rPr lang="en-US" sz="1000" dirty="0" err="1">
                <a:hlinkClick r:id="rId5"/>
              </a:rPr>
              <a:t>Depthwise</a:t>
            </a:r>
            <a:r>
              <a:rPr lang="en-US" sz="1000" dirty="0">
                <a:hlinkClick r:id="rId5"/>
              </a:rPr>
              <a:t> Separable Convolutions and the efficiency of </a:t>
            </a:r>
            <a:r>
              <a:rPr lang="en-US" sz="1000" dirty="0" err="1">
                <a:hlinkClick r:id="rId5"/>
              </a:rPr>
              <a:t>MobileNets</a:t>
            </a:r>
            <a:r>
              <a:rPr lang="en-US" sz="1000" dirty="0"/>
              <a:t>, Medium </a:t>
            </a:r>
          </a:p>
          <a:p>
            <a:r>
              <a:rPr lang="en-US" sz="1000" dirty="0"/>
              <a:t>[</a:t>
            </a:r>
            <a:r>
              <a:rPr lang="en-US" sz="1000" dirty="0" err="1"/>
              <a:t>Accesado</a:t>
            </a:r>
            <a:r>
              <a:rPr lang="en-US" sz="1000" dirty="0"/>
              <a:t>: 25.06.2025]</a:t>
            </a:r>
          </a:p>
        </p:txBody>
      </p:sp>
    </p:spTree>
    <p:extLst>
      <p:ext uri="{BB962C8B-B14F-4D97-AF65-F5344CB8AC3E}">
        <p14:creationId xmlns:p14="http://schemas.microsoft.com/office/powerpoint/2010/main" val="17154650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66671-D8B0-EF2D-A91E-2F00E0093DC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08DDA87-BBA4-049A-B28F-B26FEFAAC33E}"/>
              </a:ext>
            </a:extLst>
          </p:cNvPr>
          <p:cNvSpPr>
            <a:spLocks noGrp="1"/>
          </p:cNvSpPr>
          <p:nvPr>
            <p:ph type="body" sz="quarter" idx="18"/>
          </p:nvPr>
        </p:nvSpPr>
        <p:spPr>
          <a:xfrm>
            <a:off x="2106504" y="444789"/>
            <a:ext cx="5662352" cy="391824"/>
          </a:xfrm>
        </p:spPr>
        <p:txBody>
          <a:bodyPr/>
          <a:lstStyle/>
          <a:p>
            <a:r>
              <a:rPr lang="es-ES" dirty="0"/>
              <a:t>Comparación de operaciones</a:t>
            </a:r>
            <a:endParaRPr lang="en-US" dirty="0"/>
          </a:p>
        </p:txBody>
      </p:sp>
      <p:sp>
        <p:nvSpPr>
          <p:cNvPr id="2" name="Cube 1">
            <a:extLst>
              <a:ext uri="{FF2B5EF4-FFF2-40B4-BE49-F238E27FC236}">
                <a16:creationId xmlns:a16="http://schemas.microsoft.com/office/drawing/2014/main" id="{16D103A0-FA1E-1A6C-1D16-4299F0E902C4}"/>
              </a:ext>
            </a:extLst>
          </p:cNvPr>
          <p:cNvSpPr/>
          <p:nvPr/>
        </p:nvSpPr>
        <p:spPr>
          <a:xfrm>
            <a:off x="2370545" y="1938669"/>
            <a:ext cx="847061" cy="843515"/>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be 3">
            <a:extLst>
              <a:ext uri="{FF2B5EF4-FFF2-40B4-BE49-F238E27FC236}">
                <a16:creationId xmlns:a16="http://schemas.microsoft.com/office/drawing/2014/main" id="{1A71695F-F140-9A1F-7037-EEFFED0E189C}"/>
              </a:ext>
            </a:extLst>
          </p:cNvPr>
          <p:cNvSpPr/>
          <p:nvPr/>
        </p:nvSpPr>
        <p:spPr>
          <a:xfrm>
            <a:off x="7768856" y="1229831"/>
            <a:ext cx="1527545" cy="1552353"/>
          </a:xfrm>
          <a:prstGeom prst="cube">
            <a:avLst>
              <a:gd name="adj" fmla="val 59803"/>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DC5AB20-B647-35B6-41E4-9CF25204106E}"/>
              </a:ext>
            </a:extLst>
          </p:cNvPr>
          <p:cNvSpPr txBox="1"/>
          <p:nvPr/>
        </p:nvSpPr>
        <p:spPr>
          <a:xfrm>
            <a:off x="853634" y="1949301"/>
            <a:ext cx="1353879" cy="923330"/>
          </a:xfrm>
          <a:prstGeom prst="rect">
            <a:avLst/>
          </a:prstGeom>
          <a:noFill/>
        </p:spPr>
        <p:txBody>
          <a:bodyPr wrap="square" rtlCol="0">
            <a:spAutoFit/>
          </a:bodyPr>
          <a:lstStyle/>
          <a:p>
            <a:pPr algn="r"/>
            <a:r>
              <a:rPr lang="es-CL" b="1" dirty="0"/>
              <a:t>Tensor de entrada</a:t>
            </a:r>
            <a:r>
              <a:rPr lang="en-US" b="1" dirty="0"/>
              <a:t>:</a:t>
            </a:r>
          </a:p>
          <a:p>
            <a:pPr algn="r"/>
            <a:r>
              <a:rPr lang="en-US" dirty="0"/>
              <a:t>8x8x3</a:t>
            </a:r>
            <a:endParaRPr lang="es-CL" dirty="0"/>
          </a:p>
        </p:txBody>
      </p:sp>
      <p:sp>
        <p:nvSpPr>
          <p:cNvPr id="6" name="TextBox 5">
            <a:extLst>
              <a:ext uri="{FF2B5EF4-FFF2-40B4-BE49-F238E27FC236}">
                <a16:creationId xmlns:a16="http://schemas.microsoft.com/office/drawing/2014/main" id="{D82CC150-9BCA-1E6E-5B19-342003C178B6}"/>
              </a:ext>
            </a:extLst>
          </p:cNvPr>
          <p:cNvSpPr txBox="1"/>
          <p:nvPr/>
        </p:nvSpPr>
        <p:spPr>
          <a:xfrm>
            <a:off x="9448800" y="1858854"/>
            <a:ext cx="1881963" cy="923330"/>
          </a:xfrm>
          <a:prstGeom prst="rect">
            <a:avLst/>
          </a:prstGeom>
          <a:noFill/>
        </p:spPr>
        <p:txBody>
          <a:bodyPr wrap="square" rtlCol="0">
            <a:spAutoFit/>
          </a:bodyPr>
          <a:lstStyle/>
          <a:p>
            <a:r>
              <a:rPr lang="es-CL" b="1" dirty="0"/>
              <a:t>Tensor de salida</a:t>
            </a:r>
            <a:r>
              <a:rPr lang="en-US" b="1" dirty="0"/>
              <a:t>:</a:t>
            </a:r>
          </a:p>
          <a:p>
            <a:r>
              <a:rPr lang="en-US" dirty="0"/>
              <a:t>8x8x256</a:t>
            </a:r>
            <a:endParaRPr lang="es-CL" dirty="0"/>
          </a:p>
        </p:txBody>
      </p:sp>
      <p:sp>
        <p:nvSpPr>
          <p:cNvPr id="7" name="Rectangle: Rounded Corners 6">
            <a:extLst>
              <a:ext uri="{FF2B5EF4-FFF2-40B4-BE49-F238E27FC236}">
                <a16:creationId xmlns:a16="http://schemas.microsoft.com/office/drawing/2014/main" id="{B9B4BFF1-489F-3096-2A85-2786D5138B25}"/>
              </a:ext>
            </a:extLst>
          </p:cNvPr>
          <p:cNvSpPr/>
          <p:nvPr/>
        </p:nvSpPr>
        <p:spPr>
          <a:xfrm>
            <a:off x="4944140" y="1858854"/>
            <a:ext cx="1474381" cy="1013777"/>
          </a:xfrm>
          <a:prstGeom prst="roundRect">
            <a:avLst/>
          </a:prstGeom>
          <a:solidFill>
            <a:srgbClr val="FF0000"/>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b="1" dirty="0" err="1"/>
              <a:t>Kernel</a:t>
            </a:r>
            <a:r>
              <a:rPr lang="es-CL" dirty="0"/>
              <a:t>:</a:t>
            </a:r>
          </a:p>
          <a:p>
            <a:pPr algn="ctr"/>
            <a:r>
              <a:rPr lang="es-CL" dirty="0"/>
              <a:t>5x5</a:t>
            </a:r>
            <a:endParaRPr lang="en-US" dirty="0"/>
          </a:p>
        </p:txBody>
      </p:sp>
      <p:sp>
        <p:nvSpPr>
          <p:cNvPr id="8" name="TextBox 7">
            <a:extLst>
              <a:ext uri="{FF2B5EF4-FFF2-40B4-BE49-F238E27FC236}">
                <a16:creationId xmlns:a16="http://schemas.microsoft.com/office/drawing/2014/main" id="{4A16A0EC-C5C1-4E6C-ADD2-42415A6C2615}"/>
              </a:ext>
            </a:extLst>
          </p:cNvPr>
          <p:cNvSpPr txBox="1"/>
          <p:nvPr/>
        </p:nvSpPr>
        <p:spPr>
          <a:xfrm>
            <a:off x="1149573" y="3429000"/>
            <a:ext cx="3289004" cy="854246"/>
          </a:xfrm>
          <a:prstGeom prst="roundRect">
            <a:avLst>
              <a:gd name="adj" fmla="val 12518"/>
            </a:avLst>
          </a:prstGeom>
          <a:solidFill>
            <a:schemeClr val="accent1">
              <a:lumMod val="60000"/>
              <a:lumOff val="40000"/>
            </a:schemeClr>
          </a:solidFill>
          <a:effectLst>
            <a:outerShdw blurRad="63500" sx="102000" sy="102000" algn="ctr" rotWithShape="0">
              <a:prstClr val="black">
                <a:alpha val="40000"/>
              </a:prstClr>
            </a:outerShdw>
          </a:effectLst>
        </p:spPr>
        <p:txBody>
          <a:bodyPr wrap="square" lIns="108000" tIns="108000" rIns="108000" bIns="108000" rtlCol="0">
            <a:spAutoFit/>
          </a:bodyPr>
          <a:lstStyle/>
          <a:p>
            <a:pPr algn="ctr"/>
            <a:r>
              <a:rPr lang="es-CL" b="1" dirty="0"/>
              <a:t>Convolución 2D tradicional</a:t>
            </a:r>
            <a:endParaRPr lang="en-US" b="1" dirty="0"/>
          </a:p>
        </p:txBody>
      </p:sp>
      <p:sp>
        <p:nvSpPr>
          <p:cNvPr id="9" name="TextBox 8">
            <a:extLst>
              <a:ext uri="{FF2B5EF4-FFF2-40B4-BE49-F238E27FC236}">
                <a16:creationId xmlns:a16="http://schemas.microsoft.com/office/drawing/2014/main" id="{48F22847-4710-E0B8-8E7A-2F4FA13A5D2E}"/>
              </a:ext>
            </a:extLst>
          </p:cNvPr>
          <p:cNvSpPr txBox="1"/>
          <p:nvPr/>
        </p:nvSpPr>
        <p:spPr>
          <a:xfrm>
            <a:off x="7043554" y="3429000"/>
            <a:ext cx="3289004" cy="854246"/>
          </a:xfrm>
          <a:prstGeom prst="roundRect">
            <a:avLst>
              <a:gd name="adj" fmla="val 12518"/>
            </a:avLst>
          </a:prstGeom>
          <a:solidFill>
            <a:srgbClr val="FFC000"/>
          </a:solidFill>
          <a:effectLst>
            <a:outerShdw blurRad="63500" sx="102000" sy="102000" algn="ctr" rotWithShape="0">
              <a:prstClr val="black">
                <a:alpha val="40000"/>
              </a:prstClr>
            </a:outerShdw>
          </a:effectLst>
        </p:spPr>
        <p:txBody>
          <a:bodyPr wrap="square" lIns="108000" tIns="108000" rIns="108000" bIns="108000" rtlCol="0">
            <a:spAutoFit/>
          </a:bodyPr>
          <a:lstStyle/>
          <a:p>
            <a:pPr algn="ctr"/>
            <a:r>
              <a:rPr lang="es-CL" b="1" dirty="0" err="1"/>
              <a:t>Depthwise</a:t>
            </a:r>
            <a:r>
              <a:rPr lang="es-CL" b="1" dirty="0"/>
              <a:t> separable </a:t>
            </a:r>
            <a:r>
              <a:rPr lang="es-CL" b="1" dirty="0" err="1"/>
              <a:t>convolutions</a:t>
            </a:r>
            <a:endParaRPr lang="es-CL" b="1" dirty="0"/>
          </a:p>
        </p:txBody>
      </p:sp>
      <p:sp>
        <p:nvSpPr>
          <p:cNvPr id="10" name="TextBox 9">
            <a:extLst>
              <a:ext uri="{FF2B5EF4-FFF2-40B4-BE49-F238E27FC236}">
                <a16:creationId xmlns:a16="http://schemas.microsoft.com/office/drawing/2014/main" id="{C922C2C5-DEFB-ABC9-15A2-5BBE061D7C97}"/>
              </a:ext>
            </a:extLst>
          </p:cNvPr>
          <p:cNvSpPr txBox="1"/>
          <p:nvPr/>
        </p:nvSpPr>
        <p:spPr>
          <a:xfrm>
            <a:off x="672879" y="4585993"/>
            <a:ext cx="4242391" cy="923330"/>
          </a:xfrm>
          <a:prstGeom prst="rect">
            <a:avLst/>
          </a:prstGeom>
          <a:noFill/>
        </p:spPr>
        <p:txBody>
          <a:bodyPr wrap="square" rtlCol="0">
            <a:spAutoFit/>
          </a:bodyPr>
          <a:lstStyle/>
          <a:p>
            <a:r>
              <a:rPr lang="es-CL" b="1" dirty="0"/>
              <a:t>Total operaciones:</a:t>
            </a:r>
          </a:p>
          <a:p>
            <a:endParaRPr lang="en-US" dirty="0"/>
          </a:p>
          <a:p>
            <a:pPr marL="285750" indent="-285750">
              <a:buFont typeface="Arial" panose="020B0604020202020204" pitchFamily="34" charset="0"/>
              <a:buChar char="•"/>
            </a:pPr>
            <a:r>
              <a:rPr lang="en-US" dirty="0"/>
              <a:t>(8x8) x (5x5x3) x (256) = 1,228,800</a:t>
            </a:r>
          </a:p>
        </p:txBody>
      </p:sp>
      <p:cxnSp>
        <p:nvCxnSpPr>
          <p:cNvPr id="13" name="Straight Connector 12">
            <a:extLst>
              <a:ext uri="{FF2B5EF4-FFF2-40B4-BE49-F238E27FC236}">
                <a16:creationId xmlns:a16="http://schemas.microsoft.com/office/drawing/2014/main" id="{48A4A815-C747-5CD5-E340-436D4A02A8ED}"/>
              </a:ext>
            </a:extLst>
          </p:cNvPr>
          <p:cNvCxnSpPr>
            <a:cxnSpLocks/>
          </p:cNvCxnSpPr>
          <p:nvPr/>
        </p:nvCxnSpPr>
        <p:spPr>
          <a:xfrm>
            <a:off x="5782733" y="3345712"/>
            <a:ext cx="0" cy="3414921"/>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9619CC9-4D28-B627-8B6F-C8CA90F2FB25}"/>
              </a:ext>
            </a:extLst>
          </p:cNvPr>
          <p:cNvSpPr txBox="1"/>
          <p:nvPr/>
        </p:nvSpPr>
        <p:spPr>
          <a:xfrm>
            <a:off x="6313710" y="4585993"/>
            <a:ext cx="4748691" cy="2031325"/>
          </a:xfrm>
          <a:prstGeom prst="rect">
            <a:avLst/>
          </a:prstGeom>
          <a:noFill/>
        </p:spPr>
        <p:txBody>
          <a:bodyPr wrap="square" rtlCol="0">
            <a:spAutoFit/>
          </a:bodyPr>
          <a:lstStyle/>
          <a:p>
            <a:pPr marL="285750" indent="-285750">
              <a:buFont typeface="Arial" panose="020B0604020202020204" pitchFamily="34" charset="0"/>
              <a:buChar char="•"/>
            </a:pPr>
            <a:r>
              <a:rPr lang="en-US" b="1" dirty="0" err="1"/>
              <a:t>Filtrado</a:t>
            </a:r>
            <a:r>
              <a:rPr lang="en-US" dirty="0"/>
              <a:t>:</a:t>
            </a:r>
            <a:br>
              <a:rPr lang="en-US" dirty="0"/>
            </a:br>
            <a:r>
              <a:rPr lang="en-US" dirty="0"/>
              <a:t>(8x8) x (5x5x1) x (3) = 3,800</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err="1"/>
              <a:t>Combinado</a:t>
            </a:r>
            <a:r>
              <a:rPr lang="en-US" b="1" dirty="0"/>
              <a:t>:</a:t>
            </a:r>
            <a:br>
              <a:rPr lang="en-US" b="1" dirty="0"/>
            </a:br>
            <a:r>
              <a:rPr lang="en-US" dirty="0"/>
              <a:t>(8x8) x (1x1x3) x (256) = 49,152</a:t>
            </a:r>
          </a:p>
          <a:p>
            <a:endParaRPr lang="en-US" dirty="0"/>
          </a:p>
          <a:p>
            <a:r>
              <a:rPr lang="en-US" b="1" dirty="0"/>
              <a:t>Total </a:t>
            </a:r>
            <a:r>
              <a:rPr lang="en-US" b="1" dirty="0" err="1"/>
              <a:t>operaciones</a:t>
            </a:r>
            <a:r>
              <a:rPr lang="en-US" dirty="0"/>
              <a:t>: 3,800+49,152 = 53,952</a:t>
            </a:r>
          </a:p>
        </p:txBody>
      </p:sp>
    </p:spTree>
    <p:extLst>
      <p:ext uri="{BB962C8B-B14F-4D97-AF65-F5344CB8AC3E}">
        <p14:creationId xmlns:p14="http://schemas.microsoft.com/office/powerpoint/2010/main" val="29571811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C595C-1A47-F1F7-643E-D84195050A6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CDCEDB1-7597-496F-8467-AE20C3584D24}"/>
              </a:ext>
            </a:extLst>
          </p:cNvPr>
          <p:cNvSpPr>
            <a:spLocks noGrp="1"/>
          </p:cNvSpPr>
          <p:nvPr>
            <p:ph type="body" sz="quarter" idx="18"/>
          </p:nvPr>
        </p:nvSpPr>
        <p:spPr>
          <a:xfrm>
            <a:off x="2106504" y="444789"/>
            <a:ext cx="5662352" cy="391824"/>
          </a:xfrm>
        </p:spPr>
        <p:txBody>
          <a:bodyPr/>
          <a:lstStyle/>
          <a:p>
            <a:r>
              <a:rPr lang="es-ES" dirty="0" err="1"/>
              <a:t>Xception</a:t>
            </a:r>
            <a:r>
              <a:rPr lang="es-ES" dirty="0"/>
              <a:t> - Arquitectura</a:t>
            </a:r>
            <a:endParaRPr lang="en-US" dirty="0"/>
          </a:p>
        </p:txBody>
      </p:sp>
      <p:grpSp>
        <p:nvGrpSpPr>
          <p:cNvPr id="12" name="Group 11">
            <a:extLst>
              <a:ext uri="{FF2B5EF4-FFF2-40B4-BE49-F238E27FC236}">
                <a16:creationId xmlns:a16="http://schemas.microsoft.com/office/drawing/2014/main" id="{BB4D3957-3F8F-022D-0FAE-0A2E6B9C8647}"/>
              </a:ext>
            </a:extLst>
          </p:cNvPr>
          <p:cNvGrpSpPr/>
          <p:nvPr/>
        </p:nvGrpSpPr>
        <p:grpSpPr>
          <a:xfrm>
            <a:off x="1127051" y="1098721"/>
            <a:ext cx="9484242" cy="5666546"/>
            <a:chOff x="1127051" y="1098721"/>
            <a:chExt cx="9484242" cy="5666546"/>
          </a:xfrm>
        </p:grpSpPr>
        <p:pic>
          <p:nvPicPr>
            <p:cNvPr id="10" name="Picture 9">
              <a:extLst>
                <a:ext uri="{FF2B5EF4-FFF2-40B4-BE49-F238E27FC236}">
                  <a16:creationId xmlns:a16="http://schemas.microsoft.com/office/drawing/2014/main" id="{A342D00B-9B96-4CBC-6085-8124CC5A1192}"/>
                </a:ext>
              </a:extLst>
            </p:cNvPr>
            <p:cNvPicPr>
              <a:picLocks noChangeAspect="1"/>
            </p:cNvPicPr>
            <p:nvPr/>
          </p:nvPicPr>
          <p:blipFill>
            <a:blip r:embed="rId3"/>
            <a:stretch>
              <a:fillRect/>
            </a:stretch>
          </p:blipFill>
          <p:spPr>
            <a:xfrm>
              <a:off x="1127051" y="1098721"/>
              <a:ext cx="9484242" cy="5666546"/>
            </a:xfrm>
            <a:prstGeom prst="rect">
              <a:avLst/>
            </a:prstGeom>
          </p:spPr>
        </p:pic>
        <p:cxnSp>
          <p:nvCxnSpPr>
            <p:cNvPr id="14" name="Straight Arrow Connector 13">
              <a:extLst>
                <a:ext uri="{FF2B5EF4-FFF2-40B4-BE49-F238E27FC236}">
                  <a16:creationId xmlns:a16="http://schemas.microsoft.com/office/drawing/2014/main" id="{2569123D-B163-5ED8-5673-B6556EEB7F33}"/>
                </a:ext>
              </a:extLst>
            </p:cNvPr>
            <p:cNvCxnSpPr/>
            <p:nvPr/>
          </p:nvCxnSpPr>
          <p:spPr>
            <a:xfrm>
              <a:off x="9136910" y="1587795"/>
              <a:ext cx="0" cy="318977"/>
            </a:xfrm>
            <a:prstGeom prst="straightConnector1">
              <a:avLst/>
            </a:prstGeom>
            <a:ln w="19050">
              <a:solidFill>
                <a:srgbClr val="06070C"/>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091F3E41-83BE-D5D2-35FC-3C764962CBE5}"/>
                </a:ext>
              </a:extLst>
            </p:cNvPr>
            <p:cNvCxnSpPr/>
            <p:nvPr/>
          </p:nvCxnSpPr>
          <p:spPr>
            <a:xfrm rot="10800000" flipV="1">
              <a:off x="7584558" y="1679943"/>
              <a:ext cx="1552352" cy="630865"/>
            </a:xfrm>
            <a:prstGeom prst="bentConnector3">
              <a:avLst>
                <a:gd name="adj1" fmla="val 100228"/>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 name="Straight Arrow Connector 1">
              <a:extLst>
                <a:ext uri="{FF2B5EF4-FFF2-40B4-BE49-F238E27FC236}">
                  <a16:creationId xmlns:a16="http://schemas.microsoft.com/office/drawing/2014/main" id="{55BC6D26-B6C4-37DB-EFCF-DB5B96AC4B81}"/>
                </a:ext>
              </a:extLst>
            </p:cNvPr>
            <p:cNvCxnSpPr>
              <a:cxnSpLocks/>
            </p:cNvCxnSpPr>
            <p:nvPr/>
          </p:nvCxnSpPr>
          <p:spPr>
            <a:xfrm>
              <a:off x="3395137" y="6493476"/>
              <a:ext cx="0" cy="193302"/>
            </a:xfrm>
            <a:prstGeom prst="straightConnector1">
              <a:avLst/>
            </a:prstGeom>
            <a:ln w="19050">
              <a:solidFill>
                <a:srgbClr val="06070C"/>
              </a:solidFill>
              <a:tailEnd type="triangle"/>
            </a:ln>
          </p:spPr>
          <p:style>
            <a:lnRef idx="1">
              <a:schemeClr val="accent1"/>
            </a:lnRef>
            <a:fillRef idx="0">
              <a:schemeClr val="accent1"/>
            </a:fillRef>
            <a:effectRef idx="0">
              <a:schemeClr val="accent1"/>
            </a:effectRef>
            <a:fontRef idx="minor">
              <a:schemeClr val="tx1"/>
            </a:fontRef>
          </p:style>
        </p:cxnSp>
        <p:cxnSp>
          <p:nvCxnSpPr>
            <p:cNvPr id="5" name="Connector: Elbow 4">
              <a:extLst>
                <a:ext uri="{FF2B5EF4-FFF2-40B4-BE49-F238E27FC236}">
                  <a16:creationId xmlns:a16="http://schemas.microsoft.com/office/drawing/2014/main" id="{AE9AB0CB-1404-4F96-6711-F9ACC5EAC650}"/>
                </a:ext>
              </a:extLst>
            </p:cNvPr>
            <p:cNvCxnSpPr>
              <a:cxnSpLocks/>
            </p:cNvCxnSpPr>
            <p:nvPr/>
          </p:nvCxnSpPr>
          <p:spPr>
            <a:xfrm>
              <a:off x="1760838" y="6091881"/>
              <a:ext cx="1634299" cy="463508"/>
            </a:xfrm>
            <a:prstGeom prst="bentConnector3">
              <a:avLst>
                <a:gd name="adj1" fmla="val 98"/>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900976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5D419-106F-7052-3636-FDD796EBF69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BEC53CA-F680-A340-A7C7-982A786C6BA3}"/>
              </a:ext>
            </a:extLst>
          </p:cNvPr>
          <p:cNvSpPr>
            <a:spLocks noGrp="1"/>
          </p:cNvSpPr>
          <p:nvPr>
            <p:ph type="body" sz="quarter" idx="18"/>
          </p:nvPr>
        </p:nvSpPr>
        <p:spPr>
          <a:xfrm>
            <a:off x="2106504" y="444789"/>
            <a:ext cx="5662352" cy="391824"/>
          </a:xfrm>
        </p:spPr>
        <p:txBody>
          <a:bodyPr/>
          <a:lstStyle/>
          <a:p>
            <a:r>
              <a:rPr lang="es-ES" dirty="0" err="1"/>
              <a:t>Xception</a:t>
            </a:r>
            <a:r>
              <a:rPr lang="es-ES" dirty="0"/>
              <a:t> - Arquitectura</a:t>
            </a:r>
            <a:endParaRPr lang="en-US" dirty="0"/>
          </a:p>
        </p:txBody>
      </p:sp>
      <p:sp>
        <p:nvSpPr>
          <p:cNvPr id="4" name="TextBox 3">
            <a:extLst>
              <a:ext uri="{FF2B5EF4-FFF2-40B4-BE49-F238E27FC236}">
                <a16:creationId xmlns:a16="http://schemas.microsoft.com/office/drawing/2014/main" id="{A4E20FC8-2F09-36E8-03BF-DFBC4D6EE272}"/>
              </a:ext>
            </a:extLst>
          </p:cNvPr>
          <p:cNvSpPr txBox="1"/>
          <p:nvPr/>
        </p:nvSpPr>
        <p:spPr>
          <a:xfrm>
            <a:off x="5217042" y="1724821"/>
            <a:ext cx="6356497" cy="1477328"/>
          </a:xfrm>
          <a:prstGeom prst="rect">
            <a:avLst/>
          </a:prstGeom>
          <a:noFill/>
        </p:spPr>
        <p:txBody>
          <a:bodyPr wrap="square">
            <a:spAutoFit/>
          </a:bodyPr>
          <a:lstStyle/>
          <a:p>
            <a:pPr algn="just"/>
            <a:r>
              <a:rPr lang="en-US" dirty="0"/>
              <a:t>El “</a:t>
            </a:r>
            <a:r>
              <a:rPr lang="en-US" b="1" dirty="0"/>
              <a:t>Entry Flow</a:t>
            </a:r>
            <a:r>
              <a:rPr lang="en-US" dirty="0"/>
              <a:t>” se </a:t>
            </a:r>
            <a:r>
              <a:rPr lang="en-US" dirty="0" err="1"/>
              <a:t>encarga</a:t>
            </a:r>
            <a:r>
              <a:rPr lang="en-US" dirty="0"/>
              <a:t> de </a:t>
            </a:r>
            <a:r>
              <a:rPr lang="en-US" dirty="0" err="1"/>
              <a:t>reducir</a:t>
            </a:r>
            <a:r>
              <a:rPr lang="en-US" dirty="0"/>
              <a:t> </a:t>
            </a:r>
            <a:r>
              <a:rPr lang="en-US" dirty="0" err="1"/>
              <a:t>el</a:t>
            </a:r>
            <a:r>
              <a:rPr lang="en-US" dirty="0"/>
              <a:t> </a:t>
            </a:r>
            <a:r>
              <a:rPr lang="en-US" dirty="0" err="1"/>
              <a:t>muestreo</a:t>
            </a:r>
            <a:r>
              <a:rPr lang="en-US" dirty="0"/>
              <a:t> de la imagen de entrada al </a:t>
            </a:r>
            <a:r>
              <a:rPr lang="en-US" dirty="0" err="1"/>
              <a:t>tiempo</a:t>
            </a:r>
            <a:r>
              <a:rPr lang="en-US" dirty="0"/>
              <a:t> que </a:t>
            </a:r>
            <a:r>
              <a:rPr lang="en-US" dirty="0" err="1"/>
              <a:t>extrae</a:t>
            </a:r>
            <a:r>
              <a:rPr lang="en-US" dirty="0"/>
              <a:t> las </a:t>
            </a:r>
            <a:r>
              <a:rPr lang="en-US" dirty="0" err="1"/>
              <a:t>características</a:t>
            </a:r>
            <a:r>
              <a:rPr lang="en-US" dirty="0"/>
              <a:t> </a:t>
            </a:r>
            <a:r>
              <a:rPr lang="en-US" dirty="0" err="1"/>
              <a:t>esenciales</a:t>
            </a:r>
            <a:r>
              <a:rPr lang="en-US" dirty="0"/>
              <a:t>. </a:t>
            </a:r>
          </a:p>
          <a:p>
            <a:pPr algn="just"/>
            <a:endParaRPr lang="en-US" dirty="0"/>
          </a:p>
          <a:p>
            <a:pPr algn="just"/>
            <a:r>
              <a:rPr lang="en-US" dirty="0" err="1"/>
              <a:t>Consiste</a:t>
            </a:r>
            <a:r>
              <a:rPr lang="en-US" dirty="0"/>
              <a:t> de </a:t>
            </a:r>
            <a:r>
              <a:rPr lang="en-US" dirty="0" err="1"/>
              <a:t>los</a:t>
            </a:r>
            <a:r>
              <a:rPr lang="en-US" dirty="0"/>
              <a:t> </a:t>
            </a:r>
            <a:r>
              <a:rPr lang="en-US" dirty="0" err="1"/>
              <a:t>siguientes</a:t>
            </a:r>
            <a:r>
              <a:rPr lang="en-US" dirty="0"/>
              <a:t> pasos:</a:t>
            </a:r>
          </a:p>
        </p:txBody>
      </p:sp>
      <p:sp>
        <p:nvSpPr>
          <p:cNvPr id="6" name="TextBox 5">
            <a:extLst>
              <a:ext uri="{FF2B5EF4-FFF2-40B4-BE49-F238E27FC236}">
                <a16:creationId xmlns:a16="http://schemas.microsoft.com/office/drawing/2014/main" id="{8FBA7215-0D08-1253-84C7-58FE939EDA1A}"/>
              </a:ext>
            </a:extLst>
          </p:cNvPr>
          <p:cNvSpPr txBox="1"/>
          <p:nvPr/>
        </p:nvSpPr>
        <p:spPr>
          <a:xfrm>
            <a:off x="5217042" y="3343133"/>
            <a:ext cx="6356497" cy="2862322"/>
          </a:xfrm>
          <a:prstGeom prst="rect">
            <a:avLst/>
          </a:prstGeom>
          <a:noFill/>
        </p:spPr>
        <p:txBody>
          <a:bodyPr wrap="square">
            <a:spAutoFit/>
          </a:bodyPr>
          <a:lstStyle/>
          <a:p>
            <a:pPr marL="285750" indent="-285750" algn="just">
              <a:buFont typeface="Arial" panose="020B0604020202020204" pitchFamily="34" charset="0"/>
              <a:buChar char="•"/>
            </a:pPr>
            <a:r>
              <a:rPr lang="en-US" b="1" dirty="0" err="1"/>
              <a:t>Convolución</a:t>
            </a:r>
            <a:r>
              <a:rPr lang="en-US" b="1" dirty="0"/>
              <a:t> </a:t>
            </a:r>
            <a:r>
              <a:rPr lang="en-US" b="1" dirty="0" err="1"/>
              <a:t>inicial</a:t>
            </a:r>
            <a:r>
              <a:rPr lang="en-US" dirty="0"/>
              <a:t>: La imagen de entrada </a:t>
            </a:r>
            <a:r>
              <a:rPr lang="en-US" dirty="0" err="1"/>
              <a:t>pasa</a:t>
            </a:r>
            <a:r>
              <a:rPr lang="en-US" dirty="0"/>
              <a:t> </a:t>
            </a:r>
            <a:r>
              <a:rPr lang="en-US" dirty="0" err="1"/>
              <a:t>por</a:t>
            </a:r>
            <a:r>
              <a:rPr lang="en-US" dirty="0"/>
              <a:t> </a:t>
            </a:r>
            <a:r>
              <a:rPr lang="en-US" dirty="0" err="1"/>
              <a:t>una</a:t>
            </a:r>
            <a:r>
              <a:rPr lang="en-US" dirty="0"/>
              <a:t> </a:t>
            </a:r>
            <a:r>
              <a:rPr lang="en-US" dirty="0" err="1">
                <a:solidFill>
                  <a:srgbClr val="FF0000"/>
                </a:solidFill>
              </a:rPr>
              <a:t>capa</a:t>
            </a:r>
            <a:r>
              <a:rPr lang="en-US" dirty="0">
                <a:solidFill>
                  <a:srgbClr val="FF0000"/>
                </a:solidFill>
              </a:rPr>
              <a:t> </a:t>
            </a:r>
            <a:r>
              <a:rPr lang="en-US" dirty="0" err="1">
                <a:solidFill>
                  <a:srgbClr val="FF0000"/>
                </a:solidFill>
              </a:rPr>
              <a:t>convolucional</a:t>
            </a:r>
            <a:r>
              <a:rPr lang="en-US" dirty="0">
                <a:solidFill>
                  <a:srgbClr val="FF0000"/>
                </a:solidFill>
              </a:rPr>
              <a:t> </a:t>
            </a:r>
            <a:r>
              <a:rPr lang="en-US" dirty="0" err="1">
                <a:solidFill>
                  <a:srgbClr val="FF0000"/>
                </a:solidFill>
              </a:rPr>
              <a:t>tradicional</a:t>
            </a:r>
            <a:r>
              <a:rPr lang="en-US" dirty="0"/>
              <a:t> con 32 </a:t>
            </a:r>
            <a:r>
              <a:rPr lang="en-US" dirty="0" err="1"/>
              <a:t>filtros</a:t>
            </a:r>
            <a:r>
              <a:rPr lang="en-US" dirty="0"/>
              <a:t> de </a:t>
            </a:r>
            <a:r>
              <a:rPr lang="en-US" dirty="0" err="1"/>
              <a:t>tamaño</a:t>
            </a:r>
            <a:r>
              <a:rPr lang="en-US" dirty="0"/>
              <a:t> 3x3, </a:t>
            </a:r>
            <a:r>
              <a:rPr lang="en-US" dirty="0" err="1"/>
              <a:t>seguida</a:t>
            </a:r>
            <a:r>
              <a:rPr lang="en-US" dirty="0"/>
              <a:t> de </a:t>
            </a:r>
            <a:r>
              <a:rPr lang="en-US" dirty="0" err="1"/>
              <a:t>otra</a:t>
            </a:r>
            <a:r>
              <a:rPr lang="en-US" dirty="0"/>
              <a:t> </a:t>
            </a:r>
            <a:r>
              <a:rPr lang="en-US" dirty="0" err="1"/>
              <a:t>capa</a:t>
            </a:r>
            <a:r>
              <a:rPr lang="en-US" dirty="0"/>
              <a:t> </a:t>
            </a:r>
            <a:r>
              <a:rPr lang="en-US" dirty="0" err="1"/>
              <a:t>convolucional</a:t>
            </a:r>
            <a:r>
              <a:rPr lang="en-US" dirty="0"/>
              <a:t> con 64 </a:t>
            </a:r>
            <a:r>
              <a:rPr lang="en-US" dirty="0" err="1"/>
              <a:t>filtros</a:t>
            </a:r>
            <a:r>
              <a:rPr lang="en-US" dirty="0"/>
              <a:t> de </a:t>
            </a:r>
            <a:r>
              <a:rPr lang="en-US" dirty="0" err="1"/>
              <a:t>tamaño</a:t>
            </a:r>
            <a:r>
              <a:rPr lang="en-US" dirty="0"/>
              <a:t> 3x3.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err="1"/>
              <a:t>Bloques</a:t>
            </a:r>
            <a:r>
              <a:rPr lang="en-US" b="1" dirty="0"/>
              <a:t> </a:t>
            </a:r>
            <a:r>
              <a:rPr lang="en-US" b="1" dirty="0" err="1"/>
              <a:t>residuales</a:t>
            </a:r>
            <a:r>
              <a:rPr lang="en-US" dirty="0"/>
              <a:t>: Las </a:t>
            </a:r>
            <a:r>
              <a:rPr lang="en-US" dirty="0" err="1"/>
              <a:t>capas</a:t>
            </a:r>
            <a:r>
              <a:rPr lang="en-US" dirty="0"/>
              <a:t> </a:t>
            </a:r>
            <a:r>
              <a:rPr lang="en-US" dirty="0" err="1"/>
              <a:t>siguientes</a:t>
            </a:r>
            <a:r>
              <a:rPr lang="en-US" dirty="0"/>
              <a:t> </a:t>
            </a:r>
            <a:r>
              <a:rPr lang="en-US" dirty="0" err="1"/>
              <a:t>constan</a:t>
            </a:r>
            <a:r>
              <a:rPr lang="en-US" dirty="0"/>
              <a:t> de </a:t>
            </a:r>
            <a:r>
              <a:rPr lang="en-US" dirty="0" err="1"/>
              <a:t>tres</a:t>
            </a:r>
            <a:r>
              <a:rPr lang="en-US" dirty="0"/>
              <a:t> </a:t>
            </a:r>
            <a:r>
              <a:rPr lang="en-US" dirty="0" err="1"/>
              <a:t>bloques</a:t>
            </a:r>
            <a:r>
              <a:rPr lang="en-US" dirty="0"/>
              <a:t> </a:t>
            </a:r>
            <a:r>
              <a:rPr lang="en-US" dirty="0" err="1"/>
              <a:t>residuales</a:t>
            </a:r>
            <a:r>
              <a:rPr lang="en-US" dirty="0"/>
              <a:t>, </a:t>
            </a:r>
            <a:r>
              <a:rPr lang="en-US" dirty="0" err="1"/>
              <a:t>cada</a:t>
            </a:r>
            <a:r>
              <a:rPr lang="en-US" dirty="0"/>
              <a:t> uno </a:t>
            </a:r>
            <a:r>
              <a:rPr lang="en-US" dirty="0" err="1"/>
              <a:t>contiene</a:t>
            </a:r>
            <a:r>
              <a:rPr lang="en-US" dirty="0"/>
              <a:t> </a:t>
            </a:r>
            <a:r>
              <a:rPr lang="en-US" dirty="0" err="1">
                <a:solidFill>
                  <a:srgbClr val="FF0000"/>
                </a:solidFill>
              </a:rPr>
              <a:t>Depthwise</a:t>
            </a:r>
            <a:r>
              <a:rPr lang="en-US" dirty="0">
                <a:solidFill>
                  <a:srgbClr val="FF0000"/>
                </a:solidFill>
              </a:rPr>
              <a:t> separable convolutions</a:t>
            </a:r>
            <a:r>
              <a:rPr lang="en-US" dirty="0"/>
              <a:t>. El </a:t>
            </a:r>
            <a:r>
              <a:rPr lang="en-US" dirty="0" err="1"/>
              <a:t>número</a:t>
            </a:r>
            <a:r>
              <a:rPr lang="en-US" dirty="0"/>
              <a:t> de </a:t>
            </a:r>
            <a:r>
              <a:rPr lang="en-US" dirty="0" err="1"/>
              <a:t>filtros</a:t>
            </a:r>
            <a:r>
              <a:rPr lang="en-US" dirty="0"/>
              <a:t> </a:t>
            </a:r>
            <a:r>
              <a:rPr lang="en-US" dirty="0" err="1"/>
              <a:t>aumenta</a:t>
            </a:r>
            <a:r>
              <a:rPr lang="en-US" dirty="0"/>
              <a:t> </a:t>
            </a:r>
            <a:r>
              <a:rPr lang="en-US" dirty="0" err="1"/>
              <a:t>progresivamente</a:t>
            </a:r>
            <a:r>
              <a:rPr lang="en-US" dirty="0"/>
              <a:t> (128, 256, 728) para </a:t>
            </a:r>
            <a:r>
              <a:rPr lang="en-US" dirty="0" err="1"/>
              <a:t>captar</a:t>
            </a:r>
            <a:r>
              <a:rPr lang="en-US" dirty="0"/>
              <a:t> </a:t>
            </a:r>
            <a:r>
              <a:rPr lang="en-US" dirty="0" err="1"/>
              <a:t>características</a:t>
            </a:r>
            <a:r>
              <a:rPr lang="en-US" dirty="0"/>
              <a:t> </a:t>
            </a:r>
            <a:r>
              <a:rPr lang="en-US" dirty="0" err="1"/>
              <a:t>más</a:t>
            </a:r>
            <a:r>
              <a:rPr lang="en-US" dirty="0"/>
              <a:t> </a:t>
            </a:r>
            <a:r>
              <a:rPr lang="en-US" dirty="0" err="1"/>
              <a:t>complejas</a:t>
            </a:r>
            <a:r>
              <a:rPr lang="en-US" dirty="0"/>
              <a:t>.</a:t>
            </a:r>
          </a:p>
        </p:txBody>
      </p:sp>
      <p:grpSp>
        <p:nvGrpSpPr>
          <p:cNvPr id="7" name="Group 6">
            <a:extLst>
              <a:ext uri="{FF2B5EF4-FFF2-40B4-BE49-F238E27FC236}">
                <a16:creationId xmlns:a16="http://schemas.microsoft.com/office/drawing/2014/main" id="{75F7EB6D-041C-3592-5550-EE0AAEAB866B}"/>
              </a:ext>
            </a:extLst>
          </p:cNvPr>
          <p:cNvGrpSpPr/>
          <p:nvPr/>
        </p:nvGrpSpPr>
        <p:grpSpPr>
          <a:xfrm>
            <a:off x="779721" y="1084544"/>
            <a:ext cx="3622158" cy="5666546"/>
            <a:chOff x="779721" y="1084544"/>
            <a:chExt cx="3622158" cy="5666546"/>
          </a:xfrm>
        </p:grpSpPr>
        <p:pic>
          <p:nvPicPr>
            <p:cNvPr id="10" name="Picture 9">
              <a:extLst>
                <a:ext uri="{FF2B5EF4-FFF2-40B4-BE49-F238E27FC236}">
                  <a16:creationId xmlns:a16="http://schemas.microsoft.com/office/drawing/2014/main" id="{532A84F8-A151-0D0A-32F2-6F78B25A65BB}"/>
                </a:ext>
              </a:extLst>
            </p:cNvPr>
            <p:cNvPicPr>
              <a:picLocks noChangeAspect="1"/>
            </p:cNvPicPr>
            <p:nvPr/>
          </p:nvPicPr>
          <p:blipFill>
            <a:blip r:embed="rId3"/>
            <a:srcRect r="61809"/>
            <a:stretch>
              <a:fillRect/>
            </a:stretch>
          </p:blipFill>
          <p:spPr>
            <a:xfrm>
              <a:off x="779721" y="1084544"/>
              <a:ext cx="3622158" cy="5666546"/>
            </a:xfrm>
            <a:prstGeom prst="rect">
              <a:avLst/>
            </a:prstGeom>
          </p:spPr>
        </p:pic>
        <p:cxnSp>
          <p:nvCxnSpPr>
            <p:cNvPr id="2" name="Straight Arrow Connector 1">
              <a:extLst>
                <a:ext uri="{FF2B5EF4-FFF2-40B4-BE49-F238E27FC236}">
                  <a16:creationId xmlns:a16="http://schemas.microsoft.com/office/drawing/2014/main" id="{CDDA4D64-039A-FA71-55B8-EE9E78B27FD3}"/>
                </a:ext>
              </a:extLst>
            </p:cNvPr>
            <p:cNvCxnSpPr>
              <a:cxnSpLocks/>
            </p:cNvCxnSpPr>
            <p:nvPr/>
          </p:nvCxnSpPr>
          <p:spPr>
            <a:xfrm>
              <a:off x="3049147" y="6481120"/>
              <a:ext cx="0" cy="193302"/>
            </a:xfrm>
            <a:prstGeom prst="straightConnector1">
              <a:avLst/>
            </a:prstGeom>
            <a:ln w="19050">
              <a:solidFill>
                <a:srgbClr val="06070C"/>
              </a:solidFill>
              <a:tailEnd type="triangle"/>
            </a:ln>
          </p:spPr>
          <p:style>
            <a:lnRef idx="1">
              <a:schemeClr val="accent1"/>
            </a:lnRef>
            <a:fillRef idx="0">
              <a:schemeClr val="accent1"/>
            </a:fillRef>
            <a:effectRef idx="0">
              <a:schemeClr val="accent1"/>
            </a:effectRef>
            <a:fontRef idx="minor">
              <a:schemeClr val="tx1"/>
            </a:fontRef>
          </p:style>
        </p:cxnSp>
        <p:cxnSp>
          <p:nvCxnSpPr>
            <p:cNvPr id="5" name="Connector: Elbow 4">
              <a:extLst>
                <a:ext uri="{FF2B5EF4-FFF2-40B4-BE49-F238E27FC236}">
                  <a16:creationId xmlns:a16="http://schemas.microsoft.com/office/drawing/2014/main" id="{EC1242BC-2A6A-404A-5643-2B6A4E64A7AE}"/>
                </a:ext>
              </a:extLst>
            </p:cNvPr>
            <p:cNvCxnSpPr>
              <a:cxnSpLocks/>
            </p:cNvCxnSpPr>
            <p:nvPr/>
          </p:nvCxnSpPr>
          <p:spPr>
            <a:xfrm>
              <a:off x="1414848" y="6079525"/>
              <a:ext cx="1634299" cy="463508"/>
            </a:xfrm>
            <a:prstGeom prst="bentConnector3">
              <a:avLst>
                <a:gd name="adj1" fmla="val 98"/>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726013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BD7D7-C371-D0DA-63E3-0F6526F1CF6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E830BE7-E0B1-896B-C73C-5C47CB69D1AA}"/>
              </a:ext>
            </a:extLst>
          </p:cNvPr>
          <p:cNvSpPr>
            <a:spLocks noGrp="1"/>
          </p:cNvSpPr>
          <p:nvPr>
            <p:ph type="body" sz="quarter" idx="18"/>
          </p:nvPr>
        </p:nvSpPr>
        <p:spPr>
          <a:xfrm>
            <a:off x="2106504" y="444789"/>
            <a:ext cx="5662352" cy="391824"/>
          </a:xfrm>
        </p:spPr>
        <p:txBody>
          <a:bodyPr/>
          <a:lstStyle/>
          <a:p>
            <a:r>
              <a:rPr lang="es-ES" dirty="0" err="1"/>
              <a:t>Xception</a:t>
            </a:r>
            <a:r>
              <a:rPr lang="es-ES" dirty="0"/>
              <a:t> - Arquitectura</a:t>
            </a:r>
            <a:endParaRPr lang="en-US" dirty="0"/>
          </a:p>
        </p:txBody>
      </p:sp>
      <p:pic>
        <p:nvPicPr>
          <p:cNvPr id="10" name="Picture 9">
            <a:extLst>
              <a:ext uri="{FF2B5EF4-FFF2-40B4-BE49-F238E27FC236}">
                <a16:creationId xmlns:a16="http://schemas.microsoft.com/office/drawing/2014/main" id="{E3A62EC3-DB17-B412-FEF4-8CD506244B5F}"/>
              </a:ext>
            </a:extLst>
          </p:cNvPr>
          <p:cNvPicPr>
            <a:picLocks noChangeAspect="1"/>
          </p:cNvPicPr>
          <p:nvPr/>
        </p:nvPicPr>
        <p:blipFill>
          <a:blip r:embed="rId3"/>
          <a:srcRect l="37668" r="37593"/>
          <a:stretch>
            <a:fillRect/>
          </a:stretch>
        </p:blipFill>
        <p:spPr>
          <a:xfrm>
            <a:off x="1301972" y="1049102"/>
            <a:ext cx="2346251" cy="5666546"/>
          </a:xfrm>
          <a:prstGeom prst="rect">
            <a:avLst/>
          </a:prstGeom>
        </p:spPr>
      </p:pic>
      <p:sp>
        <p:nvSpPr>
          <p:cNvPr id="4" name="TextBox 3">
            <a:extLst>
              <a:ext uri="{FF2B5EF4-FFF2-40B4-BE49-F238E27FC236}">
                <a16:creationId xmlns:a16="http://schemas.microsoft.com/office/drawing/2014/main" id="{4BA932EE-1C7A-DFC7-2736-64987C8E63D3}"/>
              </a:ext>
            </a:extLst>
          </p:cNvPr>
          <p:cNvSpPr txBox="1"/>
          <p:nvPr/>
        </p:nvSpPr>
        <p:spPr>
          <a:xfrm>
            <a:off x="5061098" y="1721945"/>
            <a:ext cx="6237768" cy="2308324"/>
          </a:xfrm>
          <a:prstGeom prst="rect">
            <a:avLst/>
          </a:prstGeom>
          <a:noFill/>
        </p:spPr>
        <p:txBody>
          <a:bodyPr wrap="square" rtlCol="0">
            <a:spAutoFit/>
          </a:bodyPr>
          <a:lstStyle/>
          <a:p>
            <a:pPr algn="just"/>
            <a:r>
              <a:rPr lang="es-ES" dirty="0"/>
              <a:t>El “</a:t>
            </a:r>
            <a:r>
              <a:rPr lang="es-ES" b="1" dirty="0" err="1"/>
              <a:t>Middle</a:t>
            </a:r>
            <a:r>
              <a:rPr lang="es-ES" b="1" dirty="0"/>
              <a:t> </a:t>
            </a:r>
            <a:r>
              <a:rPr lang="es-ES" b="1" dirty="0" err="1"/>
              <a:t>flow</a:t>
            </a:r>
            <a:r>
              <a:rPr lang="es-ES" dirty="0"/>
              <a:t>” es el núcleo de la arquitectura </a:t>
            </a:r>
            <a:r>
              <a:rPr lang="es-ES" dirty="0" err="1"/>
              <a:t>Xception</a:t>
            </a:r>
            <a:r>
              <a:rPr lang="es-ES" dirty="0"/>
              <a:t> y está diseñado para extraer características intrincadas de la imagen de entrada. </a:t>
            </a:r>
          </a:p>
          <a:p>
            <a:pPr algn="just"/>
            <a:endParaRPr lang="es-ES" dirty="0"/>
          </a:p>
          <a:p>
            <a:pPr algn="just"/>
            <a:r>
              <a:rPr lang="es-ES" dirty="0"/>
              <a:t>Consiste de 8 bloques residuales idénticos, cada uno de los cuales contiene tres capas de convolución separables en profundidad. Estos bloques permiten al modelo captar patrones y relaciones complejas en los datos.</a:t>
            </a:r>
            <a:endParaRPr lang="en-US" dirty="0"/>
          </a:p>
        </p:txBody>
      </p:sp>
    </p:spTree>
    <p:extLst>
      <p:ext uri="{BB962C8B-B14F-4D97-AF65-F5344CB8AC3E}">
        <p14:creationId xmlns:p14="http://schemas.microsoft.com/office/powerpoint/2010/main" val="1105416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F7D33-8FE2-D8F7-8758-1DC6200013A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A003933-A4C2-8CAB-3BAC-CBD11BC08E54}"/>
              </a:ext>
            </a:extLst>
          </p:cNvPr>
          <p:cNvSpPr>
            <a:spLocks noGrp="1"/>
          </p:cNvSpPr>
          <p:nvPr>
            <p:ph type="body" sz="quarter" idx="18"/>
          </p:nvPr>
        </p:nvSpPr>
        <p:spPr>
          <a:xfrm>
            <a:off x="2106504" y="444789"/>
            <a:ext cx="5662352" cy="391824"/>
          </a:xfrm>
        </p:spPr>
        <p:txBody>
          <a:bodyPr/>
          <a:lstStyle/>
          <a:p>
            <a:r>
              <a:rPr lang="es-ES" dirty="0" err="1"/>
              <a:t>Xception</a:t>
            </a:r>
            <a:r>
              <a:rPr lang="es-ES" dirty="0"/>
              <a:t> - Arquitectura</a:t>
            </a:r>
            <a:endParaRPr lang="en-US" dirty="0"/>
          </a:p>
        </p:txBody>
      </p:sp>
      <p:sp>
        <p:nvSpPr>
          <p:cNvPr id="4" name="TextBox 3">
            <a:extLst>
              <a:ext uri="{FF2B5EF4-FFF2-40B4-BE49-F238E27FC236}">
                <a16:creationId xmlns:a16="http://schemas.microsoft.com/office/drawing/2014/main" id="{D2489DF8-D8A2-FA67-5682-41BD8CB7D5CB}"/>
              </a:ext>
            </a:extLst>
          </p:cNvPr>
          <p:cNvSpPr txBox="1"/>
          <p:nvPr/>
        </p:nvSpPr>
        <p:spPr>
          <a:xfrm>
            <a:off x="5264891" y="1438525"/>
            <a:ext cx="6099544" cy="5078313"/>
          </a:xfrm>
          <a:prstGeom prst="rect">
            <a:avLst/>
          </a:prstGeom>
          <a:noFill/>
        </p:spPr>
        <p:txBody>
          <a:bodyPr wrap="square">
            <a:spAutoFit/>
          </a:bodyPr>
          <a:lstStyle/>
          <a:p>
            <a:pPr algn="just"/>
            <a:r>
              <a:rPr lang="en-US" dirty="0"/>
              <a:t>El </a:t>
            </a:r>
            <a:r>
              <a:rPr lang="en-US" b="1" dirty="0"/>
              <a:t>“Exit flow”</a:t>
            </a:r>
            <a:r>
              <a:rPr lang="en-US" dirty="0"/>
              <a:t> se </a:t>
            </a:r>
            <a:r>
              <a:rPr lang="en-US" dirty="0" err="1"/>
              <a:t>encarga</a:t>
            </a:r>
            <a:r>
              <a:rPr lang="en-US" dirty="0"/>
              <a:t> de la </a:t>
            </a:r>
            <a:r>
              <a:rPr lang="en-US" dirty="0" err="1"/>
              <a:t>extracción</a:t>
            </a:r>
            <a:r>
              <a:rPr lang="en-US" dirty="0"/>
              <a:t> final de </a:t>
            </a:r>
            <a:r>
              <a:rPr lang="en-US" dirty="0" err="1"/>
              <a:t>características</a:t>
            </a:r>
            <a:r>
              <a:rPr lang="en-US" dirty="0"/>
              <a:t> y la </a:t>
            </a:r>
            <a:r>
              <a:rPr lang="en-US" dirty="0" err="1"/>
              <a:t>clasificación</a:t>
            </a:r>
            <a:r>
              <a:rPr lang="en-US" dirty="0"/>
              <a:t>. Consta de:</a:t>
            </a:r>
          </a:p>
          <a:p>
            <a:pPr algn="just"/>
            <a:endParaRPr lang="en-US" dirty="0"/>
          </a:p>
          <a:p>
            <a:pPr marL="285750" indent="-285750" algn="just">
              <a:buFont typeface="Arial" panose="020B0604020202020204" pitchFamily="34" charset="0"/>
              <a:buChar char="•"/>
            </a:pPr>
            <a:r>
              <a:rPr lang="en-US" b="1" dirty="0" err="1"/>
              <a:t>Bloques</a:t>
            </a:r>
            <a:r>
              <a:rPr lang="en-US" b="1" dirty="0"/>
              <a:t> </a:t>
            </a:r>
            <a:r>
              <a:rPr lang="en-US" b="1" dirty="0" err="1"/>
              <a:t>residuales</a:t>
            </a:r>
            <a:r>
              <a:rPr lang="en-US" dirty="0"/>
              <a:t>: Dos </a:t>
            </a:r>
            <a:r>
              <a:rPr lang="en-US" dirty="0" err="1"/>
              <a:t>bloques</a:t>
            </a:r>
            <a:r>
              <a:rPr lang="en-US" dirty="0"/>
              <a:t> </a:t>
            </a:r>
            <a:r>
              <a:rPr lang="en-US" dirty="0" err="1"/>
              <a:t>residuales</a:t>
            </a:r>
            <a:r>
              <a:rPr lang="en-US" dirty="0"/>
              <a:t> con </a:t>
            </a:r>
            <a:r>
              <a:rPr lang="en-US" dirty="0" err="1"/>
              <a:t>convoluciones</a:t>
            </a:r>
            <a:r>
              <a:rPr lang="en-US" dirty="0"/>
              <a:t> </a:t>
            </a:r>
            <a:r>
              <a:rPr lang="en-US" dirty="0" err="1"/>
              <a:t>separables</a:t>
            </a:r>
            <a:r>
              <a:rPr lang="en-US" dirty="0"/>
              <a:t> </a:t>
            </a:r>
            <a:r>
              <a:rPr lang="en-US" dirty="0" err="1"/>
              <a:t>en</a:t>
            </a:r>
            <a:r>
              <a:rPr lang="en-US" dirty="0"/>
              <a:t> </a:t>
            </a:r>
            <a:r>
              <a:rPr lang="en-US" dirty="0" err="1"/>
              <a:t>profundidad</a:t>
            </a:r>
            <a:r>
              <a:rPr lang="en-US" dirty="0"/>
              <a:t>. El </a:t>
            </a:r>
            <a:r>
              <a:rPr lang="en-US" dirty="0" err="1"/>
              <a:t>número</a:t>
            </a:r>
            <a:r>
              <a:rPr lang="en-US" dirty="0"/>
              <a:t> de </a:t>
            </a:r>
            <a:r>
              <a:rPr lang="en-US" dirty="0" err="1"/>
              <a:t>filtros</a:t>
            </a:r>
            <a:r>
              <a:rPr lang="en-US" dirty="0"/>
              <a:t> </a:t>
            </a:r>
            <a:r>
              <a:rPr lang="en-US" dirty="0" err="1"/>
              <a:t>disminuye</a:t>
            </a:r>
            <a:r>
              <a:rPr lang="en-US" dirty="0"/>
              <a:t> </a:t>
            </a:r>
            <a:r>
              <a:rPr lang="en-US" dirty="0" err="1"/>
              <a:t>progresivamente</a:t>
            </a:r>
            <a:r>
              <a:rPr lang="en-US" dirty="0"/>
              <a:t> (728, 1024, 1536, 2048) para </a:t>
            </a:r>
            <a:r>
              <a:rPr lang="en-US" dirty="0" err="1">
                <a:solidFill>
                  <a:srgbClr val="FF0000"/>
                </a:solidFill>
              </a:rPr>
              <a:t>refinar</a:t>
            </a:r>
            <a:r>
              <a:rPr lang="en-US" dirty="0">
                <a:solidFill>
                  <a:srgbClr val="FF0000"/>
                </a:solidFill>
              </a:rPr>
              <a:t> las </a:t>
            </a:r>
            <a:r>
              <a:rPr lang="en-US" dirty="0" err="1">
                <a:solidFill>
                  <a:srgbClr val="FF0000"/>
                </a:solidFill>
              </a:rPr>
              <a:t>características</a:t>
            </a:r>
            <a:r>
              <a:rPr lang="en-US" dirty="0">
                <a:solidFill>
                  <a:srgbClr val="FF0000"/>
                </a:solidFill>
              </a:rPr>
              <a:t> </a:t>
            </a:r>
            <a:r>
              <a:rPr lang="en-US" dirty="0" err="1">
                <a:solidFill>
                  <a:srgbClr val="FF0000"/>
                </a:solidFill>
              </a:rPr>
              <a:t>extraídas</a:t>
            </a:r>
            <a:r>
              <a:rPr lang="en-US" dirty="0"/>
              <a: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Global Average Pooling</a:t>
            </a:r>
            <a:r>
              <a:rPr lang="en-US" dirty="0"/>
              <a:t>: Se </a:t>
            </a:r>
            <a:r>
              <a:rPr lang="en-US" dirty="0" err="1"/>
              <a:t>utiliza</a:t>
            </a:r>
            <a:r>
              <a:rPr lang="en-US" dirty="0"/>
              <a:t> </a:t>
            </a:r>
            <a:r>
              <a:rPr lang="en-US" dirty="0" err="1"/>
              <a:t>una</a:t>
            </a:r>
            <a:r>
              <a:rPr lang="en-US" dirty="0"/>
              <a:t> </a:t>
            </a:r>
            <a:r>
              <a:rPr lang="en-US" dirty="0" err="1"/>
              <a:t>capa</a:t>
            </a:r>
            <a:r>
              <a:rPr lang="en-US" dirty="0"/>
              <a:t> de </a:t>
            </a:r>
            <a:r>
              <a:rPr lang="en-US" dirty="0" err="1"/>
              <a:t>agrupación</a:t>
            </a:r>
            <a:r>
              <a:rPr lang="en-US" dirty="0"/>
              <a:t> de </a:t>
            </a:r>
            <a:r>
              <a:rPr lang="en-US" dirty="0" err="1"/>
              <a:t>promedios</a:t>
            </a:r>
            <a:r>
              <a:rPr lang="en-US" dirty="0"/>
              <a:t> </a:t>
            </a:r>
            <a:r>
              <a:rPr lang="en-US" dirty="0" err="1"/>
              <a:t>globales</a:t>
            </a:r>
            <a:r>
              <a:rPr lang="en-US" dirty="0"/>
              <a:t> para </a:t>
            </a:r>
            <a:r>
              <a:rPr lang="en-US" dirty="0" err="1">
                <a:solidFill>
                  <a:srgbClr val="FF0000"/>
                </a:solidFill>
              </a:rPr>
              <a:t>reducir</a:t>
            </a:r>
            <a:r>
              <a:rPr lang="en-US" dirty="0">
                <a:solidFill>
                  <a:srgbClr val="FF0000"/>
                </a:solidFill>
              </a:rPr>
              <a:t> las </a:t>
            </a:r>
            <a:r>
              <a:rPr lang="en-US" dirty="0" err="1">
                <a:solidFill>
                  <a:srgbClr val="FF0000"/>
                </a:solidFill>
              </a:rPr>
              <a:t>dimensiones</a:t>
            </a:r>
            <a:r>
              <a:rPr lang="en-US" dirty="0">
                <a:solidFill>
                  <a:srgbClr val="FF0000"/>
                </a:solidFill>
              </a:rPr>
              <a:t> </a:t>
            </a:r>
            <a:r>
              <a:rPr lang="en-US" dirty="0" err="1">
                <a:solidFill>
                  <a:srgbClr val="FF0000"/>
                </a:solidFill>
              </a:rPr>
              <a:t>espaciales</a:t>
            </a:r>
            <a:r>
              <a:rPr lang="en-US" dirty="0">
                <a:solidFill>
                  <a:srgbClr val="FF0000"/>
                </a:solidFill>
              </a:rPr>
              <a:t> de </a:t>
            </a:r>
            <a:r>
              <a:rPr lang="en-US" dirty="0" err="1">
                <a:solidFill>
                  <a:srgbClr val="FF0000"/>
                </a:solidFill>
              </a:rPr>
              <a:t>los</a:t>
            </a:r>
            <a:r>
              <a:rPr lang="en-US" dirty="0">
                <a:solidFill>
                  <a:srgbClr val="FF0000"/>
                </a:solidFill>
              </a:rPr>
              <a:t> </a:t>
            </a:r>
            <a:r>
              <a:rPr lang="en-US" dirty="0" err="1">
                <a:solidFill>
                  <a:srgbClr val="FF0000"/>
                </a:solidFill>
              </a:rPr>
              <a:t>mapas</a:t>
            </a:r>
            <a:r>
              <a:rPr lang="en-US" dirty="0">
                <a:solidFill>
                  <a:srgbClr val="FF0000"/>
                </a:solidFill>
              </a:rPr>
              <a:t> </a:t>
            </a:r>
            <a:r>
              <a:rPr lang="en-US" dirty="0"/>
              <a:t>de </a:t>
            </a:r>
            <a:r>
              <a:rPr lang="en-US" dirty="0" err="1"/>
              <a:t>características</a:t>
            </a:r>
            <a:r>
              <a:rPr lang="en-US" dirty="0"/>
              <a: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Fully Connected Layer</a:t>
            </a:r>
            <a:r>
              <a:rPr lang="en-US" dirty="0"/>
              <a:t>: Por </a:t>
            </a:r>
            <a:r>
              <a:rPr lang="en-US" dirty="0" err="1"/>
              <a:t>último</a:t>
            </a:r>
            <a:r>
              <a:rPr lang="en-US" dirty="0"/>
              <a:t>, se </a:t>
            </a:r>
            <a:r>
              <a:rPr lang="en-US" dirty="0" err="1"/>
              <a:t>utiliza</a:t>
            </a:r>
            <a:r>
              <a:rPr lang="en-US" dirty="0"/>
              <a:t> </a:t>
            </a:r>
            <a:r>
              <a:rPr lang="en-US" dirty="0" err="1"/>
              <a:t>una</a:t>
            </a:r>
            <a:r>
              <a:rPr lang="en-US" dirty="0"/>
              <a:t> </a:t>
            </a:r>
            <a:r>
              <a:rPr lang="en-US" dirty="0" err="1"/>
              <a:t>capa</a:t>
            </a:r>
            <a:r>
              <a:rPr lang="en-US" dirty="0"/>
              <a:t> </a:t>
            </a:r>
            <a:r>
              <a:rPr lang="en-US" dirty="0" err="1"/>
              <a:t>totalmente</a:t>
            </a:r>
            <a:r>
              <a:rPr lang="en-US" dirty="0"/>
              <a:t> </a:t>
            </a:r>
            <a:r>
              <a:rPr lang="en-US" dirty="0" err="1"/>
              <a:t>conectada</a:t>
            </a:r>
            <a:r>
              <a:rPr lang="en-US" dirty="0"/>
              <a:t> (</a:t>
            </a:r>
            <a:r>
              <a:rPr lang="en-US" dirty="0" err="1"/>
              <a:t>densa</a:t>
            </a:r>
            <a:r>
              <a:rPr lang="en-US" dirty="0"/>
              <a:t>) </a:t>
            </a:r>
            <a:r>
              <a:rPr lang="en-US" dirty="0">
                <a:solidFill>
                  <a:srgbClr val="FF0000"/>
                </a:solidFill>
              </a:rPr>
              <a:t>para la </a:t>
            </a:r>
            <a:r>
              <a:rPr lang="en-US" dirty="0" err="1">
                <a:solidFill>
                  <a:srgbClr val="FF0000"/>
                </a:solidFill>
              </a:rPr>
              <a:t>clasificación</a:t>
            </a:r>
            <a:r>
              <a:rPr lang="en-US" dirty="0"/>
              <a:t>, con un </a:t>
            </a:r>
            <a:r>
              <a:rPr lang="en-US" dirty="0" err="1"/>
              <a:t>número</a:t>
            </a:r>
            <a:r>
              <a:rPr lang="en-US" dirty="0"/>
              <a:t> de </a:t>
            </a:r>
            <a:r>
              <a:rPr lang="en-US" dirty="0" err="1"/>
              <a:t>unidades</a:t>
            </a:r>
            <a:r>
              <a:rPr lang="en-US" dirty="0"/>
              <a:t> </a:t>
            </a:r>
            <a:r>
              <a:rPr lang="en-US" dirty="0" err="1"/>
              <a:t>igual</a:t>
            </a:r>
            <a:r>
              <a:rPr lang="en-US" dirty="0"/>
              <a:t> al </a:t>
            </a:r>
            <a:r>
              <a:rPr lang="en-US" dirty="0" err="1"/>
              <a:t>número</a:t>
            </a:r>
            <a:r>
              <a:rPr lang="en-US" dirty="0"/>
              <a:t> de </a:t>
            </a:r>
            <a:r>
              <a:rPr lang="en-US" dirty="0" err="1"/>
              <a:t>clases</a:t>
            </a:r>
            <a:r>
              <a:rPr lang="en-US" dirty="0"/>
              <a:t> del conjunto de </a:t>
            </a:r>
            <a:r>
              <a:rPr lang="en-US" dirty="0" err="1"/>
              <a:t>datos</a:t>
            </a:r>
            <a:r>
              <a:rPr lang="en-US" dirty="0"/>
              <a:t>.</a:t>
            </a:r>
          </a:p>
        </p:txBody>
      </p:sp>
      <p:grpSp>
        <p:nvGrpSpPr>
          <p:cNvPr id="7" name="Group 6">
            <a:extLst>
              <a:ext uri="{FF2B5EF4-FFF2-40B4-BE49-F238E27FC236}">
                <a16:creationId xmlns:a16="http://schemas.microsoft.com/office/drawing/2014/main" id="{A732BADE-97AF-C580-02A0-C74D802C5BDF}"/>
              </a:ext>
            </a:extLst>
          </p:cNvPr>
          <p:cNvGrpSpPr/>
          <p:nvPr/>
        </p:nvGrpSpPr>
        <p:grpSpPr>
          <a:xfrm>
            <a:off x="574158" y="949865"/>
            <a:ext cx="3615070" cy="5666546"/>
            <a:chOff x="574158" y="949865"/>
            <a:chExt cx="3615070" cy="5666546"/>
          </a:xfrm>
        </p:grpSpPr>
        <p:pic>
          <p:nvPicPr>
            <p:cNvPr id="10" name="Picture 9">
              <a:extLst>
                <a:ext uri="{FF2B5EF4-FFF2-40B4-BE49-F238E27FC236}">
                  <a16:creationId xmlns:a16="http://schemas.microsoft.com/office/drawing/2014/main" id="{831218AB-599A-B873-2D85-3F8A99ED6C16}"/>
                </a:ext>
              </a:extLst>
            </p:cNvPr>
            <p:cNvPicPr>
              <a:picLocks noChangeAspect="1"/>
            </p:cNvPicPr>
            <p:nvPr/>
          </p:nvPicPr>
          <p:blipFill>
            <a:blip r:embed="rId3"/>
            <a:srcRect l="61883"/>
            <a:stretch>
              <a:fillRect/>
            </a:stretch>
          </p:blipFill>
          <p:spPr>
            <a:xfrm>
              <a:off x="574158" y="949865"/>
              <a:ext cx="3615070" cy="5666546"/>
            </a:xfrm>
            <a:prstGeom prst="rect">
              <a:avLst/>
            </a:prstGeom>
          </p:spPr>
        </p:pic>
        <p:cxnSp>
          <p:nvCxnSpPr>
            <p:cNvPr id="5" name="Straight Arrow Connector 4">
              <a:extLst>
                <a:ext uri="{FF2B5EF4-FFF2-40B4-BE49-F238E27FC236}">
                  <a16:creationId xmlns:a16="http://schemas.microsoft.com/office/drawing/2014/main" id="{A75C77CD-DF6A-8498-18DB-6819262C6F04}"/>
                </a:ext>
              </a:extLst>
            </p:cNvPr>
            <p:cNvCxnSpPr/>
            <p:nvPr/>
          </p:nvCxnSpPr>
          <p:spPr>
            <a:xfrm>
              <a:off x="2729022" y="1446027"/>
              <a:ext cx="0" cy="318977"/>
            </a:xfrm>
            <a:prstGeom prst="straightConnector1">
              <a:avLst/>
            </a:prstGeom>
            <a:ln w="19050">
              <a:solidFill>
                <a:srgbClr val="06070C"/>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nector: Elbow 5">
              <a:extLst>
                <a:ext uri="{FF2B5EF4-FFF2-40B4-BE49-F238E27FC236}">
                  <a16:creationId xmlns:a16="http://schemas.microsoft.com/office/drawing/2014/main" id="{E4ED8B20-755B-EC2E-33C0-81E10AE1F71D}"/>
                </a:ext>
              </a:extLst>
            </p:cNvPr>
            <p:cNvCxnSpPr/>
            <p:nvPr/>
          </p:nvCxnSpPr>
          <p:spPr>
            <a:xfrm rot="10800000" flipV="1">
              <a:off x="1176670" y="1538175"/>
              <a:ext cx="1552352" cy="630865"/>
            </a:xfrm>
            <a:prstGeom prst="bentConnector3">
              <a:avLst>
                <a:gd name="adj1" fmla="val 100228"/>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330424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B999B-415A-A9BE-66CD-093FE2C2743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3A86407-F6D2-2F85-8BC3-F06C5A5CBACA}"/>
              </a:ext>
            </a:extLst>
          </p:cNvPr>
          <p:cNvSpPr>
            <a:spLocks noGrp="1"/>
          </p:cNvSpPr>
          <p:nvPr>
            <p:ph type="body" sz="quarter" idx="18"/>
          </p:nvPr>
        </p:nvSpPr>
        <p:spPr>
          <a:xfrm>
            <a:off x="2106503" y="444789"/>
            <a:ext cx="6753961" cy="391824"/>
          </a:xfrm>
        </p:spPr>
        <p:txBody>
          <a:bodyPr/>
          <a:lstStyle/>
          <a:p>
            <a:r>
              <a:rPr lang="en-US" dirty="0" err="1"/>
              <a:t>Aplicaciones</a:t>
            </a:r>
            <a:r>
              <a:rPr lang="en-US" dirty="0"/>
              <a:t> de </a:t>
            </a:r>
            <a:r>
              <a:rPr lang="es-CL" dirty="0" err="1"/>
              <a:t>Xception</a:t>
            </a:r>
            <a:endParaRPr lang="en-US" dirty="0"/>
          </a:p>
        </p:txBody>
      </p:sp>
      <p:pic>
        <p:nvPicPr>
          <p:cNvPr id="8" name="Picture 7" descr="Screenshot of a cell phone screen&#10;&#10;AI-generated content may be incorrect.">
            <a:extLst>
              <a:ext uri="{FF2B5EF4-FFF2-40B4-BE49-F238E27FC236}">
                <a16:creationId xmlns:a16="http://schemas.microsoft.com/office/drawing/2014/main" id="{11A6BD39-4038-4BBD-367E-09794F7CC91F}"/>
              </a:ext>
            </a:extLst>
          </p:cNvPr>
          <p:cNvPicPr>
            <a:picLocks noChangeAspect="1"/>
          </p:cNvPicPr>
          <p:nvPr/>
        </p:nvPicPr>
        <p:blipFill>
          <a:blip r:embed="rId3">
            <a:extLst>
              <a:ext uri="{28A0092B-C50C-407E-A947-70E740481C1C}">
                <a14:useLocalDpi xmlns:a14="http://schemas.microsoft.com/office/drawing/2010/main" val="0"/>
              </a:ext>
            </a:extLst>
          </a:blip>
          <a:srcRect l="7739" t="9331" r="5201"/>
          <a:stretch>
            <a:fillRect/>
          </a:stretch>
        </p:blipFill>
        <p:spPr>
          <a:xfrm>
            <a:off x="2238451" y="1132528"/>
            <a:ext cx="9261338" cy="4564225"/>
          </a:xfrm>
          <a:prstGeom prst="rect">
            <a:avLst/>
          </a:prstGeom>
        </p:spPr>
      </p:pic>
      <p:sp>
        <p:nvSpPr>
          <p:cNvPr id="77" name="TextBox 76">
            <a:extLst>
              <a:ext uri="{FF2B5EF4-FFF2-40B4-BE49-F238E27FC236}">
                <a16:creationId xmlns:a16="http://schemas.microsoft.com/office/drawing/2014/main" id="{707935DD-B0B3-A168-C03F-133BC3CF5F9C}"/>
              </a:ext>
            </a:extLst>
          </p:cNvPr>
          <p:cNvSpPr txBox="1"/>
          <p:nvPr/>
        </p:nvSpPr>
        <p:spPr>
          <a:xfrm>
            <a:off x="7402984" y="5725472"/>
            <a:ext cx="4323283" cy="369332"/>
          </a:xfrm>
          <a:prstGeom prst="rect">
            <a:avLst/>
          </a:prstGeom>
          <a:noFill/>
        </p:spPr>
        <p:txBody>
          <a:bodyPr wrap="square" rtlCol="0">
            <a:spAutoFit/>
          </a:bodyPr>
          <a:lstStyle/>
          <a:p>
            <a:r>
              <a:rPr lang="es-CL" dirty="0"/>
              <a:t>Identificación de plantas medicinales.</a:t>
            </a:r>
            <a:endParaRPr lang="en-US" dirty="0"/>
          </a:p>
        </p:txBody>
      </p:sp>
      <p:sp>
        <p:nvSpPr>
          <p:cNvPr id="78" name="TextBox 77">
            <a:extLst>
              <a:ext uri="{FF2B5EF4-FFF2-40B4-BE49-F238E27FC236}">
                <a16:creationId xmlns:a16="http://schemas.microsoft.com/office/drawing/2014/main" id="{EA1C7187-F8BB-EE75-C316-37C077559F9F}"/>
              </a:ext>
            </a:extLst>
          </p:cNvPr>
          <p:cNvSpPr txBox="1"/>
          <p:nvPr/>
        </p:nvSpPr>
        <p:spPr>
          <a:xfrm>
            <a:off x="1631289" y="6413211"/>
            <a:ext cx="7936993" cy="430887"/>
          </a:xfrm>
          <a:prstGeom prst="rect">
            <a:avLst/>
          </a:prstGeom>
          <a:noFill/>
        </p:spPr>
        <p:txBody>
          <a:bodyPr wrap="square" rtlCol="0">
            <a:spAutoFit/>
          </a:bodyPr>
          <a:lstStyle/>
          <a:p>
            <a:r>
              <a:rPr lang="en-US" sz="1100" dirty="0"/>
              <a:t>S. Roopashree et al, </a:t>
            </a:r>
            <a:r>
              <a:rPr lang="en-US" sz="1100" dirty="0" err="1"/>
              <a:t>DeepHerb</a:t>
            </a:r>
            <a:r>
              <a:rPr lang="en-US" sz="1100" dirty="0"/>
              <a:t>: A Vision Based System for Medicinal Plants Using </a:t>
            </a:r>
            <a:r>
              <a:rPr lang="en-US" sz="1100" dirty="0" err="1"/>
              <a:t>Xception</a:t>
            </a:r>
            <a:r>
              <a:rPr lang="en-US" sz="1100" dirty="0"/>
              <a:t> Features, IEEE ACCESS 2021, </a:t>
            </a:r>
            <a:r>
              <a:rPr lang="en-US" sz="1100" dirty="0" err="1"/>
              <a:t>doi</a:t>
            </a:r>
            <a:r>
              <a:rPr lang="en-US" sz="1100" dirty="0"/>
              <a:t>:  </a:t>
            </a:r>
            <a:r>
              <a:rPr lang="en-US" sz="1100" dirty="0">
                <a:hlinkClick r:id="rId4"/>
              </a:rPr>
              <a:t>https://ieeexplore.ieee.org/document/9551957</a:t>
            </a:r>
            <a:endParaRPr lang="en-US" sz="1100" dirty="0"/>
          </a:p>
        </p:txBody>
      </p:sp>
    </p:spTree>
    <p:extLst>
      <p:ext uri="{BB962C8B-B14F-4D97-AF65-F5344CB8AC3E}">
        <p14:creationId xmlns:p14="http://schemas.microsoft.com/office/powerpoint/2010/main" val="24569758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37888-BD46-5C8F-0595-6138CCA9AAF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D25A809-5B5D-0368-F533-EE90CE673F56}"/>
              </a:ext>
            </a:extLst>
          </p:cNvPr>
          <p:cNvSpPr>
            <a:spLocks noGrp="1"/>
          </p:cNvSpPr>
          <p:nvPr>
            <p:ph type="body" sz="quarter" idx="18"/>
          </p:nvPr>
        </p:nvSpPr>
        <p:spPr>
          <a:xfrm>
            <a:off x="2106503" y="444789"/>
            <a:ext cx="6753961" cy="391824"/>
          </a:xfrm>
        </p:spPr>
        <p:txBody>
          <a:bodyPr/>
          <a:lstStyle/>
          <a:p>
            <a:r>
              <a:rPr lang="en-US" dirty="0" err="1"/>
              <a:t>Aplicaciones</a:t>
            </a:r>
            <a:r>
              <a:rPr lang="en-US" dirty="0"/>
              <a:t> de </a:t>
            </a:r>
            <a:r>
              <a:rPr lang="es-CL" dirty="0" err="1"/>
              <a:t>Xception</a:t>
            </a:r>
            <a:endParaRPr lang="en-US" dirty="0"/>
          </a:p>
        </p:txBody>
      </p:sp>
      <p:pic>
        <p:nvPicPr>
          <p:cNvPr id="8" name="Picture 7" descr="A blue square with white text&#10;&#10;AI-generated content may be incorrect.">
            <a:extLst>
              <a:ext uri="{FF2B5EF4-FFF2-40B4-BE49-F238E27FC236}">
                <a16:creationId xmlns:a16="http://schemas.microsoft.com/office/drawing/2014/main" id="{4F36DD24-B8EC-D018-F0CC-69741DAE4A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2046" y="1704559"/>
            <a:ext cx="9050013" cy="3229426"/>
          </a:xfrm>
          <a:prstGeom prst="rect">
            <a:avLst/>
          </a:prstGeom>
        </p:spPr>
      </p:pic>
      <p:sp>
        <p:nvSpPr>
          <p:cNvPr id="77" name="TextBox 76">
            <a:extLst>
              <a:ext uri="{FF2B5EF4-FFF2-40B4-BE49-F238E27FC236}">
                <a16:creationId xmlns:a16="http://schemas.microsoft.com/office/drawing/2014/main" id="{44B6EB22-DE5E-CCE5-E32E-CB9E72B7F174}"/>
              </a:ext>
            </a:extLst>
          </p:cNvPr>
          <p:cNvSpPr txBox="1"/>
          <p:nvPr/>
        </p:nvSpPr>
        <p:spPr>
          <a:xfrm>
            <a:off x="1631290" y="6413211"/>
            <a:ext cx="8317382" cy="430887"/>
          </a:xfrm>
          <a:prstGeom prst="rect">
            <a:avLst/>
          </a:prstGeom>
          <a:noFill/>
        </p:spPr>
        <p:txBody>
          <a:bodyPr wrap="square" rtlCol="0">
            <a:spAutoFit/>
          </a:bodyPr>
          <a:lstStyle/>
          <a:p>
            <a:r>
              <a:rPr lang="en-US" sz="1100" dirty="0"/>
              <a:t>Lo, Wai et al, An </a:t>
            </a:r>
            <a:r>
              <a:rPr lang="en-US" sz="1100" dirty="0" err="1"/>
              <a:t>Xception</a:t>
            </a:r>
            <a:r>
              <a:rPr lang="en-US" sz="1100" dirty="0"/>
              <a:t> Convolutional Neural Network for Malware Classification with Transfer Learning, IEEE ACCESS 2019, </a:t>
            </a:r>
            <a:r>
              <a:rPr lang="en-US" sz="1100" dirty="0" err="1"/>
              <a:t>doi</a:t>
            </a:r>
            <a:r>
              <a:rPr lang="en-US" sz="1100" dirty="0"/>
              <a:t>:  </a:t>
            </a:r>
            <a:r>
              <a:rPr lang="en-US" sz="1100" dirty="0">
                <a:hlinkClick r:id="rId4"/>
              </a:rPr>
              <a:t>10.1109/NTMS.2019.8763852</a:t>
            </a:r>
            <a:endParaRPr lang="en-US" sz="1100" dirty="0"/>
          </a:p>
        </p:txBody>
      </p:sp>
      <p:sp>
        <p:nvSpPr>
          <p:cNvPr id="78" name="TextBox 77">
            <a:extLst>
              <a:ext uri="{FF2B5EF4-FFF2-40B4-BE49-F238E27FC236}">
                <a16:creationId xmlns:a16="http://schemas.microsoft.com/office/drawing/2014/main" id="{683235B4-02AD-D3D4-B17B-F0F993A6090A}"/>
              </a:ext>
            </a:extLst>
          </p:cNvPr>
          <p:cNvSpPr txBox="1"/>
          <p:nvPr/>
        </p:nvSpPr>
        <p:spPr>
          <a:xfrm>
            <a:off x="8860464" y="4968775"/>
            <a:ext cx="2721252" cy="369332"/>
          </a:xfrm>
          <a:prstGeom prst="rect">
            <a:avLst/>
          </a:prstGeom>
          <a:noFill/>
        </p:spPr>
        <p:txBody>
          <a:bodyPr wrap="square" rtlCol="0">
            <a:spAutoFit/>
          </a:bodyPr>
          <a:lstStyle/>
          <a:p>
            <a:r>
              <a:rPr lang="es-CL" dirty="0" err="1"/>
              <a:t>Deteccion</a:t>
            </a:r>
            <a:r>
              <a:rPr lang="es-CL" dirty="0"/>
              <a:t> de Malware</a:t>
            </a:r>
            <a:endParaRPr lang="en-US" dirty="0"/>
          </a:p>
        </p:txBody>
      </p:sp>
    </p:spTree>
    <p:extLst>
      <p:ext uri="{BB962C8B-B14F-4D97-AF65-F5344CB8AC3E}">
        <p14:creationId xmlns:p14="http://schemas.microsoft.com/office/powerpoint/2010/main" val="17885152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D9635-2578-293B-91EB-6C7751F8EEF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24DBDB7-B36A-78CA-CF48-3ECF045CB25E}"/>
              </a:ext>
            </a:extLst>
          </p:cNvPr>
          <p:cNvSpPr>
            <a:spLocks noGrp="1"/>
          </p:cNvSpPr>
          <p:nvPr>
            <p:ph type="body" sz="quarter" idx="18"/>
          </p:nvPr>
        </p:nvSpPr>
        <p:spPr>
          <a:xfrm>
            <a:off x="2106503" y="444789"/>
            <a:ext cx="6753961" cy="391824"/>
          </a:xfrm>
        </p:spPr>
        <p:txBody>
          <a:bodyPr/>
          <a:lstStyle/>
          <a:p>
            <a:r>
              <a:rPr lang="en-US" dirty="0" err="1"/>
              <a:t>Aplicaciones</a:t>
            </a:r>
            <a:r>
              <a:rPr lang="en-US" dirty="0"/>
              <a:t> de </a:t>
            </a:r>
            <a:r>
              <a:rPr lang="es-CL" dirty="0" err="1"/>
              <a:t>Xception</a:t>
            </a:r>
            <a:endParaRPr lang="en-US" dirty="0"/>
          </a:p>
        </p:txBody>
      </p:sp>
      <p:sp>
        <p:nvSpPr>
          <p:cNvPr id="77" name="TextBox 76">
            <a:extLst>
              <a:ext uri="{FF2B5EF4-FFF2-40B4-BE49-F238E27FC236}">
                <a16:creationId xmlns:a16="http://schemas.microsoft.com/office/drawing/2014/main" id="{656778CA-DCAA-91C9-FBB7-12C9E23C4681}"/>
              </a:ext>
            </a:extLst>
          </p:cNvPr>
          <p:cNvSpPr txBox="1"/>
          <p:nvPr/>
        </p:nvSpPr>
        <p:spPr>
          <a:xfrm>
            <a:off x="1631290" y="6413211"/>
            <a:ext cx="8317382" cy="430887"/>
          </a:xfrm>
          <a:prstGeom prst="rect">
            <a:avLst/>
          </a:prstGeom>
          <a:noFill/>
        </p:spPr>
        <p:txBody>
          <a:bodyPr wrap="square" rtlCol="0">
            <a:spAutoFit/>
          </a:bodyPr>
          <a:lstStyle/>
          <a:p>
            <a:r>
              <a:rPr lang="en-US" sz="1100" dirty="0"/>
              <a:t>Yao, N., Ni, F., Wang, Z. et al. L2MXception: an improved </a:t>
            </a:r>
            <a:r>
              <a:rPr lang="en-US" sz="1100" dirty="0" err="1"/>
              <a:t>Xception</a:t>
            </a:r>
            <a:r>
              <a:rPr lang="en-US" sz="1100" dirty="0"/>
              <a:t> network for classification of peach diseases. Plant Methods 17, 36 (2021). </a:t>
            </a:r>
            <a:r>
              <a:rPr lang="en-US" sz="1100" dirty="0">
                <a:hlinkClick r:id="rId3"/>
              </a:rPr>
              <a:t>https://doi.org/10.1186/s13007-021-00736-3</a:t>
            </a:r>
            <a:endParaRPr lang="en-US" sz="1100" dirty="0"/>
          </a:p>
        </p:txBody>
      </p:sp>
      <p:sp>
        <p:nvSpPr>
          <p:cNvPr id="78" name="TextBox 77">
            <a:extLst>
              <a:ext uri="{FF2B5EF4-FFF2-40B4-BE49-F238E27FC236}">
                <a16:creationId xmlns:a16="http://schemas.microsoft.com/office/drawing/2014/main" id="{D8FA24C1-A79E-CDF4-452B-4DFF34851A70}"/>
              </a:ext>
            </a:extLst>
          </p:cNvPr>
          <p:cNvSpPr txBox="1"/>
          <p:nvPr/>
        </p:nvSpPr>
        <p:spPr>
          <a:xfrm>
            <a:off x="8792871" y="3659353"/>
            <a:ext cx="1792223" cy="923330"/>
          </a:xfrm>
          <a:prstGeom prst="rect">
            <a:avLst/>
          </a:prstGeom>
          <a:noFill/>
        </p:spPr>
        <p:txBody>
          <a:bodyPr wrap="square" rtlCol="0">
            <a:spAutoFit/>
          </a:bodyPr>
          <a:lstStyle/>
          <a:p>
            <a:pPr algn="just"/>
            <a:r>
              <a:rPr lang="es-ES" dirty="0"/>
              <a:t>Detección de enfermedades de la hoja</a:t>
            </a:r>
            <a:endParaRPr lang="en-US" dirty="0"/>
          </a:p>
        </p:txBody>
      </p:sp>
      <p:pic>
        <p:nvPicPr>
          <p:cNvPr id="4" name="Picture 3" descr="A collage of different types of fruit&#10;&#10;AI-generated content may be incorrect.">
            <a:extLst>
              <a:ext uri="{FF2B5EF4-FFF2-40B4-BE49-F238E27FC236}">
                <a16:creationId xmlns:a16="http://schemas.microsoft.com/office/drawing/2014/main" id="{0F77F588-1D2D-E70E-C817-F20F0747A4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92322" y="836613"/>
            <a:ext cx="6400549" cy="5461976"/>
          </a:xfrm>
          <a:prstGeom prst="rect">
            <a:avLst/>
          </a:prstGeom>
        </p:spPr>
      </p:pic>
    </p:spTree>
    <p:extLst>
      <p:ext uri="{BB962C8B-B14F-4D97-AF65-F5344CB8AC3E}">
        <p14:creationId xmlns:p14="http://schemas.microsoft.com/office/powerpoint/2010/main" val="10050097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EE3E3-54FA-9D09-CAB2-891F5E25D65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5AB73EA-9C4B-C7C3-872D-50A14ED92EB5}"/>
              </a:ext>
            </a:extLst>
          </p:cNvPr>
          <p:cNvSpPr>
            <a:spLocks noGrp="1"/>
          </p:cNvSpPr>
          <p:nvPr>
            <p:ph type="body" sz="quarter" idx="18"/>
          </p:nvPr>
        </p:nvSpPr>
        <p:spPr/>
        <p:txBody>
          <a:bodyPr/>
          <a:lstStyle/>
          <a:p>
            <a:r>
              <a:rPr lang="es-CL" dirty="0"/>
              <a:t>Ventajas</a:t>
            </a:r>
            <a:endParaRPr lang="en-US" dirty="0"/>
          </a:p>
        </p:txBody>
      </p:sp>
      <p:grpSp>
        <p:nvGrpSpPr>
          <p:cNvPr id="7" name="Group 6">
            <a:extLst>
              <a:ext uri="{FF2B5EF4-FFF2-40B4-BE49-F238E27FC236}">
                <a16:creationId xmlns:a16="http://schemas.microsoft.com/office/drawing/2014/main" id="{7B25DF1E-87E7-7ADA-A97E-7AA8D7354E40}"/>
              </a:ext>
            </a:extLst>
          </p:cNvPr>
          <p:cNvGrpSpPr>
            <a:grpSpLocks noChangeAspect="1"/>
          </p:cNvGrpSpPr>
          <p:nvPr/>
        </p:nvGrpSpPr>
        <p:grpSpPr>
          <a:xfrm>
            <a:off x="1091611" y="1023510"/>
            <a:ext cx="9648172" cy="5519059"/>
            <a:chOff x="996970" y="1840706"/>
            <a:chExt cx="6460658" cy="3695701"/>
          </a:xfrm>
        </p:grpSpPr>
        <p:grpSp>
          <p:nvGrpSpPr>
            <p:cNvPr id="8" name="Group 7">
              <a:extLst>
                <a:ext uri="{FF2B5EF4-FFF2-40B4-BE49-F238E27FC236}">
                  <a16:creationId xmlns:a16="http://schemas.microsoft.com/office/drawing/2014/main" id="{D78926E7-B33E-34B3-83F2-BA15FB2996C2}"/>
                </a:ext>
              </a:extLst>
            </p:cNvPr>
            <p:cNvGrpSpPr/>
            <p:nvPr/>
          </p:nvGrpSpPr>
          <p:grpSpPr>
            <a:xfrm>
              <a:off x="3870865" y="2983706"/>
              <a:ext cx="1066800" cy="2438209"/>
              <a:chOff x="3009900" y="2171700"/>
              <a:chExt cx="1066800" cy="2438209"/>
            </a:xfrm>
          </p:grpSpPr>
          <p:sp>
            <p:nvSpPr>
              <p:cNvPr id="87" name="Rounded Rectangle 1">
                <a:extLst>
                  <a:ext uri="{FF2B5EF4-FFF2-40B4-BE49-F238E27FC236}">
                    <a16:creationId xmlns:a16="http://schemas.microsoft.com/office/drawing/2014/main" id="{E41A4FB2-2859-520A-A021-0C0E8F6FE4D5}"/>
                  </a:ext>
                </a:extLst>
              </p:cNvPr>
              <p:cNvSpPr/>
              <p:nvPr/>
            </p:nvSpPr>
            <p:spPr>
              <a:xfrm>
                <a:off x="3009900" y="2171700"/>
                <a:ext cx="1066800" cy="2438209"/>
              </a:xfrm>
              <a:custGeom>
                <a:avLst/>
                <a:gdLst/>
                <a:ahLst/>
                <a:cxnLst/>
                <a:rect l="0" t="0" r="0" b="0"/>
                <a:pathLst>
                  <a:path w="1066800" h="2438209">
                    <a:moveTo>
                      <a:pt x="0" y="1828800"/>
                    </a:moveTo>
                    <a:lnTo>
                      <a:pt x="266700" y="1943100"/>
                    </a:lnTo>
                    <a:lnTo>
                      <a:pt x="800100" y="1943100"/>
                    </a:lnTo>
                    <a:lnTo>
                      <a:pt x="1066800" y="1828800"/>
                    </a:lnTo>
                    <a:lnTo>
                      <a:pt x="640270" y="2407729"/>
                    </a:lnTo>
                    <a:lnTo>
                      <a:pt x="586930" y="2438209"/>
                    </a:lnTo>
                    <a:lnTo>
                      <a:pt x="571690" y="2392489"/>
                    </a:lnTo>
                    <a:lnTo>
                      <a:pt x="533400" y="2430589"/>
                    </a:lnTo>
                    <a:lnTo>
                      <a:pt x="495109" y="2392489"/>
                    </a:lnTo>
                    <a:lnTo>
                      <a:pt x="479869" y="2438209"/>
                    </a:lnTo>
                    <a:lnTo>
                      <a:pt x="426529" y="2407729"/>
                    </a:lnTo>
                    <a:close/>
                    <a:moveTo>
                      <a:pt x="1066800" y="1485900"/>
                    </a:moveTo>
                    <a:lnTo>
                      <a:pt x="800100" y="1600200"/>
                    </a:lnTo>
                    <a:lnTo>
                      <a:pt x="266700" y="1600200"/>
                    </a:lnTo>
                    <a:lnTo>
                      <a:pt x="0" y="1485900"/>
                    </a:lnTo>
                    <a:lnTo>
                      <a:pt x="266700" y="1371600"/>
                    </a:lnTo>
                    <a:lnTo>
                      <a:pt x="800100" y="1371600"/>
                    </a:lnTo>
                    <a:close/>
                    <a:moveTo>
                      <a:pt x="723900" y="1485900"/>
                    </a:moveTo>
                    <a:cubicBezTo>
                      <a:pt x="723900" y="1460658"/>
                      <a:pt x="638651" y="1440180"/>
                      <a:pt x="533400" y="1440180"/>
                    </a:cubicBezTo>
                    <a:cubicBezTo>
                      <a:pt x="428148" y="1440180"/>
                      <a:pt x="342900" y="1460658"/>
                      <a:pt x="342900" y="1485900"/>
                    </a:cubicBezTo>
                    <a:cubicBezTo>
                      <a:pt x="342900" y="1511141"/>
                      <a:pt x="428148" y="1531620"/>
                      <a:pt x="533400" y="1531620"/>
                    </a:cubicBezTo>
                    <a:cubicBezTo>
                      <a:pt x="638651" y="1531620"/>
                      <a:pt x="723900" y="1511141"/>
                      <a:pt x="723900" y="1485900"/>
                    </a:cubicBezTo>
                    <a:close/>
                    <a:moveTo>
                      <a:pt x="1066800" y="800100"/>
                    </a:moveTo>
                    <a:lnTo>
                      <a:pt x="800100" y="914400"/>
                    </a:lnTo>
                    <a:lnTo>
                      <a:pt x="266700" y="914400"/>
                    </a:lnTo>
                    <a:lnTo>
                      <a:pt x="0" y="800100"/>
                    </a:lnTo>
                    <a:lnTo>
                      <a:pt x="266700" y="685800"/>
                    </a:lnTo>
                    <a:lnTo>
                      <a:pt x="800100" y="685800"/>
                    </a:lnTo>
                    <a:close/>
                    <a:moveTo>
                      <a:pt x="723900" y="800100"/>
                    </a:moveTo>
                    <a:cubicBezTo>
                      <a:pt x="723900" y="774858"/>
                      <a:pt x="638651" y="754379"/>
                      <a:pt x="533400" y="754379"/>
                    </a:cubicBezTo>
                    <a:cubicBezTo>
                      <a:pt x="428148" y="754379"/>
                      <a:pt x="342900" y="774858"/>
                      <a:pt x="342900" y="800100"/>
                    </a:cubicBezTo>
                    <a:cubicBezTo>
                      <a:pt x="342900" y="825341"/>
                      <a:pt x="428148" y="845820"/>
                      <a:pt x="533400" y="845820"/>
                    </a:cubicBezTo>
                    <a:cubicBezTo>
                      <a:pt x="638651" y="845820"/>
                      <a:pt x="723900" y="825341"/>
                      <a:pt x="723900" y="800100"/>
                    </a:cubicBezTo>
                    <a:close/>
                    <a:moveTo>
                      <a:pt x="1066800" y="114300"/>
                    </a:moveTo>
                    <a:lnTo>
                      <a:pt x="800100" y="228600"/>
                    </a:lnTo>
                    <a:lnTo>
                      <a:pt x="266700" y="228600"/>
                    </a:lnTo>
                    <a:lnTo>
                      <a:pt x="0" y="114300"/>
                    </a:lnTo>
                    <a:lnTo>
                      <a:pt x="266700" y="0"/>
                    </a:lnTo>
                    <a:lnTo>
                      <a:pt x="800100" y="0"/>
                    </a:lnTo>
                    <a:close/>
                    <a:moveTo>
                      <a:pt x="723900" y="114300"/>
                    </a:moveTo>
                    <a:cubicBezTo>
                      <a:pt x="723900" y="89058"/>
                      <a:pt x="638651" y="68579"/>
                      <a:pt x="533400" y="68579"/>
                    </a:cubicBezTo>
                    <a:cubicBezTo>
                      <a:pt x="428148" y="68579"/>
                      <a:pt x="342900" y="89058"/>
                      <a:pt x="342900" y="114300"/>
                    </a:cubicBezTo>
                    <a:cubicBezTo>
                      <a:pt x="342900" y="139541"/>
                      <a:pt x="428148" y="160020"/>
                      <a:pt x="533400" y="160020"/>
                    </a:cubicBezTo>
                    <a:cubicBezTo>
                      <a:pt x="638651" y="160020"/>
                      <a:pt x="723900" y="139541"/>
                      <a:pt x="723900" y="114300"/>
                    </a:cubicBezTo>
                    <a:close/>
                  </a:path>
                </a:pathLst>
              </a:custGeom>
              <a:solidFill>
                <a:srgbClr val="666666"/>
              </a:solidFill>
              <a:ln>
                <a:noFill/>
              </a:ln>
            </p:spPr>
            <p:txBody>
              <a:bodyPr rtlCol="0" anchor="ctr"/>
              <a:lstStyle/>
              <a:p>
                <a:pPr algn="ctr"/>
                <a:endParaRPr/>
              </a:p>
            </p:txBody>
          </p:sp>
          <p:sp>
            <p:nvSpPr>
              <p:cNvPr id="88" name="Rounded Rectangle 2">
                <a:extLst>
                  <a:ext uri="{FF2B5EF4-FFF2-40B4-BE49-F238E27FC236}">
                    <a16:creationId xmlns:a16="http://schemas.microsoft.com/office/drawing/2014/main" id="{5ADF6109-F6F6-B823-40AE-3688B7EFB2F2}"/>
                  </a:ext>
                </a:extLst>
              </p:cNvPr>
              <p:cNvSpPr/>
              <p:nvPr/>
            </p:nvSpPr>
            <p:spPr>
              <a:xfrm>
                <a:off x="3009900" y="2171700"/>
                <a:ext cx="1066800" cy="2438209"/>
              </a:xfrm>
              <a:custGeom>
                <a:avLst/>
                <a:gdLst/>
                <a:ahLst/>
                <a:cxnLst/>
                <a:rect l="0" t="0" r="0" b="0"/>
                <a:pathLst>
                  <a:path w="1066800" h="2438209">
                    <a:moveTo>
                      <a:pt x="0" y="1828800"/>
                    </a:moveTo>
                    <a:lnTo>
                      <a:pt x="266700" y="1943100"/>
                    </a:lnTo>
                    <a:lnTo>
                      <a:pt x="800100" y="1943100"/>
                    </a:lnTo>
                    <a:lnTo>
                      <a:pt x="1066800" y="1828800"/>
                    </a:lnTo>
                    <a:lnTo>
                      <a:pt x="640270" y="2407729"/>
                    </a:lnTo>
                    <a:lnTo>
                      <a:pt x="586930" y="2438209"/>
                    </a:lnTo>
                    <a:lnTo>
                      <a:pt x="571690" y="2392489"/>
                    </a:lnTo>
                    <a:lnTo>
                      <a:pt x="533400" y="2430589"/>
                    </a:lnTo>
                    <a:lnTo>
                      <a:pt x="495109" y="2392489"/>
                    </a:lnTo>
                    <a:lnTo>
                      <a:pt x="479869" y="2438209"/>
                    </a:lnTo>
                    <a:lnTo>
                      <a:pt x="426529" y="2407729"/>
                    </a:lnTo>
                    <a:close/>
                    <a:moveTo>
                      <a:pt x="1066800" y="1485900"/>
                    </a:moveTo>
                    <a:lnTo>
                      <a:pt x="800100" y="1600200"/>
                    </a:lnTo>
                    <a:lnTo>
                      <a:pt x="266700" y="1600200"/>
                    </a:lnTo>
                    <a:lnTo>
                      <a:pt x="0" y="1485900"/>
                    </a:lnTo>
                    <a:lnTo>
                      <a:pt x="266700" y="1371600"/>
                    </a:lnTo>
                    <a:lnTo>
                      <a:pt x="800100" y="1371600"/>
                    </a:lnTo>
                    <a:close/>
                    <a:moveTo>
                      <a:pt x="723900" y="1485900"/>
                    </a:moveTo>
                    <a:cubicBezTo>
                      <a:pt x="723900" y="1460658"/>
                      <a:pt x="638651" y="1440180"/>
                      <a:pt x="533400" y="1440180"/>
                    </a:cubicBezTo>
                    <a:cubicBezTo>
                      <a:pt x="428148" y="1440180"/>
                      <a:pt x="342900" y="1460658"/>
                      <a:pt x="342900" y="1485900"/>
                    </a:cubicBezTo>
                    <a:cubicBezTo>
                      <a:pt x="342900" y="1511141"/>
                      <a:pt x="428148" y="1531620"/>
                      <a:pt x="533400" y="1531620"/>
                    </a:cubicBezTo>
                    <a:cubicBezTo>
                      <a:pt x="638651" y="1531620"/>
                      <a:pt x="723900" y="1511141"/>
                      <a:pt x="723900" y="1485900"/>
                    </a:cubicBezTo>
                    <a:close/>
                    <a:moveTo>
                      <a:pt x="1066800" y="800100"/>
                    </a:moveTo>
                    <a:lnTo>
                      <a:pt x="800100" y="914400"/>
                    </a:lnTo>
                    <a:lnTo>
                      <a:pt x="266700" y="914400"/>
                    </a:lnTo>
                    <a:lnTo>
                      <a:pt x="0" y="800100"/>
                    </a:lnTo>
                    <a:lnTo>
                      <a:pt x="266700" y="685800"/>
                    </a:lnTo>
                    <a:lnTo>
                      <a:pt x="800100" y="685800"/>
                    </a:lnTo>
                    <a:close/>
                    <a:moveTo>
                      <a:pt x="723900" y="800100"/>
                    </a:moveTo>
                    <a:cubicBezTo>
                      <a:pt x="723900" y="774858"/>
                      <a:pt x="638651" y="754379"/>
                      <a:pt x="533400" y="754379"/>
                    </a:cubicBezTo>
                    <a:cubicBezTo>
                      <a:pt x="428148" y="754379"/>
                      <a:pt x="342900" y="774858"/>
                      <a:pt x="342900" y="800100"/>
                    </a:cubicBezTo>
                    <a:cubicBezTo>
                      <a:pt x="342900" y="825341"/>
                      <a:pt x="428148" y="845820"/>
                      <a:pt x="533400" y="845820"/>
                    </a:cubicBezTo>
                    <a:cubicBezTo>
                      <a:pt x="638651" y="845820"/>
                      <a:pt x="723900" y="825341"/>
                      <a:pt x="723900" y="800100"/>
                    </a:cubicBezTo>
                    <a:close/>
                    <a:moveTo>
                      <a:pt x="1066800" y="114300"/>
                    </a:moveTo>
                    <a:lnTo>
                      <a:pt x="800100" y="228600"/>
                    </a:lnTo>
                    <a:lnTo>
                      <a:pt x="266700" y="228600"/>
                    </a:lnTo>
                    <a:lnTo>
                      <a:pt x="0" y="114300"/>
                    </a:lnTo>
                    <a:lnTo>
                      <a:pt x="266700" y="0"/>
                    </a:lnTo>
                    <a:lnTo>
                      <a:pt x="800100" y="0"/>
                    </a:lnTo>
                    <a:close/>
                    <a:moveTo>
                      <a:pt x="723900" y="114300"/>
                    </a:moveTo>
                    <a:cubicBezTo>
                      <a:pt x="723900" y="89058"/>
                      <a:pt x="638651" y="68579"/>
                      <a:pt x="533400" y="68579"/>
                    </a:cubicBezTo>
                    <a:cubicBezTo>
                      <a:pt x="428148" y="68579"/>
                      <a:pt x="342900" y="89058"/>
                      <a:pt x="342900" y="114300"/>
                    </a:cubicBezTo>
                    <a:cubicBezTo>
                      <a:pt x="342900" y="139541"/>
                      <a:pt x="428148" y="160020"/>
                      <a:pt x="533400" y="160020"/>
                    </a:cubicBezTo>
                    <a:cubicBezTo>
                      <a:pt x="638651" y="160020"/>
                      <a:pt x="723900" y="139541"/>
                      <a:pt x="723900" y="114300"/>
                    </a:cubicBezTo>
                    <a:close/>
                  </a:path>
                </a:pathLst>
              </a:custGeom>
              <a:noFill/>
              <a:ln w="14287">
                <a:solidFill>
                  <a:srgbClr val="FFFFFF"/>
                </a:solidFill>
              </a:ln>
            </p:spPr>
            <p:txBody>
              <a:bodyPr rtlCol="0" anchor="ctr"/>
              <a:lstStyle/>
              <a:p>
                <a:pPr algn="ctr"/>
                <a:endParaRPr/>
              </a:p>
            </p:txBody>
          </p:sp>
        </p:grpSp>
        <p:grpSp>
          <p:nvGrpSpPr>
            <p:cNvPr id="9" name="Group 8">
              <a:extLst>
                <a:ext uri="{FF2B5EF4-FFF2-40B4-BE49-F238E27FC236}">
                  <a16:creationId xmlns:a16="http://schemas.microsoft.com/office/drawing/2014/main" id="{0274CC81-6CB7-1F54-860B-E6C40E7BFD5B}"/>
                </a:ext>
              </a:extLst>
            </p:cNvPr>
            <p:cNvGrpSpPr/>
            <p:nvPr/>
          </p:nvGrpSpPr>
          <p:grpSpPr>
            <a:xfrm>
              <a:off x="3870867" y="2107406"/>
              <a:ext cx="1066800" cy="3429001"/>
              <a:chOff x="3009902" y="1295400"/>
              <a:chExt cx="1066800" cy="3429001"/>
            </a:xfrm>
          </p:grpSpPr>
          <p:sp>
            <p:nvSpPr>
              <p:cNvPr id="85" name="Rounded Rectangle 4">
                <a:extLst>
                  <a:ext uri="{FF2B5EF4-FFF2-40B4-BE49-F238E27FC236}">
                    <a16:creationId xmlns:a16="http://schemas.microsoft.com/office/drawing/2014/main" id="{766B5E95-AE27-B2A8-558E-790CD390841F}"/>
                  </a:ext>
                </a:extLst>
              </p:cNvPr>
              <p:cNvSpPr/>
              <p:nvPr/>
            </p:nvSpPr>
            <p:spPr>
              <a:xfrm>
                <a:off x="3009902" y="1295400"/>
                <a:ext cx="1066800" cy="3429001"/>
              </a:xfrm>
              <a:custGeom>
                <a:avLst/>
                <a:gdLst/>
                <a:ahLst/>
                <a:cxnLst/>
                <a:rect l="0" t="0" r="0" b="0"/>
                <a:pathLst>
                  <a:path w="1066800" h="3429001">
                    <a:moveTo>
                      <a:pt x="426527" y="3284031"/>
                    </a:moveTo>
                    <a:lnTo>
                      <a:pt x="479867" y="3314511"/>
                    </a:lnTo>
                    <a:lnTo>
                      <a:pt x="495107" y="3268791"/>
                    </a:lnTo>
                    <a:lnTo>
                      <a:pt x="533397" y="3306891"/>
                    </a:lnTo>
                    <a:lnTo>
                      <a:pt x="571688" y="3268791"/>
                    </a:lnTo>
                    <a:lnTo>
                      <a:pt x="586928" y="3314511"/>
                    </a:lnTo>
                    <a:lnTo>
                      <a:pt x="640268" y="3284031"/>
                    </a:lnTo>
                    <a:lnTo>
                      <a:pt x="533397" y="3429001"/>
                    </a:lnTo>
                    <a:close/>
                    <a:moveTo>
                      <a:pt x="342897" y="2362201"/>
                    </a:moveTo>
                    <a:cubicBezTo>
                      <a:pt x="342897" y="2336951"/>
                      <a:pt x="428187" y="2316481"/>
                      <a:pt x="533397" y="2316481"/>
                    </a:cubicBezTo>
                    <a:cubicBezTo>
                      <a:pt x="638608" y="2316481"/>
                      <a:pt x="723897" y="2336951"/>
                      <a:pt x="723897" y="2362201"/>
                    </a:cubicBezTo>
                    <a:cubicBezTo>
                      <a:pt x="723897" y="2387452"/>
                      <a:pt x="638608" y="2407921"/>
                      <a:pt x="533397" y="2407921"/>
                    </a:cubicBezTo>
                    <a:cubicBezTo>
                      <a:pt x="428187" y="2407921"/>
                      <a:pt x="342897" y="2387452"/>
                      <a:pt x="342897" y="2362201"/>
                    </a:cubicBezTo>
                    <a:close/>
                    <a:moveTo>
                      <a:pt x="342897" y="1676401"/>
                    </a:moveTo>
                    <a:cubicBezTo>
                      <a:pt x="342897" y="1651151"/>
                      <a:pt x="428187" y="1630681"/>
                      <a:pt x="533397" y="1630681"/>
                    </a:cubicBezTo>
                    <a:cubicBezTo>
                      <a:pt x="638608" y="1630681"/>
                      <a:pt x="723897" y="1651151"/>
                      <a:pt x="723897" y="1676401"/>
                    </a:cubicBezTo>
                    <a:cubicBezTo>
                      <a:pt x="723897" y="1701652"/>
                      <a:pt x="638608" y="1722121"/>
                      <a:pt x="533397" y="1722121"/>
                    </a:cubicBezTo>
                    <a:cubicBezTo>
                      <a:pt x="428187" y="1722121"/>
                      <a:pt x="342897" y="1701652"/>
                      <a:pt x="342897" y="1676401"/>
                    </a:cubicBezTo>
                    <a:close/>
                    <a:moveTo>
                      <a:pt x="342897" y="990601"/>
                    </a:moveTo>
                    <a:cubicBezTo>
                      <a:pt x="342897" y="965351"/>
                      <a:pt x="428187" y="944881"/>
                      <a:pt x="533397" y="944881"/>
                    </a:cubicBezTo>
                    <a:cubicBezTo>
                      <a:pt x="638608" y="944881"/>
                      <a:pt x="723897" y="965351"/>
                      <a:pt x="723897" y="990601"/>
                    </a:cubicBezTo>
                    <a:cubicBezTo>
                      <a:pt x="723897" y="1015852"/>
                      <a:pt x="638608" y="1036321"/>
                      <a:pt x="533397" y="1036321"/>
                    </a:cubicBezTo>
                    <a:cubicBezTo>
                      <a:pt x="428187" y="1036321"/>
                      <a:pt x="342897" y="1015852"/>
                      <a:pt x="342897" y="990601"/>
                    </a:cubicBezTo>
                    <a:close/>
                    <a:moveTo>
                      <a:pt x="0" y="228600"/>
                    </a:moveTo>
                    <a:lnTo>
                      <a:pt x="266700" y="342900"/>
                    </a:lnTo>
                    <a:lnTo>
                      <a:pt x="800100" y="342900"/>
                    </a:lnTo>
                    <a:lnTo>
                      <a:pt x="1066800" y="228600"/>
                    </a:lnTo>
                    <a:lnTo>
                      <a:pt x="1066800" y="304800"/>
                    </a:lnTo>
                    <a:lnTo>
                      <a:pt x="800100" y="419100"/>
                    </a:lnTo>
                    <a:lnTo>
                      <a:pt x="266700" y="419100"/>
                    </a:lnTo>
                    <a:lnTo>
                      <a:pt x="0" y="304800"/>
                    </a:lnTo>
                    <a:close/>
                    <a:moveTo>
                      <a:pt x="0" y="152400"/>
                    </a:moveTo>
                    <a:lnTo>
                      <a:pt x="266700" y="266700"/>
                    </a:lnTo>
                    <a:lnTo>
                      <a:pt x="800100" y="266700"/>
                    </a:lnTo>
                    <a:lnTo>
                      <a:pt x="1066800" y="152400"/>
                    </a:lnTo>
                    <a:lnTo>
                      <a:pt x="1066800" y="228600"/>
                    </a:lnTo>
                    <a:lnTo>
                      <a:pt x="800100" y="342900"/>
                    </a:lnTo>
                    <a:lnTo>
                      <a:pt x="266700" y="342900"/>
                    </a:lnTo>
                    <a:lnTo>
                      <a:pt x="0" y="228600"/>
                    </a:lnTo>
                    <a:close/>
                    <a:moveTo>
                      <a:pt x="0" y="0"/>
                    </a:moveTo>
                    <a:lnTo>
                      <a:pt x="266700" y="114300"/>
                    </a:lnTo>
                    <a:lnTo>
                      <a:pt x="800100" y="114300"/>
                    </a:lnTo>
                    <a:lnTo>
                      <a:pt x="1066800" y="0"/>
                    </a:lnTo>
                    <a:lnTo>
                      <a:pt x="1066800" y="152400"/>
                    </a:lnTo>
                    <a:lnTo>
                      <a:pt x="800100" y="266700"/>
                    </a:lnTo>
                    <a:lnTo>
                      <a:pt x="266700" y="266700"/>
                    </a:lnTo>
                    <a:lnTo>
                      <a:pt x="0" y="152400"/>
                    </a:lnTo>
                    <a:close/>
                  </a:path>
                </a:pathLst>
              </a:custGeom>
              <a:solidFill>
                <a:srgbClr val="666666"/>
              </a:solidFill>
              <a:ln>
                <a:noFill/>
              </a:ln>
            </p:spPr>
            <p:txBody>
              <a:bodyPr rtlCol="0" anchor="ctr"/>
              <a:lstStyle/>
              <a:p>
                <a:pPr algn="ctr"/>
                <a:endParaRPr/>
              </a:p>
            </p:txBody>
          </p:sp>
          <p:sp>
            <p:nvSpPr>
              <p:cNvPr id="86" name="Rounded Rectangle 5">
                <a:extLst>
                  <a:ext uri="{FF2B5EF4-FFF2-40B4-BE49-F238E27FC236}">
                    <a16:creationId xmlns:a16="http://schemas.microsoft.com/office/drawing/2014/main" id="{B0F800D0-98B7-8A3A-B1D0-302ACB855F33}"/>
                  </a:ext>
                </a:extLst>
              </p:cNvPr>
              <p:cNvSpPr/>
              <p:nvPr/>
            </p:nvSpPr>
            <p:spPr>
              <a:xfrm>
                <a:off x="3009902" y="1295400"/>
                <a:ext cx="1066800" cy="3429001"/>
              </a:xfrm>
              <a:custGeom>
                <a:avLst/>
                <a:gdLst/>
                <a:ahLst/>
                <a:cxnLst/>
                <a:rect l="0" t="0" r="0" b="0"/>
                <a:pathLst>
                  <a:path w="1066800" h="3429001">
                    <a:moveTo>
                      <a:pt x="426527" y="3284031"/>
                    </a:moveTo>
                    <a:lnTo>
                      <a:pt x="479867" y="3314511"/>
                    </a:lnTo>
                    <a:lnTo>
                      <a:pt x="495107" y="3268791"/>
                    </a:lnTo>
                    <a:lnTo>
                      <a:pt x="533397" y="3306891"/>
                    </a:lnTo>
                    <a:lnTo>
                      <a:pt x="571688" y="3268791"/>
                    </a:lnTo>
                    <a:lnTo>
                      <a:pt x="586928" y="3314511"/>
                    </a:lnTo>
                    <a:lnTo>
                      <a:pt x="640268" y="3284031"/>
                    </a:lnTo>
                    <a:lnTo>
                      <a:pt x="533397" y="3429001"/>
                    </a:lnTo>
                    <a:close/>
                    <a:moveTo>
                      <a:pt x="342897" y="2362201"/>
                    </a:moveTo>
                    <a:cubicBezTo>
                      <a:pt x="342897" y="2336951"/>
                      <a:pt x="428187" y="2316481"/>
                      <a:pt x="533397" y="2316481"/>
                    </a:cubicBezTo>
                    <a:cubicBezTo>
                      <a:pt x="638608" y="2316481"/>
                      <a:pt x="723897" y="2336951"/>
                      <a:pt x="723897" y="2362201"/>
                    </a:cubicBezTo>
                    <a:cubicBezTo>
                      <a:pt x="723897" y="2387452"/>
                      <a:pt x="638608" y="2407921"/>
                      <a:pt x="533397" y="2407921"/>
                    </a:cubicBezTo>
                    <a:cubicBezTo>
                      <a:pt x="428187" y="2407921"/>
                      <a:pt x="342897" y="2387452"/>
                      <a:pt x="342897" y="2362201"/>
                    </a:cubicBezTo>
                    <a:close/>
                    <a:moveTo>
                      <a:pt x="342897" y="1676401"/>
                    </a:moveTo>
                    <a:cubicBezTo>
                      <a:pt x="342897" y="1651151"/>
                      <a:pt x="428187" y="1630681"/>
                      <a:pt x="533397" y="1630681"/>
                    </a:cubicBezTo>
                    <a:cubicBezTo>
                      <a:pt x="638608" y="1630681"/>
                      <a:pt x="723897" y="1651151"/>
                      <a:pt x="723897" y="1676401"/>
                    </a:cubicBezTo>
                    <a:cubicBezTo>
                      <a:pt x="723897" y="1701652"/>
                      <a:pt x="638608" y="1722121"/>
                      <a:pt x="533397" y="1722121"/>
                    </a:cubicBezTo>
                    <a:cubicBezTo>
                      <a:pt x="428187" y="1722121"/>
                      <a:pt x="342897" y="1701652"/>
                      <a:pt x="342897" y="1676401"/>
                    </a:cubicBezTo>
                    <a:close/>
                    <a:moveTo>
                      <a:pt x="342897" y="990601"/>
                    </a:moveTo>
                    <a:cubicBezTo>
                      <a:pt x="342897" y="965351"/>
                      <a:pt x="428187" y="944881"/>
                      <a:pt x="533397" y="944881"/>
                    </a:cubicBezTo>
                    <a:cubicBezTo>
                      <a:pt x="638608" y="944881"/>
                      <a:pt x="723897" y="965351"/>
                      <a:pt x="723897" y="990601"/>
                    </a:cubicBezTo>
                    <a:cubicBezTo>
                      <a:pt x="723897" y="1015852"/>
                      <a:pt x="638608" y="1036321"/>
                      <a:pt x="533397" y="1036321"/>
                    </a:cubicBezTo>
                    <a:cubicBezTo>
                      <a:pt x="428187" y="1036321"/>
                      <a:pt x="342897" y="1015852"/>
                      <a:pt x="342897" y="990601"/>
                    </a:cubicBezTo>
                    <a:close/>
                    <a:moveTo>
                      <a:pt x="0" y="228600"/>
                    </a:moveTo>
                    <a:lnTo>
                      <a:pt x="266700" y="342900"/>
                    </a:lnTo>
                    <a:lnTo>
                      <a:pt x="800100" y="342900"/>
                    </a:lnTo>
                    <a:lnTo>
                      <a:pt x="1066800" y="228600"/>
                    </a:lnTo>
                    <a:lnTo>
                      <a:pt x="1066800" y="304800"/>
                    </a:lnTo>
                    <a:lnTo>
                      <a:pt x="800100" y="419100"/>
                    </a:lnTo>
                    <a:lnTo>
                      <a:pt x="266700" y="419100"/>
                    </a:lnTo>
                    <a:lnTo>
                      <a:pt x="0" y="304800"/>
                    </a:lnTo>
                    <a:close/>
                    <a:moveTo>
                      <a:pt x="0" y="152400"/>
                    </a:moveTo>
                    <a:lnTo>
                      <a:pt x="266700" y="266700"/>
                    </a:lnTo>
                    <a:lnTo>
                      <a:pt x="800100" y="266700"/>
                    </a:lnTo>
                    <a:lnTo>
                      <a:pt x="1066800" y="152400"/>
                    </a:lnTo>
                    <a:lnTo>
                      <a:pt x="1066800" y="228600"/>
                    </a:lnTo>
                    <a:lnTo>
                      <a:pt x="800100" y="342900"/>
                    </a:lnTo>
                    <a:lnTo>
                      <a:pt x="266700" y="342900"/>
                    </a:lnTo>
                    <a:lnTo>
                      <a:pt x="0" y="228600"/>
                    </a:lnTo>
                    <a:close/>
                    <a:moveTo>
                      <a:pt x="0" y="0"/>
                    </a:moveTo>
                    <a:lnTo>
                      <a:pt x="266700" y="114300"/>
                    </a:lnTo>
                    <a:lnTo>
                      <a:pt x="800100" y="114300"/>
                    </a:lnTo>
                    <a:lnTo>
                      <a:pt x="1066800" y="0"/>
                    </a:lnTo>
                    <a:lnTo>
                      <a:pt x="1066800" y="152400"/>
                    </a:lnTo>
                    <a:lnTo>
                      <a:pt x="800100" y="266700"/>
                    </a:lnTo>
                    <a:lnTo>
                      <a:pt x="266700" y="266700"/>
                    </a:lnTo>
                    <a:lnTo>
                      <a:pt x="0" y="152400"/>
                    </a:lnTo>
                    <a:close/>
                  </a:path>
                </a:pathLst>
              </a:custGeom>
              <a:noFill/>
              <a:ln w="14287">
                <a:solidFill>
                  <a:srgbClr val="FFFFFF"/>
                </a:solidFill>
              </a:ln>
            </p:spPr>
            <p:txBody>
              <a:bodyPr rtlCol="0" anchor="ctr"/>
              <a:lstStyle/>
              <a:p>
                <a:pPr algn="ctr"/>
                <a:endParaRPr/>
              </a:p>
            </p:txBody>
          </p:sp>
        </p:grpSp>
        <p:grpSp>
          <p:nvGrpSpPr>
            <p:cNvPr id="10" name="Group 9">
              <a:extLst>
                <a:ext uri="{FF2B5EF4-FFF2-40B4-BE49-F238E27FC236}">
                  <a16:creationId xmlns:a16="http://schemas.microsoft.com/office/drawing/2014/main" id="{A84CD6F6-B0B9-5607-0034-ED63B8B527BA}"/>
                </a:ext>
              </a:extLst>
            </p:cNvPr>
            <p:cNvGrpSpPr/>
            <p:nvPr/>
          </p:nvGrpSpPr>
          <p:grpSpPr>
            <a:xfrm>
              <a:off x="4670965" y="4469606"/>
              <a:ext cx="266700" cy="457200"/>
              <a:chOff x="3810000" y="3657600"/>
              <a:chExt cx="266700" cy="457200"/>
            </a:xfrm>
          </p:grpSpPr>
          <p:sp>
            <p:nvSpPr>
              <p:cNvPr id="83" name="Rounded Rectangle 7">
                <a:extLst>
                  <a:ext uri="{FF2B5EF4-FFF2-40B4-BE49-F238E27FC236}">
                    <a16:creationId xmlns:a16="http://schemas.microsoft.com/office/drawing/2014/main" id="{D8211768-DB8D-3375-0412-E439D0201C88}"/>
                  </a:ext>
                </a:extLst>
              </p:cNvPr>
              <p:cNvSpPr/>
              <p:nvPr/>
            </p:nvSpPr>
            <p:spPr>
              <a:xfrm>
                <a:off x="3810000" y="3657600"/>
                <a:ext cx="266700" cy="457200"/>
              </a:xfrm>
              <a:custGeom>
                <a:avLst/>
                <a:gdLst/>
                <a:ahLst/>
                <a:cxnLst/>
                <a:rect l="0" t="0" r="0" b="0"/>
                <a:pathLst>
                  <a:path w="266700" h="457200">
                    <a:moveTo>
                      <a:pt x="0" y="114300"/>
                    </a:moveTo>
                    <a:lnTo>
                      <a:pt x="266700" y="0"/>
                    </a:lnTo>
                    <a:lnTo>
                      <a:pt x="266700" y="342900"/>
                    </a:lnTo>
                    <a:lnTo>
                      <a:pt x="0" y="457200"/>
                    </a:lnTo>
                    <a:close/>
                  </a:path>
                </a:pathLst>
              </a:custGeom>
              <a:solidFill>
                <a:srgbClr val="E0CB15"/>
              </a:solidFill>
              <a:ln>
                <a:noFill/>
              </a:ln>
            </p:spPr>
            <p:txBody>
              <a:bodyPr rtlCol="0" anchor="ctr"/>
              <a:lstStyle/>
              <a:p>
                <a:pPr algn="ctr"/>
                <a:endParaRPr/>
              </a:p>
            </p:txBody>
          </p:sp>
          <p:sp>
            <p:nvSpPr>
              <p:cNvPr id="84" name="Rounded Rectangle 8">
                <a:extLst>
                  <a:ext uri="{FF2B5EF4-FFF2-40B4-BE49-F238E27FC236}">
                    <a16:creationId xmlns:a16="http://schemas.microsoft.com/office/drawing/2014/main" id="{E5A1CF07-A837-3DA1-6EEC-40649250C049}"/>
                  </a:ext>
                </a:extLst>
              </p:cNvPr>
              <p:cNvSpPr/>
              <p:nvPr/>
            </p:nvSpPr>
            <p:spPr>
              <a:xfrm>
                <a:off x="3810000" y="3657600"/>
                <a:ext cx="266700" cy="457200"/>
              </a:xfrm>
              <a:custGeom>
                <a:avLst/>
                <a:gdLst/>
                <a:ahLst/>
                <a:cxnLst/>
                <a:rect l="0" t="0" r="0" b="0"/>
                <a:pathLst>
                  <a:path w="266700" h="457200">
                    <a:moveTo>
                      <a:pt x="0" y="114300"/>
                    </a:moveTo>
                    <a:lnTo>
                      <a:pt x="266700" y="0"/>
                    </a:lnTo>
                    <a:lnTo>
                      <a:pt x="266700" y="342900"/>
                    </a:lnTo>
                    <a:lnTo>
                      <a:pt x="0" y="457200"/>
                    </a:lnTo>
                    <a:close/>
                  </a:path>
                </a:pathLst>
              </a:custGeom>
              <a:noFill/>
              <a:ln w="14287">
                <a:solidFill>
                  <a:srgbClr val="FFFFFF"/>
                </a:solidFill>
              </a:ln>
            </p:spPr>
            <p:txBody>
              <a:bodyPr rtlCol="0" anchor="ctr"/>
              <a:lstStyle/>
              <a:p>
                <a:pPr algn="ctr"/>
                <a:endParaRPr/>
              </a:p>
            </p:txBody>
          </p:sp>
        </p:grpSp>
        <p:grpSp>
          <p:nvGrpSpPr>
            <p:cNvPr id="11" name="Group 10">
              <a:extLst>
                <a:ext uri="{FF2B5EF4-FFF2-40B4-BE49-F238E27FC236}">
                  <a16:creationId xmlns:a16="http://schemas.microsoft.com/office/drawing/2014/main" id="{FC43E22B-A6D1-2DB0-9B7B-2CFF1FDECC77}"/>
                </a:ext>
              </a:extLst>
            </p:cNvPr>
            <p:cNvGrpSpPr/>
            <p:nvPr/>
          </p:nvGrpSpPr>
          <p:grpSpPr>
            <a:xfrm>
              <a:off x="4137565" y="4583906"/>
              <a:ext cx="533400" cy="342900"/>
              <a:chOff x="3276600" y="3771900"/>
              <a:chExt cx="533400" cy="342900"/>
            </a:xfrm>
          </p:grpSpPr>
          <p:sp>
            <p:nvSpPr>
              <p:cNvPr id="81" name="Rounded Rectangle 10">
                <a:extLst>
                  <a:ext uri="{FF2B5EF4-FFF2-40B4-BE49-F238E27FC236}">
                    <a16:creationId xmlns:a16="http://schemas.microsoft.com/office/drawing/2014/main" id="{710A76FD-E44D-0663-5F70-865F9FC66E9D}"/>
                  </a:ext>
                </a:extLst>
              </p:cNvPr>
              <p:cNvSpPr/>
              <p:nvPr/>
            </p:nvSpPr>
            <p:spPr>
              <a:xfrm>
                <a:off x="3276600" y="3771900"/>
                <a:ext cx="533400" cy="342900"/>
              </a:xfrm>
              <a:custGeom>
                <a:avLst/>
                <a:gdLst/>
                <a:ahLst/>
                <a:cxnLst/>
                <a:rect l="0" t="0" r="0" b="0"/>
                <a:pathLst>
                  <a:path w="533400" h="342900">
                    <a:moveTo>
                      <a:pt x="533400" y="342900"/>
                    </a:moveTo>
                    <a:lnTo>
                      <a:pt x="0" y="342900"/>
                    </a:lnTo>
                    <a:lnTo>
                      <a:pt x="0" y="0"/>
                    </a:lnTo>
                    <a:lnTo>
                      <a:pt x="533400" y="0"/>
                    </a:lnTo>
                    <a:close/>
                  </a:path>
                </a:pathLst>
              </a:custGeom>
              <a:solidFill>
                <a:srgbClr val="E0CB15"/>
              </a:solidFill>
              <a:ln>
                <a:noFill/>
              </a:ln>
            </p:spPr>
            <p:txBody>
              <a:bodyPr rtlCol="0" anchor="ctr"/>
              <a:lstStyle/>
              <a:p>
                <a:pPr algn="ctr"/>
                <a:endParaRPr/>
              </a:p>
            </p:txBody>
          </p:sp>
          <p:sp>
            <p:nvSpPr>
              <p:cNvPr id="82" name="Rounded Rectangle 11">
                <a:extLst>
                  <a:ext uri="{FF2B5EF4-FFF2-40B4-BE49-F238E27FC236}">
                    <a16:creationId xmlns:a16="http://schemas.microsoft.com/office/drawing/2014/main" id="{52349952-8D1A-D112-E250-FAE1C9733039}"/>
                  </a:ext>
                </a:extLst>
              </p:cNvPr>
              <p:cNvSpPr/>
              <p:nvPr/>
            </p:nvSpPr>
            <p:spPr>
              <a:xfrm>
                <a:off x="3276600" y="3771900"/>
                <a:ext cx="533400" cy="342900"/>
              </a:xfrm>
              <a:custGeom>
                <a:avLst/>
                <a:gdLst/>
                <a:ahLst/>
                <a:cxnLst/>
                <a:rect l="0" t="0" r="0" b="0"/>
                <a:pathLst>
                  <a:path w="533400" h="342900">
                    <a:moveTo>
                      <a:pt x="533400" y="342900"/>
                    </a:moveTo>
                    <a:lnTo>
                      <a:pt x="0" y="342900"/>
                    </a:lnTo>
                    <a:lnTo>
                      <a:pt x="0" y="0"/>
                    </a:lnTo>
                    <a:lnTo>
                      <a:pt x="533400" y="0"/>
                    </a:lnTo>
                    <a:close/>
                  </a:path>
                </a:pathLst>
              </a:custGeom>
              <a:noFill/>
              <a:ln w="14287">
                <a:solidFill>
                  <a:srgbClr val="FFFFFF"/>
                </a:solidFill>
              </a:ln>
            </p:spPr>
            <p:txBody>
              <a:bodyPr rtlCol="0" anchor="ctr"/>
              <a:lstStyle/>
              <a:p>
                <a:pPr algn="ctr"/>
                <a:endParaRPr/>
              </a:p>
            </p:txBody>
          </p:sp>
        </p:grpSp>
        <p:grpSp>
          <p:nvGrpSpPr>
            <p:cNvPr id="12" name="Group 11">
              <a:extLst>
                <a:ext uri="{FF2B5EF4-FFF2-40B4-BE49-F238E27FC236}">
                  <a16:creationId xmlns:a16="http://schemas.microsoft.com/office/drawing/2014/main" id="{F81DE1FA-55F2-7E0B-59A9-B77E498BE0CB}"/>
                </a:ext>
              </a:extLst>
            </p:cNvPr>
            <p:cNvGrpSpPr/>
            <p:nvPr/>
          </p:nvGrpSpPr>
          <p:grpSpPr>
            <a:xfrm>
              <a:off x="3870865" y="4469606"/>
              <a:ext cx="266700" cy="457200"/>
              <a:chOff x="3009900" y="3657600"/>
              <a:chExt cx="266700" cy="457200"/>
            </a:xfrm>
          </p:grpSpPr>
          <p:sp>
            <p:nvSpPr>
              <p:cNvPr id="79" name="Rounded Rectangle 13">
                <a:extLst>
                  <a:ext uri="{FF2B5EF4-FFF2-40B4-BE49-F238E27FC236}">
                    <a16:creationId xmlns:a16="http://schemas.microsoft.com/office/drawing/2014/main" id="{5E13EF40-3CC2-511F-D4A7-DF886B3E2227}"/>
                  </a:ext>
                </a:extLst>
              </p:cNvPr>
              <p:cNvSpPr/>
              <p:nvPr/>
            </p:nvSpPr>
            <p:spPr>
              <a:xfrm>
                <a:off x="3009900" y="3657600"/>
                <a:ext cx="266700" cy="457200"/>
              </a:xfrm>
              <a:custGeom>
                <a:avLst/>
                <a:gdLst/>
                <a:ahLst/>
                <a:cxnLst/>
                <a:rect l="0" t="0" r="0" b="0"/>
                <a:pathLst>
                  <a:path w="266700" h="457200">
                    <a:moveTo>
                      <a:pt x="266700" y="457200"/>
                    </a:moveTo>
                    <a:lnTo>
                      <a:pt x="0" y="342900"/>
                    </a:lnTo>
                    <a:lnTo>
                      <a:pt x="0" y="0"/>
                    </a:lnTo>
                    <a:lnTo>
                      <a:pt x="266700" y="114300"/>
                    </a:lnTo>
                    <a:close/>
                  </a:path>
                </a:pathLst>
              </a:custGeom>
              <a:solidFill>
                <a:srgbClr val="E0CB15"/>
              </a:solidFill>
              <a:ln>
                <a:noFill/>
              </a:ln>
            </p:spPr>
            <p:txBody>
              <a:bodyPr rtlCol="0" anchor="ctr"/>
              <a:lstStyle/>
              <a:p>
                <a:pPr algn="ctr"/>
                <a:endParaRPr/>
              </a:p>
            </p:txBody>
          </p:sp>
          <p:sp>
            <p:nvSpPr>
              <p:cNvPr id="80" name="Rounded Rectangle 14">
                <a:extLst>
                  <a:ext uri="{FF2B5EF4-FFF2-40B4-BE49-F238E27FC236}">
                    <a16:creationId xmlns:a16="http://schemas.microsoft.com/office/drawing/2014/main" id="{E18B9504-273A-B550-C3D4-DBEA51684BDA}"/>
                  </a:ext>
                </a:extLst>
              </p:cNvPr>
              <p:cNvSpPr/>
              <p:nvPr/>
            </p:nvSpPr>
            <p:spPr>
              <a:xfrm>
                <a:off x="3009900" y="3657600"/>
                <a:ext cx="266700" cy="457200"/>
              </a:xfrm>
              <a:custGeom>
                <a:avLst/>
                <a:gdLst/>
                <a:ahLst/>
                <a:cxnLst/>
                <a:rect l="0" t="0" r="0" b="0"/>
                <a:pathLst>
                  <a:path w="266700" h="457200">
                    <a:moveTo>
                      <a:pt x="266700" y="457200"/>
                    </a:moveTo>
                    <a:lnTo>
                      <a:pt x="0" y="342900"/>
                    </a:lnTo>
                    <a:lnTo>
                      <a:pt x="0" y="0"/>
                    </a:lnTo>
                    <a:lnTo>
                      <a:pt x="266700" y="114300"/>
                    </a:lnTo>
                    <a:close/>
                  </a:path>
                </a:pathLst>
              </a:custGeom>
              <a:noFill/>
              <a:ln w="14287">
                <a:solidFill>
                  <a:srgbClr val="FFFFFF"/>
                </a:solidFill>
              </a:ln>
            </p:spPr>
            <p:txBody>
              <a:bodyPr rtlCol="0" anchor="ctr"/>
              <a:lstStyle/>
              <a:p>
                <a:pPr algn="ctr"/>
                <a:endParaRPr/>
              </a:p>
            </p:txBody>
          </p:sp>
        </p:grpSp>
        <p:grpSp>
          <p:nvGrpSpPr>
            <p:cNvPr id="13" name="Group 12">
              <a:extLst>
                <a:ext uri="{FF2B5EF4-FFF2-40B4-BE49-F238E27FC236}">
                  <a16:creationId xmlns:a16="http://schemas.microsoft.com/office/drawing/2014/main" id="{C6D05BCE-A1B3-EA49-9811-C6D278313723}"/>
                </a:ext>
              </a:extLst>
            </p:cNvPr>
            <p:cNvGrpSpPr/>
            <p:nvPr/>
          </p:nvGrpSpPr>
          <p:grpSpPr>
            <a:xfrm>
              <a:off x="4670965" y="3783806"/>
              <a:ext cx="266700" cy="457200"/>
              <a:chOff x="3810000" y="2971800"/>
              <a:chExt cx="266700" cy="457200"/>
            </a:xfrm>
          </p:grpSpPr>
          <p:sp>
            <p:nvSpPr>
              <p:cNvPr id="77" name="Rounded Rectangle 16">
                <a:extLst>
                  <a:ext uri="{FF2B5EF4-FFF2-40B4-BE49-F238E27FC236}">
                    <a16:creationId xmlns:a16="http://schemas.microsoft.com/office/drawing/2014/main" id="{AB88BEB4-1095-099D-7BD3-2B372CF5BAFB}"/>
                  </a:ext>
                </a:extLst>
              </p:cNvPr>
              <p:cNvSpPr/>
              <p:nvPr/>
            </p:nvSpPr>
            <p:spPr>
              <a:xfrm>
                <a:off x="3810000" y="2971800"/>
                <a:ext cx="266700" cy="457200"/>
              </a:xfrm>
              <a:custGeom>
                <a:avLst/>
                <a:gdLst/>
                <a:ahLst/>
                <a:cxnLst/>
                <a:rect l="0" t="0" r="0" b="0"/>
                <a:pathLst>
                  <a:path w="266700" h="457200">
                    <a:moveTo>
                      <a:pt x="0" y="114300"/>
                    </a:moveTo>
                    <a:lnTo>
                      <a:pt x="266700" y="0"/>
                    </a:lnTo>
                    <a:lnTo>
                      <a:pt x="266700" y="342900"/>
                    </a:lnTo>
                    <a:lnTo>
                      <a:pt x="0" y="457200"/>
                    </a:lnTo>
                    <a:close/>
                  </a:path>
                </a:pathLst>
              </a:custGeom>
              <a:solidFill>
                <a:srgbClr val="92BD39"/>
              </a:solidFill>
              <a:ln>
                <a:noFill/>
              </a:ln>
            </p:spPr>
            <p:txBody>
              <a:bodyPr rtlCol="0" anchor="ctr"/>
              <a:lstStyle/>
              <a:p>
                <a:pPr algn="ctr"/>
                <a:endParaRPr/>
              </a:p>
            </p:txBody>
          </p:sp>
          <p:sp>
            <p:nvSpPr>
              <p:cNvPr id="78" name="Rounded Rectangle 17">
                <a:extLst>
                  <a:ext uri="{FF2B5EF4-FFF2-40B4-BE49-F238E27FC236}">
                    <a16:creationId xmlns:a16="http://schemas.microsoft.com/office/drawing/2014/main" id="{1090AC9B-1475-3492-3D85-7462EBA9373A}"/>
                  </a:ext>
                </a:extLst>
              </p:cNvPr>
              <p:cNvSpPr/>
              <p:nvPr/>
            </p:nvSpPr>
            <p:spPr>
              <a:xfrm>
                <a:off x="3810000" y="2971800"/>
                <a:ext cx="266700" cy="457200"/>
              </a:xfrm>
              <a:custGeom>
                <a:avLst/>
                <a:gdLst/>
                <a:ahLst/>
                <a:cxnLst/>
                <a:rect l="0" t="0" r="0" b="0"/>
                <a:pathLst>
                  <a:path w="266700" h="457200">
                    <a:moveTo>
                      <a:pt x="0" y="114300"/>
                    </a:moveTo>
                    <a:lnTo>
                      <a:pt x="266700" y="0"/>
                    </a:lnTo>
                    <a:lnTo>
                      <a:pt x="266700" y="342900"/>
                    </a:lnTo>
                    <a:lnTo>
                      <a:pt x="0" y="457200"/>
                    </a:lnTo>
                    <a:close/>
                  </a:path>
                </a:pathLst>
              </a:custGeom>
              <a:noFill/>
              <a:ln w="14287">
                <a:solidFill>
                  <a:srgbClr val="FFFFFF"/>
                </a:solidFill>
              </a:ln>
            </p:spPr>
            <p:txBody>
              <a:bodyPr rtlCol="0" anchor="ctr"/>
              <a:lstStyle/>
              <a:p>
                <a:pPr algn="ctr"/>
                <a:endParaRPr/>
              </a:p>
            </p:txBody>
          </p:sp>
        </p:grpSp>
        <p:grpSp>
          <p:nvGrpSpPr>
            <p:cNvPr id="14" name="Group 13">
              <a:extLst>
                <a:ext uri="{FF2B5EF4-FFF2-40B4-BE49-F238E27FC236}">
                  <a16:creationId xmlns:a16="http://schemas.microsoft.com/office/drawing/2014/main" id="{5FF5D604-88BA-518E-C562-1F9F49F101B5}"/>
                </a:ext>
              </a:extLst>
            </p:cNvPr>
            <p:cNvGrpSpPr/>
            <p:nvPr/>
          </p:nvGrpSpPr>
          <p:grpSpPr>
            <a:xfrm>
              <a:off x="4137565" y="3898106"/>
              <a:ext cx="533400" cy="342900"/>
              <a:chOff x="3276600" y="3086100"/>
              <a:chExt cx="533400" cy="342900"/>
            </a:xfrm>
          </p:grpSpPr>
          <p:sp>
            <p:nvSpPr>
              <p:cNvPr id="75" name="Rounded Rectangle 19">
                <a:extLst>
                  <a:ext uri="{FF2B5EF4-FFF2-40B4-BE49-F238E27FC236}">
                    <a16:creationId xmlns:a16="http://schemas.microsoft.com/office/drawing/2014/main" id="{33AE55DD-FC39-334D-7EF6-F94D9F2F672F}"/>
                  </a:ext>
                </a:extLst>
              </p:cNvPr>
              <p:cNvSpPr/>
              <p:nvPr/>
            </p:nvSpPr>
            <p:spPr>
              <a:xfrm>
                <a:off x="3276600" y="3086100"/>
                <a:ext cx="533400" cy="342900"/>
              </a:xfrm>
              <a:custGeom>
                <a:avLst/>
                <a:gdLst/>
                <a:ahLst/>
                <a:cxnLst/>
                <a:rect l="0" t="0" r="0" b="0"/>
                <a:pathLst>
                  <a:path w="533400" h="342900">
                    <a:moveTo>
                      <a:pt x="533400" y="342900"/>
                    </a:moveTo>
                    <a:lnTo>
                      <a:pt x="0" y="342900"/>
                    </a:lnTo>
                    <a:lnTo>
                      <a:pt x="0" y="0"/>
                    </a:lnTo>
                    <a:lnTo>
                      <a:pt x="533400" y="0"/>
                    </a:lnTo>
                    <a:close/>
                  </a:path>
                </a:pathLst>
              </a:custGeom>
              <a:solidFill>
                <a:srgbClr val="92BD39"/>
              </a:solidFill>
              <a:ln>
                <a:noFill/>
              </a:ln>
            </p:spPr>
            <p:txBody>
              <a:bodyPr rtlCol="0" anchor="ctr"/>
              <a:lstStyle/>
              <a:p>
                <a:pPr algn="ctr"/>
                <a:endParaRPr/>
              </a:p>
            </p:txBody>
          </p:sp>
          <p:sp>
            <p:nvSpPr>
              <p:cNvPr id="76" name="Rounded Rectangle 20">
                <a:extLst>
                  <a:ext uri="{FF2B5EF4-FFF2-40B4-BE49-F238E27FC236}">
                    <a16:creationId xmlns:a16="http://schemas.microsoft.com/office/drawing/2014/main" id="{4A115ADC-1EAC-49CA-7241-8ABBC017300B}"/>
                  </a:ext>
                </a:extLst>
              </p:cNvPr>
              <p:cNvSpPr/>
              <p:nvPr/>
            </p:nvSpPr>
            <p:spPr>
              <a:xfrm>
                <a:off x="3276600" y="3086100"/>
                <a:ext cx="533400" cy="342900"/>
              </a:xfrm>
              <a:custGeom>
                <a:avLst/>
                <a:gdLst/>
                <a:ahLst/>
                <a:cxnLst/>
                <a:rect l="0" t="0" r="0" b="0"/>
                <a:pathLst>
                  <a:path w="533400" h="342900">
                    <a:moveTo>
                      <a:pt x="533400" y="342900"/>
                    </a:moveTo>
                    <a:lnTo>
                      <a:pt x="0" y="342900"/>
                    </a:lnTo>
                    <a:lnTo>
                      <a:pt x="0" y="0"/>
                    </a:lnTo>
                    <a:lnTo>
                      <a:pt x="533400" y="0"/>
                    </a:lnTo>
                    <a:close/>
                  </a:path>
                </a:pathLst>
              </a:custGeom>
              <a:noFill/>
              <a:ln w="14287">
                <a:solidFill>
                  <a:srgbClr val="FFFFFF"/>
                </a:solidFill>
              </a:ln>
            </p:spPr>
            <p:txBody>
              <a:bodyPr rtlCol="0" anchor="ctr"/>
              <a:lstStyle/>
              <a:p>
                <a:pPr algn="ctr"/>
                <a:endParaRPr/>
              </a:p>
            </p:txBody>
          </p:sp>
        </p:grpSp>
        <p:grpSp>
          <p:nvGrpSpPr>
            <p:cNvPr id="15" name="Group 14">
              <a:extLst>
                <a:ext uri="{FF2B5EF4-FFF2-40B4-BE49-F238E27FC236}">
                  <a16:creationId xmlns:a16="http://schemas.microsoft.com/office/drawing/2014/main" id="{03AC0F1B-2586-FC5E-0F77-AFACE93B5AB3}"/>
                </a:ext>
              </a:extLst>
            </p:cNvPr>
            <p:cNvGrpSpPr/>
            <p:nvPr/>
          </p:nvGrpSpPr>
          <p:grpSpPr>
            <a:xfrm>
              <a:off x="3870865" y="3783806"/>
              <a:ext cx="266700" cy="457200"/>
              <a:chOff x="3009900" y="2971800"/>
              <a:chExt cx="266700" cy="457200"/>
            </a:xfrm>
          </p:grpSpPr>
          <p:sp>
            <p:nvSpPr>
              <p:cNvPr id="73" name="Rounded Rectangle 22">
                <a:extLst>
                  <a:ext uri="{FF2B5EF4-FFF2-40B4-BE49-F238E27FC236}">
                    <a16:creationId xmlns:a16="http://schemas.microsoft.com/office/drawing/2014/main" id="{F59FD419-8907-9638-7081-11AAF3D053BA}"/>
                  </a:ext>
                </a:extLst>
              </p:cNvPr>
              <p:cNvSpPr/>
              <p:nvPr/>
            </p:nvSpPr>
            <p:spPr>
              <a:xfrm>
                <a:off x="3009900" y="2971800"/>
                <a:ext cx="266700" cy="457200"/>
              </a:xfrm>
              <a:custGeom>
                <a:avLst/>
                <a:gdLst/>
                <a:ahLst/>
                <a:cxnLst/>
                <a:rect l="0" t="0" r="0" b="0"/>
                <a:pathLst>
                  <a:path w="266700" h="457200">
                    <a:moveTo>
                      <a:pt x="266700" y="457200"/>
                    </a:moveTo>
                    <a:lnTo>
                      <a:pt x="0" y="342900"/>
                    </a:lnTo>
                    <a:lnTo>
                      <a:pt x="0" y="0"/>
                    </a:lnTo>
                    <a:lnTo>
                      <a:pt x="266700" y="114300"/>
                    </a:lnTo>
                    <a:close/>
                  </a:path>
                </a:pathLst>
              </a:custGeom>
              <a:solidFill>
                <a:srgbClr val="92BD39"/>
              </a:solidFill>
              <a:ln>
                <a:noFill/>
              </a:ln>
            </p:spPr>
            <p:txBody>
              <a:bodyPr rtlCol="0" anchor="ctr"/>
              <a:lstStyle/>
              <a:p>
                <a:pPr algn="ctr"/>
                <a:endParaRPr/>
              </a:p>
            </p:txBody>
          </p:sp>
          <p:sp>
            <p:nvSpPr>
              <p:cNvPr id="74" name="Rounded Rectangle 23">
                <a:extLst>
                  <a:ext uri="{FF2B5EF4-FFF2-40B4-BE49-F238E27FC236}">
                    <a16:creationId xmlns:a16="http://schemas.microsoft.com/office/drawing/2014/main" id="{8B7A0920-39AC-FF25-254C-1CA784933073}"/>
                  </a:ext>
                </a:extLst>
              </p:cNvPr>
              <p:cNvSpPr/>
              <p:nvPr/>
            </p:nvSpPr>
            <p:spPr>
              <a:xfrm>
                <a:off x="3009900" y="2971800"/>
                <a:ext cx="266700" cy="457200"/>
              </a:xfrm>
              <a:custGeom>
                <a:avLst/>
                <a:gdLst/>
                <a:ahLst/>
                <a:cxnLst/>
                <a:rect l="0" t="0" r="0" b="0"/>
                <a:pathLst>
                  <a:path w="266700" h="457200">
                    <a:moveTo>
                      <a:pt x="266700" y="457200"/>
                    </a:moveTo>
                    <a:lnTo>
                      <a:pt x="0" y="342900"/>
                    </a:lnTo>
                    <a:lnTo>
                      <a:pt x="0" y="0"/>
                    </a:lnTo>
                    <a:lnTo>
                      <a:pt x="266700" y="114300"/>
                    </a:lnTo>
                    <a:close/>
                  </a:path>
                </a:pathLst>
              </a:custGeom>
              <a:noFill/>
              <a:ln w="14287">
                <a:solidFill>
                  <a:srgbClr val="FFFFFF"/>
                </a:solidFill>
              </a:ln>
            </p:spPr>
            <p:txBody>
              <a:bodyPr rtlCol="0" anchor="ctr"/>
              <a:lstStyle/>
              <a:p>
                <a:pPr algn="ctr"/>
                <a:endParaRPr/>
              </a:p>
            </p:txBody>
          </p:sp>
        </p:grpSp>
        <p:grpSp>
          <p:nvGrpSpPr>
            <p:cNvPr id="16" name="Group 15">
              <a:extLst>
                <a:ext uri="{FF2B5EF4-FFF2-40B4-BE49-F238E27FC236}">
                  <a16:creationId xmlns:a16="http://schemas.microsoft.com/office/drawing/2014/main" id="{6AEFDD40-00E3-58F9-973C-00C0AE7835C1}"/>
                </a:ext>
              </a:extLst>
            </p:cNvPr>
            <p:cNvGrpSpPr/>
            <p:nvPr/>
          </p:nvGrpSpPr>
          <p:grpSpPr>
            <a:xfrm>
              <a:off x="4670965" y="3098006"/>
              <a:ext cx="266700" cy="457200"/>
              <a:chOff x="3810000" y="2286000"/>
              <a:chExt cx="266700" cy="457200"/>
            </a:xfrm>
          </p:grpSpPr>
          <p:sp>
            <p:nvSpPr>
              <p:cNvPr id="71" name="Rounded Rectangle 25">
                <a:extLst>
                  <a:ext uri="{FF2B5EF4-FFF2-40B4-BE49-F238E27FC236}">
                    <a16:creationId xmlns:a16="http://schemas.microsoft.com/office/drawing/2014/main" id="{32FEEBFF-AFD3-2AEC-7DD2-414C12369505}"/>
                  </a:ext>
                </a:extLst>
              </p:cNvPr>
              <p:cNvSpPr/>
              <p:nvPr/>
            </p:nvSpPr>
            <p:spPr>
              <a:xfrm>
                <a:off x="3810000" y="2286000"/>
                <a:ext cx="266700" cy="457200"/>
              </a:xfrm>
              <a:custGeom>
                <a:avLst/>
                <a:gdLst/>
                <a:ahLst/>
                <a:cxnLst/>
                <a:rect l="0" t="0" r="0" b="0"/>
                <a:pathLst>
                  <a:path w="266700" h="457200">
                    <a:moveTo>
                      <a:pt x="0" y="114300"/>
                    </a:moveTo>
                    <a:lnTo>
                      <a:pt x="266700" y="0"/>
                    </a:lnTo>
                    <a:lnTo>
                      <a:pt x="266700" y="342900"/>
                    </a:lnTo>
                    <a:lnTo>
                      <a:pt x="0" y="457200"/>
                    </a:lnTo>
                    <a:close/>
                  </a:path>
                </a:pathLst>
              </a:custGeom>
              <a:solidFill>
                <a:srgbClr val="3CC583"/>
              </a:solidFill>
              <a:ln>
                <a:noFill/>
              </a:ln>
            </p:spPr>
            <p:txBody>
              <a:bodyPr rtlCol="0" anchor="ctr"/>
              <a:lstStyle/>
              <a:p>
                <a:pPr algn="ctr"/>
                <a:endParaRPr/>
              </a:p>
            </p:txBody>
          </p:sp>
          <p:sp>
            <p:nvSpPr>
              <p:cNvPr id="72" name="Rounded Rectangle 26">
                <a:extLst>
                  <a:ext uri="{FF2B5EF4-FFF2-40B4-BE49-F238E27FC236}">
                    <a16:creationId xmlns:a16="http://schemas.microsoft.com/office/drawing/2014/main" id="{C2EE53EB-D73B-AEEC-59CF-E65F5EAF576B}"/>
                  </a:ext>
                </a:extLst>
              </p:cNvPr>
              <p:cNvSpPr/>
              <p:nvPr/>
            </p:nvSpPr>
            <p:spPr>
              <a:xfrm>
                <a:off x="3810000" y="2286000"/>
                <a:ext cx="266700" cy="457200"/>
              </a:xfrm>
              <a:custGeom>
                <a:avLst/>
                <a:gdLst/>
                <a:ahLst/>
                <a:cxnLst/>
                <a:rect l="0" t="0" r="0" b="0"/>
                <a:pathLst>
                  <a:path w="266700" h="457200">
                    <a:moveTo>
                      <a:pt x="0" y="114300"/>
                    </a:moveTo>
                    <a:lnTo>
                      <a:pt x="266700" y="0"/>
                    </a:lnTo>
                    <a:lnTo>
                      <a:pt x="266700" y="342900"/>
                    </a:lnTo>
                    <a:lnTo>
                      <a:pt x="0" y="457200"/>
                    </a:lnTo>
                    <a:close/>
                  </a:path>
                </a:pathLst>
              </a:custGeom>
              <a:noFill/>
              <a:ln w="14287">
                <a:solidFill>
                  <a:srgbClr val="FFFFFF"/>
                </a:solidFill>
              </a:ln>
            </p:spPr>
            <p:txBody>
              <a:bodyPr rtlCol="0" anchor="ctr"/>
              <a:lstStyle/>
              <a:p>
                <a:pPr algn="ctr"/>
                <a:endParaRPr/>
              </a:p>
            </p:txBody>
          </p:sp>
        </p:grpSp>
        <p:grpSp>
          <p:nvGrpSpPr>
            <p:cNvPr id="17" name="Group 16">
              <a:extLst>
                <a:ext uri="{FF2B5EF4-FFF2-40B4-BE49-F238E27FC236}">
                  <a16:creationId xmlns:a16="http://schemas.microsoft.com/office/drawing/2014/main" id="{EA90317B-D991-7D69-7928-E29BF1209720}"/>
                </a:ext>
              </a:extLst>
            </p:cNvPr>
            <p:cNvGrpSpPr/>
            <p:nvPr/>
          </p:nvGrpSpPr>
          <p:grpSpPr>
            <a:xfrm>
              <a:off x="4137565" y="3212306"/>
              <a:ext cx="533400" cy="342900"/>
              <a:chOff x="3276600" y="2400300"/>
              <a:chExt cx="533400" cy="342900"/>
            </a:xfrm>
          </p:grpSpPr>
          <p:sp>
            <p:nvSpPr>
              <p:cNvPr id="69" name="Rounded Rectangle 28">
                <a:extLst>
                  <a:ext uri="{FF2B5EF4-FFF2-40B4-BE49-F238E27FC236}">
                    <a16:creationId xmlns:a16="http://schemas.microsoft.com/office/drawing/2014/main" id="{757D13BB-E70B-C82F-A33D-4C4FF190C408}"/>
                  </a:ext>
                </a:extLst>
              </p:cNvPr>
              <p:cNvSpPr/>
              <p:nvPr/>
            </p:nvSpPr>
            <p:spPr>
              <a:xfrm>
                <a:off x="3276600" y="2400300"/>
                <a:ext cx="533400" cy="342900"/>
              </a:xfrm>
              <a:custGeom>
                <a:avLst/>
                <a:gdLst/>
                <a:ahLst/>
                <a:cxnLst/>
                <a:rect l="0" t="0" r="0" b="0"/>
                <a:pathLst>
                  <a:path w="533400" h="342900">
                    <a:moveTo>
                      <a:pt x="533400" y="342900"/>
                    </a:moveTo>
                    <a:lnTo>
                      <a:pt x="0" y="342900"/>
                    </a:lnTo>
                    <a:lnTo>
                      <a:pt x="0" y="0"/>
                    </a:lnTo>
                    <a:lnTo>
                      <a:pt x="533400" y="0"/>
                    </a:lnTo>
                    <a:close/>
                  </a:path>
                </a:pathLst>
              </a:custGeom>
              <a:solidFill>
                <a:srgbClr val="3CC583"/>
              </a:solidFill>
              <a:ln>
                <a:noFill/>
              </a:ln>
            </p:spPr>
            <p:txBody>
              <a:bodyPr rtlCol="0" anchor="ctr"/>
              <a:lstStyle/>
              <a:p>
                <a:pPr algn="ctr"/>
                <a:endParaRPr/>
              </a:p>
            </p:txBody>
          </p:sp>
          <p:sp>
            <p:nvSpPr>
              <p:cNvPr id="70" name="Rounded Rectangle 29">
                <a:extLst>
                  <a:ext uri="{FF2B5EF4-FFF2-40B4-BE49-F238E27FC236}">
                    <a16:creationId xmlns:a16="http://schemas.microsoft.com/office/drawing/2014/main" id="{920FFA58-D1BB-AB0E-6336-0A1DDFCBB38A}"/>
                  </a:ext>
                </a:extLst>
              </p:cNvPr>
              <p:cNvSpPr/>
              <p:nvPr/>
            </p:nvSpPr>
            <p:spPr>
              <a:xfrm>
                <a:off x="3276600" y="2400300"/>
                <a:ext cx="533400" cy="342900"/>
              </a:xfrm>
              <a:custGeom>
                <a:avLst/>
                <a:gdLst/>
                <a:ahLst/>
                <a:cxnLst/>
                <a:rect l="0" t="0" r="0" b="0"/>
                <a:pathLst>
                  <a:path w="533400" h="342900">
                    <a:moveTo>
                      <a:pt x="533400" y="342900"/>
                    </a:moveTo>
                    <a:lnTo>
                      <a:pt x="0" y="342900"/>
                    </a:lnTo>
                    <a:lnTo>
                      <a:pt x="0" y="0"/>
                    </a:lnTo>
                    <a:lnTo>
                      <a:pt x="533400" y="0"/>
                    </a:lnTo>
                    <a:close/>
                  </a:path>
                </a:pathLst>
              </a:custGeom>
              <a:noFill/>
              <a:ln w="14287">
                <a:solidFill>
                  <a:srgbClr val="FFFFFF"/>
                </a:solidFill>
              </a:ln>
            </p:spPr>
            <p:txBody>
              <a:bodyPr rtlCol="0" anchor="ctr"/>
              <a:lstStyle/>
              <a:p>
                <a:pPr algn="ctr"/>
                <a:endParaRPr/>
              </a:p>
            </p:txBody>
          </p:sp>
        </p:grpSp>
        <p:grpSp>
          <p:nvGrpSpPr>
            <p:cNvPr id="18" name="Group 17">
              <a:extLst>
                <a:ext uri="{FF2B5EF4-FFF2-40B4-BE49-F238E27FC236}">
                  <a16:creationId xmlns:a16="http://schemas.microsoft.com/office/drawing/2014/main" id="{34CBE004-7A8B-2D57-5B33-8CAFD4EB728A}"/>
                </a:ext>
              </a:extLst>
            </p:cNvPr>
            <p:cNvGrpSpPr/>
            <p:nvPr/>
          </p:nvGrpSpPr>
          <p:grpSpPr>
            <a:xfrm>
              <a:off x="3870865" y="3098006"/>
              <a:ext cx="266700" cy="457200"/>
              <a:chOff x="3009900" y="2286000"/>
              <a:chExt cx="266700" cy="457200"/>
            </a:xfrm>
          </p:grpSpPr>
          <p:sp>
            <p:nvSpPr>
              <p:cNvPr id="67" name="Rounded Rectangle 31">
                <a:extLst>
                  <a:ext uri="{FF2B5EF4-FFF2-40B4-BE49-F238E27FC236}">
                    <a16:creationId xmlns:a16="http://schemas.microsoft.com/office/drawing/2014/main" id="{D8D820F3-4007-277F-8F5B-417B895BC874}"/>
                  </a:ext>
                </a:extLst>
              </p:cNvPr>
              <p:cNvSpPr/>
              <p:nvPr/>
            </p:nvSpPr>
            <p:spPr>
              <a:xfrm>
                <a:off x="3009900" y="2286000"/>
                <a:ext cx="266700" cy="457200"/>
              </a:xfrm>
              <a:custGeom>
                <a:avLst/>
                <a:gdLst/>
                <a:ahLst/>
                <a:cxnLst/>
                <a:rect l="0" t="0" r="0" b="0"/>
                <a:pathLst>
                  <a:path w="266700" h="457200">
                    <a:moveTo>
                      <a:pt x="266700" y="457200"/>
                    </a:moveTo>
                    <a:lnTo>
                      <a:pt x="0" y="342900"/>
                    </a:lnTo>
                    <a:lnTo>
                      <a:pt x="0" y="0"/>
                    </a:lnTo>
                    <a:lnTo>
                      <a:pt x="266700" y="114300"/>
                    </a:lnTo>
                    <a:close/>
                  </a:path>
                </a:pathLst>
              </a:custGeom>
              <a:solidFill>
                <a:srgbClr val="3CC583"/>
              </a:solidFill>
              <a:ln>
                <a:noFill/>
              </a:ln>
            </p:spPr>
            <p:txBody>
              <a:bodyPr rtlCol="0" anchor="ctr"/>
              <a:lstStyle/>
              <a:p>
                <a:pPr algn="ctr"/>
                <a:endParaRPr/>
              </a:p>
            </p:txBody>
          </p:sp>
          <p:sp>
            <p:nvSpPr>
              <p:cNvPr id="68" name="Rounded Rectangle 32">
                <a:extLst>
                  <a:ext uri="{FF2B5EF4-FFF2-40B4-BE49-F238E27FC236}">
                    <a16:creationId xmlns:a16="http://schemas.microsoft.com/office/drawing/2014/main" id="{68E90965-EC32-AEE9-5510-68F97A1D89C6}"/>
                  </a:ext>
                </a:extLst>
              </p:cNvPr>
              <p:cNvSpPr/>
              <p:nvPr/>
            </p:nvSpPr>
            <p:spPr>
              <a:xfrm>
                <a:off x="3009900" y="2286000"/>
                <a:ext cx="266700" cy="457200"/>
              </a:xfrm>
              <a:custGeom>
                <a:avLst/>
                <a:gdLst/>
                <a:ahLst/>
                <a:cxnLst/>
                <a:rect l="0" t="0" r="0" b="0"/>
                <a:pathLst>
                  <a:path w="266700" h="457200">
                    <a:moveTo>
                      <a:pt x="266700" y="457200"/>
                    </a:moveTo>
                    <a:lnTo>
                      <a:pt x="0" y="342900"/>
                    </a:lnTo>
                    <a:lnTo>
                      <a:pt x="0" y="0"/>
                    </a:lnTo>
                    <a:lnTo>
                      <a:pt x="266700" y="114300"/>
                    </a:lnTo>
                    <a:close/>
                  </a:path>
                </a:pathLst>
              </a:custGeom>
              <a:noFill/>
              <a:ln w="14287">
                <a:solidFill>
                  <a:srgbClr val="FFFFFF"/>
                </a:solidFill>
              </a:ln>
            </p:spPr>
            <p:txBody>
              <a:bodyPr rtlCol="0" anchor="ctr"/>
              <a:lstStyle/>
              <a:p>
                <a:pPr algn="ctr"/>
                <a:endParaRPr/>
              </a:p>
            </p:txBody>
          </p:sp>
        </p:grpSp>
        <p:grpSp>
          <p:nvGrpSpPr>
            <p:cNvPr id="19" name="Group 18">
              <a:extLst>
                <a:ext uri="{FF2B5EF4-FFF2-40B4-BE49-F238E27FC236}">
                  <a16:creationId xmlns:a16="http://schemas.microsoft.com/office/drawing/2014/main" id="{0C62723A-EF06-0F23-F490-7C82D3790BDA}"/>
                </a:ext>
              </a:extLst>
            </p:cNvPr>
            <p:cNvGrpSpPr/>
            <p:nvPr/>
          </p:nvGrpSpPr>
          <p:grpSpPr>
            <a:xfrm>
              <a:off x="4670967" y="2412206"/>
              <a:ext cx="266700" cy="457200"/>
              <a:chOff x="3810002" y="1600200"/>
              <a:chExt cx="266700" cy="457200"/>
            </a:xfrm>
          </p:grpSpPr>
          <p:sp>
            <p:nvSpPr>
              <p:cNvPr id="65" name="Rounded Rectangle 34">
                <a:extLst>
                  <a:ext uri="{FF2B5EF4-FFF2-40B4-BE49-F238E27FC236}">
                    <a16:creationId xmlns:a16="http://schemas.microsoft.com/office/drawing/2014/main" id="{C2A8B506-CAE6-EDD3-552D-BAC0E34FE7A6}"/>
                  </a:ext>
                </a:extLst>
              </p:cNvPr>
              <p:cNvSpPr/>
              <p:nvPr/>
            </p:nvSpPr>
            <p:spPr>
              <a:xfrm>
                <a:off x="3810002" y="1600200"/>
                <a:ext cx="266700" cy="457200"/>
              </a:xfrm>
              <a:custGeom>
                <a:avLst/>
                <a:gdLst/>
                <a:ahLst/>
                <a:cxnLst/>
                <a:rect l="0" t="0" r="0" b="0"/>
                <a:pathLst>
                  <a:path w="266700" h="457200">
                    <a:moveTo>
                      <a:pt x="0" y="114300"/>
                    </a:moveTo>
                    <a:lnTo>
                      <a:pt x="266700" y="0"/>
                    </a:lnTo>
                    <a:lnTo>
                      <a:pt x="266700" y="342900"/>
                    </a:lnTo>
                    <a:lnTo>
                      <a:pt x="0" y="457200"/>
                    </a:lnTo>
                    <a:close/>
                  </a:path>
                </a:pathLst>
              </a:custGeom>
              <a:solidFill>
                <a:srgbClr val="1EABDA"/>
              </a:solidFill>
              <a:ln>
                <a:noFill/>
              </a:ln>
            </p:spPr>
            <p:txBody>
              <a:bodyPr rtlCol="0" anchor="ctr"/>
              <a:lstStyle/>
              <a:p>
                <a:pPr algn="ctr"/>
                <a:endParaRPr/>
              </a:p>
            </p:txBody>
          </p:sp>
          <p:sp>
            <p:nvSpPr>
              <p:cNvPr id="66" name="Rounded Rectangle 35">
                <a:extLst>
                  <a:ext uri="{FF2B5EF4-FFF2-40B4-BE49-F238E27FC236}">
                    <a16:creationId xmlns:a16="http://schemas.microsoft.com/office/drawing/2014/main" id="{CBABA175-AD89-69FB-3927-1B035ACF1E8A}"/>
                  </a:ext>
                </a:extLst>
              </p:cNvPr>
              <p:cNvSpPr/>
              <p:nvPr/>
            </p:nvSpPr>
            <p:spPr>
              <a:xfrm>
                <a:off x="3810002" y="1600200"/>
                <a:ext cx="266700" cy="457200"/>
              </a:xfrm>
              <a:custGeom>
                <a:avLst/>
                <a:gdLst/>
                <a:ahLst/>
                <a:cxnLst/>
                <a:rect l="0" t="0" r="0" b="0"/>
                <a:pathLst>
                  <a:path w="266700" h="457200">
                    <a:moveTo>
                      <a:pt x="0" y="114300"/>
                    </a:moveTo>
                    <a:lnTo>
                      <a:pt x="266700" y="0"/>
                    </a:lnTo>
                    <a:lnTo>
                      <a:pt x="266700" y="342900"/>
                    </a:lnTo>
                    <a:lnTo>
                      <a:pt x="0" y="457200"/>
                    </a:lnTo>
                    <a:close/>
                  </a:path>
                </a:pathLst>
              </a:custGeom>
              <a:noFill/>
              <a:ln w="14287">
                <a:solidFill>
                  <a:srgbClr val="FFFFFF"/>
                </a:solidFill>
              </a:ln>
            </p:spPr>
            <p:txBody>
              <a:bodyPr rtlCol="0" anchor="ctr"/>
              <a:lstStyle/>
              <a:p>
                <a:pPr algn="ctr"/>
                <a:endParaRPr/>
              </a:p>
            </p:txBody>
          </p:sp>
        </p:grpSp>
        <p:grpSp>
          <p:nvGrpSpPr>
            <p:cNvPr id="20" name="Group 19">
              <a:extLst>
                <a:ext uri="{FF2B5EF4-FFF2-40B4-BE49-F238E27FC236}">
                  <a16:creationId xmlns:a16="http://schemas.microsoft.com/office/drawing/2014/main" id="{98E286B4-F187-4A9C-C890-B5CBDE53AE6A}"/>
                </a:ext>
              </a:extLst>
            </p:cNvPr>
            <p:cNvGrpSpPr/>
            <p:nvPr/>
          </p:nvGrpSpPr>
          <p:grpSpPr>
            <a:xfrm>
              <a:off x="4137567" y="2526506"/>
              <a:ext cx="533400" cy="342900"/>
              <a:chOff x="3276602" y="1714500"/>
              <a:chExt cx="533400" cy="342900"/>
            </a:xfrm>
          </p:grpSpPr>
          <p:sp>
            <p:nvSpPr>
              <p:cNvPr id="63" name="Rounded Rectangle 37">
                <a:extLst>
                  <a:ext uri="{FF2B5EF4-FFF2-40B4-BE49-F238E27FC236}">
                    <a16:creationId xmlns:a16="http://schemas.microsoft.com/office/drawing/2014/main" id="{61DB98F9-773A-AB2C-89E3-0D14D7AE4B93}"/>
                  </a:ext>
                </a:extLst>
              </p:cNvPr>
              <p:cNvSpPr/>
              <p:nvPr/>
            </p:nvSpPr>
            <p:spPr>
              <a:xfrm>
                <a:off x="3276602" y="1714500"/>
                <a:ext cx="533400" cy="342900"/>
              </a:xfrm>
              <a:custGeom>
                <a:avLst/>
                <a:gdLst/>
                <a:ahLst/>
                <a:cxnLst/>
                <a:rect l="0" t="0" r="0" b="0"/>
                <a:pathLst>
                  <a:path w="533400" h="342900">
                    <a:moveTo>
                      <a:pt x="533400" y="342900"/>
                    </a:moveTo>
                    <a:lnTo>
                      <a:pt x="0" y="342900"/>
                    </a:lnTo>
                    <a:lnTo>
                      <a:pt x="0" y="0"/>
                    </a:lnTo>
                    <a:lnTo>
                      <a:pt x="533400" y="0"/>
                    </a:lnTo>
                    <a:close/>
                  </a:path>
                </a:pathLst>
              </a:custGeom>
              <a:solidFill>
                <a:srgbClr val="1EABDA"/>
              </a:solidFill>
              <a:ln>
                <a:noFill/>
              </a:ln>
            </p:spPr>
            <p:txBody>
              <a:bodyPr rtlCol="0" anchor="ctr"/>
              <a:lstStyle/>
              <a:p>
                <a:pPr algn="ctr"/>
                <a:endParaRPr/>
              </a:p>
            </p:txBody>
          </p:sp>
          <p:sp>
            <p:nvSpPr>
              <p:cNvPr id="64" name="Rounded Rectangle 38">
                <a:extLst>
                  <a:ext uri="{FF2B5EF4-FFF2-40B4-BE49-F238E27FC236}">
                    <a16:creationId xmlns:a16="http://schemas.microsoft.com/office/drawing/2014/main" id="{23763162-B1A6-5B8D-7C26-8345D52BD250}"/>
                  </a:ext>
                </a:extLst>
              </p:cNvPr>
              <p:cNvSpPr/>
              <p:nvPr/>
            </p:nvSpPr>
            <p:spPr>
              <a:xfrm>
                <a:off x="3276602" y="1714500"/>
                <a:ext cx="533400" cy="342900"/>
              </a:xfrm>
              <a:custGeom>
                <a:avLst/>
                <a:gdLst/>
                <a:ahLst/>
                <a:cxnLst/>
                <a:rect l="0" t="0" r="0" b="0"/>
                <a:pathLst>
                  <a:path w="533400" h="342900">
                    <a:moveTo>
                      <a:pt x="533400" y="342900"/>
                    </a:moveTo>
                    <a:lnTo>
                      <a:pt x="0" y="342900"/>
                    </a:lnTo>
                    <a:lnTo>
                      <a:pt x="0" y="0"/>
                    </a:lnTo>
                    <a:lnTo>
                      <a:pt x="533400" y="0"/>
                    </a:lnTo>
                    <a:close/>
                  </a:path>
                </a:pathLst>
              </a:custGeom>
              <a:noFill/>
              <a:ln w="14287">
                <a:solidFill>
                  <a:srgbClr val="FFFFFF"/>
                </a:solidFill>
              </a:ln>
            </p:spPr>
            <p:txBody>
              <a:bodyPr rtlCol="0" anchor="ctr"/>
              <a:lstStyle/>
              <a:p>
                <a:pPr algn="ctr"/>
                <a:endParaRPr/>
              </a:p>
            </p:txBody>
          </p:sp>
        </p:grpSp>
        <p:grpSp>
          <p:nvGrpSpPr>
            <p:cNvPr id="21" name="Group 20">
              <a:extLst>
                <a:ext uri="{FF2B5EF4-FFF2-40B4-BE49-F238E27FC236}">
                  <a16:creationId xmlns:a16="http://schemas.microsoft.com/office/drawing/2014/main" id="{96AFE29B-41F5-D422-ABFA-487E570759C7}"/>
                </a:ext>
              </a:extLst>
            </p:cNvPr>
            <p:cNvGrpSpPr/>
            <p:nvPr/>
          </p:nvGrpSpPr>
          <p:grpSpPr>
            <a:xfrm>
              <a:off x="3870867" y="2412206"/>
              <a:ext cx="266700" cy="457200"/>
              <a:chOff x="3009902" y="1600200"/>
              <a:chExt cx="266700" cy="457200"/>
            </a:xfrm>
          </p:grpSpPr>
          <p:sp>
            <p:nvSpPr>
              <p:cNvPr id="60" name="Rounded Rectangle 40">
                <a:extLst>
                  <a:ext uri="{FF2B5EF4-FFF2-40B4-BE49-F238E27FC236}">
                    <a16:creationId xmlns:a16="http://schemas.microsoft.com/office/drawing/2014/main" id="{7A7A4030-E169-1CAE-C533-97EE33BA4B3F}"/>
                  </a:ext>
                </a:extLst>
              </p:cNvPr>
              <p:cNvSpPr/>
              <p:nvPr/>
            </p:nvSpPr>
            <p:spPr>
              <a:xfrm>
                <a:off x="3009902" y="1600200"/>
                <a:ext cx="266700" cy="457200"/>
              </a:xfrm>
              <a:custGeom>
                <a:avLst/>
                <a:gdLst/>
                <a:ahLst/>
                <a:cxnLst/>
                <a:rect l="0" t="0" r="0" b="0"/>
                <a:pathLst>
                  <a:path w="266700" h="457200">
                    <a:moveTo>
                      <a:pt x="266700" y="457200"/>
                    </a:moveTo>
                    <a:lnTo>
                      <a:pt x="0" y="342900"/>
                    </a:lnTo>
                    <a:lnTo>
                      <a:pt x="0" y="0"/>
                    </a:lnTo>
                    <a:lnTo>
                      <a:pt x="266700" y="114300"/>
                    </a:lnTo>
                    <a:close/>
                  </a:path>
                </a:pathLst>
              </a:custGeom>
              <a:solidFill>
                <a:srgbClr val="1EABDA"/>
              </a:solidFill>
              <a:ln>
                <a:noFill/>
              </a:ln>
            </p:spPr>
            <p:txBody>
              <a:bodyPr rtlCol="0" anchor="ctr"/>
              <a:lstStyle/>
              <a:p>
                <a:pPr algn="ctr"/>
                <a:endParaRPr/>
              </a:p>
            </p:txBody>
          </p:sp>
          <p:sp>
            <p:nvSpPr>
              <p:cNvPr id="62" name="Rounded Rectangle 41">
                <a:extLst>
                  <a:ext uri="{FF2B5EF4-FFF2-40B4-BE49-F238E27FC236}">
                    <a16:creationId xmlns:a16="http://schemas.microsoft.com/office/drawing/2014/main" id="{B1A5ED9D-2FE7-7E7A-FAE3-3E153AAFF929}"/>
                  </a:ext>
                </a:extLst>
              </p:cNvPr>
              <p:cNvSpPr/>
              <p:nvPr/>
            </p:nvSpPr>
            <p:spPr>
              <a:xfrm>
                <a:off x="3009902" y="1600200"/>
                <a:ext cx="266700" cy="457200"/>
              </a:xfrm>
              <a:custGeom>
                <a:avLst/>
                <a:gdLst/>
                <a:ahLst/>
                <a:cxnLst/>
                <a:rect l="0" t="0" r="0" b="0"/>
                <a:pathLst>
                  <a:path w="266700" h="457200">
                    <a:moveTo>
                      <a:pt x="266700" y="457200"/>
                    </a:moveTo>
                    <a:lnTo>
                      <a:pt x="0" y="342900"/>
                    </a:lnTo>
                    <a:lnTo>
                      <a:pt x="0" y="0"/>
                    </a:lnTo>
                    <a:lnTo>
                      <a:pt x="266700" y="114300"/>
                    </a:lnTo>
                    <a:close/>
                  </a:path>
                </a:pathLst>
              </a:custGeom>
              <a:noFill/>
              <a:ln w="14287">
                <a:solidFill>
                  <a:srgbClr val="FFFFFF"/>
                </a:solidFill>
              </a:ln>
            </p:spPr>
            <p:txBody>
              <a:bodyPr rtlCol="0" anchor="ctr"/>
              <a:lstStyle/>
              <a:p>
                <a:pPr algn="ctr"/>
                <a:endParaRPr/>
              </a:p>
            </p:txBody>
          </p:sp>
        </p:grpSp>
        <p:grpSp>
          <p:nvGrpSpPr>
            <p:cNvPr id="22" name="Group 21">
              <a:extLst>
                <a:ext uri="{FF2B5EF4-FFF2-40B4-BE49-F238E27FC236}">
                  <a16:creationId xmlns:a16="http://schemas.microsoft.com/office/drawing/2014/main" id="{DC2863CC-F8C5-76DD-8024-8C9FB6072F30}"/>
                </a:ext>
              </a:extLst>
            </p:cNvPr>
            <p:cNvGrpSpPr/>
            <p:nvPr/>
          </p:nvGrpSpPr>
          <p:grpSpPr>
            <a:xfrm>
              <a:off x="3865818" y="1840706"/>
              <a:ext cx="1076896" cy="381000"/>
              <a:chOff x="3004853" y="1028700"/>
              <a:chExt cx="1076896" cy="381000"/>
            </a:xfrm>
          </p:grpSpPr>
          <p:sp>
            <p:nvSpPr>
              <p:cNvPr id="35" name="Rounded Rectangle 43">
                <a:extLst>
                  <a:ext uri="{FF2B5EF4-FFF2-40B4-BE49-F238E27FC236}">
                    <a16:creationId xmlns:a16="http://schemas.microsoft.com/office/drawing/2014/main" id="{674ADE68-5646-45B8-0174-2AB733B61BD1}"/>
                  </a:ext>
                </a:extLst>
              </p:cNvPr>
              <p:cNvSpPr/>
              <p:nvPr/>
            </p:nvSpPr>
            <p:spPr>
              <a:xfrm>
                <a:off x="3004853" y="1028700"/>
                <a:ext cx="1076894" cy="381000"/>
              </a:xfrm>
              <a:custGeom>
                <a:avLst/>
                <a:gdLst/>
                <a:ahLst/>
                <a:cxnLst/>
                <a:rect l="0" t="0" r="0" b="0"/>
                <a:pathLst>
                  <a:path w="1076894" h="381000">
                    <a:moveTo>
                      <a:pt x="5048" y="266700"/>
                    </a:moveTo>
                    <a:cubicBezTo>
                      <a:pt x="5048" y="266700"/>
                      <a:pt x="0" y="0"/>
                      <a:pt x="538448" y="0"/>
                    </a:cubicBezTo>
                    <a:cubicBezTo>
                      <a:pt x="1076894" y="0"/>
                      <a:pt x="1071846" y="266700"/>
                      <a:pt x="1071846" y="266700"/>
                    </a:cubicBezTo>
                    <a:lnTo>
                      <a:pt x="805148" y="381000"/>
                    </a:lnTo>
                    <a:lnTo>
                      <a:pt x="271748" y="381000"/>
                    </a:lnTo>
                    <a:close/>
                  </a:path>
                </a:pathLst>
              </a:custGeom>
              <a:solidFill>
                <a:srgbClr val="1EABDA"/>
              </a:solidFill>
              <a:ln>
                <a:noFill/>
              </a:ln>
            </p:spPr>
            <p:txBody>
              <a:bodyPr rtlCol="0" anchor="ctr"/>
              <a:lstStyle/>
              <a:p>
                <a:pPr algn="ctr"/>
                <a:endParaRPr/>
              </a:p>
            </p:txBody>
          </p:sp>
          <p:sp>
            <p:nvSpPr>
              <p:cNvPr id="36" name="Rounded Rectangle 44">
                <a:extLst>
                  <a:ext uri="{FF2B5EF4-FFF2-40B4-BE49-F238E27FC236}">
                    <a16:creationId xmlns:a16="http://schemas.microsoft.com/office/drawing/2014/main" id="{FE9B184B-607A-4F66-1E1C-B10188D61950}"/>
                  </a:ext>
                </a:extLst>
              </p:cNvPr>
              <p:cNvSpPr/>
              <p:nvPr/>
            </p:nvSpPr>
            <p:spPr>
              <a:xfrm>
                <a:off x="3004853" y="1028700"/>
                <a:ext cx="1076896" cy="381000"/>
              </a:xfrm>
              <a:custGeom>
                <a:avLst/>
                <a:gdLst/>
                <a:ahLst/>
                <a:cxnLst/>
                <a:rect l="0" t="0" r="0" b="0"/>
                <a:pathLst>
                  <a:path w="1076896" h="381000">
                    <a:moveTo>
                      <a:pt x="5048" y="266700"/>
                    </a:moveTo>
                    <a:cubicBezTo>
                      <a:pt x="5048" y="266700"/>
                      <a:pt x="0" y="0"/>
                      <a:pt x="538448" y="0"/>
                    </a:cubicBezTo>
                    <a:cubicBezTo>
                      <a:pt x="1076896" y="0"/>
                      <a:pt x="1071848" y="266700"/>
                      <a:pt x="1071848" y="266700"/>
                    </a:cubicBezTo>
                    <a:lnTo>
                      <a:pt x="805148" y="381000"/>
                    </a:lnTo>
                    <a:lnTo>
                      <a:pt x="271748" y="381000"/>
                    </a:lnTo>
                    <a:close/>
                  </a:path>
                </a:pathLst>
              </a:custGeom>
              <a:noFill/>
              <a:ln w="14287">
                <a:solidFill>
                  <a:srgbClr val="FFFFFF"/>
                </a:solidFill>
              </a:ln>
            </p:spPr>
            <p:txBody>
              <a:bodyPr rtlCol="0" anchor="ctr"/>
              <a:lstStyle/>
              <a:p>
                <a:pPr algn="ctr"/>
                <a:endParaRPr/>
              </a:p>
            </p:txBody>
          </p:sp>
        </p:grpSp>
        <p:sp>
          <p:nvSpPr>
            <p:cNvPr id="23" name="TextBox 22">
              <a:extLst>
                <a:ext uri="{FF2B5EF4-FFF2-40B4-BE49-F238E27FC236}">
                  <a16:creationId xmlns:a16="http://schemas.microsoft.com/office/drawing/2014/main" id="{80395EAE-DB41-899B-F86B-CDB6A6D9C494}"/>
                </a:ext>
              </a:extLst>
            </p:cNvPr>
            <p:cNvSpPr txBox="1"/>
            <p:nvPr/>
          </p:nvSpPr>
          <p:spPr>
            <a:xfrm>
              <a:off x="1164890" y="3742848"/>
              <a:ext cx="1863013" cy="412190"/>
            </a:xfrm>
            <a:prstGeom prst="rect">
              <a:avLst/>
            </a:prstGeom>
            <a:noFill/>
            <a:ln>
              <a:noFill/>
            </a:ln>
          </p:spPr>
          <p:txBody>
            <a:bodyPr wrap="none" lIns="0" tIns="0" rIns="0" bIns="0" anchor="t">
              <a:spAutoFit/>
            </a:bodyPr>
            <a:lstStyle/>
            <a:p>
              <a:pPr algn="r"/>
              <a:r>
                <a:rPr sz="2000" b="1" dirty="0" err="1">
                  <a:solidFill>
                    <a:srgbClr val="424736"/>
                  </a:solidFill>
                  <a:latin typeface="+mj-lt"/>
                </a:rPr>
                <a:t>Arquitectura</a:t>
              </a:r>
              <a:r>
                <a:rPr sz="2000" b="1" dirty="0">
                  <a:solidFill>
                    <a:srgbClr val="424736"/>
                  </a:solidFill>
                  <a:latin typeface="+mj-lt"/>
                </a:rPr>
                <a:t> Simple y
Modular</a:t>
              </a:r>
            </a:p>
          </p:txBody>
        </p:sp>
        <p:sp>
          <p:nvSpPr>
            <p:cNvPr id="24" name="TextBox 23">
              <a:extLst>
                <a:ext uri="{FF2B5EF4-FFF2-40B4-BE49-F238E27FC236}">
                  <a16:creationId xmlns:a16="http://schemas.microsoft.com/office/drawing/2014/main" id="{9E1BFECD-A4F1-4E2C-BD13-84A7048236B7}"/>
                </a:ext>
              </a:extLst>
            </p:cNvPr>
            <p:cNvSpPr txBox="1"/>
            <p:nvPr/>
          </p:nvSpPr>
          <p:spPr>
            <a:xfrm>
              <a:off x="5794914" y="3551366"/>
              <a:ext cx="1662714" cy="288533"/>
            </a:xfrm>
            <a:prstGeom prst="rect">
              <a:avLst/>
            </a:prstGeom>
            <a:noFill/>
            <a:ln>
              <a:noFill/>
            </a:ln>
          </p:spPr>
          <p:txBody>
            <a:bodyPr wrap="square" lIns="0" tIns="0" rIns="0" bIns="0" anchor="t">
              <a:spAutoFit/>
            </a:bodyPr>
            <a:lstStyle/>
            <a:p>
              <a:pPr algn="l"/>
              <a:r>
                <a:rPr sz="1400" b="0" dirty="0">
                  <a:solidFill>
                    <a:srgbClr val="374840"/>
                  </a:solidFill>
                  <a:latin typeface="+mj-lt"/>
                </a:rPr>
                <a:t>Supera a Inception </a:t>
              </a:r>
              <a:r>
                <a:rPr sz="1400" b="0" dirty="0" err="1">
                  <a:solidFill>
                    <a:srgbClr val="374840"/>
                  </a:solidFill>
                  <a:latin typeface="+mj-lt"/>
                </a:rPr>
                <a:t>en</a:t>
              </a:r>
              <a:r>
                <a:rPr lang="es-CL" sz="1400" dirty="0">
                  <a:solidFill>
                    <a:srgbClr val="374840"/>
                  </a:solidFill>
                  <a:latin typeface="+mj-lt"/>
                </a:rPr>
                <a:t> </a:t>
              </a:r>
              <a:r>
                <a:rPr sz="1400" b="0" dirty="0">
                  <a:solidFill>
                    <a:srgbClr val="374840"/>
                  </a:solidFill>
                  <a:latin typeface="+mj-lt"/>
                </a:rPr>
                <a:t>benchmarks</a:t>
              </a:r>
              <a:r>
                <a:rPr lang="es-CL" sz="1400" b="0" dirty="0">
                  <a:solidFill>
                    <a:srgbClr val="374840"/>
                  </a:solidFill>
                  <a:latin typeface="+mj-lt"/>
                </a:rPr>
                <a:t> como </a:t>
              </a:r>
              <a:r>
                <a:rPr lang="es-CL" sz="1400" b="0" dirty="0" err="1">
                  <a:solidFill>
                    <a:srgbClr val="374840"/>
                  </a:solidFill>
                  <a:latin typeface="+mj-lt"/>
                </a:rPr>
                <a:t>ImageNet</a:t>
              </a:r>
              <a:endParaRPr sz="1400" b="0" dirty="0">
                <a:solidFill>
                  <a:srgbClr val="374840"/>
                </a:solidFill>
                <a:latin typeface="+mj-lt"/>
              </a:endParaRPr>
            </a:p>
          </p:txBody>
        </p:sp>
        <p:sp>
          <p:nvSpPr>
            <p:cNvPr id="25" name="TextBox 24">
              <a:extLst>
                <a:ext uri="{FF2B5EF4-FFF2-40B4-BE49-F238E27FC236}">
                  <a16:creationId xmlns:a16="http://schemas.microsoft.com/office/drawing/2014/main" id="{C2A69F09-9B62-797A-B4EF-865E3FCE7A0E}"/>
                </a:ext>
              </a:extLst>
            </p:cNvPr>
            <p:cNvSpPr txBox="1"/>
            <p:nvPr/>
          </p:nvSpPr>
          <p:spPr>
            <a:xfrm>
              <a:off x="5794914" y="3076341"/>
              <a:ext cx="1105613" cy="412190"/>
            </a:xfrm>
            <a:prstGeom prst="rect">
              <a:avLst/>
            </a:prstGeom>
            <a:noFill/>
            <a:ln>
              <a:noFill/>
            </a:ln>
          </p:spPr>
          <p:txBody>
            <a:bodyPr wrap="none" lIns="0" tIns="0" rIns="0" bIns="0" anchor="t">
              <a:spAutoFit/>
            </a:bodyPr>
            <a:lstStyle/>
            <a:p>
              <a:pPr algn="l"/>
              <a:r>
                <a:rPr sz="2000" b="1" dirty="0" err="1">
                  <a:solidFill>
                    <a:srgbClr val="374840"/>
                  </a:solidFill>
                  <a:latin typeface="+mj-lt"/>
                </a:rPr>
                <a:t>Rendimiento</a:t>
              </a:r>
              <a:r>
                <a:rPr sz="2000" b="1" dirty="0">
                  <a:solidFill>
                    <a:srgbClr val="374840"/>
                  </a:solidFill>
                  <a:latin typeface="+mj-lt"/>
                </a:rPr>
                <a:t>
</a:t>
              </a:r>
              <a:r>
                <a:rPr sz="2000" b="1" dirty="0" err="1">
                  <a:solidFill>
                    <a:srgbClr val="374840"/>
                  </a:solidFill>
                  <a:latin typeface="+mj-lt"/>
                </a:rPr>
                <a:t>Competitivo</a:t>
              </a:r>
              <a:endParaRPr sz="2000" b="1" dirty="0">
                <a:solidFill>
                  <a:srgbClr val="374840"/>
                </a:solidFill>
                <a:latin typeface="+mj-lt"/>
              </a:endParaRPr>
            </a:p>
          </p:txBody>
        </p:sp>
        <p:sp>
          <p:nvSpPr>
            <p:cNvPr id="26" name="TextBox 25">
              <a:extLst>
                <a:ext uri="{FF2B5EF4-FFF2-40B4-BE49-F238E27FC236}">
                  <a16:creationId xmlns:a16="http://schemas.microsoft.com/office/drawing/2014/main" id="{21777489-2093-B50D-BBCB-724B50E6E48B}"/>
                </a:ext>
              </a:extLst>
            </p:cNvPr>
            <p:cNvSpPr txBox="1"/>
            <p:nvPr/>
          </p:nvSpPr>
          <p:spPr>
            <a:xfrm>
              <a:off x="1034941" y="2746339"/>
              <a:ext cx="1978675" cy="432800"/>
            </a:xfrm>
            <a:prstGeom prst="rect">
              <a:avLst/>
            </a:prstGeom>
            <a:noFill/>
            <a:ln>
              <a:noFill/>
            </a:ln>
          </p:spPr>
          <p:txBody>
            <a:bodyPr wrap="square" lIns="0" tIns="0" rIns="0" bIns="0" anchor="t">
              <a:spAutoFit/>
            </a:bodyPr>
            <a:lstStyle/>
            <a:p>
              <a:pPr algn="r"/>
              <a:r>
                <a:rPr sz="1400" b="0" dirty="0">
                  <a:solidFill>
                    <a:srgbClr val="32444A"/>
                  </a:solidFill>
                  <a:latin typeface="+mj-lt"/>
                </a:rPr>
                <a:t>Menos </a:t>
              </a:r>
              <a:r>
                <a:rPr sz="1400" b="0" dirty="0" err="1">
                  <a:solidFill>
                    <a:srgbClr val="32444A"/>
                  </a:solidFill>
                  <a:latin typeface="+mj-lt"/>
                </a:rPr>
                <a:t>parámetros</a:t>
              </a:r>
              <a:r>
                <a:rPr sz="1400" b="0" dirty="0">
                  <a:solidFill>
                    <a:srgbClr val="32444A"/>
                  </a:solidFill>
                  <a:latin typeface="+mj-lt"/>
                </a:rPr>
                <a:t> y</a:t>
              </a:r>
              <a:r>
                <a:rPr lang="es-CL" sz="1400" b="0" dirty="0">
                  <a:solidFill>
                    <a:srgbClr val="32444A"/>
                  </a:solidFill>
                  <a:latin typeface="+mj-lt"/>
                </a:rPr>
                <a:t> </a:t>
              </a:r>
              <a:r>
                <a:rPr sz="1400" b="0" dirty="0" err="1">
                  <a:solidFill>
                    <a:srgbClr val="32444A"/>
                  </a:solidFill>
                  <a:latin typeface="+mj-lt"/>
                </a:rPr>
                <a:t>operaciones</a:t>
              </a:r>
              <a:r>
                <a:rPr sz="1400" b="0" dirty="0">
                  <a:solidFill>
                    <a:srgbClr val="32444A"/>
                  </a:solidFill>
                  <a:latin typeface="+mj-lt"/>
                </a:rPr>
                <a:t> para un</a:t>
              </a:r>
              <a:r>
                <a:rPr lang="es-CL" sz="1400" b="0" dirty="0">
                  <a:solidFill>
                    <a:srgbClr val="32444A"/>
                  </a:solidFill>
                  <a:latin typeface="+mj-lt"/>
                </a:rPr>
                <a:t> </a:t>
              </a:r>
              <a:r>
                <a:rPr sz="1400" b="0" dirty="0" err="1">
                  <a:solidFill>
                    <a:srgbClr val="32444A"/>
                  </a:solidFill>
                  <a:latin typeface="+mj-lt"/>
                </a:rPr>
                <a:t>rendimiento</a:t>
              </a:r>
              <a:r>
                <a:rPr sz="1400" b="0" dirty="0">
                  <a:solidFill>
                    <a:srgbClr val="32444A"/>
                  </a:solidFill>
                  <a:latin typeface="+mj-lt"/>
                </a:rPr>
                <a:t> </a:t>
              </a:r>
              <a:r>
                <a:rPr sz="1400" b="0" dirty="0" err="1">
                  <a:solidFill>
                    <a:srgbClr val="32444A"/>
                  </a:solidFill>
                  <a:latin typeface="+mj-lt"/>
                </a:rPr>
                <a:t>más</a:t>
              </a:r>
              <a:r>
                <a:rPr sz="1400" b="0" dirty="0">
                  <a:solidFill>
                    <a:srgbClr val="32444A"/>
                  </a:solidFill>
                  <a:latin typeface="+mj-lt"/>
                </a:rPr>
                <a:t> </a:t>
              </a:r>
              <a:r>
                <a:rPr sz="1400" b="0" dirty="0" err="1">
                  <a:solidFill>
                    <a:srgbClr val="32444A"/>
                  </a:solidFill>
                  <a:latin typeface="+mj-lt"/>
                </a:rPr>
                <a:t>rápido</a:t>
              </a:r>
              <a:r>
                <a:rPr lang="es-CL" sz="1400" b="0" dirty="0">
                  <a:solidFill>
                    <a:srgbClr val="32444A"/>
                  </a:solidFill>
                  <a:latin typeface="+mj-lt"/>
                </a:rPr>
                <a:t> </a:t>
              </a:r>
              <a:r>
                <a:rPr lang="en-US" sz="1400" b="0" dirty="0">
                  <a:solidFill>
                    <a:srgbClr val="32444A"/>
                  </a:solidFill>
                  <a:latin typeface="+mj-lt"/>
                </a:rPr>
                <a:t>sin </a:t>
              </a:r>
              <a:r>
                <a:rPr lang="en-US" sz="1400" b="0" dirty="0" err="1">
                  <a:solidFill>
                    <a:srgbClr val="32444A"/>
                  </a:solidFill>
                  <a:latin typeface="+mj-lt"/>
                </a:rPr>
                <a:t>perder</a:t>
              </a:r>
              <a:r>
                <a:rPr lang="en-US" sz="1400" b="0" dirty="0">
                  <a:solidFill>
                    <a:srgbClr val="32444A"/>
                  </a:solidFill>
                  <a:latin typeface="+mj-lt"/>
                </a:rPr>
                <a:t> </a:t>
              </a:r>
              <a:r>
                <a:rPr lang="en-US" sz="1400" b="0" dirty="0" err="1">
                  <a:solidFill>
                    <a:srgbClr val="32444A"/>
                  </a:solidFill>
                  <a:latin typeface="+mj-lt"/>
                </a:rPr>
                <a:t>precisión</a:t>
              </a:r>
              <a:r>
                <a:rPr lang="en-US" sz="1400" b="0" dirty="0">
                  <a:solidFill>
                    <a:srgbClr val="32444A"/>
                  </a:solidFill>
                  <a:latin typeface="+mj-lt"/>
                </a:rPr>
                <a:t>.</a:t>
              </a:r>
            </a:p>
          </p:txBody>
        </p:sp>
        <p:sp>
          <p:nvSpPr>
            <p:cNvPr id="27" name="TextBox 26">
              <a:extLst>
                <a:ext uri="{FF2B5EF4-FFF2-40B4-BE49-F238E27FC236}">
                  <a16:creationId xmlns:a16="http://schemas.microsoft.com/office/drawing/2014/main" id="{7D9F753E-ECD3-CE13-F52D-E5F824056579}"/>
                </a:ext>
              </a:extLst>
            </p:cNvPr>
            <p:cNvSpPr txBox="1"/>
            <p:nvPr/>
          </p:nvSpPr>
          <p:spPr>
            <a:xfrm>
              <a:off x="996970" y="4226718"/>
              <a:ext cx="2016646" cy="432800"/>
            </a:xfrm>
            <a:prstGeom prst="rect">
              <a:avLst/>
            </a:prstGeom>
            <a:noFill/>
            <a:ln>
              <a:noFill/>
            </a:ln>
          </p:spPr>
          <p:txBody>
            <a:bodyPr wrap="square" lIns="0" tIns="0" rIns="0" bIns="0" anchor="t">
              <a:spAutoFit/>
            </a:bodyPr>
            <a:lstStyle/>
            <a:p>
              <a:pPr algn="r"/>
              <a:r>
                <a:rPr lang="es-ES" sz="1400" b="0" dirty="0">
                  <a:solidFill>
                    <a:srgbClr val="424736"/>
                  </a:solidFill>
                  <a:latin typeface="+mj-lt"/>
                </a:rPr>
                <a:t>Al estar construida solo con bloques repetidos, es más fácil de implementar y modificar.</a:t>
              </a:r>
            </a:p>
          </p:txBody>
        </p:sp>
        <p:sp>
          <p:nvSpPr>
            <p:cNvPr id="28" name="TextBox 27">
              <a:extLst>
                <a:ext uri="{FF2B5EF4-FFF2-40B4-BE49-F238E27FC236}">
                  <a16:creationId xmlns:a16="http://schemas.microsoft.com/office/drawing/2014/main" id="{A5A2CE43-BC03-07CF-D8DC-6E000A630AFC}"/>
                </a:ext>
              </a:extLst>
            </p:cNvPr>
            <p:cNvSpPr txBox="1"/>
            <p:nvPr/>
          </p:nvSpPr>
          <p:spPr>
            <a:xfrm>
              <a:off x="5794915" y="4860130"/>
              <a:ext cx="1662713" cy="432800"/>
            </a:xfrm>
            <a:prstGeom prst="rect">
              <a:avLst/>
            </a:prstGeom>
            <a:noFill/>
            <a:ln>
              <a:noFill/>
            </a:ln>
          </p:spPr>
          <p:txBody>
            <a:bodyPr wrap="square" lIns="0" tIns="0" rIns="0" bIns="0" anchor="t">
              <a:spAutoFit/>
            </a:bodyPr>
            <a:lstStyle/>
            <a:p>
              <a:pPr algn="l"/>
              <a:r>
                <a:rPr sz="1400" b="0" dirty="0" err="1">
                  <a:solidFill>
                    <a:srgbClr val="46432D"/>
                  </a:solidFill>
                  <a:latin typeface="+mj-lt"/>
                </a:rPr>
                <a:t>Preentrenado</a:t>
              </a:r>
              <a:r>
                <a:rPr sz="1400" b="0" dirty="0">
                  <a:solidFill>
                    <a:srgbClr val="46432D"/>
                  </a:solidFill>
                  <a:latin typeface="+mj-lt"/>
                </a:rPr>
                <a:t> </a:t>
              </a:r>
              <a:r>
                <a:rPr sz="1400" b="0" dirty="0" err="1">
                  <a:solidFill>
                    <a:srgbClr val="46432D"/>
                  </a:solidFill>
                  <a:latin typeface="+mj-lt"/>
                </a:rPr>
                <a:t>en</a:t>
              </a:r>
              <a:r>
                <a:rPr lang="es-CL" sz="1400" b="0" dirty="0">
                  <a:solidFill>
                    <a:srgbClr val="46432D"/>
                  </a:solidFill>
                  <a:latin typeface="+mj-lt"/>
                </a:rPr>
                <a:t> muchos</a:t>
              </a:r>
              <a:r>
                <a:rPr sz="1400" b="0" dirty="0">
                  <a:solidFill>
                    <a:srgbClr val="46432D"/>
                  </a:solidFill>
                  <a:latin typeface="+mj-lt"/>
                </a:rPr>
                <a:t> frameworks</a:t>
              </a:r>
              <a:r>
                <a:rPr lang="es-CL" sz="1400" b="0" dirty="0">
                  <a:solidFill>
                    <a:srgbClr val="46432D"/>
                  </a:solidFill>
                  <a:latin typeface="+mj-lt"/>
                </a:rPr>
                <a:t> </a:t>
              </a:r>
              <a:r>
                <a:rPr sz="1400" b="0" dirty="0">
                  <a:solidFill>
                    <a:srgbClr val="46432D"/>
                  </a:solidFill>
                  <a:latin typeface="+mj-lt"/>
                </a:rPr>
                <a:t>para </a:t>
              </a:r>
              <a:r>
                <a:rPr sz="1400" b="0" dirty="0" err="1">
                  <a:solidFill>
                    <a:srgbClr val="46432D"/>
                  </a:solidFill>
                  <a:latin typeface="+mj-lt"/>
                </a:rPr>
                <a:t>uso</a:t>
              </a:r>
              <a:r>
                <a:rPr sz="1400" b="0" dirty="0">
                  <a:solidFill>
                    <a:srgbClr val="46432D"/>
                  </a:solidFill>
                  <a:latin typeface="+mj-lt"/>
                </a:rPr>
                <a:t> </a:t>
              </a:r>
              <a:r>
                <a:rPr sz="1400" b="0" dirty="0" err="1">
                  <a:solidFill>
                    <a:srgbClr val="46432D"/>
                  </a:solidFill>
                  <a:latin typeface="+mj-lt"/>
                </a:rPr>
                <a:t>práctico</a:t>
              </a:r>
              <a:r>
                <a:rPr lang="es-CL" sz="1400" b="0" dirty="0">
                  <a:solidFill>
                    <a:srgbClr val="46432D"/>
                  </a:solidFill>
                  <a:latin typeface="+mj-lt"/>
                </a:rPr>
                <a:t> y en proyectos reales. </a:t>
              </a:r>
              <a:endParaRPr sz="1400" b="0" dirty="0">
                <a:solidFill>
                  <a:srgbClr val="46432D"/>
                </a:solidFill>
                <a:latin typeface="+mj-lt"/>
              </a:endParaRPr>
            </a:p>
          </p:txBody>
        </p:sp>
        <p:sp>
          <p:nvSpPr>
            <p:cNvPr id="29" name="TextBox 28">
              <a:extLst>
                <a:ext uri="{FF2B5EF4-FFF2-40B4-BE49-F238E27FC236}">
                  <a16:creationId xmlns:a16="http://schemas.microsoft.com/office/drawing/2014/main" id="{8EAA5752-112E-0E8B-8B8F-7689FA7B1B4B}"/>
                </a:ext>
              </a:extLst>
            </p:cNvPr>
            <p:cNvSpPr txBox="1"/>
            <p:nvPr/>
          </p:nvSpPr>
          <p:spPr>
            <a:xfrm>
              <a:off x="5794914" y="4421981"/>
              <a:ext cx="1662714" cy="412190"/>
            </a:xfrm>
            <a:prstGeom prst="rect">
              <a:avLst/>
            </a:prstGeom>
            <a:noFill/>
            <a:ln>
              <a:noFill/>
            </a:ln>
          </p:spPr>
          <p:txBody>
            <a:bodyPr wrap="none" lIns="0" tIns="0" rIns="0" bIns="0" anchor="t">
              <a:spAutoFit/>
            </a:bodyPr>
            <a:lstStyle/>
            <a:p>
              <a:pPr algn="l"/>
              <a:r>
                <a:rPr sz="2000" b="1" dirty="0" err="1">
                  <a:solidFill>
                    <a:srgbClr val="46432D"/>
                  </a:solidFill>
                  <a:latin typeface="+mj-lt"/>
                </a:rPr>
                <a:t>Compatibilidad</a:t>
              </a:r>
              <a:r>
                <a:rPr sz="2000" b="1" dirty="0">
                  <a:solidFill>
                    <a:srgbClr val="46432D"/>
                  </a:solidFill>
                  <a:latin typeface="+mj-lt"/>
                </a:rPr>
                <a:t> con
Transfer Learning</a:t>
              </a:r>
            </a:p>
          </p:txBody>
        </p:sp>
        <p:sp>
          <p:nvSpPr>
            <p:cNvPr id="30" name="TextBox 29">
              <a:extLst>
                <a:ext uri="{FF2B5EF4-FFF2-40B4-BE49-F238E27FC236}">
                  <a16:creationId xmlns:a16="http://schemas.microsoft.com/office/drawing/2014/main" id="{B81199B6-41F9-4DBC-7264-2E9455BE4BC3}"/>
                </a:ext>
              </a:extLst>
            </p:cNvPr>
            <p:cNvSpPr txBox="1"/>
            <p:nvPr/>
          </p:nvSpPr>
          <p:spPr>
            <a:xfrm>
              <a:off x="1618514" y="2262949"/>
              <a:ext cx="1409389" cy="412190"/>
            </a:xfrm>
            <a:prstGeom prst="rect">
              <a:avLst/>
            </a:prstGeom>
            <a:noFill/>
            <a:ln>
              <a:noFill/>
            </a:ln>
          </p:spPr>
          <p:txBody>
            <a:bodyPr wrap="none" lIns="0" tIns="0" rIns="0" bIns="0" anchor="t">
              <a:spAutoFit/>
            </a:bodyPr>
            <a:lstStyle/>
            <a:p>
              <a:pPr algn="r"/>
              <a:r>
                <a:rPr lang="es-CL" sz="2000" b="1" dirty="0">
                  <a:solidFill>
                    <a:srgbClr val="32444A"/>
                  </a:solidFill>
                  <a:latin typeface="+mj-lt"/>
                </a:rPr>
                <a:t>Mayor </a:t>
              </a:r>
              <a:r>
                <a:rPr sz="2000" b="1" dirty="0" err="1">
                  <a:solidFill>
                    <a:srgbClr val="32444A"/>
                  </a:solidFill>
                  <a:latin typeface="+mj-lt"/>
                </a:rPr>
                <a:t>Eficiencia</a:t>
              </a:r>
              <a:r>
                <a:rPr sz="2000" b="1" dirty="0">
                  <a:solidFill>
                    <a:srgbClr val="32444A"/>
                  </a:solidFill>
                  <a:latin typeface="+mj-lt"/>
                </a:rPr>
                <a:t>
</a:t>
              </a:r>
              <a:r>
                <a:rPr sz="2000" b="1" dirty="0" err="1">
                  <a:solidFill>
                    <a:srgbClr val="32444A"/>
                  </a:solidFill>
                  <a:latin typeface="+mj-lt"/>
                </a:rPr>
                <a:t>Computacional</a:t>
              </a:r>
              <a:endParaRPr sz="2000" b="1" dirty="0">
                <a:solidFill>
                  <a:srgbClr val="32444A"/>
                </a:solidFill>
                <a:latin typeface="+mj-lt"/>
              </a:endParaRPr>
            </a:p>
          </p:txBody>
        </p:sp>
        <p:sp>
          <p:nvSpPr>
            <p:cNvPr id="31" name="Rounded Rectangle 55">
              <a:extLst>
                <a:ext uri="{FF2B5EF4-FFF2-40B4-BE49-F238E27FC236}">
                  <a16:creationId xmlns:a16="http://schemas.microsoft.com/office/drawing/2014/main" id="{EF57E9C8-0EE7-CDCA-6575-FE8DDB5F9BC6}"/>
                </a:ext>
              </a:extLst>
            </p:cNvPr>
            <p:cNvSpPr/>
            <p:nvPr/>
          </p:nvSpPr>
          <p:spPr>
            <a:xfrm>
              <a:off x="3161251" y="3723122"/>
              <a:ext cx="428625" cy="424814"/>
            </a:xfrm>
            <a:custGeom>
              <a:avLst/>
              <a:gdLst/>
              <a:ahLst/>
              <a:cxnLst/>
              <a:rect l="0" t="0" r="0" b="0"/>
              <a:pathLst>
                <a:path w="428625" h="424814">
                  <a:moveTo>
                    <a:pt x="214312" y="348614"/>
                  </a:moveTo>
                  <a:lnTo>
                    <a:pt x="214312" y="262889"/>
                  </a:lnTo>
                  <a:moveTo>
                    <a:pt x="38100" y="348614"/>
                  </a:moveTo>
                  <a:lnTo>
                    <a:pt x="38100" y="314324"/>
                  </a:lnTo>
                  <a:cubicBezTo>
                    <a:pt x="38100" y="302894"/>
                    <a:pt x="45720" y="295274"/>
                    <a:pt x="57150" y="295274"/>
                  </a:cubicBezTo>
                  <a:lnTo>
                    <a:pt x="371475" y="295274"/>
                  </a:lnTo>
                  <a:cubicBezTo>
                    <a:pt x="382904" y="295274"/>
                    <a:pt x="390525" y="302894"/>
                    <a:pt x="390525" y="314324"/>
                  </a:cubicBezTo>
                  <a:lnTo>
                    <a:pt x="390525" y="348614"/>
                  </a:lnTo>
                  <a:moveTo>
                    <a:pt x="185737" y="158115"/>
                  </a:moveTo>
                  <a:lnTo>
                    <a:pt x="185737" y="19050"/>
                  </a:lnTo>
                  <a:cubicBezTo>
                    <a:pt x="185737" y="7620"/>
                    <a:pt x="193357" y="0"/>
                    <a:pt x="204787" y="0"/>
                  </a:cubicBezTo>
                  <a:lnTo>
                    <a:pt x="223837" y="0"/>
                  </a:lnTo>
                  <a:cubicBezTo>
                    <a:pt x="235267" y="0"/>
                    <a:pt x="242887" y="7620"/>
                    <a:pt x="242887" y="19050"/>
                  </a:cubicBezTo>
                  <a:lnTo>
                    <a:pt x="242887" y="156210"/>
                  </a:lnTo>
                  <a:moveTo>
                    <a:pt x="357187" y="196214"/>
                  </a:moveTo>
                  <a:cubicBezTo>
                    <a:pt x="357187" y="207644"/>
                    <a:pt x="349567" y="215264"/>
                    <a:pt x="338137" y="215264"/>
                  </a:cubicBezTo>
                  <a:lnTo>
                    <a:pt x="90487" y="215264"/>
                  </a:lnTo>
                  <a:cubicBezTo>
                    <a:pt x="79057" y="215264"/>
                    <a:pt x="71437" y="207644"/>
                    <a:pt x="71437" y="196214"/>
                  </a:cubicBezTo>
                  <a:lnTo>
                    <a:pt x="71437" y="177164"/>
                  </a:lnTo>
                  <a:cubicBezTo>
                    <a:pt x="71437" y="165734"/>
                    <a:pt x="79057" y="158114"/>
                    <a:pt x="90487" y="158114"/>
                  </a:cubicBezTo>
                  <a:lnTo>
                    <a:pt x="338137" y="158114"/>
                  </a:lnTo>
                  <a:cubicBezTo>
                    <a:pt x="349567" y="158114"/>
                    <a:pt x="357187" y="165734"/>
                    <a:pt x="357187" y="177164"/>
                  </a:cubicBezTo>
                  <a:close/>
                  <a:moveTo>
                    <a:pt x="242887" y="38100"/>
                  </a:moveTo>
                  <a:cubicBezTo>
                    <a:pt x="292417" y="51435"/>
                    <a:pt x="328612" y="95250"/>
                    <a:pt x="328612" y="148590"/>
                  </a:cubicBezTo>
                  <a:lnTo>
                    <a:pt x="328612" y="158115"/>
                  </a:lnTo>
                  <a:moveTo>
                    <a:pt x="100012" y="158115"/>
                  </a:moveTo>
                  <a:lnTo>
                    <a:pt x="100012" y="148590"/>
                  </a:lnTo>
                  <a:cubicBezTo>
                    <a:pt x="100012" y="95250"/>
                    <a:pt x="136207" y="51435"/>
                    <a:pt x="185737" y="38100"/>
                  </a:cubicBezTo>
                  <a:moveTo>
                    <a:pt x="0" y="386714"/>
                  </a:moveTo>
                  <a:cubicBezTo>
                    <a:pt x="0" y="365672"/>
                    <a:pt x="17057" y="348614"/>
                    <a:pt x="38100" y="348614"/>
                  </a:cubicBezTo>
                  <a:cubicBezTo>
                    <a:pt x="59142" y="348614"/>
                    <a:pt x="76200" y="365672"/>
                    <a:pt x="76200" y="386714"/>
                  </a:cubicBezTo>
                  <a:cubicBezTo>
                    <a:pt x="76200" y="407757"/>
                    <a:pt x="59142" y="424814"/>
                    <a:pt x="38100" y="424814"/>
                  </a:cubicBezTo>
                  <a:cubicBezTo>
                    <a:pt x="17057" y="424814"/>
                    <a:pt x="0" y="407757"/>
                    <a:pt x="0" y="386714"/>
                  </a:cubicBezTo>
                  <a:close/>
                  <a:moveTo>
                    <a:pt x="176212" y="386714"/>
                  </a:moveTo>
                  <a:cubicBezTo>
                    <a:pt x="176212" y="365672"/>
                    <a:pt x="193269" y="348614"/>
                    <a:pt x="214312" y="348614"/>
                  </a:cubicBezTo>
                  <a:cubicBezTo>
                    <a:pt x="235355" y="348614"/>
                    <a:pt x="252412" y="365672"/>
                    <a:pt x="252412" y="386714"/>
                  </a:cubicBezTo>
                  <a:cubicBezTo>
                    <a:pt x="252412" y="407757"/>
                    <a:pt x="235355" y="424814"/>
                    <a:pt x="214312" y="424814"/>
                  </a:cubicBezTo>
                  <a:cubicBezTo>
                    <a:pt x="193269" y="424814"/>
                    <a:pt x="176212" y="407757"/>
                    <a:pt x="176212" y="386714"/>
                  </a:cubicBezTo>
                  <a:close/>
                  <a:moveTo>
                    <a:pt x="352425" y="386714"/>
                  </a:moveTo>
                  <a:cubicBezTo>
                    <a:pt x="352425" y="365672"/>
                    <a:pt x="369482" y="348614"/>
                    <a:pt x="390525" y="348614"/>
                  </a:cubicBezTo>
                  <a:cubicBezTo>
                    <a:pt x="411567" y="348614"/>
                    <a:pt x="428625" y="365672"/>
                    <a:pt x="428625" y="386714"/>
                  </a:cubicBezTo>
                  <a:cubicBezTo>
                    <a:pt x="428625" y="407757"/>
                    <a:pt x="411567" y="424814"/>
                    <a:pt x="390525" y="424814"/>
                  </a:cubicBezTo>
                  <a:cubicBezTo>
                    <a:pt x="369482" y="424814"/>
                    <a:pt x="352425" y="407757"/>
                    <a:pt x="352425" y="386714"/>
                  </a:cubicBezTo>
                  <a:close/>
                </a:path>
              </a:pathLst>
            </a:custGeom>
            <a:noFill/>
            <a:ln w="25400">
              <a:solidFill>
                <a:srgbClr val="92BD39"/>
              </a:solidFill>
            </a:ln>
          </p:spPr>
          <p:txBody>
            <a:bodyPr rtlCol="0" anchor="ctr"/>
            <a:lstStyle/>
            <a:p>
              <a:pPr algn="ctr"/>
              <a:endParaRPr/>
            </a:p>
          </p:txBody>
        </p:sp>
        <p:sp>
          <p:nvSpPr>
            <p:cNvPr id="32" name="Rounded Rectangle 56">
              <a:extLst>
                <a:ext uri="{FF2B5EF4-FFF2-40B4-BE49-F238E27FC236}">
                  <a16:creationId xmlns:a16="http://schemas.microsoft.com/office/drawing/2014/main" id="{42C6B43D-1A68-C97D-1CB3-5E71A9C51483}"/>
                </a:ext>
              </a:extLst>
            </p:cNvPr>
            <p:cNvSpPr/>
            <p:nvPr/>
          </p:nvSpPr>
          <p:spPr>
            <a:xfrm>
              <a:off x="5248151" y="3050381"/>
              <a:ext cx="369642" cy="438150"/>
            </a:xfrm>
            <a:custGeom>
              <a:avLst/>
              <a:gdLst/>
              <a:ahLst/>
              <a:cxnLst/>
              <a:rect l="0" t="0" r="0" b="0"/>
              <a:pathLst>
                <a:path w="369642" h="438150">
                  <a:moveTo>
                    <a:pt x="87658" y="285521"/>
                  </a:moveTo>
                  <a:lnTo>
                    <a:pt x="72418" y="285521"/>
                  </a:lnTo>
                  <a:cubicBezTo>
                    <a:pt x="72418" y="285521"/>
                    <a:pt x="28" y="276091"/>
                    <a:pt x="28" y="205149"/>
                  </a:cubicBezTo>
                  <a:cubicBezTo>
                    <a:pt x="0" y="173721"/>
                    <a:pt x="18325" y="145172"/>
                    <a:pt x="46910" y="132111"/>
                  </a:cubicBezTo>
                  <a:cubicBezTo>
                    <a:pt x="47986" y="116544"/>
                    <a:pt x="56038" y="102297"/>
                    <a:pt x="68818" y="93345"/>
                  </a:cubicBezTo>
                  <a:moveTo>
                    <a:pt x="273739" y="108089"/>
                  </a:moveTo>
                  <a:cubicBezTo>
                    <a:pt x="283779" y="119156"/>
                    <a:pt x="290840" y="132595"/>
                    <a:pt x="294256" y="147142"/>
                  </a:cubicBezTo>
                  <a:cubicBezTo>
                    <a:pt x="295757" y="153393"/>
                    <a:pt x="296669" y="159771"/>
                    <a:pt x="296980" y="166192"/>
                  </a:cubicBezTo>
                  <a:cubicBezTo>
                    <a:pt x="314760" y="162474"/>
                    <a:pt x="333269" y="166968"/>
                    <a:pt x="347365" y="178425"/>
                  </a:cubicBezTo>
                  <a:cubicBezTo>
                    <a:pt x="361461" y="189882"/>
                    <a:pt x="369642" y="207082"/>
                    <a:pt x="369636" y="225247"/>
                  </a:cubicBezTo>
                  <a:cubicBezTo>
                    <a:pt x="369636" y="286473"/>
                    <a:pt x="305343" y="285521"/>
                    <a:pt x="305343" y="285521"/>
                  </a:cubicBezTo>
                  <a:lnTo>
                    <a:pt x="287264" y="285521"/>
                  </a:lnTo>
                  <a:moveTo>
                    <a:pt x="142903" y="147294"/>
                  </a:moveTo>
                  <a:lnTo>
                    <a:pt x="224456" y="147294"/>
                  </a:lnTo>
                  <a:moveTo>
                    <a:pt x="183632" y="98202"/>
                  </a:moveTo>
                  <a:cubicBezTo>
                    <a:pt x="183632" y="64388"/>
                    <a:pt x="129359" y="106641"/>
                    <a:pt x="128159" y="5048"/>
                  </a:cubicBezTo>
                  <a:cubicBezTo>
                    <a:pt x="128127" y="2306"/>
                    <a:pt x="130313" y="52"/>
                    <a:pt x="133054" y="0"/>
                  </a:cubicBezTo>
                  <a:lnTo>
                    <a:pt x="234191" y="0"/>
                  </a:lnTo>
                  <a:cubicBezTo>
                    <a:pt x="236935" y="52"/>
                    <a:pt x="239127" y="2303"/>
                    <a:pt x="239106" y="5048"/>
                  </a:cubicBezTo>
                  <a:cubicBezTo>
                    <a:pt x="237868" y="106641"/>
                    <a:pt x="183632" y="64388"/>
                    <a:pt x="183632" y="98202"/>
                  </a:cubicBezTo>
                  <a:lnTo>
                    <a:pt x="183632" y="147294"/>
                  </a:lnTo>
                  <a:moveTo>
                    <a:pt x="144542" y="68484"/>
                  </a:moveTo>
                  <a:lnTo>
                    <a:pt x="134921" y="72294"/>
                  </a:lnTo>
                  <a:cubicBezTo>
                    <a:pt x="86591" y="85534"/>
                    <a:pt x="82153" y="38576"/>
                    <a:pt x="80534" y="20650"/>
                  </a:cubicBezTo>
                  <a:cubicBezTo>
                    <a:pt x="80534" y="20440"/>
                    <a:pt x="80534" y="20231"/>
                    <a:pt x="80534" y="20040"/>
                  </a:cubicBezTo>
                  <a:cubicBezTo>
                    <a:pt x="80539" y="18430"/>
                    <a:pt x="81184" y="16888"/>
                    <a:pt x="82328" y="15755"/>
                  </a:cubicBezTo>
                  <a:cubicBezTo>
                    <a:pt x="83472" y="14622"/>
                    <a:pt x="85020" y="13991"/>
                    <a:pt x="86630" y="14001"/>
                  </a:cubicBezTo>
                  <a:lnTo>
                    <a:pt x="128159" y="14001"/>
                  </a:lnTo>
                  <a:moveTo>
                    <a:pt x="238839" y="14001"/>
                  </a:moveTo>
                  <a:lnTo>
                    <a:pt x="282216" y="14001"/>
                  </a:lnTo>
                  <a:cubicBezTo>
                    <a:pt x="283826" y="13991"/>
                    <a:pt x="285374" y="14622"/>
                    <a:pt x="286517" y="15755"/>
                  </a:cubicBezTo>
                  <a:cubicBezTo>
                    <a:pt x="287661" y="16888"/>
                    <a:pt x="288307" y="18430"/>
                    <a:pt x="288312" y="20040"/>
                  </a:cubicBezTo>
                  <a:cubicBezTo>
                    <a:pt x="288312" y="20231"/>
                    <a:pt x="288312" y="20440"/>
                    <a:pt x="288312" y="20650"/>
                  </a:cubicBezTo>
                  <a:cubicBezTo>
                    <a:pt x="286750" y="38004"/>
                    <a:pt x="282597" y="82524"/>
                    <a:pt x="238496" y="73399"/>
                  </a:cubicBezTo>
                  <a:lnTo>
                    <a:pt x="221237" y="70027"/>
                  </a:lnTo>
                  <a:moveTo>
                    <a:pt x="136198" y="197262"/>
                  </a:moveTo>
                  <a:lnTo>
                    <a:pt x="116919" y="438150"/>
                  </a:lnTo>
                  <a:moveTo>
                    <a:pt x="232610" y="196881"/>
                  </a:moveTo>
                  <a:lnTo>
                    <a:pt x="251869" y="437635"/>
                  </a:lnTo>
                  <a:moveTo>
                    <a:pt x="118481" y="415785"/>
                  </a:moveTo>
                  <a:lnTo>
                    <a:pt x="250136" y="415785"/>
                  </a:lnTo>
                  <a:moveTo>
                    <a:pt x="123720" y="353167"/>
                  </a:moveTo>
                  <a:lnTo>
                    <a:pt x="245126" y="353167"/>
                  </a:lnTo>
                  <a:moveTo>
                    <a:pt x="240115" y="290550"/>
                  </a:moveTo>
                  <a:lnTo>
                    <a:pt x="128578" y="290550"/>
                  </a:lnTo>
                  <a:moveTo>
                    <a:pt x="235029" y="227114"/>
                  </a:moveTo>
                  <a:lnTo>
                    <a:pt x="133607" y="227114"/>
                  </a:lnTo>
                </a:path>
              </a:pathLst>
            </a:custGeom>
            <a:noFill/>
            <a:ln w="25400">
              <a:solidFill>
                <a:srgbClr val="3CC583"/>
              </a:solidFill>
            </a:ln>
          </p:spPr>
          <p:txBody>
            <a:bodyPr rtlCol="0" anchor="ctr"/>
            <a:lstStyle/>
            <a:p>
              <a:pPr algn="ctr"/>
              <a:endParaRPr/>
            </a:p>
          </p:txBody>
        </p:sp>
        <p:sp>
          <p:nvSpPr>
            <p:cNvPr id="33" name="Rounded Rectangle 57">
              <a:extLst>
                <a:ext uri="{FF2B5EF4-FFF2-40B4-BE49-F238E27FC236}">
                  <a16:creationId xmlns:a16="http://schemas.microsoft.com/office/drawing/2014/main" id="{F5F77DBF-5ECC-262A-6611-5E455E6BB094}"/>
                </a:ext>
              </a:extLst>
            </p:cNvPr>
            <p:cNvSpPr/>
            <p:nvPr/>
          </p:nvSpPr>
          <p:spPr>
            <a:xfrm>
              <a:off x="3161252" y="2262949"/>
              <a:ext cx="428625" cy="428625"/>
            </a:xfrm>
            <a:custGeom>
              <a:avLst/>
              <a:gdLst/>
              <a:ahLst/>
              <a:cxnLst/>
              <a:rect l="0" t="0" r="0" b="0"/>
              <a:pathLst>
                <a:path w="428625" h="428625">
                  <a:moveTo>
                    <a:pt x="234315" y="235259"/>
                  </a:moveTo>
                  <a:cubicBezTo>
                    <a:pt x="222885" y="246689"/>
                    <a:pt x="205740" y="246689"/>
                    <a:pt x="194310" y="235259"/>
                  </a:cubicBezTo>
                  <a:cubicBezTo>
                    <a:pt x="182880" y="223829"/>
                    <a:pt x="182880" y="206682"/>
                    <a:pt x="194310" y="195252"/>
                  </a:cubicBezTo>
                  <a:cubicBezTo>
                    <a:pt x="217170" y="172393"/>
                    <a:pt x="283845" y="122863"/>
                    <a:pt x="295275" y="134293"/>
                  </a:cubicBezTo>
                  <a:cubicBezTo>
                    <a:pt x="306705" y="145723"/>
                    <a:pt x="259080" y="210494"/>
                    <a:pt x="234315" y="235259"/>
                  </a:cubicBezTo>
                  <a:close/>
                  <a:moveTo>
                    <a:pt x="295275" y="134302"/>
                  </a:moveTo>
                  <a:cubicBezTo>
                    <a:pt x="276225" y="113347"/>
                    <a:pt x="247650" y="100012"/>
                    <a:pt x="215265" y="100012"/>
                  </a:cubicBezTo>
                  <a:cubicBezTo>
                    <a:pt x="152400" y="100012"/>
                    <a:pt x="100965" y="151447"/>
                    <a:pt x="100965" y="214312"/>
                  </a:cubicBezTo>
                  <a:cubicBezTo>
                    <a:pt x="100965" y="254317"/>
                    <a:pt x="121920" y="288607"/>
                    <a:pt x="152400" y="309562"/>
                  </a:cubicBezTo>
                  <a:moveTo>
                    <a:pt x="325754" y="237172"/>
                  </a:moveTo>
                  <a:cubicBezTo>
                    <a:pt x="327659" y="229552"/>
                    <a:pt x="327659" y="221932"/>
                    <a:pt x="327659" y="214312"/>
                  </a:cubicBezTo>
                  <a:moveTo>
                    <a:pt x="213359" y="328604"/>
                  </a:moveTo>
                  <a:cubicBezTo>
                    <a:pt x="247650" y="328604"/>
                    <a:pt x="276225" y="315269"/>
                    <a:pt x="297179" y="292409"/>
                  </a:cubicBezTo>
                  <a:moveTo>
                    <a:pt x="376237" y="338137"/>
                  </a:moveTo>
                  <a:cubicBezTo>
                    <a:pt x="376237" y="359092"/>
                    <a:pt x="359092" y="376237"/>
                    <a:pt x="338137" y="376237"/>
                  </a:cubicBezTo>
                  <a:lnTo>
                    <a:pt x="90487" y="376237"/>
                  </a:lnTo>
                  <a:cubicBezTo>
                    <a:pt x="69532" y="376237"/>
                    <a:pt x="52387" y="359092"/>
                    <a:pt x="52387" y="338137"/>
                  </a:cubicBezTo>
                  <a:lnTo>
                    <a:pt x="52387" y="90487"/>
                  </a:lnTo>
                  <a:cubicBezTo>
                    <a:pt x="52387" y="69532"/>
                    <a:pt x="69532" y="52387"/>
                    <a:pt x="90487" y="52387"/>
                  </a:cubicBezTo>
                  <a:lnTo>
                    <a:pt x="338137" y="52387"/>
                  </a:lnTo>
                  <a:cubicBezTo>
                    <a:pt x="359092" y="52387"/>
                    <a:pt x="376237" y="69532"/>
                    <a:pt x="376237" y="90487"/>
                  </a:cubicBezTo>
                  <a:close/>
                  <a:moveTo>
                    <a:pt x="0" y="85725"/>
                  </a:moveTo>
                  <a:lnTo>
                    <a:pt x="52387" y="85725"/>
                  </a:lnTo>
                  <a:moveTo>
                    <a:pt x="52387" y="171450"/>
                  </a:moveTo>
                  <a:lnTo>
                    <a:pt x="0" y="171450"/>
                  </a:lnTo>
                  <a:moveTo>
                    <a:pt x="52387" y="257175"/>
                  </a:moveTo>
                  <a:lnTo>
                    <a:pt x="0" y="257175"/>
                  </a:lnTo>
                  <a:moveTo>
                    <a:pt x="428625" y="171450"/>
                  </a:moveTo>
                  <a:lnTo>
                    <a:pt x="376237" y="171450"/>
                  </a:lnTo>
                  <a:moveTo>
                    <a:pt x="428625" y="257175"/>
                  </a:moveTo>
                  <a:lnTo>
                    <a:pt x="376237" y="257175"/>
                  </a:lnTo>
                  <a:moveTo>
                    <a:pt x="52387" y="342900"/>
                  </a:moveTo>
                  <a:lnTo>
                    <a:pt x="0" y="342900"/>
                  </a:lnTo>
                  <a:moveTo>
                    <a:pt x="428625" y="85725"/>
                  </a:moveTo>
                  <a:lnTo>
                    <a:pt x="376237" y="85725"/>
                  </a:lnTo>
                  <a:moveTo>
                    <a:pt x="376237" y="342900"/>
                  </a:moveTo>
                  <a:lnTo>
                    <a:pt x="428625" y="342900"/>
                  </a:lnTo>
                  <a:moveTo>
                    <a:pt x="341945" y="428625"/>
                  </a:moveTo>
                  <a:lnTo>
                    <a:pt x="341945" y="376237"/>
                  </a:lnTo>
                  <a:moveTo>
                    <a:pt x="256856" y="428625"/>
                  </a:moveTo>
                  <a:lnTo>
                    <a:pt x="256856" y="376237"/>
                  </a:lnTo>
                  <a:moveTo>
                    <a:pt x="171767" y="428625"/>
                  </a:moveTo>
                  <a:lnTo>
                    <a:pt x="171767" y="376237"/>
                  </a:lnTo>
                  <a:moveTo>
                    <a:pt x="256856" y="52387"/>
                  </a:moveTo>
                  <a:lnTo>
                    <a:pt x="256856" y="0"/>
                  </a:lnTo>
                  <a:moveTo>
                    <a:pt x="171767" y="52387"/>
                  </a:moveTo>
                  <a:lnTo>
                    <a:pt x="171767" y="0"/>
                  </a:lnTo>
                  <a:moveTo>
                    <a:pt x="86678" y="428625"/>
                  </a:moveTo>
                  <a:lnTo>
                    <a:pt x="86678" y="376237"/>
                  </a:lnTo>
                  <a:moveTo>
                    <a:pt x="341945" y="0"/>
                  </a:moveTo>
                  <a:lnTo>
                    <a:pt x="341945" y="52387"/>
                  </a:lnTo>
                  <a:moveTo>
                    <a:pt x="86678" y="0"/>
                  </a:moveTo>
                  <a:lnTo>
                    <a:pt x="86678" y="52387"/>
                  </a:lnTo>
                </a:path>
              </a:pathLst>
            </a:custGeom>
            <a:noFill/>
            <a:ln w="25400">
              <a:solidFill>
                <a:srgbClr val="1EABDA"/>
              </a:solidFill>
            </a:ln>
          </p:spPr>
          <p:txBody>
            <a:bodyPr rtlCol="0" anchor="ctr"/>
            <a:lstStyle/>
            <a:p>
              <a:pPr algn="ctr"/>
              <a:endParaRPr/>
            </a:p>
          </p:txBody>
        </p:sp>
        <p:sp>
          <p:nvSpPr>
            <p:cNvPr id="34" name="Rounded Rectangle 58">
              <a:extLst>
                <a:ext uri="{FF2B5EF4-FFF2-40B4-BE49-F238E27FC236}">
                  <a16:creationId xmlns:a16="http://schemas.microsoft.com/office/drawing/2014/main" id="{300CE798-646A-A57F-5050-D7720CC4C360}"/>
                </a:ext>
              </a:extLst>
            </p:cNvPr>
            <p:cNvSpPr/>
            <p:nvPr/>
          </p:nvSpPr>
          <p:spPr>
            <a:xfrm>
              <a:off x="5213890" y="4421981"/>
              <a:ext cx="438150" cy="438149"/>
            </a:xfrm>
            <a:custGeom>
              <a:avLst/>
              <a:gdLst/>
              <a:ahLst/>
              <a:cxnLst/>
              <a:rect l="0" t="0" r="0" b="0"/>
              <a:pathLst>
                <a:path w="438150" h="438149">
                  <a:moveTo>
                    <a:pt x="253155" y="0"/>
                  </a:moveTo>
                  <a:lnTo>
                    <a:pt x="418680" y="0"/>
                  </a:lnTo>
                  <a:cubicBezTo>
                    <a:pt x="418680" y="0"/>
                    <a:pt x="438149" y="0"/>
                    <a:pt x="438149" y="19469"/>
                  </a:cubicBezTo>
                  <a:lnTo>
                    <a:pt x="438149" y="175259"/>
                  </a:lnTo>
                  <a:cubicBezTo>
                    <a:pt x="438149" y="175259"/>
                    <a:pt x="438149" y="194729"/>
                    <a:pt x="418680" y="194729"/>
                  </a:cubicBezTo>
                  <a:lnTo>
                    <a:pt x="253155" y="194729"/>
                  </a:lnTo>
                  <a:cubicBezTo>
                    <a:pt x="253155" y="194729"/>
                    <a:pt x="233686" y="194729"/>
                    <a:pt x="233686" y="175259"/>
                  </a:cubicBezTo>
                  <a:lnTo>
                    <a:pt x="233686" y="19469"/>
                  </a:lnTo>
                  <a:cubicBezTo>
                    <a:pt x="233686" y="19469"/>
                    <a:pt x="233686" y="0"/>
                    <a:pt x="253155" y="0"/>
                  </a:cubicBezTo>
                  <a:moveTo>
                    <a:pt x="438150" y="66313"/>
                  </a:moveTo>
                  <a:lnTo>
                    <a:pt x="233686" y="66313"/>
                  </a:lnTo>
                  <a:moveTo>
                    <a:pt x="438150" y="130530"/>
                  </a:moveTo>
                  <a:lnTo>
                    <a:pt x="233686" y="130530"/>
                  </a:lnTo>
                  <a:moveTo>
                    <a:pt x="326155" y="194729"/>
                  </a:moveTo>
                  <a:lnTo>
                    <a:pt x="326155" y="66313"/>
                  </a:lnTo>
                  <a:moveTo>
                    <a:pt x="380980" y="194729"/>
                  </a:moveTo>
                  <a:lnTo>
                    <a:pt x="380980" y="66313"/>
                  </a:lnTo>
                  <a:moveTo>
                    <a:pt x="87629" y="120015"/>
                  </a:moveTo>
                  <a:lnTo>
                    <a:pt x="43814" y="161925"/>
                  </a:lnTo>
                  <a:lnTo>
                    <a:pt x="43814" y="120015"/>
                  </a:lnTo>
                  <a:cubicBezTo>
                    <a:pt x="44440" y="88375"/>
                    <a:pt x="70602" y="63237"/>
                    <a:pt x="102241" y="63874"/>
                  </a:cubicBezTo>
                  <a:lnTo>
                    <a:pt x="175259" y="63874"/>
                  </a:lnTo>
                  <a:moveTo>
                    <a:pt x="0" y="120015"/>
                  </a:moveTo>
                  <a:lnTo>
                    <a:pt x="43815" y="162020"/>
                  </a:lnTo>
                  <a:moveTo>
                    <a:pt x="131445" y="105937"/>
                  </a:moveTo>
                  <a:lnTo>
                    <a:pt x="175260" y="63874"/>
                  </a:lnTo>
                  <a:lnTo>
                    <a:pt x="131445" y="21812"/>
                  </a:lnTo>
                  <a:moveTo>
                    <a:pt x="19469" y="214198"/>
                  </a:moveTo>
                  <a:lnTo>
                    <a:pt x="126587" y="214198"/>
                  </a:lnTo>
                  <a:cubicBezTo>
                    <a:pt x="126587" y="214198"/>
                    <a:pt x="146056" y="214198"/>
                    <a:pt x="146056" y="233667"/>
                  </a:cubicBezTo>
                  <a:lnTo>
                    <a:pt x="146056" y="418680"/>
                  </a:lnTo>
                  <a:cubicBezTo>
                    <a:pt x="146056" y="418680"/>
                    <a:pt x="146056" y="438149"/>
                    <a:pt x="126587" y="438149"/>
                  </a:cubicBezTo>
                  <a:lnTo>
                    <a:pt x="19469" y="438149"/>
                  </a:lnTo>
                  <a:cubicBezTo>
                    <a:pt x="19469" y="438149"/>
                    <a:pt x="0" y="438149"/>
                    <a:pt x="0" y="418680"/>
                  </a:cubicBezTo>
                  <a:lnTo>
                    <a:pt x="0" y="233667"/>
                  </a:lnTo>
                  <a:cubicBezTo>
                    <a:pt x="0" y="233667"/>
                    <a:pt x="0" y="214198"/>
                    <a:pt x="19469" y="214198"/>
                  </a:cubicBezTo>
                  <a:moveTo>
                    <a:pt x="146056" y="379723"/>
                  </a:moveTo>
                  <a:lnTo>
                    <a:pt x="0" y="379723"/>
                  </a:lnTo>
                </a:path>
              </a:pathLst>
            </a:custGeom>
            <a:noFill/>
            <a:ln w="25400">
              <a:solidFill>
                <a:srgbClr val="E0CB15"/>
              </a:solidFill>
            </a:ln>
          </p:spPr>
          <p:txBody>
            <a:bodyPr rtlCol="0" anchor="ctr"/>
            <a:lstStyle/>
            <a:p>
              <a:pPr algn="ctr"/>
              <a:endParaRPr/>
            </a:p>
          </p:txBody>
        </p:sp>
      </p:grpSp>
    </p:spTree>
    <p:extLst>
      <p:ext uri="{BB962C8B-B14F-4D97-AF65-F5344CB8AC3E}">
        <p14:creationId xmlns:p14="http://schemas.microsoft.com/office/powerpoint/2010/main" val="5804177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88363-059F-A869-C8E7-D214EB078A8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E343000-1992-92AD-3FF8-4EE50F938248}"/>
              </a:ext>
            </a:extLst>
          </p:cNvPr>
          <p:cNvSpPr>
            <a:spLocks noGrp="1"/>
          </p:cNvSpPr>
          <p:nvPr>
            <p:ph type="body" sz="quarter" idx="18"/>
          </p:nvPr>
        </p:nvSpPr>
        <p:spPr/>
        <p:txBody>
          <a:bodyPr/>
          <a:lstStyle/>
          <a:p>
            <a:r>
              <a:rPr lang="es-CL" dirty="0"/>
              <a:t>Desventajas</a:t>
            </a:r>
            <a:endParaRPr lang="en-US" dirty="0"/>
          </a:p>
        </p:txBody>
      </p:sp>
      <p:grpSp>
        <p:nvGrpSpPr>
          <p:cNvPr id="86" name="Group 85">
            <a:extLst>
              <a:ext uri="{FF2B5EF4-FFF2-40B4-BE49-F238E27FC236}">
                <a16:creationId xmlns:a16="http://schemas.microsoft.com/office/drawing/2014/main" id="{3DF288CB-89D5-7085-85B2-06F2E9DA0036}"/>
              </a:ext>
            </a:extLst>
          </p:cNvPr>
          <p:cNvGrpSpPr/>
          <p:nvPr/>
        </p:nvGrpSpPr>
        <p:grpSpPr>
          <a:xfrm>
            <a:off x="494098" y="1303916"/>
            <a:ext cx="10930375" cy="4794441"/>
            <a:chOff x="494098" y="1303916"/>
            <a:chExt cx="10930375" cy="4794441"/>
          </a:xfrm>
        </p:grpSpPr>
        <p:grpSp>
          <p:nvGrpSpPr>
            <p:cNvPr id="4" name="Group 3">
              <a:extLst>
                <a:ext uri="{FF2B5EF4-FFF2-40B4-BE49-F238E27FC236}">
                  <a16:creationId xmlns:a16="http://schemas.microsoft.com/office/drawing/2014/main" id="{854F0BBC-A2F9-882A-0F23-75C9F4FD27EF}"/>
                </a:ext>
              </a:extLst>
            </p:cNvPr>
            <p:cNvGrpSpPr/>
            <p:nvPr/>
          </p:nvGrpSpPr>
          <p:grpSpPr>
            <a:xfrm>
              <a:off x="7110946" y="3872068"/>
              <a:ext cx="1476014" cy="1024670"/>
              <a:chOff x="5050824" y="2613454"/>
              <a:chExt cx="1121375" cy="778475"/>
            </a:xfrm>
          </p:grpSpPr>
          <p:sp>
            <p:nvSpPr>
              <p:cNvPr id="82" name="Rounded Rectangle 1">
                <a:extLst>
                  <a:ext uri="{FF2B5EF4-FFF2-40B4-BE49-F238E27FC236}">
                    <a16:creationId xmlns:a16="http://schemas.microsoft.com/office/drawing/2014/main" id="{F5024AEC-8336-4625-6511-5688FEE668C9}"/>
                  </a:ext>
                </a:extLst>
              </p:cNvPr>
              <p:cNvSpPr/>
              <p:nvPr/>
            </p:nvSpPr>
            <p:spPr>
              <a:xfrm>
                <a:off x="5393724" y="2613454"/>
                <a:ext cx="778475" cy="778475"/>
              </a:xfrm>
              <a:custGeom>
                <a:avLst/>
                <a:gdLst/>
                <a:ahLst/>
                <a:cxnLst/>
                <a:rect l="0" t="0" r="0" b="0"/>
                <a:pathLst>
                  <a:path w="778475" h="778475">
                    <a:moveTo>
                      <a:pt x="0" y="389237"/>
                    </a:moveTo>
                    <a:cubicBezTo>
                      <a:pt x="0" y="174267"/>
                      <a:pt x="174267" y="0"/>
                      <a:pt x="389237" y="0"/>
                    </a:cubicBezTo>
                    <a:cubicBezTo>
                      <a:pt x="604207" y="0"/>
                      <a:pt x="778475" y="174267"/>
                      <a:pt x="778475" y="389237"/>
                    </a:cubicBezTo>
                    <a:cubicBezTo>
                      <a:pt x="778475" y="604207"/>
                      <a:pt x="604207" y="778475"/>
                      <a:pt x="389237" y="778475"/>
                    </a:cubicBezTo>
                    <a:cubicBezTo>
                      <a:pt x="174267" y="778475"/>
                      <a:pt x="0" y="604207"/>
                      <a:pt x="0" y="389237"/>
                    </a:cubicBezTo>
                  </a:path>
                </a:pathLst>
              </a:custGeom>
              <a:solidFill>
                <a:srgbClr val="3CC583"/>
              </a:solidFill>
              <a:ln>
                <a:noFill/>
              </a:ln>
            </p:spPr>
            <p:txBody>
              <a:bodyPr rtlCol="0" anchor="ctr"/>
              <a:lstStyle/>
              <a:p>
                <a:pPr algn="ctr"/>
                <a:endParaRPr/>
              </a:p>
            </p:txBody>
          </p:sp>
          <p:sp>
            <p:nvSpPr>
              <p:cNvPr id="83" name="Rounded Rectangle 2">
                <a:extLst>
                  <a:ext uri="{FF2B5EF4-FFF2-40B4-BE49-F238E27FC236}">
                    <a16:creationId xmlns:a16="http://schemas.microsoft.com/office/drawing/2014/main" id="{330F7DB3-CA7F-8BD0-4AE0-09C6EB96A4A4}"/>
                  </a:ext>
                </a:extLst>
              </p:cNvPr>
              <p:cNvSpPr/>
              <p:nvPr/>
            </p:nvSpPr>
            <p:spPr>
              <a:xfrm>
                <a:off x="5050824" y="2613454"/>
                <a:ext cx="259491" cy="240956"/>
              </a:xfrm>
              <a:custGeom>
                <a:avLst/>
                <a:gdLst/>
                <a:ahLst/>
                <a:cxnLst/>
                <a:rect l="0" t="0" r="0" b="0"/>
                <a:pathLst>
                  <a:path w="259491" h="240956">
                    <a:moveTo>
                      <a:pt x="0" y="1021"/>
                    </a:moveTo>
                    <a:lnTo>
                      <a:pt x="259491" y="0"/>
                    </a:lnTo>
                    <a:cubicBezTo>
                      <a:pt x="259491" y="0"/>
                      <a:pt x="217330" y="44582"/>
                      <a:pt x="181242" y="112032"/>
                    </a:cubicBezTo>
                    <a:cubicBezTo>
                      <a:pt x="145153" y="179483"/>
                      <a:pt x="130572" y="240956"/>
                      <a:pt x="130572" y="240956"/>
                    </a:cubicBezTo>
                    <a:close/>
                  </a:path>
                </a:pathLst>
              </a:custGeom>
              <a:solidFill>
                <a:srgbClr val="3CC583"/>
              </a:solidFill>
              <a:ln>
                <a:noFill/>
              </a:ln>
            </p:spPr>
            <p:txBody>
              <a:bodyPr rtlCol="0" anchor="ctr"/>
              <a:lstStyle/>
              <a:p>
                <a:pPr algn="ctr"/>
                <a:endParaRPr/>
              </a:p>
            </p:txBody>
          </p:sp>
          <p:sp>
            <p:nvSpPr>
              <p:cNvPr id="84" name="Rounded Rectangle 3">
                <a:extLst>
                  <a:ext uri="{FF2B5EF4-FFF2-40B4-BE49-F238E27FC236}">
                    <a16:creationId xmlns:a16="http://schemas.microsoft.com/office/drawing/2014/main" id="{CADA98AB-AD65-CC7E-6521-6B85A4F13EF2}"/>
                  </a:ext>
                </a:extLst>
              </p:cNvPr>
              <p:cNvSpPr/>
              <p:nvPr/>
            </p:nvSpPr>
            <p:spPr>
              <a:xfrm>
                <a:off x="5393724" y="2613454"/>
                <a:ext cx="778475" cy="778475"/>
              </a:xfrm>
              <a:custGeom>
                <a:avLst/>
                <a:gdLst/>
                <a:ahLst/>
                <a:cxnLst/>
                <a:rect l="0" t="0" r="0" b="0"/>
                <a:pathLst>
                  <a:path w="778475" h="778475">
                    <a:moveTo>
                      <a:pt x="0" y="389237"/>
                    </a:moveTo>
                    <a:cubicBezTo>
                      <a:pt x="0" y="174267"/>
                      <a:pt x="174267" y="0"/>
                      <a:pt x="389237" y="0"/>
                    </a:cubicBezTo>
                    <a:cubicBezTo>
                      <a:pt x="604207" y="0"/>
                      <a:pt x="778475" y="174267"/>
                      <a:pt x="778475" y="389237"/>
                    </a:cubicBezTo>
                    <a:cubicBezTo>
                      <a:pt x="778475" y="604207"/>
                      <a:pt x="604207" y="778475"/>
                      <a:pt x="389237" y="778475"/>
                    </a:cubicBezTo>
                    <a:cubicBezTo>
                      <a:pt x="174267" y="778475"/>
                      <a:pt x="0" y="604207"/>
                      <a:pt x="0" y="389237"/>
                    </a:cubicBezTo>
                  </a:path>
                </a:pathLst>
              </a:custGeom>
              <a:noFill/>
              <a:ln w="13901">
                <a:solidFill>
                  <a:srgbClr val="FFFFFF"/>
                </a:solidFill>
              </a:ln>
            </p:spPr>
            <p:txBody>
              <a:bodyPr rtlCol="0" anchor="ctr"/>
              <a:lstStyle/>
              <a:p>
                <a:pPr algn="ctr"/>
                <a:endParaRPr/>
              </a:p>
            </p:txBody>
          </p:sp>
          <p:sp>
            <p:nvSpPr>
              <p:cNvPr id="85" name="Rounded Rectangle 4">
                <a:extLst>
                  <a:ext uri="{FF2B5EF4-FFF2-40B4-BE49-F238E27FC236}">
                    <a16:creationId xmlns:a16="http://schemas.microsoft.com/office/drawing/2014/main" id="{9B0B9609-CF70-9138-2F5F-9829AB29092F}"/>
                  </a:ext>
                </a:extLst>
              </p:cNvPr>
              <p:cNvSpPr/>
              <p:nvPr/>
            </p:nvSpPr>
            <p:spPr>
              <a:xfrm>
                <a:off x="5050824" y="2613454"/>
                <a:ext cx="259491" cy="240956"/>
              </a:xfrm>
              <a:custGeom>
                <a:avLst/>
                <a:gdLst/>
                <a:ahLst/>
                <a:cxnLst/>
                <a:rect l="0" t="0" r="0" b="0"/>
                <a:pathLst>
                  <a:path w="259491" h="240956">
                    <a:moveTo>
                      <a:pt x="0" y="1021"/>
                    </a:moveTo>
                    <a:lnTo>
                      <a:pt x="259491" y="0"/>
                    </a:lnTo>
                    <a:cubicBezTo>
                      <a:pt x="259491" y="0"/>
                      <a:pt x="217330" y="44582"/>
                      <a:pt x="181242" y="112032"/>
                    </a:cubicBezTo>
                    <a:cubicBezTo>
                      <a:pt x="145153" y="179483"/>
                      <a:pt x="130572" y="240956"/>
                      <a:pt x="130572" y="240956"/>
                    </a:cubicBezTo>
                    <a:close/>
                  </a:path>
                </a:pathLst>
              </a:custGeom>
              <a:noFill/>
              <a:ln w="13901">
                <a:solidFill>
                  <a:srgbClr val="FFFFFF"/>
                </a:solidFill>
              </a:ln>
            </p:spPr>
            <p:txBody>
              <a:bodyPr rtlCol="0" anchor="ctr"/>
              <a:lstStyle/>
              <a:p>
                <a:pPr algn="ctr"/>
                <a:endParaRPr/>
              </a:p>
            </p:txBody>
          </p:sp>
        </p:grpSp>
        <p:grpSp>
          <p:nvGrpSpPr>
            <p:cNvPr id="5" name="Group 4">
              <a:extLst>
                <a:ext uri="{FF2B5EF4-FFF2-40B4-BE49-F238E27FC236}">
                  <a16:creationId xmlns:a16="http://schemas.microsoft.com/office/drawing/2014/main" id="{26392E04-A513-38FC-F386-74F8E86544FD}"/>
                </a:ext>
              </a:extLst>
            </p:cNvPr>
            <p:cNvGrpSpPr/>
            <p:nvPr/>
          </p:nvGrpSpPr>
          <p:grpSpPr>
            <a:xfrm>
              <a:off x="7110946" y="1722451"/>
              <a:ext cx="1476014" cy="1024670"/>
              <a:chOff x="5050824" y="1501345"/>
              <a:chExt cx="1121375" cy="778475"/>
            </a:xfrm>
          </p:grpSpPr>
          <p:sp>
            <p:nvSpPr>
              <p:cNvPr id="78" name="Rounded Rectangle 6">
                <a:extLst>
                  <a:ext uri="{FF2B5EF4-FFF2-40B4-BE49-F238E27FC236}">
                    <a16:creationId xmlns:a16="http://schemas.microsoft.com/office/drawing/2014/main" id="{61482A4E-BC72-0588-106C-D65304310AED}"/>
                  </a:ext>
                </a:extLst>
              </p:cNvPr>
              <p:cNvSpPr/>
              <p:nvPr/>
            </p:nvSpPr>
            <p:spPr>
              <a:xfrm>
                <a:off x="5393724" y="1501345"/>
                <a:ext cx="778475" cy="778475"/>
              </a:xfrm>
              <a:custGeom>
                <a:avLst/>
                <a:gdLst/>
                <a:ahLst/>
                <a:cxnLst/>
                <a:rect l="0" t="0" r="0" b="0"/>
                <a:pathLst>
                  <a:path w="778475" h="778475">
                    <a:moveTo>
                      <a:pt x="0" y="389237"/>
                    </a:moveTo>
                    <a:cubicBezTo>
                      <a:pt x="0" y="174267"/>
                      <a:pt x="174267" y="0"/>
                      <a:pt x="389237" y="0"/>
                    </a:cubicBezTo>
                    <a:cubicBezTo>
                      <a:pt x="604207" y="0"/>
                      <a:pt x="778475" y="174267"/>
                      <a:pt x="778475" y="389237"/>
                    </a:cubicBezTo>
                    <a:cubicBezTo>
                      <a:pt x="778475" y="604207"/>
                      <a:pt x="604207" y="778475"/>
                      <a:pt x="389237" y="778475"/>
                    </a:cubicBezTo>
                    <a:cubicBezTo>
                      <a:pt x="174267" y="778475"/>
                      <a:pt x="0" y="604207"/>
                      <a:pt x="0" y="389237"/>
                    </a:cubicBezTo>
                  </a:path>
                </a:pathLst>
              </a:custGeom>
              <a:solidFill>
                <a:srgbClr val="4E88E7"/>
              </a:solidFill>
              <a:ln>
                <a:noFill/>
              </a:ln>
            </p:spPr>
            <p:txBody>
              <a:bodyPr rtlCol="0" anchor="ctr"/>
              <a:lstStyle/>
              <a:p>
                <a:pPr algn="ctr"/>
                <a:endParaRPr/>
              </a:p>
            </p:txBody>
          </p:sp>
          <p:sp>
            <p:nvSpPr>
              <p:cNvPr id="79" name="Rounded Rectangle 7">
                <a:extLst>
                  <a:ext uri="{FF2B5EF4-FFF2-40B4-BE49-F238E27FC236}">
                    <a16:creationId xmlns:a16="http://schemas.microsoft.com/office/drawing/2014/main" id="{739E998E-A9E3-E086-81F6-33452695089C}"/>
                  </a:ext>
                </a:extLst>
              </p:cNvPr>
              <p:cNvSpPr/>
              <p:nvPr/>
            </p:nvSpPr>
            <p:spPr>
              <a:xfrm>
                <a:off x="5050824" y="2038864"/>
                <a:ext cx="259491" cy="240956"/>
              </a:xfrm>
              <a:custGeom>
                <a:avLst/>
                <a:gdLst/>
                <a:ahLst/>
                <a:cxnLst/>
                <a:rect l="0" t="0" r="0" b="0"/>
                <a:pathLst>
                  <a:path w="259491" h="240956">
                    <a:moveTo>
                      <a:pt x="130572" y="0"/>
                    </a:moveTo>
                    <a:cubicBezTo>
                      <a:pt x="130572" y="0"/>
                      <a:pt x="145153" y="61473"/>
                      <a:pt x="181242" y="128923"/>
                    </a:cubicBezTo>
                    <a:cubicBezTo>
                      <a:pt x="217330" y="196374"/>
                      <a:pt x="259491" y="240956"/>
                      <a:pt x="259491" y="240956"/>
                    </a:cubicBezTo>
                    <a:lnTo>
                      <a:pt x="0" y="239935"/>
                    </a:lnTo>
                    <a:close/>
                  </a:path>
                </a:pathLst>
              </a:custGeom>
              <a:solidFill>
                <a:srgbClr val="4E88E7"/>
              </a:solidFill>
              <a:ln>
                <a:noFill/>
              </a:ln>
            </p:spPr>
            <p:txBody>
              <a:bodyPr rtlCol="0" anchor="ctr"/>
              <a:lstStyle/>
              <a:p>
                <a:pPr algn="ctr"/>
                <a:endParaRPr/>
              </a:p>
            </p:txBody>
          </p:sp>
          <p:sp>
            <p:nvSpPr>
              <p:cNvPr id="80" name="Rounded Rectangle 8">
                <a:extLst>
                  <a:ext uri="{FF2B5EF4-FFF2-40B4-BE49-F238E27FC236}">
                    <a16:creationId xmlns:a16="http://schemas.microsoft.com/office/drawing/2014/main" id="{F0BB65F1-9402-5E78-BF4A-B406119996E2}"/>
                  </a:ext>
                </a:extLst>
              </p:cNvPr>
              <p:cNvSpPr/>
              <p:nvPr/>
            </p:nvSpPr>
            <p:spPr>
              <a:xfrm>
                <a:off x="5393724" y="1501345"/>
                <a:ext cx="778475" cy="778475"/>
              </a:xfrm>
              <a:custGeom>
                <a:avLst/>
                <a:gdLst/>
                <a:ahLst/>
                <a:cxnLst/>
                <a:rect l="0" t="0" r="0" b="0"/>
                <a:pathLst>
                  <a:path w="778475" h="778475">
                    <a:moveTo>
                      <a:pt x="0" y="389237"/>
                    </a:moveTo>
                    <a:cubicBezTo>
                      <a:pt x="0" y="174267"/>
                      <a:pt x="174267" y="0"/>
                      <a:pt x="389237" y="0"/>
                    </a:cubicBezTo>
                    <a:cubicBezTo>
                      <a:pt x="604207" y="0"/>
                      <a:pt x="778475" y="174267"/>
                      <a:pt x="778475" y="389237"/>
                    </a:cubicBezTo>
                    <a:cubicBezTo>
                      <a:pt x="778475" y="604207"/>
                      <a:pt x="604207" y="778475"/>
                      <a:pt x="389237" y="778475"/>
                    </a:cubicBezTo>
                    <a:cubicBezTo>
                      <a:pt x="174267" y="778475"/>
                      <a:pt x="0" y="604207"/>
                      <a:pt x="0" y="389237"/>
                    </a:cubicBezTo>
                  </a:path>
                </a:pathLst>
              </a:custGeom>
              <a:noFill/>
              <a:ln w="13901">
                <a:solidFill>
                  <a:srgbClr val="FFFFFF"/>
                </a:solidFill>
              </a:ln>
            </p:spPr>
            <p:txBody>
              <a:bodyPr rtlCol="0" anchor="ctr"/>
              <a:lstStyle/>
              <a:p>
                <a:pPr algn="ctr"/>
                <a:endParaRPr/>
              </a:p>
            </p:txBody>
          </p:sp>
          <p:sp>
            <p:nvSpPr>
              <p:cNvPr id="81" name="Rounded Rectangle 9">
                <a:extLst>
                  <a:ext uri="{FF2B5EF4-FFF2-40B4-BE49-F238E27FC236}">
                    <a16:creationId xmlns:a16="http://schemas.microsoft.com/office/drawing/2014/main" id="{5C59B5E0-DCE3-B55F-DA6F-41867AE2BF32}"/>
                  </a:ext>
                </a:extLst>
              </p:cNvPr>
              <p:cNvSpPr/>
              <p:nvPr/>
            </p:nvSpPr>
            <p:spPr>
              <a:xfrm>
                <a:off x="5050824" y="2038864"/>
                <a:ext cx="259491" cy="240956"/>
              </a:xfrm>
              <a:custGeom>
                <a:avLst/>
                <a:gdLst/>
                <a:ahLst/>
                <a:cxnLst/>
                <a:rect l="0" t="0" r="0" b="0"/>
                <a:pathLst>
                  <a:path w="259491" h="240956">
                    <a:moveTo>
                      <a:pt x="130572" y="0"/>
                    </a:moveTo>
                    <a:cubicBezTo>
                      <a:pt x="130572" y="0"/>
                      <a:pt x="145153" y="61473"/>
                      <a:pt x="181242" y="128923"/>
                    </a:cubicBezTo>
                    <a:cubicBezTo>
                      <a:pt x="217330" y="196374"/>
                      <a:pt x="259491" y="240956"/>
                      <a:pt x="259491" y="240956"/>
                    </a:cubicBezTo>
                    <a:lnTo>
                      <a:pt x="0" y="239935"/>
                    </a:lnTo>
                    <a:close/>
                  </a:path>
                </a:pathLst>
              </a:custGeom>
              <a:noFill/>
              <a:ln w="13901">
                <a:solidFill>
                  <a:srgbClr val="FFFFFF"/>
                </a:solidFill>
              </a:ln>
            </p:spPr>
            <p:txBody>
              <a:bodyPr rtlCol="0" anchor="ctr"/>
              <a:lstStyle/>
              <a:p>
                <a:pPr algn="ctr"/>
                <a:endParaRPr/>
              </a:p>
            </p:txBody>
          </p:sp>
        </p:grpSp>
        <p:grpSp>
          <p:nvGrpSpPr>
            <p:cNvPr id="6" name="Group 5">
              <a:extLst>
                <a:ext uri="{FF2B5EF4-FFF2-40B4-BE49-F238E27FC236}">
                  <a16:creationId xmlns:a16="http://schemas.microsoft.com/office/drawing/2014/main" id="{3218D1C2-80CD-D12D-1529-8CE8EE300A00}"/>
                </a:ext>
              </a:extLst>
            </p:cNvPr>
            <p:cNvGrpSpPr/>
            <p:nvPr/>
          </p:nvGrpSpPr>
          <p:grpSpPr>
            <a:xfrm>
              <a:off x="3170841" y="1585291"/>
              <a:ext cx="1476012" cy="1024670"/>
              <a:chOff x="2057400" y="1501345"/>
              <a:chExt cx="1121374" cy="778475"/>
            </a:xfrm>
          </p:grpSpPr>
          <p:sp>
            <p:nvSpPr>
              <p:cNvPr id="74" name="Rounded Rectangle 11">
                <a:extLst>
                  <a:ext uri="{FF2B5EF4-FFF2-40B4-BE49-F238E27FC236}">
                    <a16:creationId xmlns:a16="http://schemas.microsoft.com/office/drawing/2014/main" id="{250DB4E0-A88D-71AF-C63B-3F6F76F4FFC8}"/>
                  </a:ext>
                </a:extLst>
              </p:cNvPr>
              <p:cNvSpPr/>
              <p:nvPr/>
            </p:nvSpPr>
            <p:spPr>
              <a:xfrm>
                <a:off x="2057400" y="1501345"/>
                <a:ext cx="778475" cy="778475"/>
              </a:xfrm>
              <a:custGeom>
                <a:avLst/>
                <a:gdLst/>
                <a:ahLst/>
                <a:cxnLst/>
                <a:rect l="0" t="0" r="0" b="0"/>
                <a:pathLst>
                  <a:path w="778475" h="778475">
                    <a:moveTo>
                      <a:pt x="0" y="389237"/>
                    </a:moveTo>
                    <a:cubicBezTo>
                      <a:pt x="0" y="174267"/>
                      <a:pt x="174267" y="0"/>
                      <a:pt x="389237" y="0"/>
                    </a:cubicBezTo>
                    <a:cubicBezTo>
                      <a:pt x="604207" y="0"/>
                      <a:pt x="778475" y="174267"/>
                      <a:pt x="778475" y="389237"/>
                    </a:cubicBezTo>
                    <a:cubicBezTo>
                      <a:pt x="778475" y="604207"/>
                      <a:pt x="604207" y="778475"/>
                      <a:pt x="389237" y="778475"/>
                    </a:cubicBezTo>
                    <a:cubicBezTo>
                      <a:pt x="174267" y="778475"/>
                      <a:pt x="0" y="604207"/>
                      <a:pt x="0" y="389237"/>
                    </a:cubicBezTo>
                  </a:path>
                </a:pathLst>
              </a:custGeom>
              <a:solidFill>
                <a:srgbClr val="DE8431"/>
              </a:solidFill>
              <a:ln>
                <a:noFill/>
              </a:ln>
            </p:spPr>
            <p:txBody>
              <a:bodyPr rtlCol="0" anchor="ctr"/>
              <a:lstStyle/>
              <a:p>
                <a:pPr algn="ctr"/>
                <a:endParaRPr/>
              </a:p>
            </p:txBody>
          </p:sp>
          <p:sp>
            <p:nvSpPr>
              <p:cNvPr id="75" name="Rounded Rectangle 12">
                <a:extLst>
                  <a:ext uri="{FF2B5EF4-FFF2-40B4-BE49-F238E27FC236}">
                    <a16:creationId xmlns:a16="http://schemas.microsoft.com/office/drawing/2014/main" id="{A8986AA8-2846-8334-B42A-08511F1F7341}"/>
                  </a:ext>
                </a:extLst>
              </p:cNvPr>
              <p:cNvSpPr/>
              <p:nvPr/>
            </p:nvSpPr>
            <p:spPr>
              <a:xfrm>
                <a:off x="2919283" y="2038864"/>
                <a:ext cx="259491" cy="240956"/>
              </a:xfrm>
              <a:custGeom>
                <a:avLst/>
                <a:gdLst/>
                <a:ahLst/>
                <a:cxnLst/>
                <a:rect l="0" t="0" r="0" b="0"/>
                <a:pathLst>
                  <a:path w="259491" h="240956">
                    <a:moveTo>
                      <a:pt x="259491" y="239935"/>
                    </a:moveTo>
                    <a:lnTo>
                      <a:pt x="0" y="240956"/>
                    </a:lnTo>
                    <a:cubicBezTo>
                      <a:pt x="0" y="240956"/>
                      <a:pt x="42161" y="196374"/>
                      <a:pt x="78249" y="128923"/>
                    </a:cubicBezTo>
                    <a:cubicBezTo>
                      <a:pt x="114338" y="61473"/>
                      <a:pt x="128919" y="0"/>
                      <a:pt x="128919" y="0"/>
                    </a:cubicBezTo>
                    <a:close/>
                  </a:path>
                </a:pathLst>
              </a:custGeom>
              <a:solidFill>
                <a:srgbClr val="DE8431"/>
              </a:solidFill>
              <a:ln>
                <a:noFill/>
              </a:ln>
            </p:spPr>
            <p:txBody>
              <a:bodyPr rtlCol="0" anchor="ctr"/>
              <a:lstStyle/>
              <a:p>
                <a:pPr algn="ctr"/>
                <a:endParaRPr/>
              </a:p>
            </p:txBody>
          </p:sp>
          <p:sp>
            <p:nvSpPr>
              <p:cNvPr id="76" name="Rounded Rectangle 13">
                <a:extLst>
                  <a:ext uri="{FF2B5EF4-FFF2-40B4-BE49-F238E27FC236}">
                    <a16:creationId xmlns:a16="http://schemas.microsoft.com/office/drawing/2014/main" id="{865AF7C9-8DDB-A01D-4B3C-2AE6A3832262}"/>
                  </a:ext>
                </a:extLst>
              </p:cNvPr>
              <p:cNvSpPr/>
              <p:nvPr/>
            </p:nvSpPr>
            <p:spPr>
              <a:xfrm>
                <a:off x="2057400" y="1501345"/>
                <a:ext cx="778475" cy="778475"/>
              </a:xfrm>
              <a:custGeom>
                <a:avLst/>
                <a:gdLst/>
                <a:ahLst/>
                <a:cxnLst/>
                <a:rect l="0" t="0" r="0" b="0"/>
                <a:pathLst>
                  <a:path w="778475" h="778475">
                    <a:moveTo>
                      <a:pt x="0" y="389237"/>
                    </a:moveTo>
                    <a:cubicBezTo>
                      <a:pt x="0" y="174267"/>
                      <a:pt x="174267" y="0"/>
                      <a:pt x="389237" y="0"/>
                    </a:cubicBezTo>
                    <a:cubicBezTo>
                      <a:pt x="604207" y="0"/>
                      <a:pt x="778475" y="174267"/>
                      <a:pt x="778475" y="389237"/>
                    </a:cubicBezTo>
                    <a:cubicBezTo>
                      <a:pt x="778475" y="604207"/>
                      <a:pt x="604207" y="778475"/>
                      <a:pt x="389237" y="778475"/>
                    </a:cubicBezTo>
                    <a:cubicBezTo>
                      <a:pt x="174267" y="778475"/>
                      <a:pt x="0" y="604207"/>
                      <a:pt x="0" y="389237"/>
                    </a:cubicBezTo>
                  </a:path>
                </a:pathLst>
              </a:custGeom>
              <a:noFill/>
              <a:ln w="13901">
                <a:solidFill>
                  <a:srgbClr val="FFFFFF"/>
                </a:solidFill>
              </a:ln>
            </p:spPr>
            <p:txBody>
              <a:bodyPr rtlCol="0" anchor="ctr"/>
              <a:lstStyle/>
              <a:p>
                <a:pPr algn="ctr"/>
                <a:endParaRPr/>
              </a:p>
            </p:txBody>
          </p:sp>
          <p:sp>
            <p:nvSpPr>
              <p:cNvPr id="77" name="Rounded Rectangle 14">
                <a:extLst>
                  <a:ext uri="{FF2B5EF4-FFF2-40B4-BE49-F238E27FC236}">
                    <a16:creationId xmlns:a16="http://schemas.microsoft.com/office/drawing/2014/main" id="{AF7CC47B-C368-D798-CF3C-570F2583B6B6}"/>
                  </a:ext>
                </a:extLst>
              </p:cNvPr>
              <p:cNvSpPr/>
              <p:nvPr/>
            </p:nvSpPr>
            <p:spPr>
              <a:xfrm>
                <a:off x="2919283" y="2038864"/>
                <a:ext cx="259491" cy="240956"/>
              </a:xfrm>
              <a:custGeom>
                <a:avLst/>
                <a:gdLst/>
                <a:ahLst/>
                <a:cxnLst/>
                <a:rect l="0" t="0" r="0" b="0"/>
                <a:pathLst>
                  <a:path w="259491" h="240956">
                    <a:moveTo>
                      <a:pt x="259491" y="239935"/>
                    </a:moveTo>
                    <a:lnTo>
                      <a:pt x="0" y="240956"/>
                    </a:lnTo>
                    <a:cubicBezTo>
                      <a:pt x="0" y="240956"/>
                      <a:pt x="42161" y="196374"/>
                      <a:pt x="78249" y="128923"/>
                    </a:cubicBezTo>
                    <a:cubicBezTo>
                      <a:pt x="114338" y="61473"/>
                      <a:pt x="128919" y="0"/>
                      <a:pt x="128919" y="0"/>
                    </a:cubicBezTo>
                    <a:close/>
                  </a:path>
                </a:pathLst>
              </a:custGeom>
              <a:noFill/>
              <a:ln w="13901">
                <a:solidFill>
                  <a:srgbClr val="FFFFFF"/>
                </a:solidFill>
              </a:ln>
            </p:spPr>
            <p:txBody>
              <a:bodyPr rtlCol="0" anchor="ctr"/>
              <a:lstStyle/>
              <a:p>
                <a:pPr algn="ctr"/>
                <a:endParaRPr/>
              </a:p>
            </p:txBody>
          </p:sp>
        </p:grpSp>
        <p:grpSp>
          <p:nvGrpSpPr>
            <p:cNvPr id="37" name="Group 36">
              <a:extLst>
                <a:ext uri="{FF2B5EF4-FFF2-40B4-BE49-F238E27FC236}">
                  <a16:creationId xmlns:a16="http://schemas.microsoft.com/office/drawing/2014/main" id="{AA43C9E3-424D-8007-4091-06605C68428D}"/>
                </a:ext>
              </a:extLst>
            </p:cNvPr>
            <p:cNvGrpSpPr/>
            <p:nvPr/>
          </p:nvGrpSpPr>
          <p:grpSpPr>
            <a:xfrm>
              <a:off x="3170841" y="4344508"/>
              <a:ext cx="1476012" cy="1024670"/>
              <a:chOff x="2057400" y="2613454"/>
              <a:chExt cx="1121374" cy="778475"/>
            </a:xfrm>
          </p:grpSpPr>
          <p:sp>
            <p:nvSpPr>
              <p:cNvPr id="70" name="Rounded Rectangle 16">
                <a:extLst>
                  <a:ext uri="{FF2B5EF4-FFF2-40B4-BE49-F238E27FC236}">
                    <a16:creationId xmlns:a16="http://schemas.microsoft.com/office/drawing/2014/main" id="{86C16A8B-B17F-41D2-E34A-517BA2EB3193}"/>
                  </a:ext>
                </a:extLst>
              </p:cNvPr>
              <p:cNvSpPr/>
              <p:nvPr/>
            </p:nvSpPr>
            <p:spPr>
              <a:xfrm>
                <a:off x="2057400" y="2613454"/>
                <a:ext cx="778475" cy="778475"/>
              </a:xfrm>
              <a:custGeom>
                <a:avLst/>
                <a:gdLst/>
                <a:ahLst/>
                <a:cxnLst/>
                <a:rect l="0" t="0" r="0" b="0"/>
                <a:pathLst>
                  <a:path w="778475" h="778475">
                    <a:moveTo>
                      <a:pt x="0" y="389237"/>
                    </a:moveTo>
                    <a:cubicBezTo>
                      <a:pt x="0" y="174267"/>
                      <a:pt x="174267" y="0"/>
                      <a:pt x="389237" y="0"/>
                    </a:cubicBezTo>
                    <a:cubicBezTo>
                      <a:pt x="604207" y="0"/>
                      <a:pt x="778475" y="174267"/>
                      <a:pt x="778475" y="389237"/>
                    </a:cubicBezTo>
                    <a:cubicBezTo>
                      <a:pt x="778475" y="604207"/>
                      <a:pt x="604207" y="778475"/>
                      <a:pt x="389237" y="778475"/>
                    </a:cubicBezTo>
                    <a:cubicBezTo>
                      <a:pt x="174267" y="778475"/>
                      <a:pt x="0" y="604207"/>
                      <a:pt x="0" y="389237"/>
                    </a:cubicBezTo>
                  </a:path>
                </a:pathLst>
              </a:custGeom>
              <a:solidFill>
                <a:srgbClr val="E0CB15"/>
              </a:solidFill>
              <a:ln>
                <a:noFill/>
              </a:ln>
            </p:spPr>
            <p:txBody>
              <a:bodyPr rtlCol="0" anchor="ctr"/>
              <a:lstStyle/>
              <a:p>
                <a:pPr algn="ctr"/>
                <a:endParaRPr/>
              </a:p>
            </p:txBody>
          </p:sp>
          <p:sp>
            <p:nvSpPr>
              <p:cNvPr id="71" name="Rounded Rectangle 17">
                <a:extLst>
                  <a:ext uri="{FF2B5EF4-FFF2-40B4-BE49-F238E27FC236}">
                    <a16:creationId xmlns:a16="http://schemas.microsoft.com/office/drawing/2014/main" id="{B3D323E4-3E80-8061-0C26-A6147C09F8C5}"/>
                  </a:ext>
                </a:extLst>
              </p:cNvPr>
              <p:cNvSpPr/>
              <p:nvPr/>
            </p:nvSpPr>
            <p:spPr>
              <a:xfrm>
                <a:off x="2919283" y="2613454"/>
                <a:ext cx="259491" cy="240956"/>
              </a:xfrm>
              <a:custGeom>
                <a:avLst/>
                <a:gdLst/>
                <a:ahLst/>
                <a:cxnLst/>
                <a:rect l="0" t="0" r="0" b="0"/>
                <a:pathLst>
                  <a:path w="259491" h="240956">
                    <a:moveTo>
                      <a:pt x="128919" y="240956"/>
                    </a:moveTo>
                    <a:cubicBezTo>
                      <a:pt x="128919" y="240956"/>
                      <a:pt x="114338" y="179483"/>
                      <a:pt x="78249" y="112032"/>
                    </a:cubicBezTo>
                    <a:cubicBezTo>
                      <a:pt x="42161" y="44582"/>
                      <a:pt x="0" y="0"/>
                      <a:pt x="0" y="0"/>
                    </a:cubicBezTo>
                    <a:lnTo>
                      <a:pt x="259491" y="1021"/>
                    </a:lnTo>
                    <a:close/>
                  </a:path>
                </a:pathLst>
              </a:custGeom>
              <a:solidFill>
                <a:srgbClr val="E0CB15"/>
              </a:solidFill>
              <a:ln>
                <a:noFill/>
              </a:ln>
            </p:spPr>
            <p:txBody>
              <a:bodyPr rtlCol="0" anchor="ctr"/>
              <a:lstStyle/>
              <a:p>
                <a:pPr algn="ctr"/>
                <a:endParaRPr/>
              </a:p>
            </p:txBody>
          </p:sp>
          <p:sp>
            <p:nvSpPr>
              <p:cNvPr id="72" name="Rounded Rectangle 18">
                <a:extLst>
                  <a:ext uri="{FF2B5EF4-FFF2-40B4-BE49-F238E27FC236}">
                    <a16:creationId xmlns:a16="http://schemas.microsoft.com/office/drawing/2014/main" id="{7684580F-1CB6-73AA-EEE0-D7D822083D0B}"/>
                  </a:ext>
                </a:extLst>
              </p:cNvPr>
              <p:cNvSpPr/>
              <p:nvPr/>
            </p:nvSpPr>
            <p:spPr>
              <a:xfrm>
                <a:off x="2057400" y="2613454"/>
                <a:ext cx="778475" cy="778475"/>
              </a:xfrm>
              <a:custGeom>
                <a:avLst/>
                <a:gdLst/>
                <a:ahLst/>
                <a:cxnLst/>
                <a:rect l="0" t="0" r="0" b="0"/>
                <a:pathLst>
                  <a:path w="778475" h="778475">
                    <a:moveTo>
                      <a:pt x="0" y="389237"/>
                    </a:moveTo>
                    <a:cubicBezTo>
                      <a:pt x="0" y="174267"/>
                      <a:pt x="174267" y="0"/>
                      <a:pt x="389237" y="0"/>
                    </a:cubicBezTo>
                    <a:cubicBezTo>
                      <a:pt x="604207" y="0"/>
                      <a:pt x="778475" y="174267"/>
                      <a:pt x="778475" y="389237"/>
                    </a:cubicBezTo>
                    <a:cubicBezTo>
                      <a:pt x="778475" y="604207"/>
                      <a:pt x="604207" y="778475"/>
                      <a:pt x="389237" y="778475"/>
                    </a:cubicBezTo>
                    <a:cubicBezTo>
                      <a:pt x="174267" y="778475"/>
                      <a:pt x="0" y="604207"/>
                      <a:pt x="0" y="389237"/>
                    </a:cubicBezTo>
                  </a:path>
                </a:pathLst>
              </a:custGeom>
              <a:noFill/>
              <a:ln w="13901">
                <a:solidFill>
                  <a:srgbClr val="FFFFFF"/>
                </a:solidFill>
              </a:ln>
            </p:spPr>
            <p:txBody>
              <a:bodyPr rtlCol="0" anchor="ctr"/>
              <a:lstStyle/>
              <a:p>
                <a:pPr algn="ctr"/>
                <a:endParaRPr/>
              </a:p>
            </p:txBody>
          </p:sp>
          <p:sp>
            <p:nvSpPr>
              <p:cNvPr id="73" name="Rounded Rectangle 19">
                <a:extLst>
                  <a:ext uri="{FF2B5EF4-FFF2-40B4-BE49-F238E27FC236}">
                    <a16:creationId xmlns:a16="http://schemas.microsoft.com/office/drawing/2014/main" id="{D6C36BBF-08BB-10CB-3E94-BD793F091FB4}"/>
                  </a:ext>
                </a:extLst>
              </p:cNvPr>
              <p:cNvSpPr/>
              <p:nvPr/>
            </p:nvSpPr>
            <p:spPr>
              <a:xfrm>
                <a:off x="2919283" y="2613454"/>
                <a:ext cx="259491" cy="240956"/>
              </a:xfrm>
              <a:custGeom>
                <a:avLst/>
                <a:gdLst/>
                <a:ahLst/>
                <a:cxnLst/>
                <a:rect l="0" t="0" r="0" b="0"/>
                <a:pathLst>
                  <a:path w="259491" h="240956">
                    <a:moveTo>
                      <a:pt x="128919" y="240956"/>
                    </a:moveTo>
                    <a:cubicBezTo>
                      <a:pt x="128919" y="240956"/>
                      <a:pt x="114338" y="179483"/>
                      <a:pt x="78249" y="112032"/>
                    </a:cubicBezTo>
                    <a:cubicBezTo>
                      <a:pt x="42161" y="44582"/>
                      <a:pt x="0" y="0"/>
                      <a:pt x="0" y="0"/>
                    </a:cubicBezTo>
                    <a:lnTo>
                      <a:pt x="259491" y="1021"/>
                    </a:lnTo>
                    <a:close/>
                  </a:path>
                </a:pathLst>
              </a:custGeom>
              <a:noFill/>
              <a:ln w="13901">
                <a:solidFill>
                  <a:srgbClr val="FFFFFF"/>
                </a:solidFill>
              </a:ln>
            </p:spPr>
            <p:txBody>
              <a:bodyPr rtlCol="0" anchor="ctr"/>
              <a:lstStyle/>
              <a:p>
                <a:pPr algn="ctr"/>
                <a:endParaRPr/>
              </a:p>
            </p:txBody>
          </p:sp>
        </p:grpSp>
        <p:grpSp>
          <p:nvGrpSpPr>
            <p:cNvPr id="38" name="Group 37">
              <a:extLst>
                <a:ext uri="{FF2B5EF4-FFF2-40B4-BE49-F238E27FC236}">
                  <a16:creationId xmlns:a16="http://schemas.microsoft.com/office/drawing/2014/main" id="{F1E942E6-F63E-792E-CBFF-59FC6ADE6E52}"/>
                </a:ext>
              </a:extLst>
            </p:cNvPr>
            <p:cNvGrpSpPr/>
            <p:nvPr/>
          </p:nvGrpSpPr>
          <p:grpSpPr>
            <a:xfrm>
              <a:off x="4854230" y="2615626"/>
              <a:ext cx="2049342" cy="2049342"/>
              <a:chOff x="3336324" y="1658894"/>
              <a:chExt cx="1556951" cy="1556951"/>
            </a:xfrm>
          </p:grpSpPr>
          <p:sp>
            <p:nvSpPr>
              <p:cNvPr id="55" name="Rounded Rectangle 21">
                <a:extLst>
                  <a:ext uri="{FF2B5EF4-FFF2-40B4-BE49-F238E27FC236}">
                    <a16:creationId xmlns:a16="http://schemas.microsoft.com/office/drawing/2014/main" id="{CFAD9B73-6B46-09B4-2E8E-F5FA351A9FB4}"/>
                  </a:ext>
                </a:extLst>
              </p:cNvPr>
              <p:cNvSpPr/>
              <p:nvPr/>
            </p:nvSpPr>
            <p:spPr>
              <a:xfrm>
                <a:off x="3336324" y="1658894"/>
                <a:ext cx="1556951" cy="1556951"/>
              </a:xfrm>
              <a:custGeom>
                <a:avLst/>
                <a:gdLst/>
                <a:ahLst/>
                <a:cxnLst/>
                <a:rect l="0" t="0" r="0" b="0"/>
                <a:pathLst>
                  <a:path w="1556951" h="1556951">
                    <a:moveTo>
                      <a:pt x="0" y="778475"/>
                    </a:moveTo>
                    <a:cubicBezTo>
                      <a:pt x="0" y="348535"/>
                      <a:pt x="348535" y="0"/>
                      <a:pt x="778475" y="0"/>
                    </a:cubicBezTo>
                    <a:cubicBezTo>
                      <a:pt x="1208415" y="0"/>
                      <a:pt x="1556951" y="348535"/>
                      <a:pt x="1556951" y="778475"/>
                    </a:cubicBezTo>
                    <a:cubicBezTo>
                      <a:pt x="1556951" y="1208415"/>
                      <a:pt x="1208415" y="1556951"/>
                      <a:pt x="778475" y="1556951"/>
                    </a:cubicBezTo>
                    <a:cubicBezTo>
                      <a:pt x="348535" y="1556951"/>
                      <a:pt x="0" y="1208415"/>
                      <a:pt x="0" y="778475"/>
                    </a:cubicBezTo>
                  </a:path>
                </a:pathLst>
              </a:custGeom>
              <a:solidFill>
                <a:srgbClr val="FD6A65"/>
              </a:solidFill>
              <a:ln>
                <a:noFill/>
              </a:ln>
            </p:spPr>
            <p:txBody>
              <a:bodyPr rtlCol="0" anchor="ctr"/>
              <a:lstStyle/>
              <a:p>
                <a:pPr algn="ctr"/>
                <a:endParaRPr/>
              </a:p>
            </p:txBody>
          </p:sp>
          <p:sp>
            <p:nvSpPr>
              <p:cNvPr id="68" name="Rounded Rectangle 22">
                <a:extLst>
                  <a:ext uri="{FF2B5EF4-FFF2-40B4-BE49-F238E27FC236}">
                    <a16:creationId xmlns:a16="http://schemas.microsoft.com/office/drawing/2014/main" id="{EB0F8E8B-C2B5-28BC-B276-F0A82EAA9231}"/>
                  </a:ext>
                </a:extLst>
              </p:cNvPr>
              <p:cNvSpPr/>
              <p:nvPr/>
            </p:nvSpPr>
            <p:spPr>
              <a:xfrm>
                <a:off x="3336324" y="1658894"/>
                <a:ext cx="1556951" cy="1556951"/>
              </a:xfrm>
              <a:custGeom>
                <a:avLst/>
                <a:gdLst/>
                <a:ahLst/>
                <a:cxnLst/>
                <a:rect l="0" t="0" r="0" b="0"/>
                <a:pathLst>
                  <a:path w="1556951" h="1556951">
                    <a:moveTo>
                      <a:pt x="0" y="778475"/>
                    </a:moveTo>
                    <a:cubicBezTo>
                      <a:pt x="0" y="348535"/>
                      <a:pt x="348535" y="0"/>
                      <a:pt x="778475" y="0"/>
                    </a:cubicBezTo>
                    <a:cubicBezTo>
                      <a:pt x="1208415" y="0"/>
                      <a:pt x="1556951" y="348535"/>
                      <a:pt x="1556951" y="778475"/>
                    </a:cubicBezTo>
                    <a:cubicBezTo>
                      <a:pt x="1556951" y="1208415"/>
                      <a:pt x="1208415" y="1556951"/>
                      <a:pt x="778475" y="1556951"/>
                    </a:cubicBezTo>
                    <a:cubicBezTo>
                      <a:pt x="348535" y="1556951"/>
                      <a:pt x="0" y="1208415"/>
                      <a:pt x="0" y="778475"/>
                    </a:cubicBezTo>
                  </a:path>
                </a:pathLst>
              </a:custGeom>
              <a:noFill/>
              <a:ln w="13901">
                <a:solidFill>
                  <a:srgbClr val="FFFFFF"/>
                </a:solidFill>
              </a:ln>
            </p:spPr>
            <p:txBody>
              <a:bodyPr rtlCol="0" anchor="ctr"/>
              <a:lstStyle/>
              <a:p>
                <a:pPr algn="ctr"/>
                <a:endParaRPr/>
              </a:p>
            </p:txBody>
          </p:sp>
        </p:grpSp>
        <p:sp>
          <p:nvSpPr>
            <p:cNvPr id="39" name="TextBox 38">
              <a:extLst>
                <a:ext uri="{FF2B5EF4-FFF2-40B4-BE49-F238E27FC236}">
                  <a16:creationId xmlns:a16="http://schemas.microsoft.com/office/drawing/2014/main" id="{45F3AEBD-8D3B-8149-2333-3159C813C1FB}"/>
                </a:ext>
              </a:extLst>
            </p:cNvPr>
            <p:cNvSpPr txBox="1"/>
            <p:nvPr/>
          </p:nvSpPr>
          <p:spPr>
            <a:xfrm>
              <a:off x="494098" y="1303916"/>
              <a:ext cx="2300779" cy="923329"/>
            </a:xfrm>
            <a:prstGeom prst="rect">
              <a:avLst/>
            </a:prstGeom>
            <a:noFill/>
            <a:ln>
              <a:noFill/>
            </a:ln>
          </p:spPr>
          <p:txBody>
            <a:bodyPr wrap="square" lIns="0" tIns="0" rIns="0" bIns="0" anchor="t">
              <a:spAutoFit/>
            </a:bodyPr>
            <a:lstStyle/>
            <a:p>
              <a:pPr algn="r"/>
              <a:r>
                <a:rPr lang="es-CL" sz="2000" b="1" dirty="0">
                  <a:solidFill>
                    <a:srgbClr val="DE8431"/>
                  </a:solidFill>
                  <a:latin typeface="+mj-lt"/>
                </a:rPr>
                <a:t>Uso intensivo de </a:t>
              </a:r>
              <a:r>
                <a:rPr sz="2000" b="1" dirty="0" err="1">
                  <a:solidFill>
                    <a:srgbClr val="DE8431"/>
                  </a:solidFill>
                  <a:latin typeface="+mj-lt"/>
                </a:rPr>
                <a:t>Operaciones</a:t>
              </a:r>
              <a:r>
                <a:rPr lang="es-CL" sz="2000" b="1" dirty="0">
                  <a:solidFill>
                    <a:srgbClr val="DE8431"/>
                  </a:solidFill>
                  <a:latin typeface="+mj-lt"/>
                </a:rPr>
                <a:t> </a:t>
              </a:r>
              <a:r>
                <a:rPr sz="2000" b="1" dirty="0">
                  <a:solidFill>
                    <a:srgbClr val="DE8431"/>
                  </a:solidFill>
                  <a:latin typeface="+mj-lt"/>
                </a:rPr>
                <a:t>No </a:t>
              </a:r>
              <a:r>
                <a:rPr sz="2000" b="1" dirty="0" err="1">
                  <a:solidFill>
                    <a:srgbClr val="DE8431"/>
                  </a:solidFill>
                  <a:latin typeface="+mj-lt"/>
                </a:rPr>
                <a:t>Estándar</a:t>
              </a:r>
              <a:endParaRPr sz="2000" b="1" dirty="0">
                <a:solidFill>
                  <a:srgbClr val="DE8431"/>
                </a:solidFill>
                <a:latin typeface="+mj-lt"/>
              </a:endParaRPr>
            </a:p>
          </p:txBody>
        </p:sp>
        <p:sp>
          <p:nvSpPr>
            <p:cNvPr id="40" name="TextBox 39">
              <a:extLst>
                <a:ext uri="{FF2B5EF4-FFF2-40B4-BE49-F238E27FC236}">
                  <a16:creationId xmlns:a16="http://schemas.microsoft.com/office/drawing/2014/main" id="{B6D4CAA8-CA1E-2596-661B-FCC89066A8B9}"/>
                </a:ext>
              </a:extLst>
            </p:cNvPr>
            <p:cNvSpPr txBox="1"/>
            <p:nvPr/>
          </p:nvSpPr>
          <p:spPr>
            <a:xfrm>
              <a:off x="9123692" y="1631575"/>
              <a:ext cx="1862370" cy="615552"/>
            </a:xfrm>
            <a:prstGeom prst="rect">
              <a:avLst/>
            </a:prstGeom>
            <a:noFill/>
            <a:ln>
              <a:noFill/>
            </a:ln>
          </p:spPr>
          <p:txBody>
            <a:bodyPr wrap="none" lIns="0" tIns="0" rIns="0" bIns="0" anchor="t">
              <a:spAutoFit/>
            </a:bodyPr>
            <a:lstStyle/>
            <a:p>
              <a:pPr algn="l"/>
              <a:r>
                <a:rPr sz="2000" b="1" dirty="0">
                  <a:solidFill>
                    <a:srgbClr val="4E88E7"/>
                  </a:solidFill>
                  <a:latin typeface="+mj-lt"/>
                </a:rPr>
                <a:t>Poca
</a:t>
              </a:r>
              <a:r>
                <a:rPr sz="2000" b="1" dirty="0" err="1">
                  <a:solidFill>
                    <a:srgbClr val="4E88E7"/>
                  </a:solidFill>
                  <a:latin typeface="+mj-lt"/>
                </a:rPr>
                <a:t>Interpretación</a:t>
              </a:r>
              <a:endParaRPr sz="2000" b="1" dirty="0">
                <a:solidFill>
                  <a:srgbClr val="4E88E7"/>
                </a:solidFill>
                <a:latin typeface="+mj-lt"/>
              </a:endParaRPr>
            </a:p>
          </p:txBody>
        </p:sp>
        <p:sp>
          <p:nvSpPr>
            <p:cNvPr id="41" name="TextBox 40">
              <a:extLst>
                <a:ext uri="{FF2B5EF4-FFF2-40B4-BE49-F238E27FC236}">
                  <a16:creationId xmlns:a16="http://schemas.microsoft.com/office/drawing/2014/main" id="{A2211A46-B5D5-1493-3963-5C92ABF4D782}"/>
                </a:ext>
              </a:extLst>
            </p:cNvPr>
            <p:cNvSpPr txBox="1"/>
            <p:nvPr/>
          </p:nvSpPr>
          <p:spPr>
            <a:xfrm>
              <a:off x="496913" y="2365660"/>
              <a:ext cx="2300779" cy="1508105"/>
            </a:xfrm>
            <a:prstGeom prst="rect">
              <a:avLst/>
            </a:prstGeom>
            <a:noFill/>
            <a:ln>
              <a:noFill/>
            </a:ln>
          </p:spPr>
          <p:txBody>
            <a:bodyPr wrap="square" lIns="0" tIns="0" rIns="0" bIns="0" anchor="t">
              <a:spAutoFit/>
            </a:bodyPr>
            <a:lstStyle/>
            <a:p>
              <a:pPr algn="r"/>
              <a:r>
                <a:rPr lang="es-ES" sz="1400" b="0" dirty="0">
                  <a:solidFill>
                    <a:srgbClr val="4C4034"/>
                  </a:solidFill>
                  <a:latin typeface="+mj-lt"/>
                </a:rPr>
                <a:t> No siempre están bien optimizadas en todos los </a:t>
              </a:r>
              <a:r>
                <a:rPr lang="es-ES" sz="1400" b="0" dirty="0" err="1">
                  <a:solidFill>
                    <a:srgbClr val="4C4034"/>
                  </a:solidFill>
                  <a:latin typeface="+mj-lt"/>
                </a:rPr>
                <a:t>frameworks</a:t>
              </a:r>
              <a:r>
                <a:rPr lang="es-ES" sz="1400" b="0" dirty="0">
                  <a:solidFill>
                    <a:srgbClr val="4C4034"/>
                  </a:solidFill>
                  <a:latin typeface="+mj-lt"/>
                </a:rPr>
                <a:t> o hardware, lo que puede dificultar la implementación o reducir la velocidad real en producción.</a:t>
              </a:r>
              <a:endParaRPr sz="1400" b="0" dirty="0">
                <a:solidFill>
                  <a:srgbClr val="4C4034"/>
                </a:solidFill>
                <a:latin typeface="+mj-lt"/>
              </a:endParaRPr>
            </a:p>
          </p:txBody>
        </p:sp>
        <p:sp>
          <p:nvSpPr>
            <p:cNvPr id="42" name="TextBox 41">
              <a:extLst>
                <a:ext uri="{FF2B5EF4-FFF2-40B4-BE49-F238E27FC236}">
                  <a16:creationId xmlns:a16="http://schemas.microsoft.com/office/drawing/2014/main" id="{A4BE56E5-80B3-61F8-9ACD-9A797CE299D6}"/>
                </a:ext>
              </a:extLst>
            </p:cNvPr>
            <p:cNvSpPr txBox="1"/>
            <p:nvPr/>
          </p:nvSpPr>
          <p:spPr>
            <a:xfrm>
              <a:off x="9123694" y="2353358"/>
              <a:ext cx="2300779" cy="646330"/>
            </a:xfrm>
            <a:prstGeom prst="rect">
              <a:avLst/>
            </a:prstGeom>
            <a:noFill/>
            <a:ln>
              <a:noFill/>
            </a:ln>
          </p:spPr>
          <p:txBody>
            <a:bodyPr wrap="square" lIns="0" tIns="0" rIns="0" bIns="0" anchor="t">
              <a:spAutoFit/>
            </a:bodyPr>
            <a:lstStyle/>
            <a:p>
              <a:pPr algn="l"/>
              <a:r>
                <a:rPr lang="es-ES" sz="1400" b="0" dirty="0">
                  <a:solidFill>
                    <a:srgbClr val="3A4455"/>
                  </a:solidFill>
                  <a:latin typeface="+mj-lt"/>
                </a:rPr>
                <a:t>No ofrece </a:t>
              </a:r>
              <a:r>
                <a:rPr lang="es-ES" sz="1400" b="0" dirty="0" err="1">
                  <a:solidFill>
                    <a:srgbClr val="3A4455"/>
                  </a:solidFill>
                  <a:latin typeface="+mj-lt"/>
                </a:rPr>
                <a:t>explicabilidad</a:t>
              </a:r>
              <a:r>
                <a:rPr lang="es-ES" sz="1400" b="0" dirty="0">
                  <a:solidFill>
                    <a:srgbClr val="3A4455"/>
                  </a:solidFill>
                  <a:latin typeface="+mj-lt"/>
                </a:rPr>
                <a:t> nativa sobre qué aprende cada capa o filtro.</a:t>
              </a:r>
              <a:endParaRPr sz="1400" b="0" dirty="0">
                <a:solidFill>
                  <a:srgbClr val="3A4455"/>
                </a:solidFill>
                <a:latin typeface="+mj-lt"/>
              </a:endParaRPr>
            </a:p>
          </p:txBody>
        </p:sp>
        <p:sp>
          <p:nvSpPr>
            <p:cNvPr id="43" name="TextBox 42">
              <a:extLst>
                <a:ext uri="{FF2B5EF4-FFF2-40B4-BE49-F238E27FC236}">
                  <a16:creationId xmlns:a16="http://schemas.microsoft.com/office/drawing/2014/main" id="{1FE5CC1E-31D8-B9FE-A6E1-A9921FFD9B6A}"/>
                </a:ext>
              </a:extLst>
            </p:cNvPr>
            <p:cNvSpPr txBox="1"/>
            <p:nvPr/>
          </p:nvSpPr>
          <p:spPr>
            <a:xfrm>
              <a:off x="3578148" y="1914651"/>
              <a:ext cx="237869" cy="512335"/>
            </a:xfrm>
            <a:prstGeom prst="rect">
              <a:avLst/>
            </a:prstGeom>
            <a:noFill/>
            <a:ln>
              <a:noFill/>
            </a:ln>
          </p:spPr>
          <p:txBody>
            <a:bodyPr wrap="none" lIns="0" tIns="0" rIns="0" bIns="0" anchor="t">
              <a:spAutoFit/>
            </a:bodyPr>
            <a:lstStyle/>
            <a:p>
              <a:pPr algn="ctr"/>
              <a:r>
                <a:rPr sz="2100" b="1" dirty="0">
                  <a:solidFill>
                    <a:srgbClr val="FFFFFF"/>
                  </a:solidFill>
                  <a:latin typeface="Roboto"/>
                </a:rPr>
                <a:t>2</a:t>
              </a:r>
            </a:p>
          </p:txBody>
        </p:sp>
        <p:sp>
          <p:nvSpPr>
            <p:cNvPr id="44" name="TextBox 43">
              <a:extLst>
                <a:ext uri="{FF2B5EF4-FFF2-40B4-BE49-F238E27FC236}">
                  <a16:creationId xmlns:a16="http://schemas.microsoft.com/office/drawing/2014/main" id="{94247563-94E9-A1B1-22E1-97FD93294050}"/>
                </a:ext>
              </a:extLst>
            </p:cNvPr>
            <p:cNvSpPr txBox="1"/>
            <p:nvPr/>
          </p:nvSpPr>
          <p:spPr>
            <a:xfrm>
              <a:off x="7969596" y="2051811"/>
              <a:ext cx="237869" cy="512335"/>
            </a:xfrm>
            <a:prstGeom prst="rect">
              <a:avLst/>
            </a:prstGeom>
            <a:noFill/>
            <a:ln>
              <a:noFill/>
            </a:ln>
          </p:spPr>
          <p:txBody>
            <a:bodyPr wrap="none" lIns="0" tIns="0" rIns="0" bIns="0" anchor="t">
              <a:spAutoFit/>
            </a:bodyPr>
            <a:lstStyle/>
            <a:p>
              <a:pPr algn="ctr"/>
              <a:r>
                <a:rPr sz="2100" b="1">
                  <a:solidFill>
                    <a:srgbClr val="FFFFFF"/>
                  </a:solidFill>
                  <a:latin typeface="Roboto"/>
                </a:rPr>
                <a:t>3</a:t>
              </a:r>
            </a:p>
          </p:txBody>
        </p:sp>
        <p:sp>
          <p:nvSpPr>
            <p:cNvPr id="45" name="TextBox 44">
              <a:extLst>
                <a:ext uri="{FF2B5EF4-FFF2-40B4-BE49-F238E27FC236}">
                  <a16:creationId xmlns:a16="http://schemas.microsoft.com/office/drawing/2014/main" id="{2EE88A37-CB76-7A26-A03D-EEE6E732C99B}"/>
                </a:ext>
              </a:extLst>
            </p:cNvPr>
            <p:cNvSpPr txBox="1"/>
            <p:nvPr/>
          </p:nvSpPr>
          <p:spPr>
            <a:xfrm>
              <a:off x="4923657" y="3332520"/>
              <a:ext cx="1910487" cy="615552"/>
            </a:xfrm>
            <a:prstGeom prst="rect">
              <a:avLst/>
            </a:prstGeom>
            <a:noFill/>
            <a:ln>
              <a:noFill/>
            </a:ln>
          </p:spPr>
          <p:txBody>
            <a:bodyPr wrap="square" lIns="0" tIns="0" rIns="0" bIns="0" anchor="t">
              <a:spAutoFit/>
            </a:bodyPr>
            <a:lstStyle/>
            <a:p>
              <a:pPr algn="ctr"/>
              <a:r>
                <a:rPr sz="2000" b="1" dirty="0" err="1">
                  <a:solidFill>
                    <a:srgbClr val="FFFFFF"/>
                  </a:solidFill>
                  <a:latin typeface="+mj-lt"/>
                </a:rPr>
                <a:t>Desafíos</a:t>
              </a:r>
              <a:r>
                <a:rPr sz="2000" b="1" dirty="0">
                  <a:solidFill>
                    <a:srgbClr val="FFFFFF"/>
                  </a:solidFill>
                  <a:latin typeface="+mj-lt"/>
                </a:rPr>
                <a:t> 
de </a:t>
              </a:r>
              <a:r>
                <a:rPr sz="2000" b="1" dirty="0" err="1">
                  <a:solidFill>
                    <a:srgbClr val="FFFFFF"/>
                  </a:solidFill>
                  <a:latin typeface="+mj-lt"/>
                </a:rPr>
                <a:t>Xception</a:t>
              </a:r>
              <a:endParaRPr sz="2000" b="1" dirty="0">
                <a:solidFill>
                  <a:srgbClr val="FFFFFF"/>
                </a:solidFill>
                <a:latin typeface="+mj-lt"/>
              </a:endParaRPr>
            </a:p>
          </p:txBody>
        </p:sp>
        <p:sp>
          <p:nvSpPr>
            <p:cNvPr id="46" name="TextBox 45">
              <a:extLst>
                <a:ext uri="{FF2B5EF4-FFF2-40B4-BE49-F238E27FC236}">
                  <a16:creationId xmlns:a16="http://schemas.microsoft.com/office/drawing/2014/main" id="{1CB1E9A2-1420-690C-B3F7-AE051B411C68}"/>
                </a:ext>
              </a:extLst>
            </p:cNvPr>
            <p:cNvSpPr txBox="1"/>
            <p:nvPr/>
          </p:nvSpPr>
          <p:spPr>
            <a:xfrm>
              <a:off x="873587" y="4516299"/>
              <a:ext cx="1931299" cy="615552"/>
            </a:xfrm>
            <a:prstGeom prst="rect">
              <a:avLst/>
            </a:prstGeom>
            <a:noFill/>
            <a:ln>
              <a:noFill/>
            </a:ln>
          </p:spPr>
          <p:txBody>
            <a:bodyPr wrap="none" lIns="0" tIns="0" rIns="0" bIns="0" anchor="t">
              <a:spAutoFit/>
            </a:bodyPr>
            <a:lstStyle/>
            <a:p>
              <a:pPr algn="r"/>
              <a:r>
                <a:rPr sz="2000" b="1" dirty="0" err="1">
                  <a:solidFill>
                    <a:srgbClr val="C7B613"/>
                  </a:solidFill>
                  <a:latin typeface="+mj-lt"/>
                </a:rPr>
                <a:t>Entrenamiento</a:t>
              </a:r>
              <a:r>
                <a:rPr sz="2000" b="1" dirty="0">
                  <a:solidFill>
                    <a:srgbClr val="C7B613"/>
                  </a:solidFill>
                  <a:latin typeface="+mj-lt"/>
                </a:rPr>
                <a:t>
</a:t>
              </a:r>
              <a:r>
                <a:rPr sz="2000" b="1" dirty="0" err="1">
                  <a:solidFill>
                    <a:srgbClr val="C7B613"/>
                  </a:solidFill>
                  <a:latin typeface="+mj-lt"/>
                </a:rPr>
                <a:t>Delicado</a:t>
              </a:r>
              <a:endParaRPr sz="2000" b="1" dirty="0">
                <a:solidFill>
                  <a:srgbClr val="C7B613"/>
                </a:solidFill>
                <a:latin typeface="+mj-lt"/>
              </a:endParaRPr>
            </a:p>
          </p:txBody>
        </p:sp>
        <p:sp>
          <p:nvSpPr>
            <p:cNvPr id="47" name="TextBox 46">
              <a:extLst>
                <a:ext uri="{FF2B5EF4-FFF2-40B4-BE49-F238E27FC236}">
                  <a16:creationId xmlns:a16="http://schemas.microsoft.com/office/drawing/2014/main" id="{64641DBD-033D-89CD-BE16-9B97860DBD3F}"/>
                </a:ext>
              </a:extLst>
            </p:cNvPr>
            <p:cNvSpPr txBox="1"/>
            <p:nvPr/>
          </p:nvSpPr>
          <p:spPr>
            <a:xfrm>
              <a:off x="3578148" y="4673867"/>
              <a:ext cx="237869" cy="512335"/>
            </a:xfrm>
            <a:prstGeom prst="rect">
              <a:avLst/>
            </a:prstGeom>
            <a:noFill/>
            <a:ln>
              <a:noFill/>
            </a:ln>
          </p:spPr>
          <p:txBody>
            <a:bodyPr wrap="none" lIns="0" tIns="0" rIns="0" bIns="0" anchor="t">
              <a:spAutoFit/>
            </a:bodyPr>
            <a:lstStyle/>
            <a:p>
              <a:pPr algn="ctr"/>
              <a:r>
                <a:rPr sz="2100" b="1">
                  <a:solidFill>
                    <a:srgbClr val="FFFFFF"/>
                  </a:solidFill>
                  <a:latin typeface="Roboto"/>
                </a:rPr>
                <a:t>1</a:t>
              </a:r>
            </a:p>
          </p:txBody>
        </p:sp>
        <p:sp>
          <p:nvSpPr>
            <p:cNvPr id="48" name="TextBox 47">
              <a:extLst>
                <a:ext uri="{FF2B5EF4-FFF2-40B4-BE49-F238E27FC236}">
                  <a16:creationId xmlns:a16="http://schemas.microsoft.com/office/drawing/2014/main" id="{B98DC938-A5B1-748C-5B11-1ACFBF83BA19}"/>
                </a:ext>
              </a:extLst>
            </p:cNvPr>
            <p:cNvSpPr txBox="1"/>
            <p:nvPr/>
          </p:nvSpPr>
          <p:spPr>
            <a:xfrm>
              <a:off x="7969596" y="4201427"/>
              <a:ext cx="237869" cy="512335"/>
            </a:xfrm>
            <a:prstGeom prst="rect">
              <a:avLst/>
            </a:prstGeom>
            <a:noFill/>
            <a:ln>
              <a:noFill/>
            </a:ln>
          </p:spPr>
          <p:txBody>
            <a:bodyPr wrap="none" lIns="0" tIns="0" rIns="0" bIns="0" anchor="t">
              <a:spAutoFit/>
            </a:bodyPr>
            <a:lstStyle/>
            <a:p>
              <a:pPr algn="ctr"/>
              <a:r>
                <a:rPr sz="2100" b="1">
                  <a:solidFill>
                    <a:srgbClr val="FFFFFF"/>
                  </a:solidFill>
                  <a:latin typeface="Roboto"/>
                </a:rPr>
                <a:t>4</a:t>
              </a:r>
            </a:p>
          </p:txBody>
        </p:sp>
        <p:sp>
          <p:nvSpPr>
            <p:cNvPr id="49" name="TextBox 48">
              <a:extLst>
                <a:ext uri="{FF2B5EF4-FFF2-40B4-BE49-F238E27FC236}">
                  <a16:creationId xmlns:a16="http://schemas.microsoft.com/office/drawing/2014/main" id="{C7E6C3DF-1992-E256-E249-A61DBA768193}"/>
                </a:ext>
              </a:extLst>
            </p:cNvPr>
            <p:cNvSpPr txBox="1"/>
            <p:nvPr/>
          </p:nvSpPr>
          <p:spPr>
            <a:xfrm>
              <a:off x="9123692" y="4120062"/>
              <a:ext cx="1712007" cy="923329"/>
            </a:xfrm>
            <a:prstGeom prst="rect">
              <a:avLst/>
            </a:prstGeom>
            <a:noFill/>
            <a:ln>
              <a:noFill/>
            </a:ln>
          </p:spPr>
          <p:txBody>
            <a:bodyPr wrap="none" lIns="0" tIns="0" rIns="0" bIns="0" anchor="t">
              <a:spAutoFit/>
            </a:bodyPr>
            <a:lstStyle/>
            <a:p>
              <a:pPr algn="l"/>
              <a:r>
                <a:rPr sz="2000" b="1" dirty="0" err="1">
                  <a:solidFill>
                    <a:srgbClr val="3CC583"/>
                  </a:solidFill>
                  <a:latin typeface="+mj-lt"/>
                </a:rPr>
                <a:t>Necesidad</a:t>
              </a:r>
              <a:r>
                <a:rPr sz="2000" b="1" dirty="0">
                  <a:solidFill>
                    <a:srgbClr val="3CC583"/>
                  </a:solidFill>
                  <a:latin typeface="+mj-lt"/>
                </a:rPr>
                <a:t> de
Hardware
</a:t>
              </a:r>
              <a:r>
                <a:rPr sz="2000" b="1" dirty="0" err="1">
                  <a:solidFill>
                    <a:srgbClr val="3CC583"/>
                  </a:solidFill>
                  <a:latin typeface="+mj-lt"/>
                </a:rPr>
                <a:t>Especializado</a:t>
              </a:r>
              <a:endParaRPr sz="2000" b="1" dirty="0">
                <a:solidFill>
                  <a:srgbClr val="3CC583"/>
                </a:solidFill>
                <a:latin typeface="+mj-lt"/>
              </a:endParaRPr>
            </a:p>
          </p:txBody>
        </p:sp>
        <p:sp>
          <p:nvSpPr>
            <p:cNvPr id="50" name="TextBox 49">
              <a:extLst>
                <a:ext uri="{FF2B5EF4-FFF2-40B4-BE49-F238E27FC236}">
                  <a16:creationId xmlns:a16="http://schemas.microsoft.com/office/drawing/2014/main" id="{CB9E7AF8-BDF0-0208-6564-328A36394CD7}"/>
                </a:ext>
              </a:extLst>
            </p:cNvPr>
            <p:cNvSpPr txBox="1"/>
            <p:nvPr/>
          </p:nvSpPr>
          <p:spPr>
            <a:xfrm>
              <a:off x="570657" y="5236584"/>
              <a:ext cx="2224221" cy="861773"/>
            </a:xfrm>
            <a:prstGeom prst="rect">
              <a:avLst/>
            </a:prstGeom>
            <a:noFill/>
            <a:ln>
              <a:noFill/>
            </a:ln>
          </p:spPr>
          <p:txBody>
            <a:bodyPr wrap="square" lIns="0" tIns="0" rIns="0" bIns="0" anchor="t">
              <a:spAutoFit/>
            </a:bodyPr>
            <a:lstStyle/>
            <a:p>
              <a:pPr algn="r"/>
              <a:r>
                <a:rPr sz="1400" b="0" dirty="0" err="1">
                  <a:solidFill>
                    <a:srgbClr val="46432D"/>
                  </a:solidFill>
                  <a:latin typeface="+mj-lt"/>
                </a:rPr>
                <a:t>Dificultad</a:t>
              </a:r>
              <a:r>
                <a:rPr sz="1400" b="0" dirty="0">
                  <a:solidFill>
                    <a:srgbClr val="46432D"/>
                  </a:solidFill>
                  <a:latin typeface="+mj-lt"/>
                </a:rPr>
                <a:t> para</a:t>
              </a:r>
              <a:r>
                <a:rPr lang="es-CL" sz="1400" b="0" dirty="0">
                  <a:solidFill>
                    <a:srgbClr val="46432D"/>
                  </a:solidFill>
                  <a:latin typeface="+mj-lt"/>
                </a:rPr>
                <a:t> </a:t>
              </a:r>
              <a:r>
                <a:rPr sz="1400" b="0" dirty="0" err="1">
                  <a:solidFill>
                    <a:srgbClr val="46432D"/>
                  </a:solidFill>
                  <a:latin typeface="+mj-lt"/>
                </a:rPr>
                <a:t>optimizar</a:t>
              </a:r>
              <a:r>
                <a:rPr lang="es-CL" sz="1400" dirty="0">
                  <a:solidFill>
                    <a:srgbClr val="46432D"/>
                  </a:solidFill>
                  <a:latin typeface="+mj-lt"/>
                </a:rPr>
                <a:t> </a:t>
              </a:r>
              <a:r>
                <a:rPr sz="1400" b="0" dirty="0" err="1">
                  <a:solidFill>
                    <a:srgbClr val="46432D"/>
                  </a:solidFill>
                  <a:latin typeface="+mj-lt"/>
                </a:rPr>
                <a:t>hiperparámetros</a:t>
              </a:r>
              <a:r>
                <a:rPr lang="es-CL" sz="1400" b="0" dirty="0">
                  <a:solidFill>
                    <a:srgbClr val="46432D"/>
                  </a:solidFill>
                  <a:latin typeface="+mj-lt"/>
                </a:rPr>
                <a:t> (convolución separable) </a:t>
              </a:r>
              <a:r>
                <a:rPr sz="1400" b="0" dirty="0" err="1">
                  <a:solidFill>
                    <a:srgbClr val="46432D"/>
                  </a:solidFill>
                  <a:latin typeface="+mj-lt"/>
                </a:rPr>
                <a:t>durante</a:t>
              </a:r>
              <a:r>
                <a:rPr sz="1400" b="0" dirty="0">
                  <a:solidFill>
                    <a:srgbClr val="46432D"/>
                  </a:solidFill>
                  <a:latin typeface="+mj-lt"/>
                </a:rPr>
                <a:t> </a:t>
              </a:r>
              <a:r>
                <a:rPr sz="1400" b="0" dirty="0" err="1">
                  <a:solidFill>
                    <a:srgbClr val="46432D"/>
                  </a:solidFill>
                  <a:latin typeface="+mj-lt"/>
                </a:rPr>
                <a:t>el</a:t>
              </a:r>
              <a:r>
                <a:rPr lang="es-CL" sz="1400" b="0" dirty="0">
                  <a:solidFill>
                    <a:srgbClr val="46432D"/>
                  </a:solidFill>
                  <a:latin typeface="+mj-lt"/>
                </a:rPr>
                <a:t> </a:t>
              </a:r>
              <a:r>
                <a:rPr sz="1400" b="0" dirty="0" err="1">
                  <a:solidFill>
                    <a:srgbClr val="46432D"/>
                  </a:solidFill>
                  <a:latin typeface="+mj-lt"/>
                </a:rPr>
                <a:t>entrenamiento</a:t>
              </a:r>
              <a:endParaRPr sz="1400" b="0" dirty="0">
                <a:solidFill>
                  <a:srgbClr val="46432D"/>
                </a:solidFill>
                <a:latin typeface="+mj-lt"/>
              </a:endParaRPr>
            </a:p>
          </p:txBody>
        </p:sp>
        <p:sp>
          <p:nvSpPr>
            <p:cNvPr id="51" name="TextBox 50">
              <a:extLst>
                <a:ext uri="{FF2B5EF4-FFF2-40B4-BE49-F238E27FC236}">
                  <a16:creationId xmlns:a16="http://schemas.microsoft.com/office/drawing/2014/main" id="{B6EB6D07-354C-E7B9-C7C0-C470EE36FB14}"/>
                </a:ext>
              </a:extLst>
            </p:cNvPr>
            <p:cNvSpPr txBox="1"/>
            <p:nvPr/>
          </p:nvSpPr>
          <p:spPr>
            <a:xfrm>
              <a:off x="9123692" y="5134609"/>
              <a:ext cx="1595820" cy="861773"/>
            </a:xfrm>
            <a:prstGeom prst="rect">
              <a:avLst/>
            </a:prstGeom>
            <a:noFill/>
            <a:ln>
              <a:noFill/>
            </a:ln>
          </p:spPr>
          <p:txBody>
            <a:bodyPr wrap="none" lIns="0" tIns="0" rIns="0" bIns="0" anchor="t">
              <a:spAutoFit/>
            </a:bodyPr>
            <a:lstStyle/>
            <a:p>
              <a:pPr algn="l"/>
              <a:r>
                <a:rPr sz="1400" b="0" dirty="0" err="1">
                  <a:solidFill>
                    <a:srgbClr val="374840"/>
                  </a:solidFill>
                  <a:latin typeface="+mj-lt"/>
                </a:rPr>
                <a:t>Requisito</a:t>
              </a:r>
              <a:r>
                <a:rPr sz="1400" b="0" dirty="0">
                  <a:solidFill>
                    <a:srgbClr val="374840"/>
                  </a:solidFill>
                  <a:latin typeface="+mj-lt"/>
                </a:rPr>
                <a:t> de GPU/
TPU para
</a:t>
              </a:r>
              <a:r>
                <a:rPr sz="1400" b="0" dirty="0" err="1">
                  <a:solidFill>
                    <a:srgbClr val="374840"/>
                  </a:solidFill>
                  <a:latin typeface="+mj-lt"/>
                </a:rPr>
                <a:t>operaciones</a:t>
              </a:r>
              <a:r>
                <a:rPr sz="1400" b="0" dirty="0">
                  <a:solidFill>
                    <a:srgbClr val="374840"/>
                  </a:solidFill>
                  <a:latin typeface="+mj-lt"/>
                </a:rPr>
                <a:t> a gran
</a:t>
              </a:r>
              <a:r>
                <a:rPr sz="1400" b="0" dirty="0" err="1">
                  <a:solidFill>
                    <a:srgbClr val="374840"/>
                  </a:solidFill>
                  <a:latin typeface="+mj-lt"/>
                </a:rPr>
                <a:t>escala</a:t>
              </a:r>
              <a:endParaRPr sz="1400" b="0" dirty="0">
                <a:solidFill>
                  <a:srgbClr val="374840"/>
                </a:solidFill>
                <a:latin typeface="+mj-lt"/>
              </a:endParaRPr>
            </a:p>
          </p:txBody>
        </p:sp>
      </p:grpSp>
    </p:spTree>
    <p:extLst>
      <p:ext uri="{BB962C8B-B14F-4D97-AF65-F5344CB8AC3E}">
        <p14:creationId xmlns:p14="http://schemas.microsoft.com/office/powerpoint/2010/main" val="37046520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ABFB7-3E4B-3DAD-4221-3808835A1A9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97C6412-C912-BB62-F977-455018F4D8A6}"/>
              </a:ext>
            </a:extLst>
          </p:cNvPr>
          <p:cNvSpPr>
            <a:spLocks noGrp="1"/>
          </p:cNvSpPr>
          <p:nvPr>
            <p:ph type="body" sz="quarter" idx="18"/>
          </p:nvPr>
        </p:nvSpPr>
        <p:spPr/>
        <p:txBody>
          <a:bodyPr/>
          <a:lstStyle/>
          <a:p>
            <a:r>
              <a:rPr lang="es-CL" dirty="0"/>
              <a:t>Desventajas</a:t>
            </a:r>
            <a:endParaRPr lang="en-US" dirty="0"/>
          </a:p>
        </p:txBody>
      </p:sp>
      <p:graphicFrame>
        <p:nvGraphicFramePr>
          <p:cNvPr id="4" name="Table 3">
            <a:extLst>
              <a:ext uri="{FF2B5EF4-FFF2-40B4-BE49-F238E27FC236}">
                <a16:creationId xmlns:a16="http://schemas.microsoft.com/office/drawing/2014/main" id="{CA675140-7E01-C0A5-5776-58267F3FB004}"/>
              </a:ext>
            </a:extLst>
          </p:cNvPr>
          <p:cNvGraphicFramePr>
            <a:graphicFrameLocks noGrp="1"/>
          </p:cNvGraphicFramePr>
          <p:nvPr>
            <p:extLst>
              <p:ext uri="{D42A27DB-BD31-4B8C-83A1-F6EECF244321}">
                <p14:modId xmlns:p14="http://schemas.microsoft.com/office/powerpoint/2010/main" val="2799225046"/>
              </p:ext>
            </p:extLst>
          </p:nvPr>
        </p:nvGraphicFramePr>
        <p:xfrm>
          <a:off x="424282" y="1242060"/>
          <a:ext cx="11221515" cy="5017900"/>
        </p:xfrm>
        <a:graphic>
          <a:graphicData uri="http://schemas.openxmlformats.org/drawingml/2006/table">
            <a:tbl>
              <a:tblPr>
                <a:tableStyleId>{B301B821-A1FF-4177-AEE7-76D212191A09}</a:tableStyleId>
              </a:tblPr>
              <a:tblGrid>
                <a:gridCol w="3740505">
                  <a:extLst>
                    <a:ext uri="{9D8B030D-6E8A-4147-A177-3AD203B41FA5}">
                      <a16:colId xmlns:a16="http://schemas.microsoft.com/office/drawing/2014/main" val="341936761"/>
                    </a:ext>
                  </a:extLst>
                </a:gridCol>
                <a:gridCol w="3740505">
                  <a:extLst>
                    <a:ext uri="{9D8B030D-6E8A-4147-A177-3AD203B41FA5}">
                      <a16:colId xmlns:a16="http://schemas.microsoft.com/office/drawing/2014/main" val="1986559414"/>
                    </a:ext>
                  </a:extLst>
                </a:gridCol>
                <a:gridCol w="3740505">
                  <a:extLst>
                    <a:ext uri="{9D8B030D-6E8A-4147-A177-3AD203B41FA5}">
                      <a16:colId xmlns:a16="http://schemas.microsoft.com/office/drawing/2014/main" val="1069360373"/>
                    </a:ext>
                  </a:extLst>
                </a:gridCol>
              </a:tblGrid>
              <a:tr h="204177">
                <a:tc>
                  <a:txBody>
                    <a:bodyPr/>
                    <a:lstStyle/>
                    <a:p>
                      <a:pPr marL="0" algn="l" defTabSz="914400" rtl="0" eaLnBrk="1" latinLnBrk="0" hangingPunct="1"/>
                      <a:r>
                        <a:rPr lang="en-US" sz="1600" b="1" kern="1200" dirty="0" err="1">
                          <a:solidFill>
                            <a:schemeClr val="dk1"/>
                          </a:solidFill>
                          <a:latin typeface="+mn-lt"/>
                          <a:ea typeface="+mn-ea"/>
                          <a:cs typeface="+mn-cs"/>
                        </a:rPr>
                        <a:t>Aspectos</a:t>
                      </a:r>
                      <a:endParaRPr lang="en-US" sz="1600" b="1" kern="1200" dirty="0">
                        <a:solidFill>
                          <a:schemeClr val="dk1"/>
                        </a:solidFill>
                        <a:latin typeface="+mn-lt"/>
                        <a:ea typeface="+mn-ea"/>
                        <a:cs typeface="+mn-cs"/>
                      </a:endParaRPr>
                    </a:p>
                  </a:txBody>
                  <a:tcPr marL="44401" marR="44401" marT="22201" marB="22201" anchor="ctr">
                    <a:solidFill>
                      <a:schemeClr val="accent4">
                        <a:lumMod val="20000"/>
                        <a:lumOff val="80000"/>
                      </a:schemeClr>
                    </a:solidFill>
                  </a:tcPr>
                </a:tc>
                <a:tc>
                  <a:txBody>
                    <a:bodyPr/>
                    <a:lstStyle/>
                    <a:p>
                      <a:r>
                        <a:rPr lang="en-US" sz="1600" b="1" dirty="0"/>
                        <a:t>Inception V3</a:t>
                      </a:r>
                      <a:endParaRPr lang="en-US" sz="1600" dirty="0"/>
                    </a:p>
                  </a:txBody>
                  <a:tcPr marL="44401" marR="44401" marT="22201" marB="22201" anchor="ctr">
                    <a:solidFill>
                      <a:schemeClr val="accent4">
                        <a:lumMod val="20000"/>
                        <a:lumOff val="80000"/>
                      </a:schemeClr>
                    </a:solidFill>
                  </a:tcPr>
                </a:tc>
                <a:tc>
                  <a:txBody>
                    <a:bodyPr/>
                    <a:lstStyle/>
                    <a:p>
                      <a:r>
                        <a:rPr lang="en-US" sz="1600" b="1" dirty="0" err="1"/>
                        <a:t>Xception</a:t>
                      </a:r>
                      <a:endParaRPr lang="en-US" sz="1600" dirty="0"/>
                    </a:p>
                  </a:txBody>
                  <a:tcPr marL="44401" marR="44401" marT="22201" marB="22201" anchor="ctr">
                    <a:solidFill>
                      <a:schemeClr val="accent4">
                        <a:lumMod val="20000"/>
                        <a:lumOff val="80000"/>
                      </a:schemeClr>
                    </a:solidFill>
                  </a:tcPr>
                </a:tc>
                <a:extLst>
                  <a:ext uri="{0D108BD9-81ED-4DB2-BD59-A6C34878D82A}">
                    <a16:rowId xmlns:a16="http://schemas.microsoft.com/office/drawing/2014/main" val="2172712030"/>
                  </a:ext>
                </a:extLst>
              </a:tr>
              <a:tr h="204177">
                <a:tc>
                  <a:txBody>
                    <a:bodyPr/>
                    <a:lstStyle/>
                    <a:p>
                      <a:r>
                        <a:rPr lang="en-US" sz="1600" b="1" dirty="0"/>
                        <a:t>Año de </a:t>
                      </a:r>
                      <a:r>
                        <a:rPr lang="en-US" sz="1600" b="1" dirty="0" err="1"/>
                        <a:t>publicación</a:t>
                      </a:r>
                      <a:endParaRPr lang="en-US" sz="1600" dirty="0"/>
                    </a:p>
                  </a:txBody>
                  <a:tcPr marL="44401" marR="44401" marT="22201" marB="22201" anchor="ctr"/>
                </a:tc>
                <a:tc>
                  <a:txBody>
                    <a:bodyPr/>
                    <a:lstStyle/>
                    <a:p>
                      <a:r>
                        <a:rPr lang="en-US" sz="1600" dirty="0"/>
                        <a:t>2015</a:t>
                      </a:r>
                    </a:p>
                  </a:txBody>
                  <a:tcPr marL="44401" marR="44401" marT="22201" marB="22201" anchor="ctr"/>
                </a:tc>
                <a:tc>
                  <a:txBody>
                    <a:bodyPr/>
                    <a:lstStyle/>
                    <a:p>
                      <a:r>
                        <a:rPr lang="en-US" sz="1600"/>
                        <a:t>2017</a:t>
                      </a:r>
                    </a:p>
                  </a:txBody>
                  <a:tcPr marL="44401" marR="44401" marT="22201" marB="22201" anchor="ctr"/>
                </a:tc>
                <a:extLst>
                  <a:ext uri="{0D108BD9-81ED-4DB2-BD59-A6C34878D82A}">
                    <a16:rowId xmlns:a16="http://schemas.microsoft.com/office/drawing/2014/main" val="742608069"/>
                  </a:ext>
                </a:extLst>
              </a:tr>
              <a:tr h="358421">
                <a:tc>
                  <a:txBody>
                    <a:bodyPr/>
                    <a:lstStyle/>
                    <a:p>
                      <a:r>
                        <a:rPr lang="en-US" sz="1600" b="1"/>
                        <a:t>Autor principal</a:t>
                      </a:r>
                      <a:endParaRPr lang="en-US" sz="1600"/>
                    </a:p>
                  </a:txBody>
                  <a:tcPr marL="44401" marR="44401" marT="22201" marB="22201" anchor="ctr"/>
                </a:tc>
                <a:tc>
                  <a:txBody>
                    <a:bodyPr/>
                    <a:lstStyle/>
                    <a:p>
                      <a:r>
                        <a:rPr lang="en-US" sz="1600"/>
                        <a:t>Christian Szegedy (Google)</a:t>
                      </a:r>
                    </a:p>
                  </a:txBody>
                  <a:tcPr marL="44401" marR="44401" marT="22201" marB="22201" anchor="ctr"/>
                </a:tc>
                <a:tc>
                  <a:txBody>
                    <a:bodyPr/>
                    <a:lstStyle/>
                    <a:p>
                      <a:r>
                        <a:rPr lang="en-US" sz="1600"/>
                        <a:t>François Chollet (Google/Keras)</a:t>
                      </a:r>
                    </a:p>
                  </a:txBody>
                  <a:tcPr marL="44401" marR="44401" marT="22201" marB="22201" anchor="ctr"/>
                </a:tc>
                <a:extLst>
                  <a:ext uri="{0D108BD9-81ED-4DB2-BD59-A6C34878D82A}">
                    <a16:rowId xmlns:a16="http://schemas.microsoft.com/office/drawing/2014/main" val="3745182644"/>
                  </a:ext>
                </a:extLst>
              </a:tr>
              <a:tr h="358421">
                <a:tc>
                  <a:txBody>
                    <a:bodyPr/>
                    <a:lstStyle/>
                    <a:p>
                      <a:r>
                        <a:rPr lang="en-US" sz="1600" b="1" dirty="0" err="1"/>
                        <a:t>Inspiración</a:t>
                      </a:r>
                      <a:r>
                        <a:rPr lang="en-US" sz="1600" b="1" dirty="0"/>
                        <a:t> principal</a:t>
                      </a:r>
                      <a:endParaRPr lang="en-US" sz="1600" dirty="0"/>
                    </a:p>
                  </a:txBody>
                  <a:tcPr marL="44401" marR="44401" marT="22201" marB="22201" anchor="ctr">
                    <a:solidFill>
                      <a:schemeClr val="tx2">
                        <a:lumMod val="40000"/>
                        <a:lumOff val="60000"/>
                      </a:schemeClr>
                    </a:solidFill>
                  </a:tcPr>
                </a:tc>
                <a:tc>
                  <a:txBody>
                    <a:bodyPr/>
                    <a:lstStyle/>
                    <a:p>
                      <a:r>
                        <a:rPr lang="en-US" sz="1600"/>
                        <a:t>Factorización de convoluciones</a:t>
                      </a:r>
                    </a:p>
                  </a:txBody>
                  <a:tcPr marL="44401" marR="44401" marT="22201" marB="22201" anchor="ctr">
                    <a:solidFill>
                      <a:schemeClr val="tx2">
                        <a:lumMod val="40000"/>
                        <a:lumOff val="60000"/>
                      </a:schemeClr>
                    </a:solidFill>
                  </a:tcPr>
                </a:tc>
                <a:tc>
                  <a:txBody>
                    <a:bodyPr/>
                    <a:lstStyle/>
                    <a:p>
                      <a:r>
                        <a:rPr lang="en-US" sz="1600" dirty="0" err="1"/>
                        <a:t>Convoluciones</a:t>
                      </a:r>
                      <a:r>
                        <a:rPr lang="en-US" sz="1600" dirty="0"/>
                        <a:t> </a:t>
                      </a:r>
                      <a:r>
                        <a:rPr lang="en-US" sz="1600" dirty="0" err="1"/>
                        <a:t>separables</a:t>
                      </a:r>
                      <a:r>
                        <a:rPr lang="en-US" sz="1600" dirty="0"/>
                        <a:t> </a:t>
                      </a:r>
                      <a:r>
                        <a:rPr lang="en-US" sz="1600" dirty="0" err="1"/>
                        <a:t>en</a:t>
                      </a:r>
                      <a:r>
                        <a:rPr lang="en-US" sz="1600" dirty="0"/>
                        <a:t> </a:t>
                      </a:r>
                      <a:r>
                        <a:rPr lang="en-US" sz="1600" dirty="0" err="1"/>
                        <a:t>profundidad</a:t>
                      </a:r>
                      <a:endParaRPr lang="en-US" sz="1600" dirty="0"/>
                    </a:p>
                  </a:txBody>
                  <a:tcPr marL="44401" marR="44401" marT="22201" marB="22201" anchor="ctr">
                    <a:solidFill>
                      <a:schemeClr val="tx2">
                        <a:lumMod val="40000"/>
                        <a:lumOff val="60000"/>
                      </a:schemeClr>
                    </a:solidFill>
                  </a:tcPr>
                </a:tc>
                <a:extLst>
                  <a:ext uri="{0D108BD9-81ED-4DB2-BD59-A6C34878D82A}">
                    <a16:rowId xmlns:a16="http://schemas.microsoft.com/office/drawing/2014/main" val="1137740645"/>
                  </a:ext>
                </a:extLst>
              </a:tr>
              <a:tr h="512665">
                <a:tc>
                  <a:txBody>
                    <a:bodyPr/>
                    <a:lstStyle/>
                    <a:p>
                      <a:r>
                        <a:rPr lang="en-US" sz="1600" b="1" dirty="0"/>
                        <a:t>Tipo de </a:t>
                      </a:r>
                      <a:r>
                        <a:rPr lang="en-US" sz="1600" b="1" dirty="0" err="1"/>
                        <a:t>arquitectura</a:t>
                      </a:r>
                      <a:endParaRPr lang="en-US" sz="1600" dirty="0"/>
                    </a:p>
                  </a:txBody>
                  <a:tcPr marL="44401" marR="44401" marT="22201" marB="22201" anchor="ctr"/>
                </a:tc>
                <a:tc>
                  <a:txBody>
                    <a:bodyPr/>
                    <a:lstStyle/>
                    <a:p>
                      <a:r>
                        <a:rPr lang="es-ES" sz="1600"/>
                        <a:t>Módulos Inception con ramas paralelas</a:t>
                      </a:r>
                    </a:p>
                  </a:txBody>
                  <a:tcPr marL="44401" marR="44401" marT="22201" marB="22201" anchor="ctr"/>
                </a:tc>
                <a:tc>
                  <a:txBody>
                    <a:bodyPr/>
                    <a:lstStyle/>
                    <a:p>
                      <a:r>
                        <a:rPr lang="en-US" sz="1600"/>
                        <a:t>Bloques con depthwise separable convolutions + residuales</a:t>
                      </a:r>
                    </a:p>
                  </a:txBody>
                  <a:tcPr marL="44401" marR="44401" marT="22201" marB="22201" anchor="ctr"/>
                </a:tc>
                <a:extLst>
                  <a:ext uri="{0D108BD9-81ED-4DB2-BD59-A6C34878D82A}">
                    <a16:rowId xmlns:a16="http://schemas.microsoft.com/office/drawing/2014/main" val="3593402803"/>
                  </a:ext>
                </a:extLst>
              </a:tr>
              <a:tr h="367168">
                <a:tc>
                  <a:txBody>
                    <a:bodyPr/>
                    <a:lstStyle/>
                    <a:p>
                      <a:r>
                        <a:rPr lang="en-US" sz="1600" b="1" dirty="0" err="1"/>
                        <a:t>Complejidad</a:t>
                      </a:r>
                      <a:r>
                        <a:rPr lang="en-US" sz="1600" b="1" dirty="0"/>
                        <a:t> </a:t>
                      </a:r>
                      <a:r>
                        <a:rPr lang="en-US" sz="1600" b="1" dirty="0" err="1"/>
                        <a:t>estructural</a:t>
                      </a:r>
                      <a:endParaRPr lang="en-US" sz="1600" dirty="0"/>
                    </a:p>
                  </a:txBody>
                  <a:tcPr marL="44401" marR="44401" marT="22201" marB="22201" anchor="ctr"/>
                </a:tc>
                <a:tc>
                  <a:txBody>
                    <a:bodyPr/>
                    <a:lstStyle/>
                    <a:p>
                      <a:r>
                        <a:rPr lang="es-ES" sz="1600"/>
                        <a:t>Alta (múltiples ramas y tamaños de filtro por bloque)</a:t>
                      </a:r>
                    </a:p>
                  </a:txBody>
                  <a:tcPr marL="44401" marR="44401" marT="22201" marB="22201" anchor="ctr"/>
                </a:tc>
                <a:tc>
                  <a:txBody>
                    <a:bodyPr/>
                    <a:lstStyle/>
                    <a:p>
                      <a:r>
                        <a:rPr lang="es-ES" sz="1600"/>
                        <a:t>Media (bloques repetitivos y modulares)</a:t>
                      </a:r>
                    </a:p>
                  </a:txBody>
                  <a:tcPr marL="44401" marR="44401" marT="22201" marB="22201" anchor="ctr"/>
                </a:tc>
                <a:extLst>
                  <a:ext uri="{0D108BD9-81ED-4DB2-BD59-A6C34878D82A}">
                    <a16:rowId xmlns:a16="http://schemas.microsoft.com/office/drawing/2014/main" val="2219186303"/>
                  </a:ext>
                </a:extLst>
              </a:tr>
              <a:tr h="512665">
                <a:tc>
                  <a:txBody>
                    <a:bodyPr/>
                    <a:lstStyle/>
                    <a:p>
                      <a:r>
                        <a:rPr lang="en-US" sz="1600" b="1"/>
                        <a:t>Número de parámetros</a:t>
                      </a:r>
                      <a:endParaRPr lang="en-US" sz="1600"/>
                    </a:p>
                  </a:txBody>
                  <a:tcPr marL="44401" marR="44401" marT="22201" marB="22201" anchor="ctr">
                    <a:solidFill>
                      <a:schemeClr val="tx2">
                        <a:lumMod val="40000"/>
                        <a:lumOff val="60000"/>
                      </a:schemeClr>
                    </a:solidFill>
                  </a:tcPr>
                </a:tc>
                <a:tc>
                  <a:txBody>
                    <a:bodyPr/>
                    <a:lstStyle/>
                    <a:p>
                      <a:r>
                        <a:rPr lang="es-ES" sz="1600"/>
                        <a:t>Más alto (debido a múltiples filtros y ramas)</a:t>
                      </a:r>
                    </a:p>
                  </a:txBody>
                  <a:tcPr marL="44401" marR="44401" marT="22201" marB="22201" anchor="ctr">
                    <a:solidFill>
                      <a:schemeClr val="tx2">
                        <a:lumMod val="40000"/>
                        <a:lumOff val="60000"/>
                      </a:schemeClr>
                    </a:solidFill>
                  </a:tcPr>
                </a:tc>
                <a:tc>
                  <a:txBody>
                    <a:bodyPr/>
                    <a:lstStyle/>
                    <a:p>
                      <a:r>
                        <a:rPr lang="es-ES" sz="1600" dirty="0"/>
                        <a:t>Menor (gracias a las separaciones </a:t>
                      </a:r>
                      <a:r>
                        <a:rPr lang="es-ES" sz="1600" dirty="0" err="1"/>
                        <a:t>depthwise</a:t>
                      </a:r>
                      <a:r>
                        <a:rPr lang="es-ES" sz="1600" dirty="0"/>
                        <a:t> y </a:t>
                      </a:r>
                      <a:r>
                        <a:rPr lang="es-ES" sz="1600" dirty="0" err="1"/>
                        <a:t>pointwise</a:t>
                      </a:r>
                      <a:r>
                        <a:rPr lang="es-ES" sz="1600" dirty="0"/>
                        <a:t>)</a:t>
                      </a:r>
                    </a:p>
                  </a:txBody>
                  <a:tcPr marL="44401" marR="44401" marT="22201" marB="22201" anchor="ctr">
                    <a:solidFill>
                      <a:schemeClr val="tx2">
                        <a:lumMod val="40000"/>
                        <a:lumOff val="60000"/>
                      </a:schemeClr>
                    </a:solidFill>
                  </a:tcPr>
                </a:tc>
                <a:extLst>
                  <a:ext uri="{0D108BD9-81ED-4DB2-BD59-A6C34878D82A}">
                    <a16:rowId xmlns:a16="http://schemas.microsoft.com/office/drawing/2014/main" val="3172028518"/>
                  </a:ext>
                </a:extLst>
              </a:tr>
              <a:tr h="358421">
                <a:tc>
                  <a:txBody>
                    <a:bodyPr/>
                    <a:lstStyle/>
                    <a:p>
                      <a:r>
                        <a:rPr lang="en-US" sz="1600" b="1"/>
                        <a:t>Uso de conexiones residuales</a:t>
                      </a:r>
                      <a:endParaRPr lang="en-US" sz="1600"/>
                    </a:p>
                  </a:txBody>
                  <a:tcPr marL="44401" marR="44401" marT="22201" marB="22201" anchor="ctr"/>
                </a:tc>
                <a:tc>
                  <a:txBody>
                    <a:bodyPr/>
                    <a:lstStyle/>
                    <a:p>
                      <a:r>
                        <a:rPr lang="en-US" sz="1600" dirty="0"/>
                        <a:t>No (</a:t>
                      </a:r>
                      <a:r>
                        <a:rPr lang="en-US" sz="1600" dirty="0" err="1"/>
                        <a:t>en</a:t>
                      </a:r>
                      <a:r>
                        <a:rPr lang="en-US" sz="1600" dirty="0"/>
                        <a:t> V3)</a:t>
                      </a:r>
                    </a:p>
                  </a:txBody>
                  <a:tcPr marL="44401" marR="44401" marT="22201" marB="22201" anchor="ctr"/>
                </a:tc>
                <a:tc>
                  <a:txBody>
                    <a:bodyPr/>
                    <a:lstStyle/>
                    <a:p>
                      <a:r>
                        <a:rPr lang="es-ES" sz="1600" dirty="0"/>
                        <a:t>Sí (en todas las etapas principales)</a:t>
                      </a:r>
                    </a:p>
                  </a:txBody>
                  <a:tcPr marL="44401" marR="44401" marT="22201" marB="22201" anchor="ctr"/>
                </a:tc>
                <a:extLst>
                  <a:ext uri="{0D108BD9-81ED-4DB2-BD59-A6C34878D82A}">
                    <a16:rowId xmlns:a16="http://schemas.microsoft.com/office/drawing/2014/main" val="4021459038"/>
                  </a:ext>
                </a:extLst>
              </a:tr>
              <a:tr h="358421">
                <a:tc>
                  <a:txBody>
                    <a:bodyPr/>
                    <a:lstStyle/>
                    <a:p>
                      <a:r>
                        <a:rPr lang="en-US" sz="1600" b="1"/>
                        <a:t>Eficiencia computacional</a:t>
                      </a:r>
                      <a:endParaRPr lang="en-US" sz="1600"/>
                    </a:p>
                  </a:txBody>
                  <a:tcPr marL="44401" marR="44401" marT="22201" marB="22201" anchor="ctr"/>
                </a:tc>
                <a:tc>
                  <a:txBody>
                    <a:bodyPr/>
                    <a:lstStyle/>
                    <a:p>
                      <a:r>
                        <a:rPr lang="en-US" sz="1600"/>
                        <a:t>Buena, pero no óptima</a:t>
                      </a:r>
                    </a:p>
                  </a:txBody>
                  <a:tcPr marL="44401" marR="44401" marT="22201" marB="22201" anchor="ctr"/>
                </a:tc>
                <a:tc>
                  <a:txBody>
                    <a:bodyPr/>
                    <a:lstStyle/>
                    <a:p>
                      <a:r>
                        <a:rPr lang="es-ES" sz="1600" dirty="0"/>
                        <a:t>Más eficiente en uso de memoria y cálculo</a:t>
                      </a:r>
                    </a:p>
                  </a:txBody>
                  <a:tcPr marL="44401" marR="44401" marT="22201" marB="22201" anchor="ctr"/>
                </a:tc>
                <a:extLst>
                  <a:ext uri="{0D108BD9-81ED-4DB2-BD59-A6C34878D82A}">
                    <a16:rowId xmlns:a16="http://schemas.microsoft.com/office/drawing/2014/main" val="1468033680"/>
                  </a:ext>
                </a:extLst>
              </a:tr>
              <a:tr h="358421">
                <a:tc>
                  <a:txBody>
                    <a:bodyPr/>
                    <a:lstStyle/>
                    <a:p>
                      <a:r>
                        <a:rPr lang="en-US" sz="1600" b="1"/>
                        <a:t>Facilidad de implementación</a:t>
                      </a:r>
                      <a:endParaRPr lang="en-US" sz="1600"/>
                    </a:p>
                  </a:txBody>
                  <a:tcPr marL="44401" marR="44401" marT="22201" marB="22201" anchor="ctr">
                    <a:solidFill>
                      <a:schemeClr val="tx2">
                        <a:lumMod val="40000"/>
                        <a:lumOff val="60000"/>
                      </a:schemeClr>
                    </a:solidFill>
                  </a:tcPr>
                </a:tc>
                <a:tc>
                  <a:txBody>
                    <a:bodyPr/>
                    <a:lstStyle/>
                    <a:p>
                      <a:r>
                        <a:rPr lang="es-ES" sz="1600"/>
                        <a:t>Menos intuitiva (por la variedad de módulos)</a:t>
                      </a:r>
                    </a:p>
                  </a:txBody>
                  <a:tcPr marL="44401" marR="44401" marT="22201" marB="22201" anchor="ctr">
                    <a:solidFill>
                      <a:schemeClr val="tx2">
                        <a:lumMod val="40000"/>
                        <a:lumOff val="60000"/>
                      </a:schemeClr>
                    </a:solidFill>
                  </a:tcPr>
                </a:tc>
                <a:tc>
                  <a:txBody>
                    <a:bodyPr/>
                    <a:lstStyle/>
                    <a:p>
                      <a:r>
                        <a:rPr lang="en-US" sz="1600" dirty="0"/>
                        <a:t>Más simple y </a:t>
                      </a:r>
                      <a:r>
                        <a:rPr lang="en-US" sz="1600" dirty="0" err="1"/>
                        <a:t>uniforme</a:t>
                      </a:r>
                      <a:endParaRPr lang="en-US" sz="1600" dirty="0"/>
                    </a:p>
                  </a:txBody>
                  <a:tcPr marL="44401" marR="44401" marT="22201" marB="22201" anchor="ctr">
                    <a:solidFill>
                      <a:schemeClr val="tx2">
                        <a:lumMod val="40000"/>
                        <a:lumOff val="60000"/>
                      </a:schemeClr>
                    </a:solidFill>
                  </a:tcPr>
                </a:tc>
                <a:extLst>
                  <a:ext uri="{0D108BD9-81ED-4DB2-BD59-A6C34878D82A}">
                    <a16:rowId xmlns:a16="http://schemas.microsoft.com/office/drawing/2014/main" val="1732105447"/>
                  </a:ext>
                </a:extLst>
              </a:tr>
              <a:tr h="512665">
                <a:tc>
                  <a:txBody>
                    <a:bodyPr/>
                    <a:lstStyle/>
                    <a:p>
                      <a:r>
                        <a:rPr lang="en-US" sz="1600" b="1"/>
                        <a:t>Optimización en hardware móvil</a:t>
                      </a:r>
                      <a:endParaRPr lang="en-US" sz="1600"/>
                    </a:p>
                  </a:txBody>
                  <a:tcPr marL="44401" marR="44401" marT="22201" marB="22201" anchor="ctr"/>
                </a:tc>
                <a:tc>
                  <a:txBody>
                    <a:bodyPr/>
                    <a:lstStyle/>
                    <a:p>
                      <a:r>
                        <a:rPr lang="en-US" sz="1600"/>
                        <a:t>Limitada</a:t>
                      </a:r>
                    </a:p>
                  </a:txBody>
                  <a:tcPr marL="44401" marR="44401" marT="22201" marB="22201" anchor="ctr"/>
                </a:tc>
                <a:tc>
                  <a:txBody>
                    <a:bodyPr/>
                    <a:lstStyle/>
                    <a:p>
                      <a:r>
                        <a:rPr lang="es-ES" sz="1600" dirty="0"/>
                        <a:t>Mejor (aunque hay modelos como </a:t>
                      </a:r>
                      <a:r>
                        <a:rPr lang="es-ES" sz="1600" dirty="0" err="1"/>
                        <a:t>MobileNet</a:t>
                      </a:r>
                      <a:r>
                        <a:rPr lang="es-ES" sz="1600" dirty="0"/>
                        <a:t> más adecuados)</a:t>
                      </a:r>
                    </a:p>
                  </a:txBody>
                  <a:tcPr marL="44401" marR="44401" marT="22201" marB="22201" anchor="ctr"/>
                </a:tc>
                <a:extLst>
                  <a:ext uri="{0D108BD9-81ED-4DB2-BD59-A6C34878D82A}">
                    <a16:rowId xmlns:a16="http://schemas.microsoft.com/office/drawing/2014/main" val="339727395"/>
                  </a:ext>
                </a:extLst>
              </a:tr>
            </a:tbl>
          </a:graphicData>
        </a:graphic>
      </p:graphicFrame>
    </p:spTree>
    <p:extLst>
      <p:ext uri="{BB962C8B-B14F-4D97-AF65-F5344CB8AC3E}">
        <p14:creationId xmlns:p14="http://schemas.microsoft.com/office/powerpoint/2010/main" val="435721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89648-BC7F-050B-C9BD-7CA6A40D0456}"/>
            </a:ext>
          </a:extLst>
        </p:cNvPr>
        <p:cNvGrpSpPr/>
        <p:nvPr/>
      </p:nvGrpSpPr>
      <p:grpSpPr>
        <a:xfrm>
          <a:off x="0" y="0"/>
          <a:ext cx="0" cy="0"/>
          <a:chOff x="0" y="0"/>
          <a:chExt cx="0" cy="0"/>
        </a:xfrm>
      </p:grpSpPr>
      <p:pic>
        <p:nvPicPr>
          <p:cNvPr id="5" name="Picture 4" descr="A computer code and a square&#10;&#10;AI-generated content may be incorrect.">
            <a:extLst>
              <a:ext uri="{FF2B5EF4-FFF2-40B4-BE49-F238E27FC236}">
                <a16:creationId xmlns:a16="http://schemas.microsoft.com/office/drawing/2014/main" id="{B046DED4-D3E3-E930-4960-F755D6C53B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4102" y="1586023"/>
            <a:ext cx="3948223" cy="3948223"/>
          </a:xfrm>
          <a:prstGeom prst="rect">
            <a:avLst/>
          </a:prstGeom>
        </p:spPr>
      </p:pic>
      <p:sp>
        <p:nvSpPr>
          <p:cNvPr id="10" name="TextBox 9">
            <a:extLst>
              <a:ext uri="{FF2B5EF4-FFF2-40B4-BE49-F238E27FC236}">
                <a16:creationId xmlns:a16="http://schemas.microsoft.com/office/drawing/2014/main" id="{FBFDA757-25E0-48AB-0735-71E9142F151E}"/>
              </a:ext>
            </a:extLst>
          </p:cNvPr>
          <p:cNvSpPr txBox="1"/>
          <p:nvPr/>
        </p:nvSpPr>
        <p:spPr>
          <a:xfrm>
            <a:off x="6096000" y="3298524"/>
            <a:ext cx="4848447" cy="523220"/>
          </a:xfrm>
          <a:prstGeom prst="rect">
            <a:avLst/>
          </a:prstGeom>
          <a:noFill/>
        </p:spPr>
        <p:txBody>
          <a:bodyPr wrap="square" rtlCol="0">
            <a:spAutoFit/>
          </a:bodyPr>
          <a:lstStyle/>
          <a:p>
            <a:r>
              <a:rPr lang="es-CL" sz="2800" dirty="0"/>
              <a:t>Veamos cómo funciona…</a:t>
            </a:r>
            <a:endParaRPr lang="en-US" sz="2800" dirty="0"/>
          </a:p>
        </p:txBody>
      </p:sp>
    </p:spTree>
    <p:extLst>
      <p:ext uri="{BB962C8B-B14F-4D97-AF65-F5344CB8AC3E}">
        <p14:creationId xmlns:p14="http://schemas.microsoft.com/office/powerpoint/2010/main" val="4279599436"/>
      </p:ext>
    </p:extLst>
  </p:cSld>
  <p:clrMapOvr>
    <a:masterClrMapping/>
  </p:clrMapOvr>
</p:sld>
</file>

<file path=ppt/theme/theme1.xml><?xml version="1.0" encoding="utf-8"?>
<a:theme xmlns:a="http://schemas.openxmlformats.org/drawingml/2006/main" name="Template FIC">
  <a:themeElements>
    <a:clrScheme name="UAI_SS">
      <a:dk1>
        <a:srgbClr val="14171A"/>
      </a:dk1>
      <a:lt1>
        <a:srgbClr val="FFFFFF"/>
      </a:lt1>
      <a:dk2>
        <a:srgbClr val="616160"/>
      </a:dk2>
      <a:lt2>
        <a:srgbClr val="FFFFFF"/>
      </a:lt2>
      <a:accent1>
        <a:srgbClr val="00B2D2"/>
      </a:accent1>
      <a:accent2>
        <a:srgbClr val="00B2D2"/>
      </a:accent2>
      <a:accent3>
        <a:srgbClr val="0087A4"/>
      </a:accent3>
      <a:accent4>
        <a:srgbClr val="0087A4"/>
      </a:accent4>
      <a:accent5>
        <a:srgbClr val="4DCAE3"/>
      </a:accent5>
      <a:accent6>
        <a:srgbClr val="47439B"/>
      </a:accent6>
      <a:hlink>
        <a:srgbClr val="47439B"/>
      </a:hlink>
      <a:folHlink>
        <a:srgbClr val="47439B"/>
      </a:folHlink>
    </a:clrScheme>
    <a:fontScheme name="UAI_SS">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5990BC3CC53EEC4C9015B90AA36096B3" ma:contentTypeVersion="9" ma:contentTypeDescription="Crear nuevo documento." ma:contentTypeScope="" ma:versionID="9f10472c8f8b99be31b94b7f73cef107">
  <xsd:schema xmlns:xsd="http://www.w3.org/2001/XMLSchema" xmlns:xs="http://www.w3.org/2001/XMLSchema" xmlns:p="http://schemas.microsoft.com/office/2006/metadata/properties" xmlns:ns2="61d81613-76fc-45e3-a341-dadc20207370" xmlns:ns3="603a40d3-fd4a-4c6f-a49a-28a881649ee8" targetNamespace="http://schemas.microsoft.com/office/2006/metadata/properties" ma:root="true" ma:fieldsID="bea72b84122da3bba7627bf41f982d13" ns2:_="" ns3:_="">
    <xsd:import namespace="61d81613-76fc-45e3-a341-dadc20207370"/>
    <xsd:import namespace="603a40d3-fd4a-4c6f-a49a-28a881649ee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d81613-76fc-45e3-a341-dadc202073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03a40d3-fd4a-4c6f-a49a-28a881649ee8"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F3F1F7B-209E-470C-8BF9-4C92361D9F01}">
  <ds:schemaRefs>
    <ds:schemaRef ds:uri="http://schemas.microsoft.com/sharepoint/v3/contenttype/forms"/>
  </ds:schemaRefs>
</ds:datastoreItem>
</file>

<file path=customXml/itemProps2.xml><?xml version="1.0" encoding="utf-8"?>
<ds:datastoreItem xmlns:ds="http://schemas.openxmlformats.org/officeDocument/2006/customXml" ds:itemID="{6BBA9AD7-A4D6-41CA-81EE-EFC1CAE4EB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1d81613-76fc-45e3-a341-dadc20207370"/>
    <ds:schemaRef ds:uri="603a40d3-fd4a-4c6f-a49a-28a881649e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76299E-B770-467C-9E7C-3DDBE65CFD8D}">
  <ds:schemaRefs>
    <ds:schemaRef ds:uri="61d81613-76fc-45e3-a341-dadc20207370"/>
    <ds:schemaRef ds:uri="http://schemas.microsoft.com/office/2006/documentManagement/types"/>
    <ds:schemaRef ds:uri="http://purl.org/dc/elements/1.1/"/>
    <ds:schemaRef ds:uri="http://www.w3.org/XML/1998/namespace"/>
    <ds:schemaRef ds:uri="http://schemas.openxmlformats.org/package/2006/metadata/core-properties"/>
    <ds:schemaRef ds:uri="http://schemas.microsoft.com/office/2006/metadata/properties"/>
    <ds:schemaRef ds:uri="http://schemas.microsoft.com/office/infopath/2007/PartnerControls"/>
    <ds:schemaRef ds:uri="603a40d3-fd4a-4c6f-a49a-28a881649ee8"/>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7106</TotalTime>
  <Words>3367</Words>
  <Application>Microsoft Office PowerPoint</Application>
  <PresentationFormat>Panorámica</PresentationFormat>
  <Paragraphs>317</Paragraphs>
  <Slides>34</Slides>
  <Notes>28</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34</vt:i4>
      </vt:variant>
    </vt:vector>
  </HeadingPairs>
  <TitlesOfParts>
    <vt:vector size="42" baseType="lpstr">
      <vt:lpstr>Bitter</vt:lpstr>
      <vt:lpstr>Arial</vt:lpstr>
      <vt:lpstr>Calibri</vt:lpstr>
      <vt:lpstr>Cambria</vt:lpstr>
      <vt:lpstr>Open Sans</vt:lpstr>
      <vt:lpstr>Roboto</vt:lpstr>
      <vt:lpstr>Segoe UI Light</vt:lpstr>
      <vt:lpstr>Template FIC</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Carolina Cuervo</dc:creator>
  <cp:lastModifiedBy>Anthony Douglas Cho Lo</cp:lastModifiedBy>
  <cp:revision>647</cp:revision>
  <dcterms:created xsi:type="dcterms:W3CDTF">2020-06-07T00:37:01Z</dcterms:created>
  <dcterms:modified xsi:type="dcterms:W3CDTF">2026-05-29T04:44:26Z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0x0101005990BC3CC53EEC4C9015B90AA36096B3</vt:lpwstr>
  </property>
</Properties>
</file>